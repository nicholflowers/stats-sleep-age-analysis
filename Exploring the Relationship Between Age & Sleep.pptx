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1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9144000" cy="5143500" type="screen16x9"/>
  <p:notesSz cx="6858000" cy="9144000"/>
  <p:embeddedFontLst>
    <p:embeddedFont>
      <p:font typeface="Gothic A1" pitchFamily="2" charset="-127"/>
      <p:regular r:id="rId16"/>
      <p:bold r:id="rId17"/>
    </p:embeddedFont>
    <p:embeddedFont>
      <p:font typeface="Gothic A1 Medium" pitchFamily="2" charset="-127"/>
      <p:regular r:id="rId18"/>
      <p:bold r:id="rId19"/>
    </p:embeddedFont>
    <p:embeddedFont>
      <p:font typeface="Anton" pitchFamily="2" charset="77"/>
      <p:regular r:id="rId20"/>
    </p:embeddedFont>
    <p:embeddedFont>
      <p:font typeface="Jost" pitchFamily="2" charset="77"/>
      <p:regular r:id="rId21"/>
      <p:bold r:id="rId22"/>
      <p:italic r:id="rId23"/>
      <p:boldItalic r:id="rId24"/>
    </p:embeddedFont>
    <p:embeddedFont>
      <p:font typeface="Jost Medium" pitchFamily="2" charset="77"/>
      <p:regular r:id="rId25"/>
      <p:bold r:id="rId26"/>
      <p:italic r:id="rId27"/>
      <p:boldItalic r:id="rId28"/>
    </p:embeddedFont>
    <p:embeddedFont>
      <p:font typeface="Nunito Light" panose="020F0302020204030204" pitchFamily="34" charset="0"/>
      <p:regular r:id="rId29"/>
      <p:italic r:id="rId30"/>
    </p:embeddedFont>
    <p:embeddedFont>
      <p:font typeface="Roboto" panose="02000000000000000000" pitchFamily="2" charset="0"/>
      <p:regular r:id="rId31"/>
      <p:bold r:id="rId32"/>
      <p:italic r:id="rId33"/>
      <p:boldItalic r:id="rId34"/>
    </p:embeddedFont>
    <p:embeddedFont>
      <p:font typeface="Roboto Condensed Light" panose="02000000000000000000" pitchFamily="2" charset="0"/>
      <p:regular r:id="rId35"/>
      <p:italic r:id="rId36"/>
    </p:embeddedFont>
    <p:embeddedFont>
      <p:font typeface="Roboto Mono" pitchFamily="49"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4D0B651-03DF-4497-BCE3-E2327ABBB25E}">
  <a:tblStyle styleId="{04D0B651-03DF-4497-BCE3-E2327ABBB25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60"/>
  </p:normalViewPr>
  <p:slideViewPr>
    <p:cSldViewPr snapToGrid="0">
      <p:cViewPr varScale="1">
        <p:scale>
          <a:sx n="158" d="100"/>
          <a:sy n="158" d="100"/>
        </p:scale>
        <p:origin x="22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9" Type="http://schemas.openxmlformats.org/officeDocument/2006/relationships/font" Target="fonts/font24.fntdata"/><Relationship Id="rId21" Type="http://schemas.openxmlformats.org/officeDocument/2006/relationships/font" Target="fonts/font6.fntdata"/><Relationship Id="rId34" Type="http://schemas.openxmlformats.org/officeDocument/2006/relationships/font" Target="fonts/font19.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font" Target="fonts/font17.fntdata"/><Relationship Id="rId37" Type="http://schemas.openxmlformats.org/officeDocument/2006/relationships/font" Target="fonts/font22.fntdata"/><Relationship Id="rId40" Type="http://schemas.openxmlformats.org/officeDocument/2006/relationships/font" Target="fonts/font25.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36" Type="http://schemas.openxmlformats.org/officeDocument/2006/relationships/font" Target="fonts/font21.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font" Target="fonts/font16.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font" Target="fonts/font20.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font" Target="fonts/font18.fntdata"/><Relationship Id="rId38" Type="http://schemas.openxmlformats.org/officeDocument/2006/relationships/font" Target="fonts/font2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320ded8779e_0_6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320ded8779e_0_6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endParaRPr sz="1000">
              <a:solidFill>
                <a:schemeClr val="dk1"/>
              </a:solidFill>
            </a:endParaRPr>
          </a:p>
          <a:p>
            <a:pPr marL="0" lvl="0" indent="0" algn="l" rtl="0">
              <a:lnSpc>
                <a:spcPct val="115000"/>
              </a:lnSpc>
              <a:spcBef>
                <a:spcPts val="1200"/>
              </a:spcBef>
              <a:spcAft>
                <a:spcPts val="0"/>
              </a:spcAft>
              <a:buNone/>
            </a:pPr>
            <a:endParaRPr sz="1050">
              <a:solidFill>
                <a:srgbClr val="444746"/>
              </a:solidFill>
              <a:latin typeface="Roboto"/>
              <a:ea typeface="Roboto"/>
              <a:cs typeface="Roboto"/>
              <a:sym typeface="Roboto"/>
            </a:endParaRPr>
          </a:p>
          <a:p>
            <a:pPr marL="0" marR="203200" lvl="0" indent="0" algn="l" rtl="0">
              <a:lnSpc>
                <a:spcPct val="142857"/>
              </a:lnSpc>
              <a:spcBef>
                <a:spcPts val="1200"/>
              </a:spcBef>
              <a:spcAft>
                <a:spcPts val="0"/>
              </a:spcAft>
              <a:buNone/>
            </a:pPr>
            <a:endParaRPr sz="1050">
              <a:solidFill>
                <a:srgbClr val="444746"/>
              </a:solidFill>
              <a:latin typeface="Roboto"/>
              <a:ea typeface="Roboto"/>
              <a:cs typeface="Roboto"/>
              <a:sym typeface="Roboto"/>
            </a:endParaRPr>
          </a:p>
          <a:p>
            <a:pPr marL="0" marR="203200" lvl="0" indent="0" algn="l" rtl="0">
              <a:lnSpc>
                <a:spcPct val="142857"/>
              </a:lnSpc>
              <a:spcBef>
                <a:spcPts val="0"/>
              </a:spcBef>
              <a:spcAft>
                <a:spcPts val="0"/>
              </a:spcAft>
              <a:buNone/>
            </a:pPr>
            <a:endParaRPr sz="1050">
              <a:solidFill>
                <a:srgbClr val="444746"/>
              </a:solidFill>
              <a:latin typeface="Roboto"/>
              <a:ea typeface="Roboto"/>
              <a:cs typeface="Roboto"/>
              <a:sym typeface="Roboto"/>
            </a:endParaRPr>
          </a:p>
          <a:p>
            <a:pPr marL="0" lvl="0" indent="0" algn="l" rtl="0">
              <a:lnSpc>
                <a:spcPct val="115000"/>
              </a:lnSpc>
              <a:spcBef>
                <a:spcPts val="0"/>
              </a:spcBef>
              <a:spcAft>
                <a:spcPts val="0"/>
              </a:spcAft>
              <a:buNone/>
            </a:pP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320ded8779e_0_5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320ded8779e_0_5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Clr>
                <a:schemeClr val="dk1"/>
              </a:buClr>
              <a:buSzPts val="1100"/>
              <a:buFont typeface="Arial"/>
              <a:buNone/>
            </a:pPr>
            <a:r>
              <a:rPr lang="en" sz="1000">
                <a:solidFill>
                  <a:schemeClr val="dk1"/>
                </a:solidFill>
              </a:rPr>
              <a:t>This analysis uses data from the CDC National Health &amp; Nutrition Examination Survey (NHANES), a comprehensive program designed to assess the health and nutritional status of the U.S. population throughinterviews and physical examinations.</a:t>
            </a:r>
            <a:endParaRPr sz="1000">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g31d5978fdf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5" name="Google Shape;545;g31d5978fdf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g31d6e4e399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2" name="Google Shape;552;g31d6e4e399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300"/>
              <a:t>These are the features we will be including in our models:</a:t>
            </a:r>
            <a:endParaRPr sz="1300"/>
          </a:p>
          <a:p>
            <a:pPr marL="0" lvl="0" indent="0" algn="l" rtl="0">
              <a:spcBef>
                <a:spcPts val="0"/>
              </a:spcBef>
              <a:spcAft>
                <a:spcPts val="0"/>
              </a:spcAft>
              <a:buNone/>
            </a:pPr>
            <a:endParaRPr sz="1300"/>
          </a:p>
          <a:p>
            <a:pPr marL="0" lvl="0" indent="0" algn="l" rtl="0">
              <a:spcBef>
                <a:spcPts val="0"/>
              </a:spcBef>
              <a:spcAft>
                <a:spcPts val="0"/>
              </a:spcAft>
              <a:buNone/>
            </a:pPr>
            <a:r>
              <a:rPr lang="en" sz="1300"/>
              <a:t>These are variables we thought would have an impact on sleep so throughout the next few slides, we will be assessing how well or not well these variables do affect sleep.</a:t>
            </a:r>
            <a:endParaRPr sz="13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31d6e4e399c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31d6e4e399c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SzPts val="1200"/>
              <a:buAutoNum type="arabicPeriod"/>
            </a:pPr>
            <a:r>
              <a:rPr lang="en" sz="1200"/>
              <a:t>First we will be analyzing the age feature in the model. </a:t>
            </a:r>
            <a:endParaRPr sz="1200"/>
          </a:p>
          <a:p>
            <a:pPr marL="457200" lvl="0" indent="-304800" algn="l" rtl="0">
              <a:spcBef>
                <a:spcPts val="0"/>
              </a:spcBef>
              <a:spcAft>
                <a:spcPts val="0"/>
              </a:spcAft>
              <a:buSzPts val="1200"/>
              <a:buAutoNum type="arabicPeriod"/>
            </a:pPr>
            <a:r>
              <a:rPr lang="en" sz="1200"/>
              <a:t>After plotting age against sleep, we see there is no obvious linear trend between age and sleep hours. However, the variation in sleep hours across age is fairly consistent, suggesting that age might have a weak or nonlinear effect on sleep duration. </a:t>
            </a:r>
            <a:endParaRPr sz="1200"/>
          </a:p>
          <a:p>
            <a:pPr marL="457200" lvl="0" indent="-304800" algn="l" rtl="0">
              <a:spcBef>
                <a:spcPts val="0"/>
              </a:spcBef>
              <a:spcAft>
                <a:spcPts val="0"/>
              </a:spcAft>
              <a:buSzPts val="1200"/>
              <a:buAutoNum type="arabicPeriod"/>
            </a:pPr>
            <a:r>
              <a:rPr lang="en" sz="1200"/>
              <a:t>We wanted to explore a quadratic transformation to capture any potential curved relationship. </a:t>
            </a:r>
            <a:endParaRPr sz="1200"/>
          </a:p>
          <a:p>
            <a:pPr marL="457200" lvl="0" indent="-304800" algn="l" rtl="0">
              <a:spcBef>
                <a:spcPts val="0"/>
              </a:spcBef>
              <a:spcAft>
                <a:spcPts val="0"/>
              </a:spcAft>
              <a:buSzPts val="1200"/>
              <a:buAutoNum type="arabicPeriod"/>
            </a:pPr>
            <a:r>
              <a:rPr lang="en" sz="1200"/>
              <a:t>The quadratic model better captures potential non-linear patterns in the data compared to the linear model.</a:t>
            </a:r>
            <a:endParaRPr sz="1200"/>
          </a:p>
          <a:p>
            <a:pPr marL="457200" lvl="0" indent="-304800" algn="l" rtl="0">
              <a:spcBef>
                <a:spcPts val="0"/>
              </a:spcBef>
              <a:spcAft>
                <a:spcPts val="0"/>
              </a:spcAft>
              <a:buSzPts val="1200"/>
              <a:buAutoNum type="arabicPeriod"/>
            </a:pPr>
            <a:r>
              <a:rPr lang="en" sz="1200"/>
              <a:t>However, the improvement is small (Adjusted R-squared increased from 0.002 to 0.021), suggesting that age still explains only a tiny portion of the variance in sleep hours but the quadratic model better fits the data but still has limited explanatory power.</a:t>
            </a:r>
            <a:endParaRPr sz="1200"/>
          </a:p>
          <a:p>
            <a:pPr marL="457200" lvl="0" indent="-304800" algn="l" rtl="0">
              <a:spcBef>
                <a:spcPts val="0"/>
              </a:spcBef>
              <a:spcAft>
                <a:spcPts val="0"/>
              </a:spcAft>
              <a:buSzPts val="1200"/>
              <a:buAutoNum type="arabicPeriod"/>
            </a:pPr>
            <a:r>
              <a:rPr lang="en" sz="1200"/>
              <a:t>We decided to still keep this variable in the model since we can add other variables (e.g., gender, poverty index) to improve the model's performance.</a:t>
            </a:r>
            <a:endParaRPr sz="1200"/>
          </a:p>
          <a:p>
            <a:pPr marL="457200" lvl="0" indent="-304800" algn="l" rtl="0">
              <a:spcBef>
                <a:spcPts val="0"/>
              </a:spcBef>
              <a:spcAft>
                <a:spcPts val="0"/>
              </a:spcAft>
              <a:buSzPts val="1200"/>
              <a:buAutoNum type="arabicPeriod"/>
            </a:pPr>
            <a:endParaRPr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g31d6e4e399c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0" name="Google Shape;570;g31d6e4e399c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200"/>
          </a:p>
          <a:p>
            <a:pPr marL="457200" lvl="0" indent="-304800" algn="l" rtl="0">
              <a:spcBef>
                <a:spcPts val="0"/>
              </a:spcBef>
              <a:spcAft>
                <a:spcPts val="0"/>
              </a:spcAft>
              <a:buSzPts val="1200"/>
              <a:buAutoNum type="arabicPeriod"/>
            </a:pPr>
            <a:r>
              <a:rPr lang="en" sz="1200"/>
              <a:t>Next, we analyzed the gender variable. </a:t>
            </a:r>
            <a:endParaRPr sz="1200"/>
          </a:p>
          <a:p>
            <a:pPr marL="457200" lvl="0" indent="-304800" algn="l" rtl="0">
              <a:spcBef>
                <a:spcPts val="0"/>
              </a:spcBef>
              <a:spcAft>
                <a:spcPts val="0"/>
              </a:spcAft>
              <a:buSzPts val="1200"/>
              <a:buAutoNum type="arabicPeriod"/>
            </a:pPr>
            <a:r>
              <a:rPr lang="en" sz="1200"/>
              <a:t>Looking at the plots here, the median sleep hours for Males (Gender = 1) and Females (Gender = 0) appear very close, suggesting minimal differences.</a:t>
            </a:r>
            <a:endParaRPr sz="1200"/>
          </a:p>
          <a:p>
            <a:pPr marL="457200" lvl="0" indent="-304800" algn="l" rtl="0">
              <a:spcBef>
                <a:spcPts val="0"/>
              </a:spcBef>
              <a:spcAft>
                <a:spcPts val="0"/>
              </a:spcAft>
              <a:buSzPts val="1200"/>
              <a:buAutoNum type="arabicPeriod"/>
            </a:pPr>
            <a:r>
              <a:rPr lang="en" sz="1200">
                <a:solidFill>
                  <a:schemeClr val="dk1"/>
                </a:solidFill>
              </a:rPr>
              <a:t>The interquartile range (IQR) and spread of the data are also similar between the two genders, </a:t>
            </a:r>
            <a:r>
              <a:rPr lang="en" sz="1200"/>
              <a:t>indicating that extreme sleep values are equally distributed.</a:t>
            </a:r>
            <a:endParaRPr sz="1200"/>
          </a:p>
          <a:p>
            <a:pPr marL="457200" lvl="0" indent="-304800" algn="l" rtl="0">
              <a:spcBef>
                <a:spcPts val="0"/>
              </a:spcBef>
              <a:spcAft>
                <a:spcPts val="0"/>
              </a:spcAft>
              <a:buSzPts val="1200"/>
              <a:buAutoNum type="arabicPeriod"/>
            </a:pPr>
            <a:r>
              <a:rPr lang="en" sz="1200">
                <a:solidFill>
                  <a:schemeClr val="dk1"/>
                </a:solidFill>
              </a:rPr>
              <a:t>Since Gender is categorical we will not apply transformations. </a:t>
            </a:r>
            <a:endParaRPr sz="1200">
              <a:solidFill>
                <a:schemeClr val="dk1"/>
              </a:solidFill>
            </a:endParaRPr>
          </a:p>
          <a:p>
            <a:pPr marL="457200" lvl="0" indent="-304800" algn="l" rtl="0">
              <a:spcBef>
                <a:spcPts val="0"/>
              </a:spcBef>
              <a:spcAft>
                <a:spcPts val="0"/>
              </a:spcAft>
              <a:buSzPts val="1200"/>
              <a:buAutoNum type="arabicPeriod"/>
            </a:pPr>
            <a:r>
              <a:rPr lang="en" sz="1200"/>
              <a:t>The p-value for the coefficient is 0.137, which is not statistically significant (p &gt; 0.05). This means that the observed difference in sleep hours between Males and Females could easily be due to chance.</a:t>
            </a:r>
            <a:endParaRPr sz="1200"/>
          </a:p>
          <a:p>
            <a:pPr marL="457200" lvl="0" indent="-304800" algn="l" rtl="0">
              <a:spcBef>
                <a:spcPts val="0"/>
              </a:spcBef>
              <a:spcAft>
                <a:spcPts val="0"/>
              </a:spcAft>
              <a:buSzPts val="1200"/>
              <a:buAutoNum type="arabicPeriod"/>
            </a:pPr>
            <a:r>
              <a:rPr lang="en" sz="1200">
                <a:solidFill>
                  <a:schemeClr val="dk1"/>
                </a:solidFill>
              </a:rPr>
              <a:t>And the F-statistic p-value (0.1367): This suggests the overall model is not statistically significant, further confirming that Gender is not a strong predictor of Sleep Hours.</a:t>
            </a:r>
            <a:endParaRPr sz="1200">
              <a:solidFill>
                <a:schemeClr val="dk1"/>
              </a:solidFill>
            </a:endParaRPr>
          </a:p>
          <a:p>
            <a:pPr marL="457200" lvl="0" indent="-304800" algn="l" rtl="0">
              <a:spcBef>
                <a:spcPts val="0"/>
              </a:spcBef>
              <a:spcAft>
                <a:spcPts val="0"/>
              </a:spcAft>
              <a:buSzPts val="1200"/>
              <a:buAutoNum type="arabicPeriod"/>
            </a:pPr>
            <a:r>
              <a:rPr lang="en" sz="1200"/>
              <a:t>While Gender alone might not significantly predict Sleep Hours, its relationship could change when combined with other predictors (e.g., Gender might affect sleep differently depending on Age or Poverty Index).</a:t>
            </a:r>
            <a:endParaRPr sz="1200"/>
          </a:p>
          <a:p>
            <a:pPr marL="0" lvl="0" indent="0" algn="l" rtl="0">
              <a:spcBef>
                <a:spcPts val="0"/>
              </a:spcBef>
              <a:spcAft>
                <a:spcPts val="0"/>
              </a:spcAft>
              <a:buClr>
                <a:schemeClr val="dk1"/>
              </a:buClr>
              <a:buSzPts val="1100"/>
              <a:buFont typeface="Arial"/>
              <a:buNone/>
            </a:pPr>
            <a:r>
              <a:rPr lang="en" sz="1200"/>
              <a:t>                                                                      </a:t>
            </a:r>
            <a:endParaRPr sz="1200"/>
          </a:p>
          <a:p>
            <a:pPr marL="0" lvl="0" indent="0" algn="l" rtl="0">
              <a:spcBef>
                <a:spcPts val="0"/>
              </a:spcBef>
              <a:spcAft>
                <a:spcPts val="0"/>
              </a:spcAft>
              <a:buClr>
                <a:schemeClr val="dk1"/>
              </a:buClr>
              <a:buSzPts val="1100"/>
              <a:buFont typeface="Arial"/>
              <a:buNone/>
            </a:pPr>
            <a:endParaRPr sz="1200"/>
          </a:p>
          <a:p>
            <a:pPr marL="0" lvl="0" indent="0" algn="l" rtl="0">
              <a:spcBef>
                <a:spcPts val="0"/>
              </a:spcBef>
              <a:spcAft>
                <a:spcPts val="0"/>
              </a:spcAft>
              <a:buNone/>
            </a:pPr>
            <a:endParaRPr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31d6e4e399c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7" name="Google Shape;577;g31d6e4e399c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SzPts val="1200"/>
              <a:buAutoNum type="arabicPeriod"/>
            </a:pPr>
            <a:r>
              <a:rPr lang="en" sz="1200"/>
              <a:t>Lastly we analyzed the Poverty Index dummy variable.</a:t>
            </a:r>
            <a:endParaRPr sz="1200"/>
          </a:p>
          <a:p>
            <a:pPr marL="457200" lvl="0" indent="-304800" algn="l" rtl="0">
              <a:spcBef>
                <a:spcPts val="0"/>
              </a:spcBef>
              <a:spcAft>
                <a:spcPts val="0"/>
              </a:spcAft>
              <a:buSzPts val="1200"/>
              <a:buAutoNum type="arabicPeriod"/>
            </a:pPr>
            <a:r>
              <a:rPr lang="en" sz="1200">
                <a:solidFill>
                  <a:schemeClr val="dk1"/>
                </a:solidFill>
              </a:rPr>
              <a:t>The interquartile range (IQR) and spread of sleep hours are very similar across the two groups, with no dramatic differences in variability.</a:t>
            </a:r>
            <a:endParaRPr sz="1200">
              <a:solidFill>
                <a:schemeClr val="dk1"/>
              </a:solidFill>
            </a:endParaRPr>
          </a:p>
          <a:p>
            <a:pPr marL="457200" lvl="0" indent="-304800" algn="l" rtl="0">
              <a:spcBef>
                <a:spcPts val="0"/>
              </a:spcBef>
              <a:spcAft>
                <a:spcPts val="0"/>
              </a:spcAft>
              <a:buSzPts val="1200"/>
              <a:buAutoNum type="arabicPeriod"/>
            </a:pPr>
            <a:r>
              <a:rPr lang="en" sz="1200">
                <a:solidFill>
                  <a:schemeClr val="dk1"/>
                </a:solidFill>
              </a:rPr>
              <a:t>This suggests a potential small difference in sleep hours based on the Poverty Index.</a:t>
            </a:r>
            <a:endParaRPr sz="1200">
              <a:solidFill>
                <a:schemeClr val="dk1"/>
              </a:solidFill>
            </a:endParaRPr>
          </a:p>
          <a:p>
            <a:pPr marL="457200" lvl="0" indent="-304800" algn="l" rtl="0">
              <a:spcBef>
                <a:spcPts val="0"/>
              </a:spcBef>
              <a:spcAft>
                <a:spcPts val="0"/>
              </a:spcAft>
              <a:buClr>
                <a:schemeClr val="dk1"/>
              </a:buClr>
              <a:buSzPts val="1200"/>
              <a:buAutoNum type="arabicPeriod"/>
            </a:pPr>
            <a:r>
              <a:rPr lang="en" sz="1200">
                <a:solidFill>
                  <a:schemeClr val="dk1"/>
                </a:solidFill>
              </a:rPr>
              <a:t>The p-value for the Poverty_index_binary coefficient is 0.0403, which is statistically significant (p &lt; 0.05). This suggests that the difference in sleep hours is unlikely to be due to random chance, although the effect size is very small.</a:t>
            </a:r>
            <a:endParaRPr sz="1200">
              <a:solidFill>
                <a:schemeClr val="dk1"/>
              </a:solidFill>
            </a:endParaRPr>
          </a:p>
          <a:p>
            <a:pPr marL="457200" lvl="0" indent="-304800" algn="l" rtl="0">
              <a:spcBef>
                <a:spcPts val="0"/>
              </a:spcBef>
              <a:spcAft>
                <a:spcPts val="0"/>
              </a:spcAft>
              <a:buClr>
                <a:schemeClr val="dk1"/>
              </a:buClr>
              <a:buSzPts val="1200"/>
              <a:buAutoNum type="arabicPeriod"/>
            </a:pPr>
            <a:r>
              <a:rPr lang="en" sz="1200">
                <a:solidFill>
                  <a:schemeClr val="dk1"/>
                </a:solidFill>
              </a:rPr>
              <a:t>The Adjusted R-squared is extremely low suggesting that while the difference between the groups is statistically significant, the Poverty Index is not a strong predictor of Sleep Hours.</a:t>
            </a:r>
            <a:endParaRPr sz="1200">
              <a:solidFill>
                <a:schemeClr val="dk1"/>
              </a:solidFill>
            </a:endParaRPr>
          </a:p>
          <a:p>
            <a:pPr marL="457200" lvl="0" indent="-304800" algn="l" rtl="0">
              <a:spcBef>
                <a:spcPts val="0"/>
              </a:spcBef>
              <a:spcAft>
                <a:spcPts val="0"/>
              </a:spcAft>
              <a:buClr>
                <a:schemeClr val="dk1"/>
              </a:buClr>
              <a:buSzPts val="1200"/>
              <a:buAutoNum type="arabicPeriod"/>
            </a:pPr>
            <a:r>
              <a:rPr lang="en" sz="1200">
                <a:solidFill>
                  <a:schemeClr val="dk1"/>
                </a:solidFill>
              </a:rPr>
              <a:t>The overall model is statistically significant, but as indicated by the low R-squared, the practical importance of the Poverty Index is still minimal.</a:t>
            </a:r>
            <a:endParaRPr sz="1200">
              <a:solidFill>
                <a:schemeClr val="dk1"/>
              </a:solidFill>
            </a:endParaRPr>
          </a:p>
          <a:p>
            <a:pPr marL="457200" lvl="0" indent="0" algn="l" rtl="0">
              <a:spcBef>
                <a:spcPts val="0"/>
              </a:spcBef>
              <a:spcAft>
                <a:spcPts val="0"/>
              </a:spcAft>
              <a:buNone/>
            </a:pPr>
            <a:endParaRPr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g31d6e4e399c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4" name="Google Shape;584;g31d6e4e399c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SzPts val="1200"/>
              <a:buAutoNum type="arabicPeriod"/>
            </a:pPr>
            <a:r>
              <a:rPr lang="en" sz="1200"/>
              <a:t>This slide shows the regression summary taking into account all the features previously mentioned. </a:t>
            </a:r>
            <a:endParaRPr sz="1200"/>
          </a:p>
          <a:p>
            <a:pPr marL="457200" lvl="0" indent="-304800" algn="l" rtl="0">
              <a:spcBef>
                <a:spcPts val="0"/>
              </a:spcBef>
              <a:spcAft>
                <a:spcPts val="0"/>
              </a:spcAft>
              <a:buSzPts val="1200"/>
              <a:buAutoNum type="arabicPeriod"/>
            </a:pPr>
            <a:r>
              <a:rPr lang="en" sz="1200">
                <a:solidFill>
                  <a:schemeClr val="dk1"/>
                </a:solidFill>
              </a:rPr>
              <a:t>The model as a whole is statistically significant (p &lt; 0.05), meaning that at least one of the predictors contributes significantly to the model.</a:t>
            </a:r>
            <a:endParaRPr sz="1200">
              <a:solidFill>
                <a:schemeClr val="dk1"/>
              </a:solidFill>
            </a:endParaRPr>
          </a:p>
          <a:p>
            <a:pPr marL="457200" lvl="0" indent="-304800" algn="l" rtl="0">
              <a:spcBef>
                <a:spcPts val="0"/>
              </a:spcBef>
              <a:spcAft>
                <a:spcPts val="0"/>
              </a:spcAft>
              <a:buSzPts val="1200"/>
              <a:buAutoNum type="arabicPeriod"/>
            </a:pPr>
            <a:r>
              <a:rPr lang="en" sz="1200">
                <a:solidFill>
                  <a:schemeClr val="dk1"/>
                </a:solidFill>
              </a:rPr>
              <a:t>The model indicates a weak overall fit but this is not surprising given the nature of the variables and the small effect sizes.</a:t>
            </a:r>
            <a:endParaRPr sz="1200">
              <a:solidFill>
                <a:schemeClr val="dk1"/>
              </a:solidFill>
            </a:endParaRPr>
          </a:p>
          <a:p>
            <a:pPr marL="457200" lvl="0" indent="-304800" algn="l" rtl="0">
              <a:spcBef>
                <a:spcPts val="0"/>
              </a:spcBef>
              <a:spcAft>
                <a:spcPts val="0"/>
              </a:spcAft>
              <a:buSzPts val="1200"/>
              <a:buAutoNum type="arabicPeriod"/>
            </a:pPr>
            <a:r>
              <a:rPr lang="en" sz="1200">
                <a:solidFill>
                  <a:schemeClr val="dk1"/>
                </a:solidFill>
              </a:rPr>
              <a:t>The coefficient for Age and Age^2 is highly significant, the Gender variable is marginially significant, and the poverty index suggests no meaninful impact. </a:t>
            </a:r>
            <a:endParaRPr sz="1200">
              <a:solidFill>
                <a:schemeClr val="dk1"/>
              </a:solidFill>
            </a:endParaRPr>
          </a:p>
          <a:p>
            <a:pPr marL="45720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
              <a:t> indicates that as Age increases by one year, Sleep Hours decrease by 0.072 hours, assuming all other variables are held constant.</a:t>
            </a:r>
            <a:endParaRPr/>
          </a:p>
          <a:p>
            <a:pPr marL="0" lvl="0" indent="0" algn="l" rtl="0">
              <a:spcBef>
                <a:spcPts val="0"/>
              </a:spcBef>
              <a:spcAft>
                <a:spcPts val="0"/>
              </a:spcAft>
              <a:buClr>
                <a:schemeClr val="dk1"/>
              </a:buClr>
              <a:buSzPts val="1100"/>
              <a:buFont typeface="Arial"/>
              <a:buNone/>
            </a:pPr>
            <a:r>
              <a:rPr lang="en"/>
              <a:t>p-value &lt; 0.001: Highly significant.</a:t>
            </a:r>
            <a:endParaRPr/>
          </a:p>
          <a:p>
            <a:pPr marL="0" lvl="0" indent="0" algn="l" rtl="0">
              <a:spcBef>
                <a:spcPts val="0"/>
              </a:spcBef>
              <a:spcAft>
                <a:spcPts val="0"/>
              </a:spcAft>
              <a:buClr>
                <a:schemeClr val="dk1"/>
              </a:buClr>
              <a:buSzPts val="1100"/>
              <a:buFont typeface="Arial"/>
              <a:buNone/>
            </a:pPr>
            <a:r>
              <a:rPr lang="en"/>
              <a:t>Age_Squared (7.218e-04):</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Suggests a slight curvature in the relationship between Age and Sleep Hours. As Age increases, the decline in Sleep Hours slows down (non-linear effect).</a:t>
            </a:r>
            <a:endParaRPr/>
          </a:p>
          <a:p>
            <a:pPr marL="0" lvl="0" indent="0" algn="l" rtl="0">
              <a:spcBef>
                <a:spcPts val="0"/>
              </a:spcBef>
              <a:spcAft>
                <a:spcPts val="0"/>
              </a:spcAft>
              <a:buClr>
                <a:schemeClr val="dk1"/>
              </a:buClr>
              <a:buSzPts val="1100"/>
              <a:buFont typeface="Arial"/>
              <a:buNone/>
            </a:pPr>
            <a:r>
              <a:rPr lang="en"/>
              <a:t>p-value &lt; 0.001: Highly significant.</a:t>
            </a:r>
            <a:endParaRPr/>
          </a:p>
          <a:p>
            <a:pPr marL="0" lvl="0" indent="0" algn="l" rtl="0">
              <a:spcBef>
                <a:spcPts val="0"/>
              </a:spcBef>
              <a:spcAft>
                <a:spcPts val="0"/>
              </a:spcAft>
              <a:buClr>
                <a:schemeClr val="dk1"/>
              </a:buClr>
              <a:buSzPts val="1100"/>
              <a:buFont typeface="Arial"/>
              <a:buNone/>
            </a:pPr>
            <a:r>
              <a:rPr lang="en"/>
              <a:t>Gender_Male (2.042e-01):</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Indicates that Males (Gender_Male = 1) sleep 0.204 hours more than Females, assuming other variables are constant.</a:t>
            </a:r>
            <a:endParaRPr/>
          </a:p>
          <a:p>
            <a:pPr marL="0" lvl="0" indent="0" algn="l" rtl="0">
              <a:spcBef>
                <a:spcPts val="0"/>
              </a:spcBef>
              <a:spcAft>
                <a:spcPts val="0"/>
              </a:spcAft>
              <a:buClr>
                <a:schemeClr val="dk1"/>
              </a:buClr>
              <a:buSzPts val="1100"/>
              <a:buFont typeface="Arial"/>
              <a:buNone/>
            </a:pPr>
            <a:r>
              <a:rPr lang="en"/>
              <a:t>p-value = 0.0526: Marginally significant (slightly above the standard 0.05 threshold).</a:t>
            </a:r>
            <a:endParaRPr/>
          </a:p>
          <a:p>
            <a:pPr marL="0" lvl="0" indent="0" algn="l" rtl="0">
              <a:spcBef>
                <a:spcPts val="0"/>
              </a:spcBef>
              <a:spcAft>
                <a:spcPts val="0"/>
              </a:spcAft>
              <a:buClr>
                <a:schemeClr val="dk1"/>
              </a:buClr>
              <a:buSzPts val="1100"/>
              <a:buFont typeface="Arial"/>
              <a:buNone/>
            </a:pPr>
            <a:r>
              <a:rPr lang="en"/>
              <a:t>Poverty_Index_Binary (-2.612e-02):</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Individuals with a High Poverty Index (Poverty_Index_Binary = 1) sleep 0.026 hours less than those with a Low Poverty Index.</a:t>
            </a:r>
            <a:endParaRPr/>
          </a:p>
          <a:p>
            <a:pPr marL="0" lvl="0" indent="0" algn="l" rtl="0">
              <a:spcBef>
                <a:spcPts val="0"/>
              </a:spcBef>
              <a:spcAft>
                <a:spcPts val="0"/>
              </a:spcAft>
              <a:buClr>
                <a:schemeClr val="dk1"/>
              </a:buClr>
              <a:buSzPts val="1100"/>
              <a:buFont typeface="Arial"/>
              <a:buNone/>
            </a:pPr>
            <a:r>
              <a:rPr lang="en"/>
              <a:t>p-value = 0.6356: Not statistically significant, suggesting no meaningful impact.</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g31d6e4e399c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1" name="Google Shape;591;g31d6e4e399c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SzPts val="1200"/>
              <a:buAutoNum type="arabicPeriod"/>
            </a:pPr>
            <a:r>
              <a:rPr lang="en" sz="1200"/>
              <a:t>We also checked all the assumptions which I will briefly go over.</a:t>
            </a:r>
            <a:endParaRPr sz="1200"/>
          </a:p>
          <a:p>
            <a:pPr marL="457200" lvl="0" indent="-304800" algn="l" rtl="0">
              <a:spcBef>
                <a:spcPts val="0"/>
              </a:spcBef>
              <a:spcAft>
                <a:spcPts val="0"/>
              </a:spcAft>
              <a:buSzPts val="1200"/>
              <a:buAutoNum type="arabicPeriod"/>
            </a:pPr>
            <a:r>
              <a:rPr lang="en" sz="1200"/>
              <a:t>The linearity assumption appears to be satisfied - however, there is some variability in the residual spread, which we will check further for homoscedasticity.</a:t>
            </a:r>
            <a:endParaRPr sz="1200"/>
          </a:p>
          <a:p>
            <a:pPr marL="457200" lvl="0" indent="-304800" algn="l" rtl="0">
              <a:spcBef>
                <a:spcPts val="0"/>
              </a:spcBef>
              <a:spcAft>
                <a:spcPts val="0"/>
              </a:spcAft>
              <a:buSzPts val="1200"/>
              <a:buAutoNum type="arabicPeriod"/>
            </a:pPr>
            <a:r>
              <a:rPr lang="en" sz="1200">
                <a:solidFill>
                  <a:schemeClr val="dk1"/>
                </a:solidFill>
              </a:rPr>
              <a:t>The residuals are </a:t>
            </a:r>
            <a:r>
              <a:rPr lang="en" sz="1200" b="1">
                <a:solidFill>
                  <a:schemeClr val="dk1"/>
                </a:solidFill>
              </a:rPr>
              <a:t>heteroskedastic</a:t>
            </a:r>
            <a:r>
              <a:rPr lang="en" sz="1200">
                <a:solidFill>
                  <a:schemeClr val="dk1"/>
                </a:solidFill>
              </a:rPr>
              <a:t>, meaning that the variance of the residuals is not constant. </a:t>
            </a:r>
            <a:endParaRPr sz="1200">
              <a:solidFill>
                <a:schemeClr val="dk1"/>
              </a:solidFill>
            </a:endParaRPr>
          </a:p>
          <a:p>
            <a:pPr marL="457200" lvl="0" indent="-304800" algn="l" rtl="0">
              <a:spcBef>
                <a:spcPts val="0"/>
              </a:spcBef>
              <a:spcAft>
                <a:spcPts val="0"/>
              </a:spcAft>
              <a:buClr>
                <a:schemeClr val="dk1"/>
              </a:buClr>
              <a:buSzPts val="1200"/>
              <a:buAutoNum type="arabicPeriod"/>
            </a:pPr>
            <a:r>
              <a:rPr lang="en" sz="1200">
                <a:solidFill>
                  <a:schemeClr val="dk1"/>
                </a:solidFill>
              </a:rPr>
              <a:t>The Q-Q plot shows deviations from the diagonal line at both tails, indicating that the residuals are not perfectly normally distributed which is a common issue in real-world data.</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The VIF values for </a:t>
            </a:r>
            <a:r>
              <a:rPr lang="en" sz="1200">
                <a:solidFill>
                  <a:srgbClr val="188038"/>
                </a:solidFill>
                <a:latin typeface="Roboto Mono"/>
                <a:ea typeface="Roboto Mono"/>
                <a:cs typeface="Roboto Mono"/>
                <a:sym typeface="Roboto Mono"/>
              </a:rPr>
              <a:t>Age</a:t>
            </a:r>
            <a:r>
              <a:rPr lang="en" sz="1200">
                <a:solidFill>
                  <a:schemeClr val="dk1"/>
                </a:solidFill>
              </a:rPr>
              <a:t> and </a:t>
            </a:r>
            <a:r>
              <a:rPr lang="en" sz="1200">
                <a:solidFill>
                  <a:srgbClr val="188038"/>
                </a:solidFill>
                <a:latin typeface="Roboto Mono"/>
                <a:ea typeface="Roboto Mono"/>
                <a:cs typeface="Roboto Mono"/>
                <a:sym typeface="Roboto Mono"/>
              </a:rPr>
              <a:t>Age_Squared</a:t>
            </a:r>
            <a:r>
              <a:rPr lang="en" sz="1200">
                <a:solidFill>
                  <a:schemeClr val="dk1"/>
                </a:solidFill>
              </a:rPr>
              <a:t> are very high (~37), indicating </a:t>
            </a:r>
            <a:r>
              <a:rPr lang="en" sz="1200" b="1">
                <a:solidFill>
                  <a:schemeClr val="dk1"/>
                </a:solidFill>
              </a:rPr>
              <a:t>severe multicollinearity</a:t>
            </a:r>
            <a:r>
              <a:rPr lang="en" sz="1200">
                <a:solidFill>
                  <a:schemeClr val="dk1"/>
                </a:solidFill>
              </a:rPr>
              <a:t> between these two predictor as expected since they are mathematically related.</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The VIF values for </a:t>
            </a:r>
            <a:r>
              <a:rPr lang="en" sz="1200">
                <a:solidFill>
                  <a:srgbClr val="188038"/>
                </a:solidFill>
                <a:latin typeface="Roboto Mono"/>
                <a:ea typeface="Roboto Mono"/>
                <a:cs typeface="Roboto Mono"/>
                <a:sym typeface="Roboto Mono"/>
              </a:rPr>
              <a:t>Gender_Male</a:t>
            </a:r>
            <a:r>
              <a:rPr lang="en" sz="1200">
                <a:solidFill>
                  <a:schemeClr val="dk1"/>
                </a:solidFill>
              </a:rPr>
              <a:t> and </a:t>
            </a:r>
            <a:r>
              <a:rPr lang="en" sz="1200">
                <a:solidFill>
                  <a:srgbClr val="188038"/>
                </a:solidFill>
                <a:latin typeface="Roboto Mono"/>
                <a:ea typeface="Roboto Mono"/>
                <a:cs typeface="Roboto Mono"/>
                <a:sym typeface="Roboto Mono"/>
              </a:rPr>
              <a:t>Poverty_Index_Binary</a:t>
            </a:r>
            <a:r>
              <a:rPr lang="en" sz="1200">
                <a:solidFill>
                  <a:schemeClr val="dk1"/>
                </a:solidFill>
              </a:rPr>
              <a:t> are low (&lt; 2), suggesting no multicollinearity issues for these variables.</a:t>
            </a:r>
            <a:endParaRPr sz="1200">
              <a:solidFill>
                <a:schemeClr val="dk1"/>
              </a:solidFill>
            </a:endParaRPr>
          </a:p>
          <a:p>
            <a:pPr marL="0" lvl="0" indent="0" algn="l" rtl="0">
              <a:lnSpc>
                <a:spcPct val="115000"/>
              </a:lnSpc>
              <a:spcBef>
                <a:spcPts val="1200"/>
              </a:spcBef>
              <a:spcAft>
                <a:spcPts val="0"/>
              </a:spcAft>
              <a:buNone/>
            </a:pPr>
            <a:endParaRPr>
              <a:solidFill>
                <a:schemeClr val="dk1"/>
              </a:solidFill>
            </a:endParaRPr>
          </a:p>
          <a:p>
            <a:pPr marL="0" lvl="0" indent="0" algn="l" rtl="0">
              <a:lnSpc>
                <a:spcPct val="115000"/>
              </a:lnSpc>
              <a:spcBef>
                <a:spcPts val="1200"/>
              </a:spcBef>
              <a:spcAft>
                <a:spcPts val="0"/>
              </a:spcAft>
              <a:buNone/>
            </a:pP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The high multicollinearity between </a:t>
            </a:r>
            <a:r>
              <a:rPr lang="en">
                <a:solidFill>
                  <a:srgbClr val="188038"/>
                </a:solidFill>
                <a:latin typeface="Roboto Mono"/>
                <a:ea typeface="Roboto Mono"/>
                <a:cs typeface="Roboto Mono"/>
                <a:sym typeface="Roboto Mono"/>
              </a:rPr>
              <a:t>Age</a:t>
            </a:r>
            <a:r>
              <a:rPr lang="en">
                <a:solidFill>
                  <a:schemeClr val="dk1"/>
                </a:solidFill>
              </a:rPr>
              <a:t> and </a:t>
            </a:r>
            <a:r>
              <a:rPr lang="en">
                <a:solidFill>
                  <a:srgbClr val="188038"/>
                </a:solidFill>
                <a:latin typeface="Roboto Mono"/>
                <a:ea typeface="Roboto Mono"/>
                <a:cs typeface="Roboto Mono"/>
                <a:sym typeface="Roboto Mono"/>
              </a:rPr>
              <a:t>Age_Squared</a:t>
            </a:r>
            <a:r>
              <a:rPr lang="en">
                <a:solidFill>
                  <a:schemeClr val="dk1"/>
                </a:solidFill>
              </a:rPr>
              <a:t> is expected, as they are mathematically related. This does not bias the model’s predictions but can make it difficult to interpret individual coefficients.</a:t>
            </a:r>
            <a:endParaRPr>
              <a:solidFill>
                <a:schemeClr val="dk1"/>
              </a:solidFill>
            </a:endParaRPr>
          </a:p>
          <a:p>
            <a:pPr marL="457200" lvl="0" indent="-298450" algn="l" rtl="0">
              <a:spcBef>
                <a:spcPts val="0"/>
              </a:spcBef>
              <a:spcAft>
                <a:spcPts val="0"/>
              </a:spcAft>
              <a:buClr>
                <a:schemeClr val="dk1"/>
              </a:buClr>
              <a:buSzPts val="1100"/>
              <a:buAutoNum type="arabicPeriod"/>
            </a:pP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g31d6e4e399c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1" name="Google Shape;601;g31d6e4e399c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Next, for the complex model we expanded it to include the variable that accounts for physical activity during the week.</a:t>
            </a:r>
            <a:endParaRPr sz="1200"/>
          </a:p>
          <a:p>
            <a:pPr marL="0" lvl="0" indent="0" algn="l" rtl="0">
              <a:spcBef>
                <a:spcPts val="0"/>
              </a:spcBef>
              <a:spcAft>
                <a:spcPts val="0"/>
              </a:spcAft>
              <a:buNone/>
            </a:pPr>
            <a:endParaRPr sz="1200"/>
          </a:p>
          <a:p>
            <a:pPr marL="0" lvl="0" indent="0" algn="l" rtl="0">
              <a:spcBef>
                <a:spcPts val="0"/>
              </a:spcBef>
              <a:spcAft>
                <a:spcPts val="0"/>
              </a:spcAft>
              <a:buNone/>
            </a:pPr>
            <a:r>
              <a:rPr lang="en" sz="1200"/>
              <a:t>We applied a log transformation to the variable since </a:t>
            </a:r>
            <a:r>
              <a:rPr lang="en" sz="1200">
                <a:solidFill>
                  <a:schemeClr val="dk1"/>
                </a:solidFill>
              </a:rPr>
              <a:t>it is highly skewed, with most data points clustered near </a:t>
            </a:r>
            <a:r>
              <a:rPr lang="en" sz="1200" b="1">
                <a:solidFill>
                  <a:schemeClr val="dk1"/>
                </a:solidFill>
              </a:rPr>
              <a:t>0</a:t>
            </a:r>
            <a:r>
              <a:rPr lang="en" sz="1200">
                <a:solidFill>
                  <a:schemeClr val="dk1"/>
                </a:solidFill>
              </a:rPr>
              <a:t> and a few extreme outliers with very high values.</a:t>
            </a:r>
            <a:endParaRPr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g31d6e4e399c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1" name="Google Shape;611;g31d6e4e399c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AutoNum type="arabicPeriod"/>
            </a:pPr>
            <a:r>
              <a:rPr lang="en" sz="1300"/>
              <a:t>The model as a whole is statistically significant, meaning at least one predictor contributes to explaining the variance in Sleep Hours.</a:t>
            </a:r>
            <a:endParaRPr sz="1300"/>
          </a:p>
          <a:p>
            <a:pPr marL="457200" lvl="0" indent="-311150" algn="l" rtl="0">
              <a:spcBef>
                <a:spcPts val="0"/>
              </a:spcBef>
              <a:spcAft>
                <a:spcPts val="0"/>
              </a:spcAft>
              <a:buSzPts val="1300"/>
              <a:buAutoNum type="arabicPeriod"/>
            </a:pPr>
            <a:r>
              <a:rPr lang="en" sz="1300"/>
              <a:t>The quadratic term captures the non-linear relationship between Age and Sleep Hours and it shows that Age is a strong predictor of Sleep Hours.</a:t>
            </a:r>
            <a:endParaRPr sz="1300"/>
          </a:p>
          <a:p>
            <a:pPr marL="457200" lvl="0" indent="-330200" algn="l" rtl="0">
              <a:spcBef>
                <a:spcPts val="0"/>
              </a:spcBef>
              <a:spcAft>
                <a:spcPts val="0"/>
              </a:spcAft>
              <a:buSzPts val="1600"/>
              <a:buAutoNum type="arabicPeriod"/>
            </a:pPr>
            <a:r>
              <a:rPr lang="en" sz="1400">
                <a:solidFill>
                  <a:schemeClr val="dk1"/>
                </a:solidFill>
              </a:rPr>
              <a:t>For every 1-year increase in Age, Sleep Hours decrease by approximately </a:t>
            </a:r>
            <a:r>
              <a:rPr lang="en" sz="1400" b="1">
                <a:solidFill>
                  <a:schemeClr val="dk1"/>
                </a:solidFill>
              </a:rPr>
              <a:t>0.072 hours</a:t>
            </a:r>
            <a:r>
              <a:rPr lang="en" sz="1400">
                <a:solidFill>
                  <a:schemeClr val="dk1"/>
                </a:solidFill>
              </a:rPr>
              <a:t>, holding all other variables constant.</a:t>
            </a:r>
            <a:endParaRPr sz="1600"/>
          </a:p>
          <a:p>
            <a:pPr marL="457200" lvl="0" indent="-311150" algn="l" rtl="0">
              <a:spcBef>
                <a:spcPts val="0"/>
              </a:spcBef>
              <a:spcAft>
                <a:spcPts val="0"/>
              </a:spcAft>
              <a:buSzPts val="1300"/>
              <a:buAutoNum type="arabicPeriod"/>
            </a:pPr>
            <a:r>
              <a:rPr lang="en" sz="1300"/>
              <a:t>However, it seems as though Gender, poverty index, and physical activity may not have a significant impact on sleep hours </a:t>
            </a:r>
            <a:endParaRPr sz="1300"/>
          </a:p>
          <a:p>
            <a:pPr marL="457200" lvl="0" indent="-311150" algn="l" rtl="0">
              <a:spcBef>
                <a:spcPts val="0"/>
              </a:spcBef>
              <a:spcAft>
                <a:spcPts val="0"/>
              </a:spcAft>
              <a:buSzPts val="1300"/>
              <a:buAutoNum type="arabicPeriod"/>
            </a:pPr>
            <a:endParaRPr sz="13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31d6e4e399c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31d6e4e399c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300">
              <a:solidFill>
                <a:schemeClr val="dk1"/>
              </a:solidFill>
            </a:endParaRPr>
          </a:p>
          <a:p>
            <a:pPr marL="0" lvl="0" indent="0" algn="l" rtl="0">
              <a:spcBef>
                <a:spcPts val="0"/>
              </a:spcBef>
              <a:spcAft>
                <a:spcPts val="0"/>
              </a:spcAft>
              <a:buNone/>
            </a:pPr>
            <a:r>
              <a:rPr lang="en" sz="1300" b="1">
                <a:solidFill>
                  <a:schemeClr val="dk1"/>
                </a:solidFill>
              </a:rPr>
              <a:t>In summary, after assessing the assumptions for this model, it remains almost identical to the assumption plots of the previous model indicating that linearity is satisfied but the other assumptions are not quite met according to the various tests and plots.</a:t>
            </a:r>
            <a:endParaRPr sz="1300" b="1">
              <a:solidFill>
                <a:schemeClr val="dk1"/>
              </a:solidFill>
            </a:endParaRPr>
          </a:p>
          <a:p>
            <a:pPr marL="0" lvl="0" indent="0" algn="l" rtl="0">
              <a:spcBef>
                <a:spcPts val="0"/>
              </a:spcBef>
              <a:spcAft>
                <a:spcPts val="0"/>
              </a:spcAft>
              <a:buNone/>
            </a:pPr>
            <a:endParaRPr b="1">
              <a:solidFill>
                <a:schemeClr val="dk1"/>
              </a:solidFill>
            </a:endParaRPr>
          </a:p>
          <a:p>
            <a:pPr marL="0" lvl="0" indent="0" algn="l" rtl="0">
              <a:spcBef>
                <a:spcPts val="0"/>
              </a:spcBef>
              <a:spcAft>
                <a:spcPts val="0"/>
              </a:spcAft>
              <a:buNone/>
            </a:pPr>
            <a:endParaRPr b="1">
              <a:solidFill>
                <a:schemeClr val="dk1"/>
              </a:solidFill>
            </a:endParaRPr>
          </a:p>
          <a:p>
            <a:pPr marL="0" lvl="0" indent="0" algn="l" rtl="0">
              <a:spcBef>
                <a:spcPts val="0"/>
              </a:spcBef>
              <a:spcAft>
                <a:spcPts val="0"/>
              </a:spcAft>
              <a:buNone/>
            </a:pPr>
            <a:endParaRPr b="1">
              <a:solidFill>
                <a:schemeClr val="dk1"/>
              </a:solidFill>
            </a:endParaRPr>
          </a:p>
          <a:p>
            <a:pPr marL="0" lvl="0" indent="0" algn="l" rtl="0">
              <a:spcBef>
                <a:spcPts val="0"/>
              </a:spcBef>
              <a:spcAft>
                <a:spcPts val="0"/>
              </a:spcAft>
              <a:buNone/>
            </a:pPr>
            <a:endParaRPr b="1">
              <a:solidFill>
                <a:schemeClr val="dk1"/>
              </a:solidFill>
            </a:endParaRPr>
          </a:p>
          <a:p>
            <a:pPr marL="0" lvl="0" indent="0" algn="l" rtl="0">
              <a:spcBef>
                <a:spcPts val="0"/>
              </a:spcBef>
              <a:spcAft>
                <a:spcPts val="0"/>
              </a:spcAft>
              <a:buNone/>
            </a:pPr>
            <a:endParaRPr b="1">
              <a:solidFill>
                <a:schemeClr val="dk1"/>
              </a:solidFill>
            </a:endParaRPr>
          </a:p>
          <a:p>
            <a:pPr marL="0" lvl="0" indent="0" algn="l" rtl="0">
              <a:spcBef>
                <a:spcPts val="0"/>
              </a:spcBef>
              <a:spcAft>
                <a:spcPts val="0"/>
              </a:spcAft>
              <a:buNone/>
            </a:pPr>
            <a:r>
              <a:rPr lang="en">
                <a:solidFill>
                  <a:schemeClr val="dk1"/>
                </a:solidFill>
              </a:rPr>
              <a:t>—--</a:t>
            </a:r>
            <a:endParaRPr>
              <a:solidFill>
                <a:schemeClr val="dk1"/>
              </a:solidFill>
            </a:endParaRPr>
          </a:p>
          <a:p>
            <a:pPr marL="457200" lvl="0" indent="-298450" algn="l" rtl="0">
              <a:spcBef>
                <a:spcPts val="0"/>
              </a:spcBef>
              <a:spcAft>
                <a:spcPts val="0"/>
              </a:spcAft>
              <a:buClr>
                <a:schemeClr val="dk1"/>
              </a:buClr>
              <a:buSzPts val="1100"/>
              <a:buAutoNum type="arabicPeriod"/>
            </a:pPr>
            <a:r>
              <a:rPr lang="en">
                <a:solidFill>
                  <a:schemeClr val="dk1"/>
                </a:solidFill>
              </a:rPr>
              <a:t>The spread of residuals across fitted values is fairly even, suggesting no strong non-linear trends.</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a:solidFill>
                  <a:schemeClr val="dk1"/>
                </a:solidFill>
              </a:rPr>
              <a:t>The Breusch-Pagan test result is significant (BP = 101.92, p-value &lt; 2.2e-16), indicating that the null hypothesis of constant variance is rejected.</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The residuals are </a:t>
            </a:r>
            <a:r>
              <a:rPr lang="en" b="1">
                <a:solidFill>
                  <a:schemeClr val="dk1"/>
                </a:solidFill>
              </a:rPr>
              <a:t>heteroskedastic</a:t>
            </a:r>
            <a:r>
              <a:rPr lang="en">
                <a:solidFill>
                  <a:schemeClr val="dk1"/>
                </a:solidFill>
              </a:rPr>
              <a:t>, meaning the variance of residuals is not constant. This violation could affect the reliability of standard errors and p-values.</a:t>
            </a:r>
            <a:endParaRPr>
              <a:solidFill>
                <a:schemeClr val="dk1"/>
              </a:solidFill>
            </a:endParaRPr>
          </a:p>
          <a:p>
            <a:pPr marL="457200" lvl="0" indent="-298450" algn="l" rtl="0">
              <a:spcBef>
                <a:spcPts val="0"/>
              </a:spcBef>
              <a:spcAft>
                <a:spcPts val="0"/>
              </a:spcAft>
              <a:buClr>
                <a:schemeClr val="dk1"/>
              </a:buClr>
              <a:buSzPts val="1100"/>
              <a:buAutoNum type="arabicPeriod"/>
            </a:pPr>
            <a:r>
              <a:rPr lang="en">
                <a:solidFill>
                  <a:schemeClr val="dk1"/>
                </a:solidFill>
              </a:rPr>
              <a:t>The Q-Q plot shows deviations from the diagonal line, especially at both tails, indicating that residuals are not perfectly normally distributed.</a:t>
            </a:r>
            <a:endParaRPr>
              <a:solidFill>
                <a:schemeClr val="dk1"/>
              </a:solidFill>
            </a:endParaRPr>
          </a:p>
          <a:p>
            <a:pPr marL="457200" lvl="0" indent="-298450" algn="l" rtl="0">
              <a:spcBef>
                <a:spcPts val="0"/>
              </a:spcBef>
              <a:spcAft>
                <a:spcPts val="0"/>
              </a:spcAft>
              <a:buClr>
                <a:schemeClr val="dk1"/>
              </a:buClr>
              <a:buSzPts val="1100"/>
              <a:buAutoNum type="arabicPeriod"/>
            </a:pPr>
            <a:r>
              <a:rPr lang="en">
                <a:solidFill>
                  <a:schemeClr val="dk1"/>
                </a:solidFill>
              </a:rPr>
              <a:t>VIF for </a:t>
            </a:r>
            <a:r>
              <a:rPr lang="en">
                <a:solidFill>
                  <a:srgbClr val="188038"/>
                </a:solidFill>
                <a:latin typeface="Roboto Mono"/>
                <a:ea typeface="Roboto Mono"/>
                <a:cs typeface="Roboto Mono"/>
                <a:sym typeface="Roboto Mono"/>
              </a:rPr>
              <a:t>Age</a:t>
            </a:r>
            <a:r>
              <a:rPr lang="en">
                <a:solidFill>
                  <a:schemeClr val="dk1"/>
                </a:solidFill>
              </a:rPr>
              <a:t> and </a:t>
            </a:r>
            <a:r>
              <a:rPr lang="en">
                <a:solidFill>
                  <a:srgbClr val="188038"/>
                </a:solidFill>
                <a:latin typeface="Roboto Mono"/>
                <a:ea typeface="Roboto Mono"/>
                <a:cs typeface="Roboto Mono"/>
                <a:sym typeface="Roboto Mono"/>
              </a:rPr>
              <a:t>Age_Squared</a:t>
            </a:r>
            <a:r>
              <a:rPr lang="en">
                <a:solidFill>
                  <a:schemeClr val="dk1"/>
                </a:solidFill>
              </a:rPr>
              <a:t> remains high (~37), indicating strong multicollinearity between these terms.</a:t>
            </a:r>
            <a:endParaRPr>
              <a:solidFill>
                <a:schemeClr val="dk1"/>
              </a:solidFill>
            </a:endParaRPr>
          </a:p>
          <a:p>
            <a:pPr marL="457200" lvl="0" indent="-298450" algn="l" rtl="0">
              <a:spcBef>
                <a:spcPts val="0"/>
              </a:spcBef>
              <a:spcAft>
                <a:spcPts val="0"/>
              </a:spcAft>
              <a:buClr>
                <a:schemeClr val="dk1"/>
              </a:buClr>
              <a:buSzPts val="1100"/>
              <a:buAutoNum type="arabicPeriod"/>
            </a:pPr>
            <a:r>
              <a:rPr lang="en">
                <a:solidFill>
                  <a:schemeClr val="dk1"/>
                </a:solidFill>
              </a:rPr>
              <a:t>VIF values for </a:t>
            </a:r>
            <a:r>
              <a:rPr lang="en">
                <a:solidFill>
                  <a:srgbClr val="188038"/>
                </a:solidFill>
                <a:latin typeface="Roboto Mono"/>
                <a:ea typeface="Roboto Mono"/>
                <a:cs typeface="Roboto Mono"/>
                <a:sym typeface="Roboto Mono"/>
              </a:rPr>
              <a:t>Gender_Male</a:t>
            </a:r>
            <a:r>
              <a:rPr lang="en">
                <a:solidFill>
                  <a:schemeClr val="dk1"/>
                </a:solidFill>
              </a:rPr>
              <a:t>, </a:t>
            </a:r>
            <a:r>
              <a:rPr lang="en">
                <a:solidFill>
                  <a:srgbClr val="188038"/>
                </a:solidFill>
                <a:latin typeface="Roboto Mono"/>
                <a:ea typeface="Roboto Mono"/>
                <a:cs typeface="Roboto Mono"/>
                <a:sym typeface="Roboto Mono"/>
              </a:rPr>
              <a:t>Poverty_Index_Binary</a:t>
            </a:r>
            <a:r>
              <a:rPr lang="en">
                <a:solidFill>
                  <a:schemeClr val="dk1"/>
                </a:solidFill>
              </a:rPr>
              <a:t>, and </a:t>
            </a:r>
            <a:r>
              <a:rPr lang="en">
                <a:solidFill>
                  <a:srgbClr val="188038"/>
                </a:solidFill>
                <a:latin typeface="Roboto Mono"/>
                <a:ea typeface="Roboto Mono"/>
                <a:cs typeface="Roboto Mono"/>
                <a:sym typeface="Roboto Mono"/>
              </a:rPr>
              <a:t>Log_Total_Week_LTPA</a:t>
            </a:r>
            <a:r>
              <a:rPr lang="en">
                <a:solidFill>
                  <a:schemeClr val="dk1"/>
                </a:solidFill>
              </a:rPr>
              <a:t> are low (&lt; 2), suggesting no multicollinearity issues for these predictors.</a:t>
            </a:r>
            <a:endParaRPr>
              <a:solidFill>
                <a:schemeClr val="dk1"/>
              </a:solidFill>
            </a:endParaRPr>
          </a:p>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g31d6e4e399c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7" name="Google Shape;627;g31d6e4e399c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AutoNum type="arabicPeriod"/>
            </a:pPr>
            <a:r>
              <a:rPr lang="en" sz="1300"/>
              <a:t>These are some action items we could take to improve our model</a:t>
            </a:r>
            <a:endParaRPr sz="130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3"/>
        <p:cNvGrpSpPr/>
        <p:nvPr/>
      </p:nvGrpSpPr>
      <p:grpSpPr>
        <a:xfrm>
          <a:off x="0" y="0"/>
          <a:ext cx="0" cy="0"/>
          <a:chOff x="0" y="0"/>
          <a:chExt cx="0" cy="0"/>
        </a:xfrm>
      </p:grpSpPr>
      <p:pic>
        <p:nvPicPr>
          <p:cNvPr id="34" name="Google Shape;34;p4"/>
          <p:cNvPicPr preferRelativeResize="0"/>
          <p:nvPr/>
        </p:nvPicPr>
        <p:blipFill rotWithShape="1">
          <a:blip r:embed="rId2">
            <a:alphaModFix amt="60000"/>
          </a:blip>
          <a:srcRect/>
          <a:stretch/>
        </p:blipFill>
        <p:spPr>
          <a:xfrm>
            <a:off x="0" y="0"/>
            <a:ext cx="9144000" cy="5143500"/>
          </a:xfrm>
          <a:prstGeom prst="rect">
            <a:avLst/>
          </a:prstGeom>
          <a:noFill/>
          <a:ln>
            <a:noFill/>
          </a:ln>
        </p:spPr>
      </p:pic>
      <p:pic>
        <p:nvPicPr>
          <p:cNvPr id="35" name="Google Shape;35;p4"/>
          <p:cNvPicPr preferRelativeResize="0"/>
          <p:nvPr/>
        </p:nvPicPr>
        <p:blipFill>
          <a:blip r:embed="rId3">
            <a:alphaModFix amt="60000"/>
          </a:blip>
          <a:stretch>
            <a:fillRect/>
          </a:stretch>
        </p:blipFill>
        <p:spPr>
          <a:xfrm flipH="1">
            <a:off x="0" y="0"/>
            <a:ext cx="9144000" cy="5143500"/>
          </a:xfrm>
          <a:prstGeom prst="rect">
            <a:avLst/>
          </a:prstGeom>
          <a:noFill/>
          <a:ln>
            <a:noFill/>
          </a:ln>
        </p:spPr>
      </p:pic>
      <p:sp>
        <p:nvSpPr>
          <p:cNvPr id="36" name="Google Shape;36;p4"/>
          <p:cNvSpPr txBox="1">
            <a:spLocks noGrp="1"/>
          </p:cNvSpPr>
          <p:nvPr>
            <p:ph type="title"/>
          </p:nvPr>
        </p:nvSpPr>
        <p:spPr>
          <a:xfrm>
            <a:off x="720000" y="365760"/>
            <a:ext cx="7704000" cy="5487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Clr>
                <a:schemeClr val="lt1"/>
              </a:buClr>
              <a:buSzPts val="3500"/>
              <a:buNone/>
              <a:defRPr>
                <a:solidFill>
                  <a:schemeClr val="lt1"/>
                </a:solidFill>
              </a:defRPr>
            </a:lvl2pPr>
            <a:lvl3pPr lvl="2" algn="ctr" rtl="0">
              <a:spcBef>
                <a:spcPts val="0"/>
              </a:spcBef>
              <a:spcAft>
                <a:spcPts val="0"/>
              </a:spcAft>
              <a:buClr>
                <a:schemeClr val="lt1"/>
              </a:buClr>
              <a:buSzPts val="3500"/>
              <a:buNone/>
              <a:defRPr>
                <a:solidFill>
                  <a:schemeClr val="lt1"/>
                </a:solidFill>
              </a:defRPr>
            </a:lvl3pPr>
            <a:lvl4pPr lvl="3" algn="ctr" rtl="0">
              <a:spcBef>
                <a:spcPts val="0"/>
              </a:spcBef>
              <a:spcAft>
                <a:spcPts val="0"/>
              </a:spcAft>
              <a:buClr>
                <a:schemeClr val="lt1"/>
              </a:buClr>
              <a:buSzPts val="3500"/>
              <a:buNone/>
              <a:defRPr>
                <a:solidFill>
                  <a:schemeClr val="lt1"/>
                </a:solidFill>
              </a:defRPr>
            </a:lvl4pPr>
            <a:lvl5pPr lvl="4" algn="ctr" rtl="0">
              <a:spcBef>
                <a:spcPts val="0"/>
              </a:spcBef>
              <a:spcAft>
                <a:spcPts val="0"/>
              </a:spcAft>
              <a:buClr>
                <a:schemeClr val="lt1"/>
              </a:buClr>
              <a:buSzPts val="3500"/>
              <a:buNone/>
              <a:defRPr>
                <a:solidFill>
                  <a:schemeClr val="lt1"/>
                </a:solidFill>
              </a:defRPr>
            </a:lvl5pPr>
            <a:lvl6pPr lvl="5" algn="ctr" rtl="0">
              <a:spcBef>
                <a:spcPts val="0"/>
              </a:spcBef>
              <a:spcAft>
                <a:spcPts val="0"/>
              </a:spcAft>
              <a:buClr>
                <a:schemeClr val="lt1"/>
              </a:buClr>
              <a:buSzPts val="3500"/>
              <a:buNone/>
              <a:defRPr>
                <a:solidFill>
                  <a:schemeClr val="lt1"/>
                </a:solidFill>
              </a:defRPr>
            </a:lvl6pPr>
            <a:lvl7pPr lvl="6" algn="ctr" rtl="0">
              <a:spcBef>
                <a:spcPts val="0"/>
              </a:spcBef>
              <a:spcAft>
                <a:spcPts val="0"/>
              </a:spcAft>
              <a:buClr>
                <a:schemeClr val="lt1"/>
              </a:buClr>
              <a:buSzPts val="3500"/>
              <a:buNone/>
              <a:defRPr>
                <a:solidFill>
                  <a:schemeClr val="lt1"/>
                </a:solidFill>
              </a:defRPr>
            </a:lvl7pPr>
            <a:lvl8pPr lvl="7" algn="ctr" rtl="0">
              <a:spcBef>
                <a:spcPts val="0"/>
              </a:spcBef>
              <a:spcAft>
                <a:spcPts val="0"/>
              </a:spcAft>
              <a:buClr>
                <a:schemeClr val="lt1"/>
              </a:buClr>
              <a:buSzPts val="3500"/>
              <a:buNone/>
              <a:defRPr>
                <a:solidFill>
                  <a:schemeClr val="lt1"/>
                </a:solidFill>
              </a:defRPr>
            </a:lvl8pPr>
            <a:lvl9pPr lvl="8" algn="ctr" rtl="0">
              <a:spcBef>
                <a:spcPts val="0"/>
              </a:spcBef>
              <a:spcAft>
                <a:spcPts val="0"/>
              </a:spcAft>
              <a:buClr>
                <a:schemeClr val="lt1"/>
              </a:buClr>
              <a:buSzPts val="3500"/>
              <a:buNone/>
              <a:defRPr>
                <a:solidFill>
                  <a:schemeClr val="lt1"/>
                </a:solidFill>
              </a:defRPr>
            </a:lvl9pPr>
          </a:lstStyle>
          <a:p>
            <a:endParaRPr/>
          </a:p>
        </p:txBody>
      </p:sp>
      <p:sp>
        <p:nvSpPr>
          <p:cNvPr id="37" name="Google Shape;37;p4"/>
          <p:cNvSpPr txBox="1">
            <a:spLocks noGrp="1"/>
          </p:cNvSpPr>
          <p:nvPr>
            <p:ph type="body" idx="1"/>
          </p:nvPr>
        </p:nvSpPr>
        <p:spPr>
          <a:xfrm>
            <a:off x="716900" y="1051849"/>
            <a:ext cx="7704000" cy="365700"/>
          </a:xfrm>
          <a:prstGeom prst="rect">
            <a:avLst/>
          </a:prstGeom>
        </p:spPr>
        <p:txBody>
          <a:bodyPr spcFirstLastPara="1" wrap="square" lIns="91425" tIns="91425" rIns="91425" bIns="91425" anchor="t" anchorCtr="0">
            <a:noAutofit/>
          </a:bodyPr>
          <a:lstStyle>
            <a:lvl1pPr marL="457200" lvl="0" indent="-330200" algn="ctr" rtl="0">
              <a:lnSpc>
                <a:spcPct val="100000"/>
              </a:lnSpc>
              <a:spcBef>
                <a:spcPts val="0"/>
              </a:spcBef>
              <a:spcAft>
                <a:spcPts val="0"/>
              </a:spcAft>
              <a:buSzPts val="1600"/>
              <a:buFont typeface="Mulish SemiBold"/>
              <a:buAutoNum type="arabicPeriod"/>
              <a:defRPr/>
            </a:lvl1pPr>
            <a:lvl2pPr marL="914400" lvl="1" indent="-330200" rtl="0">
              <a:lnSpc>
                <a:spcPct val="100000"/>
              </a:lnSpc>
              <a:spcBef>
                <a:spcPts val="0"/>
              </a:spcBef>
              <a:spcAft>
                <a:spcPts val="0"/>
              </a:spcAft>
              <a:buSzPts val="1600"/>
              <a:buFont typeface="Roboto Condensed Light"/>
              <a:buAutoNum type="alphaLcPeriod"/>
              <a:defRPr sz="1600"/>
            </a:lvl2pPr>
            <a:lvl3pPr marL="1371600" lvl="2" indent="-330200" rtl="0">
              <a:lnSpc>
                <a:spcPct val="100000"/>
              </a:lnSpc>
              <a:spcBef>
                <a:spcPts val="0"/>
              </a:spcBef>
              <a:spcAft>
                <a:spcPts val="0"/>
              </a:spcAft>
              <a:buSzPts val="1600"/>
              <a:buFont typeface="Roboto Condensed Light"/>
              <a:buAutoNum type="romanLcPeriod"/>
              <a:defRPr sz="1600"/>
            </a:lvl3pPr>
            <a:lvl4pPr marL="1828800" lvl="3" indent="-330200" rtl="0">
              <a:lnSpc>
                <a:spcPct val="100000"/>
              </a:lnSpc>
              <a:spcBef>
                <a:spcPts val="0"/>
              </a:spcBef>
              <a:spcAft>
                <a:spcPts val="0"/>
              </a:spcAft>
              <a:buSzPts val="1600"/>
              <a:buFont typeface="Roboto Condensed Light"/>
              <a:buAutoNum type="arabicPeriod"/>
              <a:defRPr sz="1600"/>
            </a:lvl4pPr>
            <a:lvl5pPr marL="2286000" lvl="4" indent="-330200" rtl="0">
              <a:lnSpc>
                <a:spcPct val="100000"/>
              </a:lnSpc>
              <a:spcBef>
                <a:spcPts val="0"/>
              </a:spcBef>
              <a:spcAft>
                <a:spcPts val="0"/>
              </a:spcAft>
              <a:buSzPts val="1600"/>
              <a:buFont typeface="Roboto Condensed Light"/>
              <a:buAutoNum type="alphaLcPeriod"/>
              <a:defRPr sz="1600"/>
            </a:lvl5pPr>
            <a:lvl6pPr marL="2743200" lvl="5" indent="-330200" rtl="0">
              <a:lnSpc>
                <a:spcPct val="100000"/>
              </a:lnSpc>
              <a:spcBef>
                <a:spcPts val="0"/>
              </a:spcBef>
              <a:spcAft>
                <a:spcPts val="0"/>
              </a:spcAft>
              <a:buSzPts val="1600"/>
              <a:buFont typeface="Roboto Condensed Light"/>
              <a:buAutoNum type="romanLcPeriod"/>
              <a:defRPr sz="1600"/>
            </a:lvl6pPr>
            <a:lvl7pPr marL="3200400" lvl="6" indent="-330200" rtl="0">
              <a:lnSpc>
                <a:spcPct val="100000"/>
              </a:lnSpc>
              <a:spcBef>
                <a:spcPts val="0"/>
              </a:spcBef>
              <a:spcAft>
                <a:spcPts val="0"/>
              </a:spcAft>
              <a:buSzPts val="1600"/>
              <a:buFont typeface="Roboto Condensed Light"/>
              <a:buAutoNum type="arabicPeriod"/>
              <a:defRPr sz="1600"/>
            </a:lvl7pPr>
            <a:lvl8pPr marL="3657600" lvl="7" indent="-330200" rtl="0">
              <a:lnSpc>
                <a:spcPct val="100000"/>
              </a:lnSpc>
              <a:spcBef>
                <a:spcPts val="0"/>
              </a:spcBef>
              <a:spcAft>
                <a:spcPts val="0"/>
              </a:spcAft>
              <a:buSzPts val="1600"/>
              <a:buFont typeface="Roboto Condensed Light"/>
              <a:buAutoNum type="alphaLcPeriod"/>
              <a:defRPr sz="1600"/>
            </a:lvl8pPr>
            <a:lvl9pPr marL="4114800" lvl="8" indent="-330200" rtl="0">
              <a:lnSpc>
                <a:spcPct val="100000"/>
              </a:lnSpc>
              <a:spcBef>
                <a:spcPts val="0"/>
              </a:spcBef>
              <a:spcAft>
                <a:spcPts val="0"/>
              </a:spcAft>
              <a:buSzPts val="1600"/>
              <a:buFont typeface="Roboto Condensed Light"/>
              <a:buAutoNum type="romanLcPeriod"/>
              <a:defRPr sz="1600"/>
            </a:lvl9pPr>
          </a:lstStyle>
          <a:p>
            <a:endParaRPr/>
          </a:p>
        </p:txBody>
      </p:sp>
      <p:grpSp>
        <p:nvGrpSpPr>
          <p:cNvPr id="38" name="Google Shape;38;p4"/>
          <p:cNvGrpSpPr/>
          <p:nvPr/>
        </p:nvGrpSpPr>
        <p:grpSpPr>
          <a:xfrm>
            <a:off x="-2094400" y="-910337"/>
            <a:ext cx="15154000" cy="8282825"/>
            <a:chOff x="-2094400" y="-910337"/>
            <a:chExt cx="15154000" cy="8282825"/>
          </a:xfrm>
        </p:grpSpPr>
        <p:pic>
          <p:nvPicPr>
            <p:cNvPr id="39" name="Google Shape;39;p4"/>
            <p:cNvPicPr preferRelativeResize="0"/>
            <p:nvPr/>
          </p:nvPicPr>
          <p:blipFill>
            <a:blip r:embed="rId4">
              <a:alphaModFix/>
            </a:blip>
            <a:stretch>
              <a:fillRect/>
            </a:stretch>
          </p:blipFill>
          <p:spPr>
            <a:xfrm>
              <a:off x="8373300" y="-910337"/>
              <a:ext cx="4686300" cy="3571875"/>
            </a:xfrm>
            <a:prstGeom prst="rect">
              <a:avLst/>
            </a:prstGeom>
            <a:noFill/>
            <a:ln>
              <a:noFill/>
            </a:ln>
          </p:spPr>
        </p:pic>
        <p:pic>
          <p:nvPicPr>
            <p:cNvPr id="40" name="Google Shape;40;p4"/>
            <p:cNvPicPr preferRelativeResize="0"/>
            <p:nvPr/>
          </p:nvPicPr>
          <p:blipFill>
            <a:blip r:embed="rId4">
              <a:alphaModFix/>
            </a:blip>
            <a:stretch>
              <a:fillRect/>
            </a:stretch>
          </p:blipFill>
          <p:spPr>
            <a:xfrm>
              <a:off x="-2094400" y="3800613"/>
              <a:ext cx="4686300" cy="3571875"/>
            </a:xfrm>
            <a:prstGeom prst="rect">
              <a:avLst/>
            </a:prstGeom>
            <a:noFill/>
            <a:ln>
              <a:noFill/>
            </a:ln>
          </p:spPr>
        </p:pic>
      </p:grpSp>
      <p:grpSp>
        <p:nvGrpSpPr>
          <p:cNvPr id="41" name="Google Shape;41;p4"/>
          <p:cNvGrpSpPr/>
          <p:nvPr/>
        </p:nvGrpSpPr>
        <p:grpSpPr>
          <a:xfrm>
            <a:off x="181498" y="281548"/>
            <a:ext cx="8822431" cy="4687365"/>
            <a:chOff x="181498" y="281548"/>
            <a:chExt cx="8822431" cy="4687365"/>
          </a:xfrm>
        </p:grpSpPr>
        <p:pic>
          <p:nvPicPr>
            <p:cNvPr id="42" name="Google Shape;42;p4"/>
            <p:cNvPicPr preferRelativeResize="0"/>
            <p:nvPr/>
          </p:nvPicPr>
          <p:blipFill>
            <a:blip r:embed="rId5">
              <a:alphaModFix/>
            </a:blip>
            <a:stretch>
              <a:fillRect/>
            </a:stretch>
          </p:blipFill>
          <p:spPr>
            <a:xfrm flipH="1">
              <a:off x="181498" y="281548"/>
              <a:ext cx="538500" cy="907450"/>
            </a:xfrm>
            <a:prstGeom prst="rect">
              <a:avLst/>
            </a:prstGeom>
            <a:noFill/>
            <a:ln>
              <a:noFill/>
            </a:ln>
          </p:spPr>
        </p:pic>
        <p:pic>
          <p:nvPicPr>
            <p:cNvPr id="43" name="Google Shape;43;p4"/>
            <p:cNvPicPr preferRelativeResize="0"/>
            <p:nvPr/>
          </p:nvPicPr>
          <p:blipFill>
            <a:blip r:embed="rId6">
              <a:alphaModFix/>
            </a:blip>
            <a:stretch>
              <a:fillRect/>
            </a:stretch>
          </p:blipFill>
          <p:spPr>
            <a:xfrm flipH="1">
              <a:off x="8333604" y="4229937"/>
              <a:ext cx="670325" cy="738976"/>
            </a:xfrm>
            <a:prstGeom prst="rect">
              <a:avLst/>
            </a:prstGeom>
            <a:noFill/>
            <a:ln>
              <a:noFill/>
            </a:ln>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0"/>
        <p:cNvGrpSpPr/>
        <p:nvPr/>
      </p:nvGrpSpPr>
      <p:grpSpPr>
        <a:xfrm>
          <a:off x="0" y="0"/>
          <a:ext cx="0" cy="0"/>
          <a:chOff x="0" y="0"/>
          <a:chExt cx="0" cy="0"/>
        </a:xfrm>
      </p:grpSpPr>
      <p:pic>
        <p:nvPicPr>
          <p:cNvPr id="71" name="Google Shape;71;p7"/>
          <p:cNvPicPr preferRelativeResize="0"/>
          <p:nvPr/>
        </p:nvPicPr>
        <p:blipFill rotWithShape="1">
          <a:blip r:embed="rId2">
            <a:alphaModFix amt="60000"/>
          </a:blip>
          <a:srcRect/>
          <a:stretch/>
        </p:blipFill>
        <p:spPr>
          <a:xfrm>
            <a:off x="0" y="0"/>
            <a:ext cx="9144000" cy="5143500"/>
          </a:xfrm>
          <a:prstGeom prst="rect">
            <a:avLst/>
          </a:prstGeom>
          <a:noFill/>
          <a:ln>
            <a:noFill/>
          </a:ln>
        </p:spPr>
      </p:pic>
      <p:pic>
        <p:nvPicPr>
          <p:cNvPr id="72" name="Google Shape;72;p7"/>
          <p:cNvPicPr preferRelativeResize="0"/>
          <p:nvPr/>
        </p:nvPicPr>
        <p:blipFill>
          <a:blip r:embed="rId3">
            <a:alphaModFix amt="60000"/>
          </a:blip>
          <a:stretch>
            <a:fillRect/>
          </a:stretch>
        </p:blipFill>
        <p:spPr>
          <a:xfrm>
            <a:off x="0" y="0"/>
            <a:ext cx="9144000" cy="5143500"/>
          </a:xfrm>
          <a:prstGeom prst="rect">
            <a:avLst/>
          </a:prstGeom>
          <a:noFill/>
          <a:ln>
            <a:noFill/>
          </a:ln>
        </p:spPr>
      </p:pic>
      <p:sp>
        <p:nvSpPr>
          <p:cNvPr id="73" name="Google Shape;73;p7"/>
          <p:cNvSpPr txBox="1">
            <a:spLocks noGrp="1"/>
          </p:cNvSpPr>
          <p:nvPr>
            <p:ph type="body" idx="1"/>
          </p:nvPr>
        </p:nvSpPr>
        <p:spPr>
          <a:xfrm>
            <a:off x="714000" y="1786200"/>
            <a:ext cx="4668000" cy="1850700"/>
          </a:xfrm>
          <a:prstGeom prst="rect">
            <a:avLst/>
          </a:prstGeom>
        </p:spPr>
        <p:txBody>
          <a:bodyPr spcFirstLastPara="1" wrap="square" lIns="91425" tIns="91425" rIns="91425" bIns="91425" anchor="ctr" anchorCtr="0">
            <a:noAutofit/>
          </a:bodyPr>
          <a:lstStyle>
            <a:lvl1pPr marL="457200" lvl="0" indent="-304800" rtl="0">
              <a:lnSpc>
                <a:spcPct val="100000"/>
              </a:lnSpc>
              <a:spcBef>
                <a:spcPts val="0"/>
              </a:spcBef>
              <a:spcAft>
                <a:spcPts val="0"/>
              </a:spcAft>
              <a:buClr>
                <a:schemeClr val="dk1"/>
              </a:buClr>
              <a:buSzPts val="1200"/>
              <a:buFont typeface="Gothic A1 Light"/>
              <a:buChar char="●"/>
              <a:defRPr/>
            </a:lvl1pPr>
            <a:lvl2pPr marL="914400" lvl="1" indent="-330200" rtl="0">
              <a:lnSpc>
                <a:spcPct val="100000"/>
              </a:lnSpc>
              <a:spcBef>
                <a:spcPts val="0"/>
              </a:spcBef>
              <a:spcAft>
                <a:spcPts val="0"/>
              </a:spcAft>
              <a:buSzPts val="1600"/>
              <a:buFont typeface="Nunito Light"/>
              <a:buChar char="○"/>
              <a:defRPr/>
            </a:lvl2pPr>
            <a:lvl3pPr marL="1371600" lvl="2" indent="-323850" rtl="0">
              <a:lnSpc>
                <a:spcPct val="100000"/>
              </a:lnSpc>
              <a:spcBef>
                <a:spcPts val="1600"/>
              </a:spcBef>
              <a:spcAft>
                <a:spcPts val="0"/>
              </a:spcAft>
              <a:buSzPts val="1500"/>
              <a:buFont typeface="Nunito Light"/>
              <a:buChar char="■"/>
              <a:defRPr/>
            </a:lvl3pPr>
            <a:lvl4pPr marL="1828800" lvl="3" indent="-323850" rtl="0">
              <a:lnSpc>
                <a:spcPct val="100000"/>
              </a:lnSpc>
              <a:spcBef>
                <a:spcPts val="1600"/>
              </a:spcBef>
              <a:spcAft>
                <a:spcPts val="0"/>
              </a:spcAft>
              <a:buSzPts val="1500"/>
              <a:buFont typeface="Nunito Light"/>
              <a:buChar char="●"/>
              <a:defRPr/>
            </a:lvl4pPr>
            <a:lvl5pPr marL="2286000" lvl="4" indent="-304800" rtl="0">
              <a:lnSpc>
                <a:spcPct val="100000"/>
              </a:lnSpc>
              <a:spcBef>
                <a:spcPts val="1600"/>
              </a:spcBef>
              <a:spcAft>
                <a:spcPts val="0"/>
              </a:spcAft>
              <a:buSzPts val="1200"/>
              <a:buFont typeface="Nunito Light"/>
              <a:buChar char="○"/>
              <a:defRPr/>
            </a:lvl5pPr>
            <a:lvl6pPr marL="2743200" lvl="5" indent="-304800" rtl="0">
              <a:lnSpc>
                <a:spcPct val="100000"/>
              </a:lnSpc>
              <a:spcBef>
                <a:spcPts val="1600"/>
              </a:spcBef>
              <a:spcAft>
                <a:spcPts val="0"/>
              </a:spcAft>
              <a:buSzPts val="1200"/>
              <a:buFont typeface="Nunito Light"/>
              <a:buChar char="■"/>
              <a:defRPr/>
            </a:lvl6pPr>
            <a:lvl7pPr marL="3200400" lvl="6" indent="-311150" rtl="0">
              <a:lnSpc>
                <a:spcPct val="100000"/>
              </a:lnSpc>
              <a:spcBef>
                <a:spcPts val="1600"/>
              </a:spcBef>
              <a:spcAft>
                <a:spcPts val="0"/>
              </a:spcAft>
              <a:buSzPts val="1300"/>
              <a:buFont typeface="Nunito Light"/>
              <a:buChar char="●"/>
              <a:defRPr/>
            </a:lvl7pPr>
            <a:lvl8pPr marL="3657600" lvl="7" indent="-311150" rtl="0">
              <a:lnSpc>
                <a:spcPct val="100000"/>
              </a:lnSpc>
              <a:spcBef>
                <a:spcPts val="1600"/>
              </a:spcBef>
              <a:spcAft>
                <a:spcPts val="0"/>
              </a:spcAft>
              <a:buSzPts val="1300"/>
              <a:buFont typeface="Nunito Light"/>
              <a:buChar char="○"/>
              <a:defRPr/>
            </a:lvl8pPr>
            <a:lvl9pPr marL="4114800" lvl="8" indent="-304800" rtl="0">
              <a:lnSpc>
                <a:spcPct val="100000"/>
              </a:lnSpc>
              <a:spcBef>
                <a:spcPts val="1600"/>
              </a:spcBef>
              <a:spcAft>
                <a:spcPts val="1600"/>
              </a:spcAft>
              <a:buSzPts val="1200"/>
              <a:buFont typeface="Nunito Light"/>
              <a:buChar char="■"/>
              <a:defRPr/>
            </a:lvl9pPr>
          </a:lstStyle>
          <a:p>
            <a:endParaRPr/>
          </a:p>
        </p:txBody>
      </p:sp>
      <p:sp>
        <p:nvSpPr>
          <p:cNvPr id="74" name="Google Shape;74;p7"/>
          <p:cNvSpPr txBox="1">
            <a:spLocks noGrp="1"/>
          </p:cNvSpPr>
          <p:nvPr>
            <p:ph type="title"/>
          </p:nvPr>
        </p:nvSpPr>
        <p:spPr>
          <a:xfrm>
            <a:off x="720000" y="365760"/>
            <a:ext cx="7704000" cy="5487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75" name="Google Shape;75;p7"/>
          <p:cNvSpPr>
            <a:spLocks noGrp="1"/>
          </p:cNvSpPr>
          <p:nvPr>
            <p:ph type="pic" idx="2"/>
          </p:nvPr>
        </p:nvSpPr>
        <p:spPr>
          <a:xfrm>
            <a:off x="5553164" y="859800"/>
            <a:ext cx="2877600" cy="4283700"/>
          </a:xfrm>
          <a:prstGeom prst="round2SameRect">
            <a:avLst>
              <a:gd name="adj1" fmla="val 50000"/>
              <a:gd name="adj2" fmla="val 0"/>
            </a:avLst>
          </a:prstGeom>
          <a:noFill/>
          <a:ln w="19050" cap="flat" cmpd="sng">
            <a:solidFill>
              <a:schemeClr val="dk1"/>
            </a:solidFill>
            <a:prstDash val="solid"/>
            <a:round/>
            <a:headEnd type="none" w="sm" len="sm"/>
            <a:tailEnd type="none" w="sm" len="sm"/>
          </a:ln>
        </p:spPr>
      </p:sp>
      <p:grpSp>
        <p:nvGrpSpPr>
          <p:cNvPr id="76" name="Google Shape;76;p7"/>
          <p:cNvGrpSpPr/>
          <p:nvPr/>
        </p:nvGrpSpPr>
        <p:grpSpPr>
          <a:xfrm>
            <a:off x="-2177950" y="-1292737"/>
            <a:ext cx="13700375" cy="8692900"/>
            <a:chOff x="-2177950" y="-1292737"/>
            <a:chExt cx="13700375" cy="8692900"/>
          </a:xfrm>
        </p:grpSpPr>
        <p:pic>
          <p:nvPicPr>
            <p:cNvPr id="77" name="Google Shape;77;p7"/>
            <p:cNvPicPr preferRelativeResize="0"/>
            <p:nvPr/>
          </p:nvPicPr>
          <p:blipFill>
            <a:blip r:embed="rId4">
              <a:alphaModFix/>
            </a:blip>
            <a:stretch>
              <a:fillRect/>
            </a:stretch>
          </p:blipFill>
          <p:spPr>
            <a:xfrm>
              <a:off x="6836125" y="-1292737"/>
              <a:ext cx="4686300" cy="3571875"/>
            </a:xfrm>
            <a:prstGeom prst="rect">
              <a:avLst/>
            </a:prstGeom>
            <a:noFill/>
            <a:ln>
              <a:noFill/>
            </a:ln>
          </p:spPr>
        </p:pic>
        <p:pic>
          <p:nvPicPr>
            <p:cNvPr id="78" name="Google Shape;78;p7"/>
            <p:cNvPicPr preferRelativeResize="0"/>
            <p:nvPr/>
          </p:nvPicPr>
          <p:blipFill>
            <a:blip r:embed="rId4">
              <a:alphaModFix/>
            </a:blip>
            <a:stretch>
              <a:fillRect/>
            </a:stretch>
          </p:blipFill>
          <p:spPr>
            <a:xfrm>
              <a:off x="-2177950" y="3828288"/>
              <a:ext cx="4686300" cy="3571875"/>
            </a:xfrm>
            <a:prstGeom prst="rect">
              <a:avLst/>
            </a:prstGeom>
            <a:noFill/>
            <a:ln>
              <a:noFill/>
            </a:ln>
          </p:spPr>
        </p:pic>
      </p:grpSp>
      <p:grpSp>
        <p:nvGrpSpPr>
          <p:cNvPr id="79" name="Google Shape;79;p7"/>
          <p:cNvGrpSpPr/>
          <p:nvPr/>
        </p:nvGrpSpPr>
        <p:grpSpPr>
          <a:xfrm>
            <a:off x="-119427" y="79117"/>
            <a:ext cx="9179126" cy="2858881"/>
            <a:chOff x="-119427" y="79117"/>
            <a:chExt cx="9179126" cy="2858881"/>
          </a:xfrm>
        </p:grpSpPr>
        <p:pic>
          <p:nvPicPr>
            <p:cNvPr id="80" name="Google Shape;80;p7"/>
            <p:cNvPicPr preferRelativeResize="0"/>
            <p:nvPr/>
          </p:nvPicPr>
          <p:blipFill>
            <a:blip r:embed="rId5">
              <a:alphaModFix/>
            </a:blip>
            <a:stretch>
              <a:fillRect/>
            </a:stretch>
          </p:blipFill>
          <p:spPr>
            <a:xfrm rot="-9626269" flipH="1">
              <a:off x="8285005" y="170011"/>
              <a:ext cx="670325" cy="738976"/>
            </a:xfrm>
            <a:prstGeom prst="rect">
              <a:avLst/>
            </a:prstGeom>
            <a:noFill/>
            <a:ln>
              <a:noFill/>
            </a:ln>
          </p:spPr>
        </p:pic>
        <p:pic>
          <p:nvPicPr>
            <p:cNvPr id="81" name="Google Shape;81;p7"/>
            <p:cNvPicPr preferRelativeResize="0"/>
            <p:nvPr/>
          </p:nvPicPr>
          <p:blipFill>
            <a:blip r:embed="rId6">
              <a:alphaModFix/>
            </a:blip>
            <a:stretch>
              <a:fillRect/>
            </a:stretch>
          </p:blipFill>
          <p:spPr>
            <a:xfrm>
              <a:off x="-119427" y="2030548"/>
              <a:ext cx="538500" cy="907450"/>
            </a:xfrm>
            <a:prstGeom prst="rect">
              <a:avLst/>
            </a:prstGeom>
            <a:noFill/>
            <a:ln>
              <a:noFill/>
            </a:ln>
          </p:spPr>
        </p:pic>
      </p:grpSp>
      <p:pic>
        <p:nvPicPr>
          <p:cNvPr id="82" name="Google Shape;82;p7"/>
          <p:cNvPicPr preferRelativeResize="0"/>
          <p:nvPr/>
        </p:nvPicPr>
        <p:blipFill>
          <a:blip r:embed="rId7">
            <a:alphaModFix amt="80000"/>
          </a:blip>
          <a:stretch>
            <a:fillRect/>
          </a:stretch>
        </p:blipFill>
        <p:spPr>
          <a:xfrm>
            <a:off x="74950" y="4065498"/>
            <a:ext cx="9143998" cy="3103053"/>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24"/>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294"/>
        <p:cNvGrpSpPr/>
        <p:nvPr/>
      </p:nvGrpSpPr>
      <p:grpSpPr>
        <a:xfrm>
          <a:off x="0" y="0"/>
          <a:ext cx="0" cy="0"/>
          <a:chOff x="0" y="0"/>
          <a:chExt cx="0" cy="0"/>
        </a:xfrm>
      </p:grpSpPr>
      <p:pic>
        <p:nvPicPr>
          <p:cNvPr id="295" name="Google Shape;295;p25"/>
          <p:cNvPicPr preferRelativeResize="0"/>
          <p:nvPr/>
        </p:nvPicPr>
        <p:blipFill rotWithShape="1">
          <a:blip r:embed="rId2">
            <a:alphaModFix amt="60000"/>
          </a:blip>
          <a:srcRect/>
          <a:stretch/>
        </p:blipFill>
        <p:spPr>
          <a:xfrm>
            <a:off x="0" y="0"/>
            <a:ext cx="9144000" cy="5143500"/>
          </a:xfrm>
          <a:prstGeom prst="rect">
            <a:avLst/>
          </a:prstGeom>
          <a:noFill/>
          <a:ln>
            <a:noFill/>
          </a:ln>
        </p:spPr>
      </p:pic>
      <p:pic>
        <p:nvPicPr>
          <p:cNvPr id="296" name="Google Shape;296;p25"/>
          <p:cNvPicPr preferRelativeResize="0"/>
          <p:nvPr/>
        </p:nvPicPr>
        <p:blipFill>
          <a:blip r:embed="rId3">
            <a:alphaModFix amt="60000"/>
          </a:blip>
          <a:stretch>
            <a:fillRect/>
          </a:stretch>
        </p:blipFill>
        <p:spPr>
          <a:xfrm flipH="1">
            <a:off x="0" y="0"/>
            <a:ext cx="9144000" cy="5143500"/>
          </a:xfrm>
          <a:prstGeom prst="rect">
            <a:avLst/>
          </a:prstGeom>
          <a:noFill/>
          <a:ln>
            <a:noFill/>
          </a:ln>
        </p:spPr>
      </p:pic>
      <p:sp>
        <p:nvSpPr>
          <p:cNvPr id="297" name="Google Shape;297;p25"/>
          <p:cNvSpPr txBox="1">
            <a:spLocks noGrp="1"/>
          </p:cNvSpPr>
          <p:nvPr>
            <p:ph type="title"/>
          </p:nvPr>
        </p:nvSpPr>
        <p:spPr>
          <a:xfrm>
            <a:off x="2365776" y="1552266"/>
            <a:ext cx="1978200" cy="3657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b="0">
                <a:solidFill>
                  <a:schemeClr val="l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98" name="Google Shape;298;p25"/>
          <p:cNvSpPr txBox="1">
            <a:spLocks noGrp="1"/>
          </p:cNvSpPr>
          <p:nvPr>
            <p:ph type="subTitle" idx="1"/>
          </p:nvPr>
        </p:nvSpPr>
        <p:spPr>
          <a:xfrm>
            <a:off x="2365776" y="1763686"/>
            <a:ext cx="1978200" cy="54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99" name="Google Shape;299;p25"/>
          <p:cNvSpPr txBox="1">
            <a:spLocks noGrp="1"/>
          </p:cNvSpPr>
          <p:nvPr>
            <p:ph type="title" idx="2"/>
          </p:nvPr>
        </p:nvSpPr>
        <p:spPr>
          <a:xfrm>
            <a:off x="5721657" y="1552266"/>
            <a:ext cx="1978200" cy="3657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b="0">
                <a:solidFill>
                  <a:schemeClr val="l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00" name="Google Shape;300;p25"/>
          <p:cNvSpPr txBox="1">
            <a:spLocks noGrp="1"/>
          </p:cNvSpPr>
          <p:nvPr>
            <p:ph type="subTitle" idx="3"/>
          </p:nvPr>
        </p:nvSpPr>
        <p:spPr>
          <a:xfrm>
            <a:off x="5721657" y="1763686"/>
            <a:ext cx="1978200" cy="54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01" name="Google Shape;301;p25"/>
          <p:cNvSpPr txBox="1">
            <a:spLocks noGrp="1"/>
          </p:cNvSpPr>
          <p:nvPr>
            <p:ph type="title" idx="4"/>
          </p:nvPr>
        </p:nvSpPr>
        <p:spPr>
          <a:xfrm>
            <a:off x="2365776" y="3077506"/>
            <a:ext cx="1975200" cy="3657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b="0">
                <a:solidFill>
                  <a:schemeClr val="l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02" name="Google Shape;302;p25"/>
          <p:cNvSpPr txBox="1">
            <a:spLocks noGrp="1"/>
          </p:cNvSpPr>
          <p:nvPr>
            <p:ph type="subTitle" idx="5"/>
          </p:nvPr>
        </p:nvSpPr>
        <p:spPr>
          <a:xfrm>
            <a:off x="2365776" y="3288925"/>
            <a:ext cx="1978200" cy="54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03" name="Google Shape;303;p25"/>
          <p:cNvSpPr txBox="1">
            <a:spLocks noGrp="1"/>
          </p:cNvSpPr>
          <p:nvPr>
            <p:ph type="title" idx="6"/>
          </p:nvPr>
        </p:nvSpPr>
        <p:spPr>
          <a:xfrm>
            <a:off x="5721657" y="3077506"/>
            <a:ext cx="1978200" cy="3657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b="0">
                <a:solidFill>
                  <a:schemeClr val="l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04" name="Google Shape;304;p25"/>
          <p:cNvSpPr txBox="1">
            <a:spLocks noGrp="1"/>
          </p:cNvSpPr>
          <p:nvPr>
            <p:ph type="subTitle" idx="7"/>
          </p:nvPr>
        </p:nvSpPr>
        <p:spPr>
          <a:xfrm>
            <a:off x="5721657" y="3288925"/>
            <a:ext cx="1978200" cy="54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05" name="Google Shape;305;p25"/>
          <p:cNvSpPr txBox="1">
            <a:spLocks noGrp="1"/>
          </p:cNvSpPr>
          <p:nvPr>
            <p:ph type="title" idx="8"/>
          </p:nvPr>
        </p:nvSpPr>
        <p:spPr>
          <a:xfrm>
            <a:off x="720000" y="365760"/>
            <a:ext cx="7704000" cy="5487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306" name="Google Shape;306;p25"/>
          <p:cNvGrpSpPr/>
          <p:nvPr/>
        </p:nvGrpSpPr>
        <p:grpSpPr>
          <a:xfrm>
            <a:off x="-2194687" y="150363"/>
            <a:ext cx="15106988" cy="7504164"/>
            <a:chOff x="-2194687" y="150363"/>
            <a:chExt cx="15106988" cy="7504164"/>
          </a:xfrm>
        </p:grpSpPr>
        <p:pic>
          <p:nvPicPr>
            <p:cNvPr id="307" name="Google Shape;307;p25"/>
            <p:cNvPicPr preferRelativeResize="0"/>
            <p:nvPr/>
          </p:nvPicPr>
          <p:blipFill>
            <a:blip r:embed="rId4">
              <a:alphaModFix/>
            </a:blip>
            <a:stretch>
              <a:fillRect/>
            </a:stretch>
          </p:blipFill>
          <p:spPr>
            <a:xfrm>
              <a:off x="8226000" y="1856363"/>
              <a:ext cx="4686300" cy="3571875"/>
            </a:xfrm>
            <a:prstGeom prst="rect">
              <a:avLst/>
            </a:prstGeom>
            <a:noFill/>
            <a:ln>
              <a:noFill/>
            </a:ln>
          </p:spPr>
        </p:pic>
        <p:pic>
          <p:nvPicPr>
            <p:cNvPr id="308" name="Google Shape;308;p25"/>
            <p:cNvPicPr preferRelativeResize="0"/>
            <p:nvPr/>
          </p:nvPicPr>
          <p:blipFill>
            <a:blip r:embed="rId4">
              <a:alphaModFix/>
            </a:blip>
            <a:stretch>
              <a:fillRect/>
            </a:stretch>
          </p:blipFill>
          <p:spPr>
            <a:xfrm rot="-5400000">
              <a:off x="-2751900" y="707575"/>
              <a:ext cx="4686300" cy="3571875"/>
            </a:xfrm>
            <a:prstGeom prst="rect">
              <a:avLst/>
            </a:prstGeom>
            <a:noFill/>
            <a:ln>
              <a:noFill/>
            </a:ln>
          </p:spPr>
        </p:pic>
        <p:pic>
          <p:nvPicPr>
            <p:cNvPr id="309" name="Google Shape;309;p25"/>
            <p:cNvPicPr preferRelativeResize="0"/>
            <p:nvPr/>
          </p:nvPicPr>
          <p:blipFill>
            <a:blip r:embed="rId5">
              <a:alphaModFix amt="80000"/>
            </a:blip>
            <a:stretch>
              <a:fillRect/>
            </a:stretch>
          </p:blipFill>
          <p:spPr>
            <a:xfrm>
              <a:off x="252700" y="4551473"/>
              <a:ext cx="9143998" cy="3103053"/>
            </a:xfrm>
            <a:prstGeom prst="rect">
              <a:avLst/>
            </a:prstGeom>
            <a:noFill/>
            <a:ln>
              <a:noFill/>
            </a:ln>
          </p:spPr>
        </p:pic>
      </p:grpSp>
      <p:grpSp>
        <p:nvGrpSpPr>
          <p:cNvPr id="310" name="Google Shape;310;p25"/>
          <p:cNvGrpSpPr/>
          <p:nvPr/>
        </p:nvGrpSpPr>
        <p:grpSpPr>
          <a:xfrm>
            <a:off x="181504" y="732290"/>
            <a:ext cx="9162339" cy="4045035"/>
            <a:chOff x="181504" y="732290"/>
            <a:chExt cx="9162339" cy="4045035"/>
          </a:xfrm>
        </p:grpSpPr>
        <p:pic>
          <p:nvPicPr>
            <p:cNvPr id="311" name="Google Shape;311;p25"/>
            <p:cNvPicPr preferRelativeResize="0"/>
            <p:nvPr/>
          </p:nvPicPr>
          <p:blipFill>
            <a:blip r:embed="rId6">
              <a:alphaModFix/>
            </a:blip>
            <a:stretch>
              <a:fillRect/>
            </a:stretch>
          </p:blipFill>
          <p:spPr>
            <a:xfrm rot="6565597" flipH="1">
              <a:off x="8548754" y="801774"/>
              <a:ext cx="670325" cy="738976"/>
            </a:xfrm>
            <a:prstGeom prst="rect">
              <a:avLst/>
            </a:prstGeom>
            <a:noFill/>
            <a:ln>
              <a:noFill/>
            </a:ln>
          </p:spPr>
        </p:pic>
        <p:pic>
          <p:nvPicPr>
            <p:cNvPr id="312" name="Google Shape;312;p25"/>
            <p:cNvPicPr preferRelativeResize="0"/>
            <p:nvPr/>
          </p:nvPicPr>
          <p:blipFill>
            <a:blip r:embed="rId6">
              <a:alphaModFix/>
            </a:blip>
            <a:stretch>
              <a:fillRect/>
            </a:stretch>
          </p:blipFill>
          <p:spPr>
            <a:xfrm flipH="1">
              <a:off x="181504" y="4038349"/>
              <a:ext cx="670325" cy="738976"/>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425"/>
        <p:cNvGrpSpPr/>
        <p:nvPr/>
      </p:nvGrpSpPr>
      <p:grpSpPr>
        <a:xfrm>
          <a:off x="0" y="0"/>
          <a:ext cx="0" cy="0"/>
          <a:chOff x="0" y="0"/>
          <a:chExt cx="0" cy="0"/>
        </a:xfrm>
      </p:grpSpPr>
      <p:pic>
        <p:nvPicPr>
          <p:cNvPr id="426" name="Google Shape;426;p32"/>
          <p:cNvPicPr preferRelativeResize="0"/>
          <p:nvPr/>
        </p:nvPicPr>
        <p:blipFill rotWithShape="1">
          <a:blip r:embed="rId2">
            <a:alphaModFix amt="60000"/>
          </a:blip>
          <a:srcRect/>
          <a:stretch/>
        </p:blipFill>
        <p:spPr>
          <a:xfrm>
            <a:off x="0" y="0"/>
            <a:ext cx="9144000" cy="5143500"/>
          </a:xfrm>
          <a:prstGeom prst="rect">
            <a:avLst/>
          </a:prstGeom>
          <a:noFill/>
          <a:ln>
            <a:noFill/>
          </a:ln>
        </p:spPr>
      </p:pic>
      <p:pic>
        <p:nvPicPr>
          <p:cNvPr id="427" name="Google Shape;427;p32"/>
          <p:cNvPicPr preferRelativeResize="0"/>
          <p:nvPr/>
        </p:nvPicPr>
        <p:blipFill>
          <a:blip r:embed="rId3">
            <a:alphaModFix amt="60000"/>
          </a:blip>
          <a:stretch>
            <a:fillRect/>
          </a:stretch>
        </p:blipFill>
        <p:spPr>
          <a:xfrm flipH="1">
            <a:off x="0" y="0"/>
            <a:ext cx="9144000" cy="5143500"/>
          </a:xfrm>
          <a:prstGeom prst="rect">
            <a:avLst/>
          </a:prstGeom>
          <a:noFill/>
          <a:ln>
            <a:noFill/>
          </a:ln>
        </p:spPr>
      </p:pic>
      <p:grpSp>
        <p:nvGrpSpPr>
          <p:cNvPr id="428" name="Google Shape;428;p32"/>
          <p:cNvGrpSpPr/>
          <p:nvPr/>
        </p:nvGrpSpPr>
        <p:grpSpPr>
          <a:xfrm>
            <a:off x="-1940475" y="-1433312"/>
            <a:ext cx="13759950" cy="8322338"/>
            <a:chOff x="-1940475" y="-1433312"/>
            <a:chExt cx="13759950" cy="8322338"/>
          </a:xfrm>
        </p:grpSpPr>
        <p:pic>
          <p:nvPicPr>
            <p:cNvPr id="429" name="Google Shape;429;p32"/>
            <p:cNvPicPr preferRelativeResize="0"/>
            <p:nvPr/>
          </p:nvPicPr>
          <p:blipFill>
            <a:blip r:embed="rId4">
              <a:alphaModFix/>
            </a:blip>
            <a:stretch>
              <a:fillRect/>
            </a:stretch>
          </p:blipFill>
          <p:spPr>
            <a:xfrm>
              <a:off x="-1940475" y="3317150"/>
              <a:ext cx="4686300" cy="3571875"/>
            </a:xfrm>
            <a:prstGeom prst="rect">
              <a:avLst/>
            </a:prstGeom>
            <a:noFill/>
            <a:ln>
              <a:noFill/>
            </a:ln>
          </p:spPr>
        </p:pic>
        <p:pic>
          <p:nvPicPr>
            <p:cNvPr id="430" name="Google Shape;430;p32"/>
            <p:cNvPicPr preferRelativeResize="0"/>
            <p:nvPr/>
          </p:nvPicPr>
          <p:blipFill>
            <a:blip r:embed="rId4">
              <a:alphaModFix/>
            </a:blip>
            <a:stretch>
              <a:fillRect/>
            </a:stretch>
          </p:blipFill>
          <p:spPr>
            <a:xfrm>
              <a:off x="7133175" y="-1433312"/>
              <a:ext cx="4686300" cy="3571875"/>
            </a:xfrm>
            <a:prstGeom prst="rect">
              <a:avLst/>
            </a:prstGeom>
            <a:noFill/>
            <a:ln>
              <a:noFill/>
            </a:ln>
          </p:spPr>
        </p:pic>
      </p:grpSp>
      <p:grpSp>
        <p:nvGrpSpPr>
          <p:cNvPr id="431" name="Google Shape;431;p32"/>
          <p:cNvGrpSpPr/>
          <p:nvPr/>
        </p:nvGrpSpPr>
        <p:grpSpPr>
          <a:xfrm>
            <a:off x="191900" y="290136"/>
            <a:ext cx="9564442" cy="5728707"/>
            <a:chOff x="191900" y="290136"/>
            <a:chExt cx="9564442" cy="5728707"/>
          </a:xfrm>
        </p:grpSpPr>
        <p:pic>
          <p:nvPicPr>
            <p:cNvPr id="432" name="Google Shape;432;p32"/>
            <p:cNvPicPr preferRelativeResize="0"/>
            <p:nvPr/>
          </p:nvPicPr>
          <p:blipFill>
            <a:blip r:embed="rId5">
              <a:alphaModFix/>
            </a:blip>
            <a:stretch>
              <a:fillRect/>
            </a:stretch>
          </p:blipFill>
          <p:spPr>
            <a:xfrm>
              <a:off x="4150844" y="4599419"/>
              <a:ext cx="842325" cy="1419425"/>
            </a:xfrm>
            <a:prstGeom prst="rect">
              <a:avLst/>
            </a:prstGeom>
            <a:noFill/>
            <a:ln>
              <a:noFill/>
            </a:ln>
          </p:spPr>
        </p:pic>
        <p:pic>
          <p:nvPicPr>
            <p:cNvPr id="433" name="Google Shape;433;p32"/>
            <p:cNvPicPr preferRelativeResize="0"/>
            <p:nvPr/>
          </p:nvPicPr>
          <p:blipFill>
            <a:blip r:embed="rId5">
              <a:alphaModFix/>
            </a:blip>
            <a:stretch>
              <a:fillRect/>
            </a:stretch>
          </p:blipFill>
          <p:spPr>
            <a:xfrm rot="7965888">
              <a:off x="399797" y="333978"/>
              <a:ext cx="453855" cy="764816"/>
            </a:xfrm>
            <a:prstGeom prst="rect">
              <a:avLst/>
            </a:prstGeom>
            <a:noFill/>
            <a:ln>
              <a:noFill/>
            </a:ln>
          </p:spPr>
        </p:pic>
        <p:pic>
          <p:nvPicPr>
            <p:cNvPr id="434" name="Google Shape;434;p32"/>
            <p:cNvPicPr preferRelativeResize="0"/>
            <p:nvPr/>
          </p:nvPicPr>
          <p:blipFill>
            <a:blip r:embed="rId6">
              <a:alphaModFix/>
            </a:blip>
            <a:stretch>
              <a:fillRect/>
            </a:stretch>
          </p:blipFill>
          <p:spPr>
            <a:xfrm rot="5182648" flipH="1">
              <a:off x="8626211" y="3777898"/>
              <a:ext cx="1044775" cy="1151776"/>
            </a:xfrm>
            <a:prstGeom prst="rect">
              <a:avLst/>
            </a:prstGeom>
            <a:noFill/>
            <a:ln>
              <a:noFill/>
            </a:ln>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435"/>
        <p:cNvGrpSpPr/>
        <p:nvPr/>
      </p:nvGrpSpPr>
      <p:grpSpPr>
        <a:xfrm>
          <a:off x="0" y="0"/>
          <a:ext cx="0" cy="0"/>
          <a:chOff x="0" y="0"/>
          <a:chExt cx="0" cy="0"/>
        </a:xfrm>
      </p:grpSpPr>
      <p:pic>
        <p:nvPicPr>
          <p:cNvPr id="436" name="Google Shape;436;p33"/>
          <p:cNvPicPr preferRelativeResize="0"/>
          <p:nvPr/>
        </p:nvPicPr>
        <p:blipFill rotWithShape="1">
          <a:blip r:embed="rId2">
            <a:alphaModFix amt="60000"/>
          </a:blip>
          <a:srcRect/>
          <a:stretch/>
        </p:blipFill>
        <p:spPr>
          <a:xfrm>
            <a:off x="0" y="0"/>
            <a:ext cx="9144000" cy="5143500"/>
          </a:xfrm>
          <a:prstGeom prst="rect">
            <a:avLst/>
          </a:prstGeom>
          <a:noFill/>
          <a:ln>
            <a:noFill/>
          </a:ln>
        </p:spPr>
      </p:pic>
      <p:pic>
        <p:nvPicPr>
          <p:cNvPr id="437" name="Google Shape;437;p33"/>
          <p:cNvPicPr preferRelativeResize="0"/>
          <p:nvPr/>
        </p:nvPicPr>
        <p:blipFill>
          <a:blip r:embed="rId3">
            <a:alphaModFix amt="60000"/>
          </a:blip>
          <a:stretch>
            <a:fillRect/>
          </a:stretch>
        </p:blipFill>
        <p:spPr>
          <a:xfrm>
            <a:off x="0" y="0"/>
            <a:ext cx="9144000" cy="5143500"/>
          </a:xfrm>
          <a:prstGeom prst="rect">
            <a:avLst/>
          </a:prstGeom>
          <a:noFill/>
          <a:ln>
            <a:noFill/>
          </a:ln>
        </p:spPr>
      </p:pic>
      <p:grpSp>
        <p:nvGrpSpPr>
          <p:cNvPr id="438" name="Google Shape;438;p33"/>
          <p:cNvGrpSpPr/>
          <p:nvPr/>
        </p:nvGrpSpPr>
        <p:grpSpPr>
          <a:xfrm>
            <a:off x="-1678050" y="-1707775"/>
            <a:ext cx="13701625" cy="9230838"/>
            <a:chOff x="-1678050" y="-1707775"/>
            <a:chExt cx="13701625" cy="9230838"/>
          </a:xfrm>
        </p:grpSpPr>
        <p:pic>
          <p:nvPicPr>
            <p:cNvPr id="439" name="Google Shape;439;p33"/>
            <p:cNvPicPr preferRelativeResize="0"/>
            <p:nvPr/>
          </p:nvPicPr>
          <p:blipFill>
            <a:blip r:embed="rId4">
              <a:alphaModFix/>
            </a:blip>
            <a:stretch>
              <a:fillRect/>
            </a:stretch>
          </p:blipFill>
          <p:spPr>
            <a:xfrm>
              <a:off x="-1678050" y="-1707775"/>
              <a:ext cx="4686300" cy="3571875"/>
            </a:xfrm>
            <a:prstGeom prst="rect">
              <a:avLst/>
            </a:prstGeom>
            <a:noFill/>
            <a:ln>
              <a:noFill/>
            </a:ln>
          </p:spPr>
        </p:pic>
        <p:pic>
          <p:nvPicPr>
            <p:cNvPr id="440" name="Google Shape;440;p33"/>
            <p:cNvPicPr preferRelativeResize="0"/>
            <p:nvPr/>
          </p:nvPicPr>
          <p:blipFill>
            <a:blip r:embed="rId4">
              <a:alphaModFix/>
            </a:blip>
            <a:stretch>
              <a:fillRect/>
            </a:stretch>
          </p:blipFill>
          <p:spPr>
            <a:xfrm>
              <a:off x="7337275" y="3951188"/>
              <a:ext cx="4686300" cy="3571875"/>
            </a:xfrm>
            <a:prstGeom prst="rect">
              <a:avLst/>
            </a:prstGeom>
            <a:noFill/>
            <a:ln>
              <a:noFill/>
            </a:ln>
          </p:spPr>
        </p:pic>
      </p:grpSp>
      <p:grpSp>
        <p:nvGrpSpPr>
          <p:cNvPr id="441" name="Google Shape;441;p33"/>
          <p:cNvGrpSpPr/>
          <p:nvPr/>
        </p:nvGrpSpPr>
        <p:grpSpPr>
          <a:xfrm rot="10800000" flipH="1">
            <a:off x="-409145" y="51756"/>
            <a:ext cx="9586358" cy="5023237"/>
            <a:chOff x="-409145" y="537731"/>
            <a:chExt cx="9586358" cy="5023237"/>
          </a:xfrm>
        </p:grpSpPr>
        <p:pic>
          <p:nvPicPr>
            <p:cNvPr id="442" name="Google Shape;442;p33"/>
            <p:cNvPicPr preferRelativeResize="0"/>
            <p:nvPr/>
          </p:nvPicPr>
          <p:blipFill>
            <a:blip r:embed="rId5">
              <a:alphaModFix/>
            </a:blip>
            <a:stretch>
              <a:fillRect/>
            </a:stretch>
          </p:blipFill>
          <p:spPr>
            <a:xfrm>
              <a:off x="8321231" y="4141544"/>
              <a:ext cx="842325" cy="1419425"/>
            </a:xfrm>
            <a:prstGeom prst="rect">
              <a:avLst/>
            </a:prstGeom>
            <a:noFill/>
            <a:ln>
              <a:noFill/>
            </a:ln>
          </p:spPr>
        </p:pic>
        <p:pic>
          <p:nvPicPr>
            <p:cNvPr id="443" name="Google Shape;443;p33"/>
            <p:cNvPicPr preferRelativeResize="0"/>
            <p:nvPr/>
          </p:nvPicPr>
          <p:blipFill>
            <a:blip r:embed="rId5">
              <a:alphaModFix/>
            </a:blip>
            <a:stretch>
              <a:fillRect/>
            </a:stretch>
          </p:blipFill>
          <p:spPr>
            <a:xfrm rot="7965888">
              <a:off x="8515460" y="1325378"/>
              <a:ext cx="453855" cy="764816"/>
            </a:xfrm>
            <a:prstGeom prst="rect">
              <a:avLst/>
            </a:prstGeom>
            <a:noFill/>
            <a:ln>
              <a:noFill/>
            </a:ln>
          </p:spPr>
        </p:pic>
        <p:pic>
          <p:nvPicPr>
            <p:cNvPr id="444" name="Google Shape;444;p33"/>
            <p:cNvPicPr preferRelativeResize="0"/>
            <p:nvPr/>
          </p:nvPicPr>
          <p:blipFill>
            <a:blip r:embed="rId6">
              <a:alphaModFix/>
            </a:blip>
            <a:stretch>
              <a:fillRect/>
            </a:stretch>
          </p:blipFill>
          <p:spPr>
            <a:xfrm rot="-5182648">
              <a:off x="-323789" y="519573"/>
              <a:ext cx="1044775" cy="1151776"/>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7750" y="365760"/>
            <a:ext cx="7708500" cy="548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000"/>
              <a:buFont typeface="Jost Medium"/>
              <a:buNone/>
              <a:defRPr sz="3000">
                <a:solidFill>
                  <a:schemeClr val="dk1"/>
                </a:solidFill>
                <a:latin typeface="Jost Medium"/>
                <a:ea typeface="Jost Medium"/>
                <a:cs typeface="Jost Medium"/>
                <a:sym typeface="Jost Medium"/>
              </a:defRPr>
            </a:lvl1pPr>
            <a:lvl2pPr lvl="1"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2pPr>
            <a:lvl3pPr lvl="2"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3pPr>
            <a:lvl4pPr lvl="3"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4pPr>
            <a:lvl5pPr lvl="4"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5pPr>
            <a:lvl6pPr lvl="5"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6pPr>
            <a:lvl7pPr lvl="6"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7pPr>
            <a:lvl8pPr lvl="7"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8pPr>
            <a:lvl9pPr lvl="8"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9pPr>
          </a:lstStyle>
          <a:p>
            <a:endParaRPr/>
          </a:p>
        </p:txBody>
      </p:sp>
      <p:sp>
        <p:nvSpPr>
          <p:cNvPr id="7" name="Google Shape;7;p1"/>
          <p:cNvSpPr txBox="1">
            <a:spLocks noGrp="1"/>
          </p:cNvSpPr>
          <p:nvPr>
            <p:ph type="body" idx="1"/>
          </p:nvPr>
        </p:nvSpPr>
        <p:spPr>
          <a:xfrm>
            <a:off x="692700" y="1351875"/>
            <a:ext cx="7711800" cy="32475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lt1"/>
              </a:buClr>
              <a:buSzPts val="1200"/>
              <a:buFont typeface="Gothic A1"/>
              <a:buChar char="●"/>
              <a:defRPr sz="1200">
                <a:solidFill>
                  <a:schemeClr val="lt1"/>
                </a:solidFill>
                <a:latin typeface="Gothic A1"/>
                <a:ea typeface="Gothic A1"/>
                <a:cs typeface="Gothic A1"/>
                <a:sym typeface="Gothic A1"/>
              </a:defRPr>
            </a:lvl1pPr>
            <a:lvl2pPr marL="914400" lvl="1" indent="-304800">
              <a:lnSpc>
                <a:spcPct val="100000"/>
              </a:lnSpc>
              <a:spcBef>
                <a:spcPts val="0"/>
              </a:spcBef>
              <a:spcAft>
                <a:spcPts val="0"/>
              </a:spcAft>
              <a:buClr>
                <a:schemeClr val="lt1"/>
              </a:buClr>
              <a:buSzPts val="1200"/>
              <a:buFont typeface="Gothic A1"/>
              <a:buChar char="○"/>
              <a:defRPr sz="1200">
                <a:solidFill>
                  <a:schemeClr val="lt1"/>
                </a:solidFill>
                <a:latin typeface="Gothic A1"/>
                <a:ea typeface="Gothic A1"/>
                <a:cs typeface="Gothic A1"/>
                <a:sym typeface="Gothic A1"/>
              </a:defRPr>
            </a:lvl2pPr>
            <a:lvl3pPr marL="1371600" lvl="2" indent="-304800">
              <a:lnSpc>
                <a:spcPct val="100000"/>
              </a:lnSpc>
              <a:spcBef>
                <a:spcPts val="0"/>
              </a:spcBef>
              <a:spcAft>
                <a:spcPts val="0"/>
              </a:spcAft>
              <a:buClr>
                <a:schemeClr val="lt1"/>
              </a:buClr>
              <a:buSzPts val="1200"/>
              <a:buFont typeface="Gothic A1"/>
              <a:buChar char="■"/>
              <a:defRPr sz="1200">
                <a:solidFill>
                  <a:schemeClr val="lt1"/>
                </a:solidFill>
                <a:latin typeface="Gothic A1"/>
                <a:ea typeface="Gothic A1"/>
                <a:cs typeface="Gothic A1"/>
                <a:sym typeface="Gothic A1"/>
              </a:defRPr>
            </a:lvl3pPr>
            <a:lvl4pPr marL="1828800" lvl="3" indent="-304800">
              <a:lnSpc>
                <a:spcPct val="100000"/>
              </a:lnSpc>
              <a:spcBef>
                <a:spcPts val="0"/>
              </a:spcBef>
              <a:spcAft>
                <a:spcPts val="0"/>
              </a:spcAft>
              <a:buClr>
                <a:schemeClr val="lt1"/>
              </a:buClr>
              <a:buSzPts val="1200"/>
              <a:buFont typeface="Gothic A1"/>
              <a:buChar char="●"/>
              <a:defRPr sz="1200">
                <a:solidFill>
                  <a:schemeClr val="lt1"/>
                </a:solidFill>
                <a:latin typeface="Gothic A1"/>
                <a:ea typeface="Gothic A1"/>
                <a:cs typeface="Gothic A1"/>
                <a:sym typeface="Gothic A1"/>
              </a:defRPr>
            </a:lvl4pPr>
            <a:lvl5pPr marL="2286000" lvl="4" indent="-304800">
              <a:lnSpc>
                <a:spcPct val="100000"/>
              </a:lnSpc>
              <a:spcBef>
                <a:spcPts val="0"/>
              </a:spcBef>
              <a:spcAft>
                <a:spcPts val="0"/>
              </a:spcAft>
              <a:buClr>
                <a:schemeClr val="lt1"/>
              </a:buClr>
              <a:buSzPts val="1200"/>
              <a:buFont typeface="Gothic A1"/>
              <a:buChar char="○"/>
              <a:defRPr sz="1200">
                <a:solidFill>
                  <a:schemeClr val="lt1"/>
                </a:solidFill>
                <a:latin typeface="Gothic A1"/>
                <a:ea typeface="Gothic A1"/>
                <a:cs typeface="Gothic A1"/>
                <a:sym typeface="Gothic A1"/>
              </a:defRPr>
            </a:lvl5pPr>
            <a:lvl6pPr marL="2743200" lvl="5" indent="-304800">
              <a:lnSpc>
                <a:spcPct val="100000"/>
              </a:lnSpc>
              <a:spcBef>
                <a:spcPts val="0"/>
              </a:spcBef>
              <a:spcAft>
                <a:spcPts val="0"/>
              </a:spcAft>
              <a:buClr>
                <a:schemeClr val="lt1"/>
              </a:buClr>
              <a:buSzPts val="1200"/>
              <a:buFont typeface="Gothic A1"/>
              <a:buChar char="■"/>
              <a:defRPr sz="1200">
                <a:solidFill>
                  <a:schemeClr val="lt1"/>
                </a:solidFill>
                <a:latin typeface="Gothic A1"/>
                <a:ea typeface="Gothic A1"/>
                <a:cs typeface="Gothic A1"/>
                <a:sym typeface="Gothic A1"/>
              </a:defRPr>
            </a:lvl6pPr>
            <a:lvl7pPr marL="3200400" lvl="6" indent="-304800">
              <a:lnSpc>
                <a:spcPct val="100000"/>
              </a:lnSpc>
              <a:spcBef>
                <a:spcPts val="0"/>
              </a:spcBef>
              <a:spcAft>
                <a:spcPts val="0"/>
              </a:spcAft>
              <a:buClr>
                <a:schemeClr val="lt1"/>
              </a:buClr>
              <a:buSzPts val="1200"/>
              <a:buFont typeface="Gothic A1"/>
              <a:buChar char="●"/>
              <a:defRPr sz="1200">
                <a:solidFill>
                  <a:schemeClr val="lt1"/>
                </a:solidFill>
                <a:latin typeface="Gothic A1"/>
                <a:ea typeface="Gothic A1"/>
                <a:cs typeface="Gothic A1"/>
                <a:sym typeface="Gothic A1"/>
              </a:defRPr>
            </a:lvl7pPr>
            <a:lvl8pPr marL="3657600" lvl="7" indent="-304800">
              <a:lnSpc>
                <a:spcPct val="100000"/>
              </a:lnSpc>
              <a:spcBef>
                <a:spcPts val="0"/>
              </a:spcBef>
              <a:spcAft>
                <a:spcPts val="0"/>
              </a:spcAft>
              <a:buClr>
                <a:schemeClr val="lt1"/>
              </a:buClr>
              <a:buSzPts val="1200"/>
              <a:buFont typeface="Gothic A1"/>
              <a:buChar char="○"/>
              <a:defRPr sz="1200">
                <a:solidFill>
                  <a:schemeClr val="lt1"/>
                </a:solidFill>
                <a:latin typeface="Gothic A1"/>
                <a:ea typeface="Gothic A1"/>
                <a:cs typeface="Gothic A1"/>
                <a:sym typeface="Gothic A1"/>
              </a:defRPr>
            </a:lvl8pPr>
            <a:lvl9pPr marL="4114800" lvl="8" indent="-304800">
              <a:lnSpc>
                <a:spcPct val="100000"/>
              </a:lnSpc>
              <a:spcBef>
                <a:spcPts val="0"/>
              </a:spcBef>
              <a:spcAft>
                <a:spcPts val="0"/>
              </a:spcAft>
              <a:buClr>
                <a:schemeClr val="lt1"/>
              </a:buClr>
              <a:buSzPts val="1200"/>
              <a:buFont typeface="Gothic A1"/>
              <a:buChar char="■"/>
              <a:defRPr sz="1200">
                <a:solidFill>
                  <a:schemeClr val="lt1"/>
                </a:solidFill>
                <a:latin typeface="Gothic A1"/>
                <a:ea typeface="Gothic A1"/>
                <a:cs typeface="Gothic A1"/>
                <a:sym typeface="Gothic A1"/>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 id="2147483653" r:id="rId2"/>
    <p:sldLayoutId id="2147483658" r:id="rId3"/>
    <p:sldLayoutId id="2147483671" r:id="rId4"/>
    <p:sldLayoutId id="2147483678" r:id="rId5"/>
    <p:sldLayoutId id="2147483679"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pic>
        <p:nvPicPr>
          <p:cNvPr id="465" name="Google Shape;465;p38"/>
          <p:cNvPicPr preferRelativeResize="0">
            <a:picLocks noGrp="1"/>
          </p:cNvPicPr>
          <p:nvPr>
            <p:ph type="pic" idx="2"/>
          </p:nvPr>
        </p:nvPicPr>
        <p:blipFill rotWithShape="1">
          <a:blip r:embed="rId3">
            <a:alphaModFix/>
          </a:blip>
          <a:srcRect l="16411" r="16411"/>
          <a:stretch/>
        </p:blipFill>
        <p:spPr>
          <a:xfrm>
            <a:off x="193875" y="840075"/>
            <a:ext cx="2535600" cy="3775200"/>
          </a:xfrm>
          <a:prstGeom prst="round2SameRect">
            <a:avLst>
              <a:gd name="adj1" fmla="val 16667"/>
              <a:gd name="adj2" fmla="val 0"/>
            </a:avLst>
          </a:prstGeom>
          <a:noFill/>
          <a:ln>
            <a:noFill/>
          </a:ln>
        </p:spPr>
      </p:pic>
      <p:sp>
        <p:nvSpPr>
          <p:cNvPr id="466" name="Google Shape;466;p38"/>
          <p:cNvSpPr txBox="1">
            <a:spLocks noGrp="1"/>
          </p:cNvSpPr>
          <p:nvPr>
            <p:ph type="title" idx="8"/>
          </p:nvPr>
        </p:nvSpPr>
        <p:spPr>
          <a:xfrm>
            <a:off x="111625" y="130710"/>
            <a:ext cx="7704000" cy="54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Introduction</a:t>
            </a:r>
            <a:endParaRPr/>
          </a:p>
        </p:txBody>
      </p:sp>
      <p:grpSp>
        <p:nvGrpSpPr>
          <p:cNvPr id="467" name="Google Shape;467;p38"/>
          <p:cNvGrpSpPr/>
          <p:nvPr/>
        </p:nvGrpSpPr>
        <p:grpSpPr>
          <a:xfrm>
            <a:off x="8470321" y="1959128"/>
            <a:ext cx="202300" cy="226668"/>
            <a:chOff x="7128000" y="1314750"/>
            <a:chExt cx="247250" cy="263200"/>
          </a:xfrm>
        </p:grpSpPr>
        <p:sp>
          <p:nvSpPr>
            <p:cNvPr id="468" name="Google Shape;468;p38"/>
            <p:cNvSpPr/>
            <p:nvPr/>
          </p:nvSpPr>
          <p:spPr>
            <a:xfrm>
              <a:off x="7128000" y="1330700"/>
              <a:ext cx="247250" cy="247250"/>
            </a:xfrm>
            <a:custGeom>
              <a:avLst/>
              <a:gdLst/>
              <a:ahLst/>
              <a:cxnLst/>
              <a:rect l="l" t="t" r="r" b="b"/>
              <a:pathLst>
                <a:path w="9890" h="9890" extrusionOk="0">
                  <a:moveTo>
                    <a:pt x="7311" y="665"/>
                  </a:moveTo>
                  <a:lnTo>
                    <a:pt x="7630" y="905"/>
                  </a:lnTo>
                  <a:lnTo>
                    <a:pt x="7922" y="1170"/>
                  </a:lnTo>
                  <a:lnTo>
                    <a:pt x="8215" y="1436"/>
                  </a:lnTo>
                  <a:lnTo>
                    <a:pt x="8454" y="1729"/>
                  </a:lnTo>
                  <a:lnTo>
                    <a:pt x="8666" y="2021"/>
                  </a:lnTo>
                  <a:lnTo>
                    <a:pt x="8879" y="2367"/>
                  </a:lnTo>
                  <a:lnTo>
                    <a:pt x="9039" y="2686"/>
                  </a:lnTo>
                  <a:lnTo>
                    <a:pt x="9198" y="3058"/>
                  </a:lnTo>
                  <a:lnTo>
                    <a:pt x="9304" y="3403"/>
                  </a:lnTo>
                  <a:lnTo>
                    <a:pt x="9384" y="3775"/>
                  </a:lnTo>
                  <a:lnTo>
                    <a:pt x="9464" y="4148"/>
                  </a:lnTo>
                  <a:lnTo>
                    <a:pt x="9490" y="4520"/>
                  </a:lnTo>
                  <a:lnTo>
                    <a:pt x="9490" y="4918"/>
                  </a:lnTo>
                  <a:lnTo>
                    <a:pt x="9437" y="5291"/>
                  </a:lnTo>
                  <a:lnTo>
                    <a:pt x="9384" y="5689"/>
                  </a:lnTo>
                  <a:lnTo>
                    <a:pt x="9278" y="6061"/>
                  </a:lnTo>
                  <a:lnTo>
                    <a:pt x="9145" y="6434"/>
                  </a:lnTo>
                  <a:lnTo>
                    <a:pt x="9012" y="6806"/>
                  </a:lnTo>
                  <a:lnTo>
                    <a:pt x="8826" y="7151"/>
                  </a:lnTo>
                  <a:lnTo>
                    <a:pt x="8613" y="7470"/>
                  </a:lnTo>
                  <a:lnTo>
                    <a:pt x="8374" y="7763"/>
                  </a:lnTo>
                  <a:lnTo>
                    <a:pt x="8135" y="8055"/>
                  </a:lnTo>
                  <a:lnTo>
                    <a:pt x="7842" y="8321"/>
                  </a:lnTo>
                  <a:lnTo>
                    <a:pt x="7550" y="8560"/>
                  </a:lnTo>
                  <a:lnTo>
                    <a:pt x="7231" y="8773"/>
                  </a:lnTo>
                  <a:lnTo>
                    <a:pt x="6912" y="8959"/>
                  </a:lnTo>
                  <a:lnTo>
                    <a:pt x="6567" y="9118"/>
                  </a:lnTo>
                  <a:lnTo>
                    <a:pt x="6221" y="9251"/>
                  </a:lnTo>
                  <a:lnTo>
                    <a:pt x="5849" y="9357"/>
                  </a:lnTo>
                  <a:lnTo>
                    <a:pt x="5477" y="9437"/>
                  </a:lnTo>
                  <a:lnTo>
                    <a:pt x="5078" y="9490"/>
                  </a:lnTo>
                  <a:lnTo>
                    <a:pt x="4387" y="9490"/>
                  </a:lnTo>
                  <a:lnTo>
                    <a:pt x="4068" y="9464"/>
                  </a:lnTo>
                  <a:lnTo>
                    <a:pt x="3775" y="9411"/>
                  </a:lnTo>
                  <a:lnTo>
                    <a:pt x="3483" y="9357"/>
                  </a:lnTo>
                  <a:lnTo>
                    <a:pt x="3217" y="9278"/>
                  </a:lnTo>
                  <a:lnTo>
                    <a:pt x="2925" y="9171"/>
                  </a:lnTo>
                  <a:lnTo>
                    <a:pt x="2659" y="9065"/>
                  </a:lnTo>
                  <a:lnTo>
                    <a:pt x="2393" y="8932"/>
                  </a:lnTo>
                  <a:lnTo>
                    <a:pt x="2127" y="8773"/>
                  </a:lnTo>
                  <a:lnTo>
                    <a:pt x="1888" y="8613"/>
                  </a:lnTo>
                  <a:lnTo>
                    <a:pt x="1649" y="8427"/>
                  </a:lnTo>
                  <a:lnTo>
                    <a:pt x="1436" y="8241"/>
                  </a:lnTo>
                  <a:lnTo>
                    <a:pt x="1224" y="8028"/>
                  </a:lnTo>
                  <a:lnTo>
                    <a:pt x="1011" y="7816"/>
                  </a:lnTo>
                  <a:lnTo>
                    <a:pt x="825" y="7577"/>
                  </a:lnTo>
                  <a:lnTo>
                    <a:pt x="665" y="7337"/>
                  </a:lnTo>
                  <a:lnTo>
                    <a:pt x="1091" y="7470"/>
                  </a:lnTo>
                  <a:lnTo>
                    <a:pt x="1516" y="7550"/>
                  </a:lnTo>
                  <a:lnTo>
                    <a:pt x="1968" y="7603"/>
                  </a:lnTo>
                  <a:lnTo>
                    <a:pt x="2420" y="7630"/>
                  </a:lnTo>
                  <a:lnTo>
                    <a:pt x="2951" y="7603"/>
                  </a:lnTo>
                  <a:lnTo>
                    <a:pt x="3457" y="7523"/>
                  </a:lnTo>
                  <a:lnTo>
                    <a:pt x="3962" y="7390"/>
                  </a:lnTo>
                  <a:lnTo>
                    <a:pt x="4440" y="7204"/>
                  </a:lnTo>
                  <a:lnTo>
                    <a:pt x="4892" y="6992"/>
                  </a:lnTo>
                  <a:lnTo>
                    <a:pt x="5317" y="6726"/>
                  </a:lnTo>
                  <a:lnTo>
                    <a:pt x="5716" y="6434"/>
                  </a:lnTo>
                  <a:lnTo>
                    <a:pt x="6088" y="6115"/>
                  </a:lnTo>
                  <a:lnTo>
                    <a:pt x="6434" y="5742"/>
                  </a:lnTo>
                  <a:lnTo>
                    <a:pt x="6726" y="5344"/>
                  </a:lnTo>
                  <a:lnTo>
                    <a:pt x="6992" y="4892"/>
                  </a:lnTo>
                  <a:lnTo>
                    <a:pt x="7204" y="4440"/>
                  </a:lnTo>
                  <a:lnTo>
                    <a:pt x="7391" y="3961"/>
                  </a:lnTo>
                  <a:lnTo>
                    <a:pt x="7497" y="3483"/>
                  </a:lnTo>
                  <a:lnTo>
                    <a:pt x="7577" y="2951"/>
                  </a:lnTo>
                  <a:lnTo>
                    <a:pt x="7603" y="2420"/>
                  </a:lnTo>
                  <a:lnTo>
                    <a:pt x="7603" y="1968"/>
                  </a:lnTo>
                  <a:lnTo>
                    <a:pt x="7550" y="1543"/>
                  </a:lnTo>
                  <a:lnTo>
                    <a:pt x="7444" y="1091"/>
                  </a:lnTo>
                  <a:lnTo>
                    <a:pt x="7311" y="665"/>
                  </a:lnTo>
                  <a:close/>
                  <a:moveTo>
                    <a:pt x="6859" y="1"/>
                  </a:moveTo>
                  <a:lnTo>
                    <a:pt x="6806" y="27"/>
                  </a:lnTo>
                  <a:lnTo>
                    <a:pt x="6753" y="81"/>
                  </a:lnTo>
                  <a:lnTo>
                    <a:pt x="6726" y="107"/>
                  </a:lnTo>
                  <a:lnTo>
                    <a:pt x="6699" y="187"/>
                  </a:lnTo>
                  <a:lnTo>
                    <a:pt x="6699" y="240"/>
                  </a:lnTo>
                  <a:lnTo>
                    <a:pt x="6726" y="293"/>
                  </a:lnTo>
                  <a:lnTo>
                    <a:pt x="6832" y="559"/>
                  </a:lnTo>
                  <a:lnTo>
                    <a:pt x="6939" y="798"/>
                  </a:lnTo>
                  <a:lnTo>
                    <a:pt x="7098" y="1330"/>
                  </a:lnTo>
                  <a:lnTo>
                    <a:pt x="7178" y="1862"/>
                  </a:lnTo>
                  <a:lnTo>
                    <a:pt x="7204" y="2154"/>
                  </a:lnTo>
                  <a:lnTo>
                    <a:pt x="7204" y="2420"/>
                  </a:lnTo>
                  <a:lnTo>
                    <a:pt x="7178" y="2925"/>
                  </a:lnTo>
                  <a:lnTo>
                    <a:pt x="7125" y="3403"/>
                  </a:lnTo>
                  <a:lnTo>
                    <a:pt x="6992" y="3855"/>
                  </a:lnTo>
                  <a:lnTo>
                    <a:pt x="6832" y="4280"/>
                  </a:lnTo>
                  <a:lnTo>
                    <a:pt x="6620" y="4706"/>
                  </a:lnTo>
                  <a:lnTo>
                    <a:pt x="6380" y="5104"/>
                  </a:lnTo>
                  <a:lnTo>
                    <a:pt x="6115" y="5477"/>
                  </a:lnTo>
                  <a:lnTo>
                    <a:pt x="5796" y="5822"/>
                  </a:lnTo>
                  <a:lnTo>
                    <a:pt x="5450" y="6141"/>
                  </a:lnTo>
                  <a:lnTo>
                    <a:pt x="5105" y="6407"/>
                  </a:lnTo>
                  <a:lnTo>
                    <a:pt x="4706" y="6646"/>
                  </a:lnTo>
                  <a:lnTo>
                    <a:pt x="4281" y="6859"/>
                  </a:lnTo>
                  <a:lnTo>
                    <a:pt x="3829" y="7018"/>
                  </a:lnTo>
                  <a:lnTo>
                    <a:pt x="3377" y="7125"/>
                  </a:lnTo>
                  <a:lnTo>
                    <a:pt x="2898" y="7204"/>
                  </a:lnTo>
                  <a:lnTo>
                    <a:pt x="2420" y="7231"/>
                  </a:lnTo>
                  <a:lnTo>
                    <a:pt x="2127" y="7231"/>
                  </a:lnTo>
                  <a:lnTo>
                    <a:pt x="1862" y="7204"/>
                  </a:lnTo>
                  <a:lnTo>
                    <a:pt x="1330" y="7098"/>
                  </a:lnTo>
                  <a:lnTo>
                    <a:pt x="798" y="6939"/>
                  </a:lnTo>
                  <a:lnTo>
                    <a:pt x="533" y="6859"/>
                  </a:lnTo>
                  <a:lnTo>
                    <a:pt x="293" y="6726"/>
                  </a:lnTo>
                  <a:lnTo>
                    <a:pt x="107" y="6726"/>
                  </a:lnTo>
                  <a:lnTo>
                    <a:pt x="54" y="6779"/>
                  </a:lnTo>
                  <a:lnTo>
                    <a:pt x="28" y="6832"/>
                  </a:lnTo>
                  <a:lnTo>
                    <a:pt x="1" y="6885"/>
                  </a:lnTo>
                  <a:lnTo>
                    <a:pt x="1" y="6939"/>
                  </a:lnTo>
                  <a:lnTo>
                    <a:pt x="28" y="6992"/>
                  </a:lnTo>
                  <a:lnTo>
                    <a:pt x="214" y="7364"/>
                  </a:lnTo>
                  <a:lnTo>
                    <a:pt x="453" y="7709"/>
                  </a:lnTo>
                  <a:lnTo>
                    <a:pt x="692" y="8055"/>
                  </a:lnTo>
                  <a:lnTo>
                    <a:pt x="984" y="8347"/>
                  </a:lnTo>
                  <a:lnTo>
                    <a:pt x="1277" y="8640"/>
                  </a:lnTo>
                  <a:lnTo>
                    <a:pt x="1596" y="8879"/>
                  </a:lnTo>
                  <a:lnTo>
                    <a:pt x="1915" y="9118"/>
                  </a:lnTo>
                  <a:lnTo>
                    <a:pt x="2287" y="9304"/>
                  </a:lnTo>
                  <a:lnTo>
                    <a:pt x="2632" y="9490"/>
                  </a:lnTo>
                  <a:lnTo>
                    <a:pt x="3031" y="9623"/>
                  </a:lnTo>
                  <a:lnTo>
                    <a:pt x="3403" y="9756"/>
                  </a:lnTo>
                  <a:lnTo>
                    <a:pt x="3802" y="9836"/>
                  </a:lnTo>
                  <a:lnTo>
                    <a:pt x="4227" y="9889"/>
                  </a:lnTo>
                  <a:lnTo>
                    <a:pt x="5051" y="9889"/>
                  </a:lnTo>
                  <a:lnTo>
                    <a:pt x="5477" y="9836"/>
                  </a:lnTo>
                  <a:lnTo>
                    <a:pt x="5875" y="9756"/>
                  </a:lnTo>
                  <a:lnTo>
                    <a:pt x="6301" y="9650"/>
                  </a:lnTo>
                  <a:lnTo>
                    <a:pt x="6673" y="9490"/>
                  </a:lnTo>
                  <a:lnTo>
                    <a:pt x="7045" y="9331"/>
                  </a:lnTo>
                  <a:lnTo>
                    <a:pt x="7417" y="9118"/>
                  </a:lnTo>
                  <a:lnTo>
                    <a:pt x="7736" y="8906"/>
                  </a:lnTo>
                  <a:lnTo>
                    <a:pt x="8055" y="8640"/>
                  </a:lnTo>
                  <a:lnTo>
                    <a:pt x="8347" y="8374"/>
                  </a:lnTo>
                  <a:lnTo>
                    <a:pt x="8640" y="8082"/>
                  </a:lnTo>
                  <a:lnTo>
                    <a:pt x="8879" y="7763"/>
                  </a:lnTo>
                  <a:lnTo>
                    <a:pt x="9118" y="7417"/>
                  </a:lnTo>
                  <a:lnTo>
                    <a:pt x="9304" y="7071"/>
                  </a:lnTo>
                  <a:lnTo>
                    <a:pt x="9490" y="6699"/>
                  </a:lnTo>
                  <a:lnTo>
                    <a:pt x="9623" y="6301"/>
                  </a:lnTo>
                  <a:lnTo>
                    <a:pt x="9756" y="5902"/>
                  </a:lnTo>
                  <a:lnTo>
                    <a:pt x="9836" y="5477"/>
                  </a:lnTo>
                  <a:lnTo>
                    <a:pt x="9863" y="5078"/>
                  </a:lnTo>
                  <a:lnTo>
                    <a:pt x="9889" y="4653"/>
                  </a:lnTo>
                  <a:lnTo>
                    <a:pt x="9863" y="4227"/>
                  </a:lnTo>
                  <a:lnTo>
                    <a:pt x="9809" y="3829"/>
                  </a:lnTo>
                  <a:lnTo>
                    <a:pt x="9730" y="3430"/>
                  </a:lnTo>
                  <a:lnTo>
                    <a:pt x="9623" y="3031"/>
                  </a:lnTo>
                  <a:lnTo>
                    <a:pt x="9464" y="2659"/>
                  </a:lnTo>
                  <a:lnTo>
                    <a:pt x="9304" y="2287"/>
                  </a:lnTo>
                  <a:lnTo>
                    <a:pt x="9092" y="1941"/>
                  </a:lnTo>
                  <a:lnTo>
                    <a:pt x="8879" y="1596"/>
                  </a:lnTo>
                  <a:lnTo>
                    <a:pt x="8613" y="1277"/>
                  </a:lnTo>
                  <a:lnTo>
                    <a:pt x="8347" y="984"/>
                  </a:lnTo>
                  <a:lnTo>
                    <a:pt x="8029" y="719"/>
                  </a:lnTo>
                  <a:lnTo>
                    <a:pt x="7710" y="453"/>
                  </a:lnTo>
                  <a:lnTo>
                    <a:pt x="7364" y="240"/>
                  </a:lnTo>
                  <a:lnTo>
                    <a:pt x="6992" y="27"/>
                  </a:lnTo>
                  <a:lnTo>
                    <a:pt x="69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8"/>
            <p:cNvSpPr/>
            <p:nvPr/>
          </p:nvSpPr>
          <p:spPr>
            <a:xfrm>
              <a:off x="7157925" y="1398500"/>
              <a:ext cx="82425" cy="79100"/>
            </a:xfrm>
            <a:custGeom>
              <a:avLst/>
              <a:gdLst/>
              <a:ahLst/>
              <a:cxnLst/>
              <a:rect l="l" t="t" r="r" b="b"/>
              <a:pathLst>
                <a:path w="3297" h="3164" extrusionOk="0">
                  <a:moveTo>
                    <a:pt x="1648" y="638"/>
                  </a:moveTo>
                  <a:lnTo>
                    <a:pt x="1914" y="1196"/>
                  </a:lnTo>
                  <a:lnTo>
                    <a:pt x="1994" y="1276"/>
                  </a:lnTo>
                  <a:lnTo>
                    <a:pt x="2073" y="1303"/>
                  </a:lnTo>
                  <a:lnTo>
                    <a:pt x="2685" y="1382"/>
                  </a:lnTo>
                  <a:lnTo>
                    <a:pt x="2233" y="1808"/>
                  </a:lnTo>
                  <a:lnTo>
                    <a:pt x="2180" y="1887"/>
                  </a:lnTo>
                  <a:lnTo>
                    <a:pt x="2180" y="1994"/>
                  </a:lnTo>
                  <a:lnTo>
                    <a:pt x="2286" y="2605"/>
                  </a:lnTo>
                  <a:lnTo>
                    <a:pt x="1754" y="2313"/>
                  </a:lnTo>
                  <a:lnTo>
                    <a:pt x="1648" y="2286"/>
                  </a:lnTo>
                  <a:lnTo>
                    <a:pt x="1568" y="2313"/>
                  </a:lnTo>
                  <a:lnTo>
                    <a:pt x="1010" y="2605"/>
                  </a:lnTo>
                  <a:lnTo>
                    <a:pt x="1117" y="1994"/>
                  </a:lnTo>
                  <a:lnTo>
                    <a:pt x="1117" y="1887"/>
                  </a:lnTo>
                  <a:lnTo>
                    <a:pt x="1063" y="1808"/>
                  </a:lnTo>
                  <a:lnTo>
                    <a:pt x="638" y="1382"/>
                  </a:lnTo>
                  <a:lnTo>
                    <a:pt x="1223" y="1303"/>
                  </a:lnTo>
                  <a:lnTo>
                    <a:pt x="1329" y="1276"/>
                  </a:lnTo>
                  <a:lnTo>
                    <a:pt x="1382" y="1196"/>
                  </a:lnTo>
                  <a:lnTo>
                    <a:pt x="1648" y="638"/>
                  </a:lnTo>
                  <a:close/>
                  <a:moveTo>
                    <a:pt x="1648" y="0"/>
                  </a:moveTo>
                  <a:lnTo>
                    <a:pt x="1542" y="27"/>
                  </a:lnTo>
                  <a:lnTo>
                    <a:pt x="1462" y="106"/>
                  </a:lnTo>
                  <a:lnTo>
                    <a:pt x="1063" y="930"/>
                  </a:lnTo>
                  <a:lnTo>
                    <a:pt x="160" y="1063"/>
                  </a:lnTo>
                  <a:lnTo>
                    <a:pt x="80" y="1090"/>
                  </a:lnTo>
                  <a:lnTo>
                    <a:pt x="0" y="1196"/>
                  </a:lnTo>
                  <a:lnTo>
                    <a:pt x="0" y="1303"/>
                  </a:lnTo>
                  <a:lnTo>
                    <a:pt x="53" y="1409"/>
                  </a:lnTo>
                  <a:lnTo>
                    <a:pt x="718" y="2020"/>
                  </a:lnTo>
                  <a:lnTo>
                    <a:pt x="558" y="2924"/>
                  </a:lnTo>
                  <a:lnTo>
                    <a:pt x="558" y="3030"/>
                  </a:lnTo>
                  <a:lnTo>
                    <a:pt x="638" y="3137"/>
                  </a:lnTo>
                  <a:lnTo>
                    <a:pt x="744" y="3163"/>
                  </a:lnTo>
                  <a:lnTo>
                    <a:pt x="851" y="3137"/>
                  </a:lnTo>
                  <a:lnTo>
                    <a:pt x="1648" y="2711"/>
                  </a:lnTo>
                  <a:lnTo>
                    <a:pt x="2472" y="3137"/>
                  </a:lnTo>
                  <a:lnTo>
                    <a:pt x="2578" y="3163"/>
                  </a:lnTo>
                  <a:lnTo>
                    <a:pt x="2658" y="3137"/>
                  </a:lnTo>
                  <a:lnTo>
                    <a:pt x="2738" y="3030"/>
                  </a:lnTo>
                  <a:lnTo>
                    <a:pt x="2738" y="2924"/>
                  </a:lnTo>
                  <a:lnTo>
                    <a:pt x="2605" y="2020"/>
                  </a:lnTo>
                  <a:lnTo>
                    <a:pt x="3243" y="1409"/>
                  </a:lnTo>
                  <a:lnTo>
                    <a:pt x="3296" y="1303"/>
                  </a:lnTo>
                  <a:lnTo>
                    <a:pt x="3296" y="1196"/>
                  </a:lnTo>
                  <a:lnTo>
                    <a:pt x="3243" y="1090"/>
                  </a:lnTo>
                  <a:lnTo>
                    <a:pt x="3137" y="1063"/>
                  </a:lnTo>
                  <a:lnTo>
                    <a:pt x="2233" y="930"/>
                  </a:lnTo>
                  <a:lnTo>
                    <a:pt x="1834" y="106"/>
                  </a:lnTo>
                  <a:lnTo>
                    <a:pt x="1754" y="27"/>
                  </a:lnTo>
                  <a:lnTo>
                    <a:pt x="16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8"/>
            <p:cNvSpPr/>
            <p:nvPr/>
          </p:nvSpPr>
          <p:spPr>
            <a:xfrm>
              <a:off x="7153925" y="1314750"/>
              <a:ext cx="46550" cy="45875"/>
            </a:xfrm>
            <a:custGeom>
              <a:avLst/>
              <a:gdLst/>
              <a:ahLst/>
              <a:cxnLst/>
              <a:rect l="l" t="t" r="r" b="b"/>
              <a:pathLst>
                <a:path w="1862" h="1835" extrusionOk="0">
                  <a:moveTo>
                    <a:pt x="240" y="1"/>
                  </a:moveTo>
                  <a:lnTo>
                    <a:pt x="187" y="27"/>
                  </a:lnTo>
                  <a:lnTo>
                    <a:pt x="134" y="81"/>
                  </a:lnTo>
                  <a:lnTo>
                    <a:pt x="107" y="160"/>
                  </a:lnTo>
                  <a:lnTo>
                    <a:pt x="107" y="240"/>
                  </a:lnTo>
                  <a:lnTo>
                    <a:pt x="134" y="320"/>
                  </a:lnTo>
                  <a:lnTo>
                    <a:pt x="187" y="373"/>
                  </a:lnTo>
                  <a:lnTo>
                    <a:pt x="266" y="400"/>
                  </a:lnTo>
                  <a:lnTo>
                    <a:pt x="1144" y="506"/>
                  </a:lnTo>
                  <a:lnTo>
                    <a:pt x="80" y="1303"/>
                  </a:lnTo>
                  <a:lnTo>
                    <a:pt x="54" y="1357"/>
                  </a:lnTo>
                  <a:lnTo>
                    <a:pt x="27" y="1410"/>
                  </a:lnTo>
                  <a:lnTo>
                    <a:pt x="1" y="1463"/>
                  </a:lnTo>
                  <a:lnTo>
                    <a:pt x="27" y="1516"/>
                  </a:lnTo>
                  <a:lnTo>
                    <a:pt x="27" y="1569"/>
                  </a:lnTo>
                  <a:lnTo>
                    <a:pt x="80" y="1622"/>
                  </a:lnTo>
                  <a:lnTo>
                    <a:pt x="134" y="1649"/>
                  </a:lnTo>
                  <a:lnTo>
                    <a:pt x="187" y="1649"/>
                  </a:lnTo>
                  <a:lnTo>
                    <a:pt x="1649" y="1835"/>
                  </a:lnTo>
                  <a:lnTo>
                    <a:pt x="1755" y="1835"/>
                  </a:lnTo>
                  <a:lnTo>
                    <a:pt x="1808" y="1782"/>
                  </a:lnTo>
                  <a:lnTo>
                    <a:pt x="1861" y="1729"/>
                  </a:lnTo>
                  <a:lnTo>
                    <a:pt x="1861" y="1649"/>
                  </a:lnTo>
                  <a:lnTo>
                    <a:pt x="1861" y="1569"/>
                  </a:lnTo>
                  <a:lnTo>
                    <a:pt x="1835" y="1516"/>
                  </a:lnTo>
                  <a:lnTo>
                    <a:pt x="1782" y="1463"/>
                  </a:lnTo>
                  <a:lnTo>
                    <a:pt x="1702" y="1436"/>
                  </a:lnTo>
                  <a:lnTo>
                    <a:pt x="718" y="1330"/>
                  </a:lnTo>
                  <a:lnTo>
                    <a:pt x="1755" y="532"/>
                  </a:lnTo>
                  <a:lnTo>
                    <a:pt x="1808" y="479"/>
                  </a:lnTo>
                  <a:lnTo>
                    <a:pt x="1835" y="426"/>
                  </a:lnTo>
                  <a:lnTo>
                    <a:pt x="1835" y="373"/>
                  </a:lnTo>
                  <a:lnTo>
                    <a:pt x="1835" y="320"/>
                  </a:lnTo>
                  <a:lnTo>
                    <a:pt x="1808" y="267"/>
                  </a:lnTo>
                  <a:lnTo>
                    <a:pt x="1782" y="214"/>
                  </a:lnTo>
                  <a:lnTo>
                    <a:pt x="1728" y="187"/>
                  </a:lnTo>
                  <a:lnTo>
                    <a:pt x="1675" y="160"/>
                  </a:lnTo>
                  <a:lnTo>
                    <a:pt x="3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8"/>
            <p:cNvSpPr/>
            <p:nvPr/>
          </p:nvSpPr>
          <p:spPr>
            <a:xfrm>
              <a:off x="7214400" y="1342675"/>
              <a:ext cx="41900" cy="41875"/>
            </a:xfrm>
            <a:custGeom>
              <a:avLst/>
              <a:gdLst/>
              <a:ahLst/>
              <a:cxnLst/>
              <a:rect l="l" t="t" r="r" b="b"/>
              <a:pathLst>
                <a:path w="1676" h="1675" extrusionOk="0">
                  <a:moveTo>
                    <a:pt x="240" y="0"/>
                  </a:moveTo>
                  <a:lnTo>
                    <a:pt x="160" y="53"/>
                  </a:lnTo>
                  <a:lnTo>
                    <a:pt x="107" y="107"/>
                  </a:lnTo>
                  <a:lnTo>
                    <a:pt x="80" y="186"/>
                  </a:lnTo>
                  <a:lnTo>
                    <a:pt x="107" y="266"/>
                  </a:lnTo>
                  <a:lnTo>
                    <a:pt x="133" y="319"/>
                  </a:lnTo>
                  <a:lnTo>
                    <a:pt x="187" y="372"/>
                  </a:lnTo>
                  <a:lnTo>
                    <a:pt x="266" y="399"/>
                  </a:lnTo>
                  <a:lnTo>
                    <a:pt x="957" y="505"/>
                  </a:lnTo>
                  <a:lnTo>
                    <a:pt x="80" y="1143"/>
                  </a:lnTo>
                  <a:lnTo>
                    <a:pt x="54" y="1196"/>
                  </a:lnTo>
                  <a:lnTo>
                    <a:pt x="27" y="1250"/>
                  </a:lnTo>
                  <a:lnTo>
                    <a:pt x="1" y="1303"/>
                  </a:lnTo>
                  <a:lnTo>
                    <a:pt x="27" y="1356"/>
                  </a:lnTo>
                  <a:lnTo>
                    <a:pt x="54" y="1409"/>
                  </a:lnTo>
                  <a:lnTo>
                    <a:pt x="80" y="1462"/>
                  </a:lnTo>
                  <a:lnTo>
                    <a:pt x="133" y="1489"/>
                  </a:lnTo>
                  <a:lnTo>
                    <a:pt x="187" y="1515"/>
                  </a:lnTo>
                  <a:lnTo>
                    <a:pt x="1462" y="1675"/>
                  </a:lnTo>
                  <a:lnTo>
                    <a:pt x="1489" y="1675"/>
                  </a:lnTo>
                  <a:lnTo>
                    <a:pt x="1569" y="1648"/>
                  </a:lnTo>
                  <a:lnTo>
                    <a:pt x="1622" y="1622"/>
                  </a:lnTo>
                  <a:lnTo>
                    <a:pt x="1675" y="1542"/>
                  </a:lnTo>
                  <a:lnTo>
                    <a:pt x="1675" y="1489"/>
                  </a:lnTo>
                  <a:lnTo>
                    <a:pt x="1675" y="1409"/>
                  </a:lnTo>
                  <a:lnTo>
                    <a:pt x="1649" y="1329"/>
                  </a:lnTo>
                  <a:lnTo>
                    <a:pt x="1595" y="1276"/>
                  </a:lnTo>
                  <a:lnTo>
                    <a:pt x="1516" y="1276"/>
                  </a:lnTo>
                  <a:lnTo>
                    <a:pt x="718" y="1170"/>
                  </a:lnTo>
                  <a:lnTo>
                    <a:pt x="1569" y="505"/>
                  </a:lnTo>
                  <a:lnTo>
                    <a:pt x="1622" y="479"/>
                  </a:lnTo>
                  <a:lnTo>
                    <a:pt x="1649" y="426"/>
                  </a:lnTo>
                  <a:lnTo>
                    <a:pt x="1649" y="372"/>
                  </a:lnTo>
                  <a:lnTo>
                    <a:pt x="1649" y="319"/>
                  </a:lnTo>
                  <a:lnTo>
                    <a:pt x="1622" y="266"/>
                  </a:lnTo>
                  <a:lnTo>
                    <a:pt x="1595" y="213"/>
                  </a:lnTo>
                  <a:lnTo>
                    <a:pt x="1542" y="186"/>
                  </a:lnTo>
                  <a:lnTo>
                    <a:pt x="1489" y="160"/>
                  </a:lnTo>
                  <a:lnTo>
                    <a:pt x="3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2" name="Google Shape;472;p38"/>
          <p:cNvSpPr txBox="1"/>
          <p:nvPr/>
        </p:nvSpPr>
        <p:spPr>
          <a:xfrm>
            <a:off x="3291839" y="576612"/>
            <a:ext cx="3160851"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sz="2000" b="1" dirty="0">
                <a:solidFill>
                  <a:schemeClr val="dk1"/>
                </a:solidFill>
                <a:latin typeface="Jost"/>
                <a:ea typeface="Jost"/>
                <a:cs typeface="Jost"/>
                <a:sym typeface="Jost"/>
              </a:rPr>
              <a:t>Why does sleep matter? </a:t>
            </a:r>
            <a:endParaRPr sz="2000" b="1" dirty="0">
              <a:solidFill>
                <a:schemeClr val="lt1"/>
              </a:solidFill>
              <a:latin typeface="Jost"/>
              <a:ea typeface="Jost"/>
              <a:cs typeface="Jost"/>
              <a:sym typeface="Jost"/>
            </a:endParaRPr>
          </a:p>
        </p:txBody>
      </p:sp>
      <p:sp>
        <p:nvSpPr>
          <p:cNvPr id="473" name="Google Shape;473;p38"/>
          <p:cNvSpPr txBox="1"/>
          <p:nvPr/>
        </p:nvSpPr>
        <p:spPr>
          <a:xfrm>
            <a:off x="3292050" y="1448000"/>
            <a:ext cx="13827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sz="1300" b="1" dirty="0">
                <a:solidFill>
                  <a:schemeClr val="dk1"/>
                </a:solidFill>
              </a:rPr>
              <a:t>The Problem</a:t>
            </a:r>
            <a:r>
              <a:rPr lang="en" sz="1300" dirty="0">
                <a:solidFill>
                  <a:schemeClr val="dk1"/>
                </a:solidFill>
              </a:rPr>
              <a:t>  </a:t>
            </a:r>
            <a:endParaRPr sz="1200" dirty="0">
              <a:solidFill>
                <a:schemeClr val="lt1"/>
              </a:solidFill>
              <a:latin typeface="Gothic A1"/>
              <a:ea typeface="Gothic A1"/>
              <a:cs typeface="Gothic A1"/>
              <a:sym typeface="Gothic A1"/>
            </a:endParaRPr>
          </a:p>
        </p:txBody>
      </p:sp>
      <p:grpSp>
        <p:nvGrpSpPr>
          <p:cNvPr id="474" name="Google Shape;474;p38"/>
          <p:cNvGrpSpPr/>
          <p:nvPr/>
        </p:nvGrpSpPr>
        <p:grpSpPr>
          <a:xfrm>
            <a:off x="2917146" y="291715"/>
            <a:ext cx="202300" cy="226668"/>
            <a:chOff x="7128000" y="1314750"/>
            <a:chExt cx="247250" cy="263200"/>
          </a:xfrm>
        </p:grpSpPr>
        <p:sp>
          <p:nvSpPr>
            <p:cNvPr id="475" name="Google Shape;475;p38"/>
            <p:cNvSpPr/>
            <p:nvPr/>
          </p:nvSpPr>
          <p:spPr>
            <a:xfrm>
              <a:off x="7128000" y="1330700"/>
              <a:ext cx="247250" cy="247250"/>
            </a:xfrm>
            <a:custGeom>
              <a:avLst/>
              <a:gdLst/>
              <a:ahLst/>
              <a:cxnLst/>
              <a:rect l="l" t="t" r="r" b="b"/>
              <a:pathLst>
                <a:path w="9890" h="9890" extrusionOk="0">
                  <a:moveTo>
                    <a:pt x="7311" y="665"/>
                  </a:moveTo>
                  <a:lnTo>
                    <a:pt x="7630" y="905"/>
                  </a:lnTo>
                  <a:lnTo>
                    <a:pt x="7922" y="1170"/>
                  </a:lnTo>
                  <a:lnTo>
                    <a:pt x="8215" y="1436"/>
                  </a:lnTo>
                  <a:lnTo>
                    <a:pt x="8454" y="1729"/>
                  </a:lnTo>
                  <a:lnTo>
                    <a:pt x="8666" y="2021"/>
                  </a:lnTo>
                  <a:lnTo>
                    <a:pt x="8879" y="2367"/>
                  </a:lnTo>
                  <a:lnTo>
                    <a:pt x="9039" y="2686"/>
                  </a:lnTo>
                  <a:lnTo>
                    <a:pt x="9198" y="3058"/>
                  </a:lnTo>
                  <a:lnTo>
                    <a:pt x="9304" y="3403"/>
                  </a:lnTo>
                  <a:lnTo>
                    <a:pt x="9384" y="3775"/>
                  </a:lnTo>
                  <a:lnTo>
                    <a:pt x="9464" y="4148"/>
                  </a:lnTo>
                  <a:lnTo>
                    <a:pt x="9490" y="4520"/>
                  </a:lnTo>
                  <a:lnTo>
                    <a:pt x="9490" y="4918"/>
                  </a:lnTo>
                  <a:lnTo>
                    <a:pt x="9437" y="5291"/>
                  </a:lnTo>
                  <a:lnTo>
                    <a:pt x="9384" y="5689"/>
                  </a:lnTo>
                  <a:lnTo>
                    <a:pt x="9278" y="6061"/>
                  </a:lnTo>
                  <a:lnTo>
                    <a:pt x="9145" y="6434"/>
                  </a:lnTo>
                  <a:lnTo>
                    <a:pt x="9012" y="6806"/>
                  </a:lnTo>
                  <a:lnTo>
                    <a:pt x="8826" y="7151"/>
                  </a:lnTo>
                  <a:lnTo>
                    <a:pt x="8613" y="7470"/>
                  </a:lnTo>
                  <a:lnTo>
                    <a:pt x="8374" y="7763"/>
                  </a:lnTo>
                  <a:lnTo>
                    <a:pt x="8135" y="8055"/>
                  </a:lnTo>
                  <a:lnTo>
                    <a:pt x="7842" y="8321"/>
                  </a:lnTo>
                  <a:lnTo>
                    <a:pt x="7550" y="8560"/>
                  </a:lnTo>
                  <a:lnTo>
                    <a:pt x="7231" y="8773"/>
                  </a:lnTo>
                  <a:lnTo>
                    <a:pt x="6912" y="8959"/>
                  </a:lnTo>
                  <a:lnTo>
                    <a:pt x="6567" y="9118"/>
                  </a:lnTo>
                  <a:lnTo>
                    <a:pt x="6221" y="9251"/>
                  </a:lnTo>
                  <a:lnTo>
                    <a:pt x="5849" y="9357"/>
                  </a:lnTo>
                  <a:lnTo>
                    <a:pt x="5477" y="9437"/>
                  </a:lnTo>
                  <a:lnTo>
                    <a:pt x="5078" y="9490"/>
                  </a:lnTo>
                  <a:lnTo>
                    <a:pt x="4387" y="9490"/>
                  </a:lnTo>
                  <a:lnTo>
                    <a:pt x="4068" y="9464"/>
                  </a:lnTo>
                  <a:lnTo>
                    <a:pt x="3775" y="9411"/>
                  </a:lnTo>
                  <a:lnTo>
                    <a:pt x="3483" y="9357"/>
                  </a:lnTo>
                  <a:lnTo>
                    <a:pt x="3217" y="9278"/>
                  </a:lnTo>
                  <a:lnTo>
                    <a:pt x="2925" y="9171"/>
                  </a:lnTo>
                  <a:lnTo>
                    <a:pt x="2659" y="9065"/>
                  </a:lnTo>
                  <a:lnTo>
                    <a:pt x="2393" y="8932"/>
                  </a:lnTo>
                  <a:lnTo>
                    <a:pt x="2127" y="8773"/>
                  </a:lnTo>
                  <a:lnTo>
                    <a:pt x="1888" y="8613"/>
                  </a:lnTo>
                  <a:lnTo>
                    <a:pt x="1649" y="8427"/>
                  </a:lnTo>
                  <a:lnTo>
                    <a:pt x="1436" y="8241"/>
                  </a:lnTo>
                  <a:lnTo>
                    <a:pt x="1224" y="8028"/>
                  </a:lnTo>
                  <a:lnTo>
                    <a:pt x="1011" y="7816"/>
                  </a:lnTo>
                  <a:lnTo>
                    <a:pt x="825" y="7577"/>
                  </a:lnTo>
                  <a:lnTo>
                    <a:pt x="665" y="7337"/>
                  </a:lnTo>
                  <a:lnTo>
                    <a:pt x="1091" y="7470"/>
                  </a:lnTo>
                  <a:lnTo>
                    <a:pt x="1516" y="7550"/>
                  </a:lnTo>
                  <a:lnTo>
                    <a:pt x="1968" y="7603"/>
                  </a:lnTo>
                  <a:lnTo>
                    <a:pt x="2420" y="7630"/>
                  </a:lnTo>
                  <a:lnTo>
                    <a:pt x="2951" y="7603"/>
                  </a:lnTo>
                  <a:lnTo>
                    <a:pt x="3457" y="7523"/>
                  </a:lnTo>
                  <a:lnTo>
                    <a:pt x="3962" y="7390"/>
                  </a:lnTo>
                  <a:lnTo>
                    <a:pt x="4440" y="7204"/>
                  </a:lnTo>
                  <a:lnTo>
                    <a:pt x="4892" y="6992"/>
                  </a:lnTo>
                  <a:lnTo>
                    <a:pt x="5317" y="6726"/>
                  </a:lnTo>
                  <a:lnTo>
                    <a:pt x="5716" y="6434"/>
                  </a:lnTo>
                  <a:lnTo>
                    <a:pt x="6088" y="6115"/>
                  </a:lnTo>
                  <a:lnTo>
                    <a:pt x="6434" y="5742"/>
                  </a:lnTo>
                  <a:lnTo>
                    <a:pt x="6726" y="5344"/>
                  </a:lnTo>
                  <a:lnTo>
                    <a:pt x="6992" y="4892"/>
                  </a:lnTo>
                  <a:lnTo>
                    <a:pt x="7204" y="4440"/>
                  </a:lnTo>
                  <a:lnTo>
                    <a:pt x="7391" y="3961"/>
                  </a:lnTo>
                  <a:lnTo>
                    <a:pt x="7497" y="3483"/>
                  </a:lnTo>
                  <a:lnTo>
                    <a:pt x="7577" y="2951"/>
                  </a:lnTo>
                  <a:lnTo>
                    <a:pt x="7603" y="2420"/>
                  </a:lnTo>
                  <a:lnTo>
                    <a:pt x="7603" y="1968"/>
                  </a:lnTo>
                  <a:lnTo>
                    <a:pt x="7550" y="1543"/>
                  </a:lnTo>
                  <a:lnTo>
                    <a:pt x="7444" y="1091"/>
                  </a:lnTo>
                  <a:lnTo>
                    <a:pt x="7311" y="665"/>
                  </a:lnTo>
                  <a:close/>
                  <a:moveTo>
                    <a:pt x="6859" y="1"/>
                  </a:moveTo>
                  <a:lnTo>
                    <a:pt x="6806" y="27"/>
                  </a:lnTo>
                  <a:lnTo>
                    <a:pt x="6753" y="81"/>
                  </a:lnTo>
                  <a:lnTo>
                    <a:pt x="6726" y="107"/>
                  </a:lnTo>
                  <a:lnTo>
                    <a:pt x="6699" y="187"/>
                  </a:lnTo>
                  <a:lnTo>
                    <a:pt x="6699" y="240"/>
                  </a:lnTo>
                  <a:lnTo>
                    <a:pt x="6726" y="293"/>
                  </a:lnTo>
                  <a:lnTo>
                    <a:pt x="6832" y="559"/>
                  </a:lnTo>
                  <a:lnTo>
                    <a:pt x="6939" y="798"/>
                  </a:lnTo>
                  <a:lnTo>
                    <a:pt x="7098" y="1330"/>
                  </a:lnTo>
                  <a:lnTo>
                    <a:pt x="7178" y="1862"/>
                  </a:lnTo>
                  <a:lnTo>
                    <a:pt x="7204" y="2154"/>
                  </a:lnTo>
                  <a:lnTo>
                    <a:pt x="7204" y="2420"/>
                  </a:lnTo>
                  <a:lnTo>
                    <a:pt x="7178" y="2925"/>
                  </a:lnTo>
                  <a:lnTo>
                    <a:pt x="7125" y="3403"/>
                  </a:lnTo>
                  <a:lnTo>
                    <a:pt x="6992" y="3855"/>
                  </a:lnTo>
                  <a:lnTo>
                    <a:pt x="6832" y="4280"/>
                  </a:lnTo>
                  <a:lnTo>
                    <a:pt x="6620" y="4706"/>
                  </a:lnTo>
                  <a:lnTo>
                    <a:pt x="6380" y="5104"/>
                  </a:lnTo>
                  <a:lnTo>
                    <a:pt x="6115" y="5477"/>
                  </a:lnTo>
                  <a:lnTo>
                    <a:pt x="5796" y="5822"/>
                  </a:lnTo>
                  <a:lnTo>
                    <a:pt x="5450" y="6141"/>
                  </a:lnTo>
                  <a:lnTo>
                    <a:pt x="5105" y="6407"/>
                  </a:lnTo>
                  <a:lnTo>
                    <a:pt x="4706" y="6646"/>
                  </a:lnTo>
                  <a:lnTo>
                    <a:pt x="4281" y="6859"/>
                  </a:lnTo>
                  <a:lnTo>
                    <a:pt x="3829" y="7018"/>
                  </a:lnTo>
                  <a:lnTo>
                    <a:pt x="3377" y="7125"/>
                  </a:lnTo>
                  <a:lnTo>
                    <a:pt x="2898" y="7204"/>
                  </a:lnTo>
                  <a:lnTo>
                    <a:pt x="2420" y="7231"/>
                  </a:lnTo>
                  <a:lnTo>
                    <a:pt x="2127" y="7231"/>
                  </a:lnTo>
                  <a:lnTo>
                    <a:pt x="1862" y="7204"/>
                  </a:lnTo>
                  <a:lnTo>
                    <a:pt x="1330" y="7098"/>
                  </a:lnTo>
                  <a:lnTo>
                    <a:pt x="798" y="6939"/>
                  </a:lnTo>
                  <a:lnTo>
                    <a:pt x="533" y="6859"/>
                  </a:lnTo>
                  <a:lnTo>
                    <a:pt x="293" y="6726"/>
                  </a:lnTo>
                  <a:lnTo>
                    <a:pt x="107" y="6726"/>
                  </a:lnTo>
                  <a:lnTo>
                    <a:pt x="54" y="6779"/>
                  </a:lnTo>
                  <a:lnTo>
                    <a:pt x="28" y="6832"/>
                  </a:lnTo>
                  <a:lnTo>
                    <a:pt x="1" y="6885"/>
                  </a:lnTo>
                  <a:lnTo>
                    <a:pt x="1" y="6939"/>
                  </a:lnTo>
                  <a:lnTo>
                    <a:pt x="28" y="6992"/>
                  </a:lnTo>
                  <a:lnTo>
                    <a:pt x="214" y="7364"/>
                  </a:lnTo>
                  <a:lnTo>
                    <a:pt x="453" y="7709"/>
                  </a:lnTo>
                  <a:lnTo>
                    <a:pt x="692" y="8055"/>
                  </a:lnTo>
                  <a:lnTo>
                    <a:pt x="984" y="8347"/>
                  </a:lnTo>
                  <a:lnTo>
                    <a:pt x="1277" y="8640"/>
                  </a:lnTo>
                  <a:lnTo>
                    <a:pt x="1596" y="8879"/>
                  </a:lnTo>
                  <a:lnTo>
                    <a:pt x="1915" y="9118"/>
                  </a:lnTo>
                  <a:lnTo>
                    <a:pt x="2287" y="9304"/>
                  </a:lnTo>
                  <a:lnTo>
                    <a:pt x="2632" y="9490"/>
                  </a:lnTo>
                  <a:lnTo>
                    <a:pt x="3031" y="9623"/>
                  </a:lnTo>
                  <a:lnTo>
                    <a:pt x="3403" y="9756"/>
                  </a:lnTo>
                  <a:lnTo>
                    <a:pt x="3802" y="9836"/>
                  </a:lnTo>
                  <a:lnTo>
                    <a:pt x="4227" y="9889"/>
                  </a:lnTo>
                  <a:lnTo>
                    <a:pt x="5051" y="9889"/>
                  </a:lnTo>
                  <a:lnTo>
                    <a:pt x="5477" y="9836"/>
                  </a:lnTo>
                  <a:lnTo>
                    <a:pt x="5875" y="9756"/>
                  </a:lnTo>
                  <a:lnTo>
                    <a:pt x="6301" y="9650"/>
                  </a:lnTo>
                  <a:lnTo>
                    <a:pt x="6673" y="9490"/>
                  </a:lnTo>
                  <a:lnTo>
                    <a:pt x="7045" y="9331"/>
                  </a:lnTo>
                  <a:lnTo>
                    <a:pt x="7417" y="9118"/>
                  </a:lnTo>
                  <a:lnTo>
                    <a:pt x="7736" y="8906"/>
                  </a:lnTo>
                  <a:lnTo>
                    <a:pt x="8055" y="8640"/>
                  </a:lnTo>
                  <a:lnTo>
                    <a:pt x="8347" y="8374"/>
                  </a:lnTo>
                  <a:lnTo>
                    <a:pt x="8640" y="8082"/>
                  </a:lnTo>
                  <a:lnTo>
                    <a:pt x="8879" y="7763"/>
                  </a:lnTo>
                  <a:lnTo>
                    <a:pt x="9118" y="7417"/>
                  </a:lnTo>
                  <a:lnTo>
                    <a:pt x="9304" y="7071"/>
                  </a:lnTo>
                  <a:lnTo>
                    <a:pt x="9490" y="6699"/>
                  </a:lnTo>
                  <a:lnTo>
                    <a:pt x="9623" y="6301"/>
                  </a:lnTo>
                  <a:lnTo>
                    <a:pt x="9756" y="5902"/>
                  </a:lnTo>
                  <a:lnTo>
                    <a:pt x="9836" y="5477"/>
                  </a:lnTo>
                  <a:lnTo>
                    <a:pt x="9863" y="5078"/>
                  </a:lnTo>
                  <a:lnTo>
                    <a:pt x="9889" y="4653"/>
                  </a:lnTo>
                  <a:lnTo>
                    <a:pt x="9863" y="4227"/>
                  </a:lnTo>
                  <a:lnTo>
                    <a:pt x="9809" y="3829"/>
                  </a:lnTo>
                  <a:lnTo>
                    <a:pt x="9730" y="3430"/>
                  </a:lnTo>
                  <a:lnTo>
                    <a:pt x="9623" y="3031"/>
                  </a:lnTo>
                  <a:lnTo>
                    <a:pt x="9464" y="2659"/>
                  </a:lnTo>
                  <a:lnTo>
                    <a:pt x="9304" y="2287"/>
                  </a:lnTo>
                  <a:lnTo>
                    <a:pt x="9092" y="1941"/>
                  </a:lnTo>
                  <a:lnTo>
                    <a:pt x="8879" y="1596"/>
                  </a:lnTo>
                  <a:lnTo>
                    <a:pt x="8613" y="1277"/>
                  </a:lnTo>
                  <a:lnTo>
                    <a:pt x="8347" y="984"/>
                  </a:lnTo>
                  <a:lnTo>
                    <a:pt x="8029" y="719"/>
                  </a:lnTo>
                  <a:lnTo>
                    <a:pt x="7710" y="453"/>
                  </a:lnTo>
                  <a:lnTo>
                    <a:pt x="7364" y="240"/>
                  </a:lnTo>
                  <a:lnTo>
                    <a:pt x="6992" y="27"/>
                  </a:lnTo>
                  <a:lnTo>
                    <a:pt x="69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8"/>
            <p:cNvSpPr/>
            <p:nvPr/>
          </p:nvSpPr>
          <p:spPr>
            <a:xfrm>
              <a:off x="7157925" y="1398500"/>
              <a:ext cx="82425" cy="79100"/>
            </a:xfrm>
            <a:custGeom>
              <a:avLst/>
              <a:gdLst/>
              <a:ahLst/>
              <a:cxnLst/>
              <a:rect l="l" t="t" r="r" b="b"/>
              <a:pathLst>
                <a:path w="3297" h="3164" extrusionOk="0">
                  <a:moveTo>
                    <a:pt x="1648" y="638"/>
                  </a:moveTo>
                  <a:lnTo>
                    <a:pt x="1914" y="1196"/>
                  </a:lnTo>
                  <a:lnTo>
                    <a:pt x="1994" y="1276"/>
                  </a:lnTo>
                  <a:lnTo>
                    <a:pt x="2073" y="1303"/>
                  </a:lnTo>
                  <a:lnTo>
                    <a:pt x="2685" y="1382"/>
                  </a:lnTo>
                  <a:lnTo>
                    <a:pt x="2233" y="1808"/>
                  </a:lnTo>
                  <a:lnTo>
                    <a:pt x="2180" y="1887"/>
                  </a:lnTo>
                  <a:lnTo>
                    <a:pt x="2180" y="1994"/>
                  </a:lnTo>
                  <a:lnTo>
                    <a:pt x="2286" y="2605"/>
                  </a:lnTo>
                  <a:lnTo>
                    <a:pt x="1754" y="2313"/>
                  </a:lnTo>
                  <a:lnTo>
                    <a:pt x="1648" y="2286"/>
                  </a:lnTo>
                  <a:lnTo>
                    <a:pt x="1568" y="2313"/>
                  </a:lnTo>
                  <a:lnTo>
                    <a:pt x="1010" y="2605"/>
                  </a:lnTo>
                  <a:lnTo>
                    <a:pt x="1117" y="1994"/>
                  </a:lnTo>
                  <a:lnTo>
                    <a:pt x="1117" y="1887"/>
                  </a:lnTo>
                  <a:lnTo>
                    <a:pt x="1063" y="1808"/>
                  </a:lnTo>
                  <a:lnTo>
                    <a:pt x="638" y="1382"/>
                  </a:lnTo>
                  <a:lnTo>
                    <a:pt x="1223" y="1303"/>
                  </a:lnTo>
                  <a:lnTo>
                    <a:pt x="1329" y="1276"/>
                  </a:lnTo>
                  <a:lnTo>
                    <a:pt x="1382" y="1196"/>
                  </a:lnTo>
                  <a:lnTo>
                    <a:pt x="1648" y="638"/>
                  </a:lnTo>
                  <a:close/>
                  <a:moveTo>
                    <a:pt x="1648" y="0"/>
                  </a:moveTo>
                  <a:lnTo>
                    <a:pt x="1542" y="27"/>
                  </a:lnTo>
                  <a:lnTo>
                    <a:pt x="1462" y="106"/>
                  </a:lnTo>
                  <a:lnTo>
                    <a:pt x="1063" y="930"/>
                  </a:lnTo>
                  <a:lnTo>
                    <a:pt x="160" y="1063"/>
                  </a:lnTo>
                  <a:lnTo>
                    <a:pt x="80" y="1090"/>
                  </a:lnTo>
                  <a:lnTo>
                    <a:pt x="0" y="1196"/>
                  </a:lnTo>
                  <a:lnTo>
                    <a:pt x="0" y="1303"/>
                  </a:lnTo>
                  <a:lnTo>
                    <a:pt x="53" y="1409"/>
                  </a:lnTo>
                  <a:lnTo>
                    <a:pt x="718" y="2020"/>
                  </a:lnTo>
                  <a:lnTo>
                    <a:pt x="558" y="2924"/>
                  </a:lnTo>
                  <a:lnTo>
                    <a:pt x="558" y="3030"/>
                  </a:lnTo>
                  <a:lnTo>
                    <a:pt x="638" y="3137"/>
                  </a:lnTo>
                  <a:lnTo>
                    <a:pt x="744" y="3163"/>
                  </a:lnTo>
                  <a:lnTo>
                    <a:pt x="851" y="3137"/>
                  </a:lnTo>
                  <a:lnTo>
                    <a:pt x="1648" y="2711"/>
                  </a:lnTo>
                  <a:lnTo>
                    <a:pt x="2472" y="3137"/>
                  </a:lnTo>
                  <a:lnTo>
                    <a:pt x="2578" y="3163"/>
                  </a:lnTo>
                  <a:lnTo>
                    <a:pt x="2658" y="3137"/>
                  </a:lnTo>
                  <a:lnTo>
                    <a:pt x="2738" y="3030"/>
                  </a:lnTo>
                  <a:lnTo>
                    <a:pt x="2738" y="2924"/>
                  </a:lnTo>
                  <a:lnTo>
                    <a:pt x="2605" y="2020"/>
                  </a:lnTo>
                  <a:lnTo>
                    <a:pt x="3243" y="1409"/>
                  </a:lnTo>
                  <a:lnTo>
                    <a:pt x="3296" y="1303"/>
                  </a:lnTo>
                  <a:lnTo>
                    <a:pt x="3296" y="1196"/>
                  </a:lnTo>
                  <a:lnTo>
                    <a:pt x="3243" y="1090"/>
                  </a:lnTo>
                  <a:lnTo>
                    <a:pt x="3137" y="1063"/>
                  </a:lnTo>
                  <a:lnTo>
                    <a:pt x="2233" y="930"/>
                  </a:lnTo>
                  <a:lnTo>
                    <a:pt x="1834" y="106"/>
                  </a:lnTo>
                  <a:lnTo>
                    <a:pt x="1754" y="27"/>
                  </a:lnTo>
                  <a:lnTo>
                    <a:pt x="16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8"/>
            <p:cNvSpPr/>
            <p:nvPr/>
          </p:nvSpPr>
          <p:spPr>
            <a:xfrm>
              <a:off x="7153925" y="1314750"/>
              <a:ext cx="46550" cy="45875"/>
            </a:xfrm>
            <a:custGeom>
              <a:avLst/>
              <a:gdLst/>
              <a:ahLst/>
              <a:cxnLst/>
              <a:rect l="l" t="t" r="r" b="b"/>
              <a:pathLst>
                <a:path w="1862" h="1835" extrusionOk="0">
                  <a:moveTo>
                    <a:pt x="240" y="1"/>
                  </a:moveTo>
                  <a:lnTo>
                    <a:pt x="187" y="27"/>
                  </a:lnTo>
                  <a:lnTo>
                    <a:pt x="134" y="81"/>
                  </a:lnTo>
                  <a:lnTo>
                    <a:pt x="107" y="160"/>
                  </a:lnTo>
                  <a:lnTo>
                    <a:pt x="107" y="240"/>
                  </a:lnTo>
                  <a:lnTo>
                    <a:pt x="134" y="320"/>
                  </a:lnTo>
                  <a:lnTo>
                    <a:pt x="187" y="373"/>
                  </a:lnTo>
                  <a:lnTo>
                    <a:pt x="266" y="400"/>
                  </a:lnTo>
                  <a:lnTo>
                    <a:pt x="1144" y="506"/>
                  </a:lnTo>
                  <a:lnTo>
                    <a:pt x="80" y="1303"/>
                  </a:lnTo>
                  <a:lnTo>
                    <a:pt x="54" y="1357"/>
                  </a:lnTo>
                  <a:lnTo>
                    <a:pt x="27" y="1410"/>
                  </a:lnTo>
                  <a:lnTo>
                    <a:pt x="1" y="1463"/>
                  </a:lnTo>
                  <a:lnTo>
                    <a:pt x="27" y="1516"/>
                  </a:lnTo>
                  <a:lnTo>
                    <a:pt x="27" y="1569"/>
                  </a:lnTo>
                  <a:lnTo>
                    <a:pt x="80" y="1622"/>
                  </a:lnTo>
                  <a:lnTo>
                    <a:pt x="134" y="1649"/>
                  </a:lnTo>
                  <a:lnTo>
                    <a:pt x="187" y="1649"/>
                  </a:lnTo>
                  <a:lnTo>
                    <a:pt x="1649" y="1835"/>
                  </a:lnTo>
                  <a:lnTo>
                    <a:pt x="1755" y="1835"/>
                  </a:lnTo>
                  <a:lnTo>
                    <a:pt x="1808" y="1782"/>
                  </a:lnTo>
                  <a:lnTo>
                    <a:pt x="1861" y="1729"/>
                  </a:lnTo>
                  <a:lnTo>
                    <a:pt x="1861" y="1649"/>
                  </a:lnTo>
                  <a:lnTo>
                    <a:pt x="1861" y="1569"/>
                  </a:lnTo>
                  <a:lnTo>
                    <a:pt x="1835" y="1516"/>
                  </a:lnTo>
                  <a:lnTo>
                    <a:pt x="1782" y="1463"/>
                  </a:lnTo>
                  <a:lnTo>
                    <a:pt x="1702" y="1436"/>
                  </a:lnTo>
                  <a:lnTo>
                    <a:pt x="718" y="1330"/>
                  </a:lnTo>
                  <a:lnTo>
                    <a:pt x="1755" y="532"/>
                  </a:lnTo>
                  <a:lnTo>
                    <a:pt x="1808" y="479"/>
                  </a:lnTo>
                  <a:lnTo>
                    <a:pt x="1835" y="426"/>
                  </a:lnTo>
                  <a:lnTo>
                    <a:pt x="1835" y="373"/>
                  </a:lnTo>
                  <a:lnTo>
                    <a:pt x="1835" y="320"/>
                  </a:lnTo>
                  <a:lnTo>
                    <a:pt x="1808" y="267"/>
                  </a:lnTo>
                  <a:lnTo>
                    <a:pt x="1782" y="214"/>
                  </a:lnTo>
                  <a:lnTo>
                    <a:pt x="1728" y="187"/>
                  </a:lnTo>
                  <a:lnTo>
                    <a:pt x="1675" y="160"/>
                  </a:lnTo>
                  <a:lnTo>
                    <a:pt x="3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8"/>
            <p:cNvSpPr/>
            <p:nvPr/>
          </p:nvSpPr>
          <p:spPr>
            <a:xfrm>
              <a:off x="7214400" y="1342675"/>
              <a:ext cx="41900" cy="41875"/>
            </a:xfrm>
            <a:custGeom>
              <a:avLst/>
              <a:gdLst/>
              <a:ahLst/>
              <a:cxnLst/>
              <a:rect l="l" t="t" r="r" b="b"/>
              <a:pathLst>
                <a:path w="1676" h="1675" extrusionOk="0">
                  <a:moveTo>
                    <a:pt x="240" y="0"/>
                  </a:moveTo>
                  <a:lnTo>
                    <a:pt x="160" y="53"/>
                  </a:lnTo>
                  <a:lnTo>
                    <a:pt x="107" y="107"/>
                  </a:lnTo>
                  <a:lnTo>
                    <a:pt x="80" y="186"/>
                  </a:lnTo>
                  <a:lnTo>
                    <a:pt x="107" y="266"/>
                  </a:lnTo>
                  <a:lnTo>
                    <a:pt x="133" y="319"/>
                  </a:lnTo>
                  <a:lnTo>
                    <a:pt x="187" y="372"/>
                  </a:lnTo>
                  <a:lnTo>
                    <a:pt x="266" y="399"/>
                  </a:lnTo>
                  <a:lnTo>
                    <a:pt x="957" y="505"/>
                  </a:lnTo>
                  <a:lnTo>
                    <a:pt x="80" y="1143"/>
                  </a:lnTo>
                  <a:lnTo>
                    <a:pt x="54" y="1196"/>
                  </a:lnTo>
                  <a:lnTo>
                    <a:pt x="27" y="1250"/>
                  </a:lnTo>
                  <a:lnTo>
                    <a:pt x="1" y="1303"/>
                  </a:lnTo>
                  <a:lnTo>
                    <a:pt x="27" y="1356"/>
                  </a:lnTo>
                  <a:lnTo>
                    <a:pt x="54" y="1409"/>
                  </a:lnTo>
                  <a:lnTo>
                    <a:pt x="80" y="1462"/>
                  </a:lnTo>
                  <a:lnTo>
                    <a:pt x="133" y="1489"/>
                  </a:lnTo>
                  <a:lnTo>
                    <a:pt x="187" y="1515"/>
                  </a:lnTo>
                  <a:lnTo>
                    <a:pt x="1462" y="1675"/>
                  </a:lnTo>
                  <a:lnTo>
                    <a:pt x="1489" y="1675"/>
                  </a:lnTo>
                  <a:lnTo>
                    <a:pt x="1569" y="1648"/>
                  </a:lnTo>
                  <a:lnTo>
                    <a:pt x="1622" y="1622"/>
                  </a:lnTo>
                  <a:lnTo>
                    <a:pt x="1675" y="1542"/>
                  </a:lnTo>
                  <a:lnTo>
                    <a:pt x="1675" y="1489"/>
                  </a:lnTo>
                  <a:lnTo>
                    <a:pt x="1675" y="1409"/>
                  </a:lnTo>
                  <a:lnTo>
                    <a:pt x="1649" y="1329"/>
                  </a:lnTo>
                  <a:lnTo>
                    <a:pt x="1595" y="1276"/>
                  </a:lnTo>
                  <a:lnTo>
                    <a:pt x="1516" y="1276"/>
                  </a:lnTo>
                  <a:lnTo>
                    <a:pt x="718" y="1170"/>
                  </a:lnTo>
                  <a:lnTo>
                    <a:pt x="1569" y="505"/>
                  </a:lnTo>
                  <a:lnTo>
                    <a:pt x="1622" y="479"/>
                  </a:lnTo>
                  <a:lnTo>
                    <a:pt x="1649" y="426"/>
                  </a:lnTo>
                  <a:lnTo>
                    <a:pt x="1649" y="372"/>
                  </a:lnTo>
                  <a:lnTo>
                    <a:pt x="1649" y="319"/>
                  </a:lnTo>
                  <a:lnTo>
                    <a:pt x="1622" y="266"/>
                  </a:lnTo>
                  <a:lnTo>
                    <a:pt x="1595" y="213"/>
                  </a:lnTo>
                  <a:lnTo>
                    <a:pt x="1542" y="186"/>
                  </a:lnTo>
                  <a:lnTo>
                    <a:pt x="1489" y="160"/>
                  </a:lnTo>
                  <a:lnTo>
                    <a:pt x="3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9" name="Google Shape;479;p38"/>
          <p:cNvSpPr txBox="1"/>
          <p:nvPr/>
        </p:nvSpPr>
        <p:spPr>
          <a:xfrm>
            <a:off x="3291840" y="1908675"/>
            <a:ext cx="46545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300" dirty="0">
                <a:solidFill>
                  <a:schemeClr val="lt1"/>
                </a:solidFill>
                <a:latin typeface="Jost"/>
                <a:ea typeface="Jost"/>
                <a:cs typeface="Jost"/>
                <a:sym typeface="Jost"/>
              </a:rPr>
              <a:t>Lack of understanding about what shapes sleep duration.</a:t>
            </a:r>
            <a:endParaRPr sz="1300" dirty="0">
              <a:solidFill>
                <a:schemeClr val="lt1"/>
              </a:solidFill>
              <a:latin typeface="Jost"/>
              <a:ea typeface="Jost"/>
              <a:cs typeface="Jost"/>
              <a:sym typeface="Jost"/>
            </a:endParaRPr>
          </a:p>
          <a:p>
            <a:pPr marL="0" lvl="0" indent="0" algn="l" rtl="0">
              <a:lnSpc>
                <a:spcPct val="115000"/>
              </a:lnSpc>
              <a:spcBef>
                <a:spcPts val="1200"/>
              </a:spcBef>
              <a:spcAft>
                <a:spcPts val="0"/>
              </a:spcAft>
              <a:buNone/>
            </a:pPr>
            <a:endParaRPr sz="1300" dirty="0">
              <a:solidFill>
                <a:schemeClr val="dk1"/>
              </a:solidFill>
            </a:endParaRPr>
          </a:p>
          <a:p>
            <a:pPr marL="0" lvl="0" indent="0" algn="l" rtl="0">
              <a:lnSpc>
                <a:spcPct val="115000"/>
              </a:lnSpc>
              <a:spcBef>
                <a:spcPts val="1200"/>
              </a:spcBef>
              <a:spcAft>
                <a:spcPts val="1200"/>
              </a:spcAft>
              <a:buNone/>
            </a:pPr>
            <a:endParaRPr sz="1200" dirty="0">
              <a:solidFill>
                <a:schemeClr val="lt1"/>
              </a:solidFill>
              <a:latin typeface="Gothic A1"/>
              <a:ea typeface="Gothic A1"/>
              <a:cs typeface="Gothic A1"/>
              <a:sym typeface="Gothic A1"/>
            </a:endParaRPr>
          </a:p>
        </p:txBody>
      </p:sp>
      <p:sp>
        <p:nvSpPr>
          <p:cNvPr id="480" name="Google Shape;480;p38"/>
          <p:cNvSpPr txBox="1"/>
          <p:nvPr/>
        </p:nvSpPr>
        <p:spPr>
          <a:xfrm>
            <a:off x="3291840" y="3112688"/>
            <a:ext cx="16167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sz="1300" b="1">
                <a:solidFill>
                  <a:schemeClr val="dk1"/>
                </a:solidFill>
              </a:rPr>
              <a:t>Our Hypothesis </a:t>
            </a:r>
            <a:endParaRPr sz="1200" b="1">
              <a:solidFill>
                <a:schemeClr val="dk1"/>
              </a:solidFill>
              <a:latin typeface="Gothic A1"/>
              <a:ea typeface="Gothic A1"/>
              <a:cs typeface="Gothic A1"/>
              <a:sym typeface="Gothic A1"/>
            </a:endParaRPr>
          </a:p>
        </p:txBody>
      </p:sp>
      <p:sp>
        <p:nvSpPr>
          <p:cNvPr id="482" name="Google Shape;482;p38"/>
          <p:cNvSpPr txBox="1"/>
          <p:nvPr/>
        </p:nvSpPr>
        <p:spPr>
          <a:xfrm>
            <a:off x="5250125" y="1453188"/>
            <a:ext cx="32202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200">
              <a:solidFill>
                <a:schemeClr val="lt1"/>
              </a:solidFill>
              <a:latin typeface="Gothic A1"/>
              <a:ea typeface="Gothic A1"/>
              <a:cs typeface="Gothic A1"/>
              <a:sym typeface="Gothic A1"/>
            </a:endParaRPr>
          </a:p>
        </p:txBody>
      </p:sp>
      <p:sp>
        <p:nvSpPr>
          <p:cNvPr id="483" name="Google Shape;483;p38"/>
          <p:cNvSpPr txBox="1"/>
          <p:nvPr/>
        </p:nvSpPr>
        <p:spPr>
          <a:xfrm>
            <a:off x="3291840" y="1676725"/>
            <a:ext cx="33081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sz="1300" dirty="0">
                <a:solidFill>
                  <a:schemeClr val="lt1"/>
                </a:solidFill>
                <a:latin typeface="Jost"/>
                <a:ea typeface="Jost"/>
                <a:cs typeface="Jost"/>
                <a:sym typeface="Jost"/>
              </a:rPr>
              <a:t>Many struggle to get enough sleep.</a:t>
            </a:r>
            <a:endParaRPr sz="1200" dirty="0">
              <a:solidFill>
                <a:schemeClr val="lt1"/>
              </a:solidFill>
              <a:latin typeface="Jost"/>
              <a:ea typeface="Jost"/>
              <a:cs typeface="Jost"/>
              <a:sym typeface="Jost"/>
            </a:endParaRPr>
          </a:p>
        </p:txBody>
      </p:sp>
      <p:grpSp>
        <p:nvGrpSpPr>
          <p:cNvPr id="484" name="Google Shape;484;p38"/>
          <p:cNvGrpSpPr/>
          <p:nvPr/>
        </p:nvGrpSpPr>
        <p:grpSpPr>
          <a:xfrm rot="-4728572">
            <a:off x="1602960" y="4775545"/>
            <a:ext cx="202314" cy="226659"/>
            <a:chOff x="7128000" y="1314750"/>
            <a:chExt cx="247250" cy="263200"/>
          </a:xfrm>
        </p:grpSpPr>
        <p:sp>
          <p:nvSpPr>
            <p:cNvPr id="485" name="Google Shape;485;p38"/>
            <p:cNvSpPr/>
            <p:nvPr/>
          </p:nvSpPr>
          <p:spPr>
            <a:xfrm>
              <a:off x="7128000" y="1330700"/>
              <a:ext cx="247250" cy="247250"/>
            </a:xfrm>
            <a:custGeom>
              <a:avLst/>
              <a:gdLst/>
              <a:ahLst/>
              <a:cxnLst/>
              <a:rect l="l" t="t" r="r" b="b"/>
              <a:pathLst>
                <a:path w="9890" h="9890" extrusionOk="0">
                  <a:moveTo>
                    <a:pt x="7311" y="665"/>
                  </a:moveTo>
                  <a:lnTo>
                    <a:pt x="7630" y="905"/>
                  </a:lnTo>
                  <a:lnTo>
                    <a:pt x="7922" y="1170"/>
                  </a:lnTo>
                  <a:lnTo>
                    <a:pt x="8215" y="1436"/>
                  </a:lnTo>
                  <a:lnTo>
                    <a:pt x="8454" y="1729"/>
                  </a:lnTo>
                  <a:lnTo>
                    <a:pt x="8666" y="2021"/>
                  </a:lnTo>
                  <a:lnTo>
                    <a:pt x="8879" y="2367"/>
                  </a:lnTo>
                  <a:lnTo>
                    <a:pt x="9039" y="2686"/>
                  </a:lnTo>
                  <a:lnTo>
                    <a:pt x="9198" y="3058"/>
                  </a:lnTo>
                  <a:lnTo>
                    <a:pt x="9304" y="3403"/>
                  </a:lnTo>
                  <a:lnTo>
                    <a:pt x="9384" y="3775"/>
                  </a:lnTo>
                  <a:lnTo>
                    <a:pt x="9464" y="4148"/>
                  </a:lnTo>
                  <a:lnTo>
                    <a:pt x="9490" y="4520"/>
                  </a:lnTo>
                  <a:lnTo>
                    <a:pt x="9490" y="4918"/>
                  </a:lnTo>
                  <a:lnTo>
                    <a:pt x="9437" y="5291"/>
                  </a:lnTo>
                  <a:lnTo>
                    <a:pt x="9384" y="5689"/>
                  </a:lnTo>
                  <a:lnTo>
                    <a:pt x="9278" y="6061"/>
                  </a:lnTo>
                  <a:lnTo>
                    <a:pt x="9145" y="6434"/>
                  </a:lnTo>
                  <a:lnTo>
                    <a:pt x="9012" y="6806"/>
                  </a:lnTo>
                  <a:lnTo>
                    <a:pt x="8826" y="7151"/>
                  </a:lnTo>
                  <a:lnTo>
                    <a:pt x="8613" y="7470"/>
                  </a:lnTo>
                  <a:lnTo>
                    <a:pt x="8374" y="7763"/>
                  </a:lnTo>
                  <a:lnTo>
                    <a:pt x="8135" y="8055"/>
                  </a:lnTo>
                  <a:lnTo>
                    <a:pt x="7842" y="8321"/>
                  </a:lnTo>
                  <a:lnTo>
                    <a:pt x="7550" y="8560"/>
                  </a:lnTo>
                  <a:lnTo>
                    <a:pt x="7231" y="8773"/>
                  </a:lnTo>
                  <a:lnTo>
                    <a:pt x="6912" y="8959"/>
                  </a:lnTo>
                  <a:lnTo>
                    <a:pt x="6567" y="9118"/>
                  </a:lnTo>
                  <a:lnTo>
                    <a:pt x="6221" y="9251"/>
                  </a:lnTo>
                  <a:lnTo>
                    <a:pt x="5849" y="9357"/>
                  </a:lnTo>
                  <a:lnTo>
                    <a:pt x="5477" y="9437"/>
                  </a:lnTo>
                  <a:lnTo>
                    <a:pt x="5078" y="9490"/>
                  </a:lnTo>
                  <a:lnTo>
                    <a:pt x="4387" y="9490"/>
                  </a:lnTo>
                  <a:lnTo>
                    <a:pt x="4068" y="9464"/>
                  </a:lnTo>
                  <a:lnTo>
                    <a:pt x="3775" y="9411"/>
                  </a:lnTo>
                  <a:lnTo>
                    <a:pt x="3483" y="9357"/>
                  </a:lnTo>
                  <a:lnTo>
                    <a:pt x="3217" y="9278"/>
                  </a:lnTo>
                  <a:lnTo>
                    <a:pt x="2925" y="9171"/>
                  </a:lnTo>
                  <a:lnTo>
                    <a:pt x="2659" y="9065"/>
                  </a:lnTo>
                  <a:lnTo>
                    <a:pt x="2393" y="8932"/>
                  </a:lnTo>
                  <a:lnTo>
                    <a:pt x="2127" y="8773"/>
                  </a:lnTo>
                  <a:lnTo>
                    <a:pt x="1888" y="8613"/>
                  </a:lnTo>
                  <a:lnTo>
                    <a:pt x="1649" y="8427"/>
                  </a:lnTo>
                  <a:lnTo>
                    <a:pt x="1436" y="8241"/>
                  </a:lnTo>
                  <a:lnTo>
                    <a:pt x="1224" y="8028"/>
                  </a:lnTo>
                  <a:lnTo>
                    <a:pt x="1011" y="7816"/>
                  </a:lnTo>
                  <a:lnTo>
                    <a:pt x="825" y="7577"/>
                  </a:lnTo>
                  <a:lnTo>
                    <a:pt x="665" y="7337"/>
                  </a:lnTo>
                  <a:lnTo>
                    <a:pt x="1091" y="7470"/>
                  </a:lnTo>
                  <a:lnTo>
                    <a:pt x="1516" y="7550"/>
                  </a:lnTo>
                  <a:lnTo>
                    <a:pt x="1968" y="7603"/>
                  </a:lnTo>
                  <a:lnTo>
                    <a:pt x="2420" y="7630"/>
                  </a:lnTo>
                  <a:lnTo>
                    <a:pt x="2951" y="7603"/>
                  </a:lnTo>
                  <a:lnTo>
                    <a:pt x="3457" y="7523"/>
                  </a:lnTo>
                  <a:lnTo>
                    <a:pt x="3962" y="7390"/>
                  </a:lnTo>
                  <a:lnTo>
                    <a:pt x="4440" y="7204"/>
                  </a:lnTo>
                  <a:lnTo>
                    <a:pt x="4892" y="6992"/>
                  </a:lnTo>
                  <a:lnTo>
                    <a:pt x="5317" y="6726"/>
                  </a:lnTo>
                  <a:lnTo>
                    <a:pt x="5716" y="6434"/>
                  </a:lnTo>
                  <a:lnTo>
                    <a:pt x="6088" y="6115"/>
                  </a:lnTo>
                  <a:lnTo>
                    <a:pt x="6434" y="5742"/>
                  </a:lnTo>
                  <a:lnTo>
                    <a:pt x="6726" y="5344"/>
                  </a:lnTo>
                  <a:lnTo>
                    <a:pt x="6992" y="4892"/>
                  </a:lnTo>
                  <a:lnTo>
                    <a:pt x="7204" y="4440"/>
                  </a:lnTo>
                  <a:lnTo>
                    <a:pt x="7391" y="3961"/>
                  </a:lnTo>
                  <a:lnTo>
                    <a:pt x="7497" y="3483"/>
                  </a:lnTo>
                  <a:lnTo>
                    <a:pt x="7577" y="2951"/>
                  </a:lnTo>
                  <a:lnTo>
                    <a:pt x="7603" y="2420"/>
                  </a:lnTo>
                  <a:lnTo>
                    <a:pt x="7603" y="1968"/>
                  </a:lnTo>
                  <a:lnTo>
                    <a:pt x="7550" y="1543"/>
                  </a:lnTo>
                  <a:lnTo>
                    <a:pt x="7444" y="1091"/>
                  </a:lnTo>
                  <a:lnTo>
                    <a:pt x="7311" y="665"/>
                  </a:lnTo>
                  <a:close/>
                  <a:moveTo>
                    <a:pt x="6859" y="1"/>
                  </a:moveTo>
                  <a:lnTo>
                    <a:pt x="6806" y="27"/>
                  </a:lnTo>
                  <a:lnTo>
                    <a:pt x="6753" y="81"/>
                  </a:lnTo>
                  <a:lnTo>
                    <a:pt x="6726" y="107"/>
                  </a:lnTo>
                  <a:lnTo>
                    <a:pt x="6699" y="187"/>
                  </a:lnTo>
                  <a:lnTo>
                    <a:pt x="6699" y="240"/>
                  </a:lnTo>
                  <a:lnTo>
                    <a:pt x="6726" y="293"/>
                  </a:lnTo>
                  <a:lnTo>
                    <a:pt x="6832" y="559"/>
                  </a:lnTo>
                  <a:lnTo>
                    <a:pt x="6939" y="798"/>
                  </a:lnTo>
                  <a:lnTo>
                    <a:pt x="7098" y="1330"/>
                  </a:lnTo>
                  <a:lnTo>
                    <a:pt x="7178" y="1862"/>
                  </a:lnTo>
                  <a:lnTo>
                    <a:pt x="7204" y="2154"/>
                  </a:lnTo>
                  <a:lnTo>
                    <a:pt x="7204" y="2420"/>
                  </a:lnTo>
                  <a:lnTo>
                    <a:pt x="7178" y="2925"/>
                  </a:lnTo>
                  <a:lnTo>
                    <a:pt x="7125" y="3403"/>
                  </a:lnTo>
                  <a:lnTo>
                    <a:pt x="6992" y="3855"/>
                  </a:lnTo>
                  <a:lnTo>
                    <a:pt x="6832" y="4280"/>
                  </a:lnTo>
                  <a:lnTo>
                    <a:pt x="6620" y="4706"/>
                  </a:lnTo>
                  <a:lnTo>
                    <a:pt x="6380" y="5104"/>
                  </a:lnTo>
                  <a:lnTo>
                    <a:pt x="6115" y="5477"/>
                  </a:lnTo>
                  <a:lnTo>
                    <a:pt x="5796" y="5822"/>
                  </a:lnTo>
                  <a:lnTo>
                    <a:pt x="5450" y="6141"/>
                  </a:lnTo>
                  <a:lnTo>
                    <a:pt x="5105" y="6407"/>
                  </a:lnTo>
                  <a:lnTo>
                    <a:pt x="4706" y="6646"/>
                  </a:lnTo>
                  <a:lnTo>
                    <a:pt x="4281" y="6859"/>
                  </a:lnTo>
                  <a:lnTo>
                    <a:pt x="3829" y="7018"/>
                  </a:lnTo>
                  <a:lnTo>
                    <a:pt x="3377" y="7125"/>
                  </a:lnTo>
                  <a:lnTo>
                    <a:pt x="2898" y="7204"/>
                  </a:lnTo>
                  <a:lnTo>
                    <a:pt x="2420" y="7231"/>
                  </a:lnTo>
                  <a:lnTo>
                    <a:pt x="2127" y="7231"/>
                  </a:lnTo>
                  <a:lnTo>
                    <a:pt x="1862" y="7204"/>
                  </a:lnTo>
                  <a:lnTo>
                    <a:pt x="1330" y="7098"/>
                  </a:lnTo>
                  <a:lnTo>
                    <a:pt x="798" y="6939"/>
                  </a:lnTo>
                  <a:lnTo>
                    <a:pt x="533" y="6859"/>
                  </a:lnTo>
                  <a:lnTo>
                    <a:pt x="293" y="6726"/>
                  </a:lnTo>
                  <a:lnTo>
                    <a:pt x="107" y="6726"/>
                  </a:lnTo>
                  <a:lnTo>
                    <a:pt x="54" y="6779"/>
                  </a:lnTo>
                  <a:lnTo>
                    <a:pt x="28" y="6832"/>
                  </a:lnTo>
                  <a:lnTo>
                    <a:pt x="1" y="6885"/>
                  </a:lnTo>
                  <a:lnTo>
                    <a:pt x="1" y="6939"/>
                  </a:lnTo>
                  <a:lnTo>
                    <a:pt x="28" y="6992"/>
                  </a:lnTo>
                  <a:lnTo>
                    <a:pt x="214" y="7364"/>
                  </a:lnTo>
                  <a:lnTo>
                    <a:pt x="453" y="7709"/>
                  </a:lnTo>
                  <a:lnTo>
                    <a:pt x="692" y="8055"/>
                  </a:lnTo>
                  <a:lnTo>
                    <a:pt x="984" y="8347"/>
                  </a:lnTo>
                  <a:lnTo>
                    <a:pt x="1277" y="8640"/>
                  </a:lnTo>
                  <a:lnTo>
                    <a:pt x="1596" y="8879"/>
                  </a:lnTo>
                  <a:lnTo>
                    <a:pt x="1915" y="9118"/>
                  </a:lnTo>
                  <a:lnTo>
                    <a:pt x="2287" y="9304"/>
                  </a:lnTo>
                  <a:lnTo>
                    <a:pt x="2632" y="9490"/>
                  </a:lnTo>
                  <a:lnTo>
                    <a:pt x="3031" y="9623"/>
                  </a:lnTo>
                  <a:lnTo>
                    <a:pt x="3403" y="9756"/>
                  </a:lnTo>
                  <a:lnTo>
                    <a:pt x="3802" y="9836"/>
                  </a:lnTo>
                  <a:lnTo>
                    <a:pt x="4227" y="9889"/>
                  </a:lnTo>
                  <a:lnTo>
                    <a:pt x="5051" y="9889"/>
                  </a:lnTo>
                  <a:lnTo>
                    <a:pt x="5477" y="9836"/>
                  </a:lnTo>
                  <a:lnTo>
                    <a:pt x="5875" y="9756"/>
                  </a:lnTo>
                  <a:lnTo>
                    <a:pt x="6301" y="9650"/>
                  </a:lnTo>
                  <a:lnTo>
                    <a:pt x="6673" y="9490"/>
                  </a:lnTo>
                  <a:lnTo>
                    <a:pt x="7045" y="9331"/>
                  </a:lnTo>
                  <a:lnTo>
                    <a:pt x="7417" y="9118"/>
                  </a:lnTo>
                  <a:lnTo>
                    <a:pt x="7736" y="8906"/>
                  </a:lnTo>
                  <a:lnTo>
                    <a:pt x="8055" y="8640"/>
                  </a:lnTo>
                  <a:lnTo>
                    <a:pt x="8347" y="8374"/>
                  </a:lnTo>
                  <a:lnTo>
                    <a:pt x="8640" y="8082"/>
                  </a:lnTo>
                  <a:lnTo>
                    <a:pt x="8879" y="7763"/>
                  </a:lnTo>
                  <a:lnTo>
                    <a:pt x="9118" y="7417"/>
                  </a:lnTo>
                  <a:lnTo>
                    <a:pt x="9304" y="7071"/>
                  </a:lnTo>
                  <a:lnTo>
                    <a:pt x="9490" y="6699"/>
                  </a:lnTo>
                  <a:lnTo>
                    <a:pt x="9623" y="6301"/>
                  </a:lnTo>
                  <a:lnTo>
                    <a:pt x="9756" y="5902"/>
                  </a:lnTo>
                  <a:lnTo>
                    <a:pt x="9836" y="5477"/>
                  </a:lnTo>
                  <a:lnTo>
                    <a:pt x="9863" y="5078"/>
                  </a:lnTo>
                  <a:lnTo>
                    <a:pt x="9889" y="4653"/>
                  </a:lnTo>
                  <a:lnTo>
                    <a:pt x="9863" y="4227"/>
                  </a:lnTo>
                  <a:lnTo>
                    <a:pt x="9809" y="3829"/>
                  </a:lnTo>
                  <a:lnTo>
                    <a:pt x="9730" y="3430"/>
                  </a:lnTo>
                  <a:lnTo>
                    <a:pt x="9623" y="3031"/>
                  </a:lnTo>
                  <a:lnTo>
                    <a:pt x="9464" y="2659"/>
                  </a:lnTo>
                  <a:lnTo>
                    <a:pt x="9304" y="2287"/>
                  </a:lnTo>
                  <a:lnTo>
                    <a:pt x="9092" y="1941"/>
                  </a:lnTo>
                  <a:lnTo>
                    <a:pt x="8879" y="1596"/>
                  </a:lnTo>
                  <a:lnTo>
                    <a:pt x="8613" y="1277"/>
                  </a:lnTo>
                  <a:lnTo>
                    <a:pt x="8347" y="984"/>
                  </a:lnTo>
                  <a:lnTo>
                    <a:pt x="8029" y="719"/>
                  </a:lnTo>
                  <a:lnTo>
                    <a:pt x="7710" y="453"/>
                  </a:lnTo>
                  <a:lnTo>
                    <a:pt x="7364" y="240"/>
                  </a:lnTo>
                  <a:lnTo>
                    <a:pt x="6992" y="27"/>
                  </a:lnTo>
                  <a:lnTo>
                    <a:pt x="69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8"/>
            <p:cNvSpPr/>
            <p:nvPr/>
          </p:nvSpPr>
          <p:spPr>
            <a:xfrm>
              <a:off x="7153925" y="1314750"/>
              <a:ext cx="46550" cy="45875"/>
            </a:xfrm>
            <a:custGeom>
              <a:avLst/>
              <a:gdLst/>
              <a:ahLst/>
              <a:cxnLst/>
              <a:rect l="l" t="t" r="r" b="b"/>
              <a:pathLst>
                <a:path w="1862" h="1835" extrusionOk="0">
                  <a:moveTo>
                    <a:pt x="240" y="1"/>
                  </a:moveTo>
                  <a:lnTo>
                    <a:pt x="187" y="27"/>
                  </a:lnTo>
                  <a:lnTo>
                    <a:pt x="134" y="81"/>
                  </a:lnTo>
                  <a:lnTo>
                    <a:pt x="107" y="160"/>
                  </a:lnTo>
                  <a:lnTo>
                    <a:pt x="107" y="240"/>
                  </a:lnTo>
                  <a:lnTo>
                    <a:pt x="134" y="320"/>
                  </a:lnTo>
                  <a:lnTo>
                    <a:pt x="187" y="373"/>
                  </a:lnTo>
                  <a:lnTo>
                    <a:pt x="266" y="400"/>
                  </a:lnTo>
                  <a:lnTo>
                    <a:pt x="1144" y="506"/>
                  </a:lnTo>
                  <a:lnTo>
                    <a:pt x="80" y="1303"/>
                  </a:lnTo>
                  <a:lnTo>
                    <a:pt x="54" y="1357"/>
                  </a:lnTo>
                  <a:lnTo>
                    <a:pt x="27" y="1410"/>
                  </a:lnTo>
                  <a:lnTo>
                    <a:pt x="1" y="1463"/>
                  </a:lnTo>
                  <a:lnTo>
                    <a:pt x="27" y="1516"/>
                  </a:lnTo>
                  <a:lnTo>
                    <a:pt x="27" y="1569"/>
                  </a:lnTo>
                  <a:lnTo>
                    <a:pt x="80" y="1622"/>
                  </a:lnTo>
                  <a:lnTo>
                    <a:pt x="134" y="1649"/>
                  </a:lnTo>
                  <a:lnTo>
                    <a:pt x="187" y="1649"/>
                  </a:lnTo>
                  <a:lnTo>
                    <a:pt x="1649" y="1835"/>
                  </a:lnTo>
                  <a:lnTo>
                    <a:pt x="1755" y="1835"/>
                  </a:lnTo>
                  <a:lnTo>
                    <a:pt x="1808" y="1782"/>
                  </a:lnTo>
                  <a:lnTo>
                    <a:pt x="1861" y="1729"/>
                  </a:lnTo>
                  <a:lnTo>
                    <a:pt x="1861" y="1649"/>
                  </a:lnTo>
                  <a:lnTo>
                    <a:pt x="1861" y="1569"/>
                  </a:lnTo>
                  <a:lnTo>
                    <a:pt x="1835" y="1516"/>
                  </a:lnTo>
                  <a:lnTo>
                    <a:pt x="1782" y="1463"/>
                  </a:lnTo>
                  <a:lnTo>
                    <a:pt x="1702" y="1436"/>
                  </a:lnTo>
                  <a:lnTo>
                    <a:pt x="718" y="1330"/>
                  </a:lnTo>
                  <a:lnTo>
                    <a:pt x="1755" y="532"/>
                  </a:lnTo>
                  <a:lnTo>
                    <a:pt x="1808" y="479"/>
                  </a:lnTo>
                  <a:lnTo>
                    <a:pt x="1835" y="426"/>
                  </a:lnTo>
                  <a:lnTo>
                    <a:pt x="1835" y="373"/>
                  </a:lnTo>
                  <a:lnTo>
                    <a:pt x="1835" y="320"/>
                  </a:lnTo>
                  <a:lnTo>
                    <a:pt x="1808" y="267"/>
                  </a:lnTo>
                  <a:lnTo>
                    <a:pt x="1782" y="214"/>
                  </a:lnTo>
                  <a:lnTo>
                    <a:pt x="1728" y="187"/>
                  </a:lnTo>
                  <a:lnTo>
                    <a:pt x="1675" y="160"/>
                  </a:lnTo>
                  <a:lnTo>
                    <a:pt x="3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8"/>
            <p:cNvSpPr/>
            <p:nvPr/>
          </p:nvSpPr>
          <p:spPr>
            <a:xfrm>
              <a:off x="7214400" y="1342675"/>
              <a:ext cx="41900" cy="41875"/>
            </a:xfrm>
            <a:custGeom>
              <a:avLst/>
              <a:gdLst/>
              <a:ahLst/>
              <a:cxnLst/>
              <a:rect l="l" t="t" r="r" b="b"/>
              <a:pathLst>
                <a:path w="1676" h="1675" extrusionOk="0">
                  <a:moveTo>
                    <a:pt x="240" y="0"/>
                  </a:moveTo>
                  <a:lnTo>
                    <a:pt x="160" y="53"/>
                  </a:lnTo>
                  <a:lnTo>
                    <a:pt x="107" y="107"/>
                  </a:lnTo>
                  <a:lnTo>
                    <a:pt x="80" y="186"/>
                  </a:lnTo>
                  <a:lnTo>
                    <a:pt x="107" y="266"/>
                  </a:lnTo>
                  <a:lnTo>
                    <a:pt x="133" y="319"/>
                  </a:lnTo>
                  <a:lnTo>
                    <a:pt x="187" y="372"/>
                  </a:lnTo>
                  <a:lnTo>
                    <a:pt x="266" y="399"/>
                  </a:lnTo>
                  <a:lnTo>
                    <a:pt x="957" y="505"/>
                  </a:lnTo>
                  <a:lnTo>
                    <a:pt x="80" y="1143"/>
                  </a:lnTo>
                  <a:lnTo>
                    <a:pt x="54" y="1196"/>
                  </a:lnTo>
                  <a:lnTo>
                    <a:pt x="27" y="1250"/>
                  </a:lnTo>
                  <a:lnTo>
                    <a:pt x="1" y="1303"/>
                  </a:lnTo>
                  <a:lnTo>
                    <a:pt x="27" y="1356"/>
                  </a:lnTo>
                  <a:lnTo>
                    <a:pt x="54" y="1409"/>
                  </a:lnTo>
                  <a:lnTo>
                    <a:pt x="80" y="1462"/>
                  </a:lnTo>
                  <a:lnTo>
                    <a:pt x="133" y="1489"/>
                  </a:lnTo>
                  <a:lnTo>
                    <a:pt x="187" y="1515"/>
                  </a:lnTo>
                  <a:lnTo>
                    <a:pt x="1462" y="1675"/>
                  </a:lnTo>
                  <a:lnTo>
                    <a:pt x="1489" y="1675"/>
                  </a:lnTo>
                  <a:lnTo>
                    <a:pt x="1569" y="1648"/>
                  </a:lnTo>
                  <a:lnTo>
                    <a:pt x="1622" y="1622"/>
                  </a:lnTo>
                  <a:lnTo>
                    <a:pt x="1675" y="1542"/>
                  </a:lnTo>
                  <a:lnTo>
                    <a:pt x="1675" y="1489"/>
                  </a:lnTo>
                  <a:lnTo>
                    <a:pt x="1675" y="1409"/>
                  </a:lnTo>
                  <a:lnTo>
                    <a:pt x="1649" y="1329"/>
                  </a:lnTo>
                  <a:lnTo>
                    <a:pt x="1595" y="1276"/>
                  </a:lnTo>
                  <a:lnTo>
                    <a:pt x="1516" y="1276"/>
                  </a:lnTo>
                  <a:lnTo>
                    <a:pt x="718" y="1170"/>
                  </a:lnTo>
                  <a:lnTo>
                    <a:pt x="1569" y="505"/>
                  </a:lnTo>
                  <a:lnTo>
                    <a:pt x="1622" y="479"/>
                  </a:lnTo>
                  <a:lnTo>
                    <a:pt x="1649" y="426"/>
                  </a:lnTo>
                  <a:lnTo>
                    <a:pt x="1649" y="372"/>
                  </a:lnTo>
                  <a:lnTo>
                    <a:pt x="1649" y="319"/>
                  </a:lnTo>
                  <a:lnTo>
                    <a:pt x="1622" y="266"/>
                  </a:lnTo>
                  <a:lnTo>
                    <a:pt x="1595" y="213"/>
                  </a:lnTo>
                  <a:lnTo>
                    <a:pt x="1542" y="186"/>
                  </a:lnTo>
                  <a:lnTo>
                    <a:pt x="1489" y="160"/>
                  </a:lnTo>
                  <a:lnTo>
                    <a:pt x="3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8"/>
            <p:cNvSpPr/>
            <p:nvPr/>
          </p:nvSpPr>
          <p:spPr>
            <a:xfrm>
              <a:off x="7157925" y="1398500"/>
              <a:ext cx="82425" cy="79100"/>
            </a:xfrm>
            <a:custGeom>
              <a:avLst/>
              <a:gdLst/>
              <a:ahLst/>
              <a:cxnLst/>
              <a:rect l="l" t="t" r="r" b="b"/>
              <a:pathLst>
                <a:path w="3297" h="3164" extrusionOk="0">
                  <a:moveTo>
                    <a:pt x="1648" y="638"/>
                  </a:moveTo>
                  <a:lnTo>
                    <a:pt x="1914" y="1196"/>
                  </a:lnTo>
                  <a:lnTo>
                    <a:pt x="1994" y="1276"/>
                  </a:lnTo>
                  <a:lnTo>
                    <a:pt x="2073" y="1303"/>
                  </a:lnTo>
                  <a:lnTo>
                    <a:pt x="2685" y="1382"/>
                  </a:lnTo>
                  <a:lnTo>
                    <a:pt x="2233" y="1808"/>
                  </a:lnTo>
                  <a:lnTo>
                    <a:pt x="2180" y="1887"/>
                  </a:lnTo>
                  <a:lnTo>
                    <a:pt x="2180" y="1994"/>
                  </a:lnTo>
                  <a:lnTo>
                    <a:pt x="2286" y="2605"/>
                  </a:lnTo>
                  <a:lnTo>
                    <a:pt x="1754" y="2313"/>
                  </a:lnTo>
                  <a:lnTo>
                    <a:pt x="1648" y="2286"/>
                  </a:lnTo>
                  <a:lnTo>
                    <a:pt x="1568" y="2313"/>
                  </a:lnTo>
                  <a:lnTo>
                    <a:pt x="1010" y="2605"/>
                  </a:lnTo>
                  <a:lnTo>
                    <a:pt x="1117" y="1994"/>
                  </a:lnTo>
                  <a:lnTo>
                    <a:pt x="1117" y="1887"/>
                  </a:lnTo>
                  <a:lnTo>
                    <a:pt x="1063" y="1808"/>
                  </a:lnTo>
                  <a:lnTo>
                    <a:pt x="638" y="1382"/>
                  </a:lnTo>
                  <a:lnTo>
                    <a:pt x="1223" y="1303"/>
                  </a:lnTo>
                  <a:lnTo>
                    <a:pt x="1329" y="1276"/>
                  </a:lnTo>
                  <a:lnTo>
                    <a:pt x="1382" y="1196"/>
                  </a:lnTo>
                  <a:lnTo>
                    <a:pt x="1648" y="638"/>
                  </a:lnTo>
                  <a:close/>
                  <a:moveTo>
                    <a:pt x="1648" y="0"/>
                  </a:moveTo>
                  <a:lnTo>
                    <a:pt x="1542" y="27"/>
                  </a:lnTo>
                  <a:lnTo>
                    <a:pt x="1462" y="106"/>
                  </a:lnTo>
                  <a:lnTo>
                    <a:pt x="1063" y="930"/>
                  </a:lnTo>
                  <a:lnTo>
                    <a:pt x="160" y="1063"/>
                  </a:lnTo>
                  <a:lnTo>
                    <a:pt x="80" y="1090"/>
                  </a:lnTo>
                  <a:lnTo>
                    <a:pt x="0" y="1196"/>
                  </a:lnTo>
                  <a:lnTo>
                    <a:pt x="0" y="1303"/>
                  </a:lnTo>
                  <a:lnTo>
                    <a:pt x="53" y="1409"/>
                  </a:lnTo>
                  <a:lnTo>
                    <a:pt x="718" y="2020"/>
                  </a:lnTo>
                  <a:lnTo>
                    <a:pt x="558" y="2924"/>
                  </a:lnTo>
                  <a:lnTo>
                    <a:pt x="558" y="3030"/>
                  </a:lnTo>
                  <a:lnTo>
                    <a:pt x="638" y="3137"/>
                  </a:lnTo>
                  <a:lnTo>
                    <a:pt x="744" y="3163"/>
                  </a:lnTo>
                  <a:lnTo>
                    <a:pt x="851" y="3137"/>
                  </a:lnTo>
                  <a:lnTo>
                    <a:pt x="1648" y="2711"/>
                  </a:lnTo>
                  <a:lnTo>
                    <a:pt x="2472" y="3137"/>
                  </a:lnTo>
                  <a:lnTo>
                    <a:pt x="2578" y="3163"/>
                  </a:lnTo>
                  <a:lnTo>
                    <a:pt x="2658" y="3137"/>
                  </a:lnTo>
                  <a:lnTo>
                    <a:pt x="2738" y="3030"/>
                  </a:lnTo>
                  <a:lnTo>
                    <a:pt x="2738" y="2924"/>
                  </a:lnTo>
                  <a:lnTo>
                    <a:pt x="2605" y="2020"/>
                  </a:lnTo>
                  <a:lnTo>
                    <a:pt x="3243" y="1409"/>
                  </a:lnTo>
                  <a:lnTo>
                    <a:pt x="3296" y="1303"/>
                  </a:lnTo>
                  <a:lnTo>
                    <a:pt x="3296" y="1196"/>
                  </a:lnTo>
                  <a:lnTo>
                    <a:pt x="3243" y="1090"/>
                  </a:lnTo>
                  <a:lnTo>
                    <a:pt x="3137" y="1063"/>
                  </a:lnTo>
                  <a:lnTo>
                    <a:pt x="2233" y="930"/>
                  </a:lnTo>
                  <a:lnTo>
                    <a:pt x="1834" y="106"/>
                  </a:lnTo>
                  <a:lnTo>
                    <a:pt x="1754" y="27"/>
                  </a:lnTo>
                  <a:lnTo>
                    <a:pt x="16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9" name="Google Shape;489;p38"/>
          <p:cNvSpPr txBox="1"/>
          <p:nvPr/>
        </p:nvSpPr>
        <p:spPr>
          <a:xfrm>
            <a:off x="3291840" y="2461338"/>
            <a:ext cx="33081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1300" b="1">
                <a:solidFill>
                  <a:schemeClr val="dk1"/>
                </a:solidFill>
              </a:rPr>
              <a:t>Our Focus</a:t>
            </a:r>
            <a:endParaRPr sz="1200" b="1">
              <a:solidFill>
                <a:schemeClr val="dk1"/>
              </a:solidFill>
              <a:latin typeface="Gothic A1"/>
              <a:ea typeface="Gothic A1"/>
              <a:cs typeface="Gothic A1"/>
              <a:sym typeface="Gothic A1"/>
            </a:endParaRPr>
          </a:p>
        </p:txBody>
      </p:sp>
      <p:sp>
        <p:nvSpPr>
          <p:cNvPr id="490" name="Google Shape;490;p38"/>
          <p:cNvSpPr txBox="1"/>
          <p:nvPr/>
        </p:nvSpPr>
        <p:spPr>
          <a:xfrm>
            <a:off x="3291840" y="2609528"/>
            <a:ext cx="34830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sz="1300" dirty="0">
                <a:solidFill>
                  <a:schemeClr val="lt1"/>
                </a:solidFill>
                <a:latin typeface="Jost"/>
                <a:ea typeface="Jost"/>
                <a:cs typeface="Jost"/>
                <a:sym typeface="Jost"/>
              </a:rPr>
              <a:t>Does age affect sleep duration?</a:t>
            </a:r>
            <a:endParaRPr sz="1200" dirty="0">
              <a:solidFill>
                <a:schemeClr val="lt1"/>
              </a:solidFill>
              <a:latin typeface="Jost"/>
              <a:ea typeface="Jost"/>
              <a:cs typeface="Jost"/>
              <a:sym typeface="Jost"/>
            </a:endParaRPr>
          </a:p>
        </p:txBody>
      </p:sp>
      <p:sp>
        <p:nvSpPr>
          <p:cNvPr id="491" name="Google Shape;491;p38"/>
          <p:cNvSpPr txBox="1"/>
          <p:nvPr/>
        </p:nvSpPr>
        <p:spPr>
          <a:xfrm>
            <a:off x="3298215" y="3325988"/>
            <a:ext cx="29967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sz="1300" dirty="0">
                <a:solidFill>
                  <a:schemeClr val="lt1"/>
                </a:solidFill>
                <a:latin typeface="Jost"/>
                <a:ea typeface="Jost"/>
                <a:cs typeface="Jost"/>
                <a:sym typeface="Jost"/>
              </a:rPr>
              <a:t>Age has no effect on sleep duration.</a:t>
            </a:r>
            <a:endParaRPr sz="1200" dirty="0">
              <a:solidFill>
                <a:schemeClr val="lt1"/>
              </a:solidFill>
              <a:latin typeface="Jost"/>
              <a:ea typeface="Jost"/>
              <a:cs typeface="Jost"/>
              <a:sym typeface="Jost"/>
            </a:endParaRPr>
          </a:p>
        </p:txBody>
      </p:sp>
      <p:sp>
        <p:nvSpPr>
          <p:cNvPr id="492" name="Google Shape;492;p38"/>
          <p:cNvSpPr txBox="1"/>
          <p:nvPr/>
        </p:nvSpPr>
        <p:spPr>
          <a:xfrm>
            <a:off x="3291850" y="3928200"/>
            <a:ext cx="5471400" cy="548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sz="1300" dirty="0">
                <a:solidFill>
                  <a:schemeClr val="lt1"/>
                </a:solidFill>
                <a:latin typeface="Jost"/>
                <a:ea typeface="Jost"/>
                <a:cs typeface="Jost"/>
                <a:sym typeface="Jost"/>
              </a:rPr>
              <a:t>Inform healthcare strategies and policies to prevent sleep related health issues.</a:t>
            </a:r>
            <a:endParaRPr sz="1200" dirty="0">
              <a:solidFill>
                <a:schemeClr val="lt1"/>
              </a:solidFill>
              <a:latin typeface="Jost"/>
              <a:ea typeface="Jost"/>
              <a:cs typeface="Jost"/>
              <a:sym typeface="Jost"/>
            </a:endParaRPr>
          </a:p>
        </p:txBody>
      </p:sp>
      <p:sp>
        <p:nvSpPr>
          <p:cNvPr id="493" name="Google Shape;493;p38"/>
          <p:cNvSpPr txBox="1"/>
          <p:nvPr/>
        </p:nvSpPr>
        <p:spPr>
          <a:xfrm>
            <a:off x="3291840" y="3744850"/>
            <a:ext cx="16167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sz="1300" b="1">
                <a:solidFill>
                  <a:schemeClr val="dk1"/>
                </a:solidFill>
              </a:rPr>
              <a:t>Our Motivation</a:t>
            </a:r>
            <a:endParaRPr sz="1200" b="1">
              <a:solidFill>
                <a:schemeClr val="lt1"/>
              </a:solidFill>
              <a:latin typeface="Gothic A1"/>
              <a:ea typeface="Gothic A1"/>
              <a:cs typeface="Gothic A1"/>
              <a:sym typeface="Gothic A1"/>
            </a:endParaRPr>
          </a:p>
        </p:txBody>
      </p:sp>
      <p:grpSp>
        <p:nvGrpSpPr>
          <p:cNvPr id="494" name="Google Shape;494;p38"/>
          <p:cNvGrpSpPr/>
          <p:nvPr/>
        </p:nvGrpSpPr>
        <p:grpSpPr>
          <a:xfrm>
            <a:off x="6385994" y="587674"/>
            <a:ext cx="287806" cy="226668"/>
            <a:chOff x="2522125" y="1336700"/>
            <a:chExt cx="278450" cy="219300"/>
          </a:xfrm>
        </p:grpSpPr>
        <p:sp>
          <p:nvSpPr>
            <p:cNvPr id="495" name="Google Shape;495;p38"/>
            <p:cNvSpPr/>
            <p:nvPr/>
          </p:nvSpPr>
          <p:spPr>
            <a:xfrm>
              <a:off x="2557350" y="1425075"/>
              <a:ext cx="47200" cy="43225"/>
            </a:xfrm>
            <a:custGeom>
              <a:avLst/>
              <a:gdLst/>
              <a:ahLst/>
              <a:cxnLst/>
              <a:rect l="l" t="t" r="r" b="b"/>
              <a:pathLst>
                <a:path w="1888" h="1729" extrusionOk="0">
                  <a:moveTo>
                    <a:pt x="213" y="0"/>
                  </a:moveTo>
                  <a:lnTo>
                    <a:pt x="133" y="27"/>
                  </a:lnTo>
                  <a:lnTo>
                    <a:pt x="53" y="54"/>
                  </a:lnTo>
                  <a:lnTo>
                    <a:pt x="27" y="133"/>
                  </a:lnTo>
                  <a:lnTo>
                    <a:pt x="0" y="213"/>
                  </a:lnTo>
                  <a:lnTo>
                    <a:pt x="27" y="266"/>
                  </a:lnTo>
                  <a:lnTo>
                    <a:pt x="53" y="346"/>
                  </a:lnTo>
                  <a:lnTo>
                    <a:pt x="133" y="399"/>
                  </a:lnTo>
                  <a:lnTo>
                    <a:pt x="213" y="399"/>
                  </a:lnTo>
                  <a:lnTo>
                    <a:pt x="1143" y="426"/>
                  </a:lnTo>
                  <a:lnTo>
                    <a:pt x="133" y="1383"/>
                  </a:lnTo>
                  <a:lnTo>
                    <a:pt x="106" y="1436"/>
                  </a:lnTo>
                  <a:lnTo>
                    <a:pt x="80" y="1489"/>
                  </a:lnTo>
                  <a:lnTo>
                    <a:pt x="80" y="1542"/>
                  </a:lnTo>
                  <a:lnTo>
                    <a:pt x="80" y="1595"/>
                  </a:lnTo>
                  <a:lnTo>
                    <a:pt x="133" y="1648"/>
                  </a:lnTo>
                  <a:lnTo>
                    <a:pt x="160" y="1702"/>
                  </a:lnTo>
                  <a:lnTo>
                    <a:pt x="213" y="1728"/>
                  </a:lnTo>
                  <a:lnTo>
                    <a:pt x="1675" y="1728"/>
                  </a:lnTo>
                  <a:lnTo>
                    <a:pt x="1754" y="1702"/>
                  </a:lnTo>
                  <a:lnTo>
                    <a:pt x="1834" y="1675"/>
                  </a:lnTo>
                  <a:lnTo>
                    <a:pt x="1861" y="1595"/>
                  </a:lnTo>
                  <a:lnTo>
                    <a:pt x="1887" y="1516"/>
                  </a:lnTo>
                  <a:lnTo>
                    <a:pt x="1861" y="1462"/>
                  </a:lnTo>
                  <a:lnTo>
                    <a:pt x="1834" y="1383"/>
                  </a:lnTo>
                  <a:lnTo>
                    <a:pt x="1754" y="1356"/>
                  </a:lnTo>
                  <a:lnTo>
                    <a:pt x="1675" y="1329"/>
                  </a:lnTo>
                  <a:lnTo>
                    <a:pt x="771" y="1329"/>
                  </a:lnTo>
                  <a:lnTo>
                    <a:pt x="1754" y="373"/>
                  </a:lnTo>
                  <a:lnTo>
                    <a:pt x="1781" y="319"/>
                  </a:lnTo>
                  <a:lnTo>
                    <a:pt x="1808" y="266"/>
                  </a:lnTo>
                  <a:lnTo>
                    <a:pt x="1808" y="213"/>
                  </a:lnTo>
                  <a:lnTo>
                    <a:pt x="1808" y="133"/>
                  </a:lnTo>
                  <a:lnTo>
                    <a:pt x="1781" y="80"/>
                  </a:lnTo>
                  <a:lnTo>
                    <a:pt x="1728" y="54"/>
                  </a:lnTo>
                  <a:lnTo>
                    <a:pt x="1675" y="27"/>
                  </a:lnTo>
                  <a:lnTo>
                    <a:pt x="1622" y="27"/>
                  </a:lnTo>
                  <a:lnTo>
                    <a:pt x="2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8"/>
            <p:cNvSpPr/>
            <p:nvPr/>
          </p:nvSpPr>
          <p:spPr>
            <a:xfrm>
              <a:off x="2610500" y="1405125"/>
              <a:ext cx="66475" cy="60500"/>
            </a:xfrm>
            <a:custGeom>
              <a:avLst/>
              <a:gdLst/>
              <a:ahLst/>
              <a:cxnLst/>
              <a:rect l="l" t="t" r="r" b="b"/>
              <a:pathLst>
                <a:path w="2659" h="2420" extrusionOk="0">
                  <a:moveTo>
                    <a:pt x="133" y="1"/>
                  </a:moveTo>
                  <a:lnTo>
                    <a:pt x="54" y="54"/>
                  </a:lnTo>
                  <a:lnTo>
                    <a:pt x="27" y="107"/>
                  </a:lnTo>
                  <a:lnTo>
                    <a:pt x="1" y="187"/>
                  </a:lnTo>
                  <a:lnTo>
                    <a:pt x="27" y="267"/>
                  </a:lnTo>
                  <a:lnTo>
                    <a:pt x="54" y="346"/>
                  </a:lnTo>
                  <a:lnTo>
                    <a:pt x="107" y="373"/>
                  </a:lnTo>
                  <a:lnTo>
                    <a:pt x="187" y="400"/>
                  </a:lnTo>
                  <a:lnTo>
                    <a:pt x="1861" y="426"/>
                  </a:lnTo>
                  <a:lnTo>
                    <a:pt x="160" y="2074"/>
                  </a:lnTo>
                  <a:lnTo>
                    <a:pt x="133" y="2127"/>
                  </a:lnTo>
                  <a:lnTo>
                    <a:pt x="107" y="2181"/>
                  </a:lnTo>
                  <a:lnTo>
                    <a:pt x="107" y="2234"/>
                  </a:lnTo>
                  <a:lnTo>
                    <a:pt x="133" y="2287"/>
                  </a:lnTo>
                  <a:lnTo>
                    <a:pt x="160" y="2340"/>
                  </a:lnTo>
                  <a:lnTo>
                    <a:pt x="187" y="2367"/>
                  </a:lnTo>
                  <a:lnTo>
                    <a:pt x="240" y="2393"/>
                  </a:lnTo>
                  <a:lnTo>
                    <a:pt x="320" y="2420"/>
                  </a:lnTo>
                  <a:lnTo>
                    <a:pt x="2446" y="2420"/>
                  </a:lnTo>
                  <a:lnTo>
                    <a:pt x="2526" y="2393"/>
                  </a:lnTo>
                  <a:lnTo>
                    <a:pt x="2579" y="2367"/>
                  </a:lnTo>
                  <a:lnTo>
                    <a:pt x="2632" y="2287"/>
                  </a:lnTo>
                  <a:lnTo>
                    <a:pt x="2659" y="2207"/>
                  </a:lnTo>
                  <a:lnTo>
                    <a:pt x="2632" y="2127"/>
                  </a:lnTo>
                  <a:lnTo>
                    <a:pt x="2579" y="2074"/>
                  </a:lnTo>
                  <a:lnTo>
                    <a:pt x="2526" y="2021"/>
                  </a:lnTo>
                  <a:lnTo>
                    <a:pt x="798" y="2021"/>
                  </a:lnTo>
                  <a:lnTo>
                    <a:pt x="2499" y="373"/>
                  </a:lnTo>
                  <a:lnTo>
                    <a:pt x="2526" y="320"/>
                  </a:lnTo>
                  <a:lnTo>
                    <a:pt x="2552" y="267"/>
                  </a:lnTo>
                  <a:lnTo>
                    <a:pt x="2552" y="214"/>
                  </a:lnTo>
                  <a:lnTo>
                    <a:pt x="2526" y="134"/>
                  </a:lnTo>
                  <a:lnTo>
                    <a:pt x="2499" y="81"/>
                  </a:lnTo>
                  <a:lnTo>
                    <a:pt x="2473" y="54"/>
                  </a:lnTo>
                  <a:lnTo>
                    <a:pt x="2419" y="28"/>
                  </a:lnTo>
                  <a:lnTo>
                    <a:pt x="2340" y="28"/>
                  </a:lnTo>
                  <a:lnTo>
                    <a:pt x="2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8"/>
            <p:cNvSpPr/>
            <p:nvPr/>
          </p:nvSpPr>
          <p:spPr>
            <a:xfrm>
              <a:off x="2682925" y="1387850"/>
              <a:ext cx="82450" cy="75125"/>
            </a:xfrm>
            <a:custGeom>
              <a:avLst/>
              <a:gdLst/>
              <a:ahLst/>
              <a:cxnLst/>
              <a:rect l="l" t="t" r="r" b="b"/>
              <a:pathLst>
                <a:path w="3298" h="3005" extrusionOk="0">
                  <a:moveTo>
                    <a:pt x="187" y="1"/>
                  </a:moveTo>
                  <a:lnTo>
                    <a:pt x="107" y="27"/>
                  </a:lnTo>
                  <a:lnTo>
                    <a:pt x="54" y="54"/>
                  </a:lnTo>
                  <a:lnTo>
                    <a:pt x="1" y="134"/>
                  </a:lnTo>
                  <a:lnTo>
                    <a:pt x="1" y="213"/>
                  </a:lnTo>
                  <a:lnTo>
                    <a:pt x="1" y="293"/>
                  </a:lnTo>
                  <a:lnTo>
                    <a:pt x="54" y="346"/>
                  </a:lnTo>
                  <a:lnTo>
                    <a:pt x="107" y="400"/>
                  </a:lnTo>
                  <a:lnTo>
                    <a:pt x="187" y="400"/>
                  </a:lnTo>
                  <a:lnTo>
                    <a:pt x="2473" y="426"/>
                  </a:lnTo>
                  <a:lnTo>
                    <a:pt x="187" y="2659"/>
                  </a:lnTo>
                  <a:lnTo>
                    <a:pt x="160" y="2712"/>
                  </a:lnTo>
                  <a:lnTo>
                    <a:pt x="134" y="2765"/>
                  </a:lnTo>
                  <a:lnTo>
                    <a:pt x="134" y="2818"/>
                  </a:lnTo>
                  <a:lnTo>
                    <a:pt x="160" y="2872"/>
                  </a:lnTo>
                  <a:lnTo>
                    <a:pt x="187" y="2925"/>
                  </a:lnTo>
                  <a:lnTo>
                    <a:pt x="214" y="2978"/>
                  </a:lnTo>
                  <a:lnTo>
                    <a:pt x="267" y="3005"/>
                  </a:lnTo>
                  <a:lnTo>
                    <a:pt x="3164" y="3005"/>
                  </a:lnTo>
                  <a:lnTo>
                    <a:pt x="3244" y="2951"/>
                  </a:lnTo>
                  <a:lnTo>
                    <a:pt x="3270" y="2898"/>
                  </a:lnTo>
                  <a:lnTo>
                    <a:pt x="3297" y="2818"/>
                  </a:lnTo>
                  <a:lnTo>
                    <a:pt x="3270" y="2739"/>
                  </a:lnTo>
                  <a:lnTo>
                    <a:pt x="3244" y="2659"/>
                  </a:lnTo>
                  <a:lnTo>
                    <a:pt x="3164" y="2632"/>
                  </a:lnTo>
                  <a:lnTo>
                    <a:pt x="3084" y="2606"/>
                  </a:lnTo>
                  <a:lnTo>
                    <a:pt x="825" y="2606"/>
                  </a:lnTo>
                  <a:lnTo>
                    <a:pt x="3111" y="373"/>
                  </a:lnTo>
                  <a:lnTo>
                    <a:pt x="3138" y="320"/>
                  </a:lnTo>
                  <a:lnTo>
                    <a:pt x="3164" y="267"/>
                  </a:lnTo>
                  <a:lnTo>
                    <a:pt x="3164" y="213"/>
                  </a:lnTo>
                  <a:lnTo>
                    <a:pt x="3138" y="160"/>
                  </a:lnTo>
                  <a:lnTo>
                    <a:pt x="3111" y="107"/>
                  </a:lnTo>
                  <a:lnTo>
                    <a:pt x="3084" y="81"/>
                  </a:lnTo>
                  <a:lnTo>
                    <a:pt x="3031" y="54"/>
                  </a:lnTo>
                  <a:lnTo>
                    <a:pt x="2951" y="27"/>
                  </a:lnTo>
                  <a:lnTo>
                    <a:pt x="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8"/>
            <p:cNvSpPr/>
            <p:nvPr/>
          </p:nvSpPr>
          <p:spPr>
            <a:xfrm>
              <a:off x="2522125" y="1336700"/>
              <a:ext cx="278450" cy="219300"/>
            </a:xfrm>
            <a:custGeom>
              <a:avLst/>
              <a:gdLst/>
              <a:ahLst/>
              <a:cxnLst/>
              <a:rect l="l" t="t" r="r" b="b"/>
              <a:pathLst>
                <a:path w="11138" h="8772" extrusionOk="0">
                  <a:moveTo>
                    <a:pt x="7496" y="399"/>
                  </a:moveTo>
                  <a:lnTo>
                    <a:pt x="7815" y="425"/>
                  </a:lnTo>
                  <a:lnTo>
                    <a:pt x="8134" y="479"/>
                  </a:lnTo>
                  <a:lnTo>
                    <a:pt x="8453" y="558"/>
                  </a:lnTo>
                  <a:lnTo>
                    <a:pt x="8746" y="665"/>
                  </a:lnTo>
                  <a:lnTo>
                    <a:pt x="9038" y="797"/>
                  </a:lnTo>
                  <a:lnTo>
                    <a:pt x="9304" y="957"/>
                  </a:lnTo>
                  <a:lnTo>
                    <a:pt x="9570" y="1143"/>
                  </a:lnTo>
                  <a:lnTo>
                    <a:pt x="9782" y="1356"/>
                  </a:lnTo>
                  <a:lnTo>
                    <a:pt x="9995" y="1595"/>
                  </a:lnTo>
                  <a:lnTo>
                    <a:pt x="10181" y="1834"/>
                  </a:lnTo>
                  <a:lnTo>
                    <a:pt x="10340" y="2100"/>
                  </a:lnTo>
                  <a:lnTo>
                    <a:pt x="10500" y="2392"/>
                  </a:lnTo>
                  <a:lnTo>
                    <a:pt x="10606" y="2685"/>
                  </a:lnTo>
                  <a:lnTo>
                    <a:pt x="10686" y="3004"/>
                  </a:lnTo>
                  <a:lnTo>
                    <a:pt x="10739" y="3323"/>
                  </a:lnTo>
                  <a:lnTo>
                    <a:pt x="10739" y="3668"/>
                  </a:lnTo>
                  <a:lnTo>
                    <a:pt x="10739" y="3987"/>
                  </a:lnTo>
                  <a:lnTo>
                    <a:pt x="10686" y="4306"/>
                  </a:lnTo>
                  <a:lnTo>
                    <a:pt x="10606" y="4625"/>
                  </a:lnTo>
                  <a:lnTo>
                    <a:pt x="10500" y="4918"/>
                  </a:lnTo>
                  <a:lnTo>
                    <a:pt x="10340" y="5210"/>
                  </a:lnTo>
                  <a:lnTo>
                    <a:pt x="10181" y="5476"/>
                  </a:lnTo>
                  <a:lnTo>
                    <a:pt x="9995" y="5742"/>
                  </a:lnTo>
                  <a:lnTo>
                    <a:pt x="9782" y="5954"/>
                  </a:lnTo>
                  <a:lnTo>
                    <a:pt x="9570" y="6167"/>
                  </a:lnTo>
                  <a:lnTo>
                    <a:pt x="9304" y="6353"/>
                  </a:lnTo>
                  <a:lnTo>
                    <a:pt x="9038" y="6512"/>
                  </a:lnTo>
                  <a:lnTo>
                    <a:pt x="8746" y="6672"/>
                  </a:lnTo>
                  <a:lnTo>
                    <a:pt x="8453" y="6778"/>
                  </a:lnTo>
                  <a:lnTo>
                    <a:pt x="8134" y="6858"/>
                  </a:lnTo>
                  <a:lnTo>
                    <a:pt x="7815" y="6911"/>
                  </a:lnTo>
                  <a:lnTo>
                    <a:pt x="5609" y="6911"/>
                  </a:lnTo>
                  <a:lnTo>
                    <a:pt x="5503" y="6938"/>
                  </a:lnTo>
                  <a:lnTo>
                    <a:pt x="5396" y="7018"/>
                  </a:lnTo>
                  <a:lnTo>
                    <a:pt x="5343" y="7124"/>
                  </a:lnTo>
                  <a:lnTo>
                    <a:pt x="5343" y="7257"/>
                  </a:lnTo>
                  <a:lnTo>
                    <a:pt x="5529" y="8134"/>
                  </a:lnTo>
                  <a:lnTo>
                    <a:pt x="4174" y="7230"/>
                  </a:lnTo>
                  <a:lnTo>
                    <a:pt x="3961" y="7097"/>
                  </a:lnTo>
                  <a:lnTo>
                    <a:pt x="3748" y="7018"/>
                  </a:lnTo>
                  <a:lnTo>
                    <a:pt x="3509" y="6938"/>
                  </a:lnTo>
                  <a:lnTo>
                    <a:pt x="3270" y="6885"/>
                  </a:lnTo>
                  <a:lnTo>
                    <a:pt x="2951" y="6831"/>
                  </a:lnTo>
                  <a:lnTo>
                    <a:pt x="2632" y="6752"/>
                  </a:lnTo>
                  <a:lnTo>
                    <a:pt x="2339" y="6645"/>
                  </a:lnTo>
                  <a:lnTo>
                    <a:pt x="2074" y="6512"/>
                  </a:lnTo>
                  <a:lnTo>
                    <a:pt x="1808" y="6353"/>
                  </a:lnTo>
                  <a:lnTo>
                    <a:pt x="1569" y="6167"/>
                  </a:lnTo>
                  <a:lnTo>
                    <a:pt x="1356" y="5954"/>
                  </a:lnTo>
                  <a:lnTo>
                    <a:pt x="1143" y="5742"/>
                  </a:lnTo>
                  <a:lnTo>
                    <a:pt x="957" y="5502"/>
                  </a:lnTo>
                  <a:lnTo>
                    <a:pt x="798" y="5237"/>
                  </a:lnTo>
                  <a:lnTo>
                    <a:pt x="665" y="4971"/>
                  </a:lnTo>
                  <a:lnTo>
                    <a:pt x="558" y="4705"/>
                  </a:lnTo>
                  <a:lnTo>
                    <a:pt x="479" y="4386"/>
                  </a:lnTo>
                  <a:lnTo>
                    <a:pt x="426" y="4094"/>
                  </a:lnTo>
                  <a:lnTo>
                    <a:pt x="399" y="3775"/>
                  </a:lnTo>
                  <a:lnTo>
                    <a:pt x="399" y="3456"/>
                  </a:lnTo>
                  <a:lnTo>
                    <a:pt x="426" y="3137"/>
                  </a:lnTo>
                  <a:lnTo>
                    <a:pt x="505" y="2844"/>
                  </a:lnTo>
                  <a:lnTo>
                    <a:pt x="585" y="2552"/>
                  </a:lnTo>
                  <a:lnTo>
                    <a:pt x="718" y="2259"/>
                  </a:lnTo>
                  <a:lnTo>
                    <a:pt x="851" y="1994"/>
                  </a:lnTo>
                  <a:lnTo>
                    <a:pt x="1010" y="1728"/>
                  </a:lnTo>
                  <a:lnTo>
                    <a:pt x="1196" y="1515"/>
                  </a:lnTo>
                  <a:lnTo>
                    <a:pt x="1409" y="1276"/>
                  </a:lnTo>
                  <a:lnTo>
                    <a:pt x="1648" y="1090"/>
                  </a:lnTo>
                  <a:lnTo>
                    <a:pt x="1888" y="904"/>
                  </a:lnTo>
                  <a:lnTo>
                    <a:pt x="2153" y="771"/>
                  </a:lnTo>
                  <a:lnTo>
                    <a:pt x="2419" y="638"/>
                  </a:lnTo>
                  <a:lnTo>
                    <a:pt x="2712" y="532"/>
                  </a:lnTo>
                  <a:lnTo>
                    <a:pt x="3031" y="452"/>
                  </a:lnTo>
                  <a:lnTo>
                    <a:pt x="3323" y="425"/>
                  </a:lnTo>
                  <a:lnTo>
                    <a:pt x="3642" y="399"/>
                  </a:lnTo>
                  <a:close/>
                  <a:moveTo>
                    <a:pt x="3642" y="0"/>
                  </a:moveTo>
                  <a:lnTo>
                    <a:pt x="3296" y="27"/>
                  </a:lnTo>
                  <a:lnTo>
                    <a:pt x="2951" y="80"/>
                  </a:lnTo>
                  <a:lnTo>
                    <a:pt x="2605" y="160"/>
                  </a:lnTo>
                  <a:lnTo>
                    <a:pt x="2286" y="266"/>
                  </a:lnTo>
                  <a:lnTo>
                    <a:pt x="1967" y="399"/>
                  </a:lnTo>
                  <a:lnTo>
                    <a:pt x="1675" y="585"/>
                  </a:lnTo>
                  <a:lnTo>
                    <a:pt x="1409" y="771"/>
                  </a:lnTo>
                  <a:lnTo>
                    <a:pt x="1143" y="984"/>
                  </a:lnTo>
                  <a:lnTo>
                    <a:pt x="904" y="1249"/>
                  </a:lnTo>
                  <a:lnTo>
                    <a:pt x="691" y="1515"/>
                  </a:lnTo>
                  <a:lnTo>
                    <a:pt x="505" y="1781"/>
                  </a:lnTo>
                  <a:lnTo>
                    <a:pt x="346" y="2073"/>
                  </a:lnTo>
                  <a:lnTo>
                    <a:pt x="213" y="2392"/>
                  </a:lnTo>
                  <a:lnTo>
                    <a:pt x="107" y="2738"/>
                  </a:lnTo>
                  <a:lnTo>
                    <a:pt x="53" y="3083"/>
                  </a:lnTo>
                  <a:lnTo>
                    <a:pt x="0" y="3429"/>
                  </a:lnTo>
                  <a:lnTo>
                    <a:pt x="0" y="3801"/>
                  </a:lnTo>
                  <a:lnTo>
                    <a:pt x="27" y="4147"/>
                  </a:lnTo>
                  <a:lnTo>
                    <a:pt x="80" y="4492"/>
                  </a:lnTo>
                  <a:lnTo>
                    <a:pt x="186" y="4811"/>
                  </a:lnTo>
                  <a:lnTo>
                    <a:pt x="319" y="5130"/>
                  </a:lnTo>
                  <a:lnTo>
                    <a:pt x="452" y="5449"/>
                  </a:lnTo>
                  <a:lnTo>
                    <a:pt x="638" y="5742"/>
                  </a:lnTo>
                  <a:lnTo>
                    <a:pt x="851" y="6007"/>
                  </a:lnTo>
                  <a:lnTo>
                    <a:pt x="1064" y="6247"/>
                  </a:lnTo>
                  <a:lnTo>
                    <a:pt x="1329" y="6486"/>
                  </a:lnTo>
                  <a:lnTo>
                    <a:pt x="1595" y="6672"/>
                  </a:lnTo>
                  <a:lnTo>
                    <a:pt x="1888" y="6858"/>
                  </a:lnTo>
                  <a:lnTo>
                    <a:pt x="2180" y="7018"/>
                  </a:lnTo>
                  <a:lnTo>
                    <a:pt x="2525" y="7124"/>
                  </a:lnTo>
                  <a:lnTo>
                    <a:pt x="2844" y="7230"/>
                  </a:lnTo>
                  <a:lnTo>
                    <a:pt x="3217" y="7283"/>
                  </a:lnTo>
                  <a:lnTo>
                    <a:pt x="3403" y="7337"/>
                  </a:lnTo>
                  <a:lnTo>
                    <a:pt x="3589" y="7390"/>
                  </a:lnTo>
                  <a:lnTo>
                    <a:pt x="3775" y="7469"/>
                  </a:lnTo>
                  <a:lnTo>
                    <a:pt x="3961" y="7576"/>
                  </a:lnTo>
                  <a:lnTo>
                    <a:pt x="5742" y="8745"/>
                  </a:lnTo>
                  <a:lnTo>
                    <a:pt x="5795" y="8772"/>
                  </a:lnTo>
                  <a:lnTo>
                    <a:pt x="5901" y="8772"/>
                  </a:lnTo>
                  <a:lnTo>
                    <a:pt x="5954" y="8745"/>
                  </a:lnTo>
                  <a:lnTo>
                    <a:pt x="6008" y="8692"/>
                  </a:lnTo>
                  <a:lnTo>
                    <a:pt x="6034" y="8639"/>
                  </a:lnTo>
                  <a:lnTo>
                    <a:pt x="6061" y="8586"/>
                  </a:lnTo>
                  <a:lnTo>
                    <a:pt x="6034" y="8533"/>
                  </a:lnTo>
                  <a:lnTo>
                    <a:pt x="5768" y="7310"/>
                  </a:lnTo>
                  <a:lnTo>
                    <a:pt x="7868" y="7310"/>
                  </a:lnTo>
                  <a:lnTo>
                    <a:pt x="8214" y="7230"/>
                  </a:lnTo>
                  <a:lnTo>
                    <a:pt x="8586" y="7150"/>
                  </a:lnTo>
                  <a:lnTo>
                    <a:pt x="8905" y="7018"/>
                  </a:lnTo>
                  <a:lnTo>
                    <a:pt x="9224" y="6885"/>
                  </a:lnTo>
                  <a:lnTo>
                    <a:pt x="9543" y="6699"/>
                  </a:lnTo>
                  <a:lnTo>
                    <a:pt x="9809" y="6486"/>
                  </a:lnTo>
                  <a:lnTo>
                    <a:pt x="10075" y="6247"/>
                  </a:lnTo>
                  <a:lnTo>
                    <a:pt x="10314" y="5981"/>
                  </a:lnTo>
                  <a:lnTo>
                    <a:pt x="10526" y="5715"/>
                  </a:lnTo>
                  <a:lnTo>
                    <a:pt x="10713" y="5396"/>
                  </a:lnTo>
                  <a:lnTo>
                    <a:pt x="10845" y="5077"/>
                  </a:lnTo>
                  <a:lnTo>
                    <a:pt x="10978" y="4758"/>
                  </a:lnTo>
                  <a:lnTo>
                    <a:pt x="11085" y="4386"/>
                  </a:lnTo>
                  <a:lnTo>
                    <a:pt x="11138" y="4040"/>
                  </a:lnTo>
                  <a:lnTo>
                    <a:pt x="11138" y="3668"/>
                  </a:lnTo>
                  <a:lnTo>
                    <a:pt x="11138" y="3296"/>
                  </a:lnTo>
                  <a:lnTo>
                    <a:pt x="11085" y="2924"/>
                  </a:lnTo>
                  <a:lnTo>
                    <a:pt x="10978" y="2578"/>
                  </a:lnTo>
                  <a:lnTo>
                    <a:pt x="10845" y="2233"/>
                  </a:lnTo>
                  <a:lnTo>
                    <a:pt x="10713" y="1914"/>
                  </a:lnTo>
                  <a:lnTo>
                    <a:pt x="10526" y="1622"/>
                  </a:lnTo>
                  <a:lnTo>
                    <a:pt x="10314" y="1329"/>
                  </a:lnTo>
                  <a:lnTo>
                    <a:pt x="10075" y="1063"/>
                  </a:lnTo>
                  <a:lnTo>
                    <a:pt x="9809" y="824"/>
                  </a:lnTo>
                  <a:lnTo>
                    <a:pt x="9543" y="611"/>
                  </a:lnTo>
                  <a:lnTo>
                    <a:pt x="9224" y="452"/>
                  </a:lnTo>
                  <a:lnTo>
                    <a:pt x="8905" y="292"/>
                  </a:lnTo>
                  <a:lnTo>
                    <a:pt x="8586" y="160"/>
                  </a:lnTo>
                  <a:lnTo>
                    <a:pt x="8214" y="80"/>
                  </a:lnTo>
                  <a:lnTo>
                    <a:pt x="7868" y="27"/>
                  </a:lnTo>
                  <a:lnTo>
                    <a:pt x="74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9" name="Google Shape;499;p38"/>
          <p:cNvGrpSpPr/>
          <p:nvPr/>
        </p:nvGrpSpPr>
        <p:grpSpPr>
          <a:xfrm>
            <a:off x="6538394" y="740074"/>
            <a:ext cx="287806" cy="226668"/>
            <a:chOff x="2522125" y="1336700"/>
            <a:chExt cx="278450" cy="219300"/>
          </a:xfrm>
        </p:grpSpPr>
        <p:sp>
          <p:nvSpPr>
            <p:cNvPr id="500" name="Google Shape;500;p38"/>
            <p:cNvSpPr/>
            <p:nvPr/>
          </p:nvSpPr>
          <p:spPr>
            <a:xfrm>
              <a:off x="2557350" y="1425075"/>
              <a:ext cx="47200" cy="43225"/>
            </a:xfrm>
            <a:custGeom>
              <a:avLst/>
              <a:gdLst/>
              <a:ahLst/>
              <a:cxnLst/>
              <a:rect l="l" t="t" r="r" b="b"/>
              <a:pathLst>
                <a:path w="1888" h="1729" extrusionOk="0">
                  <a:moveTo>
                    <a:pt x="213" y="0"/>
                  </a:moveTo>
                  <a:lnTo>
                    <a:pt x="133" y="27"/>
                  </a:lnTo>
                  <a:lnTo>
                    <a:pt x="53" y="54"/>
                  </a:lnTo>
                  <a:lnTo>
                    <a:pt x="27" y="133"/>
                  </a:lnTo>
                  <a:lnTo>
                    <a:pt x="0" y="213"/>
                  </a:lnTo>
                  <a:lnTo>
                    <a:pt x="27" y="266"/>
                  </a:lnTo>
                  <a:lnTo>
                    <a:pt x="53" y="346"/>
                  </a:lnTo>
                  <a:lnTo>
                    <a:pt x="133" y="399"/>
                  </a:lnTo>
                  <a:lnTo>
                    <a:pt x="213" y="399"/>
                  </a:lnTo>
                  <a:lnTo>
                    <a:pt x="1143" y="426"/>
                  </a:lnTo>
                  <a:lnTo>
                    <a:pt x="133" y="1383"/>
                  </a:lnTo>
                  <a:lnTo>
                    <a:pt x="106" y="1436"/>
                  </a:lnTo>
                  <a:lnTo>
                    <a:pt x="80" y="1489"/>
                  </a:lnTo>
                  <a:lnTo>
                    <a:pt x="80" y="1542"/>
                  </a:lnTo>
                  <a:lnTo>
                    <a:pt x="80" y="1595"/>
                  </a:lnTo>
                  <a:lnTo>
                    <a:pt x="133" y="1648"/>
                  </a:lnTo>
                  <a:lnTo>
                    <a:pt x="160" y="1702"/>
                  </a:lnTo>
                  <a:lnTo>
                    <a:pt x="213" y="1728"/>
                  </a:lnTo>
                  <a:lnTo>
                    <a:pt x="1675" y="1728"/>
                  </a:lnTo>
                  <a:lnTo>
                    <a:pt x="1754" y="1702"/>
                  </a:lnTo>
                  <a:lnTo>
                    <a:pt x="1834" y="1675"/>
                  </a:lnTo>
                  <a:lnTo>
                    <a:pt x="1861" y="1595"/>
                  </a:lnTo>
                  <a:lnTo>
                    <a:pt x="1887" y="1516"/>
                  </a:lnTo>
                  <a:lnTo>
                    <a:pt x="1861" y="1462"/>
                  </a:lnTo>
                  <a:lnTo>
                    <a:pt x="1834" y="1383"/>
                  </a:lnTo>
                  <a:lnTo>
                    <a:pt x="1754" y="1356"/>
                  </a:lnTo>
                  <a:lnTo>
                    <a:pt x="1675" y="1329"/>
                  </a:lnTo>
                  <a:lnTo>
                    <a:pt x="771" y="1329"/>
                  </a:lnTo>
                  <a:lnTo>
                    <a:pt x="1754" y="373"/>
                  </a:lnTo>
                  <a:lnTo>
                    <a:pt x="1781" y="319"/>
                  </a:lnTo>
                  <a:lnTo>
                    <a:pt x="1808" y="266"/>
                  </a:lnTo>
                  <a:lnTo>
                    <a:pt x="1808" y="213"/>
                  </a:lnTo>
                  <a:lnTo>
                    <a:pt x="1808" y="133"/>
                  </a:lnTo>
                  <a:lnTo>
                    <a:pt x="1781" y="80"/>
                  </a:lnTo>
                  <a:lnTo>
                    <a:pt x="1728" y="54"/>
                  </a:lnTo>
                  <a:lnTo>
                    <a:pt x="1675" y="27"/>
                  </a:lnTo>
                  <a:lnTo>
                    <a:pt x="1622" y="27"/>
                  </a:lnTo>
                  <a:lnTo>
                    <a:pt x="2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8"/>
            <p:cNvSpPr/>
            <p:nvPr/>
          </p:nvSpPr>
          <p:spPr>
            <a:xfrm>
              <a:off x="2610500" y="1405125"/>
              <a:ext cx="66475" cy="60500"/>
            </a:xfrm>
            <a:custGeom>
              <a:avLst/>
              <a:gdLst/>
              <a:ahLst/>
              <a:cxnLst/>
              <a:rect l="l" t="t" r="r" b="b"/>
              <a:pathLst>
                <a:path w="2659" h="2420" extrusionOk="0">
                  <a:moveTo>
                    <a:pt x="133" y="1"/>
                  </a:moveTo>
                  <a:lnTo>
                    <a:pt x="54" y="54"/>
                  </a:lnTo>
                  <a:lnTo>
                    <a:pt x="27" y="107"/>
                  </a:lnTo>
                  <a:lnTo>
                    <a:pt x="1" y="187"/>
                  </a:lnTo>
                  <a:lnTo>
                    <a:pt x="27" y="267"/>
                  </a:lnTo>
                  <a:lnTo>
                    <a:pt x="54" y="346"/>
                  </a:lnTo>
                  <a:lnTo>
                    <a:pt x="107" y="373"/>
                  </a:lnTo>
                  <a:lnTo>
                    <a:pt x="187" y="400"/>
                  </a:lnTo>
                  <a:lnTo>
                    <a:pt x="1861" y="426"/>
                  </a:lnTo>
                  <a:lnTo>
                    <a:pt x="160" y="2074"/>
                  </a:lnTo>
                  <a:lnTo>
                    <a:pt x="133" y="2127"/>
                  </a:lnTo>
                  <a:lnTo>
                    <a:pt x="107" y="2181"/>
                  </a:lnTo>
                  <a:lnTo>
                    <a:pt x="107" y="2234"/>
                  </a:lnTo>
                  <a:lnTo>
                    <a:pt x="133" y="2287"/>
                  </a:lnTo>
                  <a:lnTo>
                    <a:pt x="160" y="2340"/>
                  </a:lnTo>
                  <a:lnTo>
                    <a:pt x="187" y="2367"/>
                  </a:lnTo>
                  <a:lnTo>
                    <a:pt x="240" y="2393"/>
                  </a:lnTo>
                  <a:lnTo>
                    <a:pt x="320" y="2420"/>
                  </a:lnTo>
                  <a:lnTo>
                    <a:pt x="2446" y="2420"/>
                  </a:lnTo>
                  <a:lnTo>
                    <a:pt x="2526" y="2393"/>
                  </a:lnTo>
                  <a:lnTo>
                    <a:pt x="2579" y="2367"/>
                  </a:lnTo>
                  <a:lnTo>
                    <a:pt x="2632" y="2287"/>
                  </a:lnTo>
                  <a:lnTo>
                    <a:pt x="2659" y="2207"/>
                  </a:lnTo>
                  <a:lnTo>
                    <a:pt x="2632" y="2127"/>
                  </a:lnTo>
                  <a:lnTo>
                    <a:pt x="2579" y="2074"/>
                  </a:lnTo>
                  <a:lnTo>
                    <a:pt x="2526" y="2021"/>
                  </a:lnTo>
                  <a:lnTo>
                    <a:pt x="798" y="2021"/>
                  </a:lnTo>
                  <a:lnTo>
                    <a:pt x="2499" y="373"/>
                  </a:lnTo>
                  <a:lnTo>
                    <a:pt x="2526" y="320"/>
                  </a:lnTo>
                  <a:lnTo>
                    <a:pt x="2552" y="267"/>
                  </a:lnTo>
                  <a:lnTo>
                    <a:pt x="2552" y="214"/>
                  </a:lnTo>
                  <a:lnTo>
                    <a:pt x="2526" y="134"/>
                  </a:lnTo>
                  <a:lnTo>
                    <a:pt x="2499" y="81"/>
                  </a:lnTo>
                  <a:lnTo>
                    <a:pt x="2473" y="54"/>
                  </a:lnTo>
                  <a:lnTo>
                    <a:pt x="2419" y="28"/>
                  </a:lnTo>
                  <a:lnTo>
                    <a:pt x="2340" y="28"/>
                  </a:lnTo>
                  <a:lnTo>
                    <a:pt x="2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8"/>
            <p:cNvSpPr/>
            <p:nvPr/>
          </p:nvSpPr>
          <p:spPr>
            <a:xfrm>
              <a:off x="2682925" y="1387850"/>
              <a:ext cx="82450" cy="75125"/>
            </a:xfrm>
            <a:custGeom>
              <a:avLst/>
              <a:gdLst/>
              <a:ahLst/>
              <a:cxnLst/>
              <a:rect l="l" t="t" r="r" b="b"/>
              <a:pathLst>
                <a:path w="3298" h="3005" extrusionOk="0">
                  <a:moveTo>
                    <a:pt x="187" y="1"/>
                  </a:moveTo>
                  <a:lnTo>
                    <a:pt x="107" y="27"/>
                  </a:lnTo>
                  <a:lnTo>
                    <a:pt x="54" y="54"/>
                  </a:lnTo>
                  <a:lnTo>
                    <a:pt x="1" y="134"/>
                  </a:lnTo>
                  <a:lnTo>
                    <a:pt x="1" y="213"/>
                  </a:lnTo>
                  <a:lnTo>
                    <a:pt x="1" y="293"/>
                  </a:lnTo>
                  <a:lnTo>
                    <a:pt x="54" y="346"/>
                  </a:lnTo>
                  <a:lnTo>
                    <a:pt x="107" y="400"/>
                  </a:lnTo>
                  <a:lnTo>
                    <a:pt x="187" y="400"/>
                  </a:lnTo>
                  <a:lnTo>
                    <a:pt x="2473" y="426"/>
                  </a:lnTo>
                  <a:lnTo>
                    <a:pt x="187" y="2659"/>
                  </a:lnTo>
                  <a:lnTo>
                    <a:pt x="160" y="2712"/>
                  </a:lnTo>
                  <a:lnTo>
                    <a:pt x="134" y="2765"/>
                  </a:lnTo>
                  <a:lnTo>
                    <a:pt x="134" y="2818"/>
                  </a:lnTo>
                  <a:lnTo>
                    <a:pt x="160" y="2872"/>
                  </a:lnTo>
                  <a:lnTo>
                    <a:pt x="187" y="2925"/>
                  </a:lnTo>
                  <a:lnTo>
                    <a:pt x="214" y="2978"/>
                  </a:lnTo>
                  <a:lnTo>
                    <a:pt x="267" y="3005"/>
                  </a:lnTo>
                  <a:lnTo>
                    <a:pt x="3164" y="3005"/>
                  </a:lnTo>
                  <a:lnTo>
                    <a:pt x="3244" y="2951"/>
                  </a:lnTo>
                  <a:lnTo>
                    <a:pt x="3270" y="2898"/>
                  </a:lnTo>
                  <a:lnTo>
                    <a:pt x="3297" y="2818"/>
                  </a:lnTo>
                  <a:lnTo>
                    <a:pt x="3270" y="2739"/>
                  </a:lnTo>
                  <a:lnTo>
                    <a:pt x="3244" y="2659"/>
                  </a:lnTo>
                  <a:lnTo>
                    <a:pt x="3164" y="2632"/>
                  </a:lnTo>
                  <a:lnTo>
                    <a:pt x="3084" y="2606"/>
                  </a:lnTo>
                  <a:lnTo>
                    <a:pt x="825" y="2606"/>
                  </a:lnTo>
                  <a:lnTo>
                    <a:pt x="3111" y="373"/>
                  </a:lnTo>
                  <a:lnTo>
                    <a:pt x="3138" y="320"/>
                  </a:lnTo>
                  <a:lnTo>
                    <a:pt x="3164" y="267"/>
                  </a:lnTo>
                  <a:lnTo>
                    <a:pt x="3164" y="213"/>
                  </a:lnTo>
                  <a:lnTo>
                    <a:pt x="3138" y="160"/>
                  </a:lnTo>
                  <a:lnTo>
                    <a:pt x="3111" y="107"/>
                  </a:lnTo>
                  <a:lnTo>
                    <a:pt x="3084" y="81"/>
                  </a:lnTo>
                  <a:lnTo>
                    <a:pt x="3031" y="54"/>
                  </a:lnTo>
                  <a:lnTo>
                    <a:pt x="2951" y="27"/>
                  </a:lnTo>
                  <a:lnTo>
                    <a:pt x="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8"/>
            <p:cNvSpPr/>
            <p:nvPr/>
          </p:nvSpPr>
          <p:spPr>
            <a:xfrm>
              <a:off x="2522125" y="1336700"/>
              <a:ext cx="278450" cy="219300"/>
            </a:xfrm>
            <a:custGeom>
              <a:avLst/>
              <a:gdLst/>
              <a:ahLst/>
              <a:cxnLst/>
              <a:rect l="l" t="t" r="r" b="b"/>
              <a:pathLst>
                <a:path w="11138" h="8772" extrusionOk="0">
                  <a:moveTo>
                    <a:pt x="7496" y="399"/>
                  </a:moveTo>
                  <a:lnTo>
                    <a:pt x="7815" y="425"/>
                  </a:lnTo>
                  <a:lnTo>
                    <a:pt x="8134" y="479"/>
                  </a:lnTo>
                  <a:lnTo>
                    <a:pt x="8453" y="558"/>
                  </a:lnTo>
                  <a:lnTo>
                    <a:pt x="8746" y="665"/>
                  </a:lnTo>
                  <a:lnTo>
                    <a:pt x="9038" y="797"/>
                  </a:lnTo>
                  <a:lnTo>
                    <a:pt x="9304" y="957"/>
                  </a:lnTo>
                  <a:lnTo>
                    <a:pt x="9570" y="1143"/>
                  </a:lnTo>
                  <a:lnTo>
                    <a:pt x="9782" y="1356"/>
                  </a:lnTo>
                  <a:lnTo>
                    <a:pt x="9995" y="1595"/>
                  </a:lnTo>
                  <a:lnTo>
                    <a:pt x="10181" y="1834"/>
                  </a:lnTo>
                  <a:lnTo>
                    <a:pt x="10340" y="2100"/>
                  </a:lnTo>
                  <a:lnTo>
                    <a:pt x="10500" y="2392"/>
                  </a:lnTo>
                  <a:lnTo>
                    <a:pt x="10606" y="2685"/>
                  </a:lnTo>
                  <a:lnTo>
                    <a:pt x="10686" y="3004"/>
                  </a:lnTo>
                  <a:lnTo>
                    <a:pt x="10739" y="3323"/>
                  </a:lnTo>
                  <a:lnTo>
                    <a:pt x="10739" y="3668"/>
                  </a:lnTo>
                  <a:lnTo>
                    <a:pt x="10739" y="3987"/>
                  </a:lnTo>
                  <a:lnTo>
                    <a:pt x="10686" y="4306"/>
                  </a:lnTo>
                  <a:lnTo>
                    <a:pt x="10606" y="4625"/>
                  </a:lnTo>
                  <a:lnTo>
                    <a:pt x="10500" y="4918"/>
                  </a:lnTo>
                  <a:lnTo>
                    <a:pt x="10340" y="5210"/>
                  </a:lnTo>
                  <a:lnTo>
                    <a:pt x="10181" y="5476"/>
                  </a:lnTo>
                  <a:lnTo>
                    <a:pt x="9995" y="5742"/>
                  </a:lnTo>
                  <a:lnTo>
                    <a:pt x="9782" y="5954"/>
                  </a:lnTo>
                  <a:lnTo>
                    <a:pt x="9570" y="6167"/>
                  </a:lnTo>
                  <a:lnTo>
                    <a:pt x="9304" y="6353"/>
                  </a:lnTo>
                  <a:lnTo>
                    <a:pt x="9038" y="6512"/>
                  </a:lnTo>
                  <a:lnTo>
                    <a:pt x="8746" y="6672"/>
                  </a:lnTo>
                  <a:lnTo>
                    <a:pt x="8453" y="6778"/>
                  </a:lnTo>
                  <a:lnTo>
                    <a:pt x="8134" y="6858"/>
                  </a:lnTo>
                  <a:lnTo>
                    <a:pt x="7815" y="6911"/>
                  </a:lnTo>
                  <a:lnTo>
                    <a:pt x="5609" y="6911"/>
                  </a:lnTo>
                  <a:lnTo>
                    <a:pt x="5503" y="6938"/>
                  </a:lnTo>
                  <a:lnTo>
                    <a:pt x="5396" y="7018"/>
                  </a:lnTo>
                  <a:lnTo>
                    <a:pt x="5343" y="7124"/>
                  </a:lnTo>
                  <a:lnTo>
                    <a:pt x="5343" y="7257"/>
                  </a:lnTo>
                  <a:lnTo>
                    <a:pt x="5529" y="8134"/>
                  </a:lnTo>
                  <a:lnTo>
                    <a:pt x="4174" y="7230"/>
                  </a:lnTo>
                  <a:lnTo>
                    <a:pt x="3961" y="7097"/>
                  </a:lnTo>
                  <a:lnTo>
                    <a:pt x="3748" y="7018"/>
                  </a:lnTo>
                  <a:lnTo>
                    <a:pt x="3509" y="6938"/>
                  </a:lnTo>
                  <a:lnTo>
                    <a:pt x="3270" y="6885"/>
                  </a:lnTo>
                  <a:lnTo>
                    <a:pt x="2951" y="6831"/>
                  </a:lnTo>
                  <a:lnTo>
                    <a:pt x="2632" y="6752"/>
                  </a:lnTo>
                  <a:lnTo>
                    <a:pt x="2339" y="6645"/>
                  </a:lnTo>
                  <a:lnTo>
                    <a:pt x="2074" y="6512"/>
                  </a:lnTo>
                  <a:lnTo>
                    <a:pt x="1808" y="6353"/>
                  </a:lnTo>
                  <a:lnTo>
                    <a:pt x="1569" y="6167"/>
                  </a:lnTo>
                  <a:lnTo>
                    <a:pt x="1356" y="5954"/>
                  </a:lnTo>
                  <a:lnTo>
                    <a:pt x="1143" y="5742"/>
                  </a:lnTo>
                  <a:lnTo>
                    <a:pt x="957" y="5502"/>
                  </a:lnTo>
                  <a:lnTo>
                    <a:pt x="798" y="5237"/>
                  </a:lnTo>
                  <a:lnTo>
                    <a:pt x="665" y="4971"/>
                  </a:lnTo>
                  <a:lnTo>
                    <a:pt x="558" y="4705"/>
                  </a:lnTo>
                  <a:lnTo>
                    <a:pt x="479" y="4386"/>
                  </a:lnTo>
                  <a:lnTo>
                    <a:pt x="426" y="4094"/>
                  </a:lnTo>
                  <a:lnTo>
                    <a:pt x="399" y="3775"/>
                  </a:lnTo>
                  <a:lnTo>
                    <a:pt x="399" y="3456"/>
                  </a:lnTo>
                  <a:lnTo>
                    <a:pt x="426" y="3137"/>
                  </a:lnTo>
                  <a:lnTo>
                    <a:pt x="505" y="2844"/>
                  </a:lnTo>
                  <a:lnTo>
                    <a:pt x="585" y="2552"/>
                  </a:lnTo>
                  <a:lnTo>
                    <a:pt x="718" y="2259"/>
                  </a:lnTo>
                  <a:lnTo>
                    <a:pt x="851" y="1994"/>
                  </a:lnTo>
                  <a:lnTo>
                    <a:pt x="1010" y="1728"/>
                  </a:lnTo>
                  <a:lnTo>
                    <a:pt x="1196" y="1515"/>
                  </a:lnTo>
                  <a:lnTo>
                    <a:pt x="1409" y="1276"/>
                  </a:lnTo>
                  <a:lnTo>
                    <a:pt x="1648" y="1090"/>
                  </a:lnTo>
                  <a:lnTo>
                    <a:pt x="1888" y="904"/>
                  </a:lnTo>
                  <a:lnTo>
                    <a:pt x="2153" y="771"/>
                  </a:lnTo>
                  <a:lnTo>
                    <a:pt x="2419" y="638"/>
                  </a:lnTo>
                  <a:lnTo>
                    <a:pt x="2712" y="532"/>
                  </a:lnTo>
                  <a:lnTo>
                    <a:pt x="3031" y="452"/>
                  </a:lnTo>
                  <a:lnTo>
                    <a:pt x="3323" y="425"/>
                  </a:lnTo>
                  <a:lnTo>
                    <a:pt x="3642" y="399"/>
                  </a:lnTo>
                  <a:close/>
                  <a:moveTo>
                    <a:pt x="3642" y="0"/>
                  </a:moveTo>
                  <a:lnTo>
                    <a:pt x="3296" y="27"/>
                  </a:lnTo>
                  <a:lnTo>
                    <a:pt x="2951" y="80"/>
                  </a:lnTo>
                  <a:lnTo>
                    <a:pt x="2605" y="160"/>
                  </a:lnTo>
                  <a:lnTo>
                    <a:pt x="2286" y="266"/>
                  </a:lnTo>
                  <a:lnTo>
                    <a:pt x="1967" y="399"/>
                  </a:lnTo>
                  <a:lnTo>
                    <a:pt x="1675" y="585"/>
                  </a:lnTo>
                  <a:lnTo>
                    <a:pt x="1409" y="771"/>
                  </a:lnTo>
                  <a:lnTo>
                    <a:pt x="1143" y="984"/>
                  </a:lnTo>
                  <a:lnTo>
                    <a:pt x="904" y="1249"/>
                  </a:lnTo>
                  <a:lnTo>
                    <a:pt x="691" y="1515"/>
                  </a:lnTo>
                  <a:lnTo>
                    <a:pt x="505" y="1781"/>
                  </a:lnTo>
                  <a:lnTo>
                    <a:pt x="346" y="2073"/>
                  </a:lnTo>
                  <a:lnTo>
                    <a:pt x="213" y="2392"/>
                  </a:lnTo>
                  <a:lnTo>
                    <a:pt x="107" y="2738"/>
                  </a:lnTo>
                  <a:lnTo>
                    <a:pt x="53" y="3083"/>
                  </a:lnTo>
                  <a:lnTo>
                    <a:pt x="0" y="3429"/>
                  </a:lnTo>
                  <a:lnTo>
                    <a:pt x="0" y="3801"/>
                  </a:lnTo>
                  <a:lnTo>
                    <a:pt x="27" y="4147"/>
                  </a:lnTo>
                  <a:lnTo>
                    <a:pt x="80" y="4492"/>
                  </a:lnTo>
                  <a:lnTo>
                    <a:pt x="186" y="4811"/>
                  </a:lnTo>
                  <a:lnTo>
                    <a:pt x="319" y="5130"/>
                  </a:lnTo>
                  <a:lnTo>
                    <a:pt x="452" y="5449"/>
                  </a:lnTo>
                  <a:lnTo>
                    <a:pt x="638" y="5742"/>
                  </a:lnTo>
                  <a:lnTo>
                    <a:pt x="851" y="6007"/>
                  </a:lnTo>
                  <a:lnTo>
                    <a:pt x="1064" y="6247"/>
                  </a:lnTo>
                  <a:lnTo>
                    <a:pt x="1329" y="6486"/>
                  </a:lnTo>
                  <a:lnTo>
                    <a:pt x="1595" y="6672"/>
                  </a:lnTo>
                  <a:lnTo>
                    <a:pt x="1888" y="6858"/>
                  </a:lnTo>
                  <a:lnTo>
                    <a:pt x="2180" y="7018"/>
                  </a:lnTo>
                  <a:lnTo>
                    <a:pt x="2525" y="7124"/>
                  </a:lnTo>
                  <a:lnTo>
                    <a:pt x="2844" y="7230"/>
                  </a:lnTo>
                  <a:lnTo>
                    <a:pt x="3217" y="7283"/>
                  </a:lnTo>
                  <a:lnTo>
                    <a:pt x="3403" y="7337"/>
                  </a:lnTo>
                  <a:lnTo>
                    <a:pt x="3589" y="7390"/>
                  </a:lnTo>
                  <a:lnTo>
                    <a:pt x="3775" y="7469"/>
                  </a:lnTo>
                  <a:lnTo>
                    <a:pt x="3961" y="7576"/>
                  </a:lnTo>
                  <a:lnTo>
                    <a:pt x="5742" y="8745"/>
                  </a:lnTo>
                  <a:lnTo>
                    <a:pt x="5795" y="8772"/>
                  </a:lnTo>
                  <a:lnTo>
                    <a:pt x="5901" y="8772"/>
                  </a:lnTo>
                  <a:lnTo>
                    <a:pt x="5954" y="8745"/>
                  </a:lnTo>
                  <a:lnTo>
                    <a:pt x="6008" y="8692"/>
                  </a:lnTo>
                  <a:lnTo>
                    <a:pt x="6034" y="8639"/>
                  </a:lnTo>
                  <a:lnTo>
                    <a:pt x="6061" y="8586"/>
                  </a:lnTo>
                  <a:lnTo>
                    <a:pt x="6034" y="8533"/>
                  </a:lnTo>
                  <a:lnTo>
                    <a:pt x="5768" y="7310"/>
                  </a:lnTo>
                  <a:lnTo>
                    <a:pt x="7868" y="7310"/>
                  </a:lnTo>
                  <a:lnTo>
                    <a:pt x="8214" y="7230"/>
                  </a:lnTo>
                  <a:lnTo>
                    <a:pt x="8586" y="7150"/>
                  </a:lnTo>
                  <a:lnTo>
                    <a:pt x="8905" y="7018"/>
                  </a:lnTo>
                  <a:lnTo>
                    <a:pt x="9224" y="6885"/>
                  </a:lnTo>
                  <a:lnTo>
                    <a:pt x="9543" y="6699"/>
                  </a:lnTo>
                  <a:lnTo>
                    <a:pt x="9809" y="6486"/>
                  </a:lnTo>
                  <a:lnTo>
                    <a:pt x="10075" y="6247"/>
                  </a:lnTo>
                  <a:lnTo>
                    <a:pt x="10314" y="5981"/>
                  </a:lnTo>
                  <a:lnTo>
                    <a:pt x="10526" y="5715"/>
                  </a:lnTo>
                  <a:lnTo>
                    <a:pt x="10713" y="5396"/>
                  </a:lnTo>
                  <a:lnTo>
                    <a:pt x="10845" y="5077"/>
                  </a:lnTo>
                  <a:lnTo>
                    <a:pt x="10978" y="4758"/>
                  </a:lnTo>
                  <a:lnTo>
                    <a:pt x="11085" y="4386"/>
                  </a:lnTo>
                  <a:lnTo>
                    <a:pt x="11138" y="4040"/>
                  </a:lnTo>
                  <a:lnTo>
                    <a:pt x="11138" y="3668"/>
                  </a:lnTo>
                  <a:lnTo>
                    <a:pt x="11138" y="3296"/>
                  </a:lnTo>
                  <a:lnTo>
                    <a:pt x="11085" y="2924"/>
                  </a:lnTo>
                  <a:lnTo>
                    <a:pt x="10978" y="2578"/>
                  </a:lnTo>
                  <a:lnTo>
                    <a:pt x="10845" y="2233"/>
                  </a:lnTo>
                  <a:lnTo>
                    <a:pt x="10713" y="1914"/>
                  </a:lnTo>
                  <a:lnTo>
                    <a:pt x="10526" y="1622"/>
                  </a:lnTo>
                  <a:lnTo>
                    <a:pt x="10314" y="1329"/>
                  </a:lnTo>
                  <a:lnTo>
                    <a:pt x="10075" y="1063"/>
                  </a:lnTo>
                  <a:lnTo>
                    <a:pt x="9809" y="824"/>
                  </a:lnTo>
                  <a:lnTo>
                    <a:pt x="9543" y="611"/>
                  </a:lnTo>
                  <a:lnTo>
                    <a:pt x="9224" y="452"/>
                  </a:lnTo>
                  <a:lnTo>
                    <a:pt x="8905" y="292"/>
                  </a:lnTo>
                  <a:lnTo>
                    <a:pt x="8586" y="160"/>
                  </a:lnTo>
                  <a:lnTo>
                    <a:pt x="8214" y="80"/>
                  </a:lnTo>
                  <a:lnTo>
                    <a:pt x="7868" y="27"/>
                  </a:lnTo>
                  <a:lnTo>
                    <a:pt x="74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4" name="Google Shape;504;p38"/>
          <p:cNvGrpSpPr/>
          <p:nvPr/>
        </p:nvGrpSpPr>
        <p:grpSpPr>
          <a:xfrm>
            <a:off x="8182519" y="4629299"/>
            <a:ext cx="287806" cy="226668"/>
            <a:chOff x="2522125" y="1336700"/>
            <a:chExt cx="278450" cy="219300"/>
          </a:xfrm>
        </p:grpSpPr>
        <p:sp>
          <p:nvSpPr>
            <p:cNvPr id="505" name="Google Shape;505;p38"/>
            <p:cNvSpPr/>
            <p:nvPr/>
          </p:nvSpPr>
          <p:spPr>
            <a:xfrm>
              <a:off x="2557350" y="1425075"/>
              <a:ext cx="47200" cy="43225"/>
            </a:xfrm>
            <a:custGeom>
              <a:avLst/>
              <a:gdLst/>
              <a:ahLst/>
              <a:cxnLst/>
              <a:rect l="l" t="t" r="r" b="b"/>
              <a:pathLst>
                <a:path w="1888" h="1729" extrusionOk="0">
                  <a:moveTo>
                    <a:pt x="213" y="0"/>
                  </a:moveTo>
                  <a:lnTo>
                    <a:pt x="133" y="27"/>
                  </a:lnTo>
                  <a:lnTo>
                    <a:pt x="53" y="54"/>
                  </a:lnTo>
                  <a:lnTo>
                    <a:pt x="27" y="133"/>
                  </a:lnTo>
                  <a:lnTo>
                    <a:pt x="0" y="213"/>
                  </a:lnTo>
                  <a:lnTo>
                    <a:pt x="27" y="266"/>
                  </a:lnTo>
                  <a:lnTo>
                    <a:pt x="53" y="346"/>
                  </a:lnTo>
                  <a:lnTo>
                    <a:pt x="133" y="399"/>
                  </a:lnTo>
                  <a:lnTo>
                    <a:pt x="213" y="399"/>
                  </a:lnTo>
                  <a:lnTo>
                    <a:pt x="1143" y="426"/>
                  </a:lnTo>
                  <a:lnTo>
                    <a:pt x="133" y="1383"/>
                  </a:lnTo>
                  <a:lnTo>
                    <a:pt x="106" y="1436"/>
                  </a:lnTo>
                  <a:lnTo>
                    <a:pt x="80" y="1489"/>
                  </a:lnTo>
                  <a:lnTo>
                    <a:pt x="80" y="1542"/>
                  </a:lnTo>
                  <a:lnTo>
                    <a:pt x="80" y="1595"/>
                  </a:lnTo>
                  <a:lnTo>
                    <a:pt x="133" y="1648"/>
                  </a:lnTo>
                  <a:lnTo>
                    <a:pt x="160" y="1702"/>
                  </a:lnTo>
                  <a:lnTo>
                    <a:pt x="213" y="1728"/>
                  </a:lnTo>
                  <a:lnTo>
                    <a:pt x="1675" y="1728"/>
                  </a:lnTo>
                  <a:lnTo>
                    <a:pt x="1754" y="1702"/>
                  </a:lnTo>
                  <a:lnTo>
                    <a:pt x="1834" y="1675"/>
                  </a:lnTo>
                  <a:lnTo>
                    <a:pt x="1861" y="1595"/>
                  </a:lnTo>
                  <a:lnTo>
                    <a:pt x="1887" y="1516"/>
                  </a:lnTo>
                  <a:lnTo>
                    <a:pt x="1861" y="1462"/>
                  </a:lnTo>
                  <a:lnTo>
                    <a:pt x="1834" y="1383"/>
                  </a:lnTo>
                  <a:lnTo>
                    <a:pt x="1754" y="1356"/>
                  </a:lnTo>
                  <a:lnTo>
                    <a:pt x="1675" y="1329"/>
                  </a:lnTo>
                  <a:lnTo>
                    <a:pt x="771" y="1329"/>
                  </a:lnTo>
                  <a:lnTo>
                    <a:pt x="1754" y="373"/>
                  </a:lnTo>
                  <a:lnTo>
                    <a:pt x="1781" y="319"/>
                  </a:lnTo>
                  <a:lnTo>
                    <a:pt x="1808" y="266"/>
                  </a:lnTo>
                  <a:lnTo>
                    <a:pt x="1808" y="213"/>
                  </a:lnTo>
                  <a:lnTo>
                    <a:pt x="1808" y="133"/>
                  </a:lnTo>
                  <a:lnTo>
                    <a:pt x="1781" y="80"/>
                  </a:lnTo>
                  <a:lnTo>
                    <a:pt x="1728" y="54"/>
                  </a:lnTo>
                  <a:lnTo>
                    <a:pt x="1675" y="27"/>
                  </a:lnTo>
                  <a:lnTo>
                    <a:pt x="1622" y="27"/>
                  </a:lnTo>
                  <a:lnTo>
                    <a:pt x="2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8"/>
            <p:cNvSpPr/>
            <p:nvPr/>
          </p:nvSpPr>
          <p:spPr>
            <a:xfrm>
              <a:off x="2610500" y="1405125"/>
              <a:ext cx="66475" cy="60500"/>
            </a:xfrm>
            <a:custGeom>
              <a:avLst/>
              <a:gdLst/>
              <a:ahLst/>
              <a:cxnLst/>
              <a:rect l="l" t="t" r="r" b="b"/>
              <a:pathLst>
                <a:path w="2659" h="2420" extrusionOk="0">
                  <a:moveTo>
                    <a:pt x="133" y="1"/>
                  </a:moveTo>
                  <a:lnTo>
                    <a:pt x="54" y="54"/>
                  </a:lnTo>
                  <a:lnTo>
                    <a:pt x="27" y="107"/>
                  </a:lnTo>
                  <a:lnTo>
                    <a:pt x="1" y="187"/>
                  </a:lnTo>
                  <a:lnTo>
                    <a:pt x="27" y="267"/>
                  </a:lnTo>
                  <a:lnTo>
                    <a:pt x="54" y="346"/>
                  </a:lnTo>
                  <a:lnTo>
                    <a:pt x="107" y="373"/>
                  </a:lnTo>
                  <a:lnTo>
                    <a:pt x="187" y="400"/>
                  </a:lnTo>
                  <a:lnTo>
                    <a:pt x="1861" y="426"/>
                  </a:lnTo>
                  <a:lnTo>
                    <a:pt x="160" y="2074"/>
                  </a:lnTo>
                  <a:lnTo>
                    <a:pt x="133" y="2127"/>
                  </a:lnTo>
                  <a:lnTo>
                    <a:pt x="107" y="2181"/>
                  </a:lnTo>
                  <a:lnTo>
                    <a:pt x="107" y="2234"/>
                  </a:lnTo>
                  <a:lnTo>
                    <a:pt x="133" y="2287"/>
                  </a:lnTo>
                  <a:lnTo>
                    <a:pt x="160" y="2340"/>
                  </a:lnTo>
                  <a:lnTo>
                    <a:pt x="187" y="2367"/>
                  </a:lnTo>
                  <a:lnTo>
                    <a:pt x="240" y="2393"/>
                  </a:lnTo>
                  <a:lnTo>
                    <a:pt x="320" y="2420"/>
                  </a:lnTo>
                  <a:lnTo>
                    <a:pt x="2446" y="2420"/>
                  </a:lnTo>
                  <a:lnTo>
                    <a:pt x="2526" y="2393"/>
                  </a:lnTo>
                  <a:lnTo>
                    <a:pt x="2579" y="2367"/>
                  </a:lnTo>
                  <a:lnTo>
                    <a:pt x="2632" y="2287"/>
                  </a:lnTo>
                  <a:lnTo>
                    <a:pt x="2659" y="2207"/>
                  </a:lnTo>
                  <a:lnTo>
                    <a:pt x="2632" y="2127"/>
                  </a:lnTo>
                  <a:lnTo>
                    <a:pt x="2579" y="2074"/>
                  </a:lnTo>
                  <a:lnTo>
                    <a:pt x="2526" y="2021"/>
                  </a:lnTo>
                  <a:lnTo>
                    <a:pt x="798" y="2021"/>
                  </a:lnTo>
                  <a:lnTo>
                    <a:pt x="2499" y="373"/>
                  </a:lnTo>
                  <a:lnTo>
                    <a:pt x="2526" y="320"/>
                  </a:lnTo>
                  <a:lnTo>
                    <a:pt x="2552" y="267"/>
                  </a:lnTo>
                  <a:lnTo>
                    <a:pt x="2552" y="214"/>
                  </a:lnTo>
                  <a:lnTo>
                    <a:pt x="2526" y="134"/>
                  </a:lnTo>
                  <a:lnTo>
                    <a:pt x="2499" y="81"/>
                  </a:lnTo>
                  <a:lnTo>
                    <a:pt x="2473" y="54"/>
                  </a:lnTo>
                  <a:lnTo>
                    <a:pt x="2419" y="28"/>
                  </a:lnTo>
                  <a:lnTo>
                    <a:pt x="2340" y="28"/>
                  </a:lnTo>
                  <a:lnTo>
                    <a:pt x="2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8"/>
            <p:cNvSpPr/>
            <p:nvPr/>
          </p:nvSpPr>
          <p:spPr>
            <a:xfrm>
              <a:off x="2682925" y="1387850"/>
              <a:ext cx="82450" cy="75125"/>
            </a:xfrm>
            <a:custGeom>
              <a:avLst/>
              <a:gdLst/>
              <a:ahLst/>
              <a:cxnLst/>
              <a:rect l="l" t="t" r="r" b="b"/>
              <a:pathLst>
                <a:path w="3298" h="3005" extrusionOk="0">
                  <a:moveTo>
                    <a:pt x="187" y="1"/>
                  </a:moveTo>
                  <a:lnTo>
                    <a:pt x="107" y="27"/>
                  </a:lnTo>
                  <a:lnTo>
                    <a:pt x="54" y="54"/>
                  </a:lnTo>
                  <a:lnTo>
                    <a:pt x="1" y="134"/>
                  </a:lnTo>
                  <a:lnTo>
                    <a:pt x="1" y="213"/>
                  </a:lnTo>
                  <a:lnTo>
                    <a:pt x="1" y="293"/>
                  </a:lnTo>
                  <a:lnTo>
                    <a:pt x="54" y="346"/>
                  </a:lnTo>
                  <a:lnTo>
                    <a:pt x="107" y="400"/>
                  </a:lnTo>
                  <a:lnTo>
                    <a:pt x="187" y="400"/>
                  </a:lnTo>
                  <a:lnTo>
                    <a:pt x="2473" y="426"/>
                  </a:lnTo>
                  <a:lnTo>
                    <a:pt x="187" y="2659"/>
                  </a:lnTo>
                  <a:lnTo>
                    <a:pt x="160" y="2712"/>
                  </a:lnTo>
                  <a:lnTo>
                    <a:pt x="134" y="2765"/>
                  </a:lnTo>
                  <a:lnTo>
                    <a:pt x="134" y="2818"/>
                  </a:lnTo>
                  <a:lnTo>
                    <a:pt x="160" y="2872"/>
                  </a:lnTo>
                  <a:lnTo>
                    <a:pt x="187" y="2925"/>
                  </a:lnTo>
                  <a:lnTo>
                    <a:pt x="214" y="2978"/>
                  </a:lnTo>
                  <a:lnTo>
                    <a:pt x="267" y="3005"/>
                  </a:lnTo>
                  <a:lnTo>
                    <a:pt x="3164" y="3005"/>
                  </a:lnTo>
                  <a:lnTo>
                    <a:pt x="3244" y="2951"/>
                  </a:lnTo>
                  <a:lnTo>
                    <a:pt x="3270" y="2898"/>
                  </a:lnTo>
                  <a:lnTo>
                    <a:pt x="3297" y="2818"/>
                  </a:lnTo>
                  <a:lnTo>
                    <a:pt x="3270" y="2739"/>
                  </a:lnTo>
                  <a:lnTo>
                    <a:pt x="3244" y="2659"/>
                  </a:lnTo>
                  <a:lnTo>
                    <a:pt x="3164" y="2632"/>
                  </a:lnTo>
                  <a:lnTo>
                    <a:pt x="3084" y="2606"/>
                  </a:lnTo>
                  <a:lnTo>
                    <a:pt x="825" y="2606"/>
                  </a:lnTo>
                  <a:lnTo>
                    <a:pt x="3111" y="373"/>
                  </a:lnTo>
                  <a:lnTo>
                    <a:pt x="3138" y="320"/>
                  </a:lnTo>
                  <a:lnTo>
                    <a:pt x="3164" y="267"/>
                  </a:lnTo>
                  <a:lnTo>
                    <a:pt x="3164" y="213"/>
                  </a:lnTo>
                  <a:lnTo>
                    <a:pt x="3138" y="160"/>
                  </a:lnTo>
                  <a:lnTo>
                    <a:pt x="3111" y="107"/>
                  </a:lnTo>
                  <a:lnTo>
                    <a:pt x="3084" y="81"/>
                  </a:lnTo>
                  <a:lnTo>
                    <a:pt x="3031" y="54"/>
                  </a:lnTo>
                  <a:lnTo>
                    <a:pt x="2951" y="27"/>
                  </a:lnTo>
                  <a:lnTo>
                    <a:pt x="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8"/>
            <p:cNvSpPr/>
            <p:nvPr/>
          </p:nvSpPr>
          <p:spPr>
            <a:xfrm>
              <a:off x="2522125" y="1336700"/>
              <a:ext cx="278450" cy="219300"/>
            </a:xfrm>
            <a:custGeom>
              <a:avLst/>
              <a:gdLst/>
              <a:ahLst/>
              <a:cxnLst/>
              <a:rect l="l" t="t" r="r" b="b"/>
              <a:pathLst>
                <a:path w="11138" h="8772" extrusionOk="0">
                  <a:moveTo>
                    <a:pt x="7496" y="399"/>
                  </a:moveTo>
                  <a:lnTo>
                    <a:pt x="7815" y="425"/>
                  </a:lnTo>
                  <a:lnTo>
                    <a:pt x="8134" y="479"/>
                  </a:lnTo>
                  <a:lnTo>
                    <a:pt x="8453" y="558"/>
                  </a:lnTo>
                  <a:lnTo>
                    <a:pt x="8746" y="665"/>
                  </a:lnTo>
                  <a:lnTo>
                    <a:pt x="9038" y="797"/>
                  </a:lnTo>
                  <a:lnTo>
                    <a:pt x="9304" y="957"/>
                  </a:lnTo>
                  <a:lnTo>
                    <a:pt x="9570" y="1143"/>
                  </a:lnTo>
                  <a:lnTo>
                    <a:pt x="9782" y="1356"/>
                  </a:lnTo>
                  <a:lnTo>
                    <a:pt x="9995" y="1595"/>
                  </a:lnTo>
                  <a:lnTo>
                    <a:pt x="10181" y="1834"/>
                  </a:lnTo>
                  <a:lnTo>
                    <a:pt x="10340" y="2100"/>
                  </a:lnTo>
                  <a:lnTo>
                    <a:pt x="10500" y="2392"/>
                  </a:lnTo>
                  <a:lnTo>
                    <a:pt x="10606" y="2685"/>
                  </a:lnTo>
                  <a:lnTo>
                    <a:pt x="10686" y="3004"/>
                  </a:lnTo>
                  <a:lnTo>
                    <a:pt x="10739" y="3323"/>
                  </a:lnTo>
                  <a:lnTo>
                    <a:pt x="10739" y="3668"/>
                  </a:lnTo>
                  <a:lnTo>
                    <a:pt x="10739" y="3987"/>
                  </a:lnTo>
                  <a:lnTo>
                    <a:pt x="10686" y="4306"/>
                  </a:lnTo>
                  <a:lnTo>
                    <a:pt x="10606" y="4625"/>
                  </a:lnTo>
                  <a:lnTo>
                    <a:pt x="10500" y="4918"/>
                  </a:lnTo>
                  <a:lnTo>
                    <a:pt x="10340" y="5210"/>
                  </a:lnTo>
                  <a:lnTo>
                    <a:pt x="10181" y="5476"/>
                  </a:lnTo>
                  <a:lnTo>
                    <a:pt x="9995" y="5742"/>
                  </a:lnTo>
                  <a:lnTo>
                    <a:pt x="9782" y="5954"/>
                  </a:lnTo>
                  <a:lnTo>
                    <a:pt x="9570" y="6167"/>
                  </a:lnTo>
                  <a:lnTo>
                    <a:pt x="9304" y="6353"/>
                  </a:lnTo>
                  <a:lnTo>
                    <a:pt x="9038" y="6512"/>
                  </a:lnTo>
                  <a:lnTo>
                    <a:pt x="8746" y="6672"/>
                  </a:lnTo>
                  <a:lnTo>
                    <a:pt x="8453" y="6778"/>
                  </a:lnTo>
                  <a:lnTo>
                    <a:pt x="8134" y="6858"/>
                  </a:lnTo>
                  <a:lnTo>
                    <a:pt x="7815" y="6911"/>
                  </a:lnTo>
                  <a:lnTo>
                    <a:pt x="5609" y="6911"/>
                  </a:lnTo>
                  <a:lnTo>
                    <a:pt x="5503" y="6938"/>
                  </a:lnTo>
                  <a:lnTo>
                    <a:pt x="5396" y="7018"/>
                  </a:lnTo>
                  <a:lnTo>
                    <a:pt x="5343" y="7124"/>
                  </a:lnTo>
                  <a:lnTo>
                    <a:pt x="5343" y="7257"/>
                  </a:lnTo>
                  <a:lnTo>
                    <a:pt x="5529" y="8134"/>
                  </a:lnTo>
                  <a:lnTo>
                    <a:pt x="4174" y="7230"/>
                  </a:lnTo>
                  <a:lnTo>
                    <a:pt x="3961" y="7097"/>
                  </a:lnTo>
                  <a:lnTo>
                    <a:pt x="3748" y="7018"/>
                  </a:lnTo>
                  <a:lnTo>
                    <a:pt x="3509" y="6938"/>
                  </a:lnTo>
                  <a:lnTo>
                    <a:pt x="3270" y="6885"/>
                  </a:lnTo>
                  <a:lnTo>
                    <a:pt x="2951" y="6831"/>
                  </a:lnTo>
                  <a:lnTo>
                    <a:pt x="2632" y="6752"/>
                  </a:lnTo>
                  <a:lnTo>
                    <a:pt x="2339" y="6645"/>
                  </a:lnTo>
                  <a:lnTo>
                    <a:pt x="2074" y="6512"/>
                  </a:lnTo>
                  <a:lnTo>
                    <a:pt x="1808" y="6353"/>
                  </a:lnTo>
                  <a:lnTo>
                    <a:pt x="1569" y="6167"/>
                  </a:lnTo>
                  <a:lnTo>
                    <a:pt x="1356" y="5954"/>
                  </a:lnTo>
                  <a:lnTo>
                    <a:pt x="1143" y="5742"/>
                  </a:lnTo>
                  <a:lnTo>
                    <a:pt x="957" y="5502"/>
                  </a:lnTo>
                  <a:lnTo>
                    <a:pt x="798" y="5237"/>
                  </a:lnTo>
                  <a:lnTo>
                    <a:pt x="665" y="4971"/>
                  </a:lnTo>
                  <a:lnTo>
                    <a:pt x="558" y="4705"/>
                  </a:lnTo>
                  <a:lnTo>
                    <a:pt x="479" y="4386"/>
                  </a:lnTo>
                  <a:lnTo>
                    <a:pt x="426" y="4094"/>
                  </a:lnTo>
                  <a:lnTo>
                    <a:pt x="399" y="3775"/>
                  </a:lnTo>
                  <a:lnTo>
                    <a:pt x="399" y="3456"/>
                  </a:lnTo>
                  <a:lnTo>
                    <a:pt x="426" y="3137"/>
                  </a:lnTo>
                  <a:lnTo>
                    <a:pt x="505" y="2844"/>
                  </a:lnTo>
                  <a:lnTo>
                    <a:pt x="585" y="2552"/>
                  </a:lnTo>
                  <a:lnTo>
                    <a:pt x="718" y="2259"/>
                  </a:lnTo>
                  <a:lnTo>
                    <a:pt x="851" y="1994"/>
                  </a:lnTo>
                  <a:lnTo>
                    <a:pt x="1010" y="1728"/>
                  </a:lnTo>
                  <a:lnTo>
                    <a:pt x="1196" y="1515"/>
                  </a:lnTo>
                  <a:lnTo>
                    <a:pt x="1409" y="1276"/>
                  </a:lnTo>
                  <a:lnTo>
                    <a:pt x="1648" y="1090"/>
                  </a:lnTo>
                  <a:lnTo>
                    <a:pt x="1888" y="904"/>
                  </a:lnTo>
                  <a:lnTo>
                    <a:pt x="2153" y="771"/>
                  </a:lnTo>
                  <a:lnTo>
                    <a:pt x="2419" y="638"/>
                  </a:lnTo>
                  <a:lnTo>
                    <a:pt x="2712" y="532"/>
                  </a:lnTo>
                  <a:lnTo>
                    <a:pt x="3031" y="452"/>
                  </a:lnTo>
                  <a:lnTo>
                    <a:pt x="3323" y="425"/>
                  </a:lnTo>
                  <a:lnTo>
                    <a:pt x="3642" y="399"/>
                  </a:lnTo>
                  <a:close/>
                  <a:moveTo>
                    <a:pt x="3642" y="0"/>
                  </a:moveTo>
                  <a:lnTo>
                    <a:pt x="3296" y="27"/>
                  </a:lnTo>
                  <a:lnTo>
                    <a:pt x="2951" y="80"/>
                  </a:lnTo>
                  <a:lnTo>
                    <a:pt x="2605" y="160"/>
                  </a:lnTo>
                  <a:lnTo>
                    <a:pt x="2286" y="266"/>
                  </a:lnTo>
                  <a:lnTo>
                    <a:pt x="1967" y="399"/>
                  </a:lnTo>
                  <a:lnTo>
                    <a:pt x="1675" y="585"/>
                  </a:lnTo>
                  <a:lnTo>
                    <a:pt x="1409" y="771"/>
                  </a:lnTo>
                  <a:lnTo>
                    <a:pt x="1143" y="984"/>
                  </a:lnTo>
                  <a:lnTo>
                    <a:pt x="904" y="1249"/>
                  </a:lnTo>
                  <a:lnTo>
                    <a:pt x="691" y="1515"/>
                  </a:lnTo>
                  <a:lnTo>
                    <a:pt x="505" y="1781"/>
                  </a:lnTo>
                  <a:lnTo>
                    <a:pt x="346" y="2073"/>
                  </a:lnTo>
                  <a:lnTo>
                    <a:pt x="213" y="2392"/>
                  </a:lnTo>
                  <a:lnTo>
                    <a:pt x="107" y="2738"/>
                  </a:lnTo>
                  <a:lnTo>
                    <a:pt x="53" y="3083"/>
                  </a:lnTo>
                  <a:lnTo>
                    <a:pt x="0" y="3429"/>
                  </a:lnTo>
                  <a:lnTo>
                    <a:pt x="0" y="3801"/>
                  </a:lnTo>
                  <a:lnTo>
                    <a:pt x="27" y="4147"/>
                  </a:lnTo>
                  <a:lnTo>
                    <a:pt x="80" y="4492"/>
                  </a:lnTo>
                  <a:lnTo>
                    <a:pt x="186" y="4811"/>
                  </a:lnTo>
                  <a:lnTo>
                    <a:pt x="319" y="5130"/>
                  </a:lnTo>
                  <a:lnTo>
                    <a:pt x="452" y="5449"/>
                  </a:lnTo>
                  <a:lnTo>
                    <a:pt x="638" y="5742"/>
                  </a:lnTo>
                  <a:lnTo>
                    <a:pt x="851" y="6007"/>
                  </a:lnTo>
                  <a:lnTo>
                    <a:pt x="1064" y="6247"/>
                  </a:lnTo>
                  <a:lnTo>
                    <a:pt x="1329" y="6486"/>
                  </a:lnTo>
                  <a:lnTo>
                    <a:pt x="1595" y="6672"/>
                  </a:lnTo>
                  <a:lnTo>
                    <a:pt x="1888" y="6858"/>
                  </a:lnTo>
                  <a:lnTo>
                    <a:pt x="2180" y="7018"/>
                  </a:lnTo>
                  <a:lnTo>
                    <a:pt x="2525" y="7124"/>
                  </a:lnTo>
                  <a:lnTo>
                    <a:pt x="2844" y="7230"/>
                  </a:lnTo>
                  <a:lnTo>
                    <a:pt x="3217" y="7283"/>
                  </a:lnTo>
                  <a:lnTo>
                    <a:pt x="3403" y="7337"/>
                  </a:lnTo>
                  <a:lnTo>
                    <a:pt x="3589" y="7390"/>
                  </a:lnTo>
                  <a:lnTo>
                    <a:pt x="3775" y="7469"/>
                  </a:lnTo>
                  <a:lnTo>
                    <a:pt x="3961" y="7576"/>
                  </a:lnTo>
                  <a:lnTo>
                    <a:pt x="5742" y="8745"/>
                  </a:lnTo>
                  <a:lnTo>
                    <a:pt x="5795" y="8772"/>
                  </a:lnTo>
                  <a:lnTo>
                    <a:pt x="5901" y="8772"/>
                  </a:lnTo>
                  <a:lnTo>
                    <a:pt x="5954" y="8745"/>
                  </a:lnTo>
                  <a:lnTo>
                    <a:pt x="6008" y="8692"/>
                  </a:lnTo>
                  <a:lnTo>
                    <a:pt x="6034" y="8639"/>
                  </a:lnTo>
                  <a:lnTo>
                    <a:pt x="6061" y="8586"/>
                  </a:lnTo>
                  <a:lnTo>
                    <a:pt x="6034" y="8533"/>
                  </a:lnTo>
                  <a:lnTo>
                    <a:pt x="5768" y="7310"/>
                  </a:lnTo>
                  <a:lnTo>
                    <a:pt x="7868" y="7310"/>
                  </a:lnTo>
                  <a:lnTo>
                    <a:pt x="8214" y="7230"/>
                  </a:lnTo>
                  <a:lnTo>
                    <a:pt x="8586" y="7150"/>
                  </a:lnTo>
                  <a:lnTo>
                    <a:pt x="8905" y="7018"/>
                  </a:lnTo>
                  <a:lnTo>
                    <a:pt x="9224" y="6885"/>
                  </a:lnTo>
                  <a:lnTo>
                    <a:pt x="9543" y="6699"/>
                  </a:lnTo>
                  <a:lnTo>
                    <a:pt x="9809" y="6486"/>
                  </a:lnTo>
                  <a:lnTo>
                    <a:pt x="10075" y="6247"/>
                  </a:lnTo>
                  <a:lnTo>
                    <a:pt x="10314" y="5981"/>
                  </a:lnTo>
                  <a:lnTo>
                    <a:pt x="10526" y="5715"/>
                  </a:lnTo>
                  <a:lnTo>
                    <a:pt x="10713" y="5396"/>
                  </a:lnTo>
                  <a:lnTo>
                    <a:pt x="10845" y="5077"/>
                  </a:lnTo>
                  <a:lnTo>
                    <a:pt x="10978" y="4758"/>
                  </a:lnTo>
                  <a:lnTo>
                    <a:pt x="11085" y="4386"/>
                  </a:lnTo>
                  <a:lnTo>
                    <a:pt x="11138" y="4040"/>
                  </a:lnTo>
                  <a:lnTo>
                    <a:pt x="11138" y="3668"/>
                  </a:lnTo>
                  <a:lnTo>
                    <a:pt x="11138" y="3296"/>
                  </a:lnTo>
                  <a:lnTo>
                    <a:pt x="11085" y="2924"/>
                  </a:lnTo>
                  <a:lnTo>
                    <a:pt x="10978" y="2578"/>
                  </a:lnTo>
                  <a:lnTo>
                    <a:pt x="10845" y="2233"/>
                  </a:lnTo>
                  <a:lnTo>
                    <a:pt x="10713" y="1914"/>
                  </a:lnTo>
                  <a:lnTo>
                    <a:pt x="10526" y="1622"/>
                  </a:lnTo>
                  <a:lnTo>
                    <a:pt x="10314" y="1329"/>
                  </a:lnTo>
                  <a:lnTo>
                    <a:pt x="10075" y="1063"/>
                  </a:lnTo>
                  <a:lnTo>
                    <a:pt x="9809" y="824"/>
                  </a:lnTo>
                  <a:lnTo>
                    <a:pt x="9543" y="611"/>
                  </a:lnTo>
                  <a:lnTo>
                    <a:pt x="9224" y="452"/>
                  </a:lnTo>
                  <a:lnTo>
                    <a:pt x="8905" y="292"/>
                  </a:lnTo>
                  <a:lnTo>
                    <a:pt x="8586" y="160"/>
                  </a:lnTo>
                  <a:lnTo>
                    <a:pt x="8214" y="80"/>
                  </a:lnTo>
                  <a:lnTo>
                    <a:pt x="7868" y="27"/>
                  </a:lnTo>
                  <a:lnTo>
                    <a:pt x="74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39"/>
          <p:cNvSpPr txBox="1">
            <a:spLocks noGrp="1"/>
          </p:cNvSpPr>
          <p:nvPr>
            <p:ph type="title" idx="8"/>
          </p:nvPr>
        </p:nvSpPr>
        <p:spPr>
          <a:xfrm>
            <a:off x="111625" y="130710"/>
            <a:ext cx="7704000" cy="54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Gothic A1 Medium"/>
                <a:ea typeface="Gothic A1 Medium"/>
                <a:cs typeface="Gothic A1 Medium"/>
                <a:sym typeface="Gothic A1 Medium"/>
              </a:rPr>
              <a:t>The Data</a:t>
            </a:r>
            <a:r>
              <a:rPr lang="en"/>
              <a:t> </a:t>
            </a:r>
            <a:endParaRPr/>
          </a:p>
        </p:txBody>
      </p:sp>
      <p:sp>
        <p:nvSpPr>
          <p:cNvPr id="514" name="Google Shape;514;p39"/>
          <p:cNvSpPr txBox="1">
            <a:spLocks noGrp="1"/>
          </p:cNvSpPr>
          <p:nvPr>
            <p:ph type="subTitle" idx="1"/>
          </p:nvPr>
        </p:nvSpPr>
        <p:spPr>
          <a:xfrm>
            <a:off x="934750" y="722175"/>
            <a:ext cx="6615600" cy="70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chemeClr val="dk1"/>
                </a:solidFill>
              </a:rPr>
              <a:t>Source:</a:t>
            </a:r>
            <a:endParaRPr sz="1500" b="1">
              <a:solidFill>
                <a:schemeClr val="dk1"/>
              </a:solidFill>
            </a:endParaRPr>
          </a:p>
          <a:p>
            <a:pPr marL="0" lvl="0" indent="0" algn="l" rtl="0">
              <a:spcBef>
                <a:spcPts val="0"/>
              </a:spcBef>
              <a:spcAft>
                <a:spcPts val="0"/>
              </a:spcAft>
              <a:buNone/>
            </a:pPr>
            <a:r>
              <a:rPr lang="en" sz="1500">
                <a:solidFill>
                  <a:schemeClr val="dk1"/>
                </a:solidFill>
              </a:rPr>
              <a:t>CDC National Health &amp; Nutrition Examination Survey (NHANES) </a:t>
            </a:r>
            <a:endParaRPr sz="1500">
              <a:solidFill>
                <a:schemeClr val="dk1"/>
              </a:solidFill>
            </a:endParaRPr>
          </a:p>
          <a:p>
            <a:pPr marL="0" lvl="0" indent="0" algn="l" rtl="0">
              <a:spcBef>
                <a:spcPts val="0"/>
              </a:spcBef>
              <a:spcAft>
                <a:spcPts val="0"/>
              </a:spcAft>
              <a:buNone/>
            </a:pPr>
            <a:endParaRPr sz="1500">
              <a:solidFill>
                <a:schemeClr val="dk1"/>
              </a:solidFill>
            </a:endParaRPr>
          </a:p>
          <a:p>
            <a:pPr marL="0" lvl="0" indent="0" algn="l" rtl="0">
              <a:spcBef>
                <a:spcPts val="0"/>
              </a:spcBef>
              <a:spcAft>
                <a:spcPts val="0"/>
              </a:spcAft>
              <a:buNone/>
            </a:pPr>
            <a:endParaRPr sz="1500" b="1">
              <a:solidFill>
                <a:schemeClr val="dk1"/>
              </a:solidFill>
            </a:endParaRPr>
          </a:p>
          <a:p>
            <a:pPr marL="0" lvl="0" indent="0" algn="l" rtl="0">
              <a:spcBef>
                <a:spcPts val="0"/>
              </a:spcBef>
              <a:spcAft>
                <a:spcPts val="0"/>
              </a:spcAft>
              <a:buNone/>
            </a:pPr>
            <a:r>
              <a:rPr lang="en" sz="1500" b="1">
                <a:solidFill>
                  <a:schemeClr val="dk1"/>
                </a:solidFill>
              </a:rPr>
              <a:t>        Dependent </a:t>
            </a:r>
            <a:endParaRPr sz="1500" b="1">
              <a:solidFill>
                <a:schemeClr val="dk1"/>
              </a:solidFill>
            </a:endParaRPr>
          </a:p>
          <a:p>
            <a:pPr marL="457200" lvl="0" indent="0" algn="l" rtl="0">
              <a:spcBef>
                <a:spcPts val="0"/>
              </a:spcBef>
              <a:spcAft>
                <a:spcPts val="0"/>
              </a:spcAft>
              <a:buNone/>
            </a:pPr>
            <a:endParaRPr sz="1500">
              <a:solidFill>
                <a:schemeClr val="dk1"/>
              </a:solidFill>
            </a:endParaRPr>
          </a:p>
        </p:txBody>
      </p:sp>
      <p:grpSp>
        <p:nvGrpSpPr>
          <p:cNvPr id="515" name="Google Shape;515;p39"/>
          <p:cNvGrpSpPr/>
          <p:nvPr/>
        </p:nvGrpSpPr>
        <p:grpSpPr>
          <a:xfrm>
            <a:off x="4405971" y="4742290"/>
            <a:ext cx="202300" cy="226668"/>
            <a:chOff x="7128000" y="1314750"/>
            <a:chExt cx="247250" cy="263200"/>
          </a:xfrm>
        </p:grpSpPr>
        <p:sp>
          <p:nvSpPr>
            <p:cNvPr id="516" name="Google Shape;516;p39"/>
            <p:cNvSpPr/>
            <p:nvPr/>
          </p:nvSpPr>
          <p:spPr>
            <a:xfrm>
              <a:off x="7128000" y="1330700"/>
              <a:ext cx="247250" cy="247250"/>
            </a:xfrm>
            <a:custGeom>
              <a:avLst/>
              <a:gdLst/>
              <a:ahLst/>
              <a:cxnLst/>
              <a:rect l="l" t="t" r="r" b="b"/>
              <a:pathLst>
                <a:path w="9890" h="9890" extrusionOk="0">
                  <a:moveTo>
                    <a:pt x="7311" y="665"/>
                  </a:moveTo>
                  <a:lnTo>
                    <a:pt x="7630" y="905"/>
                  </a:lnTo>
                  <a:lnTo>
                    <a:pt x="7922" y="1170"/>
                  </a:lnTo>
                  <a:lnTo>
                    <a:pt x="8215" y="1436"/>
                  </a:lnTo>
                  <a:lnTo>
                    <a:pt x="8454" y="1729"/>
                  </a:lnTo>
                  <a:lnTo>
                    <a:pt x="8666" y="2021"/>
                  </a:lnTo>
                  <a:lnTo>
                    <a:pt x="8879" y="2367"/>
                  </a:lnTo>
                  <a:lnTo>
                    <a:pt x="9039" y="2686"/>
                  </a:lnTo>
                  <a:lnTo>
                    <a:pt x="9198" y="3058"/>
                  </a:lnTo>
                  <a:lnTo>
                    <a:pt x="9304" y="3403"/>
                  </a:lnTo>
                  <a:lnTo>
                    <a:pt x="9384" y="3775"/>
                  </a:lnTo>
                  <a:lnTo>
                    <a:pt x="9464" y="4148"/>
                  </a:lnTo>
                  <a:lnTo>
                    <a:pt x="9490" y="4520"/>
                  </a:lnTo>
                  <a:lnTo>
                    <a:pt x="9490" y="4918"/>
                  </a:lnTo>
                  <a:lnTo>
                    <a:pt x="9437" y="5291"/>
                  </a:lnTo>
                  <a:lnTo>
                    <a:pt x="9384" y="5689"/>
                  </a:lnTo>
                  <a:lnTo>
                    <a:pt x="9278" y="6061"/>
                  </a:lnTo>
                  <a:lnTo>
                    <a:pt x="9145" y="6434"/>
                  </a:lnTo>
                  <a:lnTo>
                    <a:pt x="9012" y="6806"/>
                  </a:lnTo>
                  <a:lnTo>
                    <a:pt x="8826" y="7151"/>
                  </a:lnTo>
                  <a:lnTo>
                    <a:pt x="8613" y="7470"/>
                  </a:lnTo>
                  <a:lnTo>
                    <a:pt x="8374" y="7763"/>
                  </a:lnTo>
                  <a:lnTo>
                    <a:pt x="8135" y="8055"/>
                  </a:lnTo>
                  <a:lnTo>
                    <a:pt x="7842" y="8321"/>
                  </a:lnTo>
                  <a:lnTo>
                    <a:pt x="7550" y="8560"/>
                  </a:lnTo>
                  <a:lnTo>
                    <a:pt x="7231" y="8773"/>
                  </a:lnTo>
                  <a:lnTo>
                    <a:pt x="6912" y="8959"/>
                  </a:lnTo>
                  <a:lnTo>
                    <a:pt x="6567" y="9118"/>
                  </a:lnTo>
                  <a:lnTo>
                    <a:pt x="6221" y="9251"/>
                  </a:lnTo>
                  <a:lnTo>
                    <a:pt x="5849" y="9357"/>
                  </a:lnTo>
                  <a:lnTo>
                    <a:pt x="5477" y="9437"/>
                  </a:lnTo>
                  <a:lnTo>
                    <a:pt x="5078" y="9490"/>
                  </a:lnTo>
                  <a:lnTo>
                    <a:pt x="4387" y="9490"/>
                  </a:lnTo>
                  <a:lnTo>
                    <a:pt x="4068" y="9464"/>
                  </a:lnTo>
                  <a:lnTo>
                    <a:pt x="3775" y="9411"/>
                  </a:lnTo>
                  <a:lnTo>
                    <a:pt x="3483" y="9357"/>
                  </a:lnTo>
                  <a:lnTo>
                    <a:pt x="3217" y="9278"/>
                  </a:lnTo>
                  <a:lnTo>
                    <a:pt x="2925" y="9171"/>
                  </a:lnTo>
                  <a:lnTo>
                    <a:pt x="2659" y="9065"/>
                  </a:lnTo>
                  <a:lnTo>
                    <a:pt x="2393" y="8932"/>
                  </a:lnTo>
                  <a:lnTo>
                    <a:pt x="2127" y="8773"/>
                  </a:lnTo>
                  <a:lnTo>
                    <a:pt x="1888" y="8613"/>
                  </a:lnTo>
                  <a:lnTo>
                    <a:pt x="1649" y="8427"/>
                  </a:lnTo>
                  <a:lnTo>
                    <a:pt x="1436" y="8241"/>
                  </a:lnTo>
                  <a:lnTo>
                    <a:pt x="1224" y="8028"/>
                  </a:lnTo>
                  <a:lnTo>
                    <a:pt x="1011" y="7816"/>
                  </a:lnTo>
                  <a:lnTo>
                    <a:pt x="825" y="7577"/>
                  </a:lnTo>
                  <a:lnTo>
                    <a:pt x="665" y="7337"/>
                  </a:lnTo>
                  <a:lnTo>
                    <a:pt x="1091" y="7470"/>
                  </a:lnTo>
                  <a:lnTo>
                    <a:pt x="1516" y="7550"/>
                  </a:lnTo>
                  <a:lnTo>
                    <a:pt x="1968" y="7603"/>
                  </a:lnTo>
                  <a:lnTo>
                    <a:pt x="2420" y="7630"/>
                  </a:lnTo>
                  <a:lnTo>
                    <a:pt x="2951" y="7603"/>
                  </a:lnTo>
                  <a:lnTo>
                    <a:pt x="3457" y="7523"/>
                  </a:lnTo>
                  <a:lnTo>
                    <a:pt x="3962" y="7390"/>
                  </a:lnTo>
                  <a:lnTo>
                    <a:pt x="4440" y="7204"/>
                  </a:lnTo>
                  <a:lnTo>
                    <a:pt x="4892" y="6992"/>
                  </a:lnTo>
                  <a:lnTo>
                    <a:pt x="5317" y="6726"/>
                  </a:lnTo>
                  <a:lnTo>
                    <a:pt x="5716" y="6434"/>
                  </a:lnTo>
                  <a:lnTo>
                    <a:pt x="6088" y="6115"/>
                  </a:lnTo>
                  <a:lnTo>
                    <a:pt x="6434" y="5742"/>
                  </a:lnTo>
                  <a:lnTo>
                    <a:pt x="6726" y="5344"/>
                  </a:lnTo>
                  <a:lnTo>
                    <a:pt x="6992" y="4892"/>
                  </a:lnTo>
                  <a:lnTo>
                    <a:pt x="7204" y="4440"/>
                  </a:lnTo>
                  <a:lnTo>
                    <a:pt x="7391" y="3961"/>
                  </a:lnTo>
                  <a:lnTo>
                    <a:pt x="7497" y="3483"/>
                  </a:lnTo>
                  <a:lnTo>
                    <a:pt x="7577" y="2951"/>
                  </a:lnTo>
                  <a:lnTo>
                    <a:pt x="7603" y="2420"/>
                  </a:lnTo>
                  <a:lnTo>
                    <a:pt x="7603" y="1968"/>
                  </a:lnTo>
                  <a:lnTo>
                    <a:pt x="7550" y="1543"/>
                  </a:lnTo>
                  <a:lnTo>
                    <a:pt x="7444" y="1091"/>
                  </a:lnTo>
                  <a:lnTo>
                    <a:pt x="7311" y="665"/>
                  </a:lnTo>
                  <a:close/>
                  <a:moveTo>
                    <a:pt x="6859" y="1"/>
                  </a:moveTo>
                  <a:lnTo>
                    <a:pt x="6806" y="27"/>
                  </a:lnTo>
                  <a:lnTo>
                    <a:pt x="6753" y="81"/>
                  </a:lnTo>
                  <a:lnTo>
                    <a:pt x="6726" y="107"/>
                  </a:lnTo>
                  <a:lnTo>
                    <a:pt x="6699" y="187"/>
                  </a:lnTo>
                  <a:lnTo>
                    <a:pt x="6699" y="240"/>
                  </a:lnTo>
                  <a:lnTo>
                    <a:pt x="6726" y="293"/>
                  </a:lnTo>
                  <a:lnTo>
                    <a:pt x="6832" y="559"/>
                  </a:lnTo>
                  <a:lnTo>
                    <a:pt x="6939" y="798"/>
                  </a:lnTo>
                  <a:lnTo>
                    <a:pt x="7098" y="1330"/>
                  </a:lnTo>
                  <a:lnTo>
                    <a:pt x="7178" y="1862"/>
                  </a:lnTo>
                  <a:lnTo>
                    <a:pt x="7204" y="2154"/>
                  </a:lnTo>
                  <a:lnTo>
                    <a:pt x="7204" y="2420"/>
                  </a:lnTo>
                  <a:lnTo>
                    <a:pt x="7178" y="2925"/>
                  </a:lnTo>
                  <a:lnTo>
                    <a:pt x="7125" y="3403"/>
                  </a:lnTo>
                  <a:lnTo>
                    <a:pt x="6992" y="3855"/>
                  </a:lnTo>
                  <a:lnTo>
                    <a:pt x="6832" y="4280"/>
                  </a:lnTo>
                  <a:lnTo>
                    <a:pt x="6620" y="4706"/>
                  </a:lnTo>
                  <a:lnTo>
                    <a:pt x="6380" y="5104"/>
                  </a:lnTo>
                  <a:lnTo>
                    <a:pt x="6115" y="5477"/>
                  </a:lnTo>
                  <a:lnTo>
                    <a:pt x="5796" y="5822"/>
                  </a:lnTo>
                  <a:lnTo>
                    <a:pt x="5450" y="6141"/>
                  </a:lnTo>
                  <a:lnTo>
                    <a:pt x="5105" y="6407"/>
                  </a:lnTo>
                  <a:lnTo>
                    <a:pt x="4706" y="6646"/>
                  </a:lnTo>
                  <a:lnTo>
                    <a:pt x="4281" y="6859"/>
                  </a:lnTo>
                  <a:lnTo>
                    <a:pt x="3829" y="7018"/>
                  </a:lnTo>
                  <a:lnTo>
                    <a:pt x="3377" y="7125"/>
                  </a:lnTo>
                  <a:lnTo>
                    <a:pt x="2898" y="7204"/>
                  </a:lnTo>
                  <a:lnTo>
                    <a:pt x="2420" y="7231"/>
                  </a:lnTo>
                  <a:lnTo>
                    <a:pt x="2127" y="7231"/>
                  </a:lnTo>
                  <a:lnTo>
                    <a:pt x="1862" y="7204"/>
                  </a:lnTo>
                  <a:lnTo>
                    <a:pt x="1330" y="7098"/>
                  </a:lnTo>
                  <a:lnTo>
                    <a:pt x="798" y="6939"/>
                  </a:lnTo>
                  <a:lnTo>
                    <a:pt x="533" y="6859"/>
                  </a:lnTo>
                  <a:lnTo>
                    <a:pt x="293" y="6726"/>
                  </a:lnTo>
                  <a:lnTo>
                    <a:pt x="107" y="6726"/>
                  </a:lnTo>
                  <a:lnTo>
                    <a:pt x="54" y="6779"/>
                  </a:lnTo>
                  <a:lnTo>
                    <a:pt x="28" y="6832"/>
                  </a:lnTo>
                  <a:lnTo>
                    <a:pt x="1" y="6885"/>
                  </a:lnTo>
                  <a:lnTo>
                    <a:pt x="1" y="6939"/>
                  </a:lnTo>
                  <a:lnTo>
                    <a:pt x="28" y="6992"/>
                  </a:lnTo>
                  <a:lnTo>
                    <a:pt x="214" y="7364"/>
                  </a:lnTo>
                  <a:lnTo>
                    <a:pt x="453" y="7709"/>
                  </a:lnTo>
                  <a:lnTo>
                    <a:pt x="692" y="8055"/>
                  </a:lnTo>
                  <a:lnTo>
                    <a:pt x="984" y="8347"/>
                  </a:lnTo>
                  <a:lnTo>
                    <a:pt x="1277" y="8640"/>
                  </a:lnTo>
                  <a:lnTo>
                    <a:pt x="1596" y="8879"/>
                  </a:lnTo>
                  <a:lnTo>
                    <a:pt x="1915" y="9118"/>
                  </a:lnTo>
                  <a:lnTo>
                    <a:pt x="2287" y="9304"/>
                  </a:lnTo>
                  <a:lnTo>
                    <a:pt x="2632" y="9490"/>
                  </a:lnTo>
                  <a:lnTo>
                    <a:pt x="3031" y="9623"/>
                  </a:lnTo>
                  <a:lnTo>
                    <a:pt x="3403" y="9756"/>
                  </a:lnTo>
                  <a:lnTo>
                    <a:pt x="3802" y="9836"/>
                  </a:lnTo>
                  <a:lnTo>
                    <a:pt x="4227" y="9889"/>
                  </a:lnTo>
                  <a:lnTo>
                    <a:pt x="5051" y="9889"/>
                  </a:lnTo>
                  <a:lnTo>
                    <a:pt x="5477" y="9836"/>
                  </a:lnTo>
                  <a:lnTo>
                    <a:pt x="5875" y="9756"/>
                  </a:lnTo>
                  <a:lnTo>
                    <a:pt x="6301" y="9650"/>
                  </a:lnTo>
                  <a:lnTo>
                    <a:pt x="6673" y="9490"/>
                  </a:lnTo>
                  <a:lnTo>
                    <a:pt x="7045" y="9331"/>
                  </a:lnTo>
                  <a:lnTo>
                    <a:pt x="7417" y="9118"/>
                  </a:lnTo>
                  <a:lnTo>
                    <a:pt x="7736" y="8906"/>
                  </a:lnTo>
                  <a:lnTo>
                    <a:pt x="8055" y="8640"/>
                  </a:lnTo>
                  <a:lnTo>
                    <a:pt x="8347" y="8374"/>
                  </a:lnTo>
                  <a:lnTo>
                    <a:pt x="8640" y="8082"/>
                  </a:lnTo>
                  <a:lnTo>
                    <a:pt x="8879" y="7763"/>
                  </a:lnTo>
                  <a:lnTo>
                    <a:pt x="9118" y="7417"/>
                  </a:lnTo>
                  <a:lnTo>
                    <a:pt x="9304" y="7071"/>
                  </a:lnTo>
                  <a:lnTo>
                    <a:pt x="9490" y="6699"/>
                  </a:lnTo>
                  <a:lnTo>
                    <a:pt x="9623" y="6301"/>
                  </a:lnTo>
                  <a:lnTo>
                    <a:pt x="9756" y="5902"/>
                  </a:lnTo>
                  <a:lnTo>
                    <a:pt x="9836" y="5477"/>
                  </a:lnTo>
                  <a:lnTo>
                    <a:pt x="9863" y="5078"/>
                  </a:lnTo>
                  <a:lnTo>
                    <a:pt x="9889" y="4653"/>
                  </a:lnTo>
                  <a:lnTo>
                    <a:pt x="9863" y="4227"/>
                  </a:lnTo>
                  <a:lnTo>
                    <a:pt x="9809" y="3829"/>
                  </a:lnTo>
                  <a:lnTo>
                    <a:pt x="9730" y="3430"/>
                  </a:lnTo>
                  <a:lnTo>
                    <a:pt x="9623" y="3031"/>
                  </a:lnTo>
                  <a:lnTo>
                    <a:pt x="9464" y="2659"/>
                  </a:lnTo>
                  <a:lnTo>
                    <a:pt x="9304" y="2287"/>
                  </a:lnTo>
                  <a:lnTo>
                    <a:pt x="9092" y="1941"/>
                  </a:lnTo>
                  <a:lnTo>
                    <a:pt x="8879" y="1596"/>
                  </a:lnTo>
                  <a:lnTo>
                    <a:pt x="8613" y="1277"/>
                  </a:lnTo>
                  <a:lnTo>
                    <a:pt x="8347" y="984"/>
                  </a:lnTo>
                  <a:lnTo>
                    <a:pt x="8029" y="719"/>
                  </a:lnTo>
                  <a:lnTo>
                    <a:pt x="7710" y="453"/>
                  </a:lnTo>
                  <a:lnTo>
                    <a:pt x="7364" y="240"/>
                  </a:lnTo>
                  <a:lnTo>
                    <a:pt x="6992" y="27"/>
                  </a:lnTo>
                  <a:lnTo>
                    <a:pt x="69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9"/>
            <p:cNvSpPr/>
            <p:nvPr/>
          </p:nvSpPr>
          <p:spPr>
            <a:xfrm>
              <a:off x="7157925" y="1398500"/>
              <a:ext cx="82425" cy="79100"/>
            </a:xfrm>
            <a:custGeom>
              <a:avLst/>
              <a:gdLst/>
              <a:ahLst/>
              <a:cxnLst/>
              <a:rect l="l" t="t" r="r" b="b"/>
              <a:pathLst>
                <a:path w="3297" h="3164" extrusionOk="0">
                  <a:moveTo>
                    <a:pt x="1648" y="638"/>
                  </a:moveTo>
                  <a:lnTo>
                    <a:pt x="1914" y="1196"/>
                  </a:lnTo>
                  <a:lnTo>
                    <a:pt x="1994" y="1276"/>
                  </a:lnTo>
                  <a:lnTo>
                    <a:pt x="2073" y="1303"/>
                  </a:lnTo>
                  <a:lnTo>
                    <a:pt x="2685" y="1382"/>
                  </a:lnTo>
                  <a:lnTo>
                    <a:pt x="2233" y="1808"/>
                  </a:lnTo>
                  <a:lnTo>
                    <a:pt x="2180" y="1887"/>
                  </a:lnTo>
                  <a:lnTo>
                    <a:pt x="2180" y="1994"/>
                  </a:lnTo>
                  <a:lnTo>
                    <a:pt x="2286" y="2605"/>
                  </a:lnTo>
                  <a:lnTo>
                    <a:pt x="1754" y="2313"/>
                  </a:lnTo>
                  <a:lnTo>
                    <a:pt x="1648" y="2286"/>
                  </a:lnTo>
                  <a:lnTo>
                    <a:pt x="1568" y="2313"/>
                  </a:lnTo>
                  <a:lnTo>
                    <a:pt x="1010" y="2605"/>
                  </a:lnTo>
                  <a:lnTo>
                    <a:pt x="1117" y="1994"/>
                  </a:lnTo>
                  <a:lnTo>
                    <a:pt x="1117" y="1887"/>
                  </a:lnTo>
                  <a:lnTo>
                    <a:pt x="1063" y="1808"/>
                  </a:lnTo>
                  <a:lnTo>
                    <a:pt x="638" y="1382"/>
                  </a:lnTo>
                  <a:lnTo>
                    <a:pt x="1223" y="1303"/>
                  </a:lnTo>
                  <a:lnTo>
                    <a:pt x="1329" y="1276"/>
                  </a:lnTo>
                  <a:lnTo>
                    <a:pt x="1382" y="1196"/>
                  </a:lnTo>
                  <a:lnTo>
                    <a:pt x="1648" y="638"/>
                  </a:lnTo>
                  <a:close/>
                  <a:moveTo>
                    <a:pt x="1648" y="0"/>
                  </a:moveTo>
                  <a:lnTo>
                    <a:pt x="1542" y="27"/>
                  </a:lnTo>
                  <a:lnTo>
                    <a:pt x="1462" y="106"/>
                  </a:lnTo>
                  <a:lnTo>
                    <a:pt x="1063" y="930"/>
                  </a:lnTo>
                  <a:lnTo>
                    <a:pt x="160" y="1063"/>
                  </a:lnTo>
                  <a:lnTo>
                    <a:pt x="80" y="1090"/>
                  </a:lnTo>
                  <a:lnTo>
                    <a:pt x="0" y="1196"/>
                  </a:lnTo>
                  <a:lnTo>
                    <a:pt x="0" y="1303"/>
                  </a:lnTo>
                  <a:lnTo>
                    <a:pt x="53" y="1409"/>
                  </a:lnTo>
                  <a:lnTo>
                    <a:pt x="718" y="2020"/>
                  </a:lnTo>
                  <a:lnTo>
                    <a:pt x="558" y="2924"/>
                  </a:lnTo>
                  <a:lnTo>
                    <a:pt x="558" y="3030"/>
                  </a:lnTo>
                  <a:lnTo>
                    <a:pt x="638" y="3137"/>
                  </a:lnTo>
                  <a:lnTo>
                    <a:pt x="744" y="3163"/>
                  </a:lnTo>
                  <a:lnTo>
                    <a:pt x="851" y="3137"/>
                  </a:lnTo>
                  <a:lnTo>
                    <a:pt x="1648" y="2711"/>
                  </a:lnTo>
                  <a:lnTo>
                    <a:pt x="2472" y="3137"/>
                  </a:lnTo>
                  <a:lnTo>
                    <a:pt x="2578" y="3163"/>
                  </a:lnTo>
                  <a:lnTo>
                    <a:pt x="2658" y="3137"/>
                  </a:lnTo>
                  <a:lnTo>
                    <a:pt x="2738" y="3030"/>
                  </a:lnTo>
                  <a:lnTo>
                    <a:pt x="2738" y="2924"/>
                  </a:lnTo>
                  <a:lnTo>
                    <a:pt x="2605" y="2020"/>
                  </a:lnTo>
                  <a:lnTo>
                    <a:pt x="3243" y="1409"/>
                  </a:lnTo>
                  <a:lnTo>
                    <a:pt x="3296" y="1303"/>
                  </a:lnTo>
                  <a:lnTo>
                    <a:pt x="3296" y="1196"/>
                  </a:lnTo>
                  <a:lnTo>
                    <a:pt x="3243" y="1090"/>
                  </a:lnTo>
                  <a:lnTo>
                    <a:pt x="3137" y="1063"/>
                  </a:lnTo>
                  <a:lnTo>
                    <a:pt x="2233" y="930"/>
                  </a:lnTo>
                  <a:lnTo>
                    <a:pt x="1834" y="106"/>
                  </a:lnTo>
                  <a:lnTo>
                    <a:pt x="1754" y="27"/>
                  </a:lnTo>
                  <a:lnTo>
                    <a:pt x="16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9"/>
            <p:cNvSpPr/>
            <p:nvPr/>
          </p:nvSpPr>
          <p:spPr>
            <a:xfrm>
              <a:off x="7153925" y="1314750"/>
              <a:ext cx="46550" cy="45875"/>
            </a:xfrm>
            <a:custGeom>
              <a:avLst/>
              <a:gdLst/>
              <a:ahLst/>
              <a:cxnLst/>
              <a:rect l="l" t="t" r="r" b="b"/>
              <a:pathLst>
                <a:path w="1862" h="1835" extrusionOk="0">
                  <a:moveTo>
                    <a:pt x="240" y="1"/>
                  </a:moveTo>
                  <a:lnTo>
                    <a:pt x="187" y="27"/>
                  </a:lnTo>
                  <a:lnTo>
                    <a:pt x="134" y="81"/>
                  </a:lnTo>
                  <a:lnTo>
                    <a:pt x="107" y="160"/>
                  </a:lnTo>
                  <a:lnTo>
                    <a:pt x="107" y="240"/>
                  </a:lnTo>
                  <a:lnTo>
                    <a:pt x="134" y="320"/>
                  </a:lnTo>
                  <a:lnTo>
                    <a:pt x="187" y="373"/>
                  </a:lnTo>
                  <a:lnTo>
                    <a:pt x="266" y="400"/>
                  </a:lnTo>
                  <a:lnTo>
                    <a:pt x="1144" y="506"/>
                  </a:lnTo>
                  <a:lnTo>
                    <a:pt x="80" y="1303"/>
                  </a:lnTo>
                  <a:lnTo>
                    <a:pt x="54" y="1357"/>
                  </a:lnTo>
                  <a:lnTo>
                    <a:pt x="27" y="1410"/>
                  </a:lnTo>
                  <a:lnTo>
                    <a:pt x="1" y="1463"/>
                  </a:lnTo>
                  <a:lnTo>
                    <a:pt x="27" y="1516"/>
                  </a:lnTo>
                  <a:lnTo>
                    <a:pt x="27" y="1569"/>
                  </a:lnTo>
                  <a:lnTo>
                    <a:pt x="80" y="1622"/>
                  </a:lnTo>
                  <a:lnTo>
                    <a:pt x="134" y="1649"/>
                  </a:lnTo>
                  <a:lnTo>
                    <a:pt x="187" y="1649"/>
                  </a:lnTo>
                  <a:lnTo>
                    <a:pt x="1649" y="1835"/>
                  </a:lnTo>
                  <a:lnTo>
                    <a:pt x="1755" y="1835"/>
                  </a:lnTo>
                  <a:lnTo>
                    <a:pt x="1808" y="1782"/>
                  </a:lnTo>
                  <a:lnTo>
                    <a:pt x="1861" y="1729"/>
                  </a:lnTo>
                  <a:lnTo>
                    <a:pt x="1861" y="1649"/>
                  </a:lnTo>
                  <a:lnTo>
                    <a:pt x="1861" y="1569"/>
                  </a:lnTo>
                  <a:lnTo>
                    <a:pt x="1835" y="1516"/>
                  </a:lnTo>
                  <a:lnTo>
                    <a:pt x="1782" y="1463"/>
                  </a:lnTo>
                  <a:lnTo>
                    <a:pt x="1702" y="1436"/>
                  </a:lnTo>
                  <a:lnTo>
                    <a:pt x="718" y="1330"/>
                  </a:lnTo>
                  <a:lnTo>
                    <a:pt x="1755" y="532"/>
                  </a:lnTo>
                  <a:lnTo>
                    <a:pt x="1808" y="479"/>
                  </a:lnTo>
                  <a:lnTo>
                    <a:pt x="1835" y="426"/>
                  </a:lnTo>
                  <a:lnTo>
                    <a:pt x="1835" y="373"/>
                  </a:lnTo>
                  <a:lnTo>
                    <a:pt x="1835" y="320"/>
                  </a:lnTo>
                  <a:lnTo>
                    <a:pt x="1808" y="267"/>
                  </a:lnTo>
                  <a:lnTo>
                    <a:pt x="1782" y="214"/>
                  </a:lnTo>
                  <a:lnTo>
                    <a:pt x="1728" y="187"/>
                  </a:lnTo>
                  <a:lnTo>
                    <a:pt x="1675" y="160"/>
                  </a:lnTo>
                  <a:lnTo>
                    <a:pt x="3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9"/>
            <p:cNvSpPr/>
            <p:nvPr/>
          </p:nvSpPr>
          <p:spPr>
            <a:xfrm>
              <a:off x="7214400" y="1342675"/>
              <a:ext cx="41900" cy="41875"/>
            </a:xfrm>
            <a:custGeom>
              <a:avLst/>
              <a:gdLst/>
              <a:ahLst/>
              <a:cxnLst/>
              <a:rect l="l" t="t" r="r" b="b"/>
              <a:pathLst>
                <a:path w="1676" h="1675" extrusionOk="0">
                  <a:moveTo>
                    <a:pt x="240" y="0"/>
                  </a:moveTo>
                  <a:lnTo>
                    <a:pt x="160" y="53"/>
                  </a:lnTo>
                  <a:lnTo>
                    <a:pt x="107" y="107"/>
                  </a:lnTo>
                  <a:lnTo>
                    <a:pt x="80" y="186"/>
                  </a:lnTo>
                  <a:lnTo>
                    <a:pt x="107" y="266"/>
                  </a:lnTo>
                  <a:lnTo>
                    <a:pt x="133" y="319"/>
                  </a:lnTo>
                  <a:lnTo>
                    <a:pt x="187" y="372"/>
                  </a:lnTo>
                  <a:lnTo>
                    <a:pt x="266" y="399"/>
                  </a:lnTo>
                  <a:lnTo>
                    <a:pt x="957" y="505"/>
                  </a:lnTo>
                  <a:lnTo>
                    <a:pt x="80" y="1143"/>
                  </a:lnTo>
                  <a:lnTo>
                    <a:pt x="54" y="1196"/>
                  </a:lnTo>
                  <a:lnTo>
                    <a:pt x="27" y="1250"/>
                  </a:lnTo>
                  <a:lnTo>
                    <a:pt x="1" y="1303"/>
                  </a:lnTo>
                  <a:lnTo>
                    <a:pt x="27" y="1356"/>
                  </a:lnTo>
                  <a:lnTo>
                    <a:pt x="54" y="1409"/>
                  </a:lnTo>
                  <a:lnTo>
                    <a:pt x="80" y="1462"/>
                  </a:lnTo>
                  <a:lnTo>
                    <a:pt x="133" y="1489"/>
                  </a:lnTo>
                  <a:lnTo>
                    <a:pt x="187" y="1515"/>
                  </a:lnTo>
                  <a:lnTo>
                    <a:pt x="1462" y="1675"/>
                  </a:lnTo>
                  <a:lnTo>
                    <a:pt x="1489" y="1675"/>
                  </a:lnTo>
                  <a:lnTo>
                    <a:pt x="1569" y="1648"/>
                  </a:lnTo>
                  <a:lnTo>
                    <a:pt x="1622" y="1622"/>
                  </a:lnTo>
                  <a:lnTo>
                    <a:pt x="1675" y="1542"/>
                  </a:lnTo>
                  <a:lnTo>
                    <a:pt x="1675" y="1489"/>
                  </a:lnTo>
                  <a:lnTo>
                    <a:pt x="1675" y="1409"/>
                  </a:lnTo>
                  <a:lnTo>
                    <a:pt x="1649" y="1329"/>
                  </a:lnTo>
                  <a:lnTo>
                    <a:pt x="1595" y="1276"/>
                  </a:lnTo>
                  <a:lnTo>
                    <a:pt x="1516" y="1276"/>
                  </a:lnTo>
                  <a:lnTo>
                    <a:pt x="718" y="1170"/>
                  </a:lnTo>
                  <a:lnTo>
                    <a:pt x="1569" y="505"/>
                  </a:lnTo>
                  <a:lnTo>
                    <a:pt x="1622" y="479"/>
                  </a:lnTo>
                  <a:lnTo>
                    <a:pt x="1649" y="426"/>
                  </a:lnTo>
                  <a:lnTo>
                    <a:pt x="1649" y="372"/>
                  </a:lnTo>
                  <a:lnTo>
                    <a:pt x="1649" y="319"/>
                  </a:lnTo>
                  <a:lnTo>
                    <a:pt x="1622" y="266"/>
                  </a:lnTo>
                  <a:lnTo>
                    <a:pt x="1595" y="213"/>
                  </a:lnTo>
                  <a:lnTo>
                    <a:pt x="1542" y="186"/>
                  </a:lnTo>
                  <a:lnTo>
                    <a:pt x="1489" y="160"/>
                  </a:lnTo>
                  <a:lnTo>
                    <a:pt x="3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0" name="Google Shape;520;p39"/>
          <p:cNvGrpSpPr/>
          <p:nvPr/>
        </p:nvGrpSpPr>
        <p:grpSpPr>
          <a:xfrm>
            <a:off x="317796" y="3097628"/>
            <a:ext cx="202300" cy="226668"/>
            <a:chOff x="7128000" y="1314750"/>
            <a:chExt cx="247250" cy="263200"/>
          </a:xfrm>
        </p:grpSpPr>
        <p:sp>
          <p:nvSpPr>
            <p:cNvPr id="521" name="Google Shape;521;p39"/>
            <p:cNvSpPr/>
            <p:nvPr/>
          </p:nvSpPr>
          <p:spPr>
            <a:xfrm>
              <a:off x="7128000" y="1330700"/>
              <a:ext cx="247250" cy="247250"/>
            </a:xfrm>
            <a:custGeom>
              <a:avLst/>
              <a:gdLst/>
              <a:ahLst/>
              <a:cxnLst/>
              <a:rect l="l" t="t" r="r" b="b"/>
              <a:pathLst>
                <a:path w="9890" h="9890" extrusionOk="0">
                  <a:moveTo>
                    <a:pt x="7311" y="665"/>
                  </a:moveTo>
                  <a:lnTo>
                    <a:pt x="7630" y="905"/>
                  </a:lnTo>
                  <a:lnTo>
                    <a:pt x="7922" y="1170"/>
                  </a:lnTo>
                  <a:lnTo>
                    <a:pt x="8215" y="1436"/>
                  </a:lnTo>
                  <a:lnTo>
                    <a:pt x="8454" y="1729"/>
                  </a:lnTo>
                  <a:lnTo>
                    <a:pt x="8666" y="2021"/>
                  </a:lnTo>
                  <a:lnTo>
                    <a:pt x="8879" y="2367"/>
                  </a:lnTo>
                  <a:lnTo>
                    <a:pt x="9039" y="2686"/>
                  </a:lnTo>
                  <a:lnTo>
                    <a:pt x="9198" y="3058"/>
                  </a:lnTo>
                  <a:lnTo>
                    <a:pt x="9304" y="3403"/>
                  </a:lnTo>
                  <a:lnTo>
                    <a:pt x="9384" y="3775"/>
                  </a:lnTo>
                  <a:lnTo>
                    <a:pt x="9464" y="4148"/>
                  </a:lnTo>
                  <a:lnTo>
                    <a:pt x="9490" y="4520"/>
                  </a:lnTo>
                  <a:lnTo>
                    <a:pt x="9490" y="4918"/>
                  </a:lnTo>
                  <a:lnTo>
                    <a:pt x="9437" y="5291"/>
                  </a:lnTo>
                  <a:lnTo>
                    <a:pt x="9384" y="5689"/>
                  </a:lnTo>
                  <a:lnTo>
                    <a:pt x="9278" y="6061"/>
                  </a:lnTo>
                  <a:lnTo>
                    <a:pt x="9145" y="6434"/>
                  </a:lnTo>
                  <a:lnTo>
                    <a:pt x="9012" y="6806"/>
                  </a:lnTo>
                  <a:lnTo>
                    <a:pt x="8826" y="7151"/>
                  </a:lnTo>
                  <a:lnTo>
                    <a:pt x="8613" y="7470"/>
                  </a:lnTo>
                  <a:lnTo>
                    <a:pt x="8374" y="7763"/>
                  </a:lnTo>
                  <a:lnTo>
                    <a:pt x="8135" y="8055"/>
                  </a:lnTo>
                  <a:lnTo>
                    <a:pt x="7842" y="8321"/>
                  </a:lnTo>
                  <a:lnTo>
                    <a:pt x="7550" y="8560"/>
                  </a:lnTo>
                  <a:lnTo>
                    <a:pt x="7231" y="8773"/>
                  </a:lnTo>
                  <a:lnTo>
                    <a:pt x="6912" y="8959"/>
                  </a:lnTo>
                  <a:lnTo>
                    <a:pt x="6567" y="9118"/>
                  </a:lnTo>
                  <a:lnTo>
                    <a:pt x="6221" y="9251"/>
                  </a:lnTo>
                  <a:lnTo>
                    <a:pt x="5849" y="9357"/>
                  </a:lnTo>
                  <a:lnTo>
                    <a:pt x="5477" y="9437"/>
                  </a:lnTo>
                  <a:lnTo>
                    <a:pt x="5078" y="9490"/>
                  </a:lnTo>
                  <a:lnTo>
                    <a:pt x="4387" y="9490"/>
                  </a:lnTo>
                  <a:lnTo>
                    <a:pt x="4068" y="9464"/>
                  </a:lnTo>
                  <a:lnTo>
                    <a:pt x="3775" y="9411"/>
                  </a:lnTo>
                  <a:lnTo>
                    <a:pt x="3483" y="9357"/>
                  </a:lnTo>
                  <a:lnTo>
                    <a:pt x="3217" y="9278"/>
                  </a:lnTo>
                  <a:lnTo>
                    <a:pt x="2925" y="9171"/>
                  </a:lnTo>
                  <a:lnTo>
                    <a:pt x="2659" y="9065"/>
                  </a:lnTo>
                  <a:lnTo>
                    <a:pt x="2393" y="8932"/>
                  </a:lnTo>
                  <a:lnTo>
                    <a:pt x="2127" y="8773"/>
                  </a:lnTo>
                  <a:lnTo>
                    <a:pt x="1888" y="8613"/>
                  </a:lnTo>
                  <a:lnTo>
                    <a:pt x="1649" y="8427"/>
                  </a:lnTo>
                  <a:lnTo>
                    <a:pt x="1436" y="8241"/>
                  </a:lnTo>
                  <a:lnTo>
                    <a:pt x="1224" y="8028"/>
                  </a:lnTo>
                  <a:lnTo>
                    <a:pt x="1011" y="7816"/>
                  </a:lnTo>
                  <a:lnTo>
                    <a:pt x="825" y="7577"/>
                  </a:lnTo>
                  <a:lnTo>
                    <a:pt x="665" y="7337"/>
                  </a:lnTo>
                  <a:lnTo>
                    <a:pt x="1091" y="7470"/>
                  </a:lnTo>
                  <a:lnTo>
                    <a:pt x="1516" y="7550"/>
                  </a:lnTo>
                  <a:lnTo>
                    <a:pt x="1968" y="7603"/>
                  </a:lnTo>
                  <a:lnTo>
                    <a:pt x="2420" y="7630"/>
                  </a:lnTo>
                  <a:lnTo>
                    <a:pt x="2951" y="7603"/>
                  </a:lnTo>
                  <a:lnTo>
                    <a:pt x="3457" y="7523"/>
                  </a:lnTo>
                  <a:lnTo>
                    <a:pt x="3962" y="7390"/>
                  </a:lnTo>
                  <a:lnTo>
                    <a:pt x="4440" y="7204"/>
                  </a:lnTo>
                  <a:lnTo>
                    <a:pt x="4892" y="6992"/>
                  </a:lnTo>
                  <a:lnTo>
                    <a:pt x="5317" y="6726"/>
                  </a:lnTo>
                  <a:lnTo>
                    <a:pt x="5716" y="6434"/>
                  </a:lnTo>
                  <a:lnTo>
                    <a:pt x="6088" y="6115"/>
                  </a:lnTo>
                  <a:lnTo>
                    <a:pt x="6434" y="5742"/>
                  </a:lnTo>
                  <a:lnTo>
                    <a:pt x="6726" y="5344"/>
                  </a:lnTo>
                  <a:lnTo>
                    <a:pt x="6992" y="4892"/>
                  </a:lnTo>
                  <a:lnTo>
                    <a:pt x="7204" y="4440"/>
                  </a:lnTo>
                  <a:lnTo>
                    <a:pt x="7391" y="3961"/>
                  </a:lnTo>
                  <a:lnTo>
                    <a:pt x="7497" y="3483"/>
                  </a:lnTo>
                  <a:lnTo>
                    <a:pt x="7577" y="2951"/>
                  </a:lnTo>
                  <a:lnTo>
                    <a:pt x="7603" y="2420"/>
                  </a:lnTo>
                  <a:lnTo>
                    <a:pt x="7603" y="1968"/>
                  </a:lnTo>
                  <a:lnTo>
                    <a:pt x="7550" y="1543"/>
                  </a:lnTo>
                  <a:lnTo>
                    <a:pt x="7444" y="1091"/>
                  </a:lnTo>
                  <a:lnTo>
                    <a:pt x="7311" y="665"/>
                  </a:lnTo>
                  <a:close/>
                  <a:moveTo>
                    <a:pt x="6859" y="1"/>
                  </a:moveTo>
                  <a:lnTo>
                    <a:pt x="6806" y="27"/>
                  </a:lnTo>
                  <a:lnTo>
                    <a:pt x="6753" y="81"/>
                  </a:lnTo>
                  <a:lnTo>
                    <a:pt x="6726" y="107"/>
                  </a:lnTo>
                  <a:lnTo>
                    <a:pt x="6699" y="187"/>
                  </a:lnTo>
                  <a:lnTo>
                    <a:pt x="6699" y="240"/>
                  </a:lnTo>
                  <a:lnTo>
                    <a:pt x="6726" y="293"/>
                  </a:lnTo>
                  <a:lnTo>
                    <a:pt x="6832" y="559"/>
                  </a:lnTo>
                  <a:lnTo>
                    <a:pt x="6939" y="798"/>
                  </a:lnTo>
                  <a:lnTo>
                    <a:pt x="7098" y="1330"/>
                  </a:lnTo>
                  <a:lnTo>
                    <a:pt x="7178" y="1862"/>
                  </a:lnTo>
                  <a:lnTo>
                    <a:pt x="7204" y="2154"/>
                  </a:lnTo>
                  <a:lnTo>
                    <a:pt x="7204" y="2420"/>
                  </a:lnTo>
                  <a:lnTo>
                    <a:pt x="7178" y="2925"/>
                  </a:lnTo>
                  <a:lnTo>
                    <a:pt x="7125" y="3403"/>
                  </a:lnTo>
                  <a:lnTo>
                    <a:pt x="6992" y="3855"/>
                  </a:lnTo>
                  <a:lnTo>
                    <a:pt x="6832" y="4280"/>
                  </a:lnTo>
                  <a:lnTo>
                    <a:pt x="6620" y="4706"/>
                  </a:lnTo>
                  <a:lnTo>
                    <a:pt x="6380" y="5104"/>
                  </a:lnTo>
                  <a:lnTo>
                    <a:pt x="6115" y="5477"/>
                  </a:lnTo>
                  <a:lnTo>
                    <a:pt x="5796" y="5822"/>
                  </a:lnTo>
                  <a:lnTo>
                    <a:pt x="5450" y="6141"/>
                  </a:lnTo>
                  <a:lnTo>
                    <a:pt x="5105" y="6407"/>
                  </a:lnTo>
                  <a:lnTo>
                    <a:pt x="4706" y="6646"/>
                  </a:lnTo>
                  <a:lnTo>
                    <a:pt x="4281" y="6859"/>
                  </a:lnTo>
                  <a:lnTo>
                    <a:pt x="3829" y="7018"/>
                  </a:lnTo>
                  <a:lnTo>
                    <a:pt x="3377" y="7125"/>
                  </a:lnTo>
                  <a:lnTo>
                    <a:pt x="2898" y="7204"/>
                  </a:lnTo>
                  <a:lnTo>
                    <a:pt x="2420" y="7231"/>
                  </a:lnTo>
                  <a:lnTo>
                    <a:pt x="2127" y="7231"/>
                  </a:lnTo>
                  <a:lnTo>
                    <a:pt x="1862" y="7204"/>
                  </a:lnTo>
                  <a:lnTo>
                    <a:pt x="1330" y="7098"/>
                  </a:lnTo>
                  <a:lnTo>
                    <a:pt x="798" y="6939"/>
                  </a:lnTo>
                  <a:lnTo>
                    <a:pt x="533" y="6859"/>
                  </a:lnTo>
                  <a:lnTo>
                    <a:pt x="293" y="6726"/>
                  </a:lnTo>
                  <a:lnTo>
                    <a:pt x="107" y="6726"/>
                  </a:lnTo>
                  <a:lnTo>
                    <a:pt x="54" y="6779"/>
                  </a:lnTo>
                  <a:lnTo>
                    <a:pt x="28" y="6832"/>
                  </a:lnTo>
                  <a:lnTo>
                    <a:pt x="1" y="6885"/>
                  </a:lnTo>
                  <a:lnTo>
                    <a:pt x="1" y="6939"/>
                  </a:lnTo>
                  <a:lnTo>
                    <a:pt x="28" y="6992"/>
                  </a:lnTo>
                  <a:lnTo>
                    <a:pt x="214" y="7364"/>
                  </a:lnTo>
                  <a:lnTo>
                    <a:pt x="453" y="7709"/>
                  </a:lnTo>
                  <a:lnTo>
                    <a:pt x="692" y="8055"/>
                  </a:lnTo>
                  <a:lnTo>
                    <a:pt x="984" y="8347"/>
                  </a:lnTo>
                  <a:lnTo>
                    <a:pt x="1277" y="8640"/>
                  </a:lnTo>
                  <a:lnTo>
                    <a:pt x="1596" y="8879"/>
                  </a:lnTo>
                  <a:lnTo>
                    <a:pt x="1915" y="9118"/>
                  </a:lnTo>
                  <a:lnTo>
                    <a:pt x="2287" y="9304"/>
                  </a:lnTo>
                  <a:lnTo>
                    <a:pt x="2632" y="9490"/>
                  </a:lnTo>
                  <a:lnTo>
                    <a:pt x="3031" y="9623"/>
                  </a:lnTo>
                  <a:lnTo>
                    <a:pt x="3403" y="9756"/>
                  </a:lnTo>
                  <a:lnTo>
                    <a:pt x="3802" y="9836"/>
                  </a:lnTo>
                  <a:lnTo>
                    <a:pt x="4227" y="9889"/>
                  </a:lnTo>
                  <a:lnTo>
                    <a:pt x="5051" y="9889"/>
                  </a:lnTo>
                  <a:lnTo>
                    <a:pt x="5477" y="9836"/>
                  </a:lnTo>
                  <a:lnTo>
                    <a:pt x="5875" y="9756"/>
                  </a:lnTo>
                  <a:lnTo>
                    <a:pt x="6301" y="9650"/>
                  </a:lnTo>
                  <a:lnTo>
                    <a:pt x="6673" y="9490"/>
                  </a:lnTo>
                  <a:lnTo>
                    <a:pt x="7045" y="9331"/>
                  </a:lnTo>
                  <a:lnTo>
                    <a:pt x="7417" y="9118"/>
                  </a:lnTo>
                  <a:lnTo>
                    <a:pt x="7736" y="8906"/>
                  </a:lnTo>
                  <a:lnTo>
                    <a:pt x="8055" y="8640"/>
                  </a:lnTo>
                  <a:lnTo>
                    <a:pt x="8347" y="8374"/>
                  </a:lnTo>
                  <a:lnTo>
                    <a:pt x="8640" y="8082"/>
                  </a:lnTo>
                  <a:lnTo>
                    <a:pt x="8879" y="7763"/>
                  </a:lnTo>
                  <a:lnTo>
                    <a:pt x="9118" y="7417"/>
                  </a:lnTo>
                  <a:lnTo>
                    <a:pt x="9304" y="7071"/>
                  </a:lnTo>
                  <a:lnTo>
                    <a:pt x="9490" y="6699"/>
                  </a:lnTo>
                  <a:lnTo>
                    <a:pt x="9623" y="6301"/>
                  </a:lnTo>
                  <a:lnTo>
                    <a:pt x="9756" y="5902"/>
                  </a:lnTo>
                  <a:lnTo>
                    <a:pt x="9836" y="5477"/>
                  </a:lnTo>
                  <a:lnTo>
                    <a:pt x="9863" y="5078"/>
                  </a:lnTo>
                  <a:lnTo>
                    <a:pt x="9889" y="4653"/>
                  </a:lnTo>
                  <a:lnTo>
                    <a:pt x="9863" y="4227"/>
                  </a:lnTo>
                  <a:lnTo>
                    <a:pt x="9809" y="3829"/>
                  </a:lnTo>
                  <a:lnTo>
                    <a:pt x="9730" y="3430"/>
                  </a:lnTo>
                  <a:lnTo>
                    <a:pt x="9623" y="3031"/>
                  </a:lnTo>
                  <a:lnTo>
                    <a:pt x="9464" y="2659"/>
                  </a:lnTo>
                  <a:lnTo>
                    <a:pt x="9304" y="2287"/>
                  </a:lnTo>
                  <a:lnTo>
                    <a:pt x="9092" y="1941"/>
                  </a:lnTo>
                  <a:lnTo>
                    <a:pt x="8879" y="1596"/>
                  </a:lnTo>
                  <a:lnTo>
                    <a:pt x="8613" y="1277"/>
                  </a:lnTo>
                  <a:lnTo>
                    <a:pt x="8347" y="984"/>
                  </a:lnTo>
                  <a:lnTo>
                    <a:pt x="8029" y="719"/>
                  </a:lnTo>
                  <a:lnTo>
                    <a:pt x="7710" y="453"/>
                  </a:lnTo>
                  <a:lnTo>
                    <a:pt x="7364" y="240"/>
                  </a:lnTo>
                  <a:lnTo>
                    <a:pt x="6992" y="27"/>
                  </a:lnTo>
                  <a:lnTo>
                    <a:pt x="69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9"/>
            <p:cNvSpPr/>
            <p:nvPr/>
          </p:nvSpPr>
          <p:spPr>
            <a:xfrm>
              <a:off x="7157925" y="1398500"/>
              <a:ext cx="82425" cy="79100"/>
            </a:xfrm>
            <a:custGeom>
              <a:avLst/>
              <a:gdLst/>
              <a:ahLst/>
              <a:cxnLst/>
              <a:rect l="l" t="t" r="r" b="b"/>
              <a:pathLst>
                <a:path w="3297" h="3164" extrusionOk="0">
                  <a:moveTo>
                    <a:pt x="1648" y="638"/>
                  </a:moveTo>
                  <a:lnTo>
                    <a:pt x="1914" y="1196"/>
                  </a:lnTo>
                  <a:lnTo>
                    <a:pt x="1994" y="1276"/>
                  </a:lnTo>
                  <a:lnTo>
                    <a:pt x="2073" y="1303"/>
                  </a:lnTo>
                  <a:lnTo>
                    <a:pt x="2685" y="1382"/>
                  </a:lnTo>
                  <a:lnTo>
                    <a:pt x="2233" y="1808"/>
                  </a:lnTo>
                  <a:lnTo>
                    <a:pt x="2180" y="1887"/>
                  </a:lnTo>
                  <a:lnTo>
                    <a:pt x="2180" y="1994"/>
                  </a:lnTo>
                  <a:lnTo>
                    <a:pt x="2286" y="2605"/>
                  </a:lnTo>
                  <a:lnTo>
                    <a:pt x="1754" y="2313"/>
                  </a:lnTo>
                  <a:lnTo>
                    <a:pt x="1648" y="2286"/>
                  </a:lnTo>
                  <a:lnTo>
                    <a:pt x="1568" y="2313"/>
                  </a:lnTo>
                  <a:lnTo>
                    <a:pt x="1010" y="2605"/>
                  </a:lnTo>
                  <a:lnTo>
                    <a:pt x="1117" y="1994"/>
                  </a:lnTo>
                  <a:lnTo>
                    <a:pt x="1117" y="1887"/>
                  </a:lnTo>
                  <a:lnTo>
                    <a:pt x="1063" y="1808"/>
                  </a:lnTo>
                  <a:lnTo>
                    <a:pt x="638" y="1382"/>
                  </a:lnTo>
                  <a:lnTo>
                    <a:pt x="1223" y="1303"/>
                  </a:lnTo>
                  <a:lnTo>
                    <a:pt x="1329" y="1276"/>
                  </a:lnTo>
                  <a:lnTo>
                    <a:pt x="1382" y="1196"/>
                  </a:lnTo>
                  <a:lnTo>
                    <a:pt x="1648" y="638"/>
                  </a:lnTo>
                  <a:close/>
                  <a:moveTo>
                    <a:pt x="1648" y="0"/>
                  </a:moveTo>
                  <a:lnTo>
                    <a:pt x="1542" y="27"/>
                  </a:lnTo>
                  <a:lnTo>
                    <a:pt x="1462" y="106"/>
                  </a:lnTo>
                  <a:lnTo>
                    <a:pt x="1063" y="930"/>
                  </a:lnTo>
                  <a:lnTo>
                    <a:pt x="160" y="1063"/>
                  </a:lnTo>
                  <a:lnTo>
                    <a:pt x="80" y="1090"/>
                  </a:lnTo>
                  <a:lnTo>
                    <a:pt x="0" y="1196"/>
                  </a:lnTo>
                  <a:lnTo>
                    <a:pt x="0" y="1303"/>
                  </a:lnTo>
                  <a:lnTo>
                    <a:pt x="53" y="1409"/>
                  </a:lnTo>
                  <a:lnTo>
                    <a:pt x="718" y="2020"/>
                  </a:lnTo>
                  <a:lnTo>
                    <a:pt x="558" y="2924"/>
                  </a:lnTo>
                  <a:lnTo>
                    <a:pt x="558" y="3030"/>
                  </a:lnTo>
                  <a:lnTo>
                    <a:pt x="638" y="3137"/>
                  </a:lnTo>
                  <a:lnTo>
                    <a:pt x="744" y="3163"/>
                  </a:lnTo>
                  <a:lnTo>
                    <a:pt x="851" y="3137"/>
                  </a:lnTo>
                  <a:lnTo>
                    <a:pt x="1648" y="2711"/>
                  </a:lnTo>
                  <a:lnTo>
                    <a:pt x="2472" y="3137"/>
                  </a:lnTo>
                  <a:lnTo>
                    <a:pt x="2578" y="3163"/>
                  </a:lnTo>
                  <a:lnTo>
                    <a:pt x="2658" y="3137"/>
                  </a:lnTo>
                  <a:lnTo>
                    <a:pt x="2738" y="3030"/>
                  </a:lnTo>
                  <a:lnTo>
                    <a:pt x="2738" y="2924"/>
                  </a:lnTo>
                  <a:lnTo>
                    <a:pt x="2605" y="2020"/>
                  </a:lnTo>
                  <a:lnTo>
                    <a:pt x="3243" y="1409"/>
                  </a:lnTo>
                  <a:lnTo>
                    <a:pt x="3296" y="1303"/>
                  </a:lnTo>
                  <a:lnTo>
                    <a:pt x="3296" y="1196"/>
                  </a:lnTo>
                  <a:lnTo>
                    <a:pt x="3243" y="1090"/>
                  </a:lnTo>
                  <a:lnTo>
                    <a:pt x="3137" y="1063"/>
                  </a:lnTo>
                  <a:lnTo>
                    <a:pt x="2233" y="930"/>
                  </a:lnTo>
                  <a:lnTo>
                    <a:pt x="1834" y="106"/>
                  </a:lnTo>
                  <a:lnTo>
                    <a:pt x="1754" y="27"/>
                  </a:lnTo>
                  <a:lnTo>
                    <a:pt x="16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9"/>
            <p:cNvSpPr/>
            <p:nvPr/>
          </p:nvSpPr>
          <p:spPr>
            <a:xfrm>
              <a:off x="7153925" y="1314750"/>
              <a:ext cx="46550" cy="45875"/>
            </a:xfrm>
            <a:custGeom>
              <a:avLst/>
              <a:gdLst/>
              <a:ahLst/>
              <a:cxnLst/>
              <a:rect l="l" t="t" r="r" b="b"/>
              <a:pathLst>
                <a:path w="1862" h="1835" extrusionOk="0">
                  <a:moveTo>
                    <a:pt x="240" y="1"/>
                  </a:moveTo>
                  <a:lnTo>
                    <a:pt x="187" y="27"/>
                  </a:lnTo>
                  <a:lnTo>
                    <a:pt x="134" y="81"/>
                  </a:lnTo>
                  <a:lnTo>
                    <a:pt x="107" y="160"/>
                  </a:lnTo>
                  <a:lnTo>
                    <a:pt x="107" y="240"/>
                  </a:lnTo>
                  <a:lnTo>
                    <a:pt x="134" y="320"/>
                  </a:lnTo>
                  <a:lnTo>
                    <a:pt x="187" y="373"/>
                  </a:lnTo>
                  <a:lnTo>
                    <a:pt x="266" y="400"/>
                  </a:lnTo>
                  <a:lnTo>
                    <a:pt x="1144" y="506"/>
                  </a:lnTo>
                  <a:lnTo>
                    <a:pt x="80" y="1303"/>
                  </a:lnTo>
                  <a:lnTo>
                    <a:pt x="54" y="1357"/>
                  </a:lnTo>
                  <a:lnTo>
                    <a:pt x="27" y="1410"/>
                  </a:lnTo>
                  <a:lnTo>
                    <a:pt x="1" y="1463"/>
                  </a:lnTo>
                  <a:lnTo>
                    <a:pt x="27" y="1516"/>
                  </a:lnTo>
                  <a:lnTo>
                    <a:pt x="27" y="1569"/>
                  </a:lnTo>
                  <a:lnTo>
                    <a:pt x="80" y="1622"/>
                  </a:lnTo>
                  <a:lnTo>
                    <a:pt x="134" y="1649"/>
                  </a:lnTo>
                  <a:lnTo>
                    <a:pt x="187" y="1649"/>
                  </a:lnTo>
                  <a:lnTo>
                    <a:pt x="1649" y="1835"/>
                  </a:lnTo>
                  <a:lnTo>
                    <a:pt x="1755" y="1835"/>
                  </a:lnTo>
                  <a:lnTo>
                    <a:pt x="1808" y="1782"/>
                  </a:lnTo>
                  <a:lnTo>
                    <a:pt x="1861" y="1729"/>
                  </a:lnTo>
                  <a:lnTo>
                    <a:pt x="1861" y="1649"/>
                  </a:lnTo>
                  <a:lnTo>
                    <a:pt x="1861" y="1569"/>
                  </a:lnTo>
                  <a:lnTo>
                    <a:pt x="1835" y="1516"/>
                  </a:lnTo>
                  <a:lnTo>
                    <a:pt x="1782" y="1463"/>
                  </a:lnTo>
                  <a:lnTo>
                    <a:pt x="1702" y="1436"/>
                  </a:lnTo>
                  <a:lnTo>
                    <a:pt x="718" y="1330"/>
                  </a:lnTo>
                  <a:lnTo>
                    <a:pt x="1755" y="532"/>
                  </a:lnTo>
                  <a:lnTo>
                    <a:pt x="1808" y="479"/>
                  </a:lnTo>
                  <a:lnTo>
                    <a:pt x="1835" y="426"/>
                  </a:lnTo>
                  <a:lnTo>
                    <a:pt x="1835" y="373"/>
                  </a:lnTo>
                  <a:lnTo>
                    <a:pt x="1835" y="320"/>
                  </a:lnTo>
                  <a:lnTo>
                    <a:pt x="1808" y="267"/>
                  </a:lnTo>
                  <a:lnTo>
                    <a:pt x="1782" y="214"/>
                  </a:lnTo>
                  <a:lnTo>
                    <a:pt x="1728" y="187"/>
                  </a:lnTo>
                  <a:lnTo>
                    <a:pt x="1675" y="160"/>
                  </a:lnTo>
                  <a:lnTo>
                    <a:pt x="3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9"/>
            <p:cNvSpPr/>
            <p:nvPr/>
          </p:nvSpPr>
          <p:spPr>
            <a:xfrm>
              <a:off x="7214400" y="1342675"/>
              <a:ext cx="41900" cy="41875"/>
            </a:xfrm>
            <a:custGeom>
              <a:avLst/>
              <a:gdLst/>
              <a:ahLst/>
              <a:cxnLst/>
              <a:rect l="l" t="t" r="r" b="b"/>
              <a:pathLst>
                <a:path w="1676" h="1675" extrusionOk="0">
                  <a:moveTo>
                    <a:pt x="240" y="0"/>
                  </a:moveTo>
                  <a:lnTo>
                    <a:pt x="160" y="53"/>
                  </a:lnTo>
                  <a:lnTo>
                    <a:pt x="107" y="107"/>
                  </a:lnTo>
                  <a:lnTo>
                    <a:pt x="80" y="186"/>
                  </a:lnTo>
                  <a:lnTo>
                    <a:pt x="107" y="266"/>
                  </a:lnTo>
                  <a:lnTo>
                    <a:pt x="133" y="319"/>
                  </a:lnTo>
                  <a:lnTo>
                    <a:pt x="187" y="372"/>
                  </a:lnTo>
                  <a:lnTo>
                    <a:pt x="266" y="399"/>
                  </a:lnTo>
                  <a:lnTo>
                    <a:pt x="957" y="505"/>
                  </a:lnTo>
                  <a:lnTo>
                    <a:pt x="80" y="1143"/>
                  </a:lnTo>
                  <a:lnTo>
                    <a:pt x="54" y="1196"/>
                  </a:lnTo>
                  <a:lnTo>
                    <a:pt x="27" y="1250"/>
                  </a:lnTo>
                  <a:lnTo>
                    <a:pt x="1" y="1303"/>
                  </a:lnTo>
                  <a:lnTo>
                    <a:pt x="27" y="1356"/>
                  </a:lnTo>
                  <a:lnTo>
                    <a:pt x="54" y="1409"/>
                  </a:lnTo>
                  <a:lnTo>
                    <a:pt x="80" y="1462"/>
                  </a:lnTo>
                  <a:lnTo>
                    <a:pt x="133" y="1489"/>
                  </a:lnTo>
                  <a:lnTo>
                    <a:pt x="187" y="1515"/>
                  </a:lnTo>
                  <a:lnTo>
                    <a:pt x="1462" y="1675"/>
                  </a:lnTo>
                  <a:lnTo>
                    <a:pt x="1489" y="1675"/>
                  </a:lnTo>
                  <a:lnTo>
                    <a:pt x="1569" y="1648"/>
                  </a:lnTo>
                  <a:lnTo>
                    <a:pt x="1622" y="1622"/>
                  </a:lnTo>
                  <a:lnTo>
                    <a:pt x="1675" y="1542"/>
                  </a:lnTo>
                  <a:lnTo>
                    <a:pt x="1675" y="1489"/>
                  </a:lnTo>
                  <a:lnTo>
                    <a:pt x="1675" y="1409"/>
                  </a:lnTo>
                  <a:lnTo>
                    <a:pt x="1649" y="1329"/>
                  </a:lnTo>
                  <a:lnTo>
                    <a:pt x="1595" y="1276"/>
                  </a:lnTo>
                  <a:lnTo>
                    <a:pt x="1516" y="1276"/>
                  </a:lnTo>
                  <a:lnTo>
                    <a:pt x="718" y="1170"/>
                  </a:lnTo>
                  <a:lnTo>
                    <a:pt x="1569" y="505"/>
                  </a:lnTo>
                  <a:lnTo>
                    <a:pt x="1622" y="479"/>
                  </a:lnTo>
                  <a:lnTo>
                    <a:pt x="1649" y="426"/>
                  </a:lnTo>
                  <a:lnTo>
                    <a:pt x="1649" y="372"/>
                  </a:lnTo>
                  <a:lnTo>
                    <a:pt x="1649" y="319"/>
                  </a:lnTo>
                  <a:lnTo>
                    <a:pt x="1622" y="266"/>
                  </a:lnTo>
                  <a:lnTo>
                    <a:pt x="1595" y="213"/>
                  </a:lnTo>
                  <a:lnTo>
                    <a:pt x="1542" y="186"/>
                  </a:lnTo>
                  <a:lnTo>
                    <a:pt x="1489" y="160"/>
                  </a:lnTo>
                  <a:lnTo>
                    <a:pt x="3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5" name="Google Shape;525;p39"/>
          <p:cNvGrpSpPr/>
          <p:nvPr/>
        </p:nvGrpSpPr>
        <p:grpSpPr>
          <a:xfrm>
            <a:off x="7815621" y="130690"/>
            <a:ext cx="202300" cy="226668"/>
            <a:chOff x="7128000" y="1314750"/>
            <a:chExt cx="247250" cy="263200"/>
          </a:xfrm>
        </p:grpSpPr>
        <p:sp>
          <p:nvSpPr>
            <p:cNvPr id="526" name="Google Shape;526;p39"/>
            <p:cNvSpPr/>
            <p:nvPr/>
          </p:nvSpPr>
          <p:spPr>
            <a:xfrm>
              <a:off x="7128000" y="1330700"/>
              <a:ext cx="247250" cy="247250"/>
            </a:xfrm>
            <a:custGeom>
              <a:avLst/>
              <a:gdLst/>
              <a:ahLst/>
              <a:cxnLst/>
              <a:rect l="l" t="t" r="r" b="b"/>
              <a:pathLst>
                <a:path w="9890" h="9890" extrusionOk="0">
                  <a:moveTo>
                    <a:pt x="7311" y="665"/>
                  </a:moveTo>
                  <a:lnTo>
                    <a:pt x="7630" y="905"/>
                  </a:lnTo>
                  <a:lnTo>
                    <a:pt x="7922" y="1170"/>
                  </a:lnTo>
                  <a:lnTo>
                    <a:pt x="8215" y="1436"/>
                  </a:lnTo>
                  <a:lnTo>
                    <a:pt x="8454" y="1729"/>
                  </a:lnTo>
                  <a:lnTo>
                    <a:pt x="8666" y="2021"/>
                  </a:lnTo>
                  <a:lnTo>
                    <a:pt x="8879" y="2367"/>
                  </a:lnTo>
                  <a:lnTo>
                    <a:pt x="9039" y="2686"/>
                  </a:lnTo>
                  <a:lnTo>
                    <a:pt x="9198" y="3058"/>
                  </a:lnTo>
                  <a:lnTo>
                    <a:pt x="9304" y="3403"/>
                  </a:lnTo>
                  <a:lnTo>
                    <a:pt x="9384" y="3775"/>
                  </a:lnTo>
                  <a:lnTo>
                    <a:pt x="9464" y="4148"/>
                  </a:lnTo>
                  <a:lnTo>
                    <a:pt x="9490" y="4520"/>
                  </a:lnTo>
                  <a:lnTo>
                    <a:pt x="9490" y="4918"/>
                  </a:lnTo>
                  <a:lnTo>
                    <a:pt x="9437" y="5291"/>
                  </a:lnTo>
                  <a:lnTo>
                    <a:pt x="9384" y="5689"/>
                  </a:lnTo>
                  <a:lnTo>
                    <a:pt x="9278" y="6061"/>
                  </a:lnTo>
                  <a:lnTo>
                    <a:pt x="9145" y="6434"/>
                  </a:lnTo>
                  <a:lnTo>
                    <a:pt x="9012" y="6806"/>
                  </a:lnTo>
                  <a:lnTo>
                    <a:pt x="8826" y="7151"/>
                  </a:lnTo>
                  <a:lnTo>
                    <a:pt x="8613" y="7470"/>
                  </a:lnTo>
                  <a:lnTo>
                    <a:pt x="8374" y="7763"/>
                  </a:lnTo>
                  <a:lnTo>
                    <a:pt x="8135" y="8055"/>
                  </a:lnTo>
                  <a:lnTo>
                    <a:pt x="7842" y="8321"/>
                  </a:lnTo>
                  <a:lnTo>
                    <a:pt x="7550" y="8560"/>
                  </a:lnTo>
                  <a:lnTo>
                    <a:pt x="7231" y="8773"/>
                  </a:lnTo>
                  <a:lnTo>
                    <a:pt x="6912" y="8959"/>
                  </a:lnTo>
                  <a:lnTo>
                    <a:pt x="6567" y="9118"/>
                  </a:lnTo>
                  <a:lnTo>
                    <a:pt x="6221" y="9251"/>
                  </a:lnTo>
                  <a:lnTo>
                    <a:pt x="5849" y="9357"/>
                  </a:lnTo>
                  <a:lnTo>
                    <a:pt x="5477" y="9437"/>
                  </a:lnTo>
                  <a:lnTo>
                    <a:pt x="5078" y="9490"/>
                  </a:lnTo>
                  <a:lnTo>
                    <a:pt x="4387" y="9490"/>
                  </a:lnTo>
                  <a:lnTo>
                    <a:pt x="4068" y="9464"/>
                  </a:lnTo>
                  <a:lnTo>
                    <a:pt x="3775" y="9411"/>
                  </a:lnTo>
                  <a:lnTo>
                    <a:pt x="3483" y="9357"/>
                  </a:lnTo>
                  <a:lnTo>
                    <a:pt x="3217" y="9278"/>
                  </a:lnTo>
                  <a:lnTo>
                    <a:pt x="2925" y="9171"/>
                  </a:lnTo>
                  <a:lnTo>
                    <a:pt x="2659" y="9065"/>
                  </a:lnTo>
                  <a:lnTo>
                    <a:pt x="2393" y="8932"/>
                  </a:lnTo>
                  <a:lnTo>
                    <a:pt x="2127" y="8773"/>
                  </a:lnTo>
                  <a:lnTo>
                    <a:pt x="1888" y="8613"/>
                  </a:lnTo>
                  <a:lnTo>
                    <a:pt x="1649" y="8427"/>
                  </a:lnTo>
                  <a:lnTo>
                    <a:pt x="1436" y="8241"/>
                  </a:lnTo>
                  <a:lnTo>
                    <a:pt x="1224" y="8028"/>
                  </a:lnTo>
                  <a:lnTo>
                    <a:pt x="1011" y="7816"/>
                  </a:lnTo>
                  <a:lnTo>
                    <a:pt x="825" y="7577"/>
                  </a:lnTo>
                  <a:lnTo>
                    <a:pt x="665" y="7337"/>
                  </a:lnTo>
                  <a:lnTo>
                    <a:pt x="1091" y="7470"/>
                  </a:lnTo>
                  <a:lnTo>
                    <a:pt x="1516" y="7550"/>
                  </a:lnTo>
                  <a:lnTo>
                    <a:pt x="1968" y="7603"/>
                  </a:lnTo>
                  <a:lnTo>
                    <a:pt x="2420" y="7630"/>
                  </a:lnTo>
                  <a:lnTo>
                    <a:pt x="2951" y="7603"/>
                  </a:lnTo>
                  <a:lnTo>
                    <a:pt x="3457" y="7523"/>
                  </a:lnTo>
                  <a:lnTo>
                    <a:pt x="3962" y="7390"/>
                  </a:lnTo>
                  <a:lnTo>
                    <a:pt x="4440" y="7204"/>
                  </a:lnTo>
                  <a:lnTo>
                    <a:pt x="4892" y="6992"/>
                  </a:lnTo>
                  <a:lnTo>
                    <a:pt x="5317" y="6726"/>
                  </a:lnTo>
                  <a:lnTo>
                    <a:pt x="5716" y="6434"/>
                  </a:lnTo>
                  <a:lnTo>
                    <a:pt x="6088" y="6115"/>
                  </a:lnTo>
                  <a:lnTo>
                    <a:pt x="6434" y="5742"/>
                  </a:lnTo>
                  <a:lnTo>
                    <a:pt x="6726" y="5344"/>
                  </a:lnTo>
                  <a:lnTo>
                    <a:pt x="6992" y="4892"/>
                  </a:lnTo>
                  <a:lnTo>
                    <a:pt x="7204" y="4440"/>
                  </a:lnTo>
                  <a:lnTo>
                    <a:pt x="7391" y="3961"/>
                  </a:lnTo>
                  <a:lnTo>
                    <a:pt x="7497" y="3483"/>
                  </a:lnTo>
                  <a:lnTo>
                    <a:pt x="7577" y="2951"/>
                  </a:lnTo>
                  <a:lnTo>
                    <a:pt x="7603" y="2420"/>
                  </a:lnTo>
                  <a:lnTo>
                    <a:pt x="7603" y="1968"/>
                  </a:lnTo>
                  <a:lnTo>
                    <a:pt x="7550" y="1543"/>
                  </a:lnTo>
                  <a:lnTo>
                    <a:pt x="7444" y="1091"/>
                  </a:lnTo>
                  <a:lnTo>
                    <a:pt x="7311" y="665"/>
                  </a:lnTo>
                  <a:close/>
                  <a:moveTo>
                    <a:pt x="6859" y="1"/>
                  </a:moveTo>
                  <a:lnTo>
                    <a:pt x="6806" y="27"/>
                  </a:lnTo>
                  <a:lnTo>
                    <a:pt x="6753" y="81"/>
                  </a:lnTo>
                  <a:lnTo>
                    <a:pt x="6726" y="107"/>
                  </a:lnTo>
                  <a:lnTo>
                    <a:pt x="6699" y="187"/>
                  </a:lnTo>
                  <a:lnTo>
                    <a:pt x="6699" y="240"/>
                  </a:lnTo>
                  <a:lnTo>
                    <a:pt x="6726" y="293"/>
                  </a:lnTo>
                  <a:lnTo>
                    <a:pt x="6832" y="559"/>
                  </a:lnTo>
                  <a:lnTo>
                    <a:pt x="6939" y="798"/>
                  </a:lnTo>
                  <a:lnTo>
                    <a:pt x="7098" y="1330"/>
                  </a:lnTo>
                  <a:lnTo>
                    <a:pt x="7178" y="1862"/>
                  </a:lnTo>
                  <a:lnTo>
                    <a:pt x="7204" y="2154"/>
                  </a:lnTo>
                  <a:lnTo>
                    <a:pt x="7204" y="2420"/>
                  </a:lnTo>
                  <a:lnTo>
                    <a:pt x="7178" y="2925"/>
                  </a:lnTo>
                  <a:lnTo>
                    <a:pt x="7125" y="3403"/>
                  </a:lnTo>
                  <a:lnTo>
                    <a:pt x="6992" y="3855"/>
                  </a:lnTo>
                  <a:lnTo>
                    <a:pt x="6832" y="4280"/>
                  </a:lnTo>
                  <a:lnTo>
                    <a:pt x="6620" y="4706"/>
                  </a:lnTo>
                  <a:lnTo>
                    <a:pt x="6380" y="5104"/>
                  </a:lnTo>
                  <a:lnTo>
                    <a:pt x="6115" y="5477"/>
                  </a:lnTo>
                  <a:lnTo>
                    <a:pt x="5796" y="5822"/>
                  </a:lnTo>
                  <a:lnTo>
                    <a:pt x="5450" y="6141"/>
                  </a:lnTo>
                  <a:lnTo>
                    <a:pt x="5105" y="6407"/>
                  </a:lnTo>
                  <a:lnTo>
                    <a:pt x="4706" y="6646"/>
                  </a:lnTo>
                  <a:lnTo>
                    <a:pt x="4281" y="6859"/>
                  </a:lnTo>
                  <a:lnTo>
                    <a:pt x="3829" y="7018"/>
                  </a:lnTo>
                  <a:lnTo>
                    <a:pt x="3377" y="7125"/>
                  </a:lnTo>
                  <a:lnTo>
                    <a:pt x="2898" y="7204"/>
                  </a:lnTo>
                  <a:lnTo>
                    <a:pt x="2420" y="7231"/>
                  </a:lnTo>
                  <a:lnTo>
                    <a:pt x="2127" y="7231"/>
                  </a:lnTo>
                  <a:lnTo>
                    <a:pt x="1862" y="7204"/>
                  </a:lnTo>
                  <a:lnTo>
                    <a:pt x="1330" y="7098"/>
                  </a:lnTo>
                  <a:lnTo>
                    <a:pt x="798" y="6939"/>
                  </a:lnTo>
                  <a:lnTo>
                    <a:pt x="533" y="6859"/>
                  </a:lnTo>
                  <a:lnTo>
                    <a:pt x="293" y="6726"/>
                  </a:lnTo>
                  <a:lnTo>
                    <a:pt x="107" y="6726"/>
                  </a:lnTo>
                  <a:lnTo>
                    <a:pt x="54" y="6779"/>
                  </a:lnTo>
                  <a:lnTo>
                    <a:pt x="28" y="6832"/>
                  </a:lnTo>
                  <a:lnTo>
                    <a:pt x="1" y="6885"/>
                  </a:lnTo>
                  <a:lnTo>
                    <a:pt x="1" y="6939"/>
                  </a:lnTo>
                  <a:lnTo>
                    <a:pt x="28" y="6992"/>
                  </a:lnTo>
                  <a:lnTo>
                    <a:pt x="214" y="7364"/>
                  </a:lnTo>
                  <a:lnTo>
                    <a:pt x="453" y="7709"/>
                  </a:lnTo>
                  <a:lnTo>
                    <a:pt x="692" y="8055"/>
                  </a:lnTo>
                  <a:lnTo>
                    <a:pt x="984" y="8347"/>
                  </a:lnTo>
                  <a:lnTo>
                    <a:pt x="1277" y="8640"/>
                  </a:lnTo>
                  <a:lnTo>
                    <a:pt x="1596" y="8879"/>
                  </a:lnTo>
                  <a:lnTo>
                    <a:pt x="1915" y="9118"/>
                  </a:lnTo>
                  <a:lnTo>
                    <a:pt x="2287" y="9304"/>
                  </a:lnTo>
                  <a:lnTo>
                    <a:pt x="2632" y="9490"/>
                  </a:lnTo>
                  <a:lnTo>
                    <a:pt x="3031" y="9623"/>
                  </a:lnTo>
                  <a:lnTo>
                    <a:pt x="3403" y="9756"/>
                  </a:lnTo>
                  <a:lnTo>
                    <a:pt x="3802" y="9836"/>
                  </a:lnTo>
                  <a:lnTo>
                    <a:pt x="4227" y="9889"/>
                  </a:lnTo>
                  <a:lnTo>
                    <a:pt x="5051" y="9889"/>
                  </a:lnTo>
                  <a:lnTo>
                    <a:pt x="5477" y="9836"/>
                  </a:lnTo>
                  <a:lnTo>
                    <a:pt x="5875" y="9756"/>
                  </a:lnTo>
                  <a:lnTo>
                    <a:pt x="6301" y="9650"/>
                  </a:lnTo>
                  <a:lnTo>
                    <a:pt x="6673" y="9490"/>
                  </a:lnTo>
                  <a:lnTo>
                    <a:pt x="7045" y="9331"/>
                  </a:lnTo>
                  <a:lnTo>
                    <a:pt x="7417" y="9118"/>
                  </a:lnTo>
                  <a:lnTo>
                    <a:pt x="7736" y="8906"/>
                  </a:lnTo>
                  <a:lnTo>
                    <a:pt x="8055" y="8640"/>
                  </a:lnTo>
                  <a:lnTo>
                    <a:pt x="8347" y="8374"/>
                  </a:lnTo>
                  <a:lnTo>
                    <a:pt x="8640" y="8082"/>
                  </a:lnTo>
                  <a:lnTo>
                    <a:pt x="8879" y="7763"/>
                  </a:lnTo>
                  <a:lnTo>
                    <a:pt x="9118" y="7417"/>
                  </a:lnTo>
                  <a:lnTo>
                    <a:pt x="9304" y="7071"/>
                  </a:lnTo>
                  <a:lnTo>
                    <a:pt x="9490" y="6699"/>
                  </a:lnTo>
                  <a:lnTo>
                    <a:pt x="9623" y="6301"/>
                  </a:lnTo>
                  <a:lnTo>
                    <a:pt x="9756" y="5902"/>
                  </a:lnTo>
                  <a:lnTo>
                    <a:pt x="9836" y="5477"/>
                  </a:lnTo>
                  <a:lnTo>
                    <a:pt x="9863" y="5078"/>
                  </a:lnTo>
                  <a:lnTo>
                    <a:pt x="9889" y="4653"/>
                  </a:lnTo>
                  <a:lnTo>
                    <a:pt x="9863" y="4227"/>
                  </a:lnTo>
                  <a:lnTo>
                    <a:pt x="9809" y="3829"/>
                  </a:lnTo>
                  <a:lnTo>
                    <a:pt x="9730" y="3430"/>
                  </a:lnTo>
                  <a:lnTo>
                    <a:pt x="9623" y="3031"/>
                  </a:lnTo>
                  <a:lnTo>
                    <a:pt x="9464" y="2659"/>
                  </a:lnTo>
                  <a:lnTo>
                    <a:pt x="9304" y="2287"/>
                  </a:lnTo>
                  <a:lnTo>
                    <a:pt x="9092" y="1941"/>
                  </a:lnTo>
                  <a:lnTo>
                    <a:pt x="8879" y="1596"/>
                  </a:lnTo>
                  <a:lnTo>
                    <a:pt x="8613" y="1277"/>
                  </a:lnTo>
                  <a:lnTo>
                    <a:pt x="8347" y="984"/>
                  </a:lnTo>
                  <a:lnTo>
                    <a:pt x="8029" y="719"/>
                  </a:lnTo>
                  <a:lnTo>
                    <a:pt x="7710" y="453"/>
                  </a:lnTo>
                  <a:lnTo>
                    <a:pt x="7364" y="240"/>
                  </a:lnTo>
                  <a:lnTo>
                    <a:pt x="6992" y="27"/>
                  </a:lnTo>
                  <a:lnTo>
                    <a:pt x="69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9"/>
            <p:cNvSpPr/>
            <p:nvPr/>
          </p:nvSpPr>
          <p:spPr>
            <a:xfrm>
              <a:off x="7157925" y="1398500"/>
              <a:ext cx="82425" cy="79100"/>
            </a:xfrm>
            <a:custGeom>
              <a:avLst/>
              <a:gdLst/>
              <a:ahLst/>
              <a:cxnLst/>
              <a:rect l="l" t="t" r="r" b="b"/>
              <a:pathLst>
                <a:path w="3297" h="3164" extrusionOk="0">
                  <a:moveTo>
                    <a:pt x="1648" y="638"/>
                  </a:moveTo>
                  <a:lnTo>
                    <a:pt x="1914" y="1196"/>
                  </a:lnTo>
                  <a:lnTo>
                    <a:pt x="1994" y="1276"/>
                  </a:lnTo>
                  <a:lnTo>
                    <a:pt x="2073" y="1303"/>
                  </a:lnTo>
                  <a:lnTo>
                    <a:pt x="2685" y="1382"/>
                  </a:lnTo>
                  <a:lnTo>
                    <a:pt x="2233" y="1808"/>
                  </a:lnTo>
                  <a:lnTo>
                    <a:pt x="2180" y="1887"/>
                  </a:lnTo>
                  <a:lnTo>
                    <a:pt x="2180" y="1994"/>
                  </a:lnTo>
                  <a:lnTo>
                    <a:pt x="2286" y="2605"/>
                  </a:lnTo>
                  <a:lnTo>
                    <a:pt x="1754" y="2313"/>
                  </a:lnTo>
                  <a:lnTo>
                    <a:pt x="1648" y="2286"/>
                  </a:lnTo>
                  <a:lnTo>
                    <a:pt x="1568" y="2313"/>
                  </a:lnTo>
                  <a:lnTo>
                    <a:pt x="1010" y="2605"/>
                  </a:lnTo>
                  <a:lnTo>
                    <a:pt x="1117" y="1994"/>
                  </a:lnTo>
                  <a:lnTo>
                    <a:pt x="1117" y="1887"/>
                  </a:lnTo>
                  <a:lnTo>
                    <a:pt x="1063" y="1808"/>
                  </a:lnTo>
                  <a:lnTo>
                    <a:pt x="638" y="1382"/>
                  </a:lnTo>
                  <a:lnTo>
                    <a:pt x="1223" y="1303"/>
                  </a:lnTo>
                  <a:lnTo>
                    <a:pt x="1329" y="1276"/>
                  </a:lnTo>
                  <a:lnTo>
                    <a:pt x="1382" y="1196"/>
                  </a:lnTo>
                  <a:lnTo>
                    <a:pt x="1648" y="638"/>
                  </a:lnTo>
                  <a:close/>
                  <a:moveTo>
                    <a:pt x="1648" y="0"/>
                  </a:moveTo>
                  <a:lnTo>
                    <a:pt x="1542" y="27"/>
                  </a:lnTo>
                  <a:lnTo>
                    <a:pt x="1462" y="106"/>
                  </a:lnTo>
                  <a:lnTo>
                    <a:pt x="1063" y="930"/>
                  </a:lnTo>
                  <a:lnTo>
                    <a:pt x="160" y="1063"/>
                  </a:lnTo>
                  <a:lnTo>
                    <a:pt x="80" y="1090"/>
                  </a:lnTo>
                  <a:lnTo>
                    <a:pt x="0" y="1196"/>
                  </a:lnTo>
                  <a:lnTo>
                    <a:pt x="0" y="1303"/>
                  </a:lnTo>
                  <a:lnTo>
                    <a:pt x="53" y="1409"/>
                  </a:lnTo>
                  <a:lnTo>
                    <a:pt x="718" y="2020"/>
                  </a:lnTo>
                  <a:lnTo>
                    <a:pt x="558" y="2924"/>
                  </a:lnTo>
                  <a:lnTo>
                    <a:pt x="558" y="3030"/>
                  </a:lnTo>
                  <a:lnTo>
                    <a:pt x="638" y="3137"/>
                  </a:lnTo>
                  <a:lnTo>
                    <a:pt x="744" y="3163"/>
                  </a:lnTo>
                  <a:lnTo>
                    <a:pt x="851" y="3137"/>
                  </a:lnTo>
                  <a:lnTo>
                    <a:pt x="1648" y="2711"/>
                  </a:lnTo>
                  <a:lnTo>
                    <a:pt x="2472" y="3137"/>
                  </a:lnTo>
                  <a:lnTo>
                    <a:pt x="2578" y="3163"/>
                  </a:lnTo>
                  <a:lnTo>
                    <a:pt x="2658" y="3137"/>
                  </a:lnTo>
                  <a:lnTo>
                    <a:pt x="2738" y="3030"/>
                  </a:lnTo>
                  <a:lnTo>
                    <a:pt x="2738" y="2924"/>
                  </a:lnTo>
                  <a:lnTo>
                    <a:pt x="2605" y="2020"/>
                  </a:lnTo>
                  <a:lnTo>
                    <a:pt x="3243" y="1409"/>
                  </a:lnTo>
                  <a:lnTo>
                    <a:pt x="3296" y="1303"/>
                  </a:lnTo>
                  <a:lnTo>
                    <a:pt x="3296" y="1196"/>
                  </a:lnTo>
                  <a:lnTo>
                    <a:pt x="3243" y="1090"/>
                  </a:lnTo>
                  <a:lnTo>
                    <a:pt x="3137" y="1063"/>
                  </a:lnTo>
                  <a:lnTo>
                    <a:pt x="2233" y="930"/>
                  </a:lnTo>
                  <a:lnTo>
                    <a:pt x="1834" y="106"/>
                  </a:lnTo>
                  <a:lnTo>
                    <a:pt x="1754" y="27"/>
                  </a:lnTo>
                  <a:lnTo>
                    <a:pt x="16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9"/>
            <p:cNvSpPr/>
            <p:nvPr/>
          </p:nvSpPr>
          <p:spPr>
            <a:xfrm>
              <a:off x="7153925" y="1314750"/>
              <a:ext cx="46550" cy="45875"/>
            </a:xfrm>
            <a:custGeom>
              <a:avLst/>
              <a:gdLst/>
              <a:ahLst/>
              <a:cxnLst/>
              <a:rect l="l" t="t" r="r" b="b"/>
              <a:pathLst>
                <a:path w="1862" h="1835" extrusionOk="0">
                  <a:moveTo>
                    <a:pt x="240" y="1"/>
                  </a:moveTo>
                  <a:lnTo>
                    <a:pt x="187" y="27"/>
                  </a:lnTo>
                  <a:lnTo>
                    <a:pt x="134" y="81"/>
                  </a:lnTo>
                  <a:lnTo>
                    <a:pt x="107" y="160"/>
                  </a:lnTo>
                  <a:lnTo>
                    <a:pt x="107" y="240"/>
                  </a:lnTo>
                  <a:lnTo>
                    <a:pt x="134" y="320"/>
                  </a:lnTo>
                  <a:lnTo>
                    <a:pt x="187" y="373"/>
                  </a:lnTo>
                  <a:lnTo>
                    <a:pt x="266" y="400"/>
                  </a:lnTo>
                  <a:lnTo>
                    <a:pt x="1144" y="506"/>
                  </a:lnTo>
                  <a:lnTo>
                    <a:pt x="80" y="1303"/>
                  </a:lnTo>
                  <a:lnTo>
                    <a:pt x="54" y="1357"/>
                  </a:lnTo>
                  <a:lnTo>
                    <a:pt x="27" y="1410"/>
                  </a:lnTo>
                  <a:lnTo>
                    <a:pt x="1" y="1463"/>
                  </a:lnTo>
                  <a:lnTo>
                    <a:pt x="27" y="1516"/>
                  </a:lnTo>
                  <a:lnTo>
                    <a:pt x="27" y="1569"/>
                  </a:lnTo>
                  <a:lnTo>
                    <a:pt x="80" y="1622"/>
                  </a:lnTo>
                  <a:lnTo>
                    <a:pt x="134" y="1649"/>
                  </a:lnTo>
                  <a:lnTo>
                    <a:pt x="187" y="1649"/>
                  </a:lnTo>
                  <a:lnTo>
                    <a:pt x="1649" y="1835"/>
                  </a:lnTo>
                  <a:lnTo>
                    <a:pt x="1755" y="1835"/>
                  </a:lnTo>
                  <a:lnTo>
                    <a:pt x="1808" y="1782"/>
                  </a:lnTo>
                  <a:lnTo>
                    <a:pt x="1861" y="1729"/>
                  </a:lnTo>
                  <a:lnTo>
                    <a:pt x="1861" y="1649"/>
                  </a:lnTo>
                  <a:lnTo>
                    <a:pt x="1861" y="1569"/>
                  </a:lnTo>
                  <a:lnTo>
                    <a:pt x="1835" y="1516"/>
                  </a:lnTo>
                  <a:lnTo>
                    <a:pt x="1782" y="1463"/>
                  </a:lnTo>
                  <a:lnTo>
                    <a:pt x="1702" y="1436"/>
                  </a:lnTo>
                  <a:lnTo>
                    <a:pt x="718" y="1330"/>
                  </a:lnTo>
                  <a:lnTo>
                    <a:pt x="1755" y="532"/>
                  </a:lnTo>
                  <a:lnTo>
                    <a:pt x="1808" y="479"/>
                  </a:lnTo>
                  <a:lnTo>
                    <a:pt x="1835" y="426"/>
                  </a:lnTo>
                  <a:lnTo>
                    <a:pt x="1835" y="373"/>
                  </a:lnTo>
                  <a:lnTo>
                    <a:pt x="1835" y="320"/>
                  </a:lnTo>
                  <a:lnTo>
                    <a:pt x="1808" y="267"/>
                  </a:lnTo>
                  <a:lnTo>
                    <a:pt x="1782" y="214"/>
                  </a:lnTo>
                  <a:lnTo>
                    <a:pt x="1728" y="187"/>
                  </a:lnTo>
                  <a:lnTo>
                    <a:pt x="1675" y="160"/>
                  </a:lnTo>
                  <a:lnTo>
                    <a:pt x="3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9"/>
            <p:cNvSpPr/>
            <p:nvPr/>
          </p:nvSpPr>
          <p:spPr>
            <a:xfrm>
              <a:off x="7214400" y="1342675"/>
              <a:ext cx="41900" cy="41875"/>
            </a:xfrm>
            <a:custGeom>
              <a:avLst/>
              <a:gdLst/>
              <a:ahLst/>
              <a:cxnLst/>
              <a:rect l="l" t="t" r="r" b="b"/>
              <a:pathLst>
                <a:path w="1676" h="1675" extrusionOk="0">
                  <a:moveTo>
                    <a:pt x="240" y="0"/>
                  </a:moveTo>
                  <a:lnTo>
                    <a:pt x="160" y="53"/>
                  </a:lnTo>
                  <a:lnTo>
                    <a:pt x="107" y="107"/>
                  </a:lnTo>
                  <a:lnTo>
                    <a:pt x="80" y="186"/>
                  </a:lnTo>
                  <a:lnTo>
                    <a:pt x="107" y="266"/>
                  </a:lnTo>
                  <a:lnTo>
                    <a:pt x="133" y="319"/>
                  </a:lnTo>
                  <a:lnTo>
                    <a:pt x="187" y="372"/>
                  </a:lnTo>
                  <a:lnTo>
                    <a:pt x="266" y="399"/>
                  </a:lnTo>
                  <a:lnTo>
                    <a:pt x="957" y="505"/>
                  </a:lnTo>
                  <a:lnTo>
                    <a:pt x="80" y="1143"/>
                  </a:lnTo>
                  <a:lnTo>
                    <a:pt x="54" y="1196"/>
                  </a:lnTo>
                  <a:lnTo>
                    <a:pt x="27" y="1250"/>
                  </a:lnTo>
                  <a:lnTo>
                    <a:pt x="1" y="1303"/>
                  </a:lnTo>
                  <a:lnTo>
                    <a:pt x="27" y="1356"/>
                  </a:lnTo>
                  <a:lnTo>
                    <a:pt x="54" y="1409"/>
                  </a:lnTo>
                  <a:lnTo>
                    <a:pt x="80" y="1462"/>
                  </a:lnTo>
                  <a:lnTo>
                    <a:pt x="133" y="1489"/>
                  </a:lnTo>
                  <a:lnTo>
                    <a:pt x="187" y="1515"/>
                  </a:lnTo>
                  <a:lnTo>
                    <a:pt x="1462" y="1675"/>
                  </a:lnTo>
                  <a:lnTo>
                    <a:pt x="1489" y="1675"/>
                  </a:lnTo>
                  <a:lnTo>
                    <a:pt x="1569" y="1648"/>
                  </a:lnTo>
                  <a:lnTo>
                    <a:pt x="1622" y="1622"/>
                  </a:lnTo>
                  <a:lnTo>
                    <a:pt x="1675" y="1542"/>
                  </a:lnTo>
                  <a:lnTo>
                    <a:pt x="1675" y="1489"/>
                  </a:lnTo>
                  <a:lnTo>
                    <a:pt x="1675" y="1409"/>
                  </a:lnTo>
                  <a:lnTo>
                    <a:pt x="1649" y="1329"/>
                  </a:lnTo>
                  <a:lnTo>
                    <a:pt x="1595" y="1276"/>
                  </a:lnTo>
                  <a:lnTo>
                    <a:pt x="1516" y="1276"/>
                  </a:lnTo>
                  <a:lnTo>
                    <a:pt x="718" y="1170"/>
                  </a:lnTo>
                  <a:lnTo>
                    <a:pt x="1569" y="505"/>
                  </a:lnTo>
                  <a:lnTo>
                    <a:pt x="1622" y="479"/>
                  </a:lnTo>
                  <a:lnTo>
                    <a:pt x="1649" y="426"/>
                  </a:lnTo>
                  <a:lnTo>
                    <a:pt x="1649" y="372"/>
                  </a:lnTo>
                  <a:lnTo>
                    <a:pt x="1649" y="319"/>
                  </a:lnTo>
                  <a:lnTo>
                    <a:pt x="1622" y="266"/>
                  </a:lnTo>
                  <a:lnTo>
                    <a:pt x="1595" y="213"/>
                  </a:lnTo>
                  <a:lnTo>
                    <a:pt x="1542" y="186"/>
                  </a:lnTo>
                  <a:lnTo>
                    <a:pt x="1489" y="160"/>
                  </a:lnTo>
                  <a:lnTo>
                    <a:pt x="3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0" name="Google Shape;530;p39"/>
          <p:cNvGrpSpPr/>
          <p:nvPr/>
        </p:nvGrpSpPr>
        <p:grpSpPr>
          <a:xfrm>
            <a:off x="275044" y="890524"/>
            <a:ext cx="287806" cy="226668"/>
            <a:chOff x="2522125" y="1336700"/>
            <a:chExt cx="278450" cy="219300"/>
          </a:xfrm>
        </p:grpSpPr>
        <p:sp>
          <p:nvSpPr>
            <p:cNvPr id="531" name="Google Shape;531;p39"/>
            <p:cNvSpPr/>
            <p:nvPr/>
          </p:nvSpPr>
          <p:spPr>
            <a:xfrm>
              <a:off x="2557350" y="1425075"/>
              <a:ext cx="47200" cy="43225"/>
            </a:xfrm>
            <a:custGeom>
              <a:avLst/>
              <a:gdLst/>
              <a:ahLst/>
              <a:cxnLst/>
              <a:rect l="l" t="t" r="r" b="b"/>
              <a:pathLst>
                <a:path w="1888" h="1729" extrusionOk="0">
                  <a:moveTo>
                    <a:pt x="213" y="0"/>
                  </a:moveTo>
                  <a:lnTo>
                    <a:pt x="133" y="27"/>
                  </a:lnTo>
                  <a:lnTo>
                    <a:pt x="53" y="54"/>
                  </a:lnTo>
                  <a:lnTo>
                    <a:pt x="27" y="133"/>
                  </a:lnTo>
                  <a:lnTo>
                    <a:pt x="0" y="213"/>
                  </a:lnTo>
                  <a:lnTo>
                    <a:pt x="27" y="266"/>
                  </a:lnTo>
                  <a:lnTo>
                    <a:pt x="53" y="346"/>
                  </a:lnTo>
                  <a:lnTo>
                    <a:pt x="133" y="399"/>
                  </a:lnTo>
                  <a:lnTo>
                    <a:pt x="213" y="399"/>
                  </a:lnTo>
                  <a:lnTo>
                    <a:pt x="1143" y="426"/>
                  </a:lnTo>
                  <a:lnTo>
                    <a:pt x="133" y="1383"/>
                  </a:lnTo>
                  <a:lnTo>
                    <a:pt x="106" y="1436"/>
                  </a:lnTo>
                  <a:lnTo>
                    <a:pt x="80" y="1489"/>
                  </a:lnTo>
                  <a:lnTo>
                    <a:pt x="80" y="1542"/>
                  </a:lnTo>
                  <a:lnTo>
                    <a:pt x="80" y="1595"/>
                  </a:lnTo>
                  <a:lnTo>
                    <a:pt x="133" y="1648"/>
                  </a:lnTo>
                  <a:lnTo>
                    <a:pt x="160" y="1702"/>
                  </a:lnTo>
                  <a:lnTo>
                    <a:pt x="213" y="1728"/>
                  </a:lnTo>
                  <a:lnTo>
                    <a:pt x="1675" y="1728"/>
                  </a:lnTo>
                  <a:lnTo>
                    <a:pt x="1754" y="1702"/>
                  </a:lnTo>
                  <a:lnTo>
                    <a:pt x="1834" y="1675"/>
                  </a:lnTo>
                  <a:lnTo>
                    <a:pt x="1861" y="1595"/>
                  </a:lnTo>
                  <a:lnTo>
                    <a:pt x="1887" y="1516"/>
                  </a:lnTo>
                  <a:lnTo>
                    <a:pt x="1861" y="1462"/>
                  </a:lnTo>
                  <a:lnTo>
                    <a:pt x="1834" y="1383"/>
                  </a:lnTo>
                  <a:lnTo>
                    <a:pt x="1754" y="1356"/>
                  </a:lnTo>
                  <a:lnTo>
                    <a:pt x="1675" y="1329"/>
                  </a:lnTo>
                  <a:lnTo>
                    <a:pt x="771" y="1329"/>
                  </a:lnTo>
                  <a:lnTo>
                    <a:pt x="1754" y="373"/>
                  </a:lnTo>
                  <a:lnTo>
                    <a:pt x="1781" y="319"/>
                  </a:lnTo>
                  <a:lnTo>
                    <a:pt x="1808" y="266"/>
                  </a:lnTo>
                  <a:lnTo>
                    <a:pt x="1808" y="213"/>
                  </a:lnTo>
                  <a:lnTo>
                    <a:pt x="1808" y="133"/>
                  </a:lnTo>
                  <a:lnTo>
                    <a:pt x="1781" y="80"/>
                  </a:lnTo>
                  <a:lnTo>
                    <a:pt x="1728" y="54"/>
                  </a:lnTo>
                  <a:lnTo>
                    <a:pt x="1675" y="27"/>
                  </a:lnTo>
                  <a:lnTo>
                    <a:pt x="1622" y="27"/>
                  </a:lnTo>
                  <a:lnTo>
                    <a:pt x="2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9"/>
            <p:cNvSpPr/>
            <p:nvPr/>
          </p:nvSpPr>
          <p:spPr>
            <a:xfrm>
              <a:off x="2610500" y="1405125"/>
              <a:ext cx="66475" cy="60500"/>
            </a:xfrm>
            <a:custGeom>
              <a:avLst/>
              <a:gdLst/>
              <a:ahLst/>
              <a:cxnLst/>
              <a:rect l="l" t="t" r="r" b="b"/>
              <a:pathLst>
                <a:path w="2659" h="2420" extrusionOk="0">
                  <a:moveTo>
                    <a:pt x="133" y="1"/>
                  </a:moveTo>
                  <a:lnTo>
                    <a:pt x="54" y="54"/>
                  </a:lnTo>
                  <a:lnTo>
                    <a:pt x="27" y="107"/>
                  </a:lnTo>
                  <a:lnTo>
                    <a:pt x="1" y="187"/>
                  </a:lnTo>
                  <a:lnTo>
                    <a:pt x="27" y="267"/>
                  </a:lnTo>
                  <a:lnTo>
                    <a:pt x="54" y="346"/>
                  </a:lnTo>
                  <a:lnTo>
                    <a:pt x="107" y="373"/>
                  </a:lnTo>
                  <a:lnTo>
                    <a:pt x="187" y="400"/>
                  </a:lnTo>
                  <a:lnTo>
                    <a:pt x="1861" y="426"/>
                  </a:lnTo>
                  <a:lnTo>
                    <a:pt x="160" y="2074"/>
                  </a:lnTo>
                  <a:lnTo>
                    <a:pt x="133" y="2127"/>
                  </a:lnTo>
                  <a:lnTo>
                    <a:pt x="107" y="2181"/>
                  </a:lnTo>
                  <a:lnTo>
                    <a:pt x="107" y="2234"/>
                  </a:lnTo>
                  <a:lnTo>
                    <a:pt x="133" y="2287"/>
                  </a:lnTo>
                  <a:lnTo>
                    <a:pt x="160" y="2340"/>
                  </a:lnTo>
                  <a:lnTo>
                    <a:pt x="187" y="2367"/>
                  </a:lnTo>
                  <a:lnTo>
                    <a:pt x="240" y="2393"/>
                  </a:lnTo>
                  <a:lnTo>
                    <a:pt x="320" y="2420"/>
                  </a:lnTo>
                  <a:lnTo>
                    <a:pt x="2446" y="2420"/>
                  </a:lnTo>
                  <a:lnTo>
                    <a:pt x="2526" y="2393"/>
                  </a:lnTo>
                  <a:lnTo>
                    <a:pt x="2579" y="2367"/>
                  </a:lnTo>
                  <a:lnTo>
                    <a:pt x="2632" y="2287"/>
                  </a:lnTo>
                  <a:lnTo>
                    <a:pt x="2659" y="2207"/>
                  </a:lnTo>
                  <a:lnTo>
                    <a:pt x="2632" y="2127"/>
                  </a:lnTo>
                  <a:lnTo>
                    <a:pt x="2579" y="2074"/>
                  </a:lnTo>
                  <a:lnTo>
                    <a:pt x="2526" y="2021"/>
                  </a:lnTo>
                  <a:lnTo>
                    <a:pt x="798" y="2021"/>
                  </a:lnTo>
                  <a:lnTo>
                    <a:pt x="2499" y="373"/>
                  </a:lnTo>
                  <a:lnTo>
                    <a:pt x="2526" y="320"/>
                  </a:lnTo>
                  <a:lnTo>
                    <a:pt x="2552" y="267"/>
                  </a:lnTo>
                  <a:lnTo>
                    <a:pt x="2552" y="214"/>
                  </a:lnTo>
                  <a:lnTo>
                    <a:pt x="2526" y="134"/>
                  </a:lnTo>
                  <a:lnTo>
                    <a:pt x="2499" y="81"/>
                  </a:lnTo>
                  <a:lnTo>
                    <a:pt x="2473" y="54"/>
                  </a:lnTo>
                  <a:lnTo>
                    <a:pt x="2419" y="28"/>
                  </a:lnTo>
                  <a:lnTo>
                    <a:pt x="2340" y="28"/>
                  </a:lnTo>
                  <a:lnTo>
                    <a:pt x="2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9"/>
            <p:cNvSpPr/>
            <p:nvPr/>
          </p:nvSpPr>
          <p:spPr>
            <a:xfrm>
              <a:off x="2682925" y="1387850"/>
              <a:ext cx="82450" cy="75125"/>
            </a:xfrm>
            <a:custGeom>
              <a:avLst/>
              <a:gdLst/>
              <a:ahLst/>
              <a:cxnLst/>
              <a:rect l="l" t="t" r="r" b="b"/>
              <a:pathLst>
                <a:path w="3298" h="3005" extrusionOk="0">
                  <a:moveTo>
                    <a:pt x="187" y="1"/>
                  </a:moveTo>
                  <a:lnTo>
                    <a:pt x="107" y="27"/>
                  </a:lnTo>
                  <a:lnTo>
                    <a:pt x="54" y="54"/>
                  </a:lnTo>
                  <a:lnTo>
                    <a:pt x="1" y="134"/>
                  </a:lnTo>
                  <a:lnTo>
                    <a:pt x="1" y="213"/>
                  </a:lnTo>
                  <a:lnTo>
                    <a:pt x="1" y="293"/>
                  </a:lnTo>
                  <a:lnTo>
                    <a:pt x="54" y="346"/>
                  </a:lnTo>
                  <a:lnTo>
                    <a:pt x="107" y="400"/>
                  </a:lnTo>
                  <a:lnTo>
                    <a:pt x="187" y="400"/>
                  </a:lnTo>
                  <a:lnTo>
                    <a:pt x="2473" y="426"/>
                  </a:lnTo>
                  <a:lnTo>
                    <a:pt x="187" y="2659"/>
                  </a:lnTo>
                  <a:lnTo>
                    <a:pt x="160" y="2712"/>
                  </a:lnTo>
                  <a:lnTo>
                    <a:pt x="134" y="2765"/>
                  </a:lnTo>
                  <a:lnTo>
                    <a:pt x="134" y="2818"/>
                  </a:lnTo>
                  <a:lnTo>
                    <a:pt x="160" y="2872"/>
                  </a:lnTo>
                  <a:lnTo>
                    <a:pt x="187" y="2925"/>
                  </a:lnTo>
                  <a:lnTo>
                    <a:pt x="214" y="2978"/>
                  </a:lnTo>
                  <a:lnTo>
                    <a:pt x="267" y="3005"/>
                  </a:lnTo>
                  <a:lnTo>
                    <a:pt x="3164" y="3005"/>
                  </a:lnTo>
                  <a:lnTo>
                    <a:pt x="3244" y="2951"/>
                  </a:lnTo>
                  <a:lnTo>
                    <a:pt x="3270" y="2898"/>
                  </a:lnTo>
                  <a:lnTo>
                    <a:pt x="3297" y="2818"/>
                  </a:lnTo>
                  <a:lnTo>
                    <a:pt x="3270" y="2739"/>
                  </a:lnTo>
                  <a:lnTo>
                    <a:pt x="3244" y="2659"/>
                  </a:lnTo>
                  <a:lnTo>
                    <a:pt x="3164" y="2632"/>
                  </a:lnTo>
                  <a:lnTo>
                    <a:pt x="3084" y="2606"/>
                  </a:lnTo>
                  <a:lnTo>
                    <a:pt x="825" y="2606"/>
                  </a:lnTo>
                  <a:lnTo>
                    <a:pt x="3111" y="373"/>
                  </a:lnTo>
                  <a:lnTo>
                    <a:pt x="3138" y="320"/>
                  </a:lnTo>
                  <a:lnTo>
                    <a:pt x="3164" y="267"/>
                  </a:lnTo>
                  <a:lnTo>
                    <a:pt x="3164" y="213"/>
                  </a:lnTo>
                  <a:lnTo>
                    <a:pt x="3138" y="160"/>
                  </a:lnTo>
                  <a:lnTo>
                    <a:pt x="3111" y="107"/>
                  </a:lnTo>
                  <a:lnTo>
                    <a:pt x="3084" y="81"/>
                  </a:lnTo>
                  <a:lnTo>
                    <a:pt x="3031" y="54"/>
                  </a:lnTo>
                  <a:lnTo>
                    <a:pt x="2951" y="27"/>
                  </a:lnTo>
                  <a:lnTo>
                    <a:pt x="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9"/>
            <p:cNvSpPr/>
            <p:nvPr/>
          </p:nvSpPr>
          <p:spPr>
            <a:xfrm>
              <a:off x="2522125" y="1336700"/>
              <a:ext cx="278450" cy="219300"/>
            </a:xfrm>
            <a:custGeom>
              <a:avLst/>
              <a:gdLst/>
              <a:ahLst/>
              <a:cxnLst/>
              <a:rect l="l" t="t" r="r" b="b"/>
              <a:pathLst>
                <a:path w="11138" h="8772" extrusionOk="0">
                  <a:moveTo>
                    <a:pt x="7496" y="399"/>
                  </a:moveTo>
                  <a:lnTo>
                    <a:pt x="7815" y="425"/>
                  </a:lnTo>
                  <a:lnTo>
                    <a:pt x="8134" y="479"/>
                  </a:lnTo>
                  <a:lnTo>
                    <a:pt x="8453" y="558"/>
                  </a:lnTo>
                  <a:lnTo>
                    <a:pt x="8746" y="665"/>
                  </a:lnTo>
                  <a:lnTo>
                    <a:pt x="9038" y="797"/>
                  </a:lnTo>
                  <a:lnTo>
                    <a:pt x="9304" y="957"/>
                  </a:lnTo>
                  <a:lnTo>
                    <a:pt x="9570" y="1143"/>
                  </a:lnTo>
                  <a:lnTo>
                    <a:pt x="9782" y="1356"/>
                  </a:lnTo>
                  <a:lnTo>
                    <a:pt x="9995" y="1595"/>
                  </a:lnTo>
                  <a:lnTo>
                    <a:pt x="10181" y="1834"/>
                  </a:lnTo>
                  <a:lnTo>
                    <a:pt x="10340" y="2100"/>
                  </a:lnTo>
                  <a:lnTo>
                    <a:pt x="10500" y="2392"/>
                  </a:lnTo>
                  <a:lnTo>
                    <a:pt x="10606" y="2685"/>
                  </a:lnTo>
                  <a:lnTo>
                    <a:pt x="10686" y="3004"/>
                  </a:lnTo>
                  <a:lnTo>
                    <a:pt x="10739" y="3323"/>
                  </a:lnTo>
                  <a:lnTo>
                    <a:pt x="10739" y="3668"/>
                  </a:lnTo>
                  <a:lnTo>
                    <a:pt x="10739" y="3987"/>
                  </a:lnTo>
                  <a:lnTo>
                    <a:pt x="10686" y="4306"/>
                  </a:lnTo>
                  <a:lnTo>
                    <a:pt x="10606" y="4625"/>
                  </a:lnTo>
                  <a:lnTo>
                    <a:pt x="10500" y="4918"/>
                  </a:lnTo>
                  <a:lnTo>
                    <a:pt x="10340" y="5210"/>
                  </a:lnTo>
                  <a:lnTo>
                    <a:pt x="10181" y="5476"/>
                  </a:lnTo>
                  <a:lnTo>
                    <a:pt x="9995" y="5742"/>
                  </a:lnTo>
                  <a:lnTo>
                    <a:pt x="9782" y="5954"/>
                  </a:lnTo>
                  <a:lnTo>
                    <a:pt x="9570" y="6167"/>
                  </a:lnTo>
                  <a:lnTo>
                    <a:pt x="9304" y="6353"/>
                  </a:lnTo>
                  <a:lnTo>
                    <a:pt x="9038" y="6512"/>
                  </a:lnTo>
                  <a:lnTo>
                    <a:pt x="8746" y="6672"/>
                  </a:lnTo>
                  <a:lnTo>
                    <a:pt x="8453" y="6778"/>
                  </a:lnTo>
                  <a:lnTo>
                    <a:pt x="8134" y="6858"/>
                  </a:lnTo>
                  <a:lnTo>
                    <a:pt x="7815" y="6911"/>
                  </a:lnTo>
                  <a:lnTo>
                    <a:pt x="5609" y="6911"/>
                  </a:lnTo>
                  <a:lnTo>
                    <a:pt x="5503" y="6938"/>
                  </a:lnTo>
                  <a:lnTo>
                    <a:pt x="5396" y="7018"/>
                  </a:lnTo>
                  <a:lnTo>
                    <a:pt x="5343" y="7124"/>
                  </a:lnTo>
                  <a:lnTo>
                    <a:pt x="5343" y="7257"/>
                  </a:lnTo>
                  <a:lnTo>
                    <a:pt x="5529" y="8134"/>
                  </a:lnTo>
                  <a:lnTo>
                    <a:pt x="4174" y="7230"/>
                  </a:lnTo>
                  <a:lnTo>
                    <a:pt x="3961" y="7097"/>
                  </a:lnTo>
                  <a:lnTo>
                    <a:pt x="3748" y="7018"/>
                  </a:lnTo>
                  <a:lnTo>
                    <a:pt x="3509" y="6938"/>
                  </a:lnTo>
                  <a:lnTo>
                    <a:pt x="3270" y="6885"/>
                  </a:lnTo>
                  <a:lnTo>
                    <a:pt x="2951" y="6831"/>
                  </a:lnTo>
                  <a:lnTo>
                    <a:pt x="2632" y="6752"/>
                  </a:lnTo>
                  <a:lnTo>
                    <a:pt x="2339" y="6645"/>
                  </a:lnTo>
                  <a:lnTo>
                    <a:pt x="2074" y="6512"/>
                  </a:lnTo>
                  <a:lnTo>
                    <a:pt x="1808" y="6353"/>
                  </a:lnTo>
                  <a:lnTo>
                    <a:pt x="1569" y="6167"/>
                  </a:lnTo>
                  <a:lnTo>
                    <a:pt x="1356" y="5954"/>
                  </a:lnTo>
                  <a:lnTo>
                    <a:pt x="1143" y="5742"/>
                  </a:lnTo>
                  <a:lnTo>
                    <a:pt x="957" y="5502"/>
                  </a:lnTo>
                  <a:lnTo>
                    <a:pt x="798" y="5237"/>
                  </a:lnTo>
                  <a:lnTo>
                    <a:pt x="665" y="4971"/>
                  </a:lnTo>
                  <a:lnTo>
                    <a:pt x="558" y="4705"/>
                  </a:lnTo>
                  <a:lnTo>
                    <a:pt x="479" y="4386"/>
                  </a:lnTo>
                  <a:lnTo>
                    <a:pt x="426" y="4094"/>
                  </a:lnTo>
                  <a:lnTo>
                    <a:pt x="399" y="3775"/>
                  </a:lnTo>
                  <a:lnTo>
                    <a:pt x="399" y="3456"/>
                  </a:lnTo>
                  <a:lnTo>
                    <a:pt x="426" y="3137"/>
                  </a:lnTo>
                  <a:lnTo>
                    <a:pt x="505" y="2844"/>
                  </a:lnTo>
                  <a:lnTo>
                    <a:pt x="585" y="2552"/>
                  </a:lnTo>
                  <a:lnTo>
                    <a:pt x="718" y="2259"/>
                  </a:lnTo>
                  <a:lnTo>
                    <a:pt x="851" y="1994"/>
                  </a:lnTo>
                  <a:lnTo>
                    <a:pt x="1010" y="1728"/>
                  </a:lnTo>
                  <a:lnTo>
                    <a:pt x="1196" y="1515"/>
                  </a:lnTo>
                  <a:lnTo>
                    <a:pt x="1409" y="1276"/>
                  </a:lnTo>
                  <a:lnTo>
                    <a:pt x="1648" y="1090"/>
                  </a:lnTo>
                  <a:lnTo>
                    <a:pt x="1888" y="904"/>
                  </a:lnTo>
                  <a:lnTo>
                    <a:pt x="2153" y="771"/>
                  </a:lnTo>
                  <a:lnTo>
                    <a:pt x="2419" y="638"/>
                  </a:lnTo>
                  <a:lnTo>
                    <a:pt x="2712" y="532"/>
                  </a:lnTo>
                  <a:lnTo>
                    <a:pt x="3031" y="452"/>
                  </a:lnTo>
                  <a:lnTo>
                    <a:pt x="3323" y="425"/>
                  </a:lnTo>
                  <a:lnTo>
                    <a:pt x="3642" y="399"/>
                  </a:lnTo>
                  <a:close/>
                  <a:moveTo>
                    <a:pt x="3642" y="0"/>
                  </a:moveTo>
                  <a:lnTo>
                    <a:pt x="3296" y="27"/>
                  </a:lnTo>
                  <a:lnTo>
                    <a:pt x="2951" y="80"/>
                  </a:lnTo>
                  <a:lnTo>
                    <a:pt x="2605" y="160"/>
                  </a:lnTo>
                  <a:lnTo>
                    <a:pt x="2286" y="266"/>
                  </a:lnTo>
                  <a:lnTo>
                    <a:pt x="1967" y="399"/>
                  </a:lnTo>
                  <a:lnTo>
                    <a:pt x="1675" y="585"/>
                  </a:lnTo>
                  <a:lnTo>
                    <a:pt x="1409" y="771"/>
                  </a:lnTo>
                  <a:lnTo>
                    <a:pt x="1143" y="984"/>
                  </a:lnTo>
                  <a:lnTo>
                    <a:pt x="904" y="1249"/>
                  </a:lnTo>
                  <a:lnTo>
                    <a:pt x="691" y="1515"/>
                  </a:lnTo>
                  <a:lnTo>
                    <a:pt x="505" y="1781"/>
                  </a:lnTo>
                  <a:lnTo>
                    <a:pt x="346" y="2073"/>
                  </a:lnTo>
                  <a:lnTo>
                    <a:pt x="213" y="2392"/>
                  </a:lnTo>
                  <a:lnTo>
                    <a:pt x="107" y="2738"/>
                  </a:lnTo>
                  <a:lnTo>
                    <a:pt x="53" y="3083"/>
                  </a:lnTo>
                  <a:lnTo>
                    <a:pt x="0" y="3429"/>
                  </a:lnTo>
                  <a:lnTo>
                    <a:pt x="0" y="3801"/>
                  </a:lnTo>
                  <a:lnTo>
                    <a:pt x="27" y="4147"/>
                  </a:lnTo>
                  <a:lnTo>
                    <a:pt x="80" y="4492"/>
                  </a:lnTo>
                  <a:lnTo>
                    <a:pt x="186" y="4811"/>
                  </a:lnTo>
                  <a:lnTo>
                    <a:pt x="319" y="5130"/>
                  </a:lnTo>
                  <a:lnTo>
                    <a:pt x="452" y="5449"/>
                  </a:lnTo>
                  <a:lnTo>
                    <a:pt x="638" y="5742"/>
                  </a:lnTo>
                  <a:lnTo>
                    <a:pt x="851" y="6007"/>
                  </a:lnTo>
                  <a:lnTo>
                    <a:pt x="1064" y="6247"/>
                  </a:lnTo>
                  <a:lnTo>
                    <a:pt x="1329" y="6486"/>
                  </a:lnTo>
                  <a:lnTo>
                    <a:pt x="1595" y="6672"/>
                  </a:lnTo>
                  <a:lnTo>
                    <a:pt x="1888" y="6858"/>
                  </a:lnTo>
                  <a:lnTo>
                    <a:pt x="2180" y="7018"/>
                  </a:lnTo>
                  <a:lnTo>
                    <a:pt x="2525" y="7124"/>
                  </a:lnTo>
                  <a:lnTo>
                    <a:pt x="2844" y="7230"/>
                  </a:lnTo>
                  <a:lnTo>
                    <a:pt x="3217" y="7283"/>
                  </a:lnTo>
                  <a:lnTo>
                    <a:pt x="3403" y="7337"/>
                  </a:lnTo>
                  <a:lnTo>
                    <a:pt x="3589" y="7390"/>
                  </a:lnTo>
                  <a:lnTo>
                    <a:pt x="3775" y="7469"/>
                  </a:lnTo>
                  <a:lnTo>
                    <a:pt x="3961" y="7576"/>
                  </a:lnTo>
                  <a:lnTo>
                    <a:pt x="5742" y="8745"/>
                  </a:lnTo>
                  <a:lnTo>
                    <a:pt x="5795" y="8772"/>
                  </a:lnTo>
                  <a:lnTo>
                    <a:pt x="5901" y="8772"/>
                  </a:lnTo>
                  <a:lnTo>
                    <a:pt x="5954" y="8745"/>
                  </a:lnTo>
                  <a:lnTo>
                    <a:pt x="6008" y="8692"/>
                  </a:lnTo>
                  <a:lnTo>
                    <a:pt x="6034" y="8639"/>
                  </a:lnTo>
                  <a:lnTo>
                    <a:pt x="6061" y="8586"/>
                  </a:lnTo>
                  <a:lnTo>
                    <a:pt x="6034" y="8533"/>
                  </a:lnTo>
                  <a:lnTo>
                    <a:pt x="5768" y="7310"/>
                  </a:lnTo>
                  <a:lnTo>
                    <a:pt x="7868" y="7310"/>
                  </a:lnTo>
                  <a:lnTo>
                    <a:pt x="8214" y="7230"/>
                  </a:lnTo>
                  <a:lnTo>
                    <a:pt x="8586" y="7150"/>
                  </a:lnTo>
                  <a:lnTo>
                    <a:pt x="8905" y="7018"/>
                  </a:lnTo>
                  <a:lnTo>
                    <a:pt x="9224" y="6885"/>
                  </a:lnTo>
                  <a:lnTo>
                    <a:pt x="9543" y="6699"/>
                  </a:lnTo>
                  <a:lnTo>
                    <a:pt x="9809" y="6486"/>
                  </a:lnTo>
                  <a:lnTo>
                    <a:pt x="10075" y="6247"/>
                  </a:lnTo>
                  <a:lnTo>
                    <a:pt x="10314" y="5981"/>
                  </a:lnTo>
                  <a:lnTo>
                    <a:pt x="10526" y="5715"/>
                  </a:lnTo>
                  <a:lnTo>
                    <a:pt x="10713" y="5396"/>
                  </a:lnTo>
                  <a:lnTo>
                    <a:pt x="10845" y="5077"/>
                  </a:lnTo>
                  <a:lnTo>
                    <a:pt x="10978" y="4758"/>
                  </a:lnTo>
                  <a:lnTo>
                    <a:pt x="11085" y="4386"/>
                  </a:lnTo>
                  <a:lnTo>
                    <a:pt x="11138" y="4040"/>
                  </a:lnTo>
                  <a:lnTo>
                    <a:pt x="11138" y="3668"/>
                  </a:lnTo>
                  <a:lnTo>
                    <a:pt x="11138" y="3296"/>
                  </a:lnTo>
                  <a:lnTo>
                    <a:pt x="11085" y="2924"/>
                  </a:lnTo>
                  <a:lnTo>
                    <a:pt x="10978" y="2578"/>
                  </a:lnTo>
                  <a:lnTo>
                    <a:pt x="10845" y="2233"/>
                  </a:lnTo>
                  <a:lnTo>
                    <a:pt x="10713" y="1914"/>
                  </a:lnTo>
                  <a:lnTo>
                    <a:pt x="10526" y="1622"/>
                  </a:lnTo>
                  <a:lnTo>
                    <a:pt x="10314" y="1329"/>
                  </a:lnTo>
                  <a:lnTo>
                    <a:pt x="10075" y="1063"/>
                  </a:lnTo>
                  <a:lnTo>
                    <a:pt x="9809" y="824"/>
                  </a:lnTo>
                  <a:lnTo>
                    <a:pt x="9543" y="611"/>
                  </a:lnTo>
                  <a:lnTo>
                    <a:pt x="9224" y="452"/>
                  </a:lnTo>
                  <a:lnTo>
                    <a:pt x="8905" y="292"/>
                  </a:lnTo>
                  <a:lnTo>
                    <a:pt x="8586" y="160"/>
                  </a:lnTo>
                  <a:lnTo>
                    <a:pt x="8214" y="80"/>
                  </a:lnTo>
                  <a:lnTo>
                    <a:pt x="7868" y="27"/>
                  </a:lnTo>
                  <a:lnTo>
                    <a:pt x="74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5" name="Google Shape;535;p39"/>
          <p:cNvSpPr/>
          <p:nvPr/>
        </p:nvSpPr>
        <p:spPr>
          <a:xfrm>
            <a:off x="4234575" y="1971600"/>
            <a:ext cx="3987600" cy="1717500"/>
          </a:xfrm>
          <a:prstGeom prst="roundRect">
            <a:avLst>
              <a:gd name="adj" fmla="val 16667"/>
            </a:avLst>
          </a:prstGeom>
          <a:no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457200" lvl="0" indent="-323850" algn="l" rtl="0">
              <a:spcBef>
                <a:spcPts val="0"/>
              </a:spcBef>
              <a:spcAft>
                <a:spcPts val="0"/>
              </a:spcAft>
              <a:buClr>
                <a:schemeClr val="dk1"/>
              </a:buClr>
              <a:buSzPts val="1500"/>
              <a:buFont typeface="Gothic A1"/>
              <a:buChar char="●"/>
            </a:pPr>
            <a:r>
              <a:rPr lang="en" sz="1500">
                <a:solidFill>
                  <a:schemeClr val="dk1"/>
                </a:solidFill>
                <a:latin typeface="Gothic A1"/>
                <a:ea typeface="Gothic A1"/>
                <a:cs typeface="Gothic A1"/>
                <a:sym typeface="Gothic A1"/>
              </a:rPr>
              <a:t>Age (Years)</a:t>
            </a:r>
            <a:endParaRPr sz="1500">
              <a:solidFill>
                <a:schemeClr val="dk1"/>
              </a:solidFill>
              <a:latin typeface="Gothic A1"/>
              <a:ea typeface="Gothic A1"/>
              <a:cs typeface="Gothic A1"/>
              <a:sym typeface="Gothic A1"/>
            </a:endParaRPr>
          </a:p>
          <a:p>
            <a:pPr marL="457200" lvl="0" indent="-323850" algn="l" rtl="0">
              <a:spcBef>
                <a:spcPts val="0"/>
              </a:spcBef>
              <a:spcAft>
                <a:spcPts val="0"/>
              </a:spcAft>
              <a:buClr>
                <a:schemeClr val="dk1"/>
              </a:buClr>
              <a:buSzPts val="1500"/>
              <a:buFont typeface="Gothic A1"/>
              <a:buChar char="●"/>
            </a:pPr>
            <a:r>
              <a:rPr lang="en" sz="1500">
                <a:solidFill>
                  <a:schemeClr val="dk1"/>
                </a:solidFill>
                <a:latin typeface="Gothic A1"/>
                <a:ea typeface="Gothic A1"/>
                <a:cs typeface="Gothic A1"/>
                <a:sym typeface="Gothic A1"/>
              </a:rPr>
              <a:t>Gender (M/F)</a:t>
            </a:r>
            <a:endParaRPr sz="1500">
              <a:solidFill>
                <a:schemeClr val="dk1"/>
              </a:solidFill>
              <a:latin typeface="Gothic A1"/>
              <a:ea typeface="Gothic A1"/>
              <a:cs typeface="Gothic A1"/>
              <a:sym typeface="Gothic A1"/>
            </a:endParaRPr>
          </a:p>
          <a:p>
            <a:pPr marL="457200" lvl="0" indent="-323850" algn="l" rtl="0">
              <a:spcBef>
                <a:spcPts val="0"/>
              </a:spcBef>
              <a:spcAft>
                <a:spcPts val="0"/>
              </a:spcAft>
              <a:buClr>
                <a:schemeClr val="dk1"/>
              </a:buClr>
              <a:buSzPts val="1500"/>
              <a:buFont typeface="Gothic A1"/>
              <a:buChar char="●"/>
            </a:pPr>
            <a:r>
              <a:rPr lang="en" sz="1500">
                <a:solidFill>
                  <a:schemeClr val="dk1"/>
                </a:solidFill>
                <a:latin typeface="Gothic A1"/>
                <a:ea typeface="Gothic A1"/>
                <a:cs typeface="Gothic A1"/>
                <a:sym typeface="Gothic A1"/>
              </a:rPr>
              <a:t>Income (Income/Poverty ratio)</a:t>
            </a:r>
            <a:endParaRPr sz="1500">
              <a:solidFill>
                <a:schemeClr val="dk1"/>
              </a:solidFill>
              <a:latin typeface="Gothic A1"/>
              <a:ea typeface="Gothic A1"/>
              <a:cs typeface="Gothic A1"/>
              <a:sym typeface="Gothic A1"/>
            </a:endParaRPr>
          </a:p>
          <a:p>
            <a:pPr marL="457200" lvl="0" indent="-323850" algn="l" rtl="0">
              <a:spcBef>
                <a:spcPts val="0"/>
              </a:spcBef>
              <a:spcAft>
                <a:spcPts val="0"/>
              </a:spcAft>
              <a:buClr>
                <a:schemeClr val="dk1"/>
              </a:buClr>
              <a:buSzPts val="1500"/>
              <a:buFont typeface="Gothic A1"/>
              <a:buChar char="●"/>
            </a:pPr>
            <a:r>
              <a:rPr lang="en" sz="1500">
                <a:solidFill>
                  <a:schemeClr val="dk1"/>
                </a:solidFill>
                <a:latin typeface="Gothic A1"/>
                <a:ea typeface="Gothic A1"/>
                <a:cs typeface="Gothic A1"/>
                <a:sym typeface="Gothic A1"/>
              </a:rPr>
              <a:t>Moderate Exercise/week (Minutes) </a:t>
            </a:r>
            <a:endParaRPr sz="1500">
              <a:solidFill>
                <a:schemeClr val="dk1"/>
              </a:solidFill>
              <a:latin typeface="Gothic A1"/>
              <a:ea typeface="Gothic A1"/>
              <a:cs typeface="Gothic A1"/>
              <a:sym typeface="Gothic A1"/>
            </a:endParaRPr>
          </a:p>
          <a:p>
            <a:pPr marL="457200" lvl="0" indent="-323850" algn="l" rtl="0">
              <a:spcBef>
                <a:spcPts val="0"/>
              </a:spcBef>
              <a:spcAft>
                <a:spcPts val="0"/>
              </a:spcAft>
              <a:buClr>
                <a:schemeClr val="dk1"/>
              </a:buClr>
              <a:buSzPts val="1500"/>
              <a:buFont typeface="Gothic A1"/>
              <a:buChar char="●"/>
            </a:pPr>
            <a:r>
              <a:rPr lang="en" sz="1500">
                <a:solidFill>
                  <a:schemeClr val="dk1"/>
                </a:solidFill>
                <a:latin typeface="Gothic A1"/>
                <a:ea typeface="Gothic A1"/>
                <a:cs typeface="Gothic A1"/>
                <a:sym typeface="Gothic A1"/>
              </a:rPr>
              <a:t>Vigorous Exercise/week (Minutes) </a:t>
            </a:r>
            <a:endParaRPr sz="1500">
              <a:solidFill>
                <a:schemeClr val="dk1"/>
              </a:solidFill>
              <a:latin typeface="Gothic A1"/>
              <a:ea typeface="Gothic A1"/>
              <a:cs typeface="Gothic A1"/>
              <a:sym typeface="Gothic A1"/>
            </a:endParaRPr>
          </a:p>
        </p:txBody>
      </p:sp>
      <p:sp>
        <p:nvSpPr>
          <p:cNvPr id="536" name="Google Shape;536;p39"/>
          <p:cNvSpPr txBox="1"/>
          <p:nvPr/>
        </p:nvSpPr>
        <p:spPr>
          <a:xfrm>
            <a:off x="4288025" y="1567125"/>
            <a:ext cx="3933900" cy="413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a:solidFill>
                  <a:schemeClr val="dk1"/>
                </a:solidFill>
                <a:latin typeface="Gothic A1"/>
                <a:ea typeface="Gothic A1"/>
                <a:cs typeface="Gothic A1"/>
                <a:sym typeface="Gothic A1"/>
              </a:rPr>
              <a:t>Independent </a:t>
            </a:r>
            <a:endParaRPr sz="1200">
              <a:solidFill>
                <a:schemeClr val="lt1"/>
              </a:solidFill>
              <a:latin typeface="Gothic A1"/>
              <a:ea typeface="Gothic A1"/>
              <a:cs typeface="Gothic A1"/>
              <a:sym typeface="Gothic A1"/>
            </a:endParaRPr>
          </a:p>
        </p:txBody>
      </p:sp>
      <p:grpSp>
        <p:nvGrpSpPr>
          <p:cNvPr id="537" name="Google Shape;537;p39"/>
          <p:cNvGrpSpPr/>
          <p:nvPr/>
        </p:nvGrpSpPr>
        <p:grpSpPr>
          <a:xfrm>
            <a:off x="8772369" y="3705299"/>
            <a:ext cx="287806" cy="226668"/>
            <a:chOff x="2522125" y="1336700"/>
            <a:chExt cx="278450" cy="219300"/>
          </a:xfrm>
        </p:grpSpPr>
        <p:sp>
          <p:nvSpPr>
            <p:cNvPr id="538" name="Google Shape;538;p39"/>
            <p:cNvSpPr/>
            <p:nvPr/>
          </p:nvSpPr>
          <p:spPr>
            <a:xfrm>
              <a:off x="2557350" y="1425075"/>
              <a:ext cx="47200" cy="43225"/>
            </a:xfrm>
            <a:custGeom>
              <a:avLst/>
              <a:gdLst/>
              <a:ahLst/>
              <a:cxnLst/>
              <a:rect l="l" t="t" r="r" b="b"/>
              <a:pathLst>
                <a:path w="1888" h="1729" extrusionOk="0">
                  <a:moveTo>
                    <a:pt x="213" y="0"/>
                  </a:moveTo>
                  <a:lnTo>
                    <a:pt x="133" y="27"/>
                  </a:lnTo>
                  <a:lnTo>
                    <a:pt x="53" y="54"/>
                  </a:lnTo>
                  <a:lnTo>
                    <a:pt x="27" y="133"/>
                  </a:lnTo>
                  <a:lnTo>
                    <a:pt x="0" y="213"/>
                  </a:lnTo>
                  <a:lnTo>
                    <a:pt x="27" y="266"/>
                  </a:lnTo>
                  <a:lnTo>
                    <a:pt x="53" y="346"/>
                  </a:lnTo>
                  <a:lnTo>
                    <a:pt x="133" y="399"/>
                  </a:lnTo>
                  <a:lnTo>
                    <a:pt x="213" y="399"/>
                  </a:lnTo>
                  <a:lnTo>
                    <a:pt x="1143" y="426"/>
                  </a:lnTo>
                  <a:lnTo>
                    <a:pt x="133" y="1383"/>
                  </a:lnTo>
                  <a:lnTo>
                    <a:pt x="106" y="1436"/>
                  </a:lnTo>
                  <a:lnTo>
                    <a:pt x="80" y="1489"/>
                  </a:lnTo>
                  <a:lnTo>
                    <a:pt x="80" y="1542"/>
                  </a:lnTo>
                  <a:lnTo>
                    <a:pt x="80" y="1595"/>
                  </a:lnTo>
                  <a:lnTo>
                    <a:pt x="133" y="1648"/>
                  </a:lnTo>
                  <a:lnTo>
                    <a:pt x="160" y="1702"/>
                  </a:lnTo>
                  <a:lnTo>
                    <a:pt x="213" y="1728"/>
                  </a:lnTo>
                  <a:lnTo>
                    <a:pt x="1675" y="1728"/>
                  </a:lnTo>
                  <a:lnTo>
                    <a:pt x="1754" y="1702"/>
                  </a:lnTo>
                  <a:lnTo>
                    <a:pt x="1834" y="1675"/>
                  </a:lnTo>
                  <a:lnTo>
                    <a:pt x="1861" y="1595"/>
                  </a:lnTo>
                  <a:lnTo>
                    <a:pt x="1887" y="1516"/>
                  </a:lnTo>
                  <a:lnTo>
                    <a:pt x="1861" y="1462"/>
                  </a:lnTo>
                  <a:lnTo>
                    <a:pt x="1834" y="1383"/>
                  </a:lnTo>
                  <a:lnTo>
                    <a:pt x="1754" y="1356"/>
                  </a:lnTo>
                  <a:lnTo>
                    <a:pt x="1675" y="1329"/>
                  </a:lnTo>
                  <a:lnTo>
                    <a:pt x="771" y="1329"/>
                  </a:lnTo>
                  <a:lnTo>
                    <a:pt x="1754" y="373"/>
                  </a:lnTo>
                  <a:lnTo>
                    <a:pt x="1781" y="319"/>
                  </a:lnTo>
                  <a:lnTo>
                    <a:pt x="1808" y="266"/>
                  </a:lnTo>
                  <a:lnTo>
                    <a:pt x="1808" y="213"/>
                  </a:lnTo>
                  <a:lnTo>
                    <a:pt x="1808" y="133"/>
                  </a:lnTo>
                  <a:lnTo>
                    <a:pt x="1781" y="80"/>
                  </a:lnTo>
                  <a:lnTo>
                    <a:pt x="1728" y="54"/>
                  </a:lnTo>
                  <a:lnTo>
                    <a:pt x="1675" y="27"/>
                  </a:lnTo>
                  <a:lnTo>
                    <a:pt x="1622" y="27"/>
                  </a:lnTo>
                  <a:lnTo>
                    <a:pt x="2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9"/>
            <p:cNvSpPr/>
            <p:nvPr/>
          </p:nvSpPr>
          <p:spPr>
            <a:xfrm>
              <a:off x="2610500" y="1405125"/>
              <a:ext cx="66475" cy="60500"/>
            </a:xfrm>
            <a:custGeom>
              <a:avLst/>
              <a:gdLst/>
              <a:ahLst/>
              <a:cxnLst/>
              <a:rect l="l" t="t" r="r" b="b"/>
              <a:pathLst>
                <a:path w="2659" h="2420" extrusionOk="0">
                  <a:moveTo>
                    <a:pt x="133" y="1"/>
                  </a:moveTo>
                  <a:lnTo>
                    <a:pt x="54" y="54"/>
                  </a:lnTo>
                  <a:lnTo>
                    <a:pt x="27" y="107"/>
                  </a:lnTo>
                  <a:lnTo>
                    <a:pt x="1" y="187"/>
                  </a:lnTo>
                  <a:lnTo>
                    <a:pt x="27" y="267"/>
                  </a:lnTo>
                  <a:lnTo>
                    <a:pt x="54" y="346"/>
                  </a:lnTo>
                  <a:lnTo>
                    <a:pt x="107" y="373"/>
                  </a:lnTo>
                  <a:lnTo>
                    <a:pt x="187" y="400"/>
                  </a:lnTo>
                  <a:lnTo>
                    <a:pt x="1861" y="426"/>
                  </a:lnTo>
                  <a:lnTo>
                    <a:pt x="160" y="2074"/>
                  </a:lnTo>
                  <a:lnTo>
                    <a:pt x="133" y="2127"/>
                  </a:lnTo>
                  <a:lnTo>
                    <a:pt x="107" y="2181"/>
                  </a:lnTo>
                  <a:lnTo>
                    <a:pt x="107" y="2234"/>
                  </a:lnTo>
                  <a:lnTo>
                    <a:pt x="133" y="2287"/>
                  </a:lnTo>
                  <a:lnTo>
                    <a:pt x="160" y="2340"/>
                  </a:lnTo>
                  <a:lnTo>
                    <a:pt x="187" y="2367"/>
                  </a:lnTo>
                  <a:lnTo>
                    <a:pt x="240" y="2393"/>
                  </a:lnTo>
                  <a:lnTo>
                    <a:pt x="320" y="2420"/>
                  </a:lnTo>
                  <a:lnTo>
                    <a:pt x="2446" y="2420"/>
                  </a:lnTo>
                  <a:lnTo>
                    <a:pt x="2526" y="2393"/>
                  </a:lnTo>
                  <a:lnTo>
                    <a:pt x="2579" y="2367"/>
                  </a:lnTo>
                  <a:lnTo>
                    <a:pt x="2632" y="2287"/>
                  </a:lnTo>
                  <a:lnTo>
                    <a:pt x="2659" y="2207"/>
                  </a:lnTo>
                  <a:lnTo>
                    <a:pt x="2632" y="2127"/>
                  </a:lnTo>
                  <a:lnTo>
                    <a:pt x="2579" y="2074"/>
                  </a:lnTo>
                  <a:lnTo>
                    <a:pt x="2526" y="2021"/>
                  </a:lnTo>
                  <a:lnTo>
                    <a:pt x="798" y="2021"/>
                  </a:lnTo>
                  <a:lnTo>
                    <a:pt x="2499" y="373"/>
                  </a:lnTo>
                  <a:lnTo>
                    <a:pt x="2526" y="320"/>
                  </a:lnTo>
                  <a:lnTo>
                    <a:pt x="2552" y="267"/>
                  </a:lnTo>
                  <a:lnTo>
                    <a:pt x="2552" y="214"/>
                  </a:lnTo>
                  <a:lnTo>
                    <a:pt x="2526" y="134"/>
                  </a:lnTo>
                  <a:lnTo>
                    <a:pt x="2499" y="81"/>
                  </a:lnTo>
                  <a:lnTo>
                    <a:pt x="2473" y="54"/>
                  </a:lnTo>
                  <a:lnTo>
                    <a:pt x="2419" y="28"/>
                  </a:lnTo>
                  <a:lnTo>
                    <a:pt x="2340" y="28"/>
                  </a:lnTo>
                  <a:lnTo>
                    <a:pt x="2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9"/>
            <p:cNvSpPr/>
            <p:nvPr/>
          </p:nvSpPr>
          <p:spPr>
            <a:xfrm>
              <a:off x="2682925" y="1387850"/>
              <a:ext cx="82450" cy="75125"/>
            </a:xfrm>
            <a:custGeom>
              <a:avLst/>
              <a:gdLst/>
              <a:ahLst/>
              <a:cxnLst/>
              <a:rect l="l" t="t" r="r" b="b"/>
              <a:pathLst>
                <a:path w="3298" h="3005" extrusionOk="0">
                  <a:moveTo>
                    <a:pt x="187" y="1"/>
                  </a:moveTo>
                  <a:lnTo>
                    <a:pt x="107" y="27"/>
                  </a:lnTo>
                  <a:lnTo>
                    <a:pt x="54" y="54"/>
                  </a:lnTo>
                  <a:lnTo>
                    <a:pt x="1" y="134"/>
                  </a:lnTo>
                  <a:lnTo>
                    <a:pt x="1" y="213"/>
                  </a:lnTo>
                  <a:lnTo>
                    <a:pt x="1" y="293"/>
                  </a:lnTo>
                  <a:lnTo>
                    <a:pt x="54" y="346"/>
                  </a:lnTo>
                  <a:lnTo>
                    <a:pt x="107" y="400"/>
                  </a:lnTo>
                  <a:lnTo>
                    <a:pt x="187" y="400"/>
                  </a:lnTo>
                  <a:lnTo>
                    <a:pt x="2473" y="426"/>
                  </a:lnTo>
                  <a:lnTo>
                    <a:pt x="187" y="2659"/>
                  </a:lnTo>
                  <a:lnTo>
                    <a:pt x="160" y="2712"/>
                  </a:lnTo>
                  <a:lnTo>
                    <a:pt x="134" y="2765"/>
                  </a:lnTo>
                  <a:lnTo>
                    <a:pt x="134" y="2818"/>
                  </a:lnTo>
                  <a:lnTo>
                    <a:pt x="160" y="2872"/>
                  </a:lnTo>
                  <a:lnTo>
                    <a:pt x="187" y="2925"/>
                  </a:lnTo>
                  <a:lnTo>
                    <a:pt x="214" y="2978"/>
                  </a:lnTo>
                  <a:lnTo>
                    <a:pt x="267" y="3005"/>
                  </a:lnTo>
                  <a:lnTo>
                    <a:pt x="3164" y="3005"/>
                  </a:lnTo>
                  <a:lnTo>
                    <a:pt x="3244" y="2951"/>
                  </a:lnTo>
                  <a:lnTo>
                    <a:pt x="3270" y="2898"/>
                  </a:lnTo>
                  <a:lnTo>
                    <a:pt x="3297" y="2818"/>
                  </a:lnTo>
                  <a:lnTo>
                    <a:pt x="3270" y="2739"/>
                  </a:lnTo>
                  <a:lnTo>
                    <a:pt x="3244" y="2659"/>
                  </a:lnTo>
                  <a:lnTo>
                    <a:pt x="3164" y="2632"/>
                  </a:lnTo>
                  <a:lnTo>
                    <a:pt x="3084" y="2606"/>
                  </a:lnTo>
                  <a:lnTo>
                    <a:pt x="825" y="2606"/>
                  </a:lnTo>
                  <a:lnTo>
                    <a:pt x="3111" y="373"/>
                  </a:lnTo>
                  <a:lnTo>
                    <a:pt x="3138" y="320"/>
                  </a:lnTo>
                  <a:lnTo>
                    <a:pt x="3164" y="267"/>
                  </a:lnTo>
                  <a:lnTo>
                    <a:pt x="3164" y="213"/>
                  </a:lnTo>
                  <a:lnTo>
                    <a:pt x="3138" y="160"/>
                  </a:lnTo>
                  <a:lnTo>
                    <a:pt x="3111" y="107"/>
                  </a:lnTo>
                  <a:lnTo>
                    <a:pt x="3084" y="81"/>
                  </a:lnTo>
                  <a:lnTo>
                    <a:pt x="3031" y="54"/>
                  </a:lnTo>
                  <a:lnTo>
                    <a:pt x="2951" y="27"/>
                  </a:lnTo>
                  <a:lnTo>
                    <a:pt x="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9"/>
            <p:cNvSpPr/>
            <p:nvPr/>
          </p:nvSpPr>
          <p:spPr>
            <a:xfrm>
              <a:off x="2522125" y="1336700"/>
              <a:ext cx="278450" cy="219300"/>
            </a:xfrm>
            <a:custGeom>
              <a:avLst/>
              <a:gdLst/>
              <a:ahLst/>
              <a:cxnLst/>
              <a:rect l="l" t="t" r="r" b="b"/>
              <a:pathLst>
                <a:path w="11138" h="8772" extrusionOk="0">
                  <a:moveTo>
                    <a:pt x="7496" y="399"/>
                  </a:moveTo>
                  <a:lnTo>
                    <a:pt x="7815" y="425"/>
                  </a:lnTo>
                  <a:lnTo>
                    <a:pt x="8134" y="479"/>
                  </a:lnTo>
                  <a:lnTo>
                    <a:pt x="8453" y="558"/>
                  </a:lnTo>
                  <a:lnTo>
                    <a:pt x="8746" y="665"/>
                  </a:lnTo>
                  <a:lnTo>
                    <a:pt x="9038" y="797"/>
                  </a:lnTo>
                  <a:lnTo>
                    <a:pt x="9304" y="957"/>
                  </a:lnTo>
                  <a:lnTo>
                    <a:pt x="9570" y="1143"/>
                  </a:lnTo>
                  <a:lnTo>
                    <a:pt x="9782" y="1356"/>
                  </a:lnTo>
                  <a:lnTo>
                    <a:pt x="9995" y="1595"/>
                  </a:lnTo>
                  <a:lnTo>
                    <a:pt x="10181" y="1834"/>
                  </a:lnTo>
                  <a:lnTo>
                    <a:pt x="10340" y="2100"/>
                  </a:lnTo>
                  <a:lnTo>
                    <a:pt x="10500" y="2392"/>
                  </a:lnTo>
                  <a:lnTo>
                    <a:pt x="10606" y="2685"/>
                  </a:lnTo>
                  <a:lnTo>
                    <a:pt x="10686" y="3004"/>
                  </a:lnTo>
                  <a:lnTo>
                    <a:pt x="10739" y="3323"/>
                  </a:lnTo>
                  <a:lnTo>
                    <a:pt x="10739" y="3668"/>
                  </a:lnTo>
                  <a:lnTo>
                    <a:pt x="10739" y="3987"/>
                  </a:lnTo>
                  <a:lnTo>
                    <a:pt x="10686" y="4306"/>
                  </a:lnTo>
                  <a:lnTo>
                    <a:pt x="10606" y="4625"/>
                  </a:lnTo>
                  <a:lnTo>
                    <a:pt x="10500" y="4918"/>
                  </a:lnTo>
                  <a:lnTo>
                    <a:pt x="10340" y="5210"/>
                  </a:lnTo>
                  <a:lnTo>
                    <a:pt x="10181" y="5476"/>
                  </a:lnTo>
                  <a:lnTo>
                    <a:pt x="9995" y="5742"/>
                  </a:lnTo>
                  <a:lnTo>
                    <a:pt x="9782" y="5954"/>
                  </a:lnTo>
                  <a:lnTo>
                    <a:pt x="9570" y="6167"/>
                  </a:lnTo>
                  <a:lnTo>
                    <a:pt x="9304" y="6353"/>
                  </a:lnTo>
                  <a:lnTo>
                    <a:pt x="9038" y="6512"/>
                  </a:lnTo>
                  <a:lnTo>
                    <a:pt x="8746" y="6672"/>
                  </a:lnTo>
                  <a:lnTo>
                    <a:pt x="8453" y="6778"/>
                  </a:lnTo>
                  <a:lnTo>
                    <a:pt x="8134" y="6858"/>
                  </a:lnTo>
                  <a:lnTo>
                    <a:pt x="7815" y="6911"/>
                  </a:lnTo>
                  <a:lnTo>
                    <a:pt x="5609" y="6911"/>
                  </a:lnTo>
                  <a:lnTo>
                    <a:pt x="5503" y="6938"/>
                  </a:lnTo>
                  <a:lnTo>
                    <a:pt x="5396" y="7018"/>
                  </a:lnTo>
                  <a:lnTo>
                    <a:pt x="5343" y="7124"/>
                  </a:lnTo>
                  <a:lnTo>
                    <a:pt x="5343" y="7257"/>
                  </a:lnTo>
                  <a:lnTo>
                    <a:pt x="5529" y="8134"/>
                  </a:lnTo>
                  <a:lnTo>
                    <a:pt x="4174" y="7230"/>
                  </a:lnTo>
                  <a:lnTo>
                    <a:pt x="3961" y="7097"/>
                  </a:lnTo>
                  <a:lnTo>
                    <a:pt x="3748" y="7018"/>
                  </a:lnTo>
                  <a:lnTo>
                    <a:pt x="3509" y="6938"/>
                  </a:lnTo>
                  <a:lnTo>
                    <a:pt x="3270" y="6885"/>
                  </a:lnTo>
                  <a:lnTo>
                    <a:pt x="2951" y="6831"/>
                  </a:lnTo>
                  <a:lnTo>
                    <a:pt x="2632" y="6752"/>
                  </a:lnTo>
                  <a:lnTo>
                    <a:pt x="2339" y="6645"/>
                  </a:lnTo>
                  <a:lnTo>
                    <a:pt x="2074" y="6512"/>
                  </a:lnTo>
                  <a:lnTo>
                    <a:pt x="1808" y="6353"/>
                  </a:lnTo>
                  <a:lnTo>
                    <a:pt x="1569" y="6167"/>
                  </a:lnTo>
                  <a:lnTo>
                    <a:pt x="1356" y="5954"/>
                  </a:lnTo>
                  <a:lnTo>
                    <a:pt x="1143" y="5742"/>
                  </a:lnTo>
                  <a:lnTo>
                    <a:pt x="957" y="5502"/>
                  </a:lnTo>
                  <a:lnTo>
                    <a:pt x="798" y="5237"/>
                  </a:lnTo>
                  <a:lnTo>
                    <a:pt x="665" y="4971"/>
                  </a:lnTo>
                  <a:lnTo>
                    <a:pt x="558" y="4705"/>
                  </a:lnTo>
                  <a:lnTo>
                    <a:pt x="479" y="4386"/>
                  </a:lnTo>
                  <a:lnTo>
                    <a:pt x="426" y="4094"/>
                  </a:lnTo>
                  <a:lnTo>
                    <a:pt x="399" y="3775"/>
                  </a:lnTo>
                  <a:lnTo>
                    <a:pt x="399" y="3456"/>
                  </a:lnTo>
                  <a:lnTo>
                    <a:pt x="426" y="3137"/>
                  </a:lnTo>
                  <a:lnTo>
                    <a:pt x="505" y="2844"/>
                  </a:lnTo>
                  <a:lnTo>
                    <a:pt x="585" y="2552"/>
                  </a:lnTo>
                  <a:lnTo>
                    <a:pt x="718" y="2259"/>
                  </a:lnTo>
                  <a:lnTo>
                    <a:pt x="851" y="1994"/>
                  </a:lnTo>
                  <a:lnTo>
                    <a:pt x="1010" y="1728"/>
                  </a:lnTo>
                  <a:lnTo>
                    <a:pt x="1196" y="1515"/>
                  </a:lnTo>
                  <a:lnTo>
                    <a:pt x="1409" y="1276"/>
                  </a:lnTo>
                  <a:lnTo>
                    <a:pt x="1648" y="1090"/>
                  </a:lnTo>
                  <a:lnTo>
                    <a:pt x="1888" y="904"/>
                  </a:lnTo>
                  <a:lnTo>
                    <a:pt x="2153" y="771"/>
                  </a:lnTo>
                  <a:lnTo>
                    <a:pt x="2419" y="638"/>
                  </a:lnTo>
                  <a:lnTo>
                    <a:pt x="2712" y="532"/>
                  </a:lnTo>
                  <a:lnTo>
                    <a:pt x="3031" y="452"/>
                  </a:lnTo>
                  <a:lnTo>
                    <a:pt x="3323" y="425"/>
                  </a:lnTo>
                  <a:lnTo>
                    <a:pt x="3642" y="399"/>
                  </a:lnTo>
                  <a:close/>
                  <a:moveTo>
                    <a:pt x="3642" y="0"/>
                  </a:moveTo>
                  <a:lnTo>
                    <a:pt x="3296" y="27"/>
                  </a:lnTo>
                  <a:lnTo>
                    <a:pt x="2951" y="80"/>
                  </a:lnTo>
                  <a:lnTo>
                    <a:pt x="2605" y="160"/>
                  </a:lnTo>
                  <a:lnTo>
                    <a:pt x="2286" y="266"/>
                  </a:lnTo>
                  <a:lnTo>
                    <a:pt x="1967" y="399"/>
                  </a:lnTo>
                  <a:lnTo>
                    <a:pt x="1675" y="585"/>
                  </a:lnTo>
                  <a:lnTo>
                    <a:pt x="1409" y="771"/>
                  </a:lnTo>
                  <a:lnTo>
                    <a:pt x="1143" y="984"/>
                  </a:lnTo>
                  <a:lnTo>
                    <a:pt x="904" y="1249"/>
                  </a:lnTo>
                  <a:lnTo>
                    <a:pt x="691" y="1515"/>
                  </a:lnTo>
                  <a:lnTo>
                    <a:pt x="505" y="1781"/>
                  </a:lnTo>
                  <a:lnTo>
                    <a:pt x="346" y="2073"/>
                  </a:lnTo>
                  <a:lnTo>
                    <a:pt x="213" y="2392"/>
                  </a:lnTo>
                  <a:lnTo>
                    <a:pt x="107" y="2738"/>
                  </a:lnTo>
                  <a:lnTo>
                    <a:pt x="53" y="3083"/>
                  </a:lnTo>
                  <a:lnTo>
                    <a:pt x="0" y="3429"/>
                  </a:lnTo>
                  <a:lnTo>
                    <a:pt x="0" y="3801"/>
                  </a:lnTo>
                  <a:lnTo>
                    <a:pt x="27" y="4147"/>
                  </a:lnTo>
                  <a:lnTo>
                    <a:pt x="80" y="4492"/>
                  </a:lnTo>
                  <a:lnTo>
                    <a:pt x="186" y="4811"/>
                  </a:lnTo>
                  <a:lnTo>
                    <a:pt x="319" y="5130"/>
                  </a:lnTo>
                  <a:lnTo>
                    <a:pt x="452" y="5449"/>
                  </a:lnTo>
                  <a:lnTo>
                    <a:pt x="638" y="5742"/>
                  </a:lnTo>
                  <a:lnTo>
                    <a:pt x="851" y="6007"/>
                  </a:lnTo>
                  <a:lnTo>
                    <a:pt x="1064" y="6247"/>
                  </a:lnTo>
                  <a:lnTo>
                    <a:pt x="1329" y="6486"/>
                  </a:lnTo>
                  <a:lnTo>
                    <a:pt x="1595" y="6672"/>
                  </a:lnTo>
                  <a:lnTo>
                    <a:pt x="1888" y="6858"/>
                  </a:lnTo>
                  <a:lnTo>
                    <a:pt x="2180" y="7018"/>
                  </a:lnTo>
                  <a:lnTo>
                    <a:pt x="2525" y="7124"/>
                  </a:lnTo>
                  <a:lnTo>
                    <a:pt x="2844" y="7230"/>
                  </a:lnTo>
                  <a:lnTo>
                    <a:pt x="3217" y="7283"/>
                  </a:lnTo>
                  <a:lnTo>
                    <a:pt x="3403" y="7337"/>
                  </a:lnTo>
                  <a:lnTo>
                    <a:pt x="3589" y="7390"/>
                  </a:lnTo>
                  <a:lnTo>
                    <a:pt x="3775" y="7469"/>
                  </a:lnTo>
                  <a:lnTo>
                    <a:pt x="3961" y="7576"/>
                  </a:lnTo>
                  <a:lnTo>
                    <a:pt x="5742" y="8745"/>
                  </a:lnTo>
                  <a:lnTo>
                    <a:pt x="5795" y="8772"/>
                  </a:lnTo>
                  <a:lnTo>
                    <a:pt x="5901" y="8772"/>
                  </a:lnTo>
                  <a:lnTo>
                    <a:pt x="5954" y="8745"/>
                  </a:lnTo>
                  <a:lnTo>
                    <a:pt x="6008" y="8692"/>
                  </a:lnTo>
                  <a:lnTo>
                    <a:pt x="6034" y="8639"/>
                  </a:lnTo>
                  <a:lnTo>
                    <a:pt x="6061" y="8586"/>
                  </a:lnTo>
                  <a:lnTo>
                    <a:pt x="6034" y="8533"/>
                  </a:lnTo>
                  <a:lnTo>
                    <a:pt x="5768" y="7310"/>
                  </a:lnTo>
                  <a:lnTo>
                    <a:pt x="7868" y="7310"/>
                  </a:lnTo>
                  <a:lnTo>
                    <a:pt x="8214" y="7230"/>
                  </a:lnTo>
                  <a:lnTo>
                    <a:pt x="8586" y="7150"/>
                  </a:lnTo>
                  <a:lnTo>
                    <a:pt x="8905" y="7018"/>
                  </a:lnTo>
                  <a:lnTo>
                    <a:pt x="9224" y="6885"/>
                  </a:lnTo>
                  <a:lnTo>
                    <a:pt x="9543" y="6699"/>
                  </a:lnTo>
                  <a:lnTo>
                    <a:pt x="9809" y="6486"/>
                  </a:lnTo>
                  <a:lnTo>
                    <a:pt x="10075" y="6247"/>
                  </a:lnTo>
                  <a:lnTo>
                    <a:pt x="10314" y="5981"/>
                  </a:lnTo>
                  <a:lnTo>
                    <a:pt x="10526" y="5715"/>
                  </a:lnTo>
                  <a:lnTo>
                    <a:pt x="10713" y="5396"/>
                  </a:lnTo>
                  <a:lnTo>
                    <a:pt x="10845" y="5077"/>
                  </a:lnTo>
                  <a:lnTo>
                    <a:pt x="10978" y="4758"/>
                  </a:lnTo>
                  <a:lnTo>
                    <a:pt x="11085" y="4386"/>
                  </a:lnTo>
                  <a:lnTo>
                    <a:pt x="11138" y="4040"/>
                  </a:lnTo>
                  <a:lnTo>
                    <a:pt x="11138" y="3668"/>
                  </a:lnTo>
                  <a:lnTo>
                    <a:pt x="11138" y="3296"/>
                  </a:lnTo>
                  <a:lnTo>
                    <a:pt x="11085" y="2924"/>
                  </a:lnTo>
                  <a:lnTo>
                    <a:pt x="10978" y="2578"/>
                  </a:lnTo>
                  <a:lnTo>
                    <a:pt x="10845" y="2233"/>
                  </a:lnTo>
                  <a:lnTo>
                    <a:pt x="10713" y="1914"/>
                  </a:lnTo>
                  <a:lnTo>
                    <a:pt x="10526" y="1622"/>
                  </a:lnTo>
                  <a:lnTo>
                    <a:pt x="10314" y="1329"/>
                  </a:lnTo>
                  <a:lnTo>
                    <a:pt x="10075" y="1063"/>
                  </a:lnTo>
                  <a:lnTo>
                    <a:pt x="9809" y="824"/>
                  </a:lnTo>
                  <a:lnTo>
                    <a:pt x="9543" y="611"/>
                  </a:lnTo>
                  <a:lnTo>
                    <a:pt x="9224" y="452"/>
                  </a:lnTo>
                  <a:lnTo>
                    <a:pt x="8905" y="292"/>
                  </a:lnTo>
                  <a:lnTo>
                    <a:pt x="8586" y="160"/>
                  </a:lnTo>
                  <a:lnTo>
                    <a:pt x="8214" y="80"/>
                  </a:lnTo>
                  <a:lnTo>
                    <a:pt x="7868" y="27"/>
                  </a:lnTo>
                  <a:lnTo>
                    <a:pt x="74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2" name="Google Shape;542;p39"/>
          <p:cNvSpPr/>
          <p:nvPr/>
        </p:nvSpPr>
        <p:spPr>
          <a:xfrm>
            <a:off x="934750" y="2065500"/>
            <a:ext cx="2092800" cy="702600"/>
          </a:xfrm>
          <a:prstGeom prst="roundRect">
            <a:avLst>
              <a:gd name="adj" fmla="val 16667"/>
            </a:avLst>
          </a:prstGeom>
          <a:no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457200" lvl="0" indent="-323850" algn="l" rtl="0">
              <a:spcBef>
                <a:spcPts val="0"/>
              </a:spcBef>
              <a:spcAft>
                <a:spcPts val="0"/>
              </a:spcAft>
              <a:buClr>
                <a:schemeClr val="dk1"/>
              </a:buClr>
              <a:buSzPts val="1500"/>
              <a:buFont typeface="Gothic A1"/>
              <a:buChar char="●"/>
            </a:pPr>
            <a:r>
              <a:rPr lang="en" sz="1500">
                <a:solidFill>
                  <a:schemeClr val="dk1"/>
                </a:solidFill>
                <a:latin typeface="Gothic A1"/>
                <a:ea typeface="Gothic A1"/>
                <a:cs typeface="Gothic A1"/>
                <a:sym typeface="Gothic A1"/>
              </a:rPr>
              <a:t>Sleep (Hours)</a:t>
            </a:r>
            <a:endParaRPr>
              <a:latin typeface="Gothic A1"/>
              <a:ea typeface="Gothic A1"/>
              <a:cs typeface="Gothic A1"/>
              <a:sym typeface="Gothic A1"/>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40"/>
          <p:cNvSpPr txBox="1">
            <a:spLocks noGrp="1"/>
          </p:cNvSpPr>
          <p:nvPr>
            <p:ph type="title"/>
          </p:nvPr>
        </p:nvSpPr>
        <p:spPr>
          <a:xfrm>
            <a:off x="720000" y="365760"/>
            <a:ext cx="77040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Data Wrangling</a:t>
            </a:r>
            <a:endParaRPr/>
          </a:p>
        </p:txBody>
      </p:sp>
      <p:sp>
        <p:nvSpPr>
          <p:cNvPr id="548" name="Google Shape;548;p40"/>
          <p:cNvSpPr txBox="1">
            <a:spLocks noGrp="1"/>
          </p:cNvSpPr>
          <p:nvPr>
            <p:ph type="body" idx="1"/>
          </p:nvPr>
        </p:nvSpPr>
        <p:spPr>
          <a:xfrm>
            <a:off x="389725" y="1251700"/>
            <a:ext cx="7031400" cy="3478800"/>
          </a:xfrm>
          <a:prstGeom prst="rect">
            <a:avLst/>
          </a:prstGeom>
        </p:spPr>
        <p:txBody>
          <a:bodyPr spcFirstLastPara="1" wrap="square" lIns="91425" tIns="91425" rIns="91425" bIns="91425" anchor="ctr" anchorCtr="0">
            <a:noAutofit/>
          </a:bodyPr>
          <a:lstStyle/>
          <a:p>
            <a:pPr marL="457200" lvl="0" indent="-304800" algn="l" rtl="0">
              <a:spcBef>
                <a:spcPts val="0"/>
              </a:spcBef>
              <a:spcAft>
                <a:spcPts val="0"/>
              </a:spcAft>
              <a:buSzPts val="1200"/>
              <a:buAutoNum type="arabicPeriod"/>
            </a:pPr>
            <a:r>
              <a:rPr lang="en"/>
              <a:t>Column Selection:</a:t>
            </a:r>
            <a:endParaRPr/>
          </a:p>
          <a:p>
            <a:pPr marL="914400" lvl="0" indent="-304800" algn="l" rtl="0">
              <a:spcBef>
                <a:spcPts val="0"/>
              </a:spcBef>
              <a:spcAft>
                <a:spcPts val="0"/>
              </a:spcAft>
              <a:buSzPts val="1200"/>
              <a:buChar char="●"/>
            </a:pPr>
            <a:r>
              <a:rPr lang="en"/>
              <a:t>SEQN: Unique ID for each respondent</a:t>
            </a:r>
            <a:endParaRPr/>
          </a:p>
          <a:p>
            <a:pPr marL="914400" lvl="0" indent="-304800" algn="l" rtl="0">
              <a:spcBef>
                <a:spcPts val="0"/>
              </a:spcBef>
              <a:spcAft>
                <a:spcPts val="0"/>
              </a:spcAft>
              <a:buSzPts val="1200"/>
              <a:buChar char="●"/>
            </a:pPr>
            <a:r>
              <a:rPr lang="en"/>
              <a:t>Sleep Duration: Hours of weekday sleep.</a:t>
            </a:r>
            <a:endParaRPr/>
          </a:p>
          <a:p>
            <a:pPr marL="914400" lvl="0" indent="-304800" algn="l" rtl="0">
              <a:spcBef>
                <a:spcPts val="0"/>
              </a:spcBef>
              <a:spcAft>
                <a:spcPts val="0"/>
              </a:spcAft>
              <a:buSzPts val="1200"/>
              <a:buChar char="●"/>
            </a:pPr>
            <a:r>
              <a:rPr lang="en"/>
              <a:t>Age: Respondent age in years.</a:t>
            </a:r>
            <a:endParaRPr/>
          </a:p>
          <a:p>
            <a:pPr marL="914400" lvl="0" indent="-304800" algn="l" rtl="0">
              <a:spcBef>
                <a:spcPts val="0"/>
              </a:spcBef>
              <a:spcAft>
                <a:spcPts val="0"/>
              </a:spcAft>
              <a:buSzPts val="1200"/>
              <a:buChar char="●"/>
            </a:pPr>
            <a:r>
              <a:rPr lang="en"/>
              <a:t>Gender: Binary variable for gender.</a:t>
            </a:r>
            <a:endParaRPr/>
          </a:p>
          <a:p>
            <a:pPr marL="914400" lvl="0" indent="-304800" algn="l" rtl="0">
              <a:spcBef>
                <a:spcPts val="0"/>
              </a:spcBef>
              <a:spcAft>
                <a:spcPts val="0"/>
              </a:spcAft>
              <a:buSzPts val="1200"/>
              <a:buChar char="●"/>
            </a:pPr>
            <a:r>
              <a:rPr lang="en"/>
              <a:t>Poverty Index: Income-to-poverty ratio.</a:t>
            </a:r>
            <a:endParaRPr/>
          </a:p>
          <a:p>
            <a:pPr marL="914400" lvl="0" indent="-304800" algn="l" rtl="0">
              <a:spcBef>
                <a:spcPts val="0"/>
              </a:spcBef>
              <a:spcAft>
                <a:spcPts val="0"/>
              </a:spcAft>
              <a:buSzPts val="1200"/>
              <a:buChar char="●"/>
            </a:pPr>
            <a:r>
              <a:rPr lang="en"/>
              <a:t>Frequency of Moderate and Vigorous Leisure-Time Physical Activity (LTPA)</a:t>
            </a:r>
            <a:endParaRPr/>
          </a:p>
          <a:p>
            <a:pPr marL="914400" lvl="0" indent="-304800" algn="l" rtl="0">
              <a:spcBef>
                <a:spcPts val="0"/>
              </a:spcBef>
              <a:spcAft>
                <a:spcPts val="0"/>
              </a:spcAft>
              <a:buSzPts val="1200"/>
              <a:buChar char="●"/>
            </a:pPr>
            <a:r>
              <a:rPr lang="en"/>
              <a:t>Minute of Moderate and Vigorous LTPA</a:t>
            </a:r>
            <a:endParaRPr/>
          </a:p>
          <a:p>
            <a:pPr marL="914400" lvl="0" indent="0" algn="l" rtl="0">
              <a:spcBef>
                <a:spcPts val="0"/>
              </a:spcBef>
              <a:spcAft>
                <a:spcPts val="0"/>
              </a:spcAft>
              <a:buNone/>
            </a:pPr>
            <a:endParaRPr/>
          </a:p>
          <a:p>
            <a:pPr marL="457200" lvl="0" indent="-304800" algn="l" rtl="0">
              <a:spcBef>
                <a:spcPts val="0"/>
              </a:spcBef>
              <a:spcAft>
                <a:spcPts val="0"/>
              </a:spcAft>
              <a:buSzPts val="1200"/>
              <a:buAutoNum type="arabicPeriod"/>
            </a:pPr>
            <a:r>
              <a:rPr lang="en"/>
              <a:t>Variable Creation:</a:t>
            </a:r>
            <a:endParaRPr/>
          </a:p>
          <a:p>
            <a:pPr marL="914400" lvl="0" indent="-304800" algn="l" rtl="0">
              <a:spcBef>
                <a:spcPts val="0"/>
              </a:spcBef>
              <a:spcAft>
                <a:spcPts val="0"/>
              </a:spcAft>
              <a:buSzPts val="1200"/>
              <a:buChar char="●"/>
            </a:pPr>
            <a:r>
              <a:rPr lang="en"/>
              <a:t>Total Moderate Activity: Minutes of moderate activity per week.</a:t>
            </a:r>
            <a:endParaRPr/>
          </a:p>
          <a:p>
            <a:pPr marL="914400" lvl="0" indent="-304800" algn="l" rtl="0">
              <a:spcBef>
                <a:spcPts val="0"/>
              </a:spcBef>
              <a:spcAft>
                <a:spcPts val="0"/>
              </a:spcAft>
              <a:buSzPts val="1200"/>
              <a:buChar char="●"/>
            </a:pPr>
            <a:r>
              <a:rPr lang="en"/>
              <a:t>Total Vigorous Activity: Minutes of vigorous activity per week.</a:t>
            </a:r>
            <a:endParaRPr/>
          </a:p>
          <a:p>
            <a:pPr marL="914400" lvl="0" indent="-304800" algn="l" rtl="0">
              <a:spcBef>
                <a:spcPts val="0"/>
              </a:spcBef>
              <a:spcAft>
                <a:spcPts val="0"/>
              </a:spcAft>
              <a:buSzPts val="1200"/>
              <a:buChar char="●"/>
            </a:pPr>
            <a:r>
              <a:rPr lang="en"/>
              <a:t>Total Physical Activity: Sum of moderate + vigorous activity per week</a:t>
            </a:r>
            <a:endParaRPr/>
          </a:p>
          <a:p>
            <a:pPr marL="914400" lvl="0" indent="0" algn="l" rtl="0">
              <a:spcBef>
                <a:spcPts val="0"/>
              </a:spcBef>
              <a:spcAft>
                <a:spcPts val="0"/>
              </a:spcAft>
              <a:buNone/>
            </a:pPr>
            <a:endParaRPr/>
          </a:p>
          <a:p>
            <a:pPr marL="457200" lvl="0" indent="-304800" algn="l" rtl="0">
              <a:spcBef>
                <a:spcPts val="0"/>
              </a:spcBef>
              <a:spcAft>
                <a:spcPts val="0"/>
              </a:spcAft>
              <a:buSzPts val="1200"/>
              <a:buAutoNum type="arabicPeriod"/>
            </a:pPr>
            <a:r>
              <a:rPr lang="en"/>
              <a:t>Data Cleaning:</a:t>
            </a:r>
            <a:endParaRPr/>
          </a:p>
          <a:p>
            <a:pPr marL="914400" lvl="0" indent="-304800" algn="l" rtl="0">
              <a:spcBef>
                <a:spcPts val="0"/>
              </a:spcBef>
              <a:spcAft>
                <a:spcPts val="0"/>
              </a:spcAft>
              <a:buSzPts val="1200"/>
              <a:buChar char="●"/>
            </a:pPr>
            <a:r>
              <a:rPr lang="en"/>
              <a:t>Excluded rows with missing values.</a:t>
            </a:r>
            <a:endParaRPr/>
          </a:p>
          <a:p>
            <a:pPr marL="914400" lvl="0" indent="-304800" algn="l" rtl="0">
              <a:spcBef>
                <a:spcPts val="0"/>
              </a:spcBef>
              <a:spcAft>
                <a:spcPts val="0"/>
              </a:spcAft>
              <a:buSzPts val="1200"/>
              <a:buChar char="●"/>
            </a:pPr>
            <a:r>
              <a:rPr lang="en"/>
              <a:t>Dropped redundant variables after Total_Week_LTPA creation.</a:t>
            </a:r>
            <a:endParaRPr/>
          </a:p>
          <a:p>
            <a:pPr marL="0" lvl="0" indent="0" algn="l" rtl="0">
              <a:spcBef>
                <a:spcPts val="0"/>
              </a:spcBef>
              <a:spcAft>
                <a:spcPts val="0"/>
              </a:spcAft>
              <a:buNone/>
            </a:pPr>
            <a:endParaRPr/>
          </a:p>
        </p:txBody>
      </p:sp>
      <p:sp>
        <p:nvSpPr>
          <p:cNvPr id="549" name="Google Shape;549;p40"/>
          <p:cNvSpPr txBox="1"/>
          <p:nvPr/>
        </p:nvSpPr>
        <p:spPr>
          <a:xfrm>
            <a:off x="2814300" y="4501900"/>
            <a:ext cx="3515400" cy="33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lt1"/>
                </a:solidFill>
                <a:latin typeface="Gothic A1"/>
                <a:ea typeface="Gothic A1"/>
                <a:cs typeface="Gothic A1"/>
                <a:sym typeface="Gothic A1"/>
              </a:rPr>
              <a:t>Final Dataset contained 2,991 observations </a:t>
            </a:r>
            <a:endParaRPr sz="1200">
              <a:solidFill>
                <a:schemeClr val="lt1"/>
              </a:solidFill>
              <a:latin typeface="Gothic A1"/>
              <a:ea typeface="Gothic A1"/>
              <a:cs typeface="Gothic A1"/>
              <a:sym typeface="Gothic A1"/>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41"/>
          <p:cNvSpPr txBox="1">
            <a:spLocks noGrp="1"/>
          </p:cNvSpPr>
          <p:nvPr>
            <p:ph type="title"/>
          </p:nvPr>
        </p:nvSpPr>
        <p:spPr>
          <a:xfrm>
            <a:off x="720000" y="365760"/>
            <a:ext cx="77040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Creating the Models</a:t>
            </a:r>
            <a:endParaRPr/>
          </a:p>
        </p:txBody>
      </p:sp>
      <p:sp>
        <p:nvSpPr>
          <p:cNvPr id="555" name="Google Shape;555;p41"/>
          <p:cNvSpPr txBox="1">
            <a:spLocks noGrp="1"/>
          </p:cNvSpPr>
          <p:nvPr>
            <p:ph type="body" idx="1"/>
          </p:nvPr>
        </p:nvSpPr>
        <p:spPr>
          <a:xfrm>
            <a:off x="716900" y="1813849"/>
            <a:ext cx="7704000" cy="36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600"/>
              <a:t>Simple Model: Sleep ~ Age + Gender + Poverty_Index</a:t>
            </a:r>
            <a:endParaRPr sz="1600"/>
          </a:p>
          <a:p>
            <a:pPr marL="0" lvl="0" indent="0" algn="ctr" rtl="0">
              <a:spcBef>
                <a:spcPts val="0"/>
              </a:spcBef>
              <a:spcAft>
                <a:spcPts val="0"/>
              </a:spcAft>
              <a:buNone/>
            </a:pPr>
            <a:endParaRPr sz="1600"/>
          </a:p>
          <a:p>
            <a:pPr marL="0" lvl="0" indent="0" algn="ctr" rtl="0">
              <a:spcBef>
                <a:spcPts val="0"/>
              </a:spcBef>
              <a:spcAft>
                <a:spcPts val="0"/>
              </a:spcAft>
              <a:buNone/>
            </a:pPr>
            <a:endParaRPr sz="1600"/>
          </a:p>
          <a:p>
            <a:pPr marL="0" lvl="0" indent="0" algn="ctr" rtl="0">
              <a:spcBef>
                <a:spcPts val="0"/>
              </a:spcBef>
              <a:spcAft>
                <a:spcPts val="0"/>
              </a:spcAft>
              <a:buNone/>
            </a:pPr>
            <a:endParaRPr sz="1600"/>
          </a:p>
          <a:p>
            <a:pPr marL="0" lvl="0" indent="0" algn="ctr" rtl="0">
              <a:spcBef>
                <a:spcPts val="0"/>
              </a:spcBef>
              <a:spcAft>
                <a:spcPts val="0"/>
              </a:spcAft>
              <a:buNone/>
            </a:pPr>
            <a:r>
              <a:rPr lang="en" sz="1600"/>
              <a:t>Complex Model: Sleep ~ Age + Gender + Poverty Index + Physical Activity</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42"/>
          <p:cNvSpPr txBox="1">
            <a:spLocks noGrp="1"/>
          </p:cNvSpPr>
          <p:nvPr>
            <p:ph type="title"/>
          </p:nvPr>
        </p:nvSpPr>
        <p:spPr>
          <a:xfrm>
            <a:off x="720000" y="365760"/>
            <a:ext cx="77040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Assessing the Simple Model Features: Age</a:t>
            </a:r>
            <a:endParaRPr/>
          </a:p>
        </p:txBody>
      </p:sp>
      <p:sp>
        <p:nvSpPr>
          <p:cNvPr id="561" name="Google Shape;561;p42"/>
          <p:cNvSpPr txBox="1">
            <a:spLocks noGrp="1"/>
          </p:cNvSpPr>
          <p:nvPr>
            <p:ph type="body" idx="1"/>
          </p:nvPr>
        </p:nvSpPr>
        <p:spPr>
          <a:xfrm>
            <a:off x="716900" y="1051849"/>
            <a:ext cx="7704000" cy="3657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AutoNum type="arabicPeriod"/>
            </a:pPr>
            <a:r>
              <a:rPr lang="en"/>
              <a:t>Age vs. Sleep</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457200" lvl="0" indent="-298450" algn="l" rtl="0">
              <a:spcBef>
                <a:spcPts val="0"/>
              </a:spcBef>
              <a:spcAft>
                <a:spcPts val="0"/>
              </a:spcAft>
              <a:buSzPts val="1100"/>
              <a:buChar char="●"/>
            </a:pPr>
            <a:r>
              <a:rPr lang="en" sz="700"/>
              <a:t>Sleep ~ Age is not linear, plot showcases potential for quadratic model</a:t>
            </a:r>
            <a:endParaRPr sz="700"/>
          </a:p>
          <a:p>
            <a:pPr marL="457200" lvl="0" indent="-330200" algn="l" rtl="0">
              <a:spcBef>
                <a:spcPts val="0"/>
              </a:spcBef>
              <a:spcAft>
                <a:spcPts val="0"/>
              </a:spcAft>
              <a:buSzPts val="1600"/>
              <a:buAutoNum type="arabicPeriod"/>
            </a:pPr>
            <a:r>
              <a:rPr lang="en"/>
              <a:t>Explore quadratic transformation: Sleep ~ Age + Age^2</a:t>
            </a:r>
            <a:endParaRPr/>
          </a:p>
          <a:p>
            <a:pPr marL="0" lvl="0" indent="0" algn="ctr" rtl="0">
              <a:spcBef>
                <a:spcPts val="0"/>
              </a:spcBef>
              <a:spcAft>
                <a:spcPts val="0"/>
              </a:spcAft>
              <a:buNone/>
            </a:pPr>
            <a:endParaRPr/>
          </a:p>
        </p:txBody>
      </p:sp>
      <p:pic>
        <p:nvPicPr>
          <p:cNvPr id="562" name="Google Shape;562;p42"/>
          <p:cNvPicPr preferRelativeResize="0"/>
          <p:nvPr/>
        </p:nvPicPr>
        <p:blipFill>
          <a:blip r:embed="rId3">
            <a:alphaModFix/>
          </a:blip>
          <a:stretch>
            <a:fillRect/>
          </a:stretch>
        </p:blipFill>
        <p:spPr>
          <a:xfrm>
            <a:off x="887650" y="1464450"/>
            <a:ext cx="2173425" cy="1332876"/>
          </a:xfrm>
          <a:prstGeom prst="rect">
            <a:avLst/>
          </a:prstGeom>
          <a:noFill/>
          <a:ln>
            <a:noFill/>
          </a:ln>
        </p:spPr>
      </p:pic>
      <p:pic>
        <p:nvPicPr>
          <p:cNvPr id="563" name="Google Shape;563;p42"/>
          <p:cNvPicPr preferRelativeResize="0"/>
          <p:nvPr/>
        </p:nvPicPr>
        <p:blipFill>
          <a:blip r:embed="rId4">
            <a:alphaModFix/>
          </a:blip>
          <a:stretch>
            <a:fillRect/>
          </a:stretch>
        </p:blipFill>
        <p:spPr>
          <a:xfrm>
            <a:off x="3173700" y="1464450"/>
            <a:ext cx="2173426" cy="1326640"/>
          </a:xfrm>
          <a:prstGeom prst="rect">
            <a:avLst/>
          </a:prstGeom>
          <a:noFill/>
          <a:ln>
            <a:noFill/>
          </a:ln>
        </p:spPr>
      </p:pic>
      <p:pic>
        <p:nvPicPr>
          <p:cNvPr id="564" name="Google Shape;564;p42"/>
          <p:cNvPicPr preferRelativeResize="0"/>
          <p:nvPr/>
        </p:nvPicPr>
        <p:blipFill>
          <a:blip r:embed="rId5">
            <a:alphaModFix/>
          </a:blip>
          <a:stretch>
            <a:fillRect/>
          </a:stretch>
        </p:blipFill>
        <p:spPr>
          <a:xfrm>
            <a:off x="855152" y="3263650"/>
            <a:ext cx="2834299" cy="1559825"/>
          </a:xfrm>
          <a:prstGeom prst="rect">
            <a:avLst/>
          </a:prstGeom>
          <a:noFill/>
          <a:ln>
            <a:noFill/>
          </a:ln>
        </p:spPr>
      </p:pic>
      <p:sp>
        <p:nvSpPr>
          <p:cNvPr id="565" name="Google Shape;565;p42"/>
          <p:cNvSpPr/>
          <p:nvPr/>
        </p:nvSpPr>
        <p:spPr>
          <a:xfrm>
            <a:off x="5611025" y="1033675"/>
            <a:ext cx="3462300" cy="3742800"/>
          </a:xfrm>
          <a:prstGeom prst="roundRect">
            <a:avLst>
              <a:gd name="adj" fmla="val 16667"/>
            </a:avLst>
          </a:prstGeom>
          <a:no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000">
              <a:solidFill>
                <a:schemeClr val="dk1"/>
              </a:solidFill>
              <a:latin typeface="Gothic A1"/>
              <a:ea typeface="Gothic A1"/>
              <a:cs typeface="Gothic A1"/>
              <a:sym typeface="Gothic A1"/>
            </a:endParaRPr>
          </a:p>
        </p:txBody>
      </p:sp>
      <p:sp>
        <p:nvSpPr>
          <p:cNvPr id="566" name="Google Shape;566;p42"/>
          <p:cNvSpPr txBox="1"/>
          <p:nvPr/>
        </p:nvSpPr>
        <p:spPr>
          <a:xfrm>
            <a:off x="5578275" y="1026025"/>
            <a:ext cx="3513900" cy="62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chemeClr val="lt1"/>
                </a:solidFill>
                <a:latin typeface="Gothic A1"/>
                <a:ea typeface="Gothic A1"/>
                <a:cs typeface="Gothic A1"/>
                <a:sym typeface="Gothic A1"/>
              </a:rPr>
              <a:t>Summaries of both models: </a:t>
            </a:r>
            <a:endParaRPr sz="1000">
              <a:solidFill>
                <a:schemeClr val="lt1"/>
              </a:solidFill>
              <a:latin typeface="Gothic A1"/>
              <a:ea typeface="Gothic A1"/>
              <a:cs typeface="Gothic A1"/>
              <a:sym typeface="Gothic A1"/>
            </a:endParaRPr>
          </a:p>
        </p:txBody>
      </p:sp>
      <p:pic>
        <p:nvPicPr>
          <p:cNvPr id="567" name="Google Shape;567;p42"/>
          <p:cNvPicPr preferRelativeResize="0"/>
          <p:nvPr/>
        </p:nvPicPr>
        <p:blipFill>
          <a:blip r:embed="rId6">
            <a:alphaModFix/>
          </a:blip>
          <a:stretch>
            <a:fillRect/>
          </a:stretch>
        </p:blipFill>
        <p:spPr>
          <a:xfrm>
            <a:off x="6240300" y="1393275"/>
            <a:ext cx="2395400" cy="3139225"/>
          </a:xfrm>
          <a:prstGeom prst="rect">
            <a:avLst/>
          </a:prstGeom>
          <a:noFill/>
          <a:ln w="38100" cap="flat" cmpd="sng">
            <a:solidFill>
              <a:schemeClr val="lt2"/>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43"/>
          <p:cNvSpPr txBox="1">
            <a:spLocks noGrp="1"/>
          </p:cNvSpPr>
          <p:nvPr>
            <p:ph type="title"/>
          </p:nvPr>
        </p:nvSpPr>
        <p:spPr>
          <a:xfrm>
            <a:off x="720000" y="365760"/>
            <a:ext cx="7704000" cy="54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900"/>
              <a:t>Assessing the Simple Model Features: Gender</a:t>
            </a:r>
            <a:endParaRPr sz="2900"/>
          </a:p>
        </p:txBody>
      </p:sp>
      <p:pic>
        <p:nvPicPr>
          <p:cNvPr id="573" name="Google Shape;573;p43"/>
          <p:cNvPicPr preferRelativeResize="0"/>
          <p:nvPr/>
        </p:nvPicPr>
        <p:blipFill>
          <a:blip r:embed="rId3">
            <a:alphaModFix/>
          </a:blip>
          <a:stretch>
            <a:fillRect/>
          </a:stretch>
        </p:blipFill>
        <p:spPr>
          <a:xfrm>
            <a:off x="756925" y="1271675"/>
            <a:ext cx="3496825" cy="2253350"/>
          </a:xfrm>
          <a:prstGeom prst="rect">
            <a:avLst/>
          </a:prstGeom>
          <a:noFill/>
          <a:ln>
            <a:noFill/>
          </a:ln>
        </p:spPr>
      </p:pic>
      <p:pic>
        <p:nvPicPr>
          <p:cNvPr id="574" name="Google Shape;574;p43"/>
          <p:cNvPicPr preferRelativeResize="0"/>
          <p:nvPr/>
        </p:nvPicPr>
        <p:blipFill>
          <a:blip r:embed="rId4">
            <a:alphaModFix/>
          </a:blip>
          <a:stretch>
            <a:fillRect/>
          </a:stretch>
        </p:blipFill>
        <p:spPr>
          <a:xfrm>
            <a:off x="4626941" y="1271675"/>
            <a:ext cx="3635658" cy="22533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44"/>
          <p:cNvSpPr txBox="1">
            <a:spLocks noGrp="1"/>
          </p:cNvSpPr>
          <p:nvPr>
            <p:ph type="title"/>
          </p:nvPr>
        </p:nvSpPr>
        <p:spPr>
          <a:xfrm>
            <a:off x="720000" y="365760"/>
            <a:ext cx="7704000" cy="54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500"/>
              <a:t>Assessing the Simple Model Features: Poverty Index</a:t>
            </a:r>
            <a:endParaRPr sz="2500"/>
          </a:p>
        </p:txBody>
      </p:sp>
      <p:pic>
        <p:nvPicPr>
          <p:cNvPr id="580" name="Google Shape;580;p44"/>
          <p:cNvPicPr preferRelativeResize="0"/>
          <p:nvPr/>
        </p:nvPicPr>
        <p:blipFill>
          <a:blip r:embed="rId3">
            <a:alphaModFix/>
          </a:blip>
          <a:stretch>
            <a:fillRect/>
          </a:stretch>
        </p:blipFill>
        <p:spPr>
          <a:xfrm>
            <a:off x="720000" y="1211575"/>
            <a:ext cx="3618226" cy="2100099"/>
          </a:xfrm>
          <a:prstGeom prst="rect">
            <a:avLst/>
          </a:prstGeom>
          <a:noFill/>
          <a:ln>
            <a:noFill/>
          </a:ln>
        </p:spPr>
      </p:pic>
      <p:pic>
        <p:nvPicPr>
          <p:cNvPr id="581" name="Google Shape;581;p44"/>
          <p:cNvPicPr preferRelativeResize="0"/>
          <p:nvPr/>
        </p:nvPicPr>
        <p:blipFill>
          <a:blip r:embed="rId4">
            <a:alphaModFix/>
          </a:blip>
          <a:stretch>
            <a:fillRect/>
          </a:stretch>
        </p:blipFill>
        <p:spPr>
          <a:xfrm>
            <a:off x="4490625" y="1219252"/>
            <a:ext cx="3742155" cy="2100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p45"/>
          <p:cNvSpPr txBox="1">
            <a:spLocks noGrp="1"/>
          </p:cNvSpPr>
          <p:nvPr>
            <p:ph type="title"/>
          </p:nvPr>
        </p:nvSpPr>
        <p:spPr>
          <a:xfrm>
            <a:off x="720000" y="365760"/>
            <a:ext cx="77040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500"/>
              <a:t>Evaluating the Full Simple Model</a:t>
            </a:r>
            <a:endParaRPr sz="2500"/>
          </a:p>
        </p:txBody>
      </p:sp>
      <p:sp>
        <p:nvSpPr>
          <p:cNvPr id="587" name="Google Shape;587;p45"/>
          <p:cNvSpPr txBox="1">
            <a:spLocks noGrp="1"/>
          </p:cNvSpPr>
          <p:nvPr>
            <p:ph type="body" idx="1"/>
          </p:nvPr>
        </p:nvSpPr>
        <p:spPr>
          <a:xfrm>
            <a:off x="335900" y="1204250"/>
            <a:ext cx="8379300" cy="36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model_full &lt;- Sleep_Hours_Weekday ~ Age + Age_Squared + Gender_Male + Poverty_Index_Binary</a:t>
            </a:r>
            <a:endParaRPr/>
          </a:p>
          <a:p>
            <a:pPr marL="0" lvl="0" indent="0" algn="ctr" rtl="0">
              <a:spcBef>
                <a:spcPts val="0"/>
              </a:spcBef>
              <a:spcAft>
                <a:spcPts val="0"/>
              </a:spcAft>
              <a:buNone/>
            </a:pPr>
            <a:endParaRPr/>
          </a:p>
        </p:txBody>
      </p:sp>
      <p:pic>
        <p:nvPicPr>
          <p:cNvPr id="588" name="Google Shape;588;p45"/>
          <p:cNvPicPr preferRelativeResize="0"/>
          <p:nvPr/>
        </p:nvPicPr>
        <p:blipFill>
          <a:blip r:embed="rId3">
            <a:alphaModFix/>
          </a:blip>
          <a:stretch>
            <a:fillRect/>
          </a:stretch>
        </p:blipFill>
        <p:spPr>
          <a:xfrm>
            <a:off x="3078713" y="1888725"/>
            <a:ext cx="2986575" cy="20698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46"/>
          <p:cNvSpPr txBox="1">
            <a:spLocks noGrp="1"/>
          </p:cNvSpPr>
          <p:nvPr>
            <p:ph type="title"/>
          </p:nvPr>
        </p:nvSpPr>
        <p:spPr>
          <a:xfrm>
            <a:off x="720000" y="365760"/>
            <a:ext cx="77040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500"/>
              <a:t>Assumptions for Simple Model</a:t>
            </a:r>
            <a:endParaRPr sz="2500"/>
          </a:p>
        </p:txBody>
      </p:sp>
      <p:sp>
        <p:nvSpPr>
          <p:cNvPr id="594" name="Google Shape;594;p46"/>
          <p:cNvSpPr txBox="1">
            <a:spLocks noGrp="1"/>
          </p:cNvSpPr>
          <p:nvPr>
            <p:ph type="body" idx="1"/>
          </p:nvPr>
        </p:nvSpPr>
        <p:spPr>
          <a:xfrm>
            <a:off x="335900" y="1164525"/>
            <a:ext cx="8379300" cy="365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1. Linearity: Residual vs Fitted Plot.                                         2.  Homoskedasticity: Breusch-Pagan test. </a:t>
            </a:r>
            <a:endParaRPr/>
          </a:p>
          <a:p>
            <a:pPr marL="457200" lvl="0" indent="0" algn="l" rtl="0">
              <a:spcBef>
                <a:spcPts val="0"/>
              </a:spcBef>
              <a:spcAft>
                <a:spcPts val="0"/>
              </a:spcAft>
              <a:buNone/>
            </a:pPr>
            <a:endParaRPr/>
          </a:p>
          <a:p>
            <a:pPr marL="45720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45720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a:t>3. Normality: Q-Q plot and Shapiro-Wilk test.                     4. Multicollinearity: Variance Inflation Factor (VIF)</a:t>
            </a:r>
            <a:endParaRPr/>
          </a:p>
          <a:p>
            <a:pPr marL="0" lvl="0" indent="0" algn="l" rtl="0">
              <a:spcBef>
                <a:spcPts val="0"/>
              </a:spcBef>
              <a:spcAft>
                <a:spcPts val="0"/>
              </a:spcAft>
              <a:buNone/>
            </a:pPr>
            <a:endParaRPr/>
          </a:p>
          <a:p>
            <a:pPr marL="45720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595" name="Google Shape;595;p46"/>
          <p:cNvPicPr preferRelativeResize="0"/>
          <p:nvPr/>
        </p:nvPicPr>
        <p:blipFill>
          <a:blip r:embed="rId3">
            <a:alphaModFix/>
          </a:blip>
          <a:stretch>
            <a:fillRect/>
          </a:stretch>
        </p:blipFill>
        <p:spPr>
          <a:xfrm>
            <a:off x="781150" y="1475500"/>
            <a:ext cx="2679249" cy="1448625"/>
          </a:xfrm>
          <a:prstGeom prst="rect">
            <a:avLst/>
          </a:prstGeom>
          <a:noFill/>
          <a:ln>
            <a:noFill/>
          </a:ln>
        </p:spPr>
      </p:pic>
      <p:pic>
        <p:nvPicPr>
          <p:cNvPr id="596" name="Google Shape;596;p46"/>
          <p:cNvPicPr preferRelativeResize="0"/>
          <p:nvPr/>
        </p:nvPicPr>
        <p:blipFill rotWithShape="1">
          <a:blip r:embed="rId4">
            <a:alphaModFix/>
          </a:blip>
          <a:srcRect r="11340"/>
          <a:stretch/>
        </p:blipFill>
        <p:spPr>
          <a:xfrm>
            <a:off x="4109500" y="1508175"/>
            <a:ext cx="3787050" cy="1369425"/>
          </a:xfrm>
          <a:prstGeom prst="rect">
            <a:avLst/>
          </a:prstGeom>
          <a:noFill/>
          <a:ln>
            <a:noFill/>
          </a:ln>
        </p:spPr>
      </p:pic>
      <p:pic>
        <p:nvPicPr>
          <p:cNvPr id="597" name="Google Shape;597;p46"/>
          <p:cNvPicPr preferRelativeResize="0"/>
          <p:nvPr/>
        </p:nvPicPr>
        <p:blipFill>
          <a:blip r:embed="rId5">
            <a:alphaModFix/>
          </a:blip>
          <a:stretch>
            <a:fillRect/>
          </a:stretch>
        </p:blipFill>
        <p:spPr>
          <a:xfrm>
            <a:off x="629787" y="3485187"/>
            <a:ext cx="2981976" cy="1620638"/>
          </a:xfrm>
          <a:prstGeom prst="rect">
            <a:avLst/>
          </a:prstGeom>
          <a:noFill/>
          <a:ln>
            <a:noFill/>
          </a:ln>
        </p:spPr>
      </p:pic>
      <p:pic>
        <p:nvPicPr>
          <p:cNvPr id="598" name="Google Shape;598;p46"/>
          <p:cNvPicPr preferRelativeResize="0"/>
          <p:nvPr/>
        </p:nvPicPr>
        <p:blipFill rotWithShape="1">
          <a:blip r:embed="rId6">
            <a:alphaModFix/>
          </a:blip>
          <a:srcRect l="7809" r="3852"/>
          <a:stretch/>
        </p:blipFill>
        <p:spPr>
          <a:xfrm>
            <a:off x="3803875" y="3879375"/>
            <a:ext cx="5034501" cy="548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47"/>
          <p:cNvSpPr txBox="1">
            <a:spLocks noGrp="1"/>
          </p:cNvSpPr>
          <p:nvPr>
            <p:ph type="title"/>
          </p:nvPr>
        </p:nvSpPr>
        <p:spPr>
          <a:xfrm>
            <a:off x="720000" y="365760"/>
            <a:ext cx="77040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Expanding Model</a:t>
            </a:r>
            <a:endParaRPr/>
          </a:p>
        </p:txBody>
      </p:sp>
      <p:sp>
        <p:nvSpPr>
          <p:cNvPr id="604" name="Google Shape;604;p47"/>
          <p:cNvSpPr txBox="1">
            <a:spLocks noGrp="1"/>
          </p:cNvSpPr>
          <p:nvPr>
            <p:ph type="body" idx="1"/>
          </p:nvPr>
        </p:nvSpPr>
        <p:spPr>
          <a:xfrm>
            <a:off x="716900" y="1051849"/>
            <a:ext cx="7704000" cy="36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Complex Model: model_full &lt;- Sleep_Hours_Weekday ~ Age + Age_Squared + Gender_Male + Poverty_Index_Binary + </a:t>
            </a:r>
            <a:r>
              <a:rPr lang="en" b="1"/>
              <a:t>Physical Activity</a:t>
            </a:r>
            <a:endParaRPr b="1"/>
          </a:p>
          <a:p>
            <a:pPr marL="0" lvl="0" indent="0" algn="ctr" rtl="0">
              <a:spcBef>
                <a:spcPts val="0"/>
              </a:spcBef>
              <a:spcAft>
                <a:spcPts val="0"/>
              </a:spcAft>
              <a:buNone/>
            </a:pPr>
            <a:endParaRPr b="1"/>
          </a:p>
          <a:p>
            <a:pPr marL="0" lvl="0" indent="0" algn="ctr" rtl="0">
              <a:spcBef>
                <a:spcPts val="0"/>
              </a:spcBef>
              <a:spcAft>
                <a:spcPts val="0"/>
              </a:spcAft>
              <a:buNone/>
            </a:pPr>
            <a:endParaRPr/>
          </a:p>
          <a:p>
            <a:pPr marL="0" lvl="0" indent="0" algn="ctr" rtl="0">
              <a:spcBef>
                <a:spcPts val="0"/>
              </a:spcBef>
              <a:spcAft>
                <a:spcPts val="0"/>
              </a:spcAft>
              <a:buNone/>
            </a:pPr>
            <a:endParaRPr/>
          </a:p>
        </p:txBody>
      </p:sp>
      <p:pic>
        <p:nvPicPr>
          <p:cNvPr id="605" name="Google Shape;605;p47"/>
          <p:cNvPicPr preferRelativeResize="0"/>
          <p:nvPr/>
        </p:nvPicPr>
        <p:blipFill>
          <a:blip r:embed="rId3">
            <a:alphaModFix/>
          </a:blip>
          <a:stretch>
            <a:fillRect/>
          </a:stretch>
        </p:blipFill>
        <p:spPr>
          <a:xfrm>
            <a:off x="669530" y="1624023"/>
            <a:ext cx="2914220" cy="1803774"/>
          </a:xfrm>
          <a:prstGeom prst="rect">
            <a:avLst/>
          </a:prstGeom>
          <a:noFill/>
          <a:ln>
            <a:noFill/>
          </a:ln>
        </p:spPr>
      </p:pic>
      <p:sp>
        <p:nvSpPr>
          <p:cNvPr id="606" name="Google Shape;606;p47"/>
          <p:cNvSpPr/>
          <p:nvPr/>
        </p:nvSpPr>
        <p:spPr>
          <a:xfrm>
            <a:off x="3808175" y="2349350"/>
            <a:ext cx="1312800" cy="5145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othic A1"/>
              <a:ea typeface="Gothic A1"/>
              <a:cs typeface="Gothic A1"/>
              <a:sym typeface="Gothic A1"/>
            </a:endParaRPr>
          </a:p>
        </p:txBody>
      </p:sp>
      <p:sp>
        <p:nvSpPr>
          <p:cNvPr id="607" name="Google Shape;607;p47"/>
          <p:cNvSpPr txBox="1"/>
          <p:nvPr/>
        </p:nvSpPr>
        <p:spPr>
          <a:xfrm>
            <a:off x="3728700" y="2217725"/>
            <a:ext cx="1815600" cy="21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chemeClr val="lt1"/>
                </a:solidFill>
                <a:latin typeface="Gothic A1"/>
                <a:ea typeface="Gothic A1"/>
                <a:cs typeface="Gothic A1"/>
                <a:sym typeface="Gothic A1"/>
              </a:rPr>
              <a:t>Log Transformation</a:t>
            </a:r>
            <a:endParaRPr sz="900">
              <a:solidFill>
                <a:schemeClr val="lt1"/>
              </a:solidFill>
              <a:latin typeface="Gothic A1"/>
              <a:ea typeface="Gothic A1"/>
              <a:cs typeface="Gothic A1"/>
              <a:sym typeface="Gothic A1"/>
            </a:endParaRPr>
          </a:p>
        </p:txBody>
      </p:sp>
      <p:pic>
        <p:nvPicPr>
          <p:cNvPr id="608" name="Google Shape;608;p47"/>
          <p:cNvPicPr preferRelativeResize="0"/>
          <p:nvPr/>
        </p:nvPicPr>
        <p:blipFill>
          <a:blip r:embed="rId4">
            <a:alphaModFix/>
          </a:blip>
          <a:stretch>
            <a:fillRect/>
          </a:stretch>
        </p:blipFill>
        <p:spPr>
          <a:xfrm>
            <a:off x="5382250" y="1631400"/>
            <a:ext cx="3133399" cy="18520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sp>
        <p:nvSpPr>
          <p:cNvPr id="613" name="Google Shape;613;p48"/>
          <p:cNvSpPr txBox="1">
            <a:spLocks noGrp="1"/>
          </p:cNvSpPr>
          <p:nvPr>
            <p:ph type="title"/>
          </p:nvPr>
        </p:nvSpPr>
        <p:spPr>
          <a:xfrm>
            <a:off x="720000" y="365760"/>
            <a:ext cx="77040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500"/>
              <a:t>Evaluating the Full Complex Model</a:t>
            </a:r>
            <a:endParaRPr sz="2500"/>
          </a:p>
          <a:p>
            <a:pPr marL="0" lvl="0" indent="0" algn="ctr" rtl="0">
              <a:spcBef>
                <a:spcPts val="0"/>
              </a:spcBef>
              <a:spcAft>
                <a:spcPts val="0"/>
              </a:spcAft>
              <a:buNone/>
            </a:pPr>
            <a:endParaRPr/>
          </a:p>
        </p:txBody>
      </p:sp>
      <p:pic>
        <p:nvPicPr>
          <p:cNvPr id="614" name="Google Shape;614;p48"/>
          <p:cNvPicPr preferRelativeResize="0"/>
          <p:nvPr/>
        </p:nvPicPr>
        <p:blipFill>
          <a:blip r:embed="rId3">
            <a:alphaModFix/>
          </a:blip>
          <a:stretch>
            <a:fillRect/>
          </a:stretch>
        </p:blipFill>
        <p:spPr>
          <a:xfrm>
            <a:off x="2274125" y="1051849"/>
            <a:ext cx="4595746" cy="34211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49"/>
          <p:cNvSpPr txBox="1">
            <a:spLocks noGrp="1"/>
          </p:cNvSpPr>
          <p:nvPr>
            <p:ph type="title"/>
          </p:nvPr>
        </p:nvSpPr>
        <p:spPr>
          <a:xfrm>
            <a:off x="720000" y="365760"/>
            <a:ext cx="77040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500"/>
              <a:t>Assumptions for Complex Model</a:t>
            </a:r>
            <a:endParaRPr sz="2500"/>
          </a:p>
        </p:txBody>
      </p:sp>
      <p:sp>
        <p:nvSpPr>
          <p:cNvPr id="620" name="Google Shape;620;p49"/>
          <p:cNvSpPr txBox="1">
            <a:spLocks noGrp="1"/>
          </p:cNvSpPr>
          <p:nvPr>
            <p:ph type="body" idx="1"/>
          </p:nvPr>
        </p:nvSpPr>
        <p:spPr>
          <a:xfrm>
            <a:off x="335900" y="859725"/>
            <a:ext cx="8379300" cy="365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1. Linearity: Residual vs Fitted Plot.                                         2.  Homoskedasticity: Breusch-Pagan test. </a:t>
            </a:r>
            <a:endParaRPr/>
          </a:p>
          <a:p>
            <a:pPr marL="457200" lvl="0" indent="0" algn="l" rtl="0">
              <a:spcBef>
                <a:spcPts val="0"/>
              </a:spcBef>
              <a:spcAft>
                <a:spcPts val="0"/>
              </a:spcAft>
              <a:buNone/>
            </a:pPr>
            <a:endParaRPr/>
          </a:p>
          <a:p>
            <a:pPr marL="45720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45720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a:t>3. Normality: Q-Q plot and Shapiro-Wilk test.                     4. Multicollinearity: Variance Inflation Factor (VIF)</a:t>
            </a:r>
            <a:endParaRPr/>
          </a:p>
          <a:p>
            <a:pPr marL="0" lvl="0" indent="0" algn="l" rtl="0">
              <a:spcBef>
                <a:spcPts val="0"/>
              </a:spcBef>
              <a:spcAft>
                <a:spcPts val="0"/>
              </a:spcAft>
              <a:buNone/>
            </a:pPr>
            <a:endParaRPr/>
          </a:p>
          <a:p>
            <a:pPr marL="45720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621" name="Google Shape;621;p49"/>
          <p:cNvPicPr preferRelativeResize="0"/>
          <p:nvPr/>
        </p:nvPicPr>
        <p:blipFill>
          <a:blip r:embed="rId3">
            <a:alphaModFix/>
          </a:blip>
          <a:stretch>
            <a:fillRect/>
          </a:stretch>
        </p:blipFill>
        <p:spPr>
          <a:xfrm>
            <a:off x="610145" y="1205300"/>
            <a:ext cx="3021269" cy="1620650"/>
          </a:xfrm>
          <a:prstGeom prst="rect">
            <a:avLst/>
          </a:prstGeom>
          <a:noFill/>
          <a:ln>
            <a:noFill/>
          </a:ln>
        </p:spPr>
      </p:pic>
      <p:pic>
        <p:nvPicPr>
          <p:cNvPr id="622" name="Google Shape;622;p49"/>
          <p:cNvPicPr preferRelativeResize="0"/>
          <p:nvPr/>
        </p:nvPicPr>
        <p:blipFill>
          <a:blip r:embed="rId4">
            <a:alphaModFix/>
          </a:blip>
          <a:stretch>
            <a:fillRect/>
          </a:stretch>
        </p:blipFill>
        <p:spPr>
          <a:xfrm>
            <a:off x="3966300" y="1299525"/>
            <a:ext cx="4457700" cy="1276350"/>
          </a:xfrm>
          <a:prstGeom prst="rect">
            <a:avLst/>
          </a:prstGeom>
          <a:noFill/>
          <a:ln>
            <a:noFill/>
          </a:ln>
        </p:spPr>
      </p:pic>
      <p:pic>
        <p:nvPicPr>
          <p:cNvPr id="623" name="Google Shape;623;p49"/>
          <p:cNvPicPr preferRelativeResize="0"/>
          <p:nvPr/>
        </p:nvPicPr>
        <p:blipFill rotWithShape="1">
          <a:blip r:embed="rId5">
            <a:alphaModFix/>
          </a:blip>
          <a:srcRect l="10369" r="1680"/>
          <a:stretch/>
        </p:blipFill>
        <p:spPr>
          <a:xfrm>
            <a:off x="3668349" y="3517075"/>
            <a:ext cx="5244678" cy="365700"/>
          </a:xfrm>
          <a:prstGeom prst="rect">
            <a:avLst/>
          </a:prstGeom>
          <a:noFill/>
          <a:ln>
            <a:noFill/>
          </a:ln>
        </p:spPr>
      </p:pic>
      <p:pic>
        <p:nvPicPr>
          <p:cNvPr id="624" name="Google Shape;624;p49"/>
          <p:cNvPicPr preferRelativeResize="0"/>
          <p:nvPr/>
        </p:nvPicPr>
        <p:blipFill>
          <a:blip r:embed="rId6">
            <a:alphaModFix/>
          </a:blip>
          <a:stretch>
            <a:fillRect/>
          </a:stretch>
        </p:blipFill>
        <p:spPr>
          <a:xfrm>
            <a:off x="837010" y="3151750"/>
            <a:ext cx="2322614" cy="12763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50"/>
          <p:cNvSpPr txBox="1">
            <a:spLocks noGrp="1"/>
          </p:cNvSpPr>
          <p:nvPr>
            <p:ph type="title"/>
          </p:nvPr>
        </p:nvSpPr>
        <p:spPr>
          <a:xfrm>
            <a:off x="720000" y="365760"/>
            <a:ext cx="77040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500"/>
              <a:t>Recommendations for Improvement</a:t>
            </a:r>
            <a:endParaRPr sz="2500"/>
          </a:p>
          <a:p>
            <a:pPr marL="0" lvl="0" indent="0" algn="ctr" rtl="0">
              <a:spcBef>
                <a:spcPts val="0"/>
              </a:spcBef>
              <a:spcAft>
                <a:spcPts val="0"/>
              </a:spcAft>
              <a:buNone/>
            </a:pPr>
            <a:endParaRPr sz="2500"/>
          </a:p>
          <a:p>
            <a:pPr marL="0" lvl="0" indent="0" algn="ctr" rtl="0">
              <a:spcBef>
                <a:spcPts val="0"/>
              </a:spcBef>
              <a:spcAft>
                <a:spcPts val="0"/>
              </a:spcAft>
              <a:buNone/>
            </a:pPr>
            <a:endParaRPr sz="2500"/>
          </a:p>
          <a:p>
            <a:pPr marL="0" lvl="0" indent="0" algn="ctr" rtl="0">
              <a:spcBef>
                <a:spcPts val="0"/>
              </a:spcBef>
              <a:spcAft>
                <a:spcPts val="0"/>
              </a:spcAft>
              <a:buNone/>
            </a:pPr>
            <a:endParaRPr/>
          </a:p>
        </p:txBody>
      </p:sp>
      <p:sp>
        <p:nvSpPr>
          <p:cNvPr id="630" name="Google Shape;630;p50"/>
          <p:cNvSpPr txBox="1"/>
          <p:nvPr/>
        </p:nvSpPr>
        <p:spPr>
          <a:xfrm>
            <a:off x="1102600" y="1297000"/>
            <a:ext cx="6697800" cy="32484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1200"/>
              </a:spcBef>
              <a:spcAft>
                <a:spcPts val="0"/>
              </a:spcAft>
              <a:buClr>
                <a:schemeClr val="lt1"/>
              </a:buClr>
              <a:buSzPts val="1300"/>
              <a:buFont typeface="Arial" panose="020B0604020202020204" pitchFamily="34" charset="0"/>
              <a:buChar char="•"/>
            </a:pPr>
            <a:r>
              <a:rPr lang="en" dirty="0">
                <a:solidFill>
                  <a:schemeClr val="lt1"/>
                </a:solidFill>
                <a:latin typeface="Gothic A1"/>
                <a:ea typeface="Gothic A1"/>
                <a:cs typeface="Gothic A1"/>
                <a:sym typeface="Gothic A1"/>
              </a:rPr>
              <a:t>Use robust standard errors to address heteroskedasticity</a:t>
            </a:r>
            <a:endParaRPr dirty="0">
              <a:solidFill>
                <a:schemeClr val="lt1"/>
              </a:solidFill>
              <a:latin typeface="Gothic A1"/>
              <a:ea typeface="Gothic A1"/>
              <a:cs typeface="Gothic A1"/>
              <a:sym typeface="Gothic A1"/>
            </a:endParaRPr>
          </a:p>
          <a:p>
            <a:pPr marL="285750" lvl="0" indent="-285750" algn="l" rtl="0">
              <a:lnSpc>
                <a:spcPct val="115000"/>
              </a:lnSpc>
              <a:spcBef>
                <a:spcPts val="1200"/>
              </a:spcBef>
              <a:spcAft>
                <a:spcPts val="0"/>
              </a:spcAft>
              <a:buFont typeface="Arial" panose="020B0604020202020204" pitchFamily="34" charset="0"/>
              <a:buChar char="•"/>
            </a:pPr>
            <a:endParaRPr dirty="0">
              <a:solidFill>
                <a:schemeClr val="lt1"/>
              </a:solidFill>
              <a:latin typeface="Gothic A1"/>
              <a:ea typeface="Gothic A1"/>
              <a:cs typeface="Gothic A1"/>
              <a:sym typeface="Gothic A1"/>
            </a:endParaRPr>
          </a:p>
          <a:p>
            <a:pPr marL="482600" lvl="0" indent="-342900" algn="l" rtl="0">
              <a:spcBef>
                <a:spcPts val="0"/>
              </a:spcBef>
              <a:spcAft>
                <a:spcPts val="0"/>
              </a:spcAft>
              <a:buClr>
                <a:schemeClr val="lt1"/>
              </a:buClr>
              <a:buSzPts val="1400"/>
              <a:buFont typeface="Arial" panose="020B0604020202020204" pitchFamily="34" charset="0"/>
              <a:buChar char="•"/>
            </a:pPr>
            <a:r>
              <a:rPr lang="en" dirty="0">
                <a:solidFill>
                  <a:schemeClr val="lt1"/>
                </a:solidFill>
                <a:latin typeface="Gothic A1"/>
                <a:ea typeface="Gothic A1"/>
                <a:cs typeface="Gothic A1"/>
                <a:sym typeface="Gothic A1"/>
              </a:rPr>
              <a:t>Reduce multicollinearity between Age and Age^2</a:t>
            </a:r>
            <a:endParaRPr dirty="0">
              <a:solidFill>
                <a:schemeClr val="lt1"/>
              </a:solidFill>
              <a:latin typeface="Gothic A1"/>
              <a:ea typeface="Gothic A1"/>
              <a:cs typeface="Gothic A1"/>
              <a:sym typeface="Gothic A1"/>
            </a:endParaRPr>
          </a:p>
          <a:p>
            <a:pPr marL="285750" lvl="0" indent="-285750" algn="l" rtl="0">
              <a:spcBef>
                <a:spcPts val="0"/>
              </a:spcBef>
              <a:spcAft>
                <a:spcPts val="0"/>
              </a:spcAft>
              <a:buFont typeface="Arial" panose="020B0604020202020204" pitchFamily="34" charset="0"/>
              <a:buChar char="•"/>
            </a:pPr>
            <a:endParaRPr dirty="0">
              <a:solidFill>
                <a:schemeClr val="lt1"/>
              </a:solidFill>
              <a:latin typeface="Gothic A1"/>
              <a:ea typeface="Gothic A1"/>
              <a:cs typeface="Gothic A1"/>
              <a:sym typeface="Gothic A1"/>
            </a:endParaRPr>
          </a:p>
          <a:p>
            <a:pPr marL="457200" lvl="0" indent="-311150" algn="l" rtl="0">
              <a:lnSpc>
                <a:spcPct val="115000"/>
              </a:lnSpc>
              <a:spcBef>
                <a:spcPts val="1200"/>
              </a:spcBef>
              <a:spcAft>
                <a:spcPts val="0"/>
              </a:spcAft>
              <a:buClr>
                <a:schemeClr val="lt1"/>
              </a:buClr>
              <a:buSzPts val="1300"/>
              <a:buFont typeface="Arial" panose="020B0604020202020204" pitchFamily="34" charset="0"/>
              <a:buChar char="•"/>
            </a:pPr>
            <a:r>
              <a:rPr lang="en" dirty="0">
                <a:solidFill>
                  <a:schemeClr val="lt1"/>
                </a:solidFill>
                <a:latin typeface="Gothic A1"/>
                <a:ea typeface="Gothic A1"/>
                <a:cs typeface="Gothic A1"/>
                <a:sym typeface="Gothic A1"/>
              </a:rPr>
              <a:t>Include interaction terms to capture more complex relationships or using other variables included in the dataset</a:t>
            </a:r>
            <a:endParaRPr dirty="0">
              <a:solidFill>
                <a:schemeClr val="lt1"/>
              </a:solidFill>
              <a:latin typeface="Gothic A1"/>
              <a:ea typeface="Gothic A1"/>
              <a:cs typeface="Gothic A1"/>
              <a:sym typeface="Gothic A1"/>
            </a:endParaRPr>
          </a:p>
          <a:p>
            <a:pPr marL="0" lvl="0" indent="0" algn="l" rtl="0">
              <a:spcBef>
                <a:spcPts val="1200"/>
              </a:spcBef>
              <a:spcAft>
                <a:spcPts val="0"/>
              </a:spcAft>
              <a:buNone/>
            </a:pPr>
            <a:endParaRPr dirty="0">
              <a:solidFill>
                <a:schemeClr val="lt1"/>
              </a:solidFill>
              <a:latin typeface="Gothic A1"/>
              <a:ea typeface="Gothic A1"/>
              <a:cs typeface="Gothic A1"/>
              <a:sym typeface="Gothic A1"/>
            </a:endParaRPr>
          </a:p>
        </p:txBody>
      </p:sp>
    </p:spTree>
  </p:cSld>
  <p:clrMapOvr>
    <a:masterClrMapping/>
  </p:clrMapOvr>
</p:sld>
</file>

<file path=ppt/theme/theme1.xml><?xml version="1.0" encoding="utf-8"?>
<a:theme xmlns:a="http://schemas.openxmlformats.org/drawingml/2006/main" name="The Importance of Rest and Sleep by Slidesgo">
  <a:themeElements>
    <a:clrScheme name="Simple Light">
      <a:dk1>
        <a:srgbClr val="FCECCB"/>
      </a:dk1>
      <a:lt1>
        <a:srgbClr val="FFFFFF"/>
      </a:lt1>
      <a:dk2>
        <a:srgbClr val="00132F"/>
      </a:dk2>
      <a:lt2>
        <a:srgbClr val="3A75FB"/>
      </a:lt2>
      <a:accent1>
        <a:srgbClr val="7CA6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1867</Words>
  <Application>Microsoft Macintosh PowerPoint</Application>
  <PresentationFormat>On-screen Show (16:9)</PresentationFormat>
  <Paragraphs>196</Paragraphs>
  <Slides>13</Slides>
  <Notes>13</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13</vt:i4>
      </vt:variant>
    </vt:vector>
  </HeadingPairs>
  <TitlesOfParts>
    <vt:vector size="26" baseType="lpstr">
      <vt:lpstr>Anton</vt:lpstr>
      <vt:lpstr>Gothic A1</vt:lpstr>
      <vt:lpstr>Roboto Mono</vt:lpstr>
      <vt:lpstr>Jost Medium</vt:lpstr>
      <vt:lpstr>Mulish SemiBold</vt:lpstr>
      <vt:lpstr>Arial</vt:lpstr>
      <vt:lpstr>Jost</vt:lpstr>
      <vt:lpstr>Gothic A1 Light</vt:lpstr>
      <vt:lpstr>Roboto</vt:lpstr>
      <vt:lpstr>Roboto Condensed Light</vt:lpstr>
      <vt:lpstr>Gothic A1 Medium</vt:lpstr>
      <vt:lpstr>Nunito Light</vt:lpstr>
      <vt:lpstr>The Importance of Rest and Sleep by Slidesgo</vt:lpstr>
      <vt:lpstr>Introduction</vt:lpstr>
      <vt:lpstr>The Data </vt:lpstr>
      <vt:lpstr>Data Wrangling</vt:lpstr>
      <vt:lpstr>Creating the Models</vt:lpstr>
      <vt:lpstr>Assessing the Simple Model Features: Age</vt:lpstr>
      <vt:lpstr>Assessing the Simple Model Features: Gender</vt:lpstr>
      <vt:lpstr>Assessing the Simple Model Features: Poverty Index</vt:lpstr>
      <vt:lpstr>Evaluating the Full Simple Model</vt:lpstr>
      <vt:lpstr>Assumptions for Simple Model</vt:lpstr>
      <vt:lpstr>Expanding Model</vt:lpstr>
      <vt:lpstr>Evaluating the Full Complex Model </vt:lpstr>
      <vt:lpstr>Assumptions for Complex Model</vt:lpstr>
      <vt:lpstr>Recommendations for Improvement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cp:lastModifiedBy>nichol flowers</cp:lastModifiedBy>
  <cp:revision>2</cp:revision>
  <dcterms:modified xsi:type="dcterms:W3CDTF">2026-06-06T19:19:33Z</dcterms:modified>
</cp:coreProperties>
</file>