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2" r:id="rId4"/>
    <p:sldMasterId id="2147483683"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Lst>
  <p:sldSz cy="5143500" cx="9144000"/>
  <p:notesSz cx="6858000" cy="9144000"/>
  <p:embeddedFontLst>
    <p:embeddedFont>
      <p:font typeface="Anton"/>
      <p:regular r:id="rId78"/>
    </p:embeddedFont>
    <p:embeddedFont>
      <p:font typeface="Proxima Nova"/>
      <p:regular r:id="rId79"/>
      <p:bold r:id="rId80"/>
      <p:italic r:id="rId81"/>
      <p:boldItalic r:id="rId82"/>
    </p:embeddedFont>
    <p:embeddedFont>
      <p:font typeface="Roboto"/>
      <p:regular r:id="rId83"/>
      <p:bold r:id="rId84"/>
      <p:italic r:id="rId85"/>
      <p:boldItalic r:id="rId86"/>
    </p:embeddedFont>
    <p:embeddedFont>
      <p:font typeface="Roboto Medium"/>
      <p:regular r:id="rId87"/>
      <p:bold r:id="rId88"/>
      <p:italic r:id="rId89"/>
      <p:boldItalic r:id="rId90"/>
    </p:embeddedFont>
    <p:embeddedFont>
      <p:font typeface="Amatic SC"/>
      <p:regular r:id="rId91"/>
      <p:bold r:id="rId92"/>
    </p:embeddedFont>
    <p:embeddedFont>
      <p:font typeface="Jost"/>
      <p:regular r:id="rId93"/>
      <p:bold r:id="rId94"/>
      <p:italic r:id="rId95"/>
      <p:boldItalic r:id="rId96"/>
    </p:embeddedFont>
    <p:embeddedFont>
      <p:font typeface="Gothic A1"/>
      <p:regular r:id="rId97"/>
      <p:bold r:id="rId98"/>
    </p:embeddedFont>
    <p:embeddedFont>
      <p:font typeface="Gothic A1 Medium"/>
      <p:regular r:id="rId99"/>
      <p:bold r:id="rId100"/>
    </p:embeddedFont>
    <p:embeddedFont>
      <p:font typeface="Jost Medium"/>
      <p:regular r:id="rId101"/>
      <p:bold r:id="rId102"/>
      <p:italic r:id="rId103"/>
      <p:boldItalic r:id="rId104"/>
    </p:embeddedFont>
    <p:embeddedFont>
      <p:font typeface="PT Sans"/>
      <p:regular r:id="rId105"/>
      <p:bold r:id="rId106"/>
      <p:italic r:id="rId107"/>
      <p:boldItalic r:id="rId108"/>
    </p:embeddedFont>
    <p:embeddedFont>
      <p:font typeface="Roboto Mono"/>
      <p:regular r:id="rId109"/>
      <p:bold r:id="rId110"/>
      <p:italic r:id="rId111"/>
      <p:boldItalic r:id="rId11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D0B651-03DF-4497-BCE3-E2327ABBB25E}">
  <a:tblStyle styleId="{04D0B651-03DF-4497-BCE3-E2327ABBB25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07" Type="http://schemas.openxmlformats.org/officeDocument/2006/relationships/font" Target="fonts/PTSans-italic.fntdata"/><Relationship Id="rId106" Type="http://schemas.openxmlformats.org/officeDocument/2006/relationships/font" Target="fonts/PTSans-bold.fntdata"/><Relationship Id="rId105" Type="http://schemas.openxmlformats.org/officeDocument/2006/relationships/font" Target="fonts/PTSans-regular.fntdata"/><Relationship Id="rId104" Type="http://schemas.openxmlformats.org/officeDocument/2006/relationships/font" Target="fonts/JostMedium-boldItalic.fntdata"/><Relationship Id="rId109" Type="http://schemas.openxmlformats.org/officeDocument/2006/relationships/font" Target="fonts/RobotoMono-regular.fntdata"/><Relationship Id="rId108" Type="http://schemas.openxmlformats.org/officeDocument/2006/relationships/font" Target="fonts/PTSans-boldItalic.fntdata"/><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103" Type="http://schemas.openxmlformats.org/officeDocument/2006/relationships/font" Target="fonts/JostMedium-italic.fntdata"/><Relationship Id="rId102" Type="http://schemas.openxmlformats.org/officeDocument/2006/relationships/font" Target="fonts/JostMedium-bold.fntdata"/><Relationship Id="rId101" Type="http://schemas.openxmlformats.org/officeDocument/2006/relationships/font" Target="fonts/JostMedium-regular.fntdata"/><Relationship Id="rId100" Type="http://schemas.openxmlformats.org/officeDocument/2006/relationships/font" Target="fonts/GothicA1Medium-bold.fntdata"/><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95" Type="http://schemas.openxmlformats.org/officeDocument/2006/relationships/font" Target="fonts/Jost-italic.fntdata"/><Relationship Id="rId94" Type="http://schemas.openxmlformats.org/officeDocument/2006/relationships/font" Target="fonts/Jost-bold.fntdata"/><Relationship Id="rId97" Type="http://schemas.openxmlformats.org/officeDocument/2006/relationships/font" Target="fonts/GothicA1-regular.fntdata"/><Relationship Id="rId96" Type="http://schemas.openxmlformats.org/officeDocument/2006/relationships/font" Target="fonts/Jost-boldItalic.fntdata"/><Relationship Id="rId11" Type="http://schemas.openxmlformats.org/officeDocument/2006/relationships/slide" Target="slides/slide5.xml"/><Relationship Id="rId99" Type="http://schemas.openxmlformats.org/officeDocument/2006/relationships/font" Target="fonts/GothicA1Medium-regular.fntdata"/><Relationship Id="rId10" Type="http://schemas.openxmlformats.org/officeDocument/2006/relationships/slide" Target="slides/slide4.xml"/><Relationship Id="rId98" Type="http://schemas.openxmlformats.org/officeDocument/2006/relationships/font" Target="fonts/GothicA1-bold.fntdata"/><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font" Target="fonts/AmaticSC-regular.fntdata"/><Relationship Id="rId90" Type="http://schemas.openxmlformats.org/officeDocument/2006/relationships/font" Target="fonts/RobotoMedium-boldItalic.fntdata"/><Relationship Id="rId93" Type="http://schemas.openxmlformats.org/officeDocument/2006/relationships/font" Target="fonts/Jost-regular.fntdata"/><Relationship Id="rId92" Type="http://schemas.openxmlformats.org/officeDocument/2006/relationships/font" Target="fonts/AmaticSC-bold.fntdata"/><Relationship Id="rId15" Type="http://schemas.openxmlformats.org/officeDocument/2006/relationships/slide" Target="slides/slide9.xml"/><Relationship Id="rId110" Type="http://schemas.openxmlformats.org/officeDocument/2006/relationships/font" Target="fonts/RobotoMono-bold.fntdata"/><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 Id="rId112" Type="http://schemas.openxmlformats.org/officeDocument/2006/relationships/font" Target="fonts/RobotoMono-boldItalic.fntdata"/><Relationship Id="rId111" Type="http://schemas.openxmlformats.org/officeDocument/2006/relationships/font" Target="fonts/RobotoMono-italic.fntdata"/><Relationship Id="rId84" Type="http://schemas.openxmlformats.org/officeDocument/2006/relationships/font" Target="fonts/Roboto-bold.fntdata"/><Relationship Id="rId83" Type="http://schemas.openxmlformats.org/officeDocument/2006/relationships/font" Target="fonts/Roboto-regular.fntdata"/><Relationship Id="rId86" Type="http://schemas.openxmlformats.org/officeDocument/2006/relationships/font" Target="fonts/Roboto-boldItalic.fntdata"/><Relationship Id="rId85" Type="http://schemas.openxmlformats.org/officeDocument/2006/relationships/font" Target="fonts/Roboto-italic.fntdata"/><Relationship Id="rId88" Type="http://schemas.openxmlformats.org/officeDocument/2006/relationships/font" Target="fonts/RobotoMedium-bold.fntdata"/><Relationship Id="rId87" Type="http://schemas.openxmlformats.org/officeDocument/2006/relationships/font" Target="fonts/RobotoMedium-regular.fntdata"/><Relationship Id="rId89" Type="http://schemas.openxmlformats.org/officeDocument/2006/relationships/font" Target="fonts/RobotoMedium-italic.fntdata"/><Relationship Id="rId80" Type="http://schemas.openxmlformats.org/officeDocument/2006/relationships/font" Target="fonts/ProximaNova-bold.fntdata"/><Relationship Id="rId82" Type="http://schemas.openxmlformats.org/officeDocument/2006/relationships/font" Target="fonts/ProximaNova-boldItalic.fntdata"/><Relationship Id="rId81" Type="http://schemas.openxmlformats.org/officeDocument/2006/relationships/font" Target="fonts/ProximaNova-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76" Type="http://schemas.openxmlformats.org/officeDocument/2006/relationships/slide" Target="slides/slide70.xml"/><Relationship Id="rId79" Type="http://schemas.openxmlformats.org/officeDocument/2006/relationships/font" Target="fonts/ProximaNova-regular.fntdata"/><Relationship Id="rId78" Type="http://schemas.openxmlformats.org/officeDocument/2006/relationships/font" Target="fonts/Anton-regular.fntdata"/><Relationship Id="rId71" Type="http://schemas.openxmlformats.org/officeDocument/2006/relationships/slide" Target="slides/slide65.xml"/><Relationship Id="rId70" Type="http://schemas.openxmlformats.org/officeDocument/2006/relationships/slide" Target="slides/slide64.xml"/><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65" Type="http://schemas.openxmlformats.org/officeDocument/2006/relationships/slide" Target="slides/slide59.xml"/><Relationship Id="rId68" Type="http://schemas.openxmlformats.org/officeDocument/2006/relationships/slide" Target="slides/slide62.xml"/><Relationship Id="rId67" Type="http://schemas.openxmlformats.org/officeDocument/2006/relationships/slide" Target="slides/slide61.xml"/><Relationship Id="rId60" Type="http://schemas.openxmlformats.org/officeDocument/2006/relationships/slide" Target="slides/slide54.xml"/><Relationship Id="rId69" Type="http://schemas.openxmlformats.org/officeDocument/2006/relationships/slide" Target="slides/slide6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54" Type="http://schemas.openxmlformats.org/officeDocument/2006/relationships/slide" Target="slides/slide48.xml"/><Relationship Id="rId57" Type="http://schemas.openxmlformats.org/officeDocument/2006/relationships/slide" Target="slides/slide51.xml"/><Relationship Id="rId56" Type="http://schemas.openxmlformats.org/officeDocument/2006/relationships/slide" Target="slides/slide50.xml"/><Relationship Id="rId59" Type="http://schemas.openxmlformats.org/officeDocument/2006/relationships/slide" Target="slides/slide53.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13c2bc466c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3" name="Google Shape;453;g13c2bc466c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320ded8779e_0_6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320ded8779e_0_6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t/>
            </a:r>
            <a:endParaRPr sz="1000">
              <a:solidFill>
                <a:schemeClr val="dk1"/>
              </a:solidFill>
            </a:endParaRPr>
          </a:p>
          <a:p>
            <a:pPr indent="0" lvl="0" marL="0" rtl="0" algn="l">
              <a:lnSpc>
                <a:spcPct val="115000"/>
              </a:lnSpc>
              <a:spcBef>
                <a:spcPts val="1200"/>
              </a:spcBef>
              <a:spcAft>
                <a:spcPts val="0"/>
              </a:spcAft>
              <a:buNone/>
            </a:pPr>
            <a:r>
              <a:t/>
            </a:r>
            <a:endParaRPr sz="1050">
              <a:solidFill>
                <a:srgbClr val="444746"/>
              </a:solidFill>
              <a:latin typeface="Roboto"/>
              <a:ea typeface="Roboto"/>
              <a:cs typeface="Roboto"/>
              <a:sym typeface="Roboto"/>
            </a:endParaRPr>
          </a:p>
          <a:p>
            <a:pPr indent="0" lvl="0" marL="0" marR="203200" rtl="0" algn="l">
              <a:lnSpc>
                <a:spcPct val="142857"/>
              </a:lnSpc>
              <a:spcBef>
                <a:spcPts val="1200"/>
              </a:spcBef>
              <a:spcAft>
                <a:spcPts val="0"/>
              </a:spcAft>
              <a:buNone/>
            </a:pPr>
            <a:r>
              <a:t/>
            </a:r>
            <a:endParaRPr sz="1050">
              <a:solidFill>
                <a:srgbClr val="444746"/>
              </a:solidFill>
              <a:latin typeface="Roboto"/>
              <a:ea typeface="Roboto"/>
              <a:cs typeface="Roboto"/>
              <a:sym typeface="Roboto"/>
            </a:endParaRPr>
          </a:p>
          <a:p>
            <a:pPr indent="0" lvl="0" marL="0" marR="203200" rtl="0" algn="l">
              <a:lnSpc>
                <a:spcPct val="142857"/>
              </a:lnSpc>
              <a:spcBef>
                <a:spcPts val="0"/>
              </a:spcBef>
              <a:spcAft>
                <a:spcPts val="0"/>
              </a:spcAft>
              <a:buNone/>
            </a:pPr>
            <a:r>
              <a:t/>
            </a:r>
            <a:endParaRPr sz="1050">
              <a:solidFill>
                <a:srgbClr val="444746"/>
              </a:solidFill>
              <a:latin typeface="Roboto"/>
              <a:ea typeface="Roboto"/>
              <a:cs typeface="Roboto"/>
              <a:sym typeface="Roboto"/>
            </a:endParaRPr>
          </a:p>
          <a:p>
            <a:pPr indent="0" lvl="0" marL="0" rtl="0" algn="l">
              <a:lnSpc>
                <a:spcPct val="115000"/>
              </a:lnSpc>
              <a:spcBef>
                <a:spcPts val="0"/>
              </a:spcBef>
              <a:spcAft>
                <a:spcPts val="0"/>
              </a:spcAft>
              <a:buNone/>
            </a:pPr>
            <a:r>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g320ded8779e_0_5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1" name="Google Shape;511;g320ded8779e_0_5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1200"/>
              </a:spcAft>
              <a:buClr>
                <a:schemeClr val="dk1"/>
              </a:buClr>
              <a:buSzPts val="1100"/>
              <a:buFont typeface="Arial"/>
              <a:buNone/>
            </a:pPr>
            <a:r>
              <a:rPr lang="en" sz="1000">
                <a:solidFill>
                  <a:schemeClr val="dk1"/>
                </a:solidFill>
              </a:rPr>
              <a:t>This analysis uses data from the CDC National Health &amp; Nutrition Examination Survey (NHANES), a comprehensive program designed to assess the health and nutritional status of the U.S. population throughinterviews and physical examinations.</a:t>
            </a:r>
            <a:endParaRPr sz="1000">
              <a:solidFill>
                <a:schemeClr val="dk1"/>
              </a:solidFil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31d5978fdf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31d5978fdf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 name="Shape 550"/>
        <p:cNvGrpSpPr/>
        <p:nvPr/>
      </p:nvGrpSpPr>
      <p:grpSpPr>
        <a:xfrm>
          <a:off x="0" y="0"/>
          <a:ext cx="0" cy="0"/>
          <a:chOff x="0" y="0"/>
          <a:chExt cx="0" cy="0"/>
        </a:xfrm>
      </p:grpSpPr>
      <p:sp>
        <p:nvSpPr>
          <p:cNvPr id="551" name="Google Shape;551;g31d6e4e399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2" name="Google Shape;552;g31d6e4e399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300"/>
              <a:t>These are the features we will be including in our models:</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rPr lang="en" sz="1300"/>
              <a:t>These are variables we thought would have an impact on sleep so throughout the next few slides, we will be </a:t>
            </a:r>
            <a:r>
              <a:rPr lang="en" sz="1300"/>
              <a:t>assessing</a:t>
            </a:r>
            <a:r>
              <a:rPr lang="en" sz="1300"/>
              <a:t> how well or not well these variables do affect sleep.</a:t>
            </a:r>
            <a:endParaRPr sz="1300"/>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g31d6e4e399c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8" name="Google Shape;558;g31d6e4e399c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04800" lvl="0" marL="457200" rtl="0" algn="l">
              <a:spcBef>
                <a:spcPts val="0"/>
              </a:spcBef>
              <a:spcAft>
                <a:spcPts val="0"/>
              </a:spcAft>
              <a:buSzPts val="1200"/>
              <a:buAutoNum type="arabicPeriod"/>
            </a:pPr>
            <a:r>
              <a:rPr lang="en" sz="1200"/>
              <a:t>First we will be analyzing the age feature in the model. </a:t>
            </a:r>
            <a:endParaRPr sz="1200"/>
          </a:p>
          <a:p>
            <a:pPr indent="-304800" lvl="0" marL="457200" rtl="0" algn="l">
              <a:spcBef>
                <a:spcPts val="0"/>
              </a:spcBef>
              <a:spcAft>
                <a:spcPts val="0"/>
              </a:spcAft>
              <a:buSzPts val="1200"/>
              <a:buAutoNum type="arabicPeriod"/>
            </a:pPr>
            <a:r>
              <a:rPr lang="en" sz="1200"/>
              <a:t>After plotting age against sleep, we see t</a:t>
            </a:r>
            <a:r>
              <a:rPr lang="en" sz="1200"/>
              <a:t>here is no obvious linear trend between age and sleep hours. However, the variation in sleep hours across age is fairly consistent, suggesting that age might have a weak or nonlinear effect on sleep duration. </a:t>
            </a:r>
            <a:endParaRPr sz="1200"/>
          </a:p>
          <a:p>
            <a:pPr indent="-304800" lvl="0" marL="457200" rtl="0" algn="l">
              <a:spcBef>
                <a:spcPts val="0"/>
              </a:spcBef>
              <a:spcAft>
                <a:spcPts val="0"/>
              </a:spcAft>
              <a:buSzPts val="1200"/>
              <a:buAutoNum type="arabicPeriod"/>
            </a:pPr>
            <a:r>
              <a:rPr lang="en" sz="1200"/>
              <a:t>We wanted to explore a quadratic transformation to capture any </a:t>
            </a:r>
            <a:r>
              <a:rPr lang="en" sz="1200"/>
              <a:t>potential</a:t>
            </a:r>
            <a:r>
              <a:rPr lang="en" sz="1200"/>
              <a:t> </a:t>
            </a:r>
            <a:r>
              <a:rPr lang="en" sz="1200"/>
              <a:t>curved</a:t>
            </a:r>
            <a:r>
              <a:rPr lang="en" sz="1200"/>
              <a:t> relationship. </a:t>
            </a:r>
            <a:endParaRPr sz="1200"/>
          </a:p>
          <a:p>
            <a:pPr indent="-304800" lvl="0" marL="457200" rtl="0" algn="l">
              <a:spcBef>
                <a:spcPts val="0"/>
              </a:spcBef>
              <a:spcAft>
                <a:spcPts val="0"/>
              </a:spcAft>
              <a:buSzPts val="1200"/>
              <a:buAutoNum type="arabicPeriod"/>
            </a:pPr>
            <a:r>
              <a:rPr lang="en" sz="1200"/>
              <a:t>The quadratic model better captures potential non-linear patterns in the data compared to the linear model.</a:t>
            </a:r>
            <a:endParaRPr sz="1200"/>
          </a:p>
          <a:p>
            <a:pPr indent="-304800" lvl="0" marL="457200" rtl="0" algn="l">
              <a:spcBef>
                <a:spcPts val="0"/>
              </a:spcBef>
              <a:spcAft>
                <a:spcPts val="0"/>
              </a:spcAft>
              <a:buSzPts val="1200"/>
              <a:buAutoNum type="arabicPeriod"/>
            </a:pPr>
            <a:r>
              <a:rPr lang="en" sz="1200"/>
              <a:t>However, the improvement is small (Adjusted R-squared increased from 0.002 to 0.021), suggesting that age still explains only a tiny portion of the variance in sleep hours but the quadratic model better fits the data but still has limited explanatory power.</a:t>
            </a:r>
            <a:endParaRPr sz="1200"/>
          </a:p>
          <a:p>
            <a:pPr indent="-304800" lvl="0" marL="457200" rtl="0" algn="l">
              <a:spcBef>
                <a:spcPts val="0"/>
              </a:spcBef>
              <a:spcAft>
                <a:spcPts val="0"/>
              </a:spcAft>
              <a:buSzPts val="1200"/>
              <a:buAutoNum type="arabicPeriod"/>
            </a:pPr>
            <a:r>
              <a:rPr lang="en" sz="1200"/>
              <a:t>We decided to still keep this variable in the model since we can add other variables (e.g., gender, poverty index) to improve the model's performance.</a:t>
            </a:r>
            <a:endParaRPr sz="1200"/>
          </a:p>
          <a:p>
            <a:pPr indent="-304800" lvl="0" marL="457200" rtl="0" algn="l">
              <a:spcBef>
                <a:spcPts val="0"/>
              </a:spcBef>
              <a:spcAft>
                <a:spcPts val="0"/>
              </a:spcAft>
              <a:buSzPts val="1200"/>
              <a:buAutoNum type="arabicPeriod"/>
            </a:pPr>
            <a:r>
              <a:t/>
            </a:r>
            <a:endParaRPr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g31d6e4e399c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0" name="Google Shape;570;g31d6e4e399c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a:p>
            <a:pPr indent="-304800" lvl="0" marL="457200" rtl="0" algn="l">
              <a:spcBef>
                <a:spcPts val="0"/>
              </a:spcBef>
              <a:spcAft>
                <a:spcPts val="0"/>
              </a:spcAft>
              <a:buSzPts val="1200"/>
              <a:buAutoNum type="arabicPeriod"/>
            </a:pPr>
            <a:r>
              <a:rPr lang="en" sz="1200"/>
              <a:t>Next, we analyzed the gender variable. </a:t>
            </a:r>
            <a:endParaRPr sz="1200"/>
          </a:p>
          <a:p>
            <a:pPr indent="-304800" lvl="0" marL="457200" rtl="0" algn="l">
              <a:spcBef>
                <a:spcPts val="0"/>
              </a:spcBef>
              <a:spcAft>
                <a:spcPts val="0"/>
              </a:spcAft>
              <a:buSzPts val="1200"/>
              <a:buAutoNum type="arabicPeriod"/>
            </a:pPr>
            <a:r>
              <a:rPr lang="en" sz="1200"/>
              <a:t>Looking at the plots here, t</a:t>
            </a:r>
            <a:r>
              <a:rPr lang="en" sz="1200"/>
              <a:t>he median sleep hours for Males (Gender = 1) and Females (Gender = 0) appear very close, suggesting minimal differences.</a:t>
            </a:r>
            <a:endParaRPr sz="1200"/>
          </a:p>
          <a:p>
            <a:pPr indent="-304800" lvl="0" marL="457200" rtl="0" algn="l">
              <a:spcBef>
                <a:spcPts val="0"/>
              </a:spcBef>
              <a:spcAft>
                <a:spcPts val="0"/>
              </a:spcAft>
              <a:buSzPts val="1200"/>
              <a:buAutoNum type="arabicPeriod"/>
            </a:pPr>
            <a:r>
              <a:rPr lang="en" sz="1200">
                <a:solidFill>
                  <a:schemeClr val="dk1"/>
                </a:solidFill>
              </a:rPr>
              <a:t>The interquartile range (IQR) and spread of the data are also similar between the two genders, </a:t>
            </a:r>
            <a:r>
              <a:rPr lang="en" sz="1200"/>
              <a:t>indicating that extreme sleep values are equally distributed.</a:t>
            </a:r>
            <a:endParaRPr sz="1200"/>
          </a:p>
          <a:p>
            <a:pPr indent="-304800" lvl="0" marL="457200" rtl="0" algn="l">
              <a:spcBef>
                <a:spcPts val="0"/>
              </a:spcBef>
              <a:spcAft>
                <a:spcPts val="0"/>
              </a:spcAft>
              <a:buSzPts val="1200"/>
              <a:buAutoNum type="arabicPeriod"/>
            </a:pPr>
            <a:r>
              <a:rPr lang="en" sz="1200">
                <a:solidFill>
                  <a:schemeClr val="dk1"/>
                </a:solidFill>
              </a:rPr>
              <a:t>Since Gender is categorical we will not apply transformations. </a:t>
            </a:r>
            <a:endParaRPr sz="1200">
              <a:solidFill>
                <a:schemeClr val="dk1"/>
              </a:solidFill>
            </a:endParaRPr>
          </a:p>
          <a:p>
            <a:pPr indent="-304800" lvl="0" marL="457200" rtl="0" algn="l">
              <a:spcBef>
                <a:spcPts val="0"/>
              </a:spcBef>
              <a:spcAft>
                <a:spcPts val="0"/>
              </a:spcAft>
              <a:buSzPts val="1200"/>
              <a:buAutoNum type="arabicPeriod"/>
            </a:pPr>
            <a:r>
              <a:rPr lang="en" sz="1200"/>
              <a:t>The p-value for the coefficient is </a:t>
            </a:r>
            <a:r>
              <a:rPr lang="en" sz="1200"/>
              <a:t>0.137, which is not statistically significant (p &gt; 0.05). This means that the observed difference in sleep hours between Males and Females could easily be due to chance.</a:t>
            </a:r>
            <a:endParaRPr sz="1200"/>
          </a:p>
          <a:p>
            <a:pPr indent="-304800" lvl="0" marL="457200" rtl="0" algn="l">
              <a:spcBef>
                <a:spcPts val="0"/>
              </a:spcBef>
              <a:spcAft>
                <a:spcPts val="0"/>
              </a:spcAft>
              <a:buSzPts val="1200"/>
              <a:buAutoNum type="arabicPeriod"/>
            </a:pPr>
            <a:r>
              <a:rPr lang="en" sz="1200">
                <a:solidFill>
                  <a:schemeClr val="dk1"/>
                </a:solidFill>
              </a:rPr>
              <a:t>And the F-statistic p-value (0.1367): This suggests the overall model is not statistically significant, further confirming that Gender is not a strong predictor of Sleep Hours.</a:t>
            </a:r>
            <a:endParaRPr sz="1200">
              <a:solidFill>
                <a:schemeClr val="dk1"/>
              </a:solidFill>
            </a:endParaRPr>
          </a:p>
          <a:p>
            <a:pPr indent="-304800" lvl="0" marL="457200" rtl="0" algn="l">
              <a:spcBef>
                <a:spcPts val="0"/>
              </a:spcBef>
              <a:spcAft>
                <a:spcPts val="0"/>
              </a:spcAft>
              <a:buSzPts val="1200"/>
              <a:buAutoNum type="arabicPeriod"/>
            </a:pPr>
            <a:r>
              <a:rPr lang="en" sz="1200"/>
              <a:t>While Gender alone might not significantly predict Sleep Hours, its relationship could change when combined with other predictors (e.g., Gender might affect sleep differently depending on Age or Poverty Index).</a:t>
            </a:r>
            <a:endParaRPr sz="1200"/>
          </a:p>
          <a:p>
            <a:pPr indent="0" lvl="0" marL="0" rtl="0" algn="l">
              <a:spcBef>
                <a:spcPts val="0"/>
              </a:spcBef>
              <a:spcAft>
                <a:spcPts val="0"/>
              </a:spcAft>
              <a:buClr>
                <a:schemeClr val="dk1"/>
              </a:buClr>
              <a:buSzPts val="1100"/>
              <a:buFont typeface="Arial"/>
              <a:buNone/>
            </a:pPr>
            <a:r>
              <a:rPr lang="en" sz="1200"/>
              <a:t>                                                                      </a:t>
            </a:r>
            <a:endParaRPr sz="1200"/>
          </a:p>
          <a:p>
            <a:pPr indent="0" lvl="0" marL="0" rtl="0" algn="l">
              <a:spcBef>
                <a:spcPts val="0"/>
              </a:spcBef>
              <a:spcAft>
                <a:spcPts val="0"/>
              </a:spcAft>
              <a:buClr>
                <a:schemeClr val="dk1"/>
              </a:buClr>
              <a:buSzPts val="1100"/>
              <a:buFont typeface="Arial"/>
              <a:buNone/>
            </a:pPr>
            <a:r>
              <a:t/>
            </a:r>
            <a:endParaRPr sz="1200"/>
          </a:p>
          <a:p>
            <a:pPr indent="0" lvl="0" marL="0" rtl="0" algn="l">
              <a:spcBef>
                <a:spcPts val="0"/>
              </a:spcBef>
              <a:spcAft>
                <a:spcPts val="0"/>
              </a:spcAft>
              <a:buNone/>
            </a:pPr>
            <a:r>
              <a:t/>
            </a:r>
            <a:endParaRPr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5" name="Shape 575"/>
        <p:cNvGrpSpPr/>
        <p:nvPr/>
      </p:nvGrpSpPr>
      <p:grpSpPr>
        <a:xfrm>
          <a:off x="0" y="0"/>
          <a:ext cx="0" cy="0"/>
          <a:chOff x="0" y="0"/>
          <a:chExt cx="0" cy="0"/>
        </a:xfrm>
      </p:grpSpPr>
      <p:sp>
        <p:nvSpPr>
          <p:cNvPr id="576" name="Google Shape;576;g31d6e4e399c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7" name="Google Shape;577;g31d6e4e399c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04800" lvl="0" marL="457200" rtl="0" algn="l">
              <a:spcBef>
                <a:spcPts val="0"/>
              </a:spcBef>
              <a:spcAft>
                <a:spcPts val="0"/>
              </a:spcAft>
              <a:buSzPts val="1200"/>
              <a:buAutoNum type="arabicPeriod"/>
            </a:pPr>
            <a:r>
              <a:rPr lang="en" sz="1200"/>
              <a:t>Lastly we analyzed the Poverty Index dummy variable.</a:t>
            </a:r>
            <a:endParaRPr sz="1200"/>
          </a:p>
          <a:p>
            <a:pPr indent="-304800" lvl="0" marL="457200" rtl="0" algn="l">
              <a:spcBef>
                <a:spcPts val="0"/>
              </a:spcBef>
              <a:spcAft>
                <a:spcPts val="0"/>
              </a:spcAft>
              <a:buSzPts val="1200"/>
              <a:buAutoNum type="arabicPeriod"/>
            </a:pPr>
            <a:r>
              <a:rPr lang="en" sz="1200">
                <a:solidFill>
                  <a:schemeClr val="dk1"/>
                </a:solidFill>
              </a:rPr>
              <a:t>The interquartile range (IQR) and spread of sleep hours are very similar across the two groups, with no dramatic differences in variability.</a:t>
            </a:r>
            <a:endParaRPr sz="1200">
              <a:solidFill>
                <a:schemeClr val="dk1"/>
              </a:solidFill>
            </a:endParaRPr>
          </a:p>
          <a:p>
            <a:pPr indent="-304800" lvl="0" marL="457200" rtl="0" algn="l">
              <a:spcBef>
                <a:spcPts val="0"/>
              </a:spcBef>
              <a:spcAft>
                <a:spcPts val="0"/>
              </a:spcAft>
              <a:buSzPts val="1200"/>
              <a:buAutoNum type="arabicPeriod"/>
            </a:pPr>
            <a:r>
              <a:rPr lang="en" sz="1200">
                <a:solidFill>
                  <a:schemeClr val="dk1"/>
                </a:solidFill>
              </a:rPr>
              <a:t>This suggests a potential small difference in sleep hours based on the Poverty Index.</a:t>
            </a:r>
            <a:endParaRPr sz="1200">
              <a:solidFill>
                <a:schemeClr val="dk1"/>
              </a:solidFill>
            </a:endParaRPr>
          </a:p>
          <a:p>
            <a:pPr indent="-304800" lvl="0" marL="457200" rtl="0" algn="l">
              <a:spcBef>
                <a:spcPts val="0"/>
              </a:spcBef>
              <a:spcAft>
                <a:spcPts val="0"/>
              </a:spcAft>
              <a:buClr>
                <a:schemeClr val="dk1"/>
              </a:buClr>
              <a:buSzPts val="1200"/>
              <a:buAutoNum type="arabicPeriod"/>
            </a:pPr>
            <a:r>
              <a:rPr lang="en" sz="1200">
                <a:solidFill>
                  <a:schemeClr val="dk1"/>
                </a:solidFill>
              </a:rPr>
              <a:t>The p-value for the Poverty_index_binary coefficient is 0.0403, which is statistically significant (p &lt; 0.05). This suggests that the difference in sleep hours is unlikely to be due to random chance, although the effect size is very small.</a:t>
            </a:r>
            <a:endParaRPr sz="1200">
              <a:solidFill>
                <a:schemeClr val="dk1"/>
              </a:solidFill>
            </a:endParaRPr>
          </a:p>
          <a:p>
            <a:pPr indent="-304800" lvl="0" marL="457200" rtl="0" algn="l">
              <a:spcBef>
                <a:spcPts val="0"/>
              </a:spcBef>
              <a:spcAft>
                <a:spcPts val="0"/>
              </a:spcAft>
              <a:buClr>
                <a:schemeClr val="dk1"/>
              </a:buClr>
              <a:buSzPts val="1200"/>
              <a:buAutoNum type="arabicPeriod"/>
            </a:pPr>
            <a:r>
              <a:rPr lang="en" sz="1200">
                <a:solidFill>
                  <a:schemeClr val="dk1"/>
                </a:solidFill>
              </a:rPr>
              <a:t>The Adjusted R-squared is extremely low suggesting that while the difference between the groups is statistically significant, the Poverty Index is not a strong predictor of Sleep Hours.</a:t>
            </a:r>
            <a:endParaRPr sz="1200">
              <a:solidFill>
                <a:schemeClr val="dk1"/>
              </a:solidFill>
            </a:endParaRPr>
          </a:p>
          <a:p>
            <a:pPr indent="-304800" lvl="0" marL="457200" rtl="0" algn="l">
              <a:spcBef>
                <a:spcPts val="0"/>
              </a:spcBef>
              <a:spcAft>
                <a:spcPts val="0"/>
              </a:spcAft>
              <a:buClr>
                <a:schemeClr val="dk1"/>
              </a:buClr>
              <a:buSzPts val="1200"/>
              <a:buAutoNum type="arabicPeriod"/>
            </a:pPr>
            <a:r>
              <a:rPr lang="en" sz="1200">
                <a:solidFill>
                  <a:schemeClr val="dk1"/>
                </a:solidFill>
              </a:rPr>
              <a:t>The overall model is statistically significant, but as indicated by the low R-squared, the practical importance of the Poverty Index is still minimal.</a:t>
            </a:r>
            <a:endParaRPr sz="1200">
              <a:solidFill>
                <a:schemeClr val="dk1"/>
              </a:solidFill>
            </a:endParaRPr>
          </a:p>
          <a:p>
            <a:pPr indent="0" lvl="0" marL="457200" rtl="0" algn="l">
              <a:spcBef>
                <a:spcPts val="0"/>
              </a:spcBef>
              <a:spcAft>
                <a:spcPts val="0"/>
              </a:spcAft>
              <a:buNone/>
            </a:pPr>
            <a:r>
              <a:t/>
            </a:r>
            <a:endParaRPr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1d6e4e399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4" name="Google Shape;584;g31d6e4e399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04800" lvl="0" marL="457200" rtl="0" algn="l">
              <a:spcBef>
                <a:spcPts val="0"/>
              </a:spcBef>
              <a:spcAft>
                <a:spcPts val="0"/>
              </a:spcAft>
              <a:buSzPts val="1200"/>
              <a:buAutoNum type="arabicPeriod"/>
            </a:pPr>
            <a:r>
              <a:rPr lang="en" sz="1200"/>
              <a:t>This slide shows the regression summary taking into account all the features previously mentioned. </a:t>
            </a:r>
            <a:endParaRPr sz="1200"/>
          </a:p>
          <a:p>
            <a:pPr indent="-304800" lvl="0" marL="457200" rtl="0" algn="l">
              <a:spcBef>
                <a:spcPts val="0"/>
              </a:spcBef>
              <a:spcAft>
                <a:spcPts val="0"/>
              </a:spcAft>
              <a:buSzPts val="1200"/>
              <a:buAutoNum type="arabicPeriod"/>
            </a:pPr>
            <a:r>
              <a:rPr lang="en" sz="1200">
                <a:solidFill>
                  <a:schemeClr val="dk1"/>
                </a:solidFill>
              </a:rPr>
              <a:t>The model as a whole is statistically significant (p &lt; 0.05), meaning that at least one of the predictors contributes significantly to the model.</a:t>
            </a:r>
            <a:endParaRPr sz="1200">
              <a:solidFill>
                <a:schemeClr val="dk1"/>
              </a:solidFill>
            </a:endParaRPr>
          </a:p>
          <a:p>
            <a:pPr indent="-304800" lvl="0" marL="457200" rtl="0" algn="l">
              <a:spcBef>
                <a:spcPts val="0"/>
              </a:spcBef>
              <a:spcAft>
                <a:spcPts val="0"/>
              </a:spcAft>
              <a:buSzPts val="1200"/>
              <a:buAutoNum type="arabicPeriod"/>
            </a:pPr>
            <a:r>
              <a:rPr lang="en" sz="1200">
                <a:solidFill>
                  <a:schemeClr val="dk1"/>
                </a:solidFill>
              </a:rPr>
              <a:t>The model indicates a weak overall fit but this is not surprising given the nature of the variables and the small effect sizes.</a:t>
            </a:r>
            <a:endParaRPr sz="1200">
              <a:solidFill>
                <a:schemeClr val="dk1"/>
              </a:solidFill>
            </a:endParaRPr>
          </a:p>
          <a:p>
            <a:pPr indent="-304800" lvl="0" marL="457200" rtl="0" algn="l">
              <a:spcBef>
                <a:spcPts val="0"/>
              </a:spcBef>
              <a:spcAft>
                <a:spcPts val="0"/>
              </a:spcAft>
              <a:buSzPts val="1200"/>
              <a:buAutoNum type="arabicPeriod"/>
            </a:pPr>
            <a:r>
              <a:rPr lang="en" sz="1200">
                <a:solidFill>
                  <a:schemeClr val="dk1"/>
                </a:solidFill>
              </a:rPr>
              <a:t>The coefficient for Age and Age^2 is highly significant, the Gender variable is marginially significant, and the poverty index suggests no meaninful impact. </a:t>
            </a:r>
            <a:endParaRPr sz="1200">
              <a:solidFill>
                <a:schemeClr val="dk1"/>
              </a:solidFill>
            </a:endParaRPr>
          </a:p>
          <a:p>
            <a:pPr indent="0" lvl="0" marL="45720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a:t> indicates that as Age increases by one year, Sleep Hours decrease by 0.072 hours, assuming all other variables are held constant.</a:t>
            </a:r>
            <a:endParaRPr/>
          </a:p>
          <a:p>
            <a:pPr indent="0" lvl="0" marL="0" rtl="0" algn="l">
              <a:spcBef>
                <a:spcPts val="0"/>
              </a:spcBef>
              <a:spcAft>
                <a:spcPts val="0"/>
              </a:spcAft>
              <a:buClr>
                <a:schemeClr val="dk1"/>
              </a:buClr>
              <a:buSzPts val="1100"/>
              <a:buFont typeface="Arial"/>
              <a:buNone/>
            </a:pPr>
            <a:r>
              <a:rPr lang="en"/>
              <a:t>p-value &lt; 0.001: Highly significant.</a:t>
            </a:r>
            <a:endParaRPr/>
          </a:p>
          <a:p>
            <a:pPr indent="0" lvl="0" marL="0" rtl="0" algn="l">
              <a:spcBef>
                <a:spcPts val="0"/>
              </a:spcBef>
              <a:spcAft>
                <a:spcPts val="0"/>
              </a:spcAft>
              <a:buClr>
                <a:schemeClr val="dk1"/>
              </a:buClr>
              <a:buSzPts val="1100"/>
              <a:buFont typeface="Arial"/>
              <a:buNone/>
            </a:pPr>
            <a:r>
              <a:rPr lang="en"/>
              <a:t>Age_Squared (7.218e-04):</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Suggests a slight curvature in the relationship between Age and Sleep Hours. As Age increases, the decline in Sleep Hours slows down (non-linear effect).</a:t>
            </a:r>
            <a:endParaRPr/>
          </a:p>
          <a:p>
            <a:pPr indent="0" lvl="0" marL="0" rtl="0" algn="l">
              <a:spcBef>
                <a:spcPts val="0"/>
              </a:spcBef>
              <a:spcAft>
                <a:spcPts val="0"/>
              </a:spcAft>
              <a:buClr>
                <a:schemeClr val="dk1"/>
              </a:buClr>
              <a:buSzPts val="1100"/>
              <a:buFont typeface="Arial"/>
              <a:buNone/>
            </a:pPr>
            <a:r>
              <a:rPr lang="en"/>
              <a:t>p-value &lt; 0.001: Highly significant.</a:t>
            </a:r>
            <a:endParaRPr/>
          </a:p>
          <a:p>
            <a:pPr indent="0" lvl="0" marL="0" rtl="0" algn="l">
              <a:spcBef>
                <a:spcPts val="0"/>
              </a:spcBef>
              <a:spcAft>
                <a:spcPts val="0"/>
              </a:spcAft>
              <a:buClr>
                <a:schemeClr val="dk1"/>
              </a:buClr>
              <a:buSzPts val="1100"/>
              <a:buFont typeface="Arial"/>
              <a:buNone/>
            </a:pPr>
            <a:r>
              <a:rPr lang="en"/>
              <a:t>Gender_Male (2.042e-01):</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Indicates that Males (Gender_Male = 1) sleep 0.204 hours more than Females, assuming other variables are constant.</a:t>
            </a:r>
            <a:endParaRPr/>
          </a:p>
          <a:p>
            <a:pPr indent="0" lvl="0" marL="0" rtl="0" algn="l">
              <a:spcBef>
                <a:spcPts val="0"/>
              </a:spcBef>
              <a:spcAft>
                <a:spcPts val="0"/>
              </a:spcAft>
              <a:buClr>
                <a:schemeClr val="dk1"/>
              </a:buClr>
              <a:buSzPts val="1100"/>
              <a:buFont typeface="Arial"/>
              <a:buNone/>
            </a:pPr>
            <a:r>
              <a:rPr lang="en"/>
              <a:t>p-value = 0.0526: Marginally significant (slightly above the standard 0.05 threshold).</a:t>
            </a:r>
            <a:endParaRPr/>
          </a:p>
          <a:p>
            <a:pPr indent="0" lvl="0" marL="0" rtl="0" algn="l">
              <a:spcBef>
                <a:spcPts val="0"/>
              </a:spcBef>
              <a:spcAft>
                <a:spcPts val="0"/>
              </a:spcAft>
              <a:buClr>
                <a:schemeClr val="dk1"/>
              </a:buClr>
              <a:buSzPts val="1100"/>
              <a:buFont typeface="Arial"/>
              <a:buNone/>
            </a:pPr>
            <a:r>
              <a:rPr lang="en"/>
              <a:t>Poverty_Index_Binary (-2.612e-02):</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Individuals with a High Poverty Index (Poverty_Index_Binary = 1) sleep 0.026 hours less than those with a Low Poverty Index.</a:t>
            </a:r>
            <a:endParaRPr/>
          </a:p>
          <a:p>
            <a:pPr indent="0" lvl="0" marL="0" rtl="0" algn="l">
              <a:spcBef>
                <a:spcPts val="0"/>
              </a:spcBef>
              <a:spcAft>
                <a:spcPts val="0"/>
              </a:spcAft>
              <a:buClr>
                <a:schemeClr val="dk1"/>
              </a:buClr>
              <a:buSzPts val="1100"/>
              <a:buFont typeface="Arial"/>
              <a:buNone/>
            </a:pPr>
            <a:r>
              <a:rPr lang="en"/>
              <a:t>p-value = 0.6356: Not statistically significant, suggesting no meaningful impact.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g31d6e4e399c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1" name="Google Shape;591;g31d6e4e399c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04800" lvl="0" marL="457200" rtl="0" algn="l">
              <a:spcBef>
                <a:spcPts val="0"/>
              </a:spcBef>
              <a:spcAft>
                <a:spcPts val="0"/>
              </a:spcAft>
              <a:buSzPts val="1200"/>
              <a:buAutoNum type="arabicPeriod"/>
            </a:pPr>
            <a:r>
              <a:rPr lang="en" sz="1200"/>
              <a:t>We also checked all the assumptions which I will briefly go over.</a:t>
            </a:r>
            <a:endParaRPr sz="1200"/>
          </a:p>
          <a:p>
            <a:pPr indent="-304800" lvl="0" marL="457200" rtl="0" algn="l">
              <a:spcBef>
                <a:spcPts val="0"/>
              </a:spcBef>
              <a:spcAft>
                <a:spcPts val="0"/>
              </a:spcAft>
              <a:buSzPts val="1200"/>
              <a:buAutoNum type="arabicPeriod"/>
            </a:pPr>
            <a:r>
              <a:rPr lang="en" sz="1200"/>
              <a:t>The linearity assumption appears to be satisfied - however, there is some variability in the residual spread, which we will check further for homoscedasticity.</a:t>
            </a:r>
            <a:endParaRPr sz="1200"/>
          </a:p>
          <a:p>
            <a:pPr indent="-304800" lvl="0" marL="457200" rtl="0" algn="l">
              <a:spcBef>
                <a:spcPts val="0"/>
              </a:spcBef>
              <a:spcAft>
                <a:spcPts val="0"/>
              </a:spcAft>
              <a:buSzPts val="1200"/>
              <a:buAutoNum type="arabicPeriod"/>
            </a:pPr>
            <a:r>
              <a:rPr lang="en" sz="1200">
                <a:solidFill>
                  <a:schemeClr val="dk1"/>
                </a:solidFill>
              </a:rPr>
              <a:t>The residuals are </a:t>
            </a:r>
            <a:r>
              <a:rPr b="1" lang="en" sz="1200">
                <a:solidFill>
                  <a:schemeClr val="dk1"/>
                </a:solidFill>
              </a:rPr>
              <a:t>heteroskedastic</a:t>
            </a:r>
            <a:r>
              <a:rPr lang="en" sz="1200">
                <a:solidFill>
                  <a:schemeClr val="dk1"/>
                </a:solidFill>
              </a:rPr>
              <a:t>, meaning that the variance of the residuals is not constant. </a:t>
            </a:r>
            <a:endParaRPr sz="1200">
              <a:solidFill>
                <a:schemeClr val="dk1"/>
              </a:solidFill>
            </a:endParaRPr>
          </a:p>
          <a:p>
            <a:pPr indent="-304800" lvl="0" marL="457200" rtl="0" algn="l">
              <a:spcBef>
                <a:spcPts val="0"/>
              </a:spcBef>
              <a:spcAft>
                <a:spcPts val="0"/>
              </a:spcAft>
              <a:buClr>
                <a:schemeClr val="dk1"/>
              </a:buClr>
              <a:buSzPts val="1200"/>
              <a:buAutoNum type="arabicPeriod"/>
            </a:pPr>
            <a:r>
              <a:rPr lang="en" sz="1200">
                <a:solidFill>
                  <a:schemeClr val="dk1"/>
                </a:solidFill>
              </a:rPr>
              <a:t>The Q-Q plot shows deviations from the diagonal line at both tails, indicating that the residuals are not perfectly normally distributed which is a common issue in real-world data.</a:t>
            </a:r>
            <a:endParaRPr sz="1200">
              <a:solidFill>
                <a:schemeClr val="dk1"/>
              </a:solidFill>
            </a:endParaRPr>
          </a:p>
          <a:p>
            <a:pPr indent="-304800" lvl="0" marL="457200" rtl="0" algn="l">
              <a:lnSpc>
                <a:spcPct val="115000"/>
              </a:lnSpc>
              <a:spcBef>
                <a:spcPts val="0"/>
              </a:spcBef>
              <a:spcAft>
                <a:spcPts val="0"/>
              </a:spcAft>
              <a:buClr>
                <a:schemeClr val="dk1"/>
              </a:buClr>
              <a:buSzPts val="1200"/>
              <a:buAutoNum type="arabicPeriod"/>
            </a:pPr>
            <a:r>
              <a:rPr lang="en" sz="1200">
                <a:solidFill>
                  <a:schemeClr val="dk1"/>
                </a:solidFill>
              </a:rPr>
              <a:t>The VIF values for </a:t>
            </a:r>
            <a:r>
              <a:rPr lang="en" sz="1200">
                <a:solidFill>
                  <a:srgbClr val="188038"/>
                </a:solidFill>
                <a:latin typeface="Roboto Mono"/>
                <a:ea typeface="Roboto Mono"/>
                <a:cs typeface="Roboto Mono"/>
                <a:sym typeface="Roboto Mono"/>
              </a:rPr>
              <a:t>Age</a:t>
            </a:r>
            <a:r>
              <a:rPr lang="en" sz="1200">
                <a:solidFill>
                  <a:schemeClr val="dk1"/>
                </a:solidFill>
              </a:rPr>
              <a:t> and </a:t>
            </a:r>
            <a:r>
              <a:rPr lang="en" sz="1200">
                <a:solidFill>
                  <a:srgbClr val="188038"/>
                </a:solidFill>
                <a:latin typeface="Roboto Mono"/>
                <a:ea typeface="Roboto Mono"/>
                <a:cs typeface="Roboto Mono"/>
                <a:sym typeface="Roboto Mono"/>
              </a:rPr>
              <a:t>Age_Squared</a:t>
            </a:r>
            <a:r>
              <a:rPr lang="en" sz="1200">
                <a:solidFill>
                  <a:schemeClr val="dk1"/>
                </a:solidFill>
              </a:rPr>
              <a:t> are very high (~37), indicating </a:t>
            </a:r>
            <a:r>
              <a:rPr b="1" lang="en" sz="1200">
                <a:solidFill>
                  <a:schemeClr val="dk1"/>
                </a:solidFill>
              </a:rPr>
              <a:t>severe multicollinearity</a:t>
            </a:r>
            <a:r>
              <a:rPr lang="en" sz="1200">
                <a:solidFill>
                  <a:schemeClr val="dk1"/>
                </a:solidFill>
              </a:rPr>
              <a:t> between these two predictor as expected since they are mathematically related.</a:t>
            </a:r>
            <a:endParaRPr sz="1200">
              <a:solidFill>
                <a:schemeClr val="dk1"/>
              </a:solidFill>
            </a:endParaRPr>
          </a:p>
          <a:p>
            <a:pPr indent="-304800" lvl="0" marL="457200" rtl="0" algn="l">
              <a:lnSpc>
                <a:spcPct val="115000"/>
              </a:lnSpc>
              <a:spcBef>
                <a:spcPts val="0"/>
              </a:spcBef>
              <a:spcAft>
                <a:spcPts val="0"/>
              </a:spcAft>
              <a:buClr>
                <a:schemeClr val="dk1"/>
              </a:buClr>
              <a:buSzPts val="1200"/>
              <a:buAutoNum type="arabicPeriod"/>
            </a:pPr>
            <a:r>
              <a:rPr lang="en" sz="1200">
                <a:solidFill>
                  <a:schemeClr val="dk1"/>
                </a:solidFill>
              </a:rPr>
              <a:t>The VIF values for </a:t>
            </a:r>
            <a:r>
              <a:rPr lang="en" sz="1200">
                <a:solidFill>
                  <a:srgbClr val="188038"/>
                </a:solidFill>
                <a:latin typeface="Roboto Mono"/>
                <a:ea typeface="Roboto Mono"/>
                <a:cs typeface="Roboto Mono"/>
                <a:sym typeface="Roboto Mono"/>
              </a:rPr>
              <a:t>Gender_Male</a:t>
            </a:r>
            <a:r>
              <a:rPr lang="en" sz="1200">
                <a:solidFill>
                  <a:schemeClr val="dk1"/>
                </a:solidFill>
              </a:rPr>
              <a:t> and </a:t>
            </a:r>
            <a:r>
              <a:rPr lang="en" sz="1200">
                <a:solidFill>
                  <a:srgbClr val="188038"/>
                </a:solidFill>
                <a:latin typeface="Roboto Mono"/>
                <a:ea typeface="Roboto Mono"/>
                <a:cs typeface="Roboto Mono"/>
                <a:sym typeface="Roboto Mono"/>
              </a:rPr>
              <a:t>Poverty_Index_Binary</a:t>
            </a:r>
            <a:r>
              <a:rPr lang="en" sz="1200">
                <a:solidFill>
                  <a:schemeClr val="dk1"/>
                </a:solidFill>
              </a:rPr>
              <a:t> are low (&lt; 2), suggesting no multicollinearity issues for these variables.</a:t>
            </a:r>
            <a:endParaRPr sz="1200">
              <a:solidFill>
                <a:schemeClr val="dk1"/>
              </a:solidFill>
            </a:endParaRPr>
          </a:p>
          <a:p>
            <a:pPr indent="0" lvl="0" marL="0" rtl="0" algn="l">
              <a:lnSpc>
                <a:spcPct val="115000"/>
              </a:lnSpc>
              <a:spcBef>
                <a:spcPts val="1200"/>
              </a:spcBef>
              <a:spcAft>
                <a:spcPts val="0"/>
              </a:spcAft>
              <a:buNone/>
            </a:pPr>
            <a:r>
              <a:t/>
            </a:r>
            <a:endParaRPr>
              <a:solidFill>
                <a:schemeClr val="dk1"/>
              </a:solidFill>
            </a:endParaRPr>
          </a:p>
          <a:p>
            <a:pPr indent="0" lvl="0" marL="0" rtl="0" algn="l">
              <a:lnSpc>
                <a:spcPct val="115000"/>
              </a:lnSpc>
              <a:spcBef>
                <a:spcPts val="1200"/>
              </a:spcBef>
              <a:spcAft>
                <a:spcPts val="0"/>
              </a:spcAft>
              <a:buNone/>
            </a:pPr>
            <a:r>
              <a:t/>
            </a:r>
            <a:endParaRPr>
              <a:solidFill>
                <a:schemeClr val="dk1"/>
              </a:solidFill>
            </a:endParaRPr>
          </a:p>
          <a:p>
            <a:pPr indent="-298450" lvl="0" marL="457200" rtl="0" algn="l">
              <a:lnSpc>
                <a:spcPct val="115000"/>
              </a:lnSpc>
              <a:spcBef>
                <a:spcPts val="1200"/>
              </a:spcBef>
              <a:spcAft>
                <a:spcPts val="0"/>
              </a:spcAft>
              <a:buClr>
                <a:schemeClr val="dk1"/>
              </a:buClr>
              <a:buSzPts val="1100"/>
              <a:buChar char="●"/>
            </a:pPr>
            <a:r>
              <a:rPr lang="en">
                <a:solidFill>
                  <a:schemeClr val="dk1"/>
                </a:solidFill>
              </a:rPr>
              <a:t>The high multicollinearity between </a:t>
            </a:r>
            <a:r>
              <a:rPr lang="en">
                <a:solidFill>
                  <a:srgbClr val="188038"/>
                </a:solidFill>
                <a:latin typeface="Roboto Mono"/>
                <a:ea typeface="Roboto Mono"/>
                <a:cs typeface="Roboto Mono"/>
                <a:sym typeface="Roboto Mono"/>
              </a:rPr>
              <a:t>Age</a:t>
            </a:r>
            <a:r>
              <a:rPr lang="en">
                <a:solidFill>
                  <a:schemeClr val="dk1"/>
                </a:solidFill>
              </a:rPr>
              <a:t> and </a:t>
            </a:r>
            <a:r>
              <a:rPr lang="en">
                <a:solidFill>
                  <a:srgbClr val="188038"/>
                </a:solidFill>
                <a:latin typeface="Roboto Mono"/>
                <a:ea typeface="Roboto Mono"/>
                <a:cs typeface="Roboto Mono"/>
                <a:sym typeface="Roboto Mono"/>
              </a:rPr>
              <a:t>Age_Squared</a:t>
            </a:r>
            <a:r>
              <a:rPr lang="en">
                <a:solidFill>
                  <a:schemeClr val="dk1"/>
                </a:solidFill>
              </a:rPr>
              <a:t> is expected, as they are mathematically related. This does not bias the model’s predictions but can make it difficult to interpret individual coefficients.</a:t>
            </a:r>
            <a:endParaRPr>
              <a:solidFill>
                <a:schemeClr val="dk1"/>
              </a:solidFill>
            </a:endParaRPr>
          </a:p>
          <a:p>
            <a:pPr indent="-298450" lvl="0" marL="457200" rtl="0" algn="l">
              <a:spcBef>
                <a:spcPts val="0"/>
              </a:spcBef>
              <a:spcAft>
                <a:spcPts val="0"/>
              </a:spcAft>
              <a:buClr>
                <a:schemeClr val="dk1"/>
              </a:buClr>
              <a:buSzPts val="1100"/>
              <a:buAutoNum type="arabicPeriod"/>
            </a:pPr>
            <a:r>
              <a:t/>
            </a:r>
            <a:endParaRPr>
              <a:solidFill>
                <a:schemeClr val="dk1"/>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g31d6e4e399c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1" name="Google Shape;601;g31d6e4e399c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200"/>
              <a:t>Next, for the complex model we expanded it to include the variable that accounts for physical activity during the week.</a:t>
            </a:r>
            <a:endParaRPr sz="1200"/>
          </a:p>
          <a:p>
            <a:pPr indent="0" lvl="0" marL="0" rtl="0" algn="l">
              <a:spcBef>
                <a:spcPts val="0"/>
              </a:spcBef>
              <a:spcAft>
                <a:spcPts val="0"/>
              </a:spcAft>
              <a:buNone/>
            </a:pPr>
            <a:r>
              <a:t/>
            </a:r>
            <a:endParaRPr sz="1200"/>
          </a:p>
          <a:p>
            <a:pPr indent="0" lvl="0" marL="0" rtl="0" algn="l">
              <a:spcBef>
                <a:spcPts val="0"/>
              </a:spcBef>
              <a:spcAft>
                <a:spcPts val="0"/>
              </a:spcAft>
              <a:buNone/>
            </a:pPr>
            <a:r>
              <a:rPr lang="en" sz="1200"/>
              <a:t>We applied a log transformation to the variable since </a:t>
            </a:r>
            <a:r>
              <a:rPr lang="en" sz="1200">
                <a:solidFill>
                  <a:schemeClr val="dk1"/>
                </a:solidFill>
              </a:rPr>
              <a:t>it is highly skewed, with most data points clustered near </a:t>
            </a:r>
            <a:r>
              <a:rPr b="1" lang="en" sz="1200">
                <a:solidFill>
                  <a:schemeClr val="dk1"/>
                </a:solidFill>
              </a:rPr>
              <a:t>0</a:t>
            </a:r>
            <a:r>
              <a:rPr lang="en" sz="1200">
                <a:solidFill>
                  <a:schemeClr val="dk1"/>
                </a:solidFill>
              </a:rPr>
              <a:t> and a few extreme outliers with very high values.</a:t>
            </a:r>
            <a:endParaRPr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g31d6e4e399c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1" name="Google Shape;611;g31d6e4e399c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11150" lvl="0" marL="457200" rtl="0" algn="l">
              <a:spcBef>
                <a:spcPts val="0"/>
              </a:spcBef>
              <a:spcAft>
                <a:spcPts val="0"/>
              </a:spcAft>
              <a:buSzPts val="1300"/>
              <a:buAutoNum type="arabicPeriod"/>
            </a:pPr>
            <a:r>
              <a:rPr lang="en" sz="1300"/>
              <a:t>The model as a whole is statistically significant, meaning at least one predictor contributes to explaining the variance in Sleep Hours.</a:t>
            </a:r>
            <a:endParaRPr sz="1300"/>
          </a:p>
          <a:p>
            <a:pPr indent="-311150" lvl="0" marL="457200" rtl="0" algn="l">
              <a:spcBef>
                <a:spcPts val="0"/>
              </a:spcBef>
              <a:spcAft>
                <a:spcPts val="0"/>
              </a:spcAft>
              <a:buSzPts val="1300"/>
              <a:buAutoNum type="arabicPeriod"/>
            </a:pPr>
            <a:r>
              <a:rPr lang="en" sz="1300"/>
              <a:t>The quadratic term captures the non-linear relationship between Age and Sleep Hours and it shows that Age is a strong predictor of Sleep Hours.</a:t>
            </a:r>
            <a:endParaRPr sz="1300"/>
          </a:p>
          <a:p>
            <a:pPr indent="-330200" lvl="0" marL="457200" rtl="0" algn="l">
              <a:spcBef>
                <a:spcPts val="0"/>
              </a:spcBef>
              <a:spcAft>
                <a:spcPts val="0"/>
              </a:spcAft>
              <a:buSzPts val="1600"/>
              <a:buAutoNum type="arabicPeriod"/>
            </a:pPr>
            <a:r>
              <a:rPr lang="en" sz="1400">
                <a:solidFill>
                  <a:schemeClr val="dk1"/>
                </a:solidFill>
              </a:rPr>
              <a:t>For every 1-year increase in Age, Sleep Hours decrease by approximately </a:t>
            </a:r>
            <a:r>
              <a:rPr b="1" lang="en" sz="1400">
                <a:solidFill>
                  <a:schemeClr val="dk1"/>
                </a:solidFill>
              </a:rPr>
              <a:t>0.072 hours</a:t>
            </a:r>
            <a:r>
              <a:rPr lang="en" sz="1400">
                <a:solidFill>
                  <a:schemeClr val="dk1"/>
                </a:solidFill>
              </a:rPr>
              <a:t>, holding all other variables constant.</a:t>
            </a:r>
            <a:endParaRPr sz="1600"/>
          </a:p>
          <a:p>
            <a:pPr indent="-311150" lvl="0" marL="457200" rtl="0" algn="l">
              <a:spcBef>
                <a:spcPts val="0"/>
              </a:spcBef>
              <a:spcAft>
                <a:spcPts val="0"/>
              </a:spcAft>
              <a:buSzPts val="1300"/>
              <a:buAutoNum type="arabicPeriod"/>
            </a:pPr>
            <a:r>
              <a:rPr lang="en" sz="1300"/>
              <a:t>However, it seems as though Gender, poverty index, and physical activity may not have a significant impact on sleep hours </a:t>
            </a:r>
            <a:endParaRPr sz="1300"/>
          </a:p>
          <a:p>
            <a:pPr indent="-311150" lvl="0" marL="457200" rtl="0" algn="l">
              <a:spcBef>
                <a:spcPts val="0"/>
              </a:spcBef>
              <a:spcAft>
                <a:spcPts val="0"/>
              </a:spcAft>
              <a:buSzPts val="1300"/>
              <a:buAutoNum type="arabicPeriod"/>
            </a:pPr>
            <a:r>
              <a:t/>
            </a:r>
            <a:endParaRPr sz="1300"/>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g31d6e4e399c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7" name="Google Shape;617;g31d6e4e399c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300">
              <a:solidFill>
                <a:schemeClr val="dk1"/>
              </a:solidFill>
            </a:endParaRPr>
          </a:p>
          <a:p>
            <a:pPr indent="0" lvl="0" marL="0" rtl="0" algn="l">
              <a:spcBef>
                <a:spcPts val="0"/>
              </a:spcBef>
              <a:spcAft>
                <a:spcPts val="0"/>
              </a:spcAft>
              <a:buNone/>
            </a:pPr>
            <a:r>
              <a:rPr b="1" lang="en" sz="1300">
                <a:solidFill>
                  <a:schemeClr val="dk1"/>
                </a:solidFill>
              </a:rPr>
              <a:t>In summary, after assessing the assumptions for this model, it remains almost identical to the assumption plots of the previous model indicating that linearity is satisfied but the other assumptions are not quite met according to the various tests and plots.</a:t>
            </a:r>
            <a:endParaRPr b="1" sz="1300">
              <a:solidFill>
                <a:schemeClr val="dk1"/>
              </a:solidFill>
            </a:endParaRPr>
          </a:p>
          <a:p>
            <a:pPr indent="0" lvl="0" marL="0" rtl="0" algn="l">
              <a:spcBef>
                <a:spcPts val="0"/>
              </a:spcBef>
              <a:spcAft>
                <a:spcPts val="0"/>
              </a:spcAft>
              <a:buNone/>
            </a:pPr>
            <a:r>
              <a:t/>
            </a:r>
            <a:endParaRPr b="1">
              <a:solidFill>
                <a:schemeClr val="dk1"/>
              </a:solidFill>
            </a:endParaRPr>
          </a:p>
          <a:p>
            <a:pPr indent="0" lvl="0" marL="0" rtl="0" algn="l">
              <a:spcBef>
                <a:spcPts val="0"/>
              </a:spcBef>
              <a:spcAft>
                <a:spcPts val="0"/>
              </a:spcAft>
              <a:buNone/>
            </a:pPr>
            <a:r>
              <a:t/>
            </a:r>
            <a:endParaRPr b="1">
              <a:solidFill>
                <a:schemeClr val="dk1"/>
              </a:solidFill>
            </a:endParaRPr>
          </a:p>
          <a:p>
            <a:pPr indent="0" lvl="0" marL="0" rtl="0" algn="l">
              <a:spcBef>
                <a:spcPts val="0"/>
              </a:spcBef>
              <a:spcAft>
                <a:spcPts val="0"/>
              </a:spcAft>
              <a:buNone/>
            </a:pPr>
            <a:r>
              <a:t/>
            </a:r>
            <a:endParaRPr b="1">
              <a:solidFill>
                <a:schemeClr val="dk1"/>
              </a:solidFill>
            </a:endParaRPr>
          </a:p>
          <a:p>
            <a:pPr indent="0" lvl="0" marL="0" rtl="0" algn="l">
              <a:spcBef>
                <a:spcPts val="0"/>
              </a:spcBef>
              <a:spcAft>
                <a:spcPts val="0"/>
              </a:spcAft>
              <a:buNone/>
            </a:pPr>
            <a:r>
              <a:t/>
            </a:r>
            <a:endParaRPr b="1">
              <a:solidFill>
                <a:schemeClr val="dk1"/>
              </a:solidFill>
            </a:endParaRPr>
          </a:p>
          <a:p>
            <a:pPr indent="0" lvl="0" marL="0" rtl="0" algn="l">
              <a:spcBef>
                <a:spcPts val="0"/>
              </a:spcBef>
              <a:spcAft>
                <a:spcPts val="0"/>
              </a:spcAft>
              <a:buNone/>
            </a:pPr>
            <a:r>
              <a:t/>
            </a:r>
            <a:endParaRPr b="1">
              <a:solidFill>
                <a:schemeClr val="dk1"/>
              </a:solidFill>
            </a:endParaRPr>
          </a:p>
          <a:p>
            <a:pPr indent="0" lvl="0" marL="0" rtl="0" algn="l">
              <a:spcBef>
                <a:spcPts val="0"/>
              </a:spcBef>
              <a:spcAft>
                <a:spcPts val="0"/>
              </a:spcAft>
              <a:buNone/>
            </a:pPr>
            <a:r>
              <a:rPr lang="en">
                <a:solidFill>
                  <a:schemeClr val="dk1"/>
                </a:solidFill>
              </a:rPr>
              <a:t>—--</a:t>
            </a:r>
            <a:endParaRPr>
              <a:solidFill>
                <a:schemeClr val="dk1"/>
              </a:solidFill>
            </a:endParaRPr>
          </a:p>
          <a:p>
            <a:pPr indent="-298450" lvl="0" marL="457200" rtl="0" algn="l">
              <a:spcBef>
                <a:spcPts val="0"/>
              </a:spcBef>
              <a:spcAft>
                <a:spcPts val="0"/>
              </a:spcAft>
              <a:buClr>
                <a:schemeClr val="dk1"/>
              </a:buClr>
              <a:buSzPts val="1100"/>
              <a:buAutoNum type="arabicPeriod"/>
            </a:pPr>
            <a:r>
              <a:rPr lang="en">
                <a:solidFill>
                  <a:schemeClr val="dk1"/>
                </a:solidFill>
              </a:rPr>
              <a:t>The spread of residuals across fitted values is fairly even, suggesting no strong non-linear trends.</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
                <a:solidFill>
                  <a:schemeClr val="dk1"/>
                </a:solidFill>
              </a:rPr>
              <a:t>The Breusch-Pagan test result is significant (BP = 101.92, p-value &lt; 2.2e-16), indicating that the null hypothesis of constant variance is rejected.</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The residuals are </a:t>
            </a:r>
            <a:r>
              <a:rPr b="1" lang="en">
                <a:solidFill>
                  <a:schemeClr val="dk1"/>
                </a:solidFill>
              </a:rPr>
              <a:t>heteroskedastic</a:t>
            </a:r>
            <a:r>
              <a:rPr lang="en">
                <a:solidFill>
                  <a:schemeClr val="dk1"/>
                </a:solidFill>
              </a:rPr>
              <a:t>, meaning the variance of residuals is not constant. This violation could affect the reliability of standard errors and p-values.</a:t>
            </a:r>
            <a:endParaRPr>
              <a:solidFill>
                <a:schemeClr val="dk1"/>
              </a:solidFill>
            </a:endParaRPr>
          </a:p>
          <a:p>
            <a:pPr indent="-298450" lvl="0" marL="457200" rtl="0" algn="l">
              <a:spcBef>
                <a:spcPts val="0"/>
              </a:spcBef>
              <a:spcAft>
                <a:spcPts val="0"/>
              </a:spcAft>
              <a:buClr>
                <a:schemeClr val="dk1"/>
              </a:buClr>
              <a:buSzPts val="1100"/>
              <a:buAutoNum type="arabicPeriod"/>
            </a:pPr>
            <a:r>
              <a:rPr lang="en">
                <a:solidFill>
                  <a:schemeClr val="dk1"/>
                </a:solidFill>
              </a:rPr>
              <a:t>The Q-Q plot shows deviations from the diagonal line, especially at both tails, indicating that residuals are not perfectly normally distributed.</a:t>
            </a:r>
            <a:endParaRPr>
              <a:solidFill>
                <a:schemeClr val="dk1"/>
              </a:solidFill>
            </a:endParaRPr>
          </a:p>
          <a:p>
            <a:pPr indent="-298450" lvl="0" marL="457200" rtl="0" algn="l">
              <a:spcBef>
                <a:spcPts val="0"/>
              </a:spcBef>
              <a:spcAft>
                <a:spcPts val="0"/>
              </a:spcAft>
              <a:buClr>
                <a:schemeClr val="dk1"/>
              </a:buClr>
              <a:buSzPts val="1100"/>
              <a:buAutoNum type="arabicPeriod"/>
            </a:pPr>
            <a:r>
              <a:rPr lang="en">
                <a:solidFill>
                  <a:schemeClr val="dk1"/>
                </a:solidFill>
              </a:rPr>
              <a:t>VIF for </a:t>
            </a:r>
            <a:r>
              <a:rPr lang="en">
                <a:solidFill>
                  <a:srgbClr val="188038"/>
                </a:solidFill>
                <a:latin typeface="Roboto Mono"/>
                <a:ea typeface="Roboto Mono"/>
                <a:cs typeface="Roboto Mono"/>
                <a:sym typeface="Roboto Mono"/>
              </a:rPr>
              <a:t>Age</a:t>
            </a:r>
            <a:r>
              <a:rPr lang="en">
                <a:solidFill>
                  <a:schemeClr val="dk1"/>
                </a:solidFill>
              </a:rPr>
              <a:t> and </a:t>
            </a:r>
            <a:r>
              <a:rPr lang="en">
                <a:solidFill>
                  <a:srgbClr val="188038"/>
                </a:solidFill>
                <a:latin typeface="Roboto Mono"/>
                <a:ea typeface="Roboto Mono"/>
                <a:cs typeface="Roboto Mono"/>
                <a:sym typeface="Roboto Mono"/>
              </a:rPr>
              <a:t>Age_Squared</a:t>
            </a:r>
            <a:r>
              <a:rPr lang="en">
                <a:solidFill>
                  <a:schemeClr val="dk1"/>
                </a:solidFill>
              </a:rPr>
              <a:t> remains high (~37), indicating strong multicollinearity between these terms.</a:t>
            </a:r>
            <a:endParaRPr>
              <a:solidFill>
                <a:schemeClr val="dk1"/>
              </a:solidFill>
            </a:endParaRPr>
          </a:p>
          <a:p>
            <a:pPr indent="-298450" lvl="0" marL="457200" rtl="0" algn="l">
              <a:spcBef>
                <a:spcPts val="0"/>
              </a:spcBef>
              <a:spcAft>
                <a:spcPts val="0"/>
              </a:spcAft>
              <a:buClr>
                <a:schemeClr val="dk1"/>
              </a:buClr>
              <a:buSzPts val="1100"/>
              <a:buAutoNum type="arabicPeriod"/>
            </a:pPr>
            <a:r>
              <a:rPr lang="en">
                <a:solidFill>
                  <a:schemeClr val="dk1"/>
                </a:solidFill>
              </a:rPr>
              <a:t>VIF values for </a:t>
            </a:r>
            <a:r>
              <a:rPr lang="en">
                <a:solidFill>
                  <a:srgbClr val="188038"/>
                </a:solidFill>
                <a:latin typeface="Roboto Mono"/>
                <a:ea typeface="Roboto Mono"/>
                <a:cs typeface="Roboto Mono"/>
                <a:sym typeface="Roboto Mono"/>
              </a:rPr>
              <a:t>Gender_Male</a:t>
            </a:r>
            <a:r>
              <a:rPr lang="en">
                <a:solidFill>
                  <a:schemeClr val="dk1"/>
                </a:solidFill>
              </a:rPr>
              <a:t>, </a:t>
            </a:r>
            <a:r>
              <a:rPr lang="en">
                <a:solidFill>
                  <a:srgbClr val="188038"/>
                </a:solidFill>
                <a:latin typeface="Roboto Mono"/>
                <a:ea typeface="Roboto Mono"/>
                <a:cs typeface="Roboto Mono"/>
                <a:sym typeface="Roboto Mono"/>
              </a:rPr>
              <a:t>Poverty_Index_Binary</a:t>
            </a:r>
            <a:r>
              <a:rPr lang="en">
                <a:solidFill>
                  <a:schemeClr val="dk1"/>
                </a:solidFill>
              </a:rPr>
              <a:t>, and </a:t>
            </a:r>
            <a:r>
              <a:rPr lang="en">
                <a:solidFill>
                  <a:srgbClr val="188038"/>
                </a:solidFill>
                <a:latin typeface="Roboto Mono"/>
                <a:ea typeface="Roboto Mono"/>
                <a:cs typeface="Roboto Mono"/>
                <a:sym typeface="Roboto Mono"/>
              </a:rPr>
              <a:t>Log_Total_Week_LTPA</a:t>
            </a:r>
            <a:r>
              <a:rPr lang="en">
                <a:solidFill>
                  <a:schemeClr val="dk1"/>
                </a:solidFill>
              </a:rPr>
              <a:t> are low (&lt; 2), suggesting no multicollinearity issues for these predictors.</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1d6e4e399c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31d6e4e399c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11150" lvl="0" marL="457200" rtl="0" algn="l">
              <a:spcBef>
                <a:spcPts val="0"/>
              </a:spcBef>
              <a:spcAft>
                <a:spcPts val="0"/>
              </a:spcAft>
              <a:buSzPts val="1300"/>
              <a:buAutoNum type="arabicPeriod"/>
            </a:pPr>
            <a:r>
              <a:rPr lang="en" sz="1300"/>
              <a:t>These are some action items we could take to improve our model</a:t>
            </a:r>
            <a:endParaRPr sz="1300"/>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1" name="Shape 631"/>
        <p:cNvGrpSpPr/>
        <p:nvPr/>
      </p:nvGrpSpPr>
      <p:grpSpPr>
        <a:xfrm>
          <a:off x="0" y="0"/>
          <a:ext cx="0" cy="0"/>
          <a:chOff x="0" y="0"/>
          <a:chExt cx="0" cy="0"/>
        </a:xfrm>
      </p:grpSpPr>
      <p:sp>
        <p:nvSpPr>
          <p:cNvPr id="632" name="Google Shape;632;g320ded877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3" name="Google Shape;633;g320ded877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1d5978fdf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8" name="Google Shape;668;g31d5978fdf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Histogram: Demonstrates the overall distribution of the dependent variable</a:t>
            </a:r>
            <a:endParaRPr/>
          </a:p>
          <a:p>
            <a:pPr indent="-298450" lvl="0" marL="457200" rtl="0" algn="l">
              <a:spcBef>
                <a:spcPts val="0"/>
              </a:spcBef>
              <a:spcAft>
                <a:spcPts val="0"/>
              </a:spcAft>
              <a:buSzPts val="1100"/>
              <a:buChar char="-"/>
            </a:pPr>
            <a:r>
              <a:rPr lang="en"/>
              <a:t>Provides a picture of the spread and outliers in sleep duration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Boxplot: Highlights differences in sleep duration across the categorical variable </a:t>
            </a:r>
            <a:endParaRPr/>
          </a:p>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31d5978fdfb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31d5978fdfb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rPr>
              <a:t>Shows the relationship between a continuous independent variable (</a:t>
            </a:r>
            <a:r>
              <a:rPr lang="en">
                <a:solidFill>
                  <a:srgbClr val="188038"/>
                </a:solidFill>
                <a:latin typeface="Roboto Mono"/>
                <a:ea typeface="Roboto Mono"/>
                <a:cs typeface="Roboto Mono"/>
                <a:sym typeface="Roboto Mono"/>
              </a:rPr>
              <a:t>Age</a:t>
            </a:r>
            <a:r>
              <a:rPr lang="en">
                <a:solidFill>
                  <a:schemeClr val="dk1"/>
                </a:solidFill>
              </a:rPr>
              <a:t>) and the dependent variable.</a:t>
            </a:r>
            <a:endParaRPr>
              <a:solidFill>
                <a:schemeClr val="dk1"/>
              </a:solidFill>
            </a:endParaRPr>
          </a:p>
          <a:p>
            <a:pPr indent="-298450" lvl="0" marL="457200" rtl="0" algn="l">
              <a:spcBef>
                <a:spcPts val="0"/>
              </a:spcBef>
              <a:spcAft>
                <a:spcPts val="0"/>
              </a:spcAft>
              <a:buClr>
                <a:schemeClr val="dk1"/>
              </a:buClr>
              <a:buSzPts val="1100"/>
              <a:buChar char="-"/>
            </a:pPr>
            <a:r>
              <a:rPr lang="en">
                <a:solidFill>
                  <a:schemeClr val="dk1"/>
                </a:solidFill>
              </a:rPr>
              <a:t>The lack of a steep slope in the trendline suggests </a:t>
            </a:r>
            <a:r>
              <a:rPr b="1" lang="en">
                <a:solidFill>
                  <a:schemeClr val="dk1"/>
                </a:solidFill>
              </a:rPr>
              <a:t>no strong correlation</a:t>
            </a:r>
            <a:r>
              <a:rPr lang="en">
                <a:solidFill>
                  <a:schemeClr val="dk1"/>
                </a:solidFill>
              </a:rPr>
              <a:t> between age and weekday sleep duration</a:t>
            </a:r>
            <a:endParaRPr>
              <a:solidFill>
                <a:schemeClr val="dk1"/>
              </a:solidFill>
            </a:endParaRPr>
          </a:p>
          <a:p>
            <a:pPr indent="0" lvl="0" marL="0" rtl="0" algn="l">
              <a:spcBef>
                <a:spcPts val="0"/>
              </a:spcBef>
              <a:spcAft>
                <a:spcPts val="0"/>
              </a:spcAft>
              <a:buNone/>
            </a:pPr>
            <a:r>
              <a:rPr lang="en">
                <a:solidFill>
                  <a:schemeClr val="dk1"/>
                </a:solidFill>
              </a:rPr>
              <a:t>Factors other than age (e.g., lifestyle, work hours, health conditions) likely have a stronger influence on weekday sleep duration.</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
                <a:solidFill>
                  <a:schemeClr val="dk1"/>
                </a:solidFill>
              </a:rPr>
              <a:t>Shows the relationship between a continuous independent variable (</a:t>
            </a:r>
            <a:r>
              <a:rPr lang="en">
                <a:solidFill>
                  <a:srgbClr val="188038"/>
                </a:solidFill>
                <a:latin typeface="Roboto Mono"/>
                <a:ea typeface="Roboto Mono"/>
                <a:cs typeface="Roboto Mono"/>
                <a:sym typeface="Roboto Mono"/>
              </a:rPr>
              <a:t>Poverty Index</a:t>
            </a:r>
            <a:r>
              <a:rPr lang="en">
                <a:solidFill>
                  <a:schemeClr val="dk1"/>
                </a:solidFill>
              </a:rPr>
              <a:t>) and the dependent variable.</a:t>
            </a:r>
            <a:endParaRPr>
              <a:solidFill>
                <a:schemeClr val="dk1"/>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gd431007ba2_0_2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6" name="Google Shape;686;gd431007ba2_0_2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3" name="Shape 693"/>
        <p:cNvGrpSpPr/>
        <p:nvPr/>
      </p:nvGrpSpPr>
      <p:grpSpPr>
        <a:xfrm>
          <a:off x="0" y="0"/>
          <a:ext cx="0" cy="0"/>
          <a:chOff x="0" y="0"/>
          <a:chExt cx="0" cy="0"/>
        </a:xfrm>
      </p:grpSpPr>
      <p:sp>
        <p:nvSpPr>
          <p:cNvPr id="694" name="Google Shape;694;gd431007ba2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5" name="Google Shape;695;gd431007ba2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320ded8779e_0_6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320ded8779e_0_6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0" name="Shape 720"/>
        <p:cNvGrpSpPr/>
        <p:nvPr/>
      </p:nvGrpSpPr>
      <p:grpSpPr>
        <a:xfrm>
          <a:off x="0" y="0"/>
          <a:ext cx="0" cy="0"/>
          <a:chOff x="0" y="0"/>
          <a:chExt cx="0" cy="0"/>
        </a:xfrm>
      </p:grpSpPr>
      <p:sp>
        <p:nvSpPr>
          <p:cNvPr id="721" name="Google Shape;721;g23d749e3913_1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2" name="Google Shape;722;g23d749e3913_1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1" name="Shape 731"/>
        <p:cNvGrpSpPr/>
        <p:nvPr/>
      </p:nvGrpSpPr>
      <p:grpSpPr>
        <a:xfrm>
          <a:off x="0" y="0"/>
          <a:ext cx="0" cy="0"/>
          <a:chOff x="0" y="0"/>
          <a:chExt cx="0" cy="0"/>
        </a:xfrm>
      </p:grpSpPr>
      <p:sp>
        <p:nvSpPr>
          <p:cNvPr id="732" name="Google Shape;732;g23d749e3913_1_7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3" name="Google Shape;733;g23d749e3913_1_7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g23d749e3913_1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0" name="Google Shape;740;g23d749e3913_1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6" name="Shape 746"/>
        <p:cNvGrpSpPr/>
        <p:nvPr/>
      </p:nvGrpSpPr>
      <p:grpSpPr>
        <a:xfrm>
          <a:off x="0" y="0"/>
          <a:ext cx="0" cy="0"/>
          <a:chOff x="0" y="0"/>
          <a:chExt cx="0" cy="0"/>
        </a:xfrm>
      </p:grpSpPr>
      <p:sp>
        <p:nvSpPr>
          <p:cNvPr id="747" name="Google Shape;747;g54dda1946d_6_3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8" name="Google Shape;748;g54dda1946d_6_3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1" name="Shape 761"/>
        <p:cNvGrpSpPr/>
        <p:nvPr/>
      </p:nvGrpSpPr>
      <p:grpSpPr>
        <a:xfrm>
          <a:off x="0" y="0"/>
          <a:ext cx="0" cy="0"/>
          <a:chOff x="0" y="0"/>
          <a:chExt cx="0" cy="0"/>
        </a:xfrm>
      </p:grpSpPr>
      <p:sp>
        <p:nvSpPr>
          <p:cNvPr id="762" name="Google Shape;762;g23d749e3913_1_7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3" name="Google Shape;763;g23d749e3913_1_7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g23d749e3913_1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6" name="Google Shape;786;g23d749e3913_1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d749e3913_1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d749e3913_1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23d749e3913_1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23d749e3913_1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2" name="Shape 852"/>
        <p:cNvGrpSpPr/>
        <p:nvPr/>
      </p:nvGrpSpPr>
      <p:grpSpPr>
        <a:xfrm>
          <a:off x="0" y="0"/>
          <a:ext cx="0" cy="0"/>
          <a:chOff x="0" y="0"/>
          <a:chExt cx="0" cy="0"/>
        </a:xfrm>
      </p:grpSpPr>
      <p:sp>
        <p:nvSpPr>
          <p:cNvPr id="853" name="Google Shape;853;g54dda1946d_6_3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4" name="Google Shape;854;g54dda1946d_6_3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23d749e3913_1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2" name="Google Shape;862;g23d749e3913_1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8" name="Shape 868"/>
        <p:cNvGrpSpPr/>
        <p:nvPr/>
      </p:nvGrpSpPr>
      <p:grpSpPr>
        <a:xfrm>
          <a:off x="0" y="0"/>
          <a:ext cx="0" cy="0"/>
          <a:chOff x="0" y="0"/>
          <a:chExt cx="0" cy="0"/>
        </a:xfrm>
      </p:grpSpPr>
      <p:sp>
        <p:nvSpPr>
          <p:cNvPr id="869" name="Google Shape;869;g23d749e3913_1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0" name="Google Shape;870;g23d749e3913_1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5" name="Shape 875"/>
        <p:cNvGrpSpPr/>
        <p:nvPr/>
      </p:nvGrpSpPr>
      <p:grpSpPr>
        <a:xfrm>
          <a:off x="0" y="0"/>
          <a:ext cx="0" cy="0"/>
          <a:chOff x="0" y="0"/>
          <a:chExt cx="0" cy="0"/>
        </a:xfrm>
      </p:grpSpPr>
      <p:sp>
        <p:nvSpPr>
          <p:cNvPr id="876" name="Google Shape;876;g23d749e3913_1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7" name="Google Shape;877;g23d749e3913_1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9" name="Shape 889"/>
        <p:cNvGrpSpPr/>
        <p:nvPr/>
      </p:nvGrpSpPr>
      <p:grpSpPr>
        <a:xfrm>
          <a:off x="0" y="0"/>
          <a:ext cx="0" cy="0"/>
          <a:chOff x="0" y="0"/>
          <a:chExt cx="0" cy="0"/>
        </a:xfrm>
      </p:grpSpPr>
      <p:sp>
        <p:nvSpPr>
          <p:cNvPr id="890" name="Google Shape;890;g23d749e3913_1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1" name="Google Shape;891;g23d749e3913_1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23d749e3913_1_1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23d749e3913_1_1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6" name="Shape 916"/>
        <p:cNvGrpSpPr/>
        <p:nvPr/>
      </p:nvGrpSpPr>
      <p:grpSpPr>
        <a:xfrm>
          <a:off x="0" y="0"/>
          <a:ext cx="0" cy="0"/>
          <a:chOff x="0" y="0"/>
          <a:chExt cx="0" cy="0"/>
        </a:xfrm>
      </p:grpSpPr>
      <p:sp>
        <p:nvSpPr>
          <p:cNvPr id="917" name="Google Shape;917;g23d749e3913_1_1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8" name="Google Shape;918;g23d749e3913_1_1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7" name="Shape 927"/>
        <p:cNvGrpSpPr/>
        <p:nvPr/>
      </p:nvGrpSpPr>
      <p:grpSpPr>
        <a:xfrm>
          <a:off x="0" y="0"/>
          <a:ext cx="0" cy="0"/>
          <a:chOff x="0" y="0"/>
          <a:chExt cx="0" cy="0"/>
        </a:xfrm>
      </p:grpSpPr>
      <p:sp>
        <p:nvSpPr>
          <p:cNvPr id="928" name="Google Shape;928;g23d749e3913_1_1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9" name="Google Shape;929;g23d749e3913_1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g23d749e3913_1_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0" name="Google Shape;940;g23d749e3913_1_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23d749e3913_1_2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5" name="Google Shape;1015;g23d749e3913_1_2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1" name="Shape 1061"/>
        <p:cNvGrpSpPr/>
        <p:nvPr/>
      </p:nvGrpSpPr>
      <p:grpSpPr>
        <a:xfrm>
          <a:off x="0" y="0"/>
          <a:ext cx="0" cy="0"/>
          <a:chOff x="0" y="0"/>
          <a:chExt cx="0" cy="0"/>
        </a:xfrm>
      </p:grpSpPr>
      <p:sp>
        <p:nvSpPr>
          <p:cNvPr id="1062" name="Google Shape;1062;g23d749e3913_1_3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3" name="Google Shape;1063;g23d749e3913_1_3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0" name="Shape 1090"/>
        <p:cNvGrpSpPr/>
        <p:nvPr/>
      </p:nvGrpSpPr>
      <p:grpSpPr>
        <a:xfrm>
          <a:off x="0" y="0"/>
          <a:ext cx="0" cy="0"/>
          <a:chOff x="0" y="0"/>
          <a:chExt cx="0" cy="0"/>
        </a:xfrm>
      </p:grpSpPr>
      <p:sp>
        <p:nvSpPr>
          <p:cNvPr id="1091" name="Google Shape;1091;g23d749e3913_1_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2" name="Google Shape;1092;g23d749e3913_1_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3d749e3913_1_6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3d749e3913_1_6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9" name="Shape 1109"/>
        <p:cNvGrpSpPr/>
        <p:nvPr/>
      </p:nvGrpSpPr>
      <p:grpSpPr>
        <a:xfrm>
          <a:off x="0" y="0"/>
          <a:ext cx="0" cy="0"/>
          <a:chOff x="0" y="0"/>
          <a:chExt cx="0" cy="0"/>
        </a:xfrm>
      </p:grpSpPr>
      <p:sp>
        <p:nvSpPr>
          <p:cNvPr id="1110" name="Google Shape;1110;g23d749e3913_1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1" name="Google Shape;1111;g23d749e3913_1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3" name="Shape 1123"/>
        <p:cNvGrpSpPr/>
        <p:nvPr/>
      </p:nvGrpSpPr>
      <p:grpSpPr>
        <a:xfrm>
          <a:off x="0" y="0"/>
          <a:ext cx="0" cy="0"/>
          <a:chOff x="0" y="0"/>
          <a:chExt cx="0" cy="0"/>
        </a:xfrm>
      </p:grpSpPr>
      <p:sp>
        <p:nvSpPr>
          <p:cNvPr id="1124" name="Google Shape;1124;g23d749e3913_1_6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5" name="Google Shape;1125;g23d749e3913_1_6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1" name="Shape 1131"/>
        <p:cNvGrpSpPr/>
        <p:nvPr/>
      </p:nvGrpSpPr>
      <p:grpSpPr>
        <a:xfrm>
          <a:off x="0" y="0"/>
          <a:ext cx="0" cy="0"/>
          <a:chOff x="0" y="0"/>
          <a:chExt cx="0" cy="0"/>
        </a:xfrm>
      </p:grpSpPr>
      <p:sp>
        <p:nvSpPr>
          <p:cNvPr id="1132" name="Google Shape;1132;g23d749e3913_1_5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3" name="Google Shape;1133;g23d749e3913_1_5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3d749e3913_1_3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7" name="Google Shape;1177;g23d749e3913_1_3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23d749e3913_1_6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23d749e3913_1_6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6" name="Shape 1216"/>
        <p:cNvGrpSpPr/>
        <p:nvPr/>
      </p:nvGrpSpPr>
      <p:grpSpPr>
        <a:xfrm>
          <a:off x="0" y="0"/>
          <a:ext cx="0" cy="0"/>
          <a:chOff x="0" y="0"/>
          <a:chExt cx="0" cy="0"/>
        </a:xfrm>
      </p:grpSpPr>
      <p:sp>
        <p:nvSpPr>
          <p:cNvPr id="1217" name="Google Shape;1217;g23d749e3913_1_7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8" name="Google Shape;1218;g23d749e3913_1_7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6" name="Shape 1246"/>
        <p:cNvGrpSpPr/>
        <p:nvPr/>
      </p:nvGrpSpPr>
      <p:grpSpPr>
        <a:xfrm>
          <a:off x="0" y="0"/>
          <a:ext cx="0" cy="0"/>
          <a:chOff x="0" y="0"/>
          <a:chExt cx="0" cy="0"/>
        </a:xfrm>
      </p:grpSpPr>
      <p:sp>
        <p:nvSpPr>
          <p:cNvPr id="1247" name="Google Shape;1247;g23d749e3913_1_1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8" name="Google Shape;1248;g23d749e3913_1_1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5" name="Shape 1285"/>
        <p:cNvGrpSpPr/>
        <p:nvPr/>
      </p:nvGrpSpPr>
      <p:grpSpPr>
        <a:xfrm>
          <a:off x="0" y="0"/>
          <a:ext cx="0" cy="0"/>
          <a:chOff x="0" y="0"/>
          <a:chExt cx="0" cy="0"/>
        </a:xfrm>
      </p:grpSpPr>
      <p:sp>
        <p:nvSpPr>
          <p:cNvPr id="1286" name="Google Shape;1286;g23d749e3913_1_232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7" name="Google Shape;1287;g23d749e3913_1_232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1" name="Shape 1341"/>
        <p:cNvGrpSpPr/>
        <p:nvPr/>
      </p:nvGrpSpPr>
      <p:grpSpPr>
        <a:xfrm>
          <a:off x="0" y="0"/>
          <a:ext cx="0" cy="0"/>
          <a:chOff x="0" y="0"/>
          <a:chExt cx="0" cy="0"/>
        </a:xfrm>
      </p:grpSpPr>
      <p:sp>
        <p:nvSpPr>
          <p:cNvPr id="1342" name="Google Shape;1342;g23d749e3913_1_7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3" name="Google Shape;1343;g23d749e3913_1_7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2" name="Shape 1362"/>
        <p:cNvGrpSpPr/>
        <p:nvPr/>
      </p:nvGrpSpPr>
      <p:grpSpPr>
        <a:xfrm>
          <a:off x="0" y="0"/>
          <a:ext cx="0" cy="0"/>
          <a:chOff x="0" y="0"/>
          <a:chExt cx="0" cy="0"/>
        </a:xfrm>
      </p:grpSpPr>
      <p:sp>
        <p:nvSpPr>
          <p:cNvPr id="1363" name="Google Shape;1363;g23d749e3913_1_8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4" name="Google Shape;1364;g23d749e3913_1_8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2" name="Shape 1592"/>
        <p:cNvGrpSpPr/>
        <p:nvPr/>
      </p:nvGrpSpPr>
      <p:grpSpPr>
        <a:xfrm>
          <a:off x="0" y="0"/>
          <a:ext cx="0" cy="0"/>
          <a:chOff x="0" y="0"/>
          <a:chExt cx="0" cy="0"/>
        </a:xfrm>
      </p:grpSpPr>
      <p:sp>
        <p:nvSpPr>
          <p:cNvPr id="1593" name="Google Shape;1593;g23d749e3913_1_8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4" name="Google Shape;1594;g23d749e3913_1_8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23d749e3913_1_8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0" name="Google Shape;1600;g23d749e3913_1_8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5" name="Shape 1605"/>
        <p:cNvGrpSpPr/>
        <p:nvPr/>
      </p:nvGrpSpPr>
      <p:grpSpPr>
        <a:xfrm>
          <a:off x="0" y="0"/>
          <a:ext cx="0" cy="0"/>
          <a:chOff x="0" y="0"/>
          <a:chExt cx="0" cy="0"/>
        </a:xfrm>
      </p:grpSpPr>
      <p:sp>
        <p:nvSpPr>
          <p:cNvPr id="1606" name="Google Shape;1606;g23d749e3913_1_120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7" name="Google Shape;1607;g23d749e3913_1_120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1" name="Shape 1611"/>
        <p:cNvGrpSpPr/>
        <p:nvPr/>
      </p:nvGrpSpPr>
      <p:grpSpPr>
        <a:xfrm>
          <a:off x="0" y="0"/>
          <a:ext cx="0" cy="0"/>
          <a:chOff x="0" y="0"/>
          <a:chExt cx="0" cy="0"/>
        </a:xfrm>
      </p:grpSpPr>
      <p:sp>
        <p:nvSpPr>
          <p:cNvPr id="1612" name="Google Shape;1612;g23d749e3913_1_120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3" name="Google Shape;1613;g23d749e3913_1_120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7" name="Shape 1617"/>
        <p:cNvGrpSpPr/>
        <p:nvPr/>
      </p:nvGrpSpPr>
      <p:grpSpPr>
        <a:xfrm>
          <a:off x="0" y="0"/>
          <a:ext cx="0" cy="0"/>
          <a:chOff x="0" y="0"/>
          <a:chExt cx="0" cy="0"/>
        </a:xfrm>
      </p:grpSpPr>
      <p:sp>
        <p:nvSpPr>
          <p:cNvPr id="1618" name="Google Shape;1618;g23d749e3913_1_120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9" name="Google Shape;1619;g23d749e3913_1_120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g23d749e3913_1_12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5" name="Google Shape;1635;g23d749e3913_1_12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9" name="Shape 1649"/>
        <p:cNvGrpSpPr/>
        <p:nvPr/>
      </p:nvGrpSpPr>
      <p:grpSpPr>
        <a:xfrm>
          <a:off x="0" y="0"/>
          <a:ext cx="0" cy="0"/>
          <a:chOff x="0" y="0"/>
          <a:chExt cx="0" cy="0"/>
        </a:xfrm>
      </p:grpSpPr>
      <p:sp>
        <p:nvSpPr>
          <p:cNvPr id="1650" name="Google Shape;1650;g23d749e3913_1_121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51" name="Google Shape;1651;g23d749e3913_1_121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23d749e3913_1_124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88" name="Google Shape;1988;g23d749e3913_1_124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0" name="Shape 7900"/>
        <p:cNvGrpSpPr/>
        <p:nvPr/>
      </p:nvGrpSpPr>
      <p:grpSpPr>
        <a:xfrm>
          <a:off x="0" y="0"/>
          <a:ext cx="0" cy="0"/>
          <a:chOff x="0" y="0"/>
          <a:chExt cx="0" cy="0"/>
        </a:xfrm>
      </p:grpSpPr>
      <p:sp>
        <p:nvSpPr>
          <p:cNvPr id="7901" name="Google Shape;7901;g23d749e3913_1_183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02" name="Google Shape;7902;g23d749e3913_1_183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27" name="Shape 8327"/>
        <p:cNvGrpSpPr/>
        <p:nvPr/>
      </p:nvGrpSpPr>
      <p:grpSpPr>
        <a:xfrm>
          <a:off x="0" y="0"/>
          <a:ext cx="0" cy="0"/>
          <a:chOff x="0" y="0"/>
          <a:chExt cx="0" cy="0"/>
        </a:xfrm>
      </p:grpSpPr>
      <p:sp>
        <p:nvSpPr>
          <p:cNvPr id="8328" name="Google Shape;8328;g23d749e3913_1_187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29" name="Google Shape;8329;g23d749e3913_1_187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0" name="Shape 8490"/>
        <p:cNvGrpSpPr/>
        <p:nvPr/>
      </p:nvGrpSpPr>
      <p:grpSpPr>
        <a:xfrm>
          <a:off x="0" y="0"/>
          <a:ext cx="0" cy="0"/>
          <a:chOff x="0" y="0"/>
          <a:chExt cx="0" cy="0"/>
        </a:xfrm>
      </p:grpSpPr>
      <p:sp>
        <p:nvSpPr>
          <p:cNvPr id="8491" name="Google Shape;8491;g23d749e3913_1_189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92" name="Google Shape;8492;g23d749e3913_1_189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92" name="Shape 8892"/>
        <p:cNvGrpSpPr/>
        <p:nvPr/>
      </p:nvGrpSpPr>
      <p:grpSpPr>
        <a:xfrm>
          <a:off x="0" y="0"/>
          <a:ext cx="0" cy="0"/>
          <a:chOff x="0" y="0"/>
          <a:chExt cx="0" cy="0"/>
        </a:xfrm>
      </p:grpSpPr>
      <p:sp>
        <p:nvSpPr>
          <p:cNvPr id="8893" name="Google Shape;8893;g23d749e3913_1_19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94" name="Google Shape;8894;g23d749e3913_1_193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3" name="Shape 9263"/>
        <p:cNvGrpSpPr/>
        <p:nvPr/>
      </p:nvGrpSpPr>
      <p:grpSpPr>
        <a:xfrm>
          <a:off x="0" y="0"/>
          <a:ext cx="0" cy="0"/>
          <a:chOff x="0" y="0"/>
          <a:chExt cx="0" cy="0"/>
        </a:xfrm>
      </p:grpSpPr>
      <p:sp>
        <p:nvSpPr>
          <p:cNvPr id="9264" name="Google Shape;9264;g23d749e3913_1_19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65" name="Google Shape;9265;g23d749e3913_1_19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77" name="Shape 9577"/>
        <p:cNvGrpSpPr/>
        <p:nvPr/>
      </p:nvGrpSpPr>
      <p:grpSpPr>
        <a:xfrm>
          <a:off x="0" y="0"/>
          <a:ext cx="0" cy="0"/>
          <a:chOff x="0" y="0"/>
          <a:chExt cx="0" cy="0"/>
        </a:xfrm>
      </p:grpSpPr>
      <p:sp>
        <p:nvSpPr>
          <p:cNvPr id="9578" name="Google Shape;9578;g23d749e3913_1_200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79" name="Google Shape;9579;g23d749e3913_1_200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71" name="Shape 9871"/>
        <p:cNvGrpSpPr/>
        <p:nvPr/>
      </p:nvGrpSpPr>
      <p:grpSpPr>
        <a:xfrm>
          <a:off x="0" y="0"/>
          <a:ext cx="0" cy="0"/>
          <a:chOff x="0" y="0"/>
          <a:chExt cx="0" cy="0"/>
        </a:xfrm>
      </p:grpSpPr>
      <p:sp>
        <p:nvSpPr>
          <p:cNvPr id="9872" name="Google Shape;9872;g23d749e3913_1_203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3" name="Google Shape;9873;g23d749e3913_1_203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0" name="Shape 10230"/>
        <p:cNvGrpSpPr/>
        <p:nvPr/>
      </p:nvGrpSpPr>
      <p:grpSpPr>
        <a:xfrm>
          <a:off x="0" y="0"/>
          <a:ext cx="0" cy="0"/>
          <a:chOff x="0" y="0"/>
          <a:chExt cx="0" cy="0"/>
        </a:xfrm>
      </p:grpSpPr>
      <p:sp>
        <p:nvSpPr>
          <p:cNvPr id="10231" name="Google Shape;10231;g23d749e3913_1_206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32" name="Google Shape;10232;g23d749e3913_1_206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7" name="Shape 10647"/>
        <p:cNvGrpSpPr/>
        <p:nvPr/>
      </p:nvGrpSpPr>
      <p:grpSpPr>
        <a:xfrm>
          <a:off x="0" y="0"/>
          <a:ext cx="0" cy="0"/>
          <a:chOff x="0" y="0"/>
          <a:chExt cx="0" cy="0"/>
        </a:xfrm>
      </p:grpSpPr>
      <p:sp>
        <p:nvSpPr>
          <p:cNvPr id="10648" name="Google Shape;10648;g23d749e3913_1_21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49" name="Google Shape;10649;g23d749e3913_1_21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7" name="Shape 10987"/>
        <p:cNvGrpSpPr/>
        <p:nvPr/>
      </p:nvGrpSpPr>
      <p:grpSpPr>
        <a:xfrm>
          <a:off x="0" y="0"/>
          <a:ext cx="0" cy="0"/>
          <a:chOff x="0" y="0"/>
          <a:chExt cx="0" cy="0"/>
        </a:xfrm>
      </p:grpSpPr>
      <p:sp>
        <p:nvSpPr>
          <p:cNvPr id="10988" name="Google Shape;10988;g23d749e3913_1_214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9" name="Google Shape;10989;g23d749e3913_1_214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75" name="Shape 11175"/>
        <p:cNvGrpSpPr/>
        <p:nvPr/>
      </p:nvGrpSpPr>
      <p:grpSpPr>
        <a:xfrm>
          <a:off x="0" y="0"/>
          <a:ext cx="0" cy="0"/>
          <a:chOff x="0" y="0"/>
          <a:chExt cx="0" cy="0"/>
        </a:xfrm>
      </p:grpSpPr>
      <p:sp>
        <p:nvSpPr>
          <p:cNvPr id="11176" name="Google Shape;11176;g23d749e3913_1_2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77" name="Google Shape;11177;g23d749e3913_1_2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1" name="Shape 11421"/>
        <p:cNvGrpSpPr/>
        <p:nvPr/>
      </p:nvGrpSpPr>
      <p:grpSpPr>
        <a:xfrm>
          <a:off x="0" y="0"/>
          <a:ext cx="0" cy="0"/>
          <a:chOff x="0" y="0"/>
          <a:chExt cx="0" cy="0"/>
        </a:xfrm>
      </p:grpSpPr>
      <p:sp>
        <p:nvSpPr>
          <p:cNvPr id="11422" name="Google Shape;11422;g23d749e3913_1_230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23" name="Google Shape;11423;g23d749e3913_1_230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2.png"/><Relationship Id="rId7"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2.png"/><Relationship Id="rId7"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2.png"/><Relationship Id="rId7"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2.png"/><Relationship Id="rId7"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2.png"/><Relationship Id="rId7"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png"/><Relationship Id="rId7"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bit.ly/3A1uf1Q" TargetMode="External"/><Relationship Id="rId9" Type="http://schemas.openxmlformats.org/officeDocument/2006/relationships/image" Target="../media/image6.png"/><Relationship Id="rId5" Type="http://schemas.openxmlformats.org/officeDocument/2006/relationships/hyperlink" Target="http://bit.ly/2TyoMsr" TargetMode="External"/><Relationship Id="rId6" Type="http://schemas.openxmlformats.org/officeDocument/2006/relationships/hyperlink" Target="http://bit.ly/2TtBDfr" TargetMode="External"/><Relationship Id="rId7" Type="http://schemas.openxmlformats.org/officeDocument/2006/relationships/image" Target="../media/image3.png"/><Relationship Id="rId8"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10" name="Google Shape;10;p2"/>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11" name="Google Shape;11;p2"/>
          <p:cNvSpPr txBox="1"/>
          <p:nvPr>
            <p:ph type="ctrTitle"/>
          </p:nvPr>
        </p:nvSpPr>
        <p:spPr>
          <a:xfrm>
            <a:off x="3765100" y="1137410"/>
            <a:ext cx="4693500" cy="2277900"/>
          </a:xfrm>
          <a:prstGeom prst="rect">
            <a:avLst/>
          </a:prstGeom>
          <a:noFill/>
        </p:spPr>
        <p:txBody>
          <a:bodyPr anchorCtr="0" anchor="t" bIns="91425" lIns="91425" spcFirstLastPara="1" rIns="91425" wrap="square" tIns="91425">
            <a:noAutofit/>
          </a:bodyPr>
          <a:lstStyle>
            <a:lvl1pPr lvl="0">
              <a:lnSpc>
                <a:spcPct val="80000"/>
              </a:lnSpc>
              <a:spcBef>
                <a:spcPts val="0"/>
              </a:spcBef>
              <a:spcAft>
                <a:spcPts val="0"/>
              </a:spcAft>
              <a:buSzPts val="4500"/>
              <a:buFont typeface="Loved by the King"/>
              <a:buNone/>
              <a:defRPr sz="6000"/>
            </a:lvl1pPr>
            <a:lvl2pPr lvl="1" algn="ctr">
              <a:spcBef>
                <a:spcPts val="0"/>
              </a:spcBef>
              <a:spcAft>
                <a:spcPts val="0"/>
              </a:spcAft>
              <a:buClr>
                <a:schemeClr val="lt1"/>
              </a:buClr>
              <a:buSzPts val="5200"/>
              <a:buNone/>
              <a:defRPr sz="5200">
                <a:solidFill>
                  <a:schemeClr val="lt1"/>
                </a:solidFill>
              </a:defRPr>
            </a:lvl2pPr>
            <a:lvl3pPr lvl="2" algn="ctr">
              <a:spcBef>
                <a:spcPts val="0"/>
              </a:spcBef>
              <a:spcAft>
                <a:spcPts val="0"/>
              </a:spcAft>
              <a:buClr>
                <a:schemeClr val="lt1"/>
              </a:buClr>
              <a:buSzPts val="5200"/>
              <a:buNone/>
              <a:defRPr sz="5200">
                <a:solidFill>
                  <a:schemeClr val="lt1"/>
                </a:solidFill>
              </a:defRPr>
            </a:lvl3pPr>
            <a:lvl4pPr lvl="3" algn="ctr">
              <a:spcBef>
                <a:spcPts val="0"/>
              </a:spcBef>
              <a:spcAft>
                <a:spcPts val="0"/>
              </a:spcAft>
              <a:buClr>
                <a:schemeClr val="lt1"/>
              </a:buClr>
              <a:buSzPts val="5200"/>
              <a:buNone/>
              <a:defRPr sz="5200">
                <a:solidFill>
                  <a:schemeClr val="lt1"/>
                </a:solidFill>
              </a:defRPr>
            </a:lvl4pPr>
            <a:lvl5pPr lvl="4" algn="ctr">
              <a:spcBef>
                <a:spcPts val="0"/>
              </a:spcBef>
              <a:spcAft>
                <a:spcPts val="0"/>
              </a:spcAft>
              <a:buClr>
                <a:schemeClr val="lt1"/>
              </a:buClr>
              <a:buSzPts val="5200"/>
              <a:buNone/>
              <a:defRPr sz="5200">
                <a:solidFill>
                  <a:schemeClr val="lt1"/>
                </a:solidFill>
              </a:defRPr>
            </a:lvl5pPr>
            <a:lvl6pPr lvl="5" algn="ctr">
              <a:spcBef>
                <a:spcPts val="0"/>
              </a:spcBef>
              <a:spcAft>
                <a:spcPts val="0"/>
              </a:spcAft>
              <a:buClr>
                <a:schemeClr val="lt1"/>
              </a:buClr>
              <a:buSzPts val="5200"/>
              <a:buNone/>
              <a:defRPr sz="5200">
                <a:solidFill>
                  <a:schemeClr val="lt1"/>
                </a:solidFill>
              </a:defRPr>
            </a:lvl6pPr>
            <a:lvl7pPr lvl="6" algn="ctr">
              <a:spcBef>
                <a:spcPts val="0"/>
              </a:spcBef>
              <a:spcAft>
                <a:spcPts val="0"/>
              </a:spcAft>
              <a:buClr>
                <a:schemeClr val="lt1"/>
              </a:buClr>
              <a:buSzPts val="5200"/>
              <a:buNone/>
              <a:defRPr sz="5200">
                <a:solidFill>
                  <a:schemeClr val="lt1"/>
                </a:solidFill>
              </a:defRPr>
            </a:lvl7pPr>
            <a:lvl8pPr lvl="7" algn="ctr">
              <a:spcBef>
                <a:spcPts val="0"/>
              </a:spcBef>
              <a:spcAft>
                <a:spcPts val="0"/>
              </a:spcAft>
              <a:buClr>
                <a:schemeClr val="lt1"/>
              </a:buClr>
              <a:buSzPts val="5200"/>
              <a:buNone/>
              <a:defRPr sz="5200">
                <a:solidFill>
                  <a:schemeClr val="lt1"/>
                </a:solidFill>
              </a:defRPr>
            </a:lvl8pPr>
            <a:lvl9pPr lvl="8" algn="ctr">
              <a:spcBef>
                <a:spcPts val="0"/>
              </a:spcBef>
              <a:spcAft>
                <a:spcPts val="0"/>
              </a:spcAft>
              <a:buClr>
                <a:schemeClr val="lt1"/>
              </a:buClr>
              <a:buSzPts val="5200"/>
              <a:buNone/>
              <a:defRPr sz="5200">
                <a:solidFill>
                  <a:schemeClr val="lt1"/>
                </a:solidFill>
              </a:defRPr>
            </a:lvl9pPr>
          </a:lstStyle>
          <a:p/>
        </p:txBody>
      </p:sp>
      <p:sp>
        <p:nvSpPr>
          <p:cNvPr id="12" name="Google Shape;12;p2"/>
          <p:cNvSpPr txBox="1"/>
          <p:nvPr>
            <p:ph idx="1" type="subTitle"/>
          </p:nvPr>
        </p:nvSpPr>
        <p:spPr>
          <a:xfrm>
            <a:off x="3764950" y="3640390"/>
            <a:ext cx="4693800" cy="365700"/>
          </a:xfrm>
          <a:prstGeom prst="rect">
            <a:avLst/>
          </a:prstGeom>
        </p:spPr>
        <p:txBody>
          <a:bodyPr anchorCtr="0" anchor="t" bIns="91425" lIns="91425" spcFirstLastPara="1" rIns="91425" wrap="square" tIns="91425">
            <a:noAutofit/>
          </a:bodyPr>
          <a:lstStyle>
            <a:lvl1pPr lvl="0" algn="ctr">
              <a:spcBef>
                <a:spcPts val="0"/>
              </a:spcBef>
              <a:spcAft>
                <a:spcPts val="0"/>
              </a:spcAft>
              <a:buSzPts val="1200"/>
              <a:buNone/>
              <a:defRPr sz="16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grpSp>
        <p:nvGrpSpPr>
          <p:cNvPr id="13" name="Google Shape;13;p2"/>
          <p:cNvGrpSpPr/>
          <p:nvPr/>
        </p:nvGrpSpPr>
        <p:grpSpPr>
          <a:xfrm>
            <a:off x="-3665525" y="1414463"/>
            <a:ext cx="16577825" cy="5754089"/>
            <a:chOff x="-3665525" y="1414463"/>
            <a:chExt cx="16577825" cy="5754089"/>
          </a:xfrm>
        </p:grpSpPr>
        <p:pic>
          <p:nvPicPr>
            <p:cNvPr id="14" name="Google Shape;14;p2"/>
            <p:cNvPicPr preferRelativeResize="0"/>
            <p:nvPr/>
          </p:nvPicPr>
          <p:blipFill>
            <a:blip r:embed="rId4">
              <a:alphaModFix/>
            </a:blip>
            <a:stretch>
              <a:fillRect/>
            </a:stretch>
          </p:blipFill>
          <p:spPr>
            <a:xfrm>
              <a:off x="8226000" y="1856363"/>
              <a:ext cx="4686300" cy="3571875"/>
            </a:xfrm>
            <a:prstGeom prst="rect">
              <a:avLst/>
            </a:prstGeom>
            <a:noFill/>
            <a:ln>
              <a:noFill/>
            </a:ln>
          </p:spPr>
        </p:pic>
        <p:pic>
          <p:nvPicPr>
            <p:cNvPr id="15" name="Google Shape;15;p2"/>
            <p:cNvPicPr preferRelativeResize="0"/>
            <p:nvPr/>
          </p:nvPicPr>
          <p:blipFill>
            <a:blip r:embed="rId5">
              <a:alphaModFix amt="80000"/>
            </a:blip>
            <a:stretch>
              <a:fillRect/>
            </a:stretch>
          </p:blipFill>
          <p:spPr>
            <a:xfrm>
              <a:off x="74950" y="4065498"/>
              <a:ext cx="9143998" cy="3103053"/>
            </a:xfrm>
            <a:prstGeom prst="rect">
              <a:avLst/>
            </a:prstGeom>
            <a:noFill/>
            <a:ln>
              <a:noFill/>
            </a:ln>
          </p:spPr>
        </p:pic>
        <p:pic>
          <p:nvPicPr>
            <p:cNvPr id="16" name="Google Shape;16;p2"/>
            <p:cNvPicPr preferRelativeResize="0"/>
            <p:nvPr/>
          </p:nvPicPr>
          <p:blipFill>
            <a:blip r:embed="rId4">
              <a:alphaModFix/>
            </a:blip>
            <a:stretch>
              <a:fillRect/>
            </a:stretch>
          </p:blipFill>
          <p:spPr>
            <a:xfrm>
              <a:off x="-3665525" y="1414463"/>
              <a:ext cx="4686300" cy="3571875"/>
            </a:xfrm>
            <a:prstGeom prst="rect">
              <a:avLst/>
            </a:prstGeom>
            <a:noFill/>
            <a:ln>
              <a:noFill/>
            </a:ln>
          </p:spPr>
        </p:pic>
      </p:grpSp>
      <p:sp>
        <p:nvSpPr>
          <p:cNvPr id="17" name="Google Shape;17;p2"/>
          <p:cNvSpPr/>
          <p:nvPr>
            <p:ph idx="2" type="pic"/>
          </p:nvPr>
        </p:nvSpPr>
        <p:spPr>
          <a:xfrm>
            <a:off x="713225" y="859800"/>
            <a:ext cx="2877600" cy="42837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sp>
      <p:grpSp>
        <p:nvGrpSpPr>
          <p:cNvPr id="18" name="Google Shape;18;p2"/>
          <p:cNvGrpSpPr/>
          <p:nvPr/>
        </p:nvGrpSpPr>
        <p:grpSpPr>
          <a:xfrm>
            <a:off x="3177500" y="-1"/>
            <a:ext cx="5880994" cy="5342670"/>
            <a:chOff x="3177500" y="-1"/>
            <a:chExt cx="5880994" cy="5342670"/>
          </a:xfrm>
        </p:grpSpPr>
        <p:pic>
          <p:nvPicPr>
            <p:cNvPr id="19" name="Google Shape;19;p2"/>
            <p:cNvPicPr preferRelativeResize="0"/>
            <p:nvPr/>
          </p:nvPicPr>
          <p:blipFill>
            <a:blip r:embed="rId6">
              <a:alphaModFix/>
            </a:blip>
            <a:stretch>
              <a:fillRect/>
            </a:stretch>
          </p:blipFill>
          <p:spPr>
            <a:xfrm rot="7965888">
              <a:off x="3385397" y="43841"/>
              <a:ext cx="453855" cy="764816"/>
            </a:xfrm>
            <a:prstGeom prst="rect">
              <a:avLst/>
            </a:prstGeom>
            <a:noFill/>
            <a:ln>
              <a:noFill/>
            </a:ln>
          </p:spPr>
        </p:pic>
        <p:pic>
          <p:nvPicPr>
            <p:cNvPr id="20" name="Google Shape;20;p2"/>
            <p:cNvPicPr preferRelativeResize="0"/>
            <p:nvPr/>
          </p:nvPicPr>
          <p:blipFill>
            <a:blip r:embed="rId6">
              <a:alphaModFix/>
            </a:blip>
            <a:stretch>
              <a:fillRect/>
            </a:stretch>
          </p:blipFill>
          <p:spPr>
            <a:xfrm>
              <a:off x="8216169" y="3923244"/>
              <a:ext cx="842325" cy="1419425"/>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1" name="Shape 21"/>
        <p:cNvGrpSpPr/>
        <p:nvPr/>
      </p:nvGrpSpPr>
      <p:grpSpPr>
        <a:xfrm>
          <a:off x="0" y="0"/>
          <a:ext cx="0" cy="0"/>
          <a:chOff x="0" y="0"/>
          <a:chExt cx="0" cy="0"/>
        </a:xfrm>
      </p:grpSpPr>
      <p:pic>
        <p:nvPicPr>
          <p:cNvPr id="22" name="Google Shape;22;p3"/>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23" name="Google Shape;23;p3"/>
          <p:cNvPicPr preferRelativeResize="0"/>
          <p:nvPr/>
        </p:nvPicPr>
        <p:blipFill>
          <a:blip r:embed="rId3">
            <a:alphaModFix amt="60000"/>
          </a:blip>
          <a:stretch>
            <a:fillRect/>
          </a:stretch>
        </p:blipFill>
        <p:spPr>
          <a:xfrm>
            <a:off x="0" y="0"/>
            <a:ext cx="9144000" cy="5143500"/>
          </a:xfrm>
          <a:prstGeom prst="rect">
            <a:avLst/>
          </a:prstGeom>
          <a:noFill/>
          <a:ln>
            <a:noFill/>
          </a:ln>
        </p:spPr>
      </p:pic>
      <p:grpSp>
        <p:nvGrpSpPr>
          <p:cNvPr id="24" name="Google Shape;24;p3"/>
          <p:cNvGrpSpPr/>
          <p:nvPr/>
        </p:nvGrpSpPr>
        <p:grpSpPr>
          <a:xfrm>
            <a:off x="-2761625" y="-1671762"/>
            <a:ext cx="14507575" cy="8840314"/>
            <a:chOff x="-2761625" y="-1671762"/>
            <a:chExt cx="14507575" cy="8840314"/>
          </a:xfrm>
        </p:grpSpPr>
        <p:pic>
          <p:nvPicPr>
            <p:cNvPr id="25" name="Google Shape;25;p3"/>
            <p:cNvPicPr preferRelativeResize="0"/>
            <p:nvPr/>
          </p:nvPicPr>
          <p:blipFill>
            <a:blip r:embed="rId4">
              <a:alphaModFix/>
            </a:blip>
            <a:stretch>
              <a:fillRect/>
            </a:stretch>
          </p:blipFill>
          <p:spPr>
            <a:xfrm>
              <a:off x="7059650" y="-1671762"/>
              <a:ext cx="4686300" cy="3571875"/>
            </a:xfrm>
            <a:prstGeom prst="rect">
              <a:avLst/>
            </a:prstGeom>
            <a:noFill/>
            <a:ln>
              <a:noFill/>
            </a:ln>
          </p:spPr>
        </p:pic>
        <p:pic>
          <p:nvPicPr>
            <p:cNvPr id="26" name="Google Shape;26;p3"/>
            <p:cNvPicPr preferRelativeResize="0"/>
            <p:nvPr/>
          </p:nvPicPr>
          <p:blipFill>
            <a:blip r:embed="rId4">
              <a:alphaModFix/>
            </a:blip>
            <a:stretch>
              <a:fillRect/>
            </a:stretch>
          </p:blipFill>
          <p:spPr>
            <a:xfrm>
              <a:off x="-2761625" y="-743262"/>
              <a:ext cx="4686300" cy="3571875"/>
            </a:xfrm>
            <a:prstGeom prst="rect">
              <a:avLst/>
            </a:prstGeom>
            <a:noFill/>
            <a:ln>
              <a:noFill/>
            </a:ln>
          </p:spPr>
        </p:pic>
        <p:pic>
          <p:nvPicPr>
            <p:cNvPr id="27" name="Google Shape;27;p3"/>
            <p:cNvPicPr preferRelativeResize="0"/>
            <p:nvPr/>
          </p:nvPicPr>
          <p:blipFill>
            <a:blip r:embed="rId5">
              <a:alphaModFix amt="80000"/>
            </a:blip>
            <a:stretch>
              <a:fillRect/>
            </a:stretch>
          </p:blipFill>
          <p:spPr>
            <a:xfrm>
              <a:off x="74950" y="4065498"/>
              <a:ext cx="9143998" cy="3103053"/>
            </a:xfrm>
            <a:prstGeom prst="rect">
              <a:avLst/>
            </a:prstGeom>
            <a:noFill/>
            <a:ln>
              <a:noFill/>
            </a:ln>
          </p:spPr>
        </p:pic>
      </p:grpSp>
      <p:sp>
        <p:nvSpPr>
          <p:cNvPr id="28" name="Google Shape;28;p3"/>
          <p:cNvSpPr txBox="1"/>
          <p:nvPr>
            <p:ph type="title"/>
          </p:nvPr>
        </p:nvSpPr>
        <p:spPr>
          <a:xfrm>
            <a:off x="4072475" y="2491756"/>
            <a:ext cx="4341300" cy="731400"/>
          </a:xfrm>
          <a:prstGeom prst="rect">
            <a:avLst/>
          </a:prstGeom>
          <a:noFill/>
        </p:spPr>
        <p:txBody>
          <a:bodyPr anchorCtr="0" anchor="t" bIns="91425" lIns="91425" spcFirstLastPara="1" rIns="91425" wrap="square" tIns="91425">
            <a:noAutofit/>
          </a:bodyPr>
          <a:lstStyle>
            <a:lvl1pPr lvl="0">
              <a:spcBef>
                <a:spcPts val="0"/>
              </a:spcBef>
              <a:spcAft>
                <a:spcPts val="0"/>
              </a:spcAft>
              <a:buSzPts val="3600"/>
              <a:buNone/>
              <a:defRPr sz="5000"/>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p:txBody>
      </p:sp>
      <p:sp>
        <p:nvSpPr>
          <p:cNvPr id="29" name="Google Shape;29;p3"/>
          <p:cNvSpPr txBox="1"/>
          <p:nvPr>
            <p:ph hasCustomPrompt="1" idx="2" type="title"/>
          </p:nvPr>
        </p:nvSpPr>
        <p:spPr>
          <a:xfrm>
            <a:off x="5694425" y="1252799"/>
            <a:ext cx="1097400" cy="1097400"/>
          </a:xfrm>
          <a:prstGeom prst="rect">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spcBef>
                <a:spcPts val="0"/>
              </a:spcBef>
              <a:spcAft>
                <a:spcPts val="0"/>
              </a:spcAft>
              <a:buSzPts val="6000"/>
              <a:buNone/>
              <a:defRPr sz="5500"/>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30" name="Google Shape;30;p3"/>
          <p:cNvSpPr txBox="1"/>
          <p:nvPr>
            <p:ph idx="1" type="subTitle"/>
          </p:nvPr>
        </p:nvSpPr>
        <p:spPr>
          <a:xfrm>
            <a:off x="4074125" y="3525001"/>
            <a:ext cx="4338000" cy="3657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sz="1600"/>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1" name="Google Shape;31;p3"/>
          <p:cNvSpPr/>
          <p:nvPr>
            <p:ph idx="3" type="pic"/>
          </p:nvPr>
        </p:nvSpPr>
        <p:spPr>
          <a:xfrm>
            <a:off x="717014" y="859900"/>
            <a:ext cx="2877600" cy="42837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sp>
      <p:pic>
        <p:nvPicPr>
          <p:cNvPr id="32" name="Google Shape;32;p3"/>
          <p:cNvPicPr preferRelativeResize="0"/>
          <p:nvPr/>
        </p:nvPicPr>
        <p:blipFill>
          <a:blip r:embed="rId6">
            <a:alphaModFix/>
          </a:blip>
          <a:stretch>
            <a:fillRect/>
          </a:stretch>
        </p:blipFill>
        <p:spPr>
          <a:xfrm>
            <a:off x="8086694" y="217044"/>
            <a:ext cx="842325" cy="14194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3" name="Shape 33"/>
        <p:cNvGrpSpPr/>
        <p:nvPr/>
      </p:nvGrpSpPr>
      <p:grpSpPr>
        <a:xfrm>
          <a:off x="0" y="0"/>
          <a:ext cx="0" cy="0"/>
          <a:chOff x="0" y="0"/>
          <a:chExt cx="0" cy="0"/>
        </a:xfrm>
      </p:grpSpPr>
      <p:pic>
        <p:nvPicPr>
          <p:cNvPr id="34" name="Google Shape;34;p4"/>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35" name="Google Shape;35;p4"/>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36" name="Google Shape;36;p4"/>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Clr>
                <a:schemeClr val="lt1"/>
              </a:buClr>
              <a:buSzPts val="3500"/>
              <a:buNone/>
              <a:defRPr>
                <a:solidFill>
                  <a:schemeClr val="lt1"/>
                </a:solidFill>
              </a:defRPr>
            </a:lvl2pPr>
            <a:lvl3pPr lvl="2" rtl="0" algn="ctr">
              <a:spcBef>
                <a:spcPts val="0"/>
              </a:spcBef>
              <a:spcAft>
                <a:spcPts val="0"/>
              </a:spcAft>
              <a:buClr>
                <a:schemeClr val="lt1"/>
              </a:buClr>
              <a:buSzPts val="3500"/>
              <a:buNone/>
              <a:defRPr>
                <a:solidFill>
                  <a:schemeClr val="lt1"/>
                </a:solidFill>
              </a:defRPr>
            </a:lvl3pPr>
            <a:lvl4pPr lvl="3" rtl="0" algn="ctr">
              <a:spcBef>
                <a:spcPts val="0"/>
              </a:spcBef>
              <a:spcAft>
                <a:spcPts val="0"/>
              </a:spcAft>
              <a:buClr>
                <a:schemeClr val="lt1"/>
              </a:buClr>
              <a:buSzPts val="3500"/>
              <a:buNone/>
              <a:defRPr>
                <a:solidFill>
                  <a:schemeClr val="lt1"/>
                </a:solidFill>
              </a:defRPr>
            </a:lvl4pPr>
            <a:lvl5pPr lvl="4" rtl="0" algn="ctr">
              <a:spcBef>
                <a:spcPts val="0"/>
              </a:spcBef>
              <a:spcAft>
                <a:spcPts val="0"/>
              </a:spcAft>
              <a:buClr>
                <a:schemeClr val="lt1"/>
              </a:buClr>
              <a:buSzPts val="3500"/>
              <a:buNone/>
              <a:defRPr>
                <a:solidFill>
                  <a:schemeClr val="lt1"/>
                </a:solidFill>
              </a:defRPr>
            </a:lvl5pPr>
            <a:lvl6pPr lvl="5" rtl="0" algn="ctr">
              <a:spcBef>
                <a:spcPts val="0"/>
              </a:spcBef>
              <a:spcAft>
                <a:spcPts val="0"/>
              </a:spcAft>
              <a:buClr>
                <a:schemeClr val="lt1"/>
              </a:buClr>
              <a:buSzPts val="3500"/>
              <a:buNone/>
              <a:defRPr>
                <a:solidFill>
                  <a:schemeClr val="lt1"/>
                </a:solidFill>
              </a:defRPr>
            </a:lvl6pPr>
            <a:lvl7pPr lvl="6" rtl="0" algn="ctr">
              <a:spcBef>
                <a:spcPts val="0"/>
              </a:spcBef>
              <a:spcAft>
                <a:spcPts val="0"/>
              </a:spcAft>
              <a:buClr>
                <a:schemeClr val="lt1"/>
              </a:buClr>
              <a:buSzPts val="3500"/>
              <a:buNone/>
              <a:defRPr>
                <a:solidFill>
                  <a:schemeClr val="lt1"/>
                </a:solidFill>
              </a:defRPr>
            </a:lvl7pPr>
            <a:lvl8pPr lvl="7" rtl="0" algn="ctr">
              <a:spcBef>
                <a:spcPts val="0"/>
              </a:spcBef>
              <a:spcAft>
                <a:spcPts val="0"/>
              </a:spcAft>
              <a:buClr>
                <a:schemeClr val="lt1"/>
              </a:buClr>
              <a:buSzPts val="3500"/>
              <a:buNone/>
              <a:defRPr>
                <a:solidFill>
                  <a:schemeClr val="lt1"/>
                </a:solidFill>
              </a:defRPr>
            </a:lvl8pPr>
            <a:lvl9pPr lvl="8" rtl="0" algn="ctr">
              <a:spcBef>
                <a:spcPts val="0"/>
              </a:spcBef>
              <a:spcAft>
                <a:spcPts val="0"/>
              </a:spcAft>
              <a:buClr>
                <a:schemeClr val="lt1"/>
              </a:buClr>
              <a:buSzPts val="3500"/>
              <a:buNone/>
              <a:defRPr>
                <a:solidFill>
                  <a:schemeClr val="lt1"/>
                </a:solidFill>
              </a:defRPr>
            </a:lvl9pPr>
          </a:lstStyle>
          <a:p/>
        </p:txBody>
      </p:sp>
      <p:sp>
        <p:nvSpPr>
          <p:cNvPr id="37" name="Google Shape;37;p4"/>
          <p:cNvSpPr txBox="1"/>
          <p:nvPr>
            <p:ph idx="1" type="body"/>
          </p:nvPr>
        </p:nvSpPr>
        <p:spPr>
          <a:xfrm>
            <a:off x="716900" y="1051849"/>
            <a:ext cx="7704000" cy="365700"/>
          </a:xfrm>
          <a:prstGeom prst="rect">
            <a:avLst/>
          </a:prstGeom>
        </p:spPr>
        <p:txBody>
          <a:bodyPr anchorCtr="0" anchor="t" bIns="91425" lIns="91425" spcFirstLastPara="1" rIns="91425" wrap="square" tIns="91425">
            <a:noAutofit/>
          </a:bodyPr>
          <a:lstStyle>
            <a:lvl1pPr indent="-330200" lvl="0" marL="457200" rtl="0" algn="ctr">
              <a:lnSpc>
                <a:spcPct val="100000"/>
              </a:lnSpc>
              <a:spcBef>
                <a:spcPts val="0"/>
              </a:spcBef>
              <a:spcAft>
                <a:spcPts val="0"/>
              </a:spcAft>
              <a:buSzPts val="1600"/>
              <a:buFont typeface="Mulish SemiBold"/>
              <a:buAutoNum type="arabicPeriod"/>
              <a:defRPr/>
            </a:lvl1pPr>
            <a:lvl2pPr indent="-330200" lvl="1" marL="914400" rtl="0">
              <a:lnSpc>
                <a:spcPct val="100000"/>
              </a:lnSpc>
              <a:spcBef>
                <a:spcPts val="0"/>
              </a:spcBef>
              <a:spcAft>
                <a:spcPts val="0"/>
              </a:spcAft>
              <a:buSzPts val="1600"/>
              <a:buFont typeface="Roboto Condensed Light"/>
              <a:buAutoNum type="alphaLcPeriod"/>
              <a:defRPr sz="1600"/>
            </a:lvl2pPr>
            <a:lvl3pPr indent="-330200" lvl="2" marL="1371600" rtl="0">
              <a:lnSpc>
                <a:spcPct val="100000"/>
              </a:lnSpc>
              <a:spcBef>
                <a:spcPts val="0"/>
              </a:spcBef>
              <a:spcAft>
                <a:spcPts val="0"/>
              </a:spcAft>
              <a:buSzPts val="1600"/>
              <a:buFont typeface="Roboto Condensed Light"/>
              <a:buAutoNum type="romanLcPeriod"/>
              <a:defRPr sz="1600"/>
            </a:lvl3pPr>
            <a:lvl4pPr indent="-330200" lvl="3" marL="1828800" rtl="0">
              <a:lnSpc>
                <a:spcPct val="100000"/>
              </a:lnSpc>
              <a:spcBef>
                <a:spcPts val="0"/>
              </a:spcBef>
              <a:spcAft>
                <a:spcPts val="0"/>
              </a:spcAft>
              <a:buSzPts val="1600"/>
              <a:buFont typeface="Roboto Condensed Light"/>
              <a:buAutoNum type="arabicPeriod"/>
              <a:defRPr sz="1600"/>
            </a:lvl4pPr>
            <a:lvl5pPr indent="-330200" lvl="4" marL="2286000" rtl="0">
              <a:lnSpc>
                <a:spcPct val="100000"/>
              </a:lnSpc>
              <a:spcBef>
                <a:spcPts val="0"/>
              </a:spcBef>
              <a:spcAft>
                <a:spcPts val="0"/>
              </a:spcAft>
              <a:buSzPts val="1600"/>
              <a:buFont typeface="Roboto Condensed Light"/>
              <a:buAutoNum type="alphaLcPeriod"/>
              <a:defRPr sz="1600"/>
            </a:lvl5pPr>
            <a:lvl6pPr indent="-330200" lvl="5" marL="2743200" rtl="0">
              <a:lnSpc>
                <a:spcPct val="100000"/>
              </a:lnSpc>
              <a:spcBef>
                <a:spcPts val="0"/>
              </a:spcBef>
              <a:spcAft>
                <a:spcPts val="0"/>
              </a:spcAft>
              <a:buSzPts val="1600"/>
              <a:buFont typeface="Roboto Condensed Light"/>
              <a:buAutoNum type="romanLcPeriod"/>
              <a:defRPr sz="1600"/>
            </a:lvl6pPr>
            <a:lvl7pPr indent="-330200" lvl="6" marL="3200400" rtl="0">
              <a:lnSpc>
                <a:spcPct val="100000"/>
              </a:lnSpc>
              <a:spcBef>
                <a:spcPts val="0"/>
              </a:spcBef>
              <a:spcAft>
                <a:spcPts val="0"/>
              </a:spcAft>
              <a:buSzPts val="1600"/>
              <a:buFont typeface="Roboto Condensed Light"/>
              <a:buAutoNum type="arabicPeriod"/>
              <a:defRPr sz="1600"/>
            </a:lvl7pPr>
            <a:lvl8pPr indent="-330200" lvl="7" marL="3657600" rtl="0">
              <a:lnSpc>
                <a:spcPct val="100000"/>
              </a:lnSpc>
              <a:spcBef>
                <a:spcPts val="0"/>
              </a:spcBef>
              <a:spcAft>
                <a:spcPts val="0"/>
              </a:spcAft>
              <a:buSzPts val="1600"/>
              <a:buFont typeface="Roboto Condensed Light"/>
              <a:buAutoNum type="alphaLcPeriod"/>
              <a:defRPr sz="1600"/>
            </a:lvl8pPr>
            <a:lvl9pPr indent="-330200" lvl="8" marL="4114800" rtl="0">
              <a:lnSpc>
                <a:spcPct val="100000"/>
              </a:lnSpc>
              <a:spcBef>
                <a:spcPts val="0"/>
              </a:spcBef>
              <a:spcAft>
                <a:spcPts val="0"/>
              </a:spcAft>
              <a:buSzPts val="1600"/>
              <a:buFont typeface="Roboto Condensed Light"/>
              <a:buAutoNum type="romanLcPeriod"/>
              <a:defRPr sz="1600"/>
            </a:lvl9pPr>
          </a:lstStyle>
          <a:p/>
        </p:txBody>
      </p:sp>
      <p:grpSp>
        <p:nvGrpSpPr>
          <p:cNvPr id="38" name="Google Shape;38;p4"/>
          <p:cNvGrpSpPr/>
          <p:nvPr/>
        </p:nvGrpSpPr>
        <p:grpSpPr>
          <a:xfrm>
            <a:off x="-2094400" y="-910337"/>
            <a:ext cx="15154000" cy="8282825"/>
            <a:chOff x="-2094400" y="-910337"/>
            <a:chExt cx="15154000" cy="8282825"/>
          </a:xfrm>
        </p:grpSpPr>
        <p:pic>
          <p:nvPicPr>
            <p:cNvPr id="39" name="Google Shape;39;p4"/>
            <p:cNvPicPr preferRelativeResize="0"/>
            <p:nvPr/>
          </p:nvPicPr>
          <p:blipFill>
            <a:blip r:embed="rId4">
              <a:alphaModFix/>
            </a:blip>
            <a:stretch>
              <a:fillRect/>
            </a:stretch>
          </p:blipFill>
          <p:spPr>
            <a:xfrm>
              <a:off x="8373300" y="-910337"/>
              <a:ext cx="4686300" cy="3571875"/>
            </a:xfrm>
            <a:prstGeom prst="rect">
              <a:avLst/>
            </a:prstGeom>
            <a:noFill/>
            <a:ln>
              <a:noFill/>
            </a:ln>
          </p:spPr>
        </p:pic>
        <p:pic>
          <p:nvPicPr>
            <p:cNvPr id="40" name="Google Shape;40;p4"/>
            <p:cNvPicPr preferRelativeResize="0"/>
            <p:nvPr/>
          </p:nvPicPr>
          <p:blipFill>
            <a:blip r:embed="rId4">
              <a:alphaModFix/>
            </a:blip>
            <a:stretch>
              <a:fillRect/>
            </a:stretch>
          </p:blipFill>
          <p:spPr>
            <a:xfrm>
              <a:off x="-2094400" y="3800613"/>
              <a:ext cx="4686300" cy="3571875"/>
            </a:xfrm>
            <a:prstGeom prst="rect">
              <a:avLst/>
            </a:prstGeom>
            <a:noFill/>
            <a:ln>
              <a:noFill/>
            </a:ln>
          </p:spPr>
        </p:pic>
      </p:grpSp>
      <p:grpSp>
        <p:nvGrpSpPr>
          <p:cNvPr id="41" name="Google Shape;41;p4"/>
          <p:cNvGrpSpPr/>
          <p:nvPr/>
        </p:nvGrpSpPr>
        <p:grpSpPr>
          <a:xfrm>
            <a:off x="181498" y="281548"/>
            <a:ext cx="8822431" cy="4687365"/>
            <a:chOff x="181498" y="281548"/>
            <a:chExt cx="8822431" cy="4687365"/>
          </a:xfrm>
        </p:grpSpPr>
        <p:pic>
          <p:nvPicPr>
            <p:cNvPr id="42" name="Google Shape;42;p4"/>
            <p:cNvPicPr preferRelativeResize="0"/>
            <p:nvPr/>
          </p:nvPicPr>
          <p:blipFill>
            <a:blip r:embed="rId5">
              <a:alphaModFix/>
            </a:blip>
            <a:stretch>
              <a:fillRect/>
            </a:stretch>
          </p:blipFill>
          <p:spPr>
            <a:xfrm flipH="1">
              <a:off x="181498" y="281548"/>
              <a:ext cx="538500" cy="907450"/>
            </a:xfrm>
            <a:prstGeom prst="rect">
              <a:avLst/>
            </a:prstGeom>
            <a:noFill/>
            <a:ln>
              <a:noFill/>
            </a:ln>
          </p:spPr>
        </p:pic>
        <p:pic>
          <p:nvPicPr>
            <p:cNvPr id="43" name="Google Shape;43;p4"/>
            <p:cNvPicPr preferRelativeResize="0"/>
            <p:nvPr/>
          </p:nvPicPr>
          <p:blipFill>
            <a:blip r:embed="rId6">
              <a:alphaModFix/>
            </a:blip>
            <a:stretch>
              <a:fillRect/>
            </a:stretch>
          </p:blipFill>
          <p:spPr>
            <a:xfrm flipH="1">
              <a:off x="8333604" y="4229937"/>
              <a:ext cx="670325" cy="738976"/>
            </a:xfrm>
            <a:prstGeom prst="rect">
              <a:avLst/>
            </a:prstGeom>
            <a:noFill/>
            <a:ln>
              <a:noFill/>
            </a:ln>
          </p:spPr>
        </p:pic>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4" name="Shape 44"/>
        <p:cNvGrpSpPr/>
        <p:nvPr/>
      </p:nvGrpSpPr>
      <p:grpSpPr>
        <a:xfrm>
          <a:off x="0" y="0"/>
          <a:ext cx="0" cy="0"/>
          <a:chOff x="0" y="0"/>
          <a:chExt cx="0" cy="0"/>
        </a:xfrm>
      </p:grpSpPr>
      <p:pic>
        <p:nvPicPr>
          <p:cNvPr id="45" name="Google Shape;45;p5"/>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46" name="Google Shape;46;p5"/>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47" name="Google Shape;47;p5"/>
          <p:cNvSpPr txBox="1"/>
          <p:nvPr>
            <p:ph type="title"/>
          </p:nvPr>
        </p:nvSpPr>
        <p:spPr>
          <a:xfrm>
            <a:off x="1135086" y="2525725"/>
            <a:ext cx="32616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b="0" sz="2000">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8" name="Google Shape;48;p5"/>
          <p:cNvSpPr txBox="1"/>
          <p:nvPr>
            <p:ph idx="2" type="title"/>
          </p:nvPr>
        </p:nvSpPr>
        <p:spPr>
          <a:xfrm>
            <a:off x="4747614" y="2525725"/>
            <a:ext cx="32616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b="0" sz="2000">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9" name="Google Shape;49;p5"/>
          <p:cNvSpPr txBox="1"/>
          <p:nvPr>
            <p:ph idx="1" type="subTitle"/>
          </p:nvPr>
        </p:nvSpPr>
        <p:spPr>
          <a:xfrm>
            <a:off x="4747614" y="2742350"/>
            <a:ext cx="3261600" cy="1212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 name="Google Shape;50;p5"/>
          <p:cNvSpPr txBox="1"/>
          <p:nvPr>
            <p:ph idx="3" type="subTitle"/>
          </p:nvPr>
        </p:nvSpPr>
        <p:spPr>
          <a:xfrm>
            <a:off x="1134786" y="2742350"/>
            <a:ext cx="3262200" cy="1212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1" name="Google Shape;51;p5"/>
          <p:cNvSpPr txBox="1"/>
          <p:nvPr>
            <p:ph idx="4"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Clr>
                <a:schemeClr val="lt1"/>
              </a:buClr>
              <a:buSzPts val="3500"/>
              <a:buNone/>
              <a:defRPr>
                <a:solidFill>
                  <a:schemeClr val="lt1"/>
                </a:solidFill>
              </a:defRPr>
            </a:lvl2pPr>
            <a:lvl3pPr lvl="2" rtl="0" algn="ctr">
              <a:spcBef>
                <a:spcPts val="0"/>
              </a:spcBef>
              <a:spcAft>
                <a:spcPts val="0"/>
              </a:spcAft>
              <a:buClr>
                <a:schemeClr val="lt1"/>
              </a:buClr>
              <a:buSzPts val="3500"/>
              <a:buNone/>
              <a:defRPr>
                <a:solidFill>
                  <a:schemeClr val="lt1"/>
                </a:solidFill>
              </a:defRPr>
            </a:lvl3pPr>
            <a:lvl4pPr lvl="3" rtl="0" algn="ctr">
              <a:spcBef>
                <a:spcPts val="0"/>
              </a:spcBef>
              <a:spcAft>
                <a:spcPts val="0"/>
              </a:spcAft>
              <a:buClr>
                <a:schemeClr val="lt1"/>
              </a:buClr>
              <a:buSzPts val="3500"/>
              <a:buNone/>
              <a:defRPr>
                <a:solidFill>
                  <a:schemeClr val="lt1"/>
                </a:solidFill>
              </a:defRPr>
            </a:lvl4pPr>
            <a:lvl5pPr lvl="4" rtl="0" algn="ctr">
              <a:spcBef>
                <a:spcPts val="0"/>
              </a:spcBef>
              <a:spcAft>
                <a:spcPts val="0"/>
              </a:spcAft>
              <a:buClr>
                <a:schemeClr val="lt1"/>
              </a:buClr>
              <a:buSzPts val="3500"/>
              <a:buNone/>
              <a:defRPr>
                <a:solidFill>
                  <a:schemeClr val="lt1"/>
                </a:solidFill>
              </a:defRPr>
            </a:lvl5pPr>
            <a:lvl6pPr lvl="5" rtl="0" algn="ctr">
              <a:spcBef>
                <a:spcPts val="0"/>
              </a:spcBef>
              <a:spcAft>
                <a:spcPts val="0"/>
              </a:spcAft>
              <a:buClr>
                <a:schemeClr val="lt1"/>
              </a:buClr>
              <a:buSzPts val="3500"/>
              <a:buNone/>
              <a:defRPr>
                <a:solidFill>
                  <a:schemeClr val="lt1"/>
                </a:solidFill>
              </a:defRPr>
            </a:lvl6pPr>
            <a:lvl7pPr lvl="6" rtl="0" algn="ctr">
              <a:spcBef>
                <a:spcPts val="0"/>
              </a:spcBef>
              <a:spcAft>
                <a:spcPts val="0"/>
              </a:spcAft>
              <a:buClr>
                <a:schemeClr val="lt1"/>
              </a:buClr>
              <a:buSzPts val="3500"/>
              <a:buNone/>
              <a:defRPr>
                <a:solidFill>
                  <a:schemeClr val="lt1"/>
                </a:solidFill>
              </a:defRPr>
            </a:lvl7pPr>
            <a:lvl8pPr lvl="7" rtl="0" algn="ctr">
              <a:spcBef>
                <a:spcPts val="0"/>
              </a:spcBef>
              <a:spcAft>
                <a:spcPts val="0"/>
              </a:spcAft>
              <a:buClr>
                <a:schemeClr val="lt1"/>
              </a:buClr>
              <a:buSzPts val="3500"/>
              <a:buNone/>
              <a:defRPr>
                <a:solidFill>
                  <a:schemeClr val="lt1"/>
                </a:solidFill>
              </a:defRPr>
            </a:lvl8pPr>
            <a:lvl9pPr lvl="8" rtl="0" algn="ctr">
              <a:spcBef>
                <a:spcPts val="0"/>
              </a:spcBef>
              <a:spcAft>
                <a:spcPts val="0"/>
              </a:spcAft>
              <a:buClr>
                <a:schemeClr val="lt1"/>
              </a:buClr>
              <a:buSzPts val="3500"/>
              <a:buNone/>
              <a:defRPr>
                <a:solidFill>
                  <a:schemeClr val="lt1"/>
                </a:solidFill>
              </a:defRPr>
            </a:lvl9pPr>
          </a:lstStyle>
          <a:p/>
        </p:txBody>
      </p:sp>
      <p:grpSp>
        <p:nvGrpSpPr>
          <p:cNvPr id="52" name="Google Shape;52;p5"/>
          <p:cNvGrpSpPr/>
          <p:nvPr/>
        </p:nvGrpSpPr>
        <p:grpSpPr>
          <a:xfrm>
            <a:off x="-3966300" y="-704337"/>
            <a:ext cx="15921400" cy="8202014"/>
            <a:chOff x="-3966300" y="-704337"/>
            <a:chExt cx="15921400" cy="8202014"/>
          </a:xfrm>
        </p:grpSpPr>
        <p:pic>
          <p:nvPicPr>
            <p:cNvPr id="53" name="Google Shape;53;p5"/>
            <p:cNvPicPr preferRelativeResize="0"/>
            <p:nvPr/>
          </p:nvPicPr>
          <p:blipFill>
            <a:blip r:embed="rId4">
              <a:alphaModFix amt="80000"/>
            </a:blip>
            <a:stretch>
              <a:fillRect/>
            </a:stretch>
          </p:blipFill>
          <p:spPr>
            <a:xfrm>
              <a:off x="516850" y="4394623"/>
              <a:ext cx="9143998" cy="3103053"/>
            </a:xfrm>
            <a:prstGeom prst="rect">
              <a:avLst/>
            </a:prstGeom>
            <a:noFill/>
            <a:ln>
              <a:noFill/>
            </a:ln>
          </p:spPr>
        </p:pic>
        <p:pic>
          <p:nvPicPr>
            <p:cNvPr id="54" name="Google Shape;54;p5"/>
            <p:cNvPicPr preferRelativeResize="0"/>
            <p:nvPr/>
          </p:nvPicPr>
          <p:blipFill>
            <a:blip r:embed="rId5">
              <a:alphaModFix/>
            </a:blip>
            <a:stretch>
              <a:fillRect/>
            </a:stretch>
          </p:blipFill>
          <p:spPr>
            <a:xfrm>
              <a:off x="7268800" y="-704337"/>
              <a:ext cx="4686300" cy="3571875"/>
            </a:xfrm>
            <a:prstGeom prst="rect">
              <a:avLst/>
            </a:prstGeom>
            <a:noFill/>
            <a:ln>
              <a:noFill/>
            </a:ln>
          </p:spPr>
        </p:pic>
        <p:pic>
          <p:nvPicPr>
            <p:cNvPr id="55" name="Google Shape;55;p5"/>
            <p:cNvPicPr preferRelativeResize="0"/>
            <p:nvPr/>
          </p:nvPicPr>
          <p:blipFill>
            <a:blip r:embed="rId5">
              <a:alphaModFix/>
            </a:blip>
            <a:stretch>
              <a:fillRect/>
            </a:stretch>
          </p:blipFill>
          <p:spPr>
            <a:xfrm>
              <a:off x="-3966300" y="829388"/>
              <a:ext cx="4686300" cy="3571875"/>
            </a:xfrm>
            <a:prstGeom prst="rect">
              <a:avLst/>
            </a:prstGeom>
            <a:noFill/>
            <a:ln>
              <a:noFill/>
            </a:ln>
          </p:spPr>
        </p:pic>
      </p:grpSp>
      <p:grpSp>
        <p:nvGrpSpPr>
          <p:cNvPr id="56" name="Google Shape;56;p5"/>
          <p:cNvGrpSpPr/>
          <p:nvPr/>
        </p:nvGrpSpPr>
        <p:grpSpPr>
          <a:xfrm>
            <a:off x="181498" y="281548"/>
            <a:ext cx="8878592" cy="3510789"/>
            <a:chOff x="181498" y="281548"/>
            <a:chExt cx="8878592" cy="3510789"/>
          </a:xfrm>
        </p:grpSpPr>
        <p:pic>
          <p:nvPicPr>
            <p:cNvPr id="57" name="Google Shape;57;p5"/>
            <p:cNvPicPr preferRelativeResize="0"/>
            <p:nvPr/>
          </p:nvPicPr>
          <p:blipFill>
            <a:blip r:embed="rId6">
              <a:alphaModFix/>
            </a:blip>
            <a:stretch>
              <a:fillRect/>
            </a:stretch>
          </p:blipFill>
          <p:spPr>
            <a:xfrm flipH="1" rot="10599324">
              <a:off x="8368780" y="3034437"/>
              <a:ext cx="670324" cy="738975"/>
            </a:xfrm>
            <a:prstGeom prst="rect">
              <a:avLst/>
            </a:prstGeom>
            <a:noFill/>
            <a:ln>
              <a:noFill/>
            </a:ln>
          </p:spPr>
        </p:pic>
        <p:pic>
          <p:nvPicPr>
            <p:cNvPr id="58" name="Google Shape;58;p5"/>
            <p:cNvPicPr preferRelativeResize="0"/>
            <p:nvPr/>
          </p:nvPicPr>
          <p:blipFill>
            <a:blip r:embed="rId7">
              <a:alphaModFix/>
            </a:blip>
            <a:stretch>
              <a:fillRect/>
            </a:stretch>
          </p:blipFill>
          <p:spPr>
            <a:xfrm flipH="1">
              <a:off x="181498" y="281548"/>
              <a:ext cx="538500" cy="907450"/>
            </a:xfrm>
            <a:prstGeom prst="rect">
              <a:avLst/>
            </a:prstGeom>
            <a:noFill/>
            <a:ln>
              <a:noFill/>
            </a:ln>
          </p:spPr>
        </p:pic>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9" name="Shape 59"/>
        <p:cNvGrpSpPr/>
        <p:nvPr/>
      </p:nvGrpSpPr>
      <p:grpSpPr>
        <a:xfrm>
          <a:off x="0" y="0"/>
          <a:ext cx="0" cy="0"/>
          <a:chOff x="0" y="0"/>
          <a:chExt cx="0" cy="0"/>
        </a:xfrm>
      </p:grpSpPr>
      <p:pic>
        <p:nvPicPr>
          <p:cNvPr id="60" name="Google Shape;60;p6"/>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61" name="Google Shape;61;p6"/>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62" name="Google Shape;62;p6"/>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Clr>
                <a:schemeClr val="lt1"/>
              </a:buClr>
              <a:buSzPts val="3500"/>
              <a:buNone/>
              <a:defRPr>
                <a:solidFill>
                  <a:schemeClr val="lt1"/>
                </a:solidFill>
              </a:defRPr>
            </a:lvl2pPr>
            <a:lvl3pPr lvl="2" rtl="0" algn="ctr">
              <a:spcBef>
                <a:spcPts val="0"/>
              </a:spcBef>
              <a:spcAft>
                <a:spcPts val="0"/>
              </a:spcAft>
              <a:buClr>
                <a:schemeClr val="lt1"/>
              </a:buClr>
              <a:buSzPts val="3500"/>
              <a:buNone/>
              <a:defRPr>
                <a:solidFill>
                  <a:schemeClr val="lt1"/>
                </a:solidFill>
              </a:defRPr>
            </a:lvl3pPr>
            <a:lvl4pPr lvl="3" rtl="0" algn="ctr">
              <a:spcBef>
                <a:spcPts val="0"/>
              </a:spcBef>
              <a:spcAft>
                <a:spcPts val="0"/>
              </a:spcAft>
              <a:buClr>
                <a:schemeClr val="lt1"/>
              </a:buClr>
              <a:buSzPts val="3500"/>
              <a:buNone/>
              <a:defRPr>
                <a:solidFill>
                  <a:schemeClr val="lt1"/>
                </a:solidFill>
              </a:defRPr>
            </a:lvl4pPr>
            <a:lvl5pPr lvl="4" rtl="0" algn="ctr">
              <a:spcBef>
                <a:spcPts val="0"/>
              </a:spcBef>
              <a:spcAft>
                <a:spcPts val="0"/>
              </a:spcAft>
              <a:buClr>
                <a:schemeClr val="lt1"/>
              </a:buClr>
              <a:buSzPts val="3500"/>
              <a:buNone/>
              <a:defRPr>
                <a:solidFill>
                  <a:schemeClr val="lt1"/>
                </a:solidFill>
              </a:defRPr>
            </a:lvl5pPr>
            <a:lvl6pPr lvl="5" rtl="0" algn="ctr">
              <a:spcBef>
                <a:spcPts val="0"/>
              </a:spcBef>
              <a:spcAft>
                <a:spcPts val="0"/>
              </a:spcAft>
              <a:buClr>
                <a:schemeClr val="lt1"/>
              </a:buClr>
              <a:buSzPts val="3500"/>
              <a:buNone/>
              <a:defRPr>
                <a:solidFill>
                  <a:schemeClr val="lt1"/>
                </a:solidFill>
              </a:defRPr>
            </a:lvl6pPr>
            <a:lvl7pPr lvl="6" rtl="0" algn="ctr">
              <a:spcBef>
                <a:spcPts val="0"/>
              </a:spcBef>
              <a:spcAft>
                <a:spcPts val="0"/>
              </a:spcAft>
              <a:buClr>
                <a:schemeClr val="lt1"/>
              </a:buClr>
              <a:buSzPts val="3500"/>
              <a:buNone/>
              <a:defRPr>
                <a:solidFill>
                  <a:schemeClr val="lt1"/>
                </a:solidFill>
              </a:defRPr>
            </a:lvl7pPr>
            <a:lvl8pPr lvl="7" rtl="0" algn="ctr">
              <a:spcBef>
                <a:spcPts val="0"/>
              </a:spcBef>
              <a:spcAft>
                <a:spcPts val="0"/>
              </a:spcAft>
              <a:buClr>
                <a:schemeClr val="lt1"/>
              </a:buClr>
              <a:buSzPts val="3500"/>
              <a:buNone/>
              <a:defRPr>
                <a:solidFill>
                  <a:schemeClr val="lt1"/>
                </a:solidFill>
              </a:defRPr>
            </a:lvl8pPr>
            <a:lvl9pPr lvl="8" rtl="0" algn="ctr">
              <a:spcBef>
                <a:spcPts val="0"/>
              </a:spcBef>
              <a:spcAft>
                <a:spcPts val="0"/>
              </a:spcAft>
              <a:buClr>
                <a:schemeClr val="lt1"/>
              </a:buClr>
              <a:buSzPts val="3500"/>
              <a:buNone/>
              <a:defRPr>
                <a:solidFill>
                  <a:schemeClr val="lt1"/>
                </a:solidFill>
              </a:defRPr>
            </a:lvl9pPr>
          </a:lstStyle>
          <a:p/>
        </p:txBody>
      </p:sp>
      <p:grpSp>
        <p:nvGrpSpPr>
          <p:cNvPr id="63" name="Google Shape;63;p6"/>
          <p:cNvGrpSpPr/>
          <p:nvPr/>
        </p:nvGrpSpPr>
        <p:grpSpPr>
          <a:xfrm>
            <a:off x="-3040325" y="-2616277"/>
            <a:ext cx="15369450" cy="10223540"/>
            <a:chOff x="-3040325" y="-2616277"/>
            <a:chExt cx="15369450" cy="10223540"/>
          </a:xfrm>
        </p:grpSpPr>
        <p:pic>
          <p:nvPicPr>
            <p:cNvPr id="64" name="Google Shape;64;p6"/>
            <p:cNvPicPr preferRelativeResize="0"/>
            <p:nvPr/>
          </p:nvPicPr>
          <p:blipFill>
            <a:blip r:embed="rId4">
              <a:alphaModFix/>
            </a:blip>
            <a:stretch>
              <a:fillRect/>
            </a:stretch>
          </p:blipFill>
          <p:spPr>
            <a:xfrm>
              <a:off x="7642825" y="4035388"/>
              <a:ext cx="4686300" cy="3571875"/>
            </a:xfrm>
            <a:prstGeom prst="rect">
              <a:avLst/>
            </a:prstGeom>
            <a:noFill/>
            <a:ln>
              <a:noFill/>
            </a:ln>
          </p:spPr>
        </p:pic>
        <p:pic>
          <p:nvPicPr>
            <p:cNvPr id="65" name="Google Shape;65;p6"/>
            <p:cNvPicPr preferRelativeResize="0"/>
            <p:nvPr/>
          </p:nvPicPr>
          <p:blipFill>
            <a:blip r:embed="rId4">
              <a:alphaModFix/>
            </a:blip>
            <a:stretch>
              <a:fillRect/>
            </a:stretch>
          </p:blipFill>
          <p:spPr>
            <a:xfrm>
              <a:off x="-3040325" y="3025513"/>
              <a:ext cx="4686300" cy="3571875"/>
            </a:xfrm>
            <a:prstGeom prst="rect">
              <a:avLst/>
            </a:prstGeom>
            <a:noFill/>
            <a:ln>
              <a:noFill/>
            </a:ln>
          </p:spPr>
        </p:pic>
        <p:pic>
          <p:nvPicPr>
            <p:cNvPr id="66" name="Google Shape;66;p6"/>
            <p:cNvPicPr preferRelativeResize="0"/>
            <p:nvPr/>
          </p:nvPicPr>
          <p:blipFill>
            <a:blip r:embed="rId5">
              <a:alphaModFix amt="80000"/>
            </a:blip>
            <a:stretch>
              <a:fillRect/>
            </a:stretch>
          </p:blipFill>
          <p:spPr>
            <a:xfrm>
              <a:off x="131825" y="-2616277"/>
              <a:ext cx="9143998" cy="3103054"/>
            </a:xfrm>
            <a:prstGeom prst="rect">
              <a:avLst/>
            </a:prstGeom>
            <a:noFill/>
            <a:ln>
              <a:noFill/>
            </a:ln>
          </p:spPr>
        </p:pic>
      </p:grpSp>
      <p:grpSp>
        <p:nvGrpSpPr>
          <p:cNvPr id="67" name="Google Shape;67;p6"/>
          <p:cNvGrpSpPr/>
          <p:nvPr/>
        </p:nvGrpSpPr>
        <p:grpSpPr>
          <a:xfrm>
            <a:off x="181498" y="281548"/>
            <a:ext cx="8906356" cy="3884115"/>
            <a:chOff x="181498" y="281548"/>
            <a:chExt cx="8906356" cy="3884115"/>
          </a:xfrm>
        </p:grpSpPr>
        <p:pic>
          <p:nvPicPr>
            <p:cNvPr id="68" name="Google Shape;68;p6"/>
            <p:cNvPicPr preferRelativeResize="0"/>
            <p:nvPr/>
          </p:nvPicPr>
          <p:blipFill>
            <a:blip r:embed="rId6">
              <a:alphaModFix/>
            </a:blip>
            <a:stretch>
              <a:fillRect/>
            </a:stretch>
          </p:blipFill>
          <p:spPr>
            <a:xfrm flipH="1">
              <a:off x="8417529" y="3426687"/>
              <a:ext cx="670325" cy="738976"/>
            </a:xfrm>
            <a:prstGeom prst="rect">
              <a:avLst/>
            </a:prstGeom>
            <a:noFill/>
            <a:ln>
              <a:noFill/>
            </a:ln>
          </p:spPr>
        </p:pic>
        <p:pic>
          <p:nvPicPr>
            <p:cNvPr id="69" name="Google Shape;69;p6"/>
            <p:cNvPicPr preferRelativeResize="0"/>
            <p:nvPr/>
          </p:nvPicPr>
          <p:blipFill>
            <a:blip r:embed="rId7">
              <a:alphaModFix/>
            </a:blip>
            <a:stretch>
              <a:fillRect/>
            </a:stretch>
          </p:blipFill>
          <p:spPr>
            <a:xfrm flipH="1">
              <a:off x="181498" y="281548"/>
              <a:ext cx="538500" cy="907450"/>
            </a:xfrm>
            <a:prstGeom prst="rect">
              <a:avLst/>
            </a:prstGeom>
            <a:noFill/>
            <a:ln>
              <a:noFill/>
            </a:ln>
          </p:spPr>
        </p:pic>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0" name="Shape 70"/>
        <p:cNvGrpSpPr/>
        <p:nvPr/>
      </p:nvGrpSpPr>
      <p:grpSpPr>
        <a:xfrm>
          <a:off x="0" y="0"/>
          <a:ext cx="0" cy="0"/>
          <a:chOff x="0" y="0"/>
          <a:chExt cx="0" cy="0"/>
        </a:xfrm>
      </p:grpSpPr>
      <p:pic>
        <p:nvPicPr>
          <p:cNvPr id="71" name="Google Shape;71;p7"/>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72" name="Google Shape;72;p7"/>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73" name="Google Shape;73;p7"/>
          <p:cNvSpPr txBox="1"/>
          <p:nvPr>
            <p:ph idx="1" type="body"/>
          </p:nvPr>
        </p:nvSpPr>
        <p:spPr>
          <a:xfrm>
            <a:off x="714000" y="1786200"/>
            <a:ext cx="4668000" cy="1850700"/>
          </a:xfrm>
          <a:prstGeom prst="rect">
            <a:avLst/>
          </a:prstGeom>
        </p:spPr>
        <p:txBody>
          <a:bodyPr anchorCtr="0" anchor="ctr" bIns="91425" lIns="91425" spcFirstLastPara="1" rIns="91425" wrap="square" tIns="91425">
            <a:noAutofit/>
          </a:bodyPr>
          <a:lstStyle>
            <a:lvl1pPr indent="-304800" lvl="0" marL="457200" rtl="0">
              <a:lnSpc>
                <a:spcPct val="100000"/>
              </a:lnSpc>
              <a:spcBef>
                <a:spcPts val="0"/>
              </a:spcBef>
              <a:spcAft>
                <a:spcPts val="0"/>
              </a:spcAft>
              <a:buClr>
                <a:schemeClr val="dk1"/>
              </a:buClr>
              <a:buSzPts val="1200"/>
              <a:buFont typeface="Gothic A1 Light"/>
              <a:buChar char="●"/>
              <a:defRPr/>
            </a:lvl1pPr>
            <a:lvl2pPr indent="-330200" lvl="1" marL="914400" rtl="0">
              <a:lnSpc>
                <a:spcPct val="100000"/>
              </a:lnSpc>
              <a:spcBef>
                <a:spcPts val="0"/>
              </a:spcBef>
              <a:spcAft>
                <a:spcPts val="0"/>
              </a:spcAft>
              <a:buSzPts val="1600"/>
              <a:buFont typeface="Nunito Light"/>
              <a:buChar char="○"/>
              <a:defRPr/>
            </a:lvl2pPr>
            <a:lvl3pPr indent="-323850" lvl="2" marL="1371600" rtl="0">
              <a:lnSpc>
                <a:spcPct val="100000"/>
              </a:lnSpc>
              <a:spcBef>
                <a:spcPts val="1600"/>
              </a:spcBef>
              <a:spcAft>
                <a:spcPts val="0"/>
              </a:spcAft>
              <a:buSzPts val="1500"/>
              <a:buFont typeface="Nunito Light"/>
              <a:buChar char="■"/>
              <a:defRPr/>
            </a:lvl3pPr>
            <a:lvl4pPr indent="-323850" lvl="3" marL="1828800" rtl="0">
              <a:lnSpc>
                <a:spcPct val="100000"/>
              </a:lnSpc>
              <a:spcBef>
                <a:spcPts val="1600"/>
              </a:spcBef>
              <a:spcAft>
                <a:spcPts val="0"/>
              </a:spcAft>
              <a:buSzPts val="1500"/>
              <a:buFont typeface="Nunito Light"/>
              <a:buChar char="●"/>
              <a:defRPr/>
            </a:lvl4pPr>
            <a:lvl5pPr indent="-304800" lvl="4" marL="2286000" rtl="0">
              <a:lnSpc>
                <a:spcPct val="100000"/>
              </a:lnSpc>
              <a:spcBef>
                <a:spcPts val="1600"/>
              </a:spcBef>
              <a:spcAft>
                <a:spcPts val="0"/>
              </a:spcAft>
              <a:buSzPts val="1200"/>
              <a:buFont typeface="Nunito Light"/>
              <a:buChar char="○"/>
              <a:defRPr/>
            </a:lvl5pPr>
            <a:lvl6pPr indent="-304800" lvl="5" marL="2743200" rtl="0">
              <a:lnSpc>
                <a:spcPct val="100000"/>
              </a:lnSpc>
              <a:spcBef>
                <a:spcPts val="1600"/>
              </a:spcBef>
              <a:spcAft>
                <a:spcPts val="0"/>
              </a:spcAft>
              <a:buSzPts val="1200"/>
              <a:buFont typeface="Nunito Light"/>
              <a:buChar char="■"/>
              <a:defRPr/>
            </a:lvl6pPr>
            <a:lvl7pPr indent="-311150" lvl="6" marL="3200400" rtl="0">
              <a:lnSpc>
                <a:spcPct val="100000"/>
              </a:lnSpc>
              <a:spcBef>
                <a:spcPts val="1600"/>
              </a:spcBef>
              <a:spcAft>
                <a:spcPts val="0"/>
              </a:spcAft>
              <a:buSzPts val="1300"/>
              <a:buFont typeface="Nunito Light"/>
              <a:buChar char="●"/>
              <a:defRPr/>
            </a:lvl7pPr>
            <a:lvl8pPr indent="-311150" lvl="7" marL="3657600" rtl="0">
              <a:lnSpc>
                <a:spcPct val="100000"/>
              </a:lnSpc>
              <a:spcBef>
                <a:spcPts val="1600"/>
              </a:spcBef>
              <a:spcAft>
                <a:spcPts val="0"/>
              </a:spcAft>
              <a:buSzPts val="1300"/>
              <a:buFont typeface="Nunito Light"/>
              <a:buChar char="○"/>
              <a:defRPr/>
            </a:lvl8pPr>
            <a:lvl9pPr indent="-304800" lvl="8" marL="4114800" rtl="0">
              <a:lnSpc>
                <a:spcPct val="100000"/>
              </a:lnSpc>
              <a:spcBef>
                <a:spcPts val="1600"/>
              </a:spcBef>
              <a:spcAft>
                <a:spcPts val="1600"/>
              </a:spcAft>
              <a:buSzPts val="1200"/>
              <a:buFont typeface="Nunito Light"/>
              <a:buChar char="■"/>
              <a:defRPr/>
            </a:lvl9pPr>
          </a:lstStyle>
          <a:p/>
        </p:txBody>
      </p:sp>
      <p:sp>
        <p:nvSpPr>
          <p:cNvPr id="74" name="Google Shape;74;p7"/>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75" name="Google Shape;75;p7"/>
          <p:cNvSpPr/>
          <p:nvPr>
            <p:ph idx="2" type="pic"/>
          </p:nvPr>
        </p:nvSpPr>
        <p:spPr>
          <a:xfrm>
            <a:off x="5553164" y="859800"/>
            <a:ext cx="2877600" cy="42837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sp>
      <p:grpSp>
        <p:nvGrpSpPr>
          <p:cNvPr id="76" name="Google Shape;76;p7"/>
          <p:cNvGrpSpPr/>
          <p:nvPr/>
        </p:nvGrpSpPr>
        <p:grpSpPr>
          <a:xfrm>
            <a:off x="-2177950" y="-1292737"/>
            <a:ext cx="13700375" cy="8692900"/>
            <a:chOff x="-2177950" y="-1292737"/>
            <a:chExt cx="13700375" cy="8692900"/>
          </a:xfrm>
        </p:grpSpPr>
        <p:pic>
          <p:nvPicPr>
            <p:cNvPr id="77" name="Google Shape;77;p7"/>
            <p:cNvPicPr preferRelativeResize="0"/>
            <p:nvPr/>
          </p:nvPicPr>
          <p:blipFill>
            <a:blip r:embed="rId4">
              <a:alphaModFix/>
            </a:blip>
            <a:stretch>
              <a:fillRect/>
            </a:stretch>
          </p:blipFill>
          <p:spPr>
            <a:xfrm>
              <a:off x="6836125" y="-1292737"/>
              <a:ext cx="4686300" cy="3571875"/>
            </a:xfrm>
            <a:prstGeom prst="rect">
              <a:avLst/>
            </a:prstGeom>
            <a:noFill/>
            <a:ln>
              <a:noFill/>
            </a:ln>
          </p:spPr>
        </p:pic>
        <p:pic>
          <p:nvPicPr>
            <p:cNvPr id="78" name="Google Shape;78;p7"/>
            <p:cNvPicPr preferRelativeResize="0"/>
            <p:nvPr/>
          </p:nvPicPr>
          <p:blipFill>
            <a:blip r:embed="rId4">
              <a:alphaModFix/>
            </a:blip>
            <a:stretch>
              <a:fillRect/>
            </a:stretch>
          </p:blipFill>
          <p:spPr>
            <a:xfrm>
              <a:off x="-2177950" y="3828288"/>
              <a:ext cx="4686300" cy="3571875"/>
            </a:xfrm>
            <a:prstGeom prst="rect">
              <a:avLst/>
            </a:prstGeom>
            <a:noFill/>
            <a:ln>
              <a:noFill/>
            </a:ln>
          </p:spPr>
        </p:pic>
      </p:grpSp>
      <p:grpSp>
        <p:nvGrpSpPr>
          <p:cNvPr id="79" name="Google Shape;79;p7"/>
          <p:cNvGrpSpPr/>
          <p:nvPr/>
        </p:nvGrpSpPr>
        <p:grpSpPr>
          <a:xfrm>
            <a:off x="-119427" y="79117"/>
            <a:ext cx="9179126" cy="2858881"/>
            <a:chOff x="-119427" y="79117"/>
            <a:chExt cx="9179126" cy="2858881"/>
          </a:xfrm>
        </p:grpSpPr>
        <p:pic>
          <p:nvPicPr>
            <p:cNvPr id="80" name="Google Shape;80;p7"/>
            <p:cNvPicPr preferRelativeResize="0"/>
            <p:nvPr/>
          </p:nvPicPr>
          <p:blipFill>
            <a:blip r:embed="rId5">
              <a:alphaModFix/>
            </a:blip>
            <a:stretch>
              <a:fillRect/>
            </a:stretch>
          </p:blipFill>
          <p:spPr>
            <a:xfrm flipH="1" rot="-9626269">
              <a:off x="8285005" y="170011"/>
              <a:ext cx="670325" cy="738976"/>
            </a:xfrm>
            <a:prstGeom prst="rect">
              <a:avLst/>
            </a:prstGeom>
            <a:noFill/>
            <a:ln>
              <a:noFill/>
            </a:ln>
          </p:spPr>
        </p:pic>
        <p:pic>
          <p:nvPicPr>
            <p:cNvPr id="81" name="Google Shape;81;p7"/>
            <p:cNvPicPr preferRelativeResize="0"/>
            <p:nvPr/>
          </p:nvPicPr>
          <p:blipFill>
            <a:blip r:embed="rId6">
              <a:alphaModFix/>
            </a:blip>
            <a:stretch>
              <a:fillRect/>
            </a:stretch>
          </p:blipFill>
          <p:spPr>
            <a:xfrm>
              <a:off x="-119427" y="2030548"/>
              <a:ext cx="538500" cy="907450"/>
            </a:xfrm>
            <a:prstGeom prst="rect">
              <a:avLst/>
            </a:prstGeom>
            <a:noFill/>
            <a:ln>
              <a:noFill/>
            </a:ln>
          </p:spPr>
        </p:pic>
      </p:grpSp>
      <p:pic>
        <p:nvPicPr>
          <p:cNvPr id="82" name="Google Shape;82;p7"/>
          <p:cNvPicPr preferRelativeResize="0"/>
          <p:nvPr/>
        </p:nvPicPr>
        <p:blipFill>
          <a:blip r:embed="rId7">
            <a:alphaModFix amt="80000"/>
          </a:blip>
          <a:stretch>
            <a:fillRect/>
          </a:stretch>
        </p:blipFill>
        <p:spPr>
          <a:xfrm>
            <a:off x="74950" y="4065498"/>
            <a:ext cx="9143998" cy="31030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83" name="Shape 83"/>
        <p:cNvGrpSpPr/>
        <p:nvPr/>
      </p:nvGrpSpPr>
      <p:grpSpPr>
        <a:xfrm>
          <a:off x="0" y="0"/>
          <a:ext cx="0" cy="0"/>
          <a:chOff x="0" y="0"/>
          <a:chExt cx="0" cy="0"/>
        </a:xfrm>
      </p:grpSpPr>
      <p:pic>
        <p:nvPicPr>
          <p:cNvPr id="84" name="Google Shape;84;p8"/>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85" name="Google Shape;85;p8"/>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86" name="Google Shape;86;p8"/>
          <p:cNvSpPr txBox="1"/>
          <p:nvPr>
            <p:ph type="title"/>
          </p:nvPr>
        </p:nvSpPr>
        <p:spPr>
          <a:xfrm>
            <a:off x="1280250" y="1426234"/>
            <a:ext cx="6583500" cy="21789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SzPts val="4800"/>
              <a:buNone/>
              <a:defRPr sz="9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87" name="Google Shape;87;p8"/>
          <p:cNvGrpSpPr/>
          <p:nvPr/>
        </p:nvGrpSpPr>
        <p:grpSpPr>
          <a:xfrm>
            <a:off x="-3315625" y="-2339602"/>
            <a:ext cx="16189050" cy="9994104"/>
            <a:chOff x="-3315625" y="-2339602"/>
            <a:chExt cx="16189050" cy="9994104"/>
          </a:xfrm>
        </p:grpSpPr>
        <p:pic>
          <p:nvPicPr>
            <p:cNvPr id="88" name="Google Shape;88;p8"/>
            <p:cNvPicPr preferRelativeResize="0"/>
            <p:nvPr/>
          </p:nvPicPr>
          <p:blipFill>
            <a:blip r:embed="rId4">
              <a:alphaModFix/>
            </a:blip>
            <a:stretch>
              <a:fillRect/>
            </a:stretch>
          </p:blipFill>
          <p:spPr>
            <a:xfrm>
              <a:off x="8187125" y="2420088"/>
              <a:ext cx="4686300" cy="3571875"/>
            </a:xfrm>
            <a:prstGeom prst="rect">
              <a:avLst/>
            </a:prstGeom>
            <a:noFill/>
            <a:ln>
              <a:noFill/>
            </a:ln>
          </p:spPr>
        </p:pic>
        <p:pic>
          <p:nvPicPr>
            <p:cNvPr id="89" name="Google Shape;89;p8"/>
            <p:cNvPicPr preferRelativeResize="0"/>
            <p:nvPr/>
          </p:nvPicPr>
          <p:blipFill>
            <a:blip r:embed="rId5">
              <a:alphaModFix amt="80000"/>
            </a:blip>
            <a:stretch>
              <a:fillRect/>
            </a:stretch>
          </p:blipFill>
          <p:spPr>
            <a:xfrm>
              <a:off x="522050" y="-2339602"/>
              <a:ext cx="9143998" cy="3103054"/>
            </a:xfrm>
            <a:prstGeom prst="rect">
              <a:avLst/>
            </a:prstGeom>
            <a:noFill/>
            <a:ln>
              <a:noFill/>
            </a:ln>
          </p:spPr>
        </p:pic>
        <p:pic>
          <p:nvPicPr>
            <p:cNvPr id="90" name="Google Shape;90;p8"/>
            <p:cNvPicPr preferRelativeResize="0"/>
            <p:nvPr/>
          </p:nvPicPr>
          <p:blipFill>
            <a:blip r:embed="rId4">
              <a:alphaModFix/>
            </a:blip>
            <a:stretch>
              <a:fillRect/>
            </a:stretch>
          </p:blipFill>
          <p:spPr>
            <a:xfrm>
              <a:off x="-3315625" y="-791837"/>
              <a:ext cx="4686300" cy="3571875"/>
            </a:xfrm>
            <a:prstGeom prst="rect">
              <a:avLst/>
            </a:prstGeom>
            <a:noFill/>
            <a:ln>
              <a:noFill/>
            </a:ln>
          </p:spPr>
        </p:pic>
        <p:pic>
          <p:nvPicPr>
            <p:cNvPr id="91" name="Google Shape;91;p8"/>
            <p:cNvPicPr preferRelativeResize="0"/>
            <p:nvPr/>
          </p:nvPicPr>
          <p:blipFill>
            <a:blip r:embed="rId5">
              <a:alphaModFix amt="80000"/>
            </a:blip>
            <a:stretch>
              <a:fillRect/>
            </a:stretch>
          </p:blipFill>
          <p:spPr>
            <a:xfrm>
              <a:off x="444300" y="4551448"/>
              <a:ext cx="9143998" cy="3103053"/>
            </a:xfrm>
            <a:prstGeom prst="rect">
              <a:avLst/>
            </a:prstGeom>
            <a:noFill/>
            <a:ln>
              <a:noFill/>
            </a:ln>
          </p:spPr>
        </p:pic>
      </p:grpSp>
      <p:grpSp>
        <p:nvGrpSpPr>
          <p:cNvPr id="92" name="Google Shape;92;p8"/>
          <p:cNvGrpSpPr/>
          <p:nvPr/>
        </p:nvGrpSpPr>
        <p:grpSpPr>
          <a:xfrm>
            <a:off x="222630" y="489131"/>
            <a:ext cx="8833339" cy="4647562"/>
            <a:chOff x="222630" y="489131"/>
            <a:chExt cx="8833339" cy="4647562"/>
          </a:xfrm>
        </p:grpSpPr>
        <p:pic>
          <p:nvPicPr>
            <p:cNvPr id="93" name="Google Shape;93;p8"/>
            <p:cNvPicPr preferRelativeResize="0"/>
            <p:nvPr/>
          </p:nvPicPr>
          <p:blipFill>
            <a:blip r:embed="rId6">
              <a:alphaModFix/>
            </a:blip>
            <a:stretch>
              <a:fillRect/>
            </a:stretch>
          </p:blipFill>
          <p:spPr>
            <a:xfrm>
              <a:off x="8213644" y="3717269"/>
              <a:ext cx="842325" cy="1419425"/>
            </a:xfrm>
            <a:prstGeom prst="rect">
              <a:avLst/>
            </a:prstGeom>
            <a:noFill/>
            <a:ln>
              <a:noFill/>
            </a:ln>
          </p:spPr>
        </p:pic>
        <p:pic>
          <p:nvPicPr>
            <p:cNvPr id="94" name="Google Shape;94;p8"/>
            <p:cNvPicPr preferRelativeResize="0"/>
            <p:nvPr/>
          </p:nvPicPr>
          <p:blipFill>
            <a:blip r:embed="rId6">
              <a:alphaModFix/>
            </a:blip>
            <a:stretch>
              <a:fillRect/>
            </a:stretch>
          </p:blipFill>
          <p:spPr>
            <a:xfrm rot="7965888">
              <a:off x="776372" y="4044578"/>
              <a:ext cx="453855" cy="764816"/>
            </a:xfrm>
            <a:prstGeom prst="rect">
              <a:avLst/>
            </a:prstGeom>
            <a:noFill/>
            <a:ln>
              <a:noFill/>
            </a:ln>
          </p:spPr>
        </p:pic>
        <p:pic>
          <p:nvPicPr>
            <p:cNvPr id="95" name="Google Shape;95;p8"/>
            <p:cNvPicPr preferRelativeResize="0"/>
            <p:nvPr/>
          </p:nvPicPr>
          <p:blipFill>
            <a:blip r:embed="rId7">
              <a:alphaModFix/>
            </a:blip>
            <a:stretch>
              <a:fillRect/>
            </a:stretch>
          </p:blipFill>
          <p:spPr>
            <a:xfrm rot="-5182648">
              <a:off x="307986" y="470973"/>
              <a:ext cx="1044775" cy="1151776"/>
            </a:xfrm>
            <a:prstGeom prst="rect">
              <a:avLst/>
            </a:prstGeom>
            <a:noFill/>
            <a:ln>
              <a:noFill/>
            </a:ln>
          </p:spPr>
        </p:pic>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6" name="Shape 96"/>
        <p:cNvGrpSpPr/>
        <p:nvPr/>
      </p:nvGrpSpPr>
      <p:grpSpPr>
        <a:xfrm>
          <a:off x="0" y="0"/>
          <a:ext cx="0" cy="0"/>
          <a:chOff x="0" y="0"/>
          <a:chExt cx="0" cy="0"/>
        </a:xfrm>
      </p:grpSpPr>
      <p:pic>
        <p:nvPicPr>
          <p:cNvPr id="97" name="Google Shape;97;p9"/>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98" name="Google Shape;98;p9"/>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99" name="Google Shape;99;p9"/>
          <p:cNvSpPr txBox="1"/>
          <p:nvPr>
            <p:ph type="title"/>
          </p:nvPr>
        </p:nvSpPr>
        <p:spPr>
          <a:xfrm>
            <a:off x="1184850" y="1729949"/>
            <a:ext cx="3511200" cy="8229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sz="6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00" name="Google Shape;100;p9"/>
          <p:cNvSpPr txBox="1"/>
          <p:nvPr>
            <p:ph idx="1" type="subTitle"/>
          </p:nvPr>
        </p:nvSpPr>
        <p:spPr>
          <a:xfrm>
            <a:off x="1183650" y="2834551"/>
            <a:ext cx="3513600" cy="7314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200"/>
              <a:buNone/>
              <a:defRPr sz="1600"/>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01" name="Google Shape;101;p9"/>
          <p:cNvSpPr/>
          <p:nvPr>
            <p:ph idx="2" type="pic"/>
          </p:nvPr>
        </p:nvSpPr>
        <p:spPr>
          <a:xfrm>
            <a:off x="5553164" y="859800"/>
            <a:ext cx="2877600" cy="42837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sp>
      <p:grpSp>
        <p:nvGrpSpPr>
          <p:cNvPr id="102" name="Google Shape;102;p9"/>
          <p:cNvGrpSpPr/>
          <p:nvPr/>
        </p:nvGrpSpPr>
        <p:grpSpPr>
          <a:xfrm>
            <a:off x="-2956000" y="-2407602"/>
            <a:ext cx="15975225" cy="8862615"/>
            <a:chOff x="-2956000" y="-2407602"/>
            <a:chExt cx="15975225" cy="8862615"/>
          </a:xfrm>
        </p:grpSpPr>
        <p:pic>
          <p:nvPicPr>
            <p:cNvPr id="103" name="Google Shape;103;p9"/>
            <p:cNvPicPr preferRelativeResize="0"/>
            <p:nvPr/>
          </p:nvPicPr>
          <p:blipFill>
            <a:blip r:embed="rId4">
              <a:alphaModFix/>
            </a:blip>
            <a:stretch>
              <a:fillRect/>
            </a:stretch>
          </p:blipFill>
          <p:spPr>
            <a:xfrm>
              <a:off x="8332925" y="1571625"/>
              <a:ext cx="4686300" cy="3571875"/>
            </a:xfrm>
            <a:prstGeom prst="rect">
              <a:avLst/>
            </a:prstGeom>
            <a:noFill/>
            <a:ln>
              <a:noFill/>
            </a:ln>
          </p:spPr>
        </p:pic>
        <p:pic>
          <p:nvPicPr>
            <p:cNvPr id="104" name="Google Shape;104;p9"/>
            <p:cNvPicPr preferRelativeResize="0"/>
            <p:nvPr/>
          </p:nvPicPr>
          <p:blipFill>
            <a:blip r:embed="rId5">
              <a:alphaModFix amt="80000"/>
            </a:blip>
            <a:stretch>
              <a:fillRect/>
            </a:stretch>
          </p:blipFill>
          <p:spPr>
            <a:xfrm>
              <a:off x="-1003875" y="-2407602"/>
              <a:ext cx="9143998" cy="3103054"/>
            </a:xfrm>
            <a:prstGeom prst="rect">
              <a:avLst/>
            </a:prstGeom>
            <a:noFill/>
            <a:ln>
              <a:noFill/>
            </a:ln>
          </p:spPr>
        </p:pic>
        <p:pic>
          <p:nvPicPr>
            <p:cNvPr id="105" name="Google Shape;105;p9"/>
            <p:cNvPicPr preferRelativeResize="0"/>
            <p:nvPr/>
          </p:nvPicPr>
          <p:blipFill>
            <a:blip r:embed="rId4">
              <a:alphaModFix/>
            </a:blip>
            <a:stretch>
              <a:fillRect/>
            </a:stretch>
          </p:blipFill>
          <p:spPr>
            <a:xfrm>
              <a:off x="-2956000" y="2883138"/>
              <a:ext cx="4686300" cy="3571875"/>
            </a:xfrm>
            <a:prstGeom prst="rect">
              <a:avLst/>
            </a:prstGeom>
            <a:noFill/>
            <a:ln>
              <a:noFill/>
            </a:ln>
          </p:spPr>
        </p:pic>
      </p:grpSp>
      <p:grpSp>
        <p:nvGrpSpPr>
          <p:cNvPr id="106" name="Google Shape;106;p9"/>
          <p:cNvGrpSpPr/>
          <p:nvPr/>
        </p:nvGrpSpPr>
        <p:grpSpPr>
          <a:xfrm>
            <a:off x="228605" y="113249"/>
            <a:ext cx="1215487" cy="4849867"/>
            <a:chOff x="228605" y="113249"/>
            <a:chExt cx="1215487" cy="4849867"/>
          </a:xfrm>
        </p:grpSpPr>
        <p:pic>
          <p:nvPicPr>
            <p:cNvPr id="107" name="Google Shape;107;p9"/>
            <p:cNvPicPr preferRelativeResize="0"/>
            <p:nvPr/>
          </p:nvPicPr>
          <p:blipFill>
            <a:blip r:embed="rId6">
              <a:alphaModFix/>
            </a:blip>
            <a:stretch>
              <a:fillRect/>
            </a:stretch>
          </p:blipFill>
          <p:spPr>
            <a:xfrm rot="7965888">
              <a:off x="609422" y="157091"/>
              <a:ext cx="453855" cy="764816"/>
            </a:xfrm>
            <a:prstGeom prst="rect">
              <a:avLst/>
            </a:prstGeom>
            <a:noFill/>
            <a:ln>
              <a:noFill/>
            </a:ln>
          </p:spPr>
        </p:pic>
        <p:pic>
          <p:nvPicPr>
            <p:cNvPr id="108" name="Google Shape;108;p9"/>
            <p:cNvPicPr preferRelativeResize="0"/>
            <p:nvPr/>
          </p:nvPicPr>
          <p:blipFill>
            <a:blip r:embed="rId7">
              <a:alphaModFix/>
            </a:blip>
            <a:stretch>
              <a:fillRect/>
            </a:stretch>
          </p:blipFill>
          <p:spPr>
            <a:xfrm rot="-5182648">
              <a:off x="313961" y="3829498"/>
              <a:ext cx="1044775" cy="1151776"/>
            </a:xfrm>
            <a:prstGeom prst="rect">
              <a:avLst/>
            </a:prstGeom>
            <a:noFill/>
            <a:ln>
              <a:noFill/>
            </a:ln>
          </p:spPr>
        </p:pic>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9" name="Shape 109"/>
        <p:cNvGrpSpPr/>
        <p:nvPr/>
      </p:nvGrpSpPr>
      <p:grpSpPr>
        <a:xfrm>
          <a:off x="0" y="0"/>
          <a:ext cx="0" cy="0"/>
          <a:chOff x="0" y="0"/>
          <a:chExt cx="0" cy="0"/>
        </a:xfrm>
      </p:grpSpPr>
      <p:sp>
        <p:nvSpPr>
          <p:cNvPr id="110" name="Google Shape;110;p10"/>
          <p:cNvSpPr/>
          <p:nvPr>
            <p:ph idx="2" type="pic"/>
          </p:nvPr>
        </p:nvSpPr>
        <p:spPr>
          <a:xfrm>
            <a:off x="0" y="0"/>
            <a:ext cx="9144000" cy="5143500"/>
          </a:xfrm>
          <a:prstGeom prst="rect">
            <a:avLst/>
          </a:prstGeom>
          <a:noFill/>
          <a:ln>
            <a:noFill/>
          </a:ln>
        </p:spPr>
      </p:sp>
      <p:sp>
        <p:nvSpPr>
          <p:cNvPr id="111" name="Google Shape;111;p10"/>
          <p:cNvSpPr txBox="1"/>
          <p:nvPr>
            <p:ph type="title"/>
          </p:nvPr>
        </p:nvSpPr>
        <p:spPr>
          <a:xfrm>
            <a:off x="3847075" y="3592925"/>
            <a:ext cx="4583700" cy="1006500"/>
          </a:xfrm>
          <a:prstGeom prst="rect">
            <a:avLst/>
          </a:pr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r">
              <a:spcBef>
                <a:spcPts val="0"/>
              </a:spcBef>
              <a:spcAft>
                <a:spcPts val="0"/>
              </a:spcAft>
              <a:buSzPts val="30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12" name="Shape 112"/>
        <p:cNvGrpSpPr/>
        <p:nvPr/>
      </p:nvGrpSpPr>
      <p:grpSpPr>
        <a:xfrm>
          <a:off x="0" y="0"/>
          <a:ext cx="0" cy="0"/>
          <a:chOff x="0" y="0"/>
          <a:chExt cx="0" cy="0"/>
        </a:xfrm>
      </p:grpSpPr>
      <p:pic>
        <p:nvPicPr>
          <p:cNvPr id="113" name="Google Shape;113;p11"/>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114" name="Google Shape;114;p11"/>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115" name="Google Shape;115;p11"/>
          <p:cNvSpPr txBox="1"/>
          <p:nvPr>
            <p:ph hasCustomPrompt="1" type="title"/>
          </p:nvPr>
        </p:nvSpPr>
        <p:spPr>
          <a:xfrm>
            <a:off x="998550" y="1653573"/>
            <a:ext cx="7146900" cy="1125000"/>
          </a:xfrm>
          <a:prstGeom prst="rect">
            <a:avLst/>
          </a:prstGeom>
        </p:spPr>
        <p:txBody>
          <a:bodyPr anchorCtr="0" anchor="t" bIns="91425" lIns="91425" spcFirstLastPara="1" rIns="91425" wrap="square" tIns="91425">
            <a:noAutofit/>
          </a:bodyPr>
          <a:lstStyle>
            <a:lvl1pPr lvl="0" algn="ctr">
              <a:spcBef>
                <a:spcPts val="0"/>
              </a:spcBef>
              <a:spcAft>
                <a:spcPts val="0"/>
              </a:spcAft>
              <a:buSzPts val="9600"/>
              <a:buNone/>
              <a:defRPr sz="72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16" name="Google Shape;116;p11"/>
          <p:cNvSpPr txBox="1"/>
          <p:nvPr>
            <p:ph idx="1" type="subTitle"/>
          </p:nvPr>
        </p:nvSpPr>
        <p:spPr>
          <a:xfrm>
            <a:off x="996750" y="3124227"/>
            <a:ext cx="7150500" cy="3657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grpSp>
        <p:nvGrpSpPr>
          <p:cNvPr id="117" name="Google Shape;117;p11"/>
          <p:cNvGrpSpPr/>
          <p:nvPr/>
        </p:nvGrpSpPr>
        <p:grpSpPr>
          <a:xfrm>
            <a:off x="-2402000" y="-2446502"/>
            <a:ext cx="13866125" cy="9853940"/>
            <a:chOff x="-2402000" y="-2446502"/>
            <a:chExt cx="13866125" cy="9853940"/>
          </a:xfrm>
        </p:grpSpPr>
        <p:pic>
          <p:nvPicPr>
            <p:cNvPr id="118" name="Google Shape;118;p11"/>
            <p:cNvPicPr preferRelativeResize="0"/>
            <p:nvPr/>
          </p:nvPicPr>
          <p:blipFill>
            <a:blip r:embed="rId4">
              <a:alphaModFix/>
            </a:blip>
            <a:stretch>
              <a:fillRect/>
            </a:stretch>
          </p:blipFill>
          <p:spPr>
            <a:xfrm>
              <a:off x="6777825" y="3835563"/>
              <a:ext cx="4686300" cy="3571875"/>
            </a:xfrm>
            <a:prstGeom prst="rect">
              <a:avLst/>
            </a:prstGeom>
            <a:noFill/>
            <a:ln>
              <a:noFill/>
            </a:ln>
          </p:spPr>
        </p:pic>
        <p:pic>
          <p:nvPicPr>
            <p:cNvPr id="119" name="Google Shape;119;p11"/>
            <p:cNvPicPr preferRelativeResize="0"/>
            <p:nvPr/>
          </p:nvPicPr>
          <p:blipFill>
            <a:blip r:embed="rId4">
              <a:alphaModFix/>
            </a:blip>
            <a:stretch>
              <a:fillRect/>
            </a:stretch>
          </p:blipFill>
          <p:spPr>
            <a:xfrm>
              <a:off x="-2402000" y="2736288"/>
              <a:ext cx="4686300" cy="3571875"/>
            </a:xfrm>
            <a:prstGeom prst="rect">
              <a:avLst/>
            </a:prstGeom>
            <a:noFill/>
            <a:ln>
              <a:noFill/>
            </a:ln>
          </p:spPr>
        </p:pic>
        <p:pic>
          <p:nvPicPr>
            <p:cNvPr id="120" name="Google Shape;120;p11"/>
            <p:cNvPicPr preferRelativeResize="0"/>
            <p:nvPr/>
          </p:nvPicPr>
          <p:blipFill>
            <a:blip r:embed="rId5">
              <a:alphaModFix amt="80000"/>
            </a:blip>
            <a:stretch>
              <a:fillRect/>
            </a:stretch>
          </p:blipFill>
          <p:spPr>
            <a:xfrm>
              <a:off x="376225" y="-2446502"/>
              <a:ext cx="9143998" cy="3103054"/>
            </a:xfrm>
            <a:prstGeom prst="rect">
              <a:avLst/>
            </a:prstGeom>
            <a:noFill/>
            <a:ln>
              <a:noFill/>
            </a:ln>
          </p:spPr>
        </p:pic>
      </p:grpSp>
      <p:grpSp>
        <p:nvGrpSpPr>
          <p:cNvPr id="121" name="Google Shape;121;p11"/>
          <p:cNvGrpSpPr/>
          <p:nvPr/>
        </p:nvGrpSpPr>
        <p:grpSpPr>
          <a:xfrm>
            <a:off x="308619" y="192456"/>
            <a:ext cx="8729898" cy="4738887"/>
            <a:chOff x="308619" y="192456"/>
            <a:chExt cx="8729898" cy="4738887"/>
          </a:xfrm>
        </p:grpSpPr>
        <p:pic>
          <p:nvPicPr>
            <p:cNvPr id="122" name="Google Shape;122;p11"/>
            <p:cNvPicPr preferRelativeResize="0"/>
            <p:nvPr/>
          </p:nvPicPr>
          <p:blipFill>
            <a:blip r:embed="rId6">
              <a:alphaModFix/>
            </a:blip>
            <a:stretch>
              <a:fillRect/>
            </a:stretch>
          </p:blipFill>
          <p:spPr>
            <a:xfrm rot="-5182648">
              <a:off x="7908386" y="174298"/>
              <a:ext cx="1044775" cy="1151776"/>
            </a:xfrm>
            <a:prstGeom prst="rect">
              <a:avLst/>
            </a:prstGeom>
            <a:noFill/>
            <a:ln>
              <a:noFill/>
            </a:ln>
          </p:spPr>
        </p:pic>
        <p:pic>
          <p:nvPicPr>
            <p:cNvPr id="123" name="Google Shape;123;p11"/>
            <p:cNvPicPr preferRelativeResize="0"/>
            <p:nvPr/>
          </p:nvPicPr>
          <p:blipFill>
            <a:blip r:embed="rId7">
              <a:alphaModFix/>
            </a:blip>
            <a:stretch>
              <a:fillRect/>
            </a:stretch>
          </p:blipFill>
          <p:spPr>
            <a:xfrm>
              <a:off x="308619" y="3511919"/>
              <a:ext cx="842325" cy="1419425"/>
            </a:xfrm>
            <a:prstGeom prst="rect">
              <a:avLst/>
            </a:prstGeom>
            <a:noFill/>
            <a:ln>
              <a:noFill/>
            </a:ln>
          </p:spPr>
        </p:pic>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rgbClr val="FFFFFF"/>
        </a:solidFill>
      </p:bgPr>
    </p:bg>
    <p:spTree>
      <p:nvGrpSpPr>
        <p:cNvPr id="124" name="Shape 124"/>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1_1">
    <p:spTree>
      <p:nvGrpSpPr>
        <p:cNvPr id="125" name="Shape 125"/>
        <p:cNvGrpSpPr/>
        <p:nvPr/>
      </p:nvGrpSpPr>
      <p:grpSpPr>
        <a:xfrm>
          <a:off x="0" y="0"/>
          <a:ext cx="0" cy="0"/>
          <a:chOff x="0" y="0"/>
          <a:chExt cx="0" cy="0"/>
        </a:xfrm>
      </p:grpSpPr>
      <p:pic>
        <p:nvPicPr>
          <p:cNvPr id="126" name="Google Shape;126;p13"/>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127" name="Google Shape;127;p13"/>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128" name="Google Shape;128;p13"/>
          <p:cNvSpPr txBox="1"/>
          <p:nvPr>
            <p:ph type="title"/>
          </p:nvPr>
        </p:nvSpPr>
        <p:spPr>
          <a:xfrm>
            <a:off x="2082203" y="1631800"/>
            <a:ext cx="23406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29" name="Google Shape;129;p13"/>
          <p:cNvSpPr txBox="1"/>
          <p:nvPr>
            <p:ph idx="1" type="subTitle"/>
          </p:nvPr>
        </p:nvSpPr>
        <p:spPr>
          <a:xfrm>
            <a:off x="2082203" y="1846600"/>
            <a:ext cx="23406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30" name="Google Shape;130;p13"/>
          <p:cNvSpPr txBox="1"/>
          <p:nvPr>
            <p:ph idx="2" type="title"/>
          </p:nvPr>
        </p:nvSpPr>
        <p:spPr>
          <a:xfrm flipH="1">
            <a:off x="5634656" y="1631791"/>
            <a:ext cx="23409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31" name="Google Shape;131;p13"/>
          <p:cNvSpPr txBox="1"/>
          <p:nvPr>
            <p:ph idx="3" type="subTitle"/>
          </p:nvPr>
        </p:nvSpPr>
        <p:spPr>
          <a:xfrm flipH="1">
            <a:off x="5634656" y="1846591"/>
            <a:ext cx="23406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32" name="Google Shape;132;p13"/>
          <p:cNvSpPr txBox="1"/>
          <p:nvPr>
            <p:ph hasCustomPrompt="1" idx="4" type="title"/>
          </p:nvPr>
        </p:nvSpPr>
        <p:spPr>
          <a:xfrm>
            <a:off x="1168444" y="1634050"/>
            <a:ext cx="759000" cy="759000"/>
          </a:xfrm>
          <a:prstGeom prst="rect">
            <a:avLst/>
          </a:prstGeom>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spcBef>
                <a:spcPts val="0"/>
              </a:spcBef>
              <a:spcAft>
                <a:spcPts val="0"/>
              </a:spcAft>
              <a:buSzPts val="3000"/>
              <a:buNone/>
              <a:defRPr sz="2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33" name="Google Shape;133;p13"/>
          <p:cNvSpPr txBox="1"/>
          <p:nvPr>
            <p:ph hasCustomPrompt="1" idx="5" type="title"/>
          </p:nvPr>
        </p:nvSpPr>
        <p:spPr>
          <a:xfrm flipH="1">
            <a:off x="4714319" y="1634050"/>
            <a:ext cx="759000" cy="759000"/>
          </a:xfrm>
          <a:prstGeom prst="rect">
            <a:avLst/>
          </a:prstGeom>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spcBef>
                <a:spcPts val="0"/>
              </a:spcBef>
              <a:spcAft>
                <a:spcPts val="0"/>
              </a:spcAft>
              <a:buSzPts val="3000"/>
              <a:buNone/>
              <a:defRPr sz="2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34" name="Google Shape;134;p13"/>
          <p:cNvSpPr txBox="1"/>
          <p:nvPr>
            <p:ph idx="6"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135" name="Google Shape;135;p13"/>
          <p:cNvSpPr txBox="1"/>
          <p:nvPr>
            <p:ph idx="7" type="title"/>
          </p:nvPr>
        </p:nvSpPr>
        <p:spPr>
          <a:xfrm>
            <a:off x="2082203" y="3088683"/>
            <a:ext cx="23406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36" name="Google Shape;136;p13"/>
          <p:cNvSpPr txBox="1"/>
          <p:nvPr>
            <p:ph idx="8" type="subTitle"/>
          </p:nvPr>
        </p:nvSpPr>
        <p:spPr>
          <a:xfrm>
            <a:off x="2082203" y="3304717"/>
            <a:ext cx="23409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37" name="Google Shape;137;p13"/>
          <p:cNvSpPr txBox="1"/>
          <p:nvPr>
            <p:ph idx="9" type="title"/>
          </p:nvPr>
        </p:nvSpPr>
        <p:spPr>
          <a:xfrm flipH="1">
            <a:off x="5634656" y="3088684"/>
            <a:ext cx="23409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38" name="Google Shape;138;p13"/>
          <p:cNvSpPr txBox="1"/>
          <p:nvPr>
            <p:ph idx="13" type="subTitle"/>
          </p:nvPr>
        </p:nvSpPr>
        <p:spPr>
          <a:xfrm flipH="1">
            <a:off x="5634656" y="3304719"/>
            <a:ext cx="23406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39" name="Google Shape;139;p13"/>
          <p:cNvSpPr txBox="1"/>
          <p:nvPr>
            <p:ph hasCustomPrompt="1" idx="14" type="title"/>
          </p:nvPr>
        </p:nvSpPr>
        <p:spPr>
          <a:xfrm>
            <a:off x="1168444" y="3091550"/>
            <a:ext cx="759000" cy="759000"/>
          </a:xfrm>
          <a:prstGeom prst="rect">
            <a:avLst/>
          </a:prstGeom>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spcBef>
                <a:spcPts val="0"/>
              </a:spcBef>
              <a:spcAft>
                <a:spcPts val="0"/>
              </a:spcAft>
              <a:buSzPts val="3000"/>
              <a:buNone/>
              <a:defRPr sz="2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0" name="Google Shape;140;p13"/>
          <p:cNvSpPr txBox="1"/>
          <p:nvPr>
            <p:ph hasCustomPrompt="1" idx="15" type="title"/>
          </p:nvPr>
        </p:nvSpPr>
        <p:spPr>
          <a:xfrm flipH="1">
            <a:off x="4714319" y="3091550"/>
            <a:ext cx="759000" cy="759000"/>
          </a:xfrm>
          <a:prstGeom prst="rect">
            <a:avLst/>
          </a:prstGeom>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spcBef>
                <a:spcPts val="0"/>
              </a:spcBef>
              <a:spcAft>
                <a:spcPts val="0"/>
              </a:spcAft>
              <a:buSzPts val="3000"/>
              <a:buNone/>
              <a:defRPr sz="2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grpSp>
        <p:nvGrpSpPr>
          <p:cNvPr id="141" name="Google Shape;141;p13"/>
          <p:cNvGrpSpPr/>
          <p:nvPr/>
        </p:nvGrpSpPr>
        <p:grpSpPr>
          <a:xfrm>
            <a:off x="-3516650" y="-1145850"/>
            <a:ext cx="15967400" cy="9081488"/>
            <a:chOff x="-3516650" y="-1145850"/>
            <a:chExt cx="15967400" cy="9081488"/>
          </a:xfrm>
        </p:grpSpPr>
        <p:pic>
          <p:nvPicPr>
            <p:cNvPr id="142" name="Google Shape;142;p13"/>
            <p:cNvPicPr preferRelativeResize="0"/>
            <p:nvPr/>
          </p:nvPicPr>
          <p:blipFill>
            <a:blip r:embed="rId4">
              <a:alphaModFix/>
            </a:blip>
            <a:stretch>
              <a:fillRect/>
            </a:stretch>
          </p:blipFill>
          <p:spPr>
            <a:xfrm>
              <a:off x="7764450" y="4363763"/>
              <a:ext cx="4686300" cy="3571875"/>
            </a:xfrm>
            <a:prstGeom prst="rect">
              <a:avLst/>
            </a:prstGeom>
            <a:noFill/>
            <a:ln>
              <a:noFill/>
            </a:ln>
          </p:spPr>
        </p:pic>
        <p:pic>
          <p:nvPicPr>
            <p:cNvPr id="143" name="Google Shape;143;p13"/>
            <p:cNvPicPr preferRelativeResize="0"/>
            <p:nvPr/>
          </p:nvPicPr>
          <p:blipFill>
            <a:blip r:embed="rId4">
              <a:alphaModFix/>
            </a:blip>
            <a:stretch>
              <a:fillRect/>
            </a:stretch>
          </p:blipFill>
          <p:spPr>
            <a:xfrm>
              <a:off x="-3516650" y="-1145850"/>
              <a:ext cx="4686300" cy="3571875"/>
            </a:xfrm>
            <a:prstGeom prst="rect">
              <a:avLst/>
            </a:prstGeom>
            <a:noFill/>
            <a:ln>
              <a:noFill/>
            </a:ln>
          </p:spPr>
        </p:pic>
      </p:grpSp>
      <p:grpSp>
        <p:nvGrpSpPr>
          <p:cNvPr id="144" name="Google Shape;144;p13"/>
          <p:cNvGrpSpPr/>
          <p:nvPr/>
        </p:nvGrpSpPr>
        <p:grpSpPr>
          <a:xfrm>
            <a:off x="181504" y="126023"/>
            <a:ext cx="8780993" cy="4794290"/>
            <a:chOff x="181504" y="126023"/>
            <a:chExt cx="8780993" cy="4794290"/>
          </a:xfrm>
        </p:grpSpPr>
        <p:pic>
          <p:nvPicPr>
            <p:cNvPr id="145" name="Google Shape;145;p13"/>
            <p:cNvPicPr preferRelativeResize="0"/>
            <p:nvPr/>
          </p:nvPicPr>
          <p:blipFill>
            <a:blip r:embed="rId5">
              <a:alphaModFix/>
            </a:blip>
            <a:stretch>
              <a:fillRect/>
            </a:stretch>
          </p:blipFill>
          <p:spPr>
            <a:xfrm flipH="1">
              <a:off x="8423998" y="126023"/>
              <a:ext cx="538500" cy="907450"/>
            </a:xfrm>
            <a:prstGeom prst="rect">
              <a:avLst/>
            </a:prstGeom>
            <a:noFill/>
            <a:ln>
              <a:noFill/>
            </a:ln>
          </p:spPr>
        </p:pic>
        <p:pic>
          <p:nvPicPr>
            <p:cNvPr id="146" name="Google Shape;146;p13"/>
            <p:cNvPicPr preferRelativeResize="0"/>
            <p:nvPr/>
          </p:nvPicPr>
          <p:blipFill>
            <a:blip r:embed="rId6">
              <a:alphaModFix/>
            </a:blip>
            <a:stretch>
              <a:fillRect/>
            </a:stretch>
          </p:blipFill>
          <p:spPr>
            <a:xfrm flipH="1">
              <a:off x="181504" y="4181337"/>
              <a:ext cx="670325" cy="738976"/>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CUSTOM_23">
    <p:spTree>
      <p:nvGrpSpPr>
        <p:cNvPr id="147" name="Shape 147"/>
        <p:cNvGrpSpPr/>
        <p:nvPr/>
      </p:nvGrpSpPr>
      <p:grpSpPr>
        <a:xfrm>
          <a:off x="0" y="0"/>
          <a:ext cx="0" cy="0"/>
          <a:chOff x="0" y="0"/>
          <a:chExt cx="0" cy="0"/>
        </a:xfrm>
      </p:grpSpPr>
      <p:pic>
        <p:nvPicPr>
          <p:cNvPr id="148" name="Google Shape;148;p14"/>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149" name="Google Shape;149;p14"/>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150" name="Google Shape;150;p14"/>
          <p:cNvSpPr txBox="1"/>
          <p:nvPr>
            <p:ph type="title"/>
          </p:nvPr>
        </p:nvSpPr>
        <p:spPr>
          <a:xfrm>
            <a:off x="2992087" y="1894218"/>
            <a:ext cx="4411500" cy="731400"/>
          </a:xfrm>
          <a:prstGeom prst="rect">
            <a:avLst/>
          </a:prstGeom>
        </p:spPr>
        <p:txBody>
          <a:bodyPr anchorCtr="0" anchor="ctr" bIns="91425" lIns="91425" spcFirstLastPara="1" rIns="91425" wrap="square" tIns="91425">
            <a:noAutofit/>
          </a:bodyPr>
          <a:lstStyle>
            <a:lvl1pPr lvl="0" rtl="0" algn="l">
              <a:spcBef>
                <a:spcPts val="0"/>
              </a:spcBef>
              <a:spcAft>
                <a:spcPts val="0"/>
              </a:spcAft>
              <a:buSzPts val="3600"/>
              <a:buNone/>
              <a:defRPr sz="55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51" name="Google Shape;151;p14"/>
          <p:cNvSpPr txBox="1"/>
          <p:nvPr>
            <p:ph hasCustomPrompt="1" idx="2" type="title"/>
          </p:nvPr>
        </p:nvSpPr>
        <p:spPr>
          <a:xfrm>
            <a:off x="1740413" y="2023050"/>
            <a:ext cx="1097400" cy="1097400"/>
          </a:xfrm>
          <a:prstGeom prst="rect">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spcBef>
                <a:spcPts val="0"/>
              </a:spcBef>
              <a:spcAft>
                <a:spcPts val="0"/>
              </a:spcAft>
              <a:buSzPts val="6000"/>
              <a:buNone/>
              <a:defRPr sz="55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52" name="Google Shape;152;p14"/>
          <p:cNvSpPr txBox="1"/>
          <p:nvPr>
            <p:ph idx="1" type="subTitle"/>
          </p:nvPr>
        </p:nvSpPr>
        <p:spPr>
          <a:xfrm>
            <a:off x="2992087" y="2883582"/>
            <a:ext cx="4408800" cy="365700"/>
          </a:xfrm>
          <a:prstGeom prst="rect">
            <a:avLst/>
          </a:prstGeom>
          <a:noFill/>
        </p:spPr>
        <p:txBody>
          <a:bodyPr anchorCtr="0" anchor="ctr" bIns="91425" lIns="91425" spcFirstLastPara="1" rIns="91425" wrap="square" tIns="91425">
            <a:noAutofit/>
          </a:bodyPr>
          <a:lstStyle>
            <a:lvl1pPr lvl="0" rtl="0">
              <a:lnSpc>
                <a:spcPct val="100000"/>
              </a:lnSpc>
              <a:spcBef>
                <a:spcPts val="0"/>
              </a:spcBef>
              <a:spcAft>
                <a:spcPts val="0"/>
              </a:spcAft>
              <a:buSzPts val="1200"/>
              <a:buNone/>
              <a:defRPr sz="1600"/>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grpSp>
        <p:nvGrpSpPr>
          <p:cNvPr id="153" name="Google Shape;153;p14"/>
          <p:cNvGrpSpPr/>
          <p:nvPr/>
        </p:nvGrpSpPr>
        <p:grpSpPr>
          <a:xfrm>
            <a:off x="-2945875" y="-1073687"/>
            <a:ext cx="14393000" cy="8242239"/>
            <a:chOff x="-2945875" y="-1073687"/>
            <a:chExt cx="14393000" cy="8242239"/>
          </a:xfrm>
        </p:grpSpPr>
        <p:pic>
          <p:nvPicPr>
            <p:cNvPr id="154" name="Google Shape;154;p14"/>
            <p:cNvPicPr preferRelativeResize="0"/>
            <p:nvPr/>
          </p:nvPicPr>
          <p:blipFill>
            <a:blip r:embed="rId4">
              <a:alphaModFix/>
            </a:blip>
            <a:stretch>
              <a:fillRect/>
            </a:stretch>
          </p:blipFill>
          <p:spPr>
            <a:xfrm>
              <a:off x="6760825" y="-823325"/>
              <a:ext cx="4686300" cy="3571875"/>
            </a:xfrm>
            <a:prstGeom prst="rect">
              <a:avLst/>
            </a:prstGeom>
            <a:noFill/>
            <a:ln>
              <a:noFill/>
            </a:ln>
          </p:spPr>
        </p:pic>
        <p:pic>
          <p:nvPicPr>
            <p:cNvPr id="155" name="Google Shape;155;p14"/>
            <p:cNvPicPr preferRelativeResize="0"/>
            <p:nvPr/>
          </p:nvPicPr>
          <p:blipFill>
            <a:blip r:embed="rId4">
              <a:alphaModFix/>
            </a:blip>
            <a:stretch>
              <a:fillRect/>
            </a:stretch>
          </p:blipFill>
          <p:spPr>
            <a:xfrm>
              <a:off x="-2945875" y="-1073687"/>
              <a:ext cx="4686300" cy="3571875"/>
            </a:xfrm>
            <a:prstGeom prst="rect">
              <a:avLst/>
            </a:prstGeom>
            <a:noFill/>
            <a:ln>
              <a:noFill/>
            </a:ln>
          </p:spPr>
        </p:pic>
        <p:pic>
          <p:nvPicPr>
            <p:cNvPr id="156" name="Google Shape;156;p14"/>
            <p:cNvPicPr preferRelativeResize="0"/>
            <p:nvPr/>
          </p:nvPicPr>
          <p:blipFill>
            <a:blip r:embed="rId5">
              <a:alphaModFix amt="80000"/>
            </a:blip>
            <a:stretch>
              <a:fillRect/>
            </a:stretch>
          </p:blipFill>
          <p:spPr>
            <a:xfrm>
              <a:off x="74950" y="4065498"/>
              <a:ext cx="9143998" cy="3103053"/>
            </a:xfrm>
            <a:prstGeom prst="rect">
              <a:avLst/>
            </a:prstGeom>
            <a:noFill/>
            <a:ln>
              <a:noFill/>
            </a:ln>
          </p:spPr>
        </p:pic>
      </p:grpSp>
      <p:grpSp>
        <p:nvGrpSpPr>
          <p:cNvPr id="157" name="Google Shape;157;p14"/>
          <p:cNvGrpSpPr/>
          <p:nvPr/>
        </p:nvGrpSpPr>
        <p:grpSpPr>
          <a:xfrm>
            <a:off x="105480" y="249319"/>
            <a:ext cx="8737639" cy="4416897"/>
            <a:chOff x="105480" y="249319"/>
            <a:chExt cx="8737639" cy="4416897"/>
          </a:xfrm>
        </p:grpSpPr>
        <p:pic>
          <p:nvPicPr>
            <p:cNvPr id="158" name="Google Shape;158;p14"/>
            <p:cNvPicPr preferRelativeResize="0"/>
            <p:nvPr/>
          </p:nvPicPr>
          <p:blipFill>
            <a:blip r:embed="rId6">
              <a:alphaModFix/>
            </a:blip>
            <a:stretch>
              <a:fillRect/>
            </a:stretch>
          </p:blipFill>
          <p:spPr>
            <a:xfrm>
              <a:off x="8000794" y="249319"/>
              <a:ext cx="842325" cy="1419425"/>
            </a:xfrm>
            <a:prstGeom prst="rect">
              <a:avLst/>
            </a:prstGeom>
            <a:noFill/>
            <a:ln>
              <a:noFill/>
            </a:ln>
          </p:spPr>
        </p:pic>
        <p:pic>
          <p:nvPicPr>
            <p:cNvPr id="159" name="Google Shape;159;p14"/>
            <p:cNvPicPr preferRelativeResize="0"/>
            <p:nvPr/>
          </p:nvPicPr>
          <p:blipFill>
            <a:blip r:embed="rId6">
              <a:alphaModFix/>
            </a:blip>
            <a:stretch>
              <a:fillRect/>
            </a:stretch>
          </p:blipFill>
          <p:spPr>
            <a:xfrm rot="7965888">
              <a:off x="486297" y="293166"/>
              <a:ext cx="453855" cy="764816"/>
            </a:xfrm>
            <a:prstGeom prst="rect">
              <a:avLst/>
            </a:prstGeom>
            <a:noFill/>
            <a:ln>
              <a:noFill/>
            </a:ln>
          </p:spPr>
        </p:pic>
        <p:pic>
          <p:nvPicPr>
            <p:cNvPr id="160" name="Google Shape;160;p14"/>
            <p:cNvPicPr preferRelativeResize="0"/>
            <p:nvPr/>
          </p:nvPicPr>
          <p:blipFill>
            <a:blip r:embed="rId7">
              <a:alphaModFix/>
            </a:blip>
            <a:stretch>
              <a:fillRect/>
            </a:stretch>
          </p:blipFill>
          <p:spPr>
            <a:xfrm rot="-5182648">
              <a:off x="190836" y="3532598"/>
              <a:ext cx="1044775" cy="1151776"/>
            </a:xfrm>
            <a:prstGeom prst="rect">
              <a:avLst/>
            </a:prstGeom>
            <a:noFill/>
            <a:ln>
              <a:noFill/>
            </a:ln>
          </p:spPr>
        </p:pic>
      </p:gr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CUSTOM_24">
    <p:spTree>
      <p:nvGrpSpPr>
        <p:cNvPr id="161" name="Shape 161"/>
        <p:cNvGrpSpPr/>
        <p:nvPr/>
      </p:nvGrpSpPr>
      <p:grpSpPr>
        <a:xfrm>
          <a:off x="0" y="0"/>
          <a:ext cx="0" cy="0"/>
          <a:chOff x="0" y="0"/>
          <a:chExt cx="0" cy="0"/>
        </a:xfrm>
      </p:grpSpPr>
      <p:pic>
        <p:nvPicPr>
          <p:cNvPr id="162" name="Google Shape;162;p15"/>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163" name="Google Shape;163;p15"/>
          <p:cNvPicPr preferRelativeResize="0"/>
          <p:nvPr/>
        </p:nvPicPr>
        <p:blipFill>
          <a:blip r:embed="rId3">
            <a:alphaModFix amt="60000"/>
          </a:blip>
          <a:stretch>
            <a:fillRect/>
          </a:stretch>
        </p:blipFill>
        <p:spPr>
          <a:xfrm>
            <a:off x="0" y="0"/>
            <a:ext cx="9144000" cy="5143500"/>
          </a:xfrm>
          <a:prstGeom prst="rect">
            <a:avLst/>
          </a:prstGeom>
          <a:noFill/>
          <a:ln>
            <a:noFill/>
          </a:ln>
        </p:spPr>
      </p:pic>
      <p:grpSp>
        <p:nvGrpSpPr>
          <p:cNvPr id="164" name="Google Shape;164;p15"/>
          <p:cNvGrpSpPr/>
          <p:nvPr/>
        </p:nvGrpSpPr>
        <p:grpSpPr>
          <a:xfrm>
            <a:off x="-1987053" y="-1982712"/>
            <a:ext cx="13431728" cy="9817949"/>
            <a:chOff x="-1987053" y="-1982712"/>
            <a:chExt cx="13431728" cy="9817949"/>
          </a:xfrm>
        </p:grpSpPr>
        <p:pic>
          <p:nvPicPr>
            <p:cNvPr id="165" name="Google Shape;165;p15"/>
            <p:cNvPicPr preferRelativeResize="0"/>
            <p:nvPr/>
          </p:nvPicPr>
          <p:blipFill>
            <a:blip r:embed="rId4">
              <a:alphaModFix amt="80000"/>
            </a:blip>
            <a:stretch>
              <a:fillRect/>
            </a:stretch>
          </p:blipFill>
          <p:spPr>
            <a:xfrm rot="5400000">
              <a:off x="-5007525" y="1711710"/>
              <a:ext cx="9143998" cy="3103054"/>
            </a:xfrm>
            <a:prstGeom prst="rect">
              <a:avLst/>
            </a:prstGeom>
            <a:noFill/>
            <a:ln>
              <a:noFill/>
            </a:ln>
          </p:spPr>
        </p:pic>
        <p:pic>
          <p:nvPicPr>
            <p:cNvPr id="166" name="Google Shape;166;p15"/>
            <p:cNvPicPr preferRelativeResize="0"/>
            <p:nvPr/>
          </p:nvPicPr>
          <p:blipFill>
            <a:blip r:embed="rId5">
              <a:alphaModFix/>
            </a:blip>
            <a:stretch>
              <a:fillRect/>
            </a:stretch>
          </p:blipFill>
          <p:spPr>
            <a:xfrm>
              <a:off x="6758375" y="3776388"/>
              <a:ext cx="4686300" cy="3571875"/>
            </a:xfrm>
            <a:prstGeom prst="rect">
              <a:avLst/>
            </a:prstGeom>
            <a:noFill/>
            <a:ln>
              <a:noFill/>
            </a:ln>
          </p:spPr>
        </p:pic>
        <p:pic>
          <p:nvPicPr>
            <p:cNvPr id="167" name="Google Shape;167;p15"/>
            <p:cNvPicPr preferRelativeResize="0"/>
            <p:nvPr/>
          </p:nvPicPr>
          <p:blipFill>
            <a:blip r:embed="rId5">
              <a:alphaModFix/>
            </a:blip>
            <a:stretch>
              <a:fillRect/>
            </a:stretch>
          </p:blipFill>
          <p:spPr>
            <a:xfrm>
              <a:off x="6087625" y="-1982712"/>
              <a:ext cx="4686300" cy="3571875"/>
            </a:xfrm>
            <a:prstGeom prst="rect">
              <a:avLst/>
            </a:prstGeom>
            <a:noFill/>
            <a:ln>
              <a:noFill/>
            </a:ln>
          </p:spPr>
        </p:pic>
      </p:grpSp>
      <p:sp>
        <p:nvSpPr>
          <p:cNvPr id="168" name="Google Shape;168;p15"/>
          <p:cNvSpPr/>
          <p:nvPr>
            <p:ph idx="2" type="pic"/>
          </p:nvPr>
        </p:nvSpPr>
        <p:spPr>
          <a:xfrm>
            <a:off x="713214" y="859800"/>
            <a:ext cx="2877600" cy="42837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sp>
      <p:sp>
        <p:nvSpPr>
          <p:cNvPr id="169" name="Google Shape;169;p15"/>
          <p:cNvSpPr txBox="1"/>
          <p:nvPr>
            <p:ph type="title"/>
          </p:nvPr>
        </p:nvSpPr>
        <p:spPr>
          <a:xfrm>
            <a:off x="4294841" y="3375775"/>
            <a:ext cx="4104900" cy="457200"/>
          </a:xfrm>
          <a:prstGeom prst="rect">
            <a:avLst/>
          </a:prstGeom>
          <a:noFill/>
        </p:spPr>
        <p:txBody>
          <a:bodyPr anchorCtr="0" anchor="t" bIns="91425" lIns="91425" spcFirstLastPara="1" rIns="91425" wrap="square" tIns="91425">
            <a:noAutofit/>
          </a:bodyPr>
          <a:lstStyle>
            <a:lvl1pPr lvl="0" rtl="0" algn="r">
              <a:spcBef>
                <a:spcPts val="0"/>
              </a:spcBef>
              <a:spcAft>
                <a:spcPts val="0"/>
              </a:spcAft>
              <a:buSzPts val="30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70" name="Google Shape;170;p15"/>
          <p:cNvSpPr txBox="1"/>
          <p:nvPr>
            <p:ph idx="1" type="subTitle"/>
          </p:nvPr>
        </p:nvSpPr>
        <p:spPr>
          <a:xfrm>
            <a:off x="4293150" y="1134200"/>
            <a:ext cx="4106700" cy="2258100"/>
          </a:xfrm>
          <a:prstGeom prst="rect">
            <a:avLst/>
          </a:prstGeom>
        </p:spPr>
        <p:txBody>
          <a:bodyPr anchorCtr="0" anchor="t" bIns="91425" lIns="91425" spcFirstLastPara="1" rIns="91425" wrap="square" tIns="91425">
            <a:noAutofit/>
          </a:bodyPr>
          <a:lstStyle>
            <a:lvl1pPr lvl="0" rtl="0" algn="r">
              <a:spcBef>
                <a:spcPts val="0"/>
              </a:spcBef>
              <a:spcAft>
                <a:spcPts val="0"/>
              </a:spcAft>
              <a:buSzPts val="1200"/>
              <a:buNone/>
              <a:defRPr sz="2800"/>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grpSp>
        <p:nvGrpSpPr>
          <p:cNvPr id="171" name="Google Shape;171;p15"/>
          <p:cNvGrpSpPr/>
          <p:nvPr/>
        </p:nvGrpSpPr>
        <p:grpSpPr>
          <a:xfrm>
            <a:off x="105480" y="151581"/>
            <a:ext cx="5107995" cy="5735362"/>
            <a:chOff x="105480" y="151581"/>
            <a:chExt cx="5107995" cy="5735362"/>
          </a:xfrm>
        </p:grpSpPr>
        <p:grpSp>
          <p:nvGrpSpPr>
            <p:cNvPr id="172" name="Google Shape;172;p15"/>
            <p:cNvGrpSpPr/>
            <p:nvPr/>
          </p:nvGrpSpPr>
          <p:grpSpPr>
            <a:xfrm>
              <a:off x="4343825" y="239599"/>
              <a:ext cx="869650" cy="5647345"/>
              <a:chOff x="4343825" y="239599"/>
              <a:chExt cx="869650" cy="5647345"/>
            </a:xfrm>
          </p:grpSpPr>
          <p:pic>
            <p:nvPicPr>
              <p:cNvPr id="173" name="Google Shape;173;p15"/>
              <p:cNvPicPr preferRelativeResize="0"/>
              <p:nvPr/>
            </p:nvPicPr>
            <p:blipFill>
              <a:blip r:embed="rId6">
                <a:alphaModFix/>
              </a:blip>
              <a:stretch>
                <a:fillRect/>
              </a:stretch>
            </p:blipFill>
            <p:spPr>
              <a:xfrm>
                <a:off x="4357494" y="4467519"/>
                <a:ext cx="842325" cy="1419425"/>
              </a:xfrm>
              <a:prstGeom prst="rect">
                <a:avLst/>
              </a:prstGeom>
              <a:noFill/>
              <a:ln>
                <a:noFill/>
              </a:ln>
            </p:spPr>
          </p:pic>
          <p:pic>
            <p:nvPicPr>
              <p:cNvPr id="174" name="Google Shape;174;p15"/>
              <p:cNvPicPr preferRelativeResize="0"/>
              <p:nvPr/>
            </p:nvPicPr>
            <p:blipFill>
              <a:blip r:embed="rId6">
                <a:alphaModFix/>
              </a:blip>
              <a:stretch>
                <a:fillRect/>
              </a:stretch>
            </p:blipFill>
            <p:spPr>
              <a:xfrm rot="7965888">
                <a:off x="4551722" y="283441"/>
                <a:ext cx="453855" cy="764816"/>
              </a:xfrm>
              <a:prstGeom prst="rect">
                <a:avLst/>
              </a:prstGeom>
              <a:noFill/>
              <a:ln>
                <a:noFill/>
              </a:ln>
            </p:spPr>
          </p:pic>
        </p:grpSp>
        <p:pic>
          <p:nvPicPr>
            <p:cNvPr id="175" name="Google Shape;175;p15"/>
            <p:cNvPicPr preferRelativeResize="0"/>
            <p:nvPr/>
          </p:nvPicPr>
          <p:blipFill>
            <a:blip r:embed="rId7">
              <a:alphaModFix/>
            </a:blip>
            <a:stretch>
              <a:fillRect/>
            </a:stretch>
          </p:blipFill>
          <p:spPr>
            <a:xfrm rot="-5182648">
              <a:off x="190836" y="133423"/>
              <a:ext cx="1044775" cy="1151776"/>
            </a:xfrm>
            <a:prstGeom prst="rect">
              <a:avLst/>
            </a:prstGeom>
            <a:noFill/>
            <a:ln>
              <a:noFill/>
            </a:ln>
          </p:spPr>
        </p:pic>
      </p:gr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22">
    <p:spTree>
      <p:nvGrpSpPr>
        <p:cNvPr id="176" name="Shape 176"/>
        <p:cNvGrpSpPr/>
        <p:nvPr/>
      </p:nvGrpSpPr>
      <p:grpSpPr>
        <a:xfrm>
          <a:off x="0" y="0"/>
          <a:ext cx="0" cy="0"/>
          <a:chOff x="0" y="0"/>
          <a:chExt cx="0" cy="0"/>
        </a:xfrm>
      </p:grpSpPr>
      <p:pic>
        <p:nvPicPr>
          <p:cNvPr id="177" name="Google Shape;177;p16"/>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178" name="Google Shape;178;p16"/>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179" name="Google Shape;179;p16"/>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180" name="Google Shape;180;p16"/>
          <p:cNvGrpSpPr/>
          <p:nvPr/>
        </p:nvGrpSpPr>
        <p:grpSpPr>
          <a:xfrm>
            <a:off x="-3665525" y="638563"/>
            <a:ext cx="16577825" cy="7001914"/>
            <a:chOff x="-3665525" y="638563"/>
            <a:chExt cx="16577825" cy="7001914"/>
          </a:xfrm>
        </p:grpSpPr>
        <p:pic>
          <p:nvPicPr>
            <p:cNvPr id="181" name="Google Shape;181;p16"/>
            <p:cNvPicPr preferRelativeResize="0"/>
            <p:nvPr/>
          </p:nvPicPr>
          <p:blipFill>
            <a:blip r:embed="rId4">
              <a:alphaModFix amt="80000"/>
            </a:blip>
            <a:stretch>
              <a:fillRect/>
            </a:stretch>
          </p:blipFill>
          <p:spPr>
            <a:xfrm>
              <a:off x="0" y="4537423"/>
              <a:ext cx="9143998" cy="3103053"/>
            </a:xfrm>
            <a:prstGeom prst="rect">
              <a:avLst/>
            </a:prstGeom>
            <a:noFill/>
            <a:ln>
              <a:noFill/>
            </a:ln>
          </p:spPr>
        </p:pic>
        <p:pic>
          <p:nvPicPr>
            <p:cNvPr id="182" name="Google Shape;182;p16"/>
            <p:cNvPicPr preferRelativeResize="0"/>
            <p:nvPr/>
          </p:nvPicPr>
          <p:blipFill>
            <a:blip r:embed="rId5">
              <a:alphaModFix/>
            </a:blip>
            <a:stretch>
              <a:fillRect/>
            </a:stretch>
          </p:blipFill>
          <p:spPr>
            <a:xfrm>
              <a:off x="-3665525" y="638563"/>
              <a:ext cx="4686300" cy="3571875"/>
            </a:xfrm>
            <a:prstGeom prst="rect">
              <a:avLst/>
            </a:prstGeom>
            <a:noFill/>
            <a:ln>
              <a:noFill/>
            </a:ln>
          </p:spPr>
        </p:pic>
        <p:pic>
          <p:nvPicPr>
            <p:cNvPr id="183" name="Google Shape;183;p16"/>
            <p:cNvPicPr preferRelativeResize="0"/>
            <p:nvPr/>
          </p:nvPicPr>
          <p:blipFill>
            <a:blip r:embed="rId5">
              <a:alphaModFix/>
            </a:blip>
            <a:stretch>
              <a:fillRect/>
            </a:stretch>
          </p:blipFill>
          <p:spPr>
            <a:xfrm>
              <a:off x="8226000" y="1856363"/>
              <a:ext cx="4686300" cy="3571875"/>
            </a:xfrm>
            <a:prstGeom prst="rect">
              <a:avLst/>
            </a:prstGeom>
            <a:noFill/>
            <a:ln>
              <a:noFill/>
            </a:ln>
          </p:spPr>
        </p:pic>
      </p:grpSp>
      <p:grpSp>
        <p:nvGrpSpPr>
          <p:cNvPr id="184" name="Google Shape;184;p16"/>
          <p:cNvGrpSpPr/>
          <p:nvPr/>
        </p:nvGrpSpPr>
        <p:grpSpPr>
          <a:xfrm>
            <a:off x="113473" y="365799"/>
            <a:ext cx="8987631" cy="4448523"/>
            <a:chOff x="113473" y="365799"/>
            <a:chExt cx="8987631" cy="4448523"/>
          </a:xfrm>
        </p:grpSpPr>
        <p:pic>
          <p:nvPicPr>
            <p:cNvPr id="185" name="Google Shape;185;p16"/>
            <p:cNvPicPr preferRelativeResize="0"/>
            <p:nvPr/>
          </p:nvPicPr>
          <p:blipFill>
            <a:blip r:embed="rId6">
              <a:alphaModFix/>
            </a:blip>
            <a:stretch>
              <a:fillRect/>
            </a:stretch>
          </p:blipFill>
          <p:spPr>
            <a:xfrm rot="10800000">
              <a:off x="113473" y="3906873"/>
              <a:ext cx="538500" cy="907450"/>
            </a:xfrm>
            <a:prstGeom prst="rect">
              <a:avLst/>
            </a:prstGeom>
            <a:noFill/>
            <a:ln>
              <a:noFill/>
            </a:ln>
          </p:spPr>
        </p:pic>
        <p:pic>
          <p:nvPicPr>
            <p:cNvPr id="186" name="Google Shape;186;p16"/>
            <p:cNvPicPr preferRelativeResize="0"/>
            <p:nvPr/>
          </p:nvPicPr>
          <p:blipFill>
            <a:blip r:embed="rId7">
              <a:alphaModFix/>
            </a:blip>
            <a:stretch>
              <a:fillRect/>
            </a:stretch>
          </p:blipFill>
          <p:spPr>
            <a:xfrm rot="10800000">
              <a:off x="8430779" y="365799"/>
              <a:ext cx="670325" cy="738976"/>
            </a:xfrm>
            <a:prstGeom prst="rect">
              <a:avLst/>
            </a:prstGeom>
            <a:noFill/>
            <a:ln>
              <a:noFill/>
            </a:ln>
          </p:spPr>
        </p:pic>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22_1">
    <p:spTree>
      <p:nvGrpSpPr>
        <p:cNvPr id="187" name="Shape 187"/>
        <p:cNvGrpSpPr/>
        <p:nvPr/>
      </p:nvGrpSpPr>
      <p:grpSpPr>
        <a:xfrm>
          <a:off x="0" y="0"/>
          <a:ext cx="0" cy="0"/>
          <a:chOff x="0" y="0"/>
          <a:chExt cx="0" cy="0"/>
        </a:xfrm>
      </p:grpSpPr>
      <p:pic>
        <p:nvPicPr>
          <p:cNvPr id="188" name="Google Shape;188;p17"/>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189" name="Google Shape;189;p17"/>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190" name="Google Shape;190;p17"/>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191" name="Google Shape;191;p17"/>
          <p:cNvGrpSpPr/>
          <p:nvPr/>
        </p:nvGrpSpPr>
        <p:grpSpPr>
          <a:xfrm>
            <a:off x="-2774787" y="-344775"/>
            <a:ext cx="14617350" cy="8123451"/>
            <a:chOff x="-2774787" y="-344775"/>
            <a:chExt cx="14617350" cy="8123451"/>
          </a:xfrm>
        </p:grpSpPr>
        <p:pic>
          <p:nvPicPr>
            <p:cNvPr id="192" name="Google Shape;192;p17"/>
            <p:cNvPicPr preferRelativeResize="0"/>
            <p:nvPr/>
          </p:nvPicPr>
          <p:blipFill>
            <a:blip r:embed="rId4">
              <a:alphaModFix/>
            </a:blip>
            <a:stretch>
              <a:fillRect/>
            </a:stretch>
          </p:blipFill>
          <p:spPr>
            <a:xfrm rot="5400000">
              <a:off x="7713475" y="394138"/>
              <a:ext cx="4686300" cy="3571875"/>
            </a:xfrm>
            <a:prstGeom prst="rect">
              <a:avLst/>
            </a:prstGeom>
            <a:noFill/>
            <a:ln>
              <a:noFill/>
            </a:ln>
          </p:spPr>
        </p:pic>
        <p:pic>
          <p:nvPicPr>
            <p:cNvPr id="193" name="Google Shape;193;p17"/>
            <p:cNvPicPr preferRelativeResize="0"/>
            <p:nvPr/>
          </p:nvPicPr>
          <p:blipFill>
            <a:blip r:embed="rId4">
              <a:alphaModFix/>
            </a:blip>
            <a:stretch>
              <a:fillRect/>
            </a:stretch>
          </p:blipFill>
          <p:spPr>
            <a:xfrm rot="5400000">
              <a:off x="-3332000" y="212438"/>
              <a:ext cx="4686300" cy="3571875"/>
            </a:xfrm>
            <a:prstGeom prst="rect">
              <a:avLst/>
            </a:prstGeom>
            <a:noFill/>
            <a:ln>
              <a:noFill/>
            </a:ln>
          </p:spPr>
        </p:pic>
        <p:pic>
          <p:nvPicPr>
            <p:cNvPr id="194" name="Google Shape;194;p17"/>
            <p:cNvPicPr preferRelativeResize="0"/>
            <p:nvPr/>
          </p:nvPicPr>
          <p:blipFill>
            <a:blip r:embed="rId5">
              <a:alphaModFix amt="80000"/>
            </a:blip>
            <a:stretch>
              <a:fillRect/>
            </a:stretch>
          </p:blipFill>
          <p:spPr>
            <a:xfrm flipH="1" rot="10800000">
              <a:off x="104125" y="4675623"/>
              <a:ext cx="9143998" cy="3103054"/>
            </a:xfrm>
            <a:prstGeom prst="rect">
              <a:avLst/>
            </a:prstGeom>
            <a:noFill/>
            <a:ln>
              <a:noFill/>
            </a:ln>
          </p:spPr>
        </p:pic>
      </p:grpSp>
      <p:grpSp>
        <p:nvGrpSpPr>
          <p:cNvPr id="195" name="Google Shape;195;p17"/>
          <p:cNvGrpSpPr/>
          <p:nvPr/>
        </p:nvGrpSpPr>
        <p:grpSpPr>
          <a:xfrm>
            <a:off x="-2" y="914450"/>
            <a:ext cx="9411478" cy="2537173"/>
            <a:chOff x="-2" y="914450"/>
            <a:chExt cx="9411478" cy="2537173"/>
          </a:xfrm>
        </p:grpSpPr>
        <p:pic>
          <p:nvPicPr>
            <p:cNvPr id="196" name="Google Shape;196;p17"/>
            <p:cNvPicPr preferRelativeResize="0"/>
            <p:nvPr/>
          </p:nvPicPr>
          <p:blipFill>
            <a:blip r:embed="rId6">
              <a:alphaModFix/>
            </a:blip>
            <a:stretch>
              <a:fillRect/>
            </a:stretch>
          </p:blipFill>
          <p:spPr>
            <a:xfrm>
              <a:off x="-2" y="2544173"/>
              <a:ext cx="538500" cy="907450"/>
            </a:xfrm>
            <a:prstGeom prst="rect">
              <a:avLst/>
            </a:prstGeom>
            <a:noFill/>
            <a:ln>
              <a:noFill/>
            </a:ln>
          </p:spPr>
        </p:pic>
        <p:pic>
          <p:nvPicPr>
            <p:cNvPr id="197" name="Google Shape;197;p17"/>
            <p:cNvPicPr preferRelativeResize="0"/>
            <p:nvPr/>
          </p:nvPicPr>
          <p:blipFill>
            <a:blip r:embed="rId7">
              <a:alphaModFix/>
            </a:blip>
            <a:stretch>
              <a:fillRect/>
            </a:stretch>
          </p:blipFill>
          <p:spPr>
            <a:xfrm rot="8425578">
              <a:off x="8582579" y="1043287"/>
              <a:ext cx="670325" cy="738975"/>
            </a:xfrm>
            <a:prstGeom prst="rect">
              <a:avLst/>
            </a:prstGeom>
            <a:noFill/>
            <a:ln>
              <a:noFill/>
            </a:ln>
          </p:spPr>
        </p:pic>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
  <p:cSld name="CUSTOM_4">
    <p:spTree>
      <p:nvGrpSpPr>
        <p:cNvPr id="198" name="Shape 198"/>
        <p:cNvGrpSpPr/>
        <p:nvPr/>
      </p:nvGrpSpPr>
      <p:grpSpPr>
        <a:xfrm>
          <a:off x="0" y="0"/>
          <a:ext cx="0" cy="0"/>
          <a:chOff x="0" y="0"/>
          <a:chExt cx="0" cy="0"/>
        </a:xfrm>
      </p:grpSpPr>
      <p:pic>
        <p:nvPicPr>
          <p:cNvPr id="199" name="Google Shape;199;p18"/>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200" name="Google Shape;200;p18"/>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201" name="Google Shape;201;p18"/>
          <p:cNvSpPr txBox="1"/>
          <p:nvPr>
            <p:ph type="title"/>
          </p:nvPr>
        </p:nvSpPr>
        <p:spPr>
          <a:xfrm>
            <a:off x="738368" y="2065450"/>
            <a:ext cx="4044600" cy="548700"/>
          </a:xfrm>
          <a:prstGeom prst="rect">
            <a:avLst/>
          </a:prstGeom>
          <a:noFill/>
        </p:spPr>
        <p:txBody>
          <a:bodyPr anchorCtr="0" anchor="t" bIns="91425" lIns="91425" spcFirstLastPara="1" rIns="91425" wrap="square" tIns="91425">
            <a:noAutofit/>
          </a:bodyPr>
          <a:lstStyle>
            <a:lvl1pPr lvl="0" rtl="0" algn="r">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02" name="Google Shape;202;p18"/>
          <p:cNvSpPr txBox="1"/>
          <p:nvPr>
            <p:ph idx="1" type="subTitle"/>
          </p:nvPr>
        </p:nvSpPr>
        <p:spPr>
          <a:xfrm>
            <a:off x="739047" y="2529350"/>
            <a:ext cx="4043400" cy="548700"/>
          </a:xfrm>
          <a:prstGeom prst="rect">
            <a:avLst/>
          </a:prstGeom>
        </p:spPr>
        <p:txBody>
          <a:bodyPr anchorCtr="0" anchor="t" bIns="91425" lIns="91425" spcFirstLastPara="1" rIns="91425" wrap="square" tIns="91425">
            <a:noAutofit/>
          </a:bodyPr>
          <a:lstStyle>
            <a:lvl1pPr lvl="0" rtl="0" algn="r">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grpSp>
        <p:nvGrpSpPr>
          <p:cNvPr id="203" name="Google Shape;203;p18"/>
          <p:cNvGrpSpPr/>
          <p:nvPr/>
        </p:nvGrpSpPr>
        <p:grpSpPr>
          <a:xfrm>
            <a:off x="-2554312" y="-1288762"/>
            <a:ext cx="13649063" cy="8914514"/>
            <a:chOff x="-2554312" y="-1288762"/>
            <a:chExt cx="13649063" cy="8914514"/>
          </a:xfrm>
        </p:grpSpPr>
        <p:pic>
          <p:nvPicPr>
            <p:cNvPr id="204" name="Google Shape;204;p18"/>
            <p:cNvPicPr preferRelativeResize="0"/>
            <p:nvPr/>
          </p:nvPicPr>
          <p:blipFill>
            <a:blip r:embed="rId4">
              <a:alphaModFix/>
            </a:blip>
            <a:stretch>
              <a:fillRect/>
            </a:stretch>
          </p:blipFill>
          <p:spPr>
            <a:xfrm>
              <a:off x="6408450" y="-820475"/>
              <a:ext cx="4686300" cy="3571875"/>
            </a:xfrm>
            <a:prstGeom prst="rect">
              <a:avLst/>
            </a:prstGeom>
            <a:noFill/>
            <a:ln>
              <a:noFill/>
            </a:ln>
          </p:spPr>
        </p:pic>
        <p:pic>
          <p:nvPicPr>
            <p:cNvPr id="205" name="Google Shape;205;p18"/>
            <p:cNvPicPr preferRelativeResize="0"/>
            <p:nvPr/>
          </p:nvPicPr>
          <p:blipFill>
            <a:blip r:embed="rId5">
              <a:alphaModFix amt="80000"/>
            </a:blip>
            <a:stretch>
              <a:fillRect/>
            </a:stretch>
          </p:blipFill>
          <p:spPr>
            <a:xfrm flipH="1" rot="10800000">
              <a:off x="74950" y="4522698"/>
              <a:ext cx="9143998" cy="3103054"/>
            </a:xfrm>
            <a:prstGeom prst="rect">
              <a:avLst/>
            </a:prstGeom>
            <a:noFill/>
            <a:ln>
              <a:noFill/>
            </a:ln>
          </p:spPr>
        </p:pic>
        <p:pic>
          <p:nvPicPr>
            <p:cNvPr id="206" name="Google Shape;206;p18"/>
            <p:cNvPicPr preferRelativeResize="0"/>
            <p:nvPr/>
          </p:nvPicPr>
          <p:blipFill>
            <a:blip r:embed="rId4">
              <a:alphaModFix/>
            </a:blip>
            <a:stretch>
              <a:fillRect/>
            </a:stretch>
          </p:blipFill>
          <p:spPr>
            <a:xfrm rot="5400000">
              <a:off x="-3111525" y="-731550"/>
              <a:ext cx="4686300" cy="3571875"/>
            </a:xfrm>
            <a:prstGeom prst="rect">
              <a:avLst/>
            </a:prstGeom>
            <a:noFill/>
            <a:ln>
              <a:noFill/>
            </a:ln>
          </p:spPr>
        </p:pic>
      </p:grpSp>
      <p:grpSp>
        <p:nvGrpSpPr>
          <p:cNvPr id="207" name="Google Shape;207;p18"/>
          <p:cNvGrpSpPr/>
          <p:nvPr/>
        </p:nvGrpSpPr>
        <p:grpSpPr>
          <a:xfrm>
            <a:off x="242055" y="208131"/>
            <a:ext cx="8806714" cy="4852687"/>
            <a:chOff x="242055" y="208131"/>
            <a:chExt cx="8806714" cy="4852687"/>
          </a:xfrm>
        </p:grpSpPr>
        <p:pic>
          <p:nvPicPr>
            <p:cNvPr id="208" name="Google Shape;208;p18"/>
            <p:cNvPicPr preferRelativeResize="0"/>
            <p:nvPr/>
          </p:nvPicPr>
          <p:blipFill>
            <a:blip r:embed="rId6">
              <a:alphaModFix/>
            </a:blip>
            <a:stretch>
              <a:fillRect/>
            </a:stretch>
          </p:blipFill>
          <p:spPr>
            <a:xfrm>
              <a:off x="8206444" y="3641394"/>
              <a:ext cx="842325" cy="1419425"/>
            </a:xfrm>
            <a:prstGeom prst="rect">
              <a:avLst/>
            </a:prstGeom>
            <a:noFill/>
            <a:ln>
              <a:noFill/>
            </a:ln>
          </p:spPr>
        </p:pic>
        <p:pic>
          <p:nvPicPr>
            <p:cNvPr id="209" name="Google Shape;209;p18"/>
            <p:cNvPicPr preferRelativeResize="0"/>
            <p:nvPr/>
          </p:nvPicPr>
          <p:blipFill>
            <a:blip r:embed="rId7">
              <a:alphaModFix/>
            </a:blip>
            <a:stretch>
              <a:fillRect/>
            </a:stretch>
          </p:blipFill>
          <p:spPr>
            <a:xfrm rot="-5182648">
              <a:off x="327411" y="189973"/>
              <a:ext cx="1044775" cy="1151776"/>
            </a:xfrm>
            <a:prstGeom prst="rect">
              <a:avLst/>
            </a:prstGeom>
            <a:noFill/>
            <a:ln>
              <a:noFill/>
            </a:ln>
          </p:spPr>
        </p:pic>
      </p:gr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_1">
    <p:spTree>
      <p:nvGrpSpPr>
        <p:cNvPr id="210" name="Shape 210"/>
        <p:cNvGrpSpPr/>
        <p:nvPr/>
      </p:nvGrpSpPr>
      <p:grpSpPr>
        <a:xfrm>
          <a:off x="0" y="0"/>
          <a:ext cx="0" cy="0"/>
          <a:chOff x="0" y="0"/>
          <a:chExt cx="0" cy="0"/>
        </a:xfrm>
      </p:grpSpPr>
      <p:pic>
        <p:nvPicPr>
          <p:cNvPr id="211" name="Google Shape;211;p19"/>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212" name="Google Shape;212;p19"/>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213" name="Google Shape;213;p19"/>
          <p:cNvSpPr txBox="1"/>
          <p:nvPr>
            <p:ph type="title"/>
          </p:nvPr>
        </p:nvSpPr>
        <p:spPr>
          <a:xfrm>
            <a:off x="3999495" y="2064228"/>
            <a:ext cx="4041600" cy="548700"/>
          </a:xfrm>
          <a:prstGeom prst="rect">
            <a:avLst/>
          </a:prstGeom>
          <a:noFill/>
        </p:spPr>
        <p:txBody>
          <a:bodyPr anchorCtr="0" anchor="t" bIns="91425" lIns="91425" spcFirstLastPara="1" rIns="91425" wrap="square" tIns="91425">
            <a:noAutofit/>
          </a:bodyPr>
          <a:lstStyle>
            <a:lvl1pPr lvl="0" rtl="0" algn="l">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14" name="Google Shape;214;p19"/>
          <p:cNvSpPr txBox="1"/>
          <p:nvPr>
            <p:ph idx="1" type="subTitle"/>
          </p:nvPr>
        </p:nvSpPr>
        <p:spPr>
          <a:xfrm>
            <a:off x="4000330" y="2530572"/>
            <a:ext cx="4040700" cy="548700"/>
          </a:xfrm>
          <a:prstGeom prst="rect">
            <a:avLst/>
          </a:prstGeom>
        </p:spPr>
        <p:txBody>
          <a:bodyPr anchorCtr="0" anchor="t" bIns="91425" lIns="91425" spcFirstLastPara="1" rIns="91425" wrap="square" tIns="91425">
            <a:noAutofit/>
          </a:bodyPr>
          <a:lstStyle>
            <a:lvl1pPr lvl="0" rtl="0">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grpSp>
        <p:nvGrpSpPr>
          <p:cNvPr id="215" name="Google Shape;215;p19"/>
          <p:cNvGrpSpPr/>
          <p:nvPr/>
        </p:nvGrpSpPr>
        <p:grpSpPr>
          <a:xfrm>
            <a:off x="-2858662" y="-1098337"/>
            <a:ext cx="14303338" cy="8266889"/>
            <a:chOff x="-2858662" y="-1098337"/>
            <a:chExt cx="14303338" cy="8266889"/>
          </a:xfrm>
        </p:grpSpPr>
        <p:pic>
          <p:nvPicPr>
            <p:cNvPr id="216" name="Google Shape;216;p19"/>
            <p:cNvPicPr preferRelativeResize="0"/>
            <p:nvPr/>
          </p:nvPicPr>
          <p:blipFill>
            <a:blip r:embed="rId4">
              <a:alphaModFix amt="80000"/>
            </a:blip>
            <a:stretch>
              <a:fillRect/>
            </a:stretch>
          </p:blipFill>
          <p:spPr>
            <a:xfrm>
              <a:off x="74950" y="4065498"/>
              <a:ext cx="9143998" cy="3103053"/>
            </a:xfrm>
            <a:prstGeom prst="rect">
              <a:avLst/>
            </a:prstGeom>
            <a:noFill/>
            <a:ln>
              <a:noFill/>
            </a:ln>
          </p:spPr>
        </p:pic>
        <p:pic>
          <p:nvPicPr>
            <p:cNvPr id="217" name="Google Shape;217;p19"/>
            <p:cNvPicPr preferRelativeResize="0"/>
            <p:nvPr/>
          </p:nvPicPr>
          <p:blipFill>
            <a:blip r:embed="rId5">
              <a:alphaModFix/>
            </a:blip>
            <a:stretch>
              <a:fillRect/>
            </a:stretch>
          </p:blipFill>
          <p:spPr>
            <a:xfrm rot="5400000">
              <a:off x="-3415875" y="872463"/>
              <a:ext cx="4686300" cy="3571875"/>
            </a:xfrm>
            <a:prstGeom prst="rect">
              <a:avLst/>
            </a:prstGeom>
            <a:noFill/>
            <a:ln>
              <a:noFill/>
            </a:ln>
          </p:spPr>
        </p:pic>
        <p:pic>
          <p:nvPicPr>
            <p:cNvPr id="218" name="Google Shape;218;p19"/>
            <p:cNvPicPr preferRelativeResize="0"/>
            <p:nvPr/>
          </p:nvPicPr>
          <p:blipFill>
            <a:blip r:embed="rId5">
              <a:alphaModFix/>
            </a:blip>
            <a:stretch>
              <a:fillRect/>
            </a:stretch>
          </p:blipFill>
          <p:spPr>
            <a:xfrm>
              <a:off x="6758375" y="-1098337"/>
              <a:ext cx="4686300" cy="3571875"/>
            </a:xfrm>
            <a:prstGeom prst="rect">
              <a:avLst/>
            </a:prstGeom>
            <a:noFill/>
            <a:ln>
              <a:noFill/>
            </a:ln>
          </p:spPr>
        </p:pic>
      </p:grpSp>
      <p:grpSp>
        <p:nvGrpSpPr>
          <p:cNvPr id="219" name="Google Shape;219;p19"/>
          <p:cNvGrpSpPr/>
          <p:nvPr/>
        </p:nvGrpSpPr>
        <p:grpSpPr>
          <a:xfrm>
            <a:off x="152982" y="259044"/>
            <a:ext cx="8827762" cy="5049836"/>
            <a:chOff x="152982" y="259044"/>
            <a:chExt cx="8827762" cy="5049836"/>
          </a:xfrm>
        </p:grpSpPr>
        <p:pic>
          <p:nvPicPr>
            <p:cNvPr id="220" name="Google Shape;220;p19"/>
            <p:cNvPicPr preferRelativeResize="0"/>
            <p:nvPr/>
          </p:nvPicPr>
          <p:blipFill>
            <a:blip r:embed="rId6">
              <a:alphaModFix/>
            </a:blip>
            <a:stretch>
              <a:fillRect/>
            </a:stretch>
          </p:blipFill>
          <p:spPr>
            <a:xfrm rot="8931721">
              <a:off x="375511" y="3969948"/>
              <a:ext cx="1044775" cy="1151776"/>
            </a:xfrm>
            <a:prstGeom prst="rect">
              <a:avLst/>
            </a:prstGeom>
            <a:noFill/>
            <a:ln>
              <a:noFill/>
            </a:ln>
          </p:spPr>
        </p:pic>
        <p:pic>
          <p:nvPicPr>
            <p:cNvPr id="221" name="Google Shape;221;p19"/>
            <p:cNvPicPr preferRelativeResize="0"/>
            <p:nvPr/>
          </p:nvPicPr>
          <p:blipFill>
            <a:blip r:embed="rId7">
              <a:alphaModFix/>
            </a:blip>
            <a:stretch>
              <a:fillRect/>
            </a:stretch>
          </p:blipFill>
          <p:spPr>
            <a:xfrm>
              <a:off x="8138419" y="259044"/>
              <a:ext cx="842325" cy="1419425"/>
            </a:xfrm>
            <a:prstGeom prst="rect">
              <a:avLst/>
            </a:prstGeom>
            <a:noFill/>
            <a:ln>
              <a:noFill/>
            </a:ln>
          </p:spPr>
        </p:pic>
      </p:gr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4_1_1">
    <p:spTree>
      <p:nvGrpSpPr>
        <p:cNvPr id="222" name="Shape 222"/>
        <p:cNvGrpSpPr/>
        <p:nvPr/>
      </p:nvGrpSpPr>
      <p:grpSpPr>
        <a:xfrm>
          <a:off x="0" y="0"/>
          <a:ext cx="0" cy="0"/>
          <a:chOff x="0" y="0"/>
          <a:chExt cx="0" cy="0"/>
        </a:xfrm>
      </p:grpSpPr>
      <p:pic>
        <p:nvPicPr>
          <p:cNvPr id="223" name="Google Shape;223;p20"/>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224" name="Google Shape;224;p20"/>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225" name="Google Shape;225;p20"/>
          <p:cNvSpPr txBox="1"/>
          <p:nvPr>
            <p:ph type="title"/>
          </p:nvPr>
        </p:nvSpPr>
        <p:spPr>
          <a:xfrm>
            <a:off x="4382538" y="1475263"/>
            <a:ext cx="4058400" cy="1445700"/>
          </a:xfrm>
          <a:prstGeom prst="rect">
            <a:avLst/>
          </a:prstGeom>
          <a:noFill/>
        </p:spPr>
        <p:txBody>
          <a:bodyPr anchorCtr="0" anchor="t" bIns="91425" lIns="91425" spcFirstLastPara="1" rIns="91425" wrap="square" tIns="91425">
            <a:noAutofit/>
          </a:bodyPr>
          <a:lstStyle>
            <a:lvl1pPr lvl="0" rtl="0" algn="l">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26" name="Google Shape;226;p20"/>
          <p:cNvSpPr txBox="1"/>
          <p:nvPr>
            <p:ph idx="1" type="subTitle"/>
          </p:nvPr>
        </p:nvSpPr>
        <p:spPr>
          <a:xfrm>
            <a:off x="4383370" y="2936837"/>
            <a:ext cx="4056900" cy="731400"/>
          </a:xfrm>
          <a:prstGeom prst="rect">
            <a:avLst/>
          </a:prstGeom>
        </p:spPr>
        <p:txBody>
          <a:bodyPr anchorCtr="0" anchor="t" bIns="91425" lIns="91425" spcFirstLastPara="1" rIns="91425" wrap="square" tIns="91425">
            <a:noAutofit/>
          </a:bodyPr>
          <a:lstStyle>
            <a:lvl1pPr lvl="0" rtl="0">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27" name="Google Shape;227;p20"/>
          <p:cNvSpPr/>
          <p:nvPr>
            <p:ph idx="2" type="pic"/>
          </p:nvPr>
        </p:nvSpPr>
        <p:spPr>
          <a:xfrm>
            <a:off x="717014" y="859900"/>
            <a:ext cx="2877600" cy="42837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sp>
      <p:grpSp>
        <p:nvGrpSpPr>
          <p:cNvPr id="228" name="Google Shape;228;p20"/>
          <p:cNvGrpSpPr/>
          <p:nvPr/>
        </p:nvGrpSpPr>
        <p:grpSpPr>
          <a:xfrm>
            <a:off x="-2421450" y="-1246450"/>
            <a:ext cx="14692300" cy="4183263"/>
            <a:chOff x="-2421450" y="-1246450"/>
            <a:chExt cx="14692300" cy="4183263"/>
          </a:xfrm>
        </p:grpSpPr>
        <p:pic>
          <p:nvPicPr>
            <p:cNvPr id="229" name="Google Shape;229;p20"/>
            <p:cNvPicPr preferRelativeResize="0"/>
            <p:nvPr/>
          </p:nvPicPr>
          <p:blipFill>
            <a:blip r:embed="rId4">
              <a:alphaModFix/>
            </a:blip>
            <a:stretch>
              <a:fillRect/>
            </a:stretch>
          </p:blipFill>
          <p:spPr>
            <a:xfrm>
              <a:off x="7584550" y="-635062"/>
              <a:ext cx="4686300" cy="3571875"/>
            </a:xfrm>
            <a:prstGeom prst="rect">
              <a:avLst/>
            </a:prstGeom>
            <a:noFill/>
            <a:ln>
              <a:noFill/>
            </a:ln>
          </p:spPr>
        </p:pic>
        <p:pic>
          <p:nvPicPr>
            <p:cNvPr id="230" name="Google Shape;230;p20"/>
            <p:cNvPicPr preferRelativeResize="0"/>
            <p:nvPr/>
          </p:nvPicPr>
          <p:blipFill>
            <a:blip r:embed="rId4">
              <a:alphaModFix/>
            </a:blip>
            <a:stretch>
              <a:fillRect/>
            </a:stretch>
          </p:blipFill>
          <p:spPr>
            <a:xfrm>
              <a:off x="-2421450" y="-1246450"/>
              <a:ext cx="4686300" cy="3571875"/>
            </a:xfrm>
            <a:prstGeom prst="rect">
              <a:avLst/>
            </a:prstGeom>
            <a:noFill/>
            <a:ln>
              <a:noFill/>
            </a:ln>
          </p:spPr>
        </p:pic>
      </p:grpSp>
      <p:grpSp>
        <p:nvGrpSpPr>
          <p:cNvPr id="231" name="Google Shape;231;p20"/>
          <p:cNvGrpSpPr/>
          <p:nvPr/>
        </p:nvGrpSpPr>
        <p:grpSpPr>
          <a:xfrm>
            <a:off x="164305" y="127981"/>
            <a:ext cx="8979695" cy="1115459"/>
            <a:chOff x="164305" y="127981"/>
            <a:chExt cx="8979695" cy="1115459"/>
          </a:xfrm>
        </p:grpSpPr>
        <p:pic>
          <p:nvPicPr>
            <p:cNvPr id="232" name="Google Shape;232;p20"/>
            <p:cNvPicPr preferRelativeResize="0"/>
            <p:nvPr/>
          </p:nvPicPr>
          <p:blipFill>
            <a:blip r:embed="rId5">
              <a:alphaModFix/>
            </a:blip>
            <a:stretch>
              <a:fillRect/>
            </a:stretch>
          </p:blipFill>
          <p:spPr>
            <a:xfrm rot="7965888">
              <a:off x="8482247" y="393741"/>
              <a:ext cx="453855" cy="764816"/>
            </a:xfrm>
            <a:prstGeom prst="rect">
              <a:avLst/>
            </a:prstGeom>
            <a:noFill/>
            <a:ln>
              <a:noFill/>
            </a:ln>
          </p:spPr>
        </p:pic>
        <p:pic>
          <p:nvPicPr>
            <p:cNvPr id="233" name="Google Shape;233;p20"/>
            <p:cNvPicPr preferRelativeResize="0"/>
            <p:nvPr/>
          </p:nvPicPr>
          <p:blipFill>
            <a:blip r:embed="rId6">
              <a:alphaModFix/>
            </a:blip>
            <a:stretch>
              <a:fillRect/>
            </a:stretch>
          </p:blipFill>
          <p:spPr>
            <a:xfrm rot="-5182648">
              <a:off x="249661" y="109823"/>
              <a:ext cx="1044775" cy="1151776"/>
            </a:xfrm>
            <a:prstGeom prst="rect">
              <a:avLst/>
            </a:prstGeom>
            <a:noFill/>
            <a:ln>
              <a:noFill/>
            </a:ln>
          </p:spPr>
        </p:pic>
      </p:gr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CUSTOM_14_2">
    <p:spTree>
      <p:nvGrpSpPr>
        <p:cNvPr id="234" name="Shape 234"/>
        <p:cNvGrpSpPr/>
        <p:nvPr/>
      </p:nvGrpSpPr>
      <p:grpSpPr>
        <a:xfrm>
          <a:off x="0" y="0"/>
          <a:ext cx="0" cy="0"/>
          <a:chOff x="0" y="0"/>
          <a:chExt cx="0" cy="0"/>
        </a:xfrm>
      </p:grpSpPr>
      <p:grpSp>
        <p:nvGrpSpPr>
          <p:cNvPr id="235" name="Google Shape;235;p21"/>
          <p:cNvGrpSpPr/>
          <p:nvPr/>
        </p:nvGrpSpPr>
        <p:grpSpPr>
          <a:xfrm>
            <a:off x="0" y="0"/>
            <a:ext cx="9144000" cy="5143500"/>
            <a:chOff x="0" y="0"/>
            <a:chExt cx="9144000" cy="5143500"/>
          </a:xfrm>
        </p:grpSpPr>
        <p:pic>
          <p:nvPicPr>
            <p:cNvPr id="236" name="Google Shape;236;p21"/>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237" name="Google Shape;237;p21"/>
            <p:cNvPicPr preferRelativeResize="0"/>
            <p:nvPr/>
          </p:nvPicPr>
          <p:blipFill>
            <a:blip r:embed="rId3">
              <a:alphaModFix amt="60000"/>
            </a:blip>
            <a:stretch>
              <a:fillRect/>
            </a:stretch>
          </p:blipFill>
          <p:spPr>
            <a:xfrm flipH="1">
              <a:off x="0" y="0"/>
              <a:ext cx="9144000" cy="5143500"/>
            </a:xfrm>
            <a:prstGeom prst="rect">
              <a:avLst/>
            </a:prstGeom>
            <a:noFill/>
            <a:ln>
              <a:noFill/>
            </a:ln>
          </p:spPr>
        </p:pic>
      </p:grpSp>
      <p:sp>
        <p:nvSpPr>
          <p:cNvPr id="238" name="Google Shape;238;p21"/>
          <p:cNvSpPr txBox="1"/>
          <p:nvPr>
            <p:ph idx="1" type="subTitle"/>
          </p:nvPr>
        </p:nvSpPr>
        <p:spPr>
          <a:xfrm>
            <a:off x="4634013" y="1592250"/>
            <a:ext cx="3190800" cy="2043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239" name="Google Shape;239;p21"/>
          <p:cNvSpPr txBox="1"/>
          <p:nvPr>
            <p:ph idx="2" type="subTitle"/>
          </p:nvPr>
        </p:nvSpPr>
        <p:spPr>
          <a:xfrm>
            <a:off x="1319187" y="1592250"/>
            <a:ext cx="3191400" cy="2043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240" name="Google Shape;240;p21"/>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241" name="Google Shape;241;p21"/>
          <p:cNvGrpSpPr/>
          <p:nvPr/>
        </p:nvGrpSpPr>
        <p:grpSpPr>
          <a:xfrm>
            <a:off x="-2129900" y="3426363"/>
            <a:ext cx="13321850" cy="4101275"/>
            <a:chOff x="-2129900" y="3426363"/>
            <a:chExt cx="13321850" cy="4101275"/>
          </a:xfrm>
        </p:grpSpPr>
        <p:pic>
          <p:nvPicPr>
            <p:cNvPr id="242" name="Google Shape;242;p21"/>
            <p:cNvPicPr preferRelativeResize="0"/>
            <p:nvPr/>
          </p:nvPicPr>
          <p:blipFill>
            <a:blip r:embed="rId4">
              <a:alphaModFix/>
            </a:blip>
            <a:stretch>
              <a:fillRect/>
            </a:stretch>
          </p:blipFill>
          <p:spPr>
            <a:xfrm>
              <a:off x="-2129900" y="3426363"/>
              <a:ext cx="4686300" cy="3571875"/>
            </a:xfrm>
            <a:prstGeom prst="rect">
              <a:avLst/>
            </a:prstGeom>
            <a:noFill/>
            <a:ln>
              <a:noFill/>
            </a:ln>
          </p:spPr>
        </p:pic>
        <p:pic>
          <p:nvPicPr>
            <p:cNvPr id="243" name="Google Shape;243;p21"/>
            <p:cNvPicPr preferRelativeResize="0"/>
            <p:nvPr/>
          </p:nvPicPr>
          <p:blipFill>
            <a:blip r:embed="rId4">
              <a:alphaModFix/>
            </a:blip>
            <a:stretch>
              <a:fillRect/>
            </a:stretch>
          </p:blipFill>
          <p:spPr>
            <a:xfrm>
              <a:off x="6505650" y="3955763"/>
              <a:ext cx="4686300" cy="3571875"/>
            </a:xfrm>
            <a:prstGeom prst="rect">
              <a:avLst/>
            </a:prstGeom>
            <a:noFill/>
            <a:ln>
              <a:noFill/>
            </a:ln>
          </p:spPr>
        </p:pic>
      </p:grpSp>
      <p:grpSp>
        <p:nvGrpSpPr>
          <p:cNvPr id="244" name="Google Shape;244;p21"/>
          <p:cNvGrpSpPr/>
          <p:nvPr/>
        </p:nvGrpSpPr>
        <p:grpSpPr>
          <a:xfrm>
            <a:off x="181498" y="281548"/>
            <a:ext cx="8822431" cy="4687365"/>
            <a:chOff x="181498" y="281548"/>
            <a:chExt cx="8822431" cy="4687365"/>
          </a:xfrm>
        </p:grpSpPr>
        <p:pic>
          <p:nvPicPr>
            <p:cNvPr id="245" name="Google Shape;245;p21"/>
            <p:cNvPicPr preferRelativeResize="0"/>
            <p:nvPr/>
          </p:nvPicPr>
          <p:blipFill>
            <a:blip r:embed="rId5">
              <a:alphaModFix/>
            </a:blip>
            <a:stretch>
              <a:fillRect/>
            </a:stretch>
          </p:blipFill>
          <p:spPr>
            <a:xfrm flipH="1">
              <a:off x="181498" y="281548"/>
              <a:ext cx="538500" cy="907450"/>
            </a:xfrm>
            <a:prstGeom prst="rect">
              <a:avLst/>
            </a:prstGeom>
            <a:noFill/>
            <a:ln>
              <a:noFill/>
            </a:ln>
          </p:spPr>
        </p:pic>
        <p:pic>
          <p:nvPicPr>
            <p:cNvPr id="246" name="Google Shape;246;p21"/>
            <p:cNvPicPr preferRelativeResize="0"/>
            <p:nvPr/>
          </p:nvPicPr>
          <p:blipFill>
            <a:blip r:embed="rId6">
              <a:alphaModFix/>
            </a:blip>
            <a:stretch>
              <a:fillRect/>
            </a:stretch>
          </p:blipFill>
          <p:spPr>
            <a:xfrm flipH="1">
              <a:off x="8333604" y="4229937"/>
              <a:ext cx="670325" cy="738976"/>
            </a:xfrm>
            <a:prstGeom prst="rect">
              <a:avLst/>
            </a:prstGeom>
            <a:noFill/>
            <a:ln>
              <a:noFill/>
            </a:ln>
          </p:spPr>
        </p:pic>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CUSTOM_26">
    <p:spTree>
      <p:nvGrpSpPr>
        <p:cNvPr id="247" name="Shape 247"/>
        <p:cNvGrpSpPr/>
        <p:nvPr/>
      </p:nvGrpSpPr>
      <p:grpSpPr>
        <a:xfrm>
          <a:off x="0" y="0"/>
          <a:ext cx="0" cy="0"/>
          <a:chOff x="0" y="0"/>
          <a:chExt cx="0" cy="0"/>
        </a:xfrm>
      </p:grpSpPr>
      <p:pic>
        <p:nvPicPr>
          <p:cNvPr id="248" name="Google Shape;248;p22"/>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249" name="Google Shape;249;p22"/>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250" name="Google Shape;250;p22"/>
          <p:cNvSpPr txBox="1"/>
          <p:nvPr>
            <p:ph idx="1" type="subTitle"/>
          </p:nvPr>
        </p:nvSpPr>
        <p:spPr>
          <a:xfrm>
            <a:off x="4645399" y="982650"/>
            <a:ext cx="3778500" cy="3732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1200"/>
              <a:buChar char="●"/>
              <a:defRPr b="0"/>
            </a:lvl1pPr>
            <a:lvl2pPr lvl="1" rtl="0" algn="ctr">
              <a:lnSpc>
                <a:spcPct val="100000"/>
              </a:lnSpc>
              <a:spcBef>
                <a:spcPts val="0"/>
              </a:spcBef>
              <a:spcAft>
                <a:spcPts val="0"/>
              </a:spcAft>
              <a:buSzPts val="2800"/>
              <a:buChar char="○"/>
              <a:defRPr sz="2800"/>
            </a:lvl2pPr>
            <a:lvl3pPr lvl="2" rtl="0" algn="ctr">
              <a:lnSpc>
                <a:spcPct val="100000"/>
              </a:lnSpc>
              <a:spcBef>
                <a:spcPts val="0"/>
              </a:spcBef>
              <a:spcAft>
                <a:spcPts val="0"/>
              </a:spcAft>
              <a:buSzPts val="2800"/>
              <a:buChar char="■"/>
              <a:defRPr sz="2800"/>
            </a:lvl3pPr>
            <a:lvl4pPr lvl="3" rtl="0" algn="ctr">
              <a:lnSpc>
                <a:spcPct val="100000"/>
              </a:lnSpc>
              <a:spcBef>
                <a:spcPts val="0"/>
              </a:spcBef>
              <a:spcAft>
                <a:spcPts val="0"/>
              </a:spcAft>
              <a:buSzPts val="2800"/>
              <a:buChar char="●"/>
              <a:defRPr sz="2800"/>
            </a:lvl4pPr>
            <a:lvl5pPr lvl="4" rtl="0" algn="ctr">
              <a:lnSpc>
                <a:spcPct val="100000"/>
              </a:lnSpc>
              <a:spcBef>
                <a:spcPts val="0"/>
              </a:spcBef>
              <a:spcAft>
                <a:spcPts val="0"/>
              </a:spcAft>
              <a:buSzPts val="2800"/>
              <a:buChar char="○"/>
              <a:defRPr sz="2800"/>
            </a:lvl5pPr>
            <a:lvl6pPr lvl="5" rtl="0" algn="ctr">
              <a:lnSpc>
                <a:spcPct val="100000"/>
              </a:lnSpc>
              <a:spcBef>
                <a:spcPts val="0"/>
              </a:spcBef>
              <a:spcAft>
                <a:spcPts val="0"/>
              </a:spcAft>
              <a:buSzPts val="2800"/>
              <a:buChar char="■"/>
              <a:defRPr sz="2800"/>
            </a:lvl6pPr>
            <a:lvl7pPr lvl="6" rtl="0" algn="ctr">
              <a:lnSpc>
                <a:spcPct val="100000"/>
              </a:lnSpc>
              <a:spcBef>
                <a:spcPts val="0"/>
              </a:spcBef>
              <a:spcAft>
                <a:spcPts val="0"/>
              </a:spcAft>
              <a:buSzPts val="2800"/>
              <a:buChar char="●"/>
              <a:defRPr sz="2800"/>
            </a:lvl7pPr>
            <a:lvl8pPr lvl="7" rtl="0" algn="ctr">
              <a:lnSpc>
                <a:spcPct val="100000"/>
              </a:lnSpc>
              <a:spcBef>
                <a:spcPts val="0"/>
              </a:spcBef>
              <a:spcAft>
                <a:spcPts val="0"/>
              </a:spcAft>
              <a:buSzPts val="2800"/>
              <a:buChar char="○"/>
              <a:defRPr sz="2800"/>
            </a:lvl8pPr>
            <a:lvl9pPr lvl="8" rtl="0" algn="ctr">
              <a:lnSpc>
                <a:spcPct val="100000"/>
              </a:lnSpc>
              <a:spcBef>
                <a:spcPts val="0"/>
              </a:spcBef>
              <a:spcAft>
                <a:spcPts val="0"/>
              </a:spcAft>
              <a:buSzPts val="2800"/>
              <a:buChar char="■"/>
              <a:defRPr sz="2800"/>
            </a:lvl9pPr>
          </a:lstStyle>
          <a:p/>
        </p:txBody>
      </p:sp>
      <p:sp>
        <p:nvSpPr>
          <p:cNvPr id="251" name="Google Shape;251;p22"/>
          <p:cNvSpPr txBox="1"/>
          <p:nvPr>
            <p:ph idx="2" type="subTitle"/>
          </p:nvPr>
        </p:nvSpPr>
        <p:spPr>
          <a:xfrm>
            <a:off x="720000" y="982650"/>
            <a:ext cx="3779100" cy="3732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1200"/>
              <a:buChar char="●"/>
              <a:defRPr b="0"/>
            </a:lvl1pPr>
            <a:lvl2pPr lvl="1" rtl="0" algn="ctr">
              <a:lnSpc>
                <a:spcPct val="100000"/>
              </a:lnSpc>
              <a:spcBef>
                <a:spcPts val="0"/>
              </a:spcBef>
              <a:spcAft>
                <a:spcPts val="0"/>
              </a:spcAft>
              <a:buSzPts val="2800"/>
              <a:buChar char="○"/>
              <a:defRPr sz="2800"/>
            </a:lvl2pPr>
            <a:lvl3pPr lvl="2" rtl="0" algn="ctr">
              <a:lnSpc>
                <a:spcPct val="100000"/>
              </a:lnSpc>
              <a:spcBef>
                <a:spcPts val="0"/>
              </a:spcBef>
              <a:spcAft>
                <a:spcPts val="0"/>
              </a:spcAft>
              <a:buSzPts val="2800"/>
              <a:buChar char="■"/>
              <a:defRPr sz="2800"/>
            </a:lvl3pPr>
            <a:lvl4pPr lvl="3" rtl="0" algn="ctr">
              <a:lnSpc>
                <a:spcPct val="100000"/>
              </a:lnSpc>
              <a:spcBef>
                <a:spcPts val="0"/>
              </a:spcBef>
              <a:spcAft>
                <a:spcPts val="0"/>
              </a:spcAft>
              <a:buSzPts val="2800"/>
              <a:buChar char="●"/>
              <a:defRPr sz="2800"/>
            </a:lvl4pPr>
            <a:lvl5pPr lvl="4" rtl="0" algn="ctr">
              <a:lnSpc>
                <a:spcPct val="100000"/>
              </a:lnSpc>
              <a:spcBef>
                <a:spcPts val="0"/>
              </a:spcBef>
              <a:spcAft>
                <a:spcPts val="0"/>
              </a:spcAft>
              <a:buSzPts val="2800"/>
              <a:buChar char="○"/>
              <a:defRPr sz="2800"/>
            </a:lvl5pPr>
            <a:lvl6pPr lvl="5" rtl="0" algn="ctr">
              <a:lnSpc>
                <a:spcPct val="100000"/>
              </a:lnSpc>
              <a:spcBef>
                <a:spcPts val="0"/>
              </a:spcBef>
              <a:spcAft>
                <a:spcPts val="0"/>
              </a:spcAft>
              <a:buSzPts val="2800"/>
              <a:buChar char="■"/>
              <a:defRPr sz="2800"/>
            </a:lvl6pPr>
            <a:lvl7pPr lvl="6" rtl="0" algn="ctr">
              <a:lnSpc>
                <a:spcPct val="100000"/>
              </a:lnSpc>
              <a:spcBef>
                <a:spcPts val="0"/>
              </a:spcBef>
              <a:spcAft>
                <a:spcPts val="0"/>
              </a:spcAft>
              <a:buSzPts val="2800"/>
              <a:buChar char="●"/>
              <a:defRPr sz="2800"/>
            </a:lvl7pPr>
            <a:lvl8pPr lvl="7" rtl="0" algn="ctr">
              <a:lnSpc>
                <a:spcPct val="100000"/>
              </a:lnSpc>
              <a:spcBef>
                <a:spcPts val="0"/>
              </a:spcBef>
              <a:spcAft>
                <a:spcPts val="0"/>
              </a:spcAft>
              <a:buSzPts val="2800"/>
              <a:buChar char="○"/>
              <a:defRPr sz="2800"/>
            </a:lvl8pPr>
            <a:lvl9pPr lvl="8" rtl="0" algn="ctr">
              <a:lnSpc>
                <a:spcPct val="100000"/>
              </a:lnSpc>
              <a:spcBef>
                <a:spcPts val="0"/>
              </a:spcBef>
              <a:spcAft>
                <a:spcPts val="0"/>
              </a:spcAft>
              <a:buSzPts val="2800"/>
              <a:buChar char="■"/>
              <a:defRPr sz="2800"/>
            </a:lvl9pPr>
          </a:lstStyle>
          <a:p/>
        </p:txBody>
      </p:sp>
      <p:sp>
        <p:nvSpPr>
          <p:cNvPr id="252" name="Google Shape;252;p22"/>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253" name="Google Shape;253;p22"/>
          <p:cNvGrpSpPr/>
          <p:nvPr/>
        </p:nvGrpSpPr>
        <p:grpSpPr>
          <a:xfrm>
            <a:off x="-2325775" y="-1919287"/>
            <a:ext cx="13828750" cy="9670364"/>
            <a:chOff x="-2325775" y="-1919287"/>
            <a:chExt cx="13828750" cy="9670364"/>
          </a:xfrm>
        </p:grpSpPr>
        <p:pic>
          <p:nvPicPr>
            <p:cNvPr id="254" name="Google Shape;254;p22"/>
            <p:cNvPicPr preferRelativeResize="0"/>
            <p:nvPr/>
          </p:nvPicPr>
          <p:blipFill>
            <a:blip r:embed="rId4">
              <a:alphaModFix/>
            </a:blip>
            <a:stretch>
              <a:fillRect/>
            </a:stretch>
          </p:blipFill>
          <p:spPr>
            <a:xfrm>
              <a:off x="-1746575" y="-1919287"/>
              <a:ext cx="4686300" cy="3571875"/>
            </a:xfrm>
            <a:prstGeom prst="rect">
              <a:avLst/>
            </a:prstGeom>
            <a:noFill/>
            <a:ln>
              <a:noFill/>
            </a:ln>
          </p:spPr>
        </p:pic>
        <p:pic>
          <p:nvPicPr>
            <p:cNvPr id="255" name="Google Shape;255;p22"/>
            <p:cNvPicPr preferRelativeResize="0"/>
            <p:nvPr/>
          </p:nvPicPr>
          <p:blipFill>
            <a:blip r:embed="rId4">
              <a:alphaModFix/>
            </a:blip>
            <a:stretch>
              <a:fillRect/>
            </a:stretch>
          </p:blipFill>
          <p:spPr>
            <a:xfrm>
              <a:off x="6816675" y="-1516262"/>
              <a:ext cx="4686300" cy="3571875"/>
            </a:xfrm>
            <a:prstGeom prst="rect">
              <a:avLst/>
            </a:prstGeom>
            <a:noFill/>
            <a:ln>
              <a:noFill/>
            </a:ln>
          </p:spPr>
        </p:pic>
        <p:pic>
          <p:nvPicPr>
            <p:cNvPr id="256" name="Google Shape;256;p22"/>
            <p:cNvPicPr preferRelativeResize="0"/>
            <p:nvPr/>
          </p:nvPicPr>
          <p:blipFill>
            <a:blip r:embed="rId5">
              <a:alphaModFix amt="80000"/>
            </a:blip>
            <a:stretch>
              <a:fillRect/>
            </a:stretch>
          </p:blipFill>
          <p:spPr>
            <a:xfrm flipH="1" rot="10800000">
              <a:off x="-2325775" y="4648023"/>
              <a:ext cx="9143998" cy="3103054"/>
            </a:xfrm>
            <a:prstGeom prst="rect">
              <a:avLst/>
            </a:prstGeom>
            <a:noFill/>
            <a:ln>
              <a:noFill/>
            </a:ln>
          </p:spPr>
        </p:pic>
      </p:grpSp>
      <p:grpSp>
        <p:nvGrpSpPr>
          <p:cNvPr id="257" name="Google Shape;257;p22"/>
          <p:cNvGrpSpPr/>
          <p:nvPr/>
        </p:nvGrpSpPr>
        <p:grpSpPr>
          <a:xfrm>
            <a:off x="-2" y="186373"/>
            <a:ext cx="9003931" cy="4782540"/>
            <a:chOff x="-2" y="186373"/>
            <a:chExt cx="9003931" cy="4782540"/>
          </a:xfrm>
        </p:grpSpPr>
        <p:pic>
          <p:nvPicPr>
            <p:cNvPr id="258" name="Google Shape;258;p22"/>
            <p:cNvPicPr preferRelativeResize="0"/>
            <p:nvPr/>
          </p:nvPicPr>
          <p:blipFill>
            <a:blip r:embed="rId6">
              <a:alphaModFix/>
            </a:blip>
            <a:stretch>
              <a:fillRect/>
            </a:stretch>
          </p:blipFill>
          <p:spPr>
            <a:xfrm>
              <a:off x="-2" y="186373"/>
              <a:ext cx="538500" cy="907450"/>
            </a:xfrm>
            <a:prstGeom prst="rect">
              <a:avLst/>
            </a:prstGeom>
            <a:noFill/>
            <a:ln>
              <a:noFill/>
            </a:ln>
          </p:spPr>
        </p:pic>
        <p:pic>
          <p:nvPicPr>
            <p:cNvPr id="259" name="Google Shape;259;p22"/>
            <p:cNvPicPr preferRelativeResize="0"/>
            <p:nvPr/>
          </p:nvPicPr>
          <p:blipFill>
            <a:blip r:embed="rId7">
              <a:alphaModFix/>
            </a:blip>
            <a:stretch>
              <a:fillRect/>
            </a:stretch>
          </p:blipFill>
          <p:spPr>
            <a:xfrm flipH="1">
              <a:off x="8333604" y="4229937"/>
              <a:ext cx="670325" cy="738976"/>
            </a:xfrm>
            <a:prstGeom prst="rect">
              <a:avLst/>
            </a:prstGeom>
            <a:noFill/>
            <a:ln>
              <a:noFill/>
            </a:ln>
          </p:spPr>
        </p:pic>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14_1">
    <p:spTree>
      <p:nvGrpSpPr>
        <p:cNvPr id="260" name="Shape 260"/>
        <p:cNvGrpSpPr/>
        <p:nvPr/>
      </p:nvGrpSpPr>
      <p:grpSpPr>
        <a:xfrm>
          <a:off x="0" y="0"/>
          <a:ext cx="0" cy="0"/>
          <a:chOff x="0" y="0"/>
          <a:chExt cx="0" cy="0"/>
        </a:xfrm>
      </p:grpSpPr>
      <p:pic>
        <p:nvPicPr>
          <p:cNvPr id="261" name="Google Shape;261;p23"/>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262" name="Google Shape;262;p23"/>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263" name="Google Shape;263;p23"/>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264" name="Google Shape;264;p23"/>
          <p:cNvSpPr txBox="1"/>
          <p:nvPr>
            <p:ph idx="1" type="subTitle"/>
          </p:nvPr>
        </p:nvSpPr>
        <p:spPr>
          <a:xfrm>
            <a:off x="721879" y="3737100"/>
            <a:ext cx="25017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265" name="Google Shape;265;p23"/>
          <p:cNvSpPr txBox="1"/>
          <p:nvPr>
            <p:ph idx="2" type="subTitle"/>
          </p:nvPr>
        </p:nvSpPr>
        <p:spPr>
          <a:xfrm>
            <a:off x="3321150" y="3737100"/>
            <a:ext cx="25017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266" name="Google Shape;266;p23"/>
          <p:cNvSpPr txBox="1"/>
          <p:nvPr>
            <p:ph idx="3" type="subTitle"/>
          </p:nvPr>
        </p:nvSpPr>
        <p:spPr>
          <a:xfrm>
            <a:off x="5920421" y="3737100"/>
            <a:ext cx="25017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267" name="Google Shape;267;p23"/>
          <p:cNvSpPr txBox="1"/>
          <p:nvPr>
            <p:ph idx="4" type="title"/>
          </p:nvPr>
        </p:nvSpPr>
        <p:spPr>
          <a:xfrm>
            <a:off x="719929" y="3517644"/>
            <a:ext cx="25056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b="0" sz="2000">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268" name="Google Shape;268;p23"/>
          <p:cNvSpPr txBox="1"/>
          <p:nvPr>
            <p:ph idx="5" type="title"/>
          </p:nvPr>
        </p:nvSpPr>
        <p:spPr>
          <a:xfrm>
            <a:off x="3319200" y="3517644"/>
            <a:ext cx="25056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b="0" sz="2000">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269" name="Google Shape;269;p23"/>
          <p:cNvSpPr txBox="1"/>
          <p:nvPr>
            <p:ph idx="6" type="title"/>
          </p:nvPr>
        </p:nvSpPr>
        <p:spPr>
          <a:xfrm>
            <a:off x="5918471" y="3517644"/>
            <a:ext cx="25056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b="0" sz="2000">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270" name="Google Shape;270;p23"/>
          <p:cNvGrpSpPr/>
          <p:nvPr/>
        </p:nvGrpSpPr>
        <p:grpSpPr>
          <a:xfrm>
            <a:off x="-3560562" y="-4775506"/>
            <a:ext cx="16628362" cy="12886818"/>
            <a:chOff x="-3560562" y="-4775506"/>
            <a:chExt cx="16628362" cy="12886818"/>
          </a:xfrm>
        </p:grpSpPr>
        <p:pic>
          <p:nvPicPr>
            <p:cNvPr id="271" name="Google Shape;271;p23"/>
            <p:cNvPicPr preferRelativeResize="0"/>
            <p:nvPr/>
          </p:nvPicPr>
          <p:blipFill>
            <a:blip r:embed="rId4">
              <a:alphaModFix/>
            </a:blip>
            <a:stretch>
              <a:fillRect/>
            </a:stretch>
          </p:blipFill>
          <p:spPr>
            <a:xfrm>
              <a:off x="8381500" y="-116662"/>
              <a:ext cx="4686300" cy="3571875"/>
            </a:xfrm>
            <a:prstGeom prst="rect">
              <a:avLst/>
            </a:prstGeom>
            <a:noFill/>
            <a:ln>
              <a:noFill/>
            </a:ln>
          </p:spPr>
        </p:pic>
        <p:pic>
          <p:nvPicPr>
            <p:cNvPr id="272" name="Google Shape;272;p23"/>
            <p:cNvPicPr preferRelativeResize="0"/>
            <p:nvPr/>
          </p:nvPicPr>
          <p:blipFill>
            <a:blip r:embed="rId4">
              <a:alphaModFix/>
            </a:blip>
            <a:stretch>
              <a:fillRect/>
            </a:stretch>
          </p:blipFill>
          <p:spPr>
            <a:xfrm>
              <a:off x="2409100" y="4539438"/>
              <a:ext cx="4686300" cy="3571875"/>
            </a:xfrm>
            <a:prstGeom prst="rect">
              <a:avLst/>
            </a:prstGeom>
            <a:noFill/>
            <a:ln>
              <a:noFill/>
            </a:ln>
          </p:spPr>
        </p:pic>
        <p:pic>
          <p:nvPicPr>
            <p:cNvPr id="273" name="Google Shape;273;p23"/>
            <p:cNvPicPr preferRelativeResize="0"/>
            <p:nvPr/>
          </p:nvPicPr>
          <p:blipFill>
            <a:blip r:embed="rId5">
              <a:alphaModFix amt="80000"/>
            </a:blip>
            <a:stretch>
              <a:fillRect/>
            </a:stretch>
          </p:blipFill>
          <p:spPr>
            <a:xfrm rot="7200000">
              <a:off x="-4502900" y="-1591802"/>
              <a:ext cx="9143998" cy="3103054"/>
            </a:xfrm>
            <a:prstGeom prst="rect">
              <a:avLst/>
            </a:prstGeom>
            <a:noFill/>
            <a:ln>
              <a:noFill/>
            </a:ln>
          </p:spPr>
        </p:pic>
      </p:grpSp>
      <p:grpSp>
        <p:nvGrpSpPr>
          <p:cNvPr id="274" name="Google Shape;274;p23"/>
          <p:cNvGrpSpPr/>
          <p:nvPr/>
        </p:nvGrpSpPr>
        <p:grpSpPr>
          <a:xfrm>
            <a:off x="85798" y="2278474"/>
            <a:ext cx="8982006" cy="2690423"/>
            <a:chOff x="85798" y="2278474"/>
            <a:chExt cx="8982006" cy="2690423"/>
          </a:xfrm>
        </p:grpSpPr>
        <p:pic>
          <p:nvPicPr>
            <p:cNvPr id="275" name="Google Shape;275;p23"/>
            <p:cNvPicPr preferRelativeResize="0"/>
            <p:nvPr/>
          </p:nvPicPr>
          <p:blipFill>
            <a:blip r:embed="rId6">
              <a:alphaModFix/>
            </a:blip>
            <a:stretch>
              <a:fillRect/>
            </a:stretch>
          </p:blipFill>
          <p:spPr>
            <a:xfrm flipH="1">
              <a:off x="8397479" y="2278474"/>
              <a:ext cx="670325" cy="738976"/>
            </a:xfrm>
            <a:prstGeom prst="rect">
              <a:avLst/>
            </a:prstGeom>
            <a:noFill/>
            <a:ln>
              <a:noFill/>
            </a:ln>
          </p:spPr>
        </p:pic>
        <p:pic>
          <p:nvPicPr>
            <p:cNvPr id="276" name="Google Shape;276;p23"/>
            <p:cNvPicPr preferRelativeResize="0"/>
            <p:nvPr/>
          </p:nvPicPr>
          <p:blipFill>
            <a:blip r:embed="rId7">
              <a:alphaModFix/>
            </a:blip>
            <a:stretch>
              <a:fillRect/>
            </a:stretch>
          </p:blipFill>
          <p:spPr>
            <a:xfrm flipH="1">
              <a:off x="85798" y="4061448"/>
              <a:ext cx="538500" cy="907450"/>
            </a:xfrm>
            <a:prstGeom prst="rect">
              <a:avLst/>
            </a:prstGeom>
            <a:noFill/>
            <a:ln>
              <a:noFill/>
            </a:ln>
          </p:spPr>
        </p:pic>
      </p:gr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14_1_1">
    <p:spTree>
      <p:nvGrpSpPr>
        <p:cNvPr id="277" name="Shape 277"/>
        <p:cNvGrpSpPr/>
        <p:nvPr/>
      </p:nvGrpSpPr>
      <p:grpSpPr>
        <a:xfrm>
          <a:off x="0" y="0"/>
          <a:ext cx="0" cy="0"/>
          <a:chOff x="0" y="0"/>
          <a:chExt cx="0" cy="0"/>
        </a:xfrm>
      </p:grpSpPr>
      <p:pic>
        <p:nvPicPr>
          <p:cNvPr id="278" name="Google Shape;278;p24"/>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279" name="Google Shape;279;p24"/>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280" name="Google Shape;280;p24"/>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281" name="Google Shape;281;p24"/>
          <p:cNvSpPr txBox="1"/>
          <p:nvPr>
            <p:ph idx="1" type="subTitle"/>
          </p:nvPr>
        </p:nvSpPr>
        <p:spPr>
          <a:xfrm>
            <a:off x="2607603" y="1562069"/>
            <a:ext cx="4832700" cy="64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282" name="Google Shape;282;p24"/>
          <p:cNvSpPr txBox="1"/>
          <p:nvPr>
            <p:ph idx="2" type="subTitle"/>
          </p:nvPr>
        </p:nvSpPr>
        <p:spPr>
          <a:xfrm>
            <a:off x="2607603" y="2632025"/>
            <a:ext cx="4832700" cy="64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283" name="Google Shape;283;p24"/>
          <p:cNvSpPr txBox="1"/>
          <p:nvPr>
            <p:ph idx="3" type="subTitle"/>
          </p:nvPr>
        </p:nvSpPr>
        <p:spPr>
          <a:xfrm>
            <a:off x="2607603" y="3704975"/>
            <a:ext cx="4832700" cy="64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284" name="Google Shape;284;p24"/>
          <p:cNvSpPr txBox="1"/>
          <p:nvPr>
            <p:ph idx="4" type="title"/>
          </p:nvPr>
        </p:nvSpPr>
        <p:spPr>
          <a:xfrm>
            <a:off x="2607603" y="1348625"/>
            <a:ext cx="4840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3000"/>
              <a:buNone/>
              <a:defRPr b="0" sz="2000">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285" name="Google Shape;285;p24"/>
          <p:cNvSpPr txBox="1"/>
          <p:nvPr>
            <p:ph idx="5" type="title"/>
          </p:nvPr>
        </p:nvSpPr>
        <p:spPr>
          <a:xfrm>
            <a:off x="2607603" y="2418581"/>
            <a:ext cx="4840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3000"/>
              <a:buNone/>
              <a:defRPr b="0" sz="2000">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286" name="Google Shape;286;p24"/>
          <p:cNvSpPr txBox="1"/>
          <p:nvPr>
            <p:ph idx="6" type="title"/>
          </p:nvPr>
        </p:nvSpPr>
        <p:spPr>
          <a:xfrm>
            <a:off x="2607603" y="3491530"/>
            <a:ext cx="4840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3000"/>
              <a:buNone/>
              <a:defRPr b="0" sz="2000">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287" name="Google Shape;287;p24"/>
          <p:cNvGrpSpPr/>
          <p:nvPr/>
        </p:nvGrpSpPr>
        <p:grpSpPr>
          <a:xfrm>
            <a:off x="-2500500" y="-2563552"/>
            <a:ext cx="13225925" cy="10489665"/>
            <a:chOff x="-2500500" y="-2563552"/>
            <a:chExt cx="13225925" cy="10489665"/>
          </a:xfrm>
        </p:grpSpPr>
        <p:pic>
          <p:nvPicPr>
            <p:cNvPr id="288" name="Google Shape;288;p24"/>
            <p:cNvPicPr preferRelativeResize="0"/>
            <p:nvPr/>
          </p:nvPicPr>
          <p:blipFill>
            <a:blip r:embed="rId4">
              <a:alphaModFix/>
            </a:blip>
            <a:stretch>
              <a:fillRect/>
            </a:stretch>
          </p:blipFill>
          <p:spPr>
            <a:xfrm>
              <a:off x="6039125" y="4354238"/>
              <a:ext cx="4686300" cy="3571875"/>
            </a:xfrm>
            <a:prstGeom prst="rect">
              <a:avLst/>
            </a:prstGeom>
            <a:noFill/>
            <a:ln>
              <a:noFill/>
            </a:ln>
          </p:spPr>
        </p:pic>
        <p:pic>
          <p:nvPicPr>
            <p:cNvPr id="289" name="Google Shape;289;p24"/>
            <p:cNvPicPr preferRelativeResize="0"/>
            <p:nvPr/>
          </p:nvPicPr>
          <p:blipFill>
            <a:blip r:embed="rId5">
              <a:alphaModFix amt="80000"/>
            </a:blip>
            <a:stretch>
              <a:fillRect/>
            </a:stretch>
          </p:blipFill>
          <p:spPr>
            <a:xfrm>
              <a:off x="181850" y="-2563552"/>
              <a:ext cx="9143998" cy="3103054"/>
            </a:xfrm>
            <a:prstGeom prst="rect">
              <a:avLst/>
            </a:prstGeom>
            <a:noFill/>
            <a:ln>
              <a:noFill/>
            </a:ln>
          </p:spPr>
        </p:pic>
        <p:pic>
          <p:nvPicPr>
            <p:cNvPr id="290" name="Google Shape;290;p24"/>
            <p:cNvPicPr preferRelativeResize="0"/>
            <p:nvPr/>
          </p:nvPicPr>
          <p:blipFill>
            <a:blip r:embed="rId4">
              <a:alphaModFix/>
            </a:blip>
            <a:stretch>
              <a:fillRect/>
            </a:stretch>
          </p:blipFill>
          <p:spPr>
            <a:xfrm>
              <a:off x="-2500500" y="3292913"/>
              <a:ext cx="4686300" cy="3571875"/>
            </a:xfrm>
            <a:prstGeom prst="rect">
              <a:avLst/>
            </a:prstGeom>
            <a:noFill/>
            <a:ln>
              <a:noFill/>
            </a:ln>
          </p:spPr>
        </p:pic>
      </p:grpSp>
      <p:grpSp>
        <p:nvGrpSpPr>
          <p:cNvPr id="291" name="Google Shape;291;p24"/>
          <p:cNvGrpSpPr/>
          <p:nvPr/>
        </p:nvGrpSpPr>
        <p:grpSpPr>
          <a:xfrm>
            <a:off x="51427" y="914448"/>
            <a:ext cx="8998071" cy="3384638"/>
            <a:chOff x="51427" y="914448"/>
            <a:chExt cx="8998071" cy="3384638"/>
          </a:xfrm>
        </p:grpSpPr>
        <p:pic>
          <p:nvPicPr>
            <p:cNvPr id="292" name="Google Shape;292;p24"/>
            <p:cNvPicPr preferRelativeResize="0"/>
            <p:nvPr/>
          </p:nvPicPr>
          <p:blipFill>
            <a:blip r:embed="rId6">
              <a:alphaModFix/>
            </a:blip>
            <a:stretch>
              <a:fillRect/>
            </a:stretch>
          </p:blipFill>
          <p:spPr>
            <a:xfrm flipH="1">
              <a:off x="8510998" y="914448"/>
              <a:ext cx="538500" cy="907450"/>
            </a:xfrm>
            <a:prstGeom prst="rect">
              <a:avLst/>
            </a:prstGeom>
            <a:noFill/>
            <a:ln>
              <a:noFill/>
            </a:ln>
          </p:spPr>
        </p:pic>
        <p:pic>
          <p:nvPicPr>
            <p:cNvPr id="293" name="Google Shape;293;p24"/>
            <p:cNvPicPr preferRelativeResize="0"/>
            <p:nvPr/>
          </p:nvPicPr>
          <p:blipFill>
            <a:blip r:embed="rId7">
              <a:alphaModFix/>
            </a:blip>
            <a:stretch>
              <a:fillRect/>
            </a:stretch>
          </p:blipFill>
          <p:spPr>
            <a:xfrm flipH="1" rot="-10142196">
              <a:off x="115579" y="3503112"/>
              <a:ext cx="670325" cy="738976"/>
            </a:xfrm>
            <a:prstGeom prst="rect">
              <a:avLst/>
            </a:prstGeom>
            <a:noFill/>
            <a:ln>
              <a:noFill/>
            </a:ln>
          </p:spPr>
        </p:pic>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294" name="Shape 294"/>
        <p:cNvGrpSpPr/>
        <p:nvPr/>
      </p:nvGrpSpPr>
      <p:grpSpPr>
        <a:xfrm>
          <a:off x="0" y="0"/>
          <a:ext cx="0" cy="0"/>
          <a:chOff x="0" y="0"/>
          <a:chExt cx="0" cy="0"/>
        </a:xfrm>
      </p:grpSpPr>
      <p:pic>
        <p:nvPicPr>
          <p:cNvPr id="295" name="Google Shape;295;p25"/>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296" name="Google Shape;296;p25"/>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297" name="Google Shape;297;p25"/>
          <p:cNvSpPr txBox="1"/>
          <p:nvPr>
            <p:ph type="title"/>
          </p:nvPr>
        </p:nvSpPr>
        <p:spPr>
          <a:xfrm>
            <a:off x="2365776" y="1552266"/>
            <a:ext cx="1978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298" name="Google Shape;298;p25"/>
          <p:cNvSpPr txBox="1"/>
          <p:nvPr>
            <p:ph idx="1" type="subTitle"/>
          </p:nvPr>
        </p:nvSpPr>
        <p:spPr>
          <a:xfrm>
            <a:off x="2365776" y="1763686"/>
            <a:ext cx="19782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99" name="Google Shape;299;p25"/>
          <p:cNvSpPr txBox="1"/>
          <p:nvPr>
            <p:ph idx="2" type="title"/>
          </p:nvPr>
        </p:nvSpPr>
        <p:spPr>
          <a:xfrm>
            <a:off x="5721657" y="1552266"/>
            <a:ext cx="1978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00" name="Google Shape;300;p25"/>
          <p:cNvSpPr txBox="1"/>
          <p:nvPr>
            <p:ph idx="3" type="subTitle"/>
          </p:nvPr>
        </p:nvSpPr>
        <p:spPr>
          <a:xfrm>
            <a:off x="5721657" y="1763686"/>
            <a:ext cx="19782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01" name="Google Shape;301;p25"/>
          <p:cNvSpPr txBox="1"/>
          <p:nvPr>
            <p:ph idx="4" type="title"/>
          </p:nvPr>
        </p:nvSpPr>
        <p:spPr>
          <a:xfrm>
            <a:off x="2365776" y="3077506"/>
            <a:ext cx="1975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02" name="Google Shape;302;p25"/>
          <p:cNvSpPr txBox="1"/>
          <p:nvPr>
            <p:ph idx="5" type="subTitle"/>
          </p:nvPr>
        </p:nvSpPr>
        <p:spPr>
          <a:xfrm>
            <a:off x="2365776" y="3288925"/>
            <a:ext cx="19782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03" name="Google Shape;303;p25"/>
          <p:cNvSpPr txBox="1"/>
          <p:nvPr>
            <p:ph idx="6" type="title"/>
          </p:nvPr>
        </p:nvSpPr>
        <p:spPr>
          <a:xfrm>
            <a:off x="5721657" y="3077506"/>
            <a:ext cx="1978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04" name="Google Shape;304;p25"/>
          <p:cNvSpPr txBox="1"/>
          <p:nvPr>
            <p:ph idx="7" type="subTitle"/>
          </p:nvPr>
        </p:nvSpPr>
        <p:spPr>
          <a:xfrm>
            <a:off x="5721657" y="3288925"/>
            <a:ext cx="19782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05" name="Google Shape;305;p25"/>
          <p:cNvSpPr txBox="1"/>
          <p:nvPr>
            <p:ph idx="8"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306" name="Google Shape;306;p25"/>
          <p:cNvGrpSpPr/>
          <p:nvPr/>
        </p:nvGrpSpPr>
        <p:grpSpPr>
          <a:xfrm>
            <a:off x="-2194687" y="150363"/>
            <a:ext cx="15106988" cy="7504164"/>
            <a:chOff x="-2194687" y="150363"/>
            <a:chExt cx="15106988" cy="7504164"/>
          </a:xfrm>
        </p:grpSpPr>
        <p:pic>
          <p:nvPicPr>
            <p:cNvPr id="307" name="Google Shape;307;p25"/>
            <p:cNvPicPr preferRelativeResize="0"/>
            <p:nvPr/>
          </p:nvPicPr>
          <p:blipFill>
            <a:blip r:embed="rId4">
              <a:alphaModFix/>
            </a:blip>
            <a:stretch>
              <a:fillRect/>
            </a:stretch>
          </p:blipFill>
          <p:spPr>
            <a:xfrm>
              <a:off x="8226000" y="1856363"/>
              <a:ext cx="4686300" cy="3571875"/>
            </a:xfrm>
            <a:prstGeom prst="rect">
              <a:avLst/>
            </a:prstGeom>
            <a:noFill/>
            <a:ln>
              <a:noFill/>
            </a:ln>
          </p:spPr>
        </p:pic>
        <p:pic>
          <p:nvPicPr>
            <p:cNvPr id="308" name="Google Shape;308;p25"/>
            <p:cNvPicPr preferRelativeResize="0"/>
            <p:nvPr/>
          </p:nvPicPr>
          <p:blipFill>
            <a:blip r:embed="rId4">
              <a:alphaModFix/>
            </a:blip>
            <a:stretch>
              <a:fillRect/>
            </a:stretch>
          </p:blipFill>
          <p:spPr>
            <a:xfrm rot="-5400000">
              <a:off x="-2751900" y="707575"/>
              <a:ext cx="4686300" cy="3571875"/>
            </a:xfrm>
            <a:prstGeom prst="rect">
              <a:avLst/>
            </a:prstGeom>
            <a:noFill/>
            <a:ln>
              <a:noFill/>
            </a:ln>
          </p:spPr>
        </p:pic>
        <p:pic>
          <p:nvPicPr>
            <p:cNvPr id="309" name="Google Shape;309;p25"/>
            <p:cNvPicPr preferRelativeResize="0"/>
            <p:nvPr/>
          </p:nvPicPr>
          <p:blipFill>
            <a:blip r:embed="rId5">
              <a:alphaModFix amt="80000"/>
            </a:blip>
            <a:stretch>
              <a:fillRect/>
            </a:stretch>
          </p:blipFill>
          <p:spPr>
            <a:xfrm>
              <a:off x="252700" y="4551473"/>
              <a:ext cx="9143998" cy="3103053"/>
            </a:xfrm>
            <a:prstGeom prst="rect">
              <a:avLst/>
            </a:prstGeom>
            <a:noFill/>
            <a:ln>
              <a:noFill/>
            </a:ln>
          </p:spPr>
        </p:pic>
      </p:grpSp>
      <p:grpSp>
        <p:nvGrpSpPr>
          <p:cNvPr id="310" name="Google Shape;310;p25"/>
          <p:cNvGrpSpPr/>
          <p:nvPr/>
        </p:nvGrpSpPr>
        <p:grpSpPr>
          <a:xfrm>
            <a:off x="181504" y="732290"/>
            <a:ext cx="9162339" cy="4045035"/>
            <a:chOff x="181504" y="732290"/>
            <a:chExt cx="9162339" cy="4045035"/>
          </a:xfrm>
        </p:grpSpPr>
        <p:pic>
          <p:nvPicPr>
            <p:cNvPr id="311" name="Google Shape;311;p25"/>
            <p:cNvPicPr preferRelativeResize="0"/>
            <p:nvPr/>
          </p:nvPicPr>
          <p:blipFill>
            <a:blip r:embed="rId6">
              <a:alphaModFix/>
            </a:blip>
            <a:stretch>
              <a:fillRect/>
            </a:stretch>
          </p:blipFill>
          <p:spPr>
            <a:xfrm flipH="1" rot="6565597">
              <a:off x="8548754" y="801774"/>
              <a:ext cx="670325" cy="738976"/>
            </a:xfrm>
            <a:prstGeom prst="rect">
              <a:avLst/>
            </a:prstGeom>
            <a:noFill/>
            <a:ln>
              <a:noFill/>
            </a:ln>
          </p:spPr>
        </p:pic>
        <p:pic>
          <p:nvPicPr>
            <p:cNvPr id="312" name="Google Shape;312;p25"/>
            <p:cNvPicPr preferRelativeResize="0"/>
            <p:nvPr/>
          </p:nvPicPr>
          <p:blipFill>
            <a:blip r:embed="rId6">
              <a:alphaModFix/>
            </a:blip>
            <a:stretch>
              <a:fillRect/>
            </a:stretch>
          </p:blipFill>
          <p:spPr>
            <a:xfrm flipH="1">
              <a:off x="181504" y="4038349"/>
              <a:ext cx="670325" cy="738976"/>
            </a:xfrm>
            <a:prstGeom prst="rect">
              <a:avLst/>
            </a:prstGeom>
            <a:noFill/>
            <a:ln>
              <a:noFill/>
            </a:ln>
          </p:spPr>
        </p:pic>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ive columns">
  <p:cSld name="CUSTOM_5_1">
    <p:spTree>
      <p:nvGrpSpPr>
        <p:cNvPr id="313" name="Shape 313"/>
        <p:cNvGrpSpPr/>
        <p:nvPr/>
      </p:nvGrpSpPr>
      <p:grpSpPr>
        <a:xfrm>
          <a:off x="0" y="0"/>
          <a:ext cx="0" cy="0"/>
          <a:chOff x="0" y="0"/>
          <a:chExt cx="0" cy="0"/>
        </a:xfrm>
      </p:grpSpPr>
      <p:pic>
        <p:nvPicPr>
          <p:cNvPr id="314" name="Google Shape;314;p26"/>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315" name="Google Shape;315;p26"/>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316" name="Google Shape;316;p26"/>
          <p:cNvSpPr txBox="1"/>
          <p:nvPr>
            <p:ph type="title"/>
          </p:nvPr>
        </p:nvSpPr>
        <p:spPr>
          <a:xfrm>
            <a:off x="2195915" y="1876233"/>
            <a:ext cx="21039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7" name="Google Shape;317;p26"/>
          <p:cNvSpPr txBox="1"/>
          <p:nvPr>
            <p:ph idx="1" type="subTitle"/>
          </p:nvPr>
        </p:nvSpPr>
        <p:spPr>
          <a:xfrm>
            <a:off x="2195915" y="2106241"/>
            <a:ext cx="21039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18" name="Google Shape;318;p26"/>
          <p:cNvSpPr txBox="1"/>
          <p:nvPr>
            <p:ph idx="2" type="title"/>
          </p:nvPr>
        </p:nvSpPr>
        <p:spPr>
          <a:xfrm>
            <a:off x="4844185" y="1876233"/>
            <a:ext cx="21039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9" name="Google Shape;319;p26"/>
          <p:cNvSpPr txBox="1"/>
          <p:nvPr>
            <p:ph idx="3" type="subTitle"/>
          </p:nvPr>
        </p:nvSpPr>
        <p:spPr>
          <a:xfrm>
            <a:off x="4844185" y="2106241"/>
            <a:ext cx="21039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20" name="Google Shape;320;p26"/>
          <p:cNvSpPr txBox="1"/>
          <p:nvPr>
            <p:ph idx="4" type="title"/>
          </p:nvPr>
        </p:nvSpPr>
        <p:spPr>
          <a:xfrm>
            <a:off x="873891" y="3634939"/>
            <a:ext cx="21009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21" name="Google Shape;321;p26"/>
          <p:cNvSpPr txBox="1"/>
          <p:nvPr>
            <p:ph idx="5" type="subTitle"/>
          </p:nvPr>
        </p:nvSpPr>
        <p:spPr>
          <a:xfrm>
            <a:off x="872391" y="3864947"/>
            <a:ext cx="21039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22" name="Google Shape;322;p26"/>
          <p:cNvSpPr txBox="1"/>
          <p:nvPr>
            <p:ph idx="6" type="title"/>
          </p:nvPr>
        </p:nvSpPr>
        <p:spPr>
          <a:xfrm>
            <a:off x="3519569" y="3634939"/>
            <a:ext cx="21039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23" name="Google Shape;323;p26"/>
          <p:cNvSpPr txBox="1"/>
          <p:nvPr>
            <p:ph idx="7" type="subTitle"/>
          </p:nvPr>
        </p:nvSpPr>
        <p:spPr>
          <a:xfrm>
            <a:off x="3519569" y="3864947"/>
            <a:ext cx="21039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24" name="Google Shape;324;p26"/>
          <p:cNvSpPr txBox="1"/>
          <p:nvPr>
            <p:ph idx="8"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325" name="Google Shape;325;p26"/>
          <p:cNvSpPr txBox="1"/>
          <p:nvPr>
            <p:ph idx="9" type="title"/>
          </p:nvPr>
        </p:nvSpPr>
        <p:spPr>
          <a:xfrm>
            <a:off x="6167709" y="3634939"/>
            <a:ext cx="21039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26" name="Google Shape;326;p26"/>
          <p:cNvSpPr txBox="1"/>
          <p:nvPr>
            <p:ph idx="13" type="subTitle"/>
          </p:nvPr>
        </p:nvSpPr>
        <p:spPr>
          <a:xfrm>
            <a:off x="6167709" y="3864947"/>
            <a:ext cx="21039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grpSp>
        <p:nvGrpSpPr>
          <p:cNvPr id="327" name="Google Shape;327;p26"/>
          <p:cNvGrpSpPr/>
          <p:nvPr/>
        </p:nvGrpSpPr>
        <p:grpSpPr>
          <a:xfrm>
            <a:off x="-3573325" y="-2269912"/>
            <a:ext cx="16145771" cy="13344046"/>
            <a:chOff x="-3573325" y="-2269912"/>
            <a:chExt cx="16145771" cy="13344046"/>
          </a:xfrm>
        </p:grpSpPr>
        <p:pic>
          <p:nvPicPr>
            <p:cNvPr id="328" name="Google Shape;328;p26"/>
            <p:cNvPicPr preferRelativeResize="0"/>
            <p:nvPr/>
          </p:nvPicPr>
          <p:blipFill>
            <a:blip r:embed="rId4">
              <a:alphaModFix amt="80000"/>
            </a:blip>
            <a:stretch>
              <a:fillRect/>
            </a:stretch>
          </p:blipFill>
          <p:spPr>
            <a:xfrm rot="-3980224">
              <a:off x="4744375" y="4712298"/>
              <a:ext cx="9143996" cy="3103053"/>
            </a:xfrm>
            <a:prstGeom prst="rect">
              <a:avLst/>
            </a:prstGeom>
            <a:noFill/>
            <a:ln>
              <a:noFill/>
            </a:ln>
          </p:spPr>
        </p:pic>
        <p:pic>
          <p:nvPicPr>
            <p:cNvPr id="329" name="Google Shape;329;p26"/>
            <p:cNvPicPr preferRelativeResize="0"/>
            <p:nvPr/>
          </p:nvPicPr>
          <p:blipFill>
            <a:blip r:embed="rId5">
              <a:alphaModFix/>
            </a:blip>
            <a:stretch>
              <a:fillRect/>
            </a:stretch>
          </p:blipFill>
          <p:spPr>
            <a:xfrm>
              <a:off x="6811975" y="-2269912"/>
              <a:ext cx="4686300" cy="3571875"/>
            </a:xfrm>
            <a:prstGeom prst="rect">
              <a:avLst/>
            </a:prstGeom>
            <a:noFill/>
            <a:ln>
              <a:noFill/>
            </a:ln>
          </p:spPr>
        </p:pic>
        <p:pic>
          <p:nvPicPr>
            <p:cNvPr id="330" name="Google Shape;330;p26"/>
            <p:cNvPicPr preferRelativeResize="0"/>
            <p:nvPr/>
          </p:nvPicPr>
          <p:blipFill>
            <a:blip r:embed="rId5">
              <a:alphaModFix/>
            </a:blip>
            <a:stretch>
              <a:fillRect/>
            </a:stretch>
          </p:blipFill>
          <p:spPr>
            <a:xfrm>
              <a:off x="-3573325" y="-1370462"/>
              <a:ext cx="4686300" cy="3571875"/>
            </a:xfrm>
            <a:prstGeom prst="rect">
              <a:avLst/>
            </a:prstGeom>
            <a:noFill/>
            <a:ln>
              <a:noFill/>
            </a:ln>
          </p:spPr>
        </p:pic>
      </p:grpSp>
      <p:grpSp>
        <p:nvGrpSpPr>
          <p:cNvPr id="331" name="Google Shape;331;p26"/>
          <p:cNvGrpSpPr/>
          <p:nvPr/>
        </p:nvGrpSpPr>
        <p:grpSpPr>
          <a:xfrm>
            <a:off x="181498" y="281548"/>
            <a:ext cx="8912831" cy="2373415"/>
            <a:chOff x="181498" y="281548"/>
            <a:chExt cx="8912831" cy="2373415"/>
          </a:xfrm>
        </p:grpSpPr>
        <p:pic>
          <p:nvPicPr>
            <p:cNvPr id="332" name="Google Shape;332;p26"/>
            <p:cNvPicPr preferRelativeResize="0"/>
            <p:nvPr/>
          </p:nvPicPr>
          <p:blipFill>
            <a:blip r:embed="rId6">
              <a:alphaModFix/>
            </a:blip>
            <a:stretch>
              <a:fillRect/>
            </a:stretch>
          </p:blipFill>
          <p:spPr>
            <a:xfrm flipH="1">
              <a:off x="181498" y="281548"/>
              <a:ext cx="538500" cy="907450"/>
            </a:xfrm>
            <a:prstGeom prst="rect">
              <a:avLst/>
            </a:prstGeom>
            <a:noFill/>
            <a:ln>
              <a:noFill/>
            </a:ln>
          </p:spPr>
        </p:pic>
        <p:pic>
          <p:nvPicPr>
            <p:cNvPr id="333" name="Google Shape;333;p26"/>
            <p:cNvPicPr preferRelativeResize="0"/>
            <p:nvPr/>
          </p:nvPicPr>
          <p:blipFill>
            <a:blip r:embed="rId7">
              <a:alphaModFix/>
            </a:blip>
            <a:stretch>
              <a:fillRect/>
            </a:stretch>
          </p:blipFill>
          <p:spPr>
            <a:xfrm flipH="1">
              <a:off x="8424004" y="1915987"/>
              <a:ext cx="670325" cy="738976"/>
            </a:xfrm>
            <a:prstGeom prst="rect">
              <a:avLst/>
            </a:prstGeom>
            <a:noFill/>
            <a:ln>
              <a:noFill/>
            </a:ln>
          </p:spPr>
        </p:pic>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334" name="Shape 334"/>
        <p:cNvGrpSpPr/>
        <p:nvPr/>
      </p:nvGrpSpPr>
      <p:grpSpPr>
        <a:xfrm>
          <a:off x="0" y="0"/>
          <a:ext cx="0" cy="0"/>
          <a:chOff x="0" y="0"/>
          <a:chExt cx="0" cy="0"/>
        </a:xfrm>
      </p:grpSpPr>
      <p:pic>
        <p:nvPicPr>
          <p:cNvPr id="335" name="Google Shape;335;p27"/>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336" name="Google Shape;336;p27"/>
          <p:cNvPicPr preferRelativeResize="0"/>
          <p:nvPr/>
        </p:nvPicPr>
        <p:blipFill rotWithShape="1">
          <a:blip r:embed="rId3">
            <a:alphaModFix amt="60000"/>
          </a:blip>
          <a:srcRect b="36660" l="14670" r="-14670" t="-36660"/>
          <a:stretch/>
        </p:blipFill>
        <p:spPr>
          <a:xfrm flipH="1">
            <a:off x="0" y="0"/>
            <a:ext cx="9144000" cy="5143500"/>
          </a:xfrm>
          <a:prstGeom prst="rect">
            <a:avLst/>
          </a:prstGeom>
          <a:noFill/>
          <a:ln>
            <a:noFill/>
          </a:ln>
        </p:spPr>
      </p:pic>
      <p:grpSp>
        <p:nvGrpSpPr>
          <p:cNvPr id="337" name="Google Shape;337;p27"/>
          <p:cNvGrpSpPr/>
          <p:nvPr/>
        </p:nvGrpSpPr>
        <p:grpSpPr>
          <a:xfrm>
            <a:off x="211604" y="1252448"/>
            <a:ext cx="8828193" cy="3716477"/>
            <a:chOff x="211604" y="1252448"/>
            <a:chExt cx="8828193" cy="3716477"/>
          </a:xfrm>
        </p:grpSpPr>
        <p:pic>
          <p:nvPicPr>
            <p:cNvPr id="338" name="Google Shape;338;p27"/>
            <p:cNvPicPr preferRelativeResize="0"/>
            <p:nvPr/>
          </p:nvPicPr>
          <p:blipFill>
            <a:blip r:embed="rId4">
              <a:alphaModFix/>
            </a:blip>
            <a:stretch>
              <a:fillRect/>
            </a:stretch>
          </p:blipFill>
          <p:spPr>
            <a:xfrm flipH="1">
              <a:off x="8501298" y="1252448"/>
              <a:ext cx="538500" cy="907450"/>
            </a:xfrm>
            <a:prstGeom prst="rect">
              <a:avLst/>
            </a:prstGeom>
            <a:noFill/>
            <a:ln>
              <a:noFill/>
            </a:ln>
          </p:spPr>
        </p:pic>
        <p:pic>
          <p:nvPicPr>
            <p:cNvPr id="339" name="Google Shape;339;p27"/>
            <p:cNvPicPr preferRelativeResize="0"/>
            <p:nvPr/>
          </p:nvPicPr>
          <p:blipFill>
            <a:blip r:embed="rId5">
              <a:alphaModFix/>
            </a:blip>
            <a:stretch>
              <a:fillRect/>
            </a:stretch>
          </p:blipFill>
          <p:spPr>
            <a:xfrm flipH="1">
              <a:off x="211604" y="4229949"/>
              <a:ext cx="670325" cy="738976"/>
            </a:xfrm>
            <a:prstGeom prst="rect">
              <a:avLst/>
            </a:prstGeom>
            <a:noFill/>
            <a:ln>
              <a:noFill/>
            </a:ln>
          </p:spPr>
        </p:pic>
      </p:grpSp>
      <p:sp>
        <p:nvSpPr>
          <p:cNvPr id="340" name="Google Shape;340;p27"/>
          <p:cNvSpPr txBox="1"/>
          <p:nvPr>
            <p:ph type="title"/>
          </p:nvPr>
        </p:nvSpPr>
        <p:spPr>
          <a:xfrm>
            <a:off x="2322792" y="1222780"/>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41" name="Google Shape;341;p27"/>
          <p:cNvSpPr txBox="1"/>
          <p:nvPr>
            <p:ph idx="1" type="subTitle"/>
          </p:nvPr>
        </p:nvSpPr>
        <p:spPr>
          <a:xfrm>
            <a:off x="2322792" y="1431819"/>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42" name="Google Shape;342;p27"/>
          <p:cNvSpPr txBox="1"/>
          <p:nvPr>
            <p:ph idx="2" type="title"/>
          </p:nvPr>
        </p:nvSpPr>
        <p:spPr>
          <a:xfrm>
            <a:off x="5749670" y="1222780"/>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43" name="Google Shape;343;p27"/>
          <p:cNvSpPr txBox="1"/>
          <p:nvPr>
            <p:ph idx="3" type="subTitle"/>
          </p:nvPr>
        </p:nvSpPr>
        <p:spPr>
          <a:xfrm>
            <a:off x="5749670" y="1431819"/>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44" name="Google Shape;344;p27"/>
          <p:cNvSpPr txBox="1"/>
          <p:nvPr>
            <p:ph idx="4" type="title"/>
          </p:nvPr>
        </p:nvSpPr>
        <p:spPr>
          <a:xfrm>
            <a:off x="2322792" y="2395110"/>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45" name="Google Shape;345;p27"/>
          <p:cNvSpPr txBox="1"/>
          <p:nvPr>
            <p:ph idx="5" type="subTitle"/>
          </p:nvPr>
        </p:nvSpPr>
        <p:spPr>
          <a:xfrm>
            <a:off x="2322792" y="2604148"/>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46" name="Google Shape;346;p27"/>
          <p:cNvSpPr txBox="1"/>
          <p:nvPr>
            <p:ph idx="6" type="title"/>
          </p:nvPr>
        </p:nvSpPr>
        <p:spPr>
          <a:xfrm>
            <a:off x="5749670" y="2395110"/>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47" name="Google Shape;347;p27"/>
          <p:cNvSpPr txBox="1"/>
          <p:nvPr>
            <p:ph idx="7" type="subTitle"/>
          </p:nvPr>
        </p:nvSpPr>
        <p:spPr>
          <a:xfrm>
            <a:off x="5749670" y="2604148"/>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48" name="Google Shape;348;p27"/>
          <p:cNvSpPr txBox="1"/>
          <p:nvPr>
            <p:ph idx="8" type="title"/>
          </p:nvPr>
        </p:nvSpPr>
        <p:spPr>
          <a:xfrm>
            <a:off x="5749670" y="3574684"/>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49" name="Google Shape;349;p27"/>
          <p:cNvSpPr txBox="1"/>
          <p:nvPr>
            <p:ph idx="9" type="subTitle"/>
          </p:nvPr>
        </p:nvSpPr>
        <p:spPr>
          <a:xfrm>
            <a:off x="5749670" y="3783722"/>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50" name="Google Shape;350;p27"/>
          <p:cNvSpPr txBox="1"/>
          <p:nvPr>
            <p:ph idx="13" type="title"/>
          </p:nvPr>
        </p:nvSpPr>
        <p:spPr>
          <a:xfrm>
            <a:off x="2322792" y="3574684"/>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51" name="Google Shape;351;p27"/>
          <p:cNvSpPr txBox="1"/>
          <p:nvPr>
            <p:ph idx="14" type="subTitle"/>
          </p:nvPr>
        </p:nvSpPr>
        <p:spPr>
          <a:xfrm>
            <a:off x="2322792" y="3783722"/>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52" name="Google Shape;352;p27"/>
          <p:cNvSpPr txBox="1"/>
          <p:nvPr>
            <p:ph idx="15"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353" name="Google Shape;353;p27"/>
          <p:cNvGrpSpPr/>
          <p:nvPr/>
        </p:nvGrpSpPr>
        <p:grpSpPr>
          <a:xfrm>
            <a:off x="-3375033" y="-3181631"/>
            <a:ext cx="16688659" cy="10432794"/>
            <a:chOff x="-3375033" y="-3181631"/>
            <a:chExt cx="16688659" cy="10432794"/>
          </a:xfrm>
        </p:grpSpPr>
        <p:pic>
          <p:nvPicPr>
            <p:cNvPr id="354" name="Google Shape;354;p27"/>
            <p:cNvPicPr preferRelativeResize="0"/>
            <p:nvPr/>
          </p:nvPicPr>
          <p:blipFill>
            <a:blip r:embed="rId6">
              <a:alphaModFix/>
            </a:blip>
            <a:stretch>
              <a:fillRect/>
            </a:stretch>
          </p:blipFill>
          <p:spPr>
            <a:xfrm flipH="1" rot="10800000">
              <a:off x="7046450" y="3679288"/>
              <a:ext cx="4686300" cy="3571875"/>
            </a:xfrm>
            <a:prstGeom prst="rect">
              <a:avLst/>
            </a:prstGeom>
            <a:noFill/>
            <a:ln>
              <a:noFill/>
            </a:ln>
          </p:spPr>
        </p:pic>
        <p:pic>
          <p:nvPicPr>
            <p:cNvPr id="355" name="Google Shape;355;p27"/>
            <p:cNvPicPr preferRelativeResize="0"/>
            <p:nvPr/>
          </p:nvPicPr>
          <p:blipFill>
            <a:blip r:embed="rId6">
              <a:alphaModFix/>
            </a:blip>
            <a:stretch>
              <a:fillRect/>
            </a:stretch>
          </p:blipFill>
          <p:spPr>
            <a:xfrm rot="5995862">
              <a:off x="-3554900" y="2166987"/>
              <a:ext cx="4686300" cy="3571875"/>
            </a:xfrm>
            <a:prstGeom prst="rect">
              <a:avLst/>
            </a:prstGeom>
            <a:noFill/>
            <a:ln>
              <a:noFill/>
            </a:ln>
          </p:spPr>
        </p:pic>
        <p:pic>
          <p:nvPicPr>
            <p:cNvPr id="356" name="Google Shape;356;p27"/>
            <p:cNvPicPr preferRelativeResize="0"/>
            <p:nvPr/>
          </p:nvPicPr>
          <p:blipFill>
            <a:blip r:embed="rId7">
              <a:alphaModFix amt="80000"/>
            </a:blip>
            <a:stretch>
              <a:fillRect/>
            </a:stretch>
          </p:blipFill>
          <p:spPr>
            <a:xfrm rot="-9900000">
              <a:off x="3923848" y="-2051178"/>
              <a:ext cx="9144000" cy="3103054"/>
            </a:xfrm>
            <a:prstGeom prst="rect">
              <a:avLst/>
            </a:prstGeom>
            <a:noFill/>
            <a:ln>
              <a:noFill/>
            </a:ln>
          </p:spPr>
        </p:pic>
      </p:gr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1">
  <p:cSld name="CUSTOM_7_1">
    <p:spTree>
      <p:nvGrpSpPr>
        <p:cNvPr id="357" name="Shape 357"/>
        <p:cNvGrpSpPr/>
        <p:nvPr/>
      </p:nvGrpSpPr>
      <p:grpSpPr>
        <a:xfrm>
          <a:off x="0" y="0"/>
          <a:ext cx="0" cy="0"/>
          <a:chOff x="0" y="0"/>
          <a:chExt cx="0" cy="0"/>
        </a:xfrm>
      </p:grpSpPr>
      <p:pic>
        <p:nvPicPr>
          <p:cNvPr id="358" name="Google Shape;358;p28"/>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359" name="Google Shape;359;p28"/>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360" name="Google Shape;360;p28"/>
          <p:cNvSpPr txBox="1"/>
          <p:nvPr>
            <p:ph type="title"/>
          </p:nvPr>
        </p:nvSpPr>
        <p:spPr>
          <a:xfrm>
            <a:off x="1252037" y="2006021"/>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61" name="Google Shape;361;p28"/>
          <p:cNvSpPr txBox="1"/>
          <p:nvPr>
            <p:ph idx="1" type="subTitle"/>
          </p:nvPr>
        </p:nvSpPr>
        <p:spPr>
          <a:xfrm>
            <a:off x="1252037" y="2240590"/>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62" name="Google Shape;362;p28"/>
          <p:cNvSpPr txBox="1"/>
          <p:nvPr>
            <p:ph idx="2" type="title"/>
          </p:nvPr>
        </p:nvSpPr>
        <p:spPr>
          <a:xfrm>
            <a:off x="3579000" y="2006021"/>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63" name="Google Shape;363;p28"/>
          <p:cNvSpPr txBox="1"/>
          <p:nvPr>
            <p:ph idx="3" type="subTitle"/>
          </p:nvPr>
        </p:nvSpPr>
        <p:spPr>
          <a:xfrm>
            <a:off x="3579000" y="2240590"/>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64" name="Google Shape;364;p28"/>
          <p:cNvSpPr txBox="1"/>
          <p:nvPr>
            <p:ph idx="4" type="title"/>
          </p:nvPr>
        </p:nvSpPr>
        <p:spPr>
          <a:xfrm>
            <a:off x="1252037" y="3862280"/>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65" name="Google Shape;365;p28"/>
          <p:cNvSpPr txBox="1"/>
          <p:nvPr>
            <p:ph idx="5" type="subTitle"/>
          </p:nvPr>
        </p:nvSpPr>
        <p:spPr>
          <a:xfrm>
            <a:off x="1252037" y="4107294"/>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66" name="Google Shape;366;p28"/>
          <p:cNvSpPr txBox="1"/>
          <p:nvPr>
            <p:ph idx="6" type="title"/>
          </p:nvPr>
        </p:nvSpPr>
        <p:spPr>
          <a:xfrm>
            <a:off x="3579000" y="3862280"/>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67" name="Google Shape;367;p28"/>
          <p:cNvSpPr txBox="1"/>
          <p:nvPr>
            <p:ph idx="7" type="subTitle"/>
          </p:nvPr>
        </p:nvSpPr>
        <p:spPr>
          <a:xfrm>
            <a:off x="3579000" y="4107294"/>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68" name="Google Shape;368;p28"/>
          <p:cNvSpPr txBox="1"/>
          <p:nvPr>
            <p:ph idx="8" type="title"/>
          </p:nvPr>
        </p:nvSpPr>
        <p:spPr>
          <a:xfrm>
            <a:off x="5905963" y="2006021"/>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69" name="Google Shape;369;p28"/>
          <p:cNvSpPr txBox="1"/>
          <p:nvPr>
            <p:ph idx="9" type="subTitle"/>
          </p:nvPr>
        </p:nvSpPr>
        <p:spPr>
          <a:xfrm>
            <a:off x="5905963" y="2240590"/>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70" name="Google Shape;370;p28"/>
          <p:cNvSpPr txBox="1"/>
          <p:nvPr>
            <p:ph idx="13" type="title"/>
          </p:nvPr>
        </p:nvSpPr>
        <p:spPr>
          <a:xfrm>
            <a:off x="5905963" y="3862280"/>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b="0" sz="2000">
                <a:solidFill>
                  <a:schemeClr val="lt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71" name="Google Shape;371;p28"/>
          <p:cNvSpPr txBox="1"/>
          <p:nvPr>
            <p:ph idx="14" type="subTitle"/>
          </p:nvPr>
        </p:nvSpPr>
        <p:spPr>
          <a:xfrm>
            <a:off x="5905963" y="4107294"/>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372" name="Google Shape;372;p28"/>
          <p:cNvSpPr txBox="1"/>
          <p:nvPr>
            <p:ph idx="15"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373" name="Google Shape;373;p28"/>
          <p:cNvGrpSpPr/>
          <p:nvPr/>
        </p:nvGrpSpPr>
        <p:grpSpPr>
          <a:xfrm>
            <a:off x="-2223837" y="-741900"/>
            <a:ext cx="13966600" cy="6115125"/>
            <a:chOff x="-2223837" y="-741900"/>
            <a:chExt cx="13966600" cy="6115125"/>
          </a:xfrm>
        </p:grpSpPr>
        <p:pic>
          <p:nvPicPr>
            <p:cNvPr id="374" name="Google Shape;374;p28"/>
            <p:cNvPicPr preferRelativeResize="0"/>
            <p:nvPr/>
          </p:nvPicPr>
          <p:blipFill>
            <a:blip r:embed="rId4">
              <a:alphaModFix/>
            </a:blip>
            <a:stretch>
              <a:fillRect/>
            </a:stretch>
          </p:blipFill>
          <p:spPr>
            <a:xfrm rot="-5400000">
              <a:off x="-2781050" y="1244138"/>
              <a:ext cx="4686300" cy="3571875"/>
            </a:xfrm>
            <a:prstGeom prst="rect">
              <a:avLst/>
            </a:prstGeom>
            <a:noFill/>
            <a:ln>
              <a:noFill/>
            </a:ln>
          </p:spPr>
        </p:pic>
        <p:pic>
          <p:nvPicPr>
            <p:cNvPr id="375" name="Google Shape;375;p28"/>
            <p:cNvPicPr preferRelativeResize="0"/>
            <p:nvPr/>
          </p:nvPicPr>
          <p:blipFill>
            <a:blip r:embed="rId4">
              <a:alphaModFix/>
            </a:blip>
            <a:stretch>
              <a:fillRect/>
            </a:stretch>
          </p:blipFill>
          <p:spPr>
            <a:xfrm rot="-5400000">
              <a:off x="7613675" y="-184687"/>
              <a:ext cx="4686300" cy="3571875"/>
            </a:xfrm>
            <a:prstGeom prst="rect">
              <a:avLst/>
            </a:prstGeom>
            <a:noFill/>
            <a:ln>
              <a:noFill/>
            </a:ln>
          </p:spPr>
        </p:pic>
      </p:grpSp>
      <p:grpSp>
        <p:nvGrpSpPr>
          <p:cNvPr id="376" name="Google Shape;376;p28"/>
          <p:cNvGrpSpPr/>
          <p:nvPr/>
        </p:nvGrpSpPr>
        <p:grpSpPr>
          <a:xfrm>
            <a:off x="181498" y="281548"/>
            <a:ext cx="8822431" cy="4687365"/>
            <a:chOff x="181498" y="281548"/>
            <a:chExt cx="8822431" cy="4687365"/>
          </a:xfrm>
        </p:grpSpPr>
        <p:pic>
          <p:nvPicPr>
            <p:cNvPr id="377" name="Google Shape;377;p28"/>
            <p:cNvPicPr preferRelativeResize="0"/>
            <p:nvPr/>
          </p:nvPicPr>
          <p:blipFill>
            <a:blip r:embed="rId5">
              <a:alphaModFix/>
            </a:blip>
            <a:stretch>
              <a:fillRect/>
            </a:stretch>
          </p:blipFill>
          <p:spPr>
            <a:xfrm flipH="1">
              <a:off x="8333604" y="4229937"/>
              <a:ext cx="670325" cy="738976"/>
            </a:xfrm>
            <a:prstGeom prst="rect">
              <a:avLst/>
            </a:prstGeom>
            <a:noFill/>
            <a:ln>
              <a:noFill/>
            </a:ln>
          </p:spPr>
        </p:pic>
        <p:pic>
          <p:nvPicPr>
            <p:cNvPr id="378" name="Google Shape;378;p28"/>
            <p:cNvPicPr preferRelativeResize="0"/>
            <p:nvPr/>
          </p:nvPicPr>
          <p:blipFill>
            <a:blip r:embed="rId6">
              <a:alphaModFix/>
            </a:blip>
            <a:stretch>
              <a:fillRect/>
            </a:stretch>
          </p:blipFill>
          <p:spPr>
            <a:xfrm flipH="1">
              <a:off x="181498" y="281548"/>
              <a:ext cx="538500" cy="907450"/>
            </a:xfrm>
            <a:prstGeom prst="rect">
              <a:avLst/>
            </a:prstGeom>
            <a:noFill/>
            <a:ln>
              <a:noFill/>
            </a:ln>
          </p:spPr>
        </p:pic>
      </p:gr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
    <p:spTree>
      <p:nvGrpSpPr>
        <p:cNvPr id="379" name="Shape 379"/>
        <p:cNvGrpSpPr/>
        <p:nvPr/>
      </p:nvGrpSpPr>
      <p:grpSpPr>
        <a:xfrm>
          <a:off x="0" y="0"/>
          <a:ext cx="0" cy="0"/>
          <a:chOff x="0" y="0"/>
          <a:chExt cx="0" cy="0"/>
        </a:xfrm>
      </p:grpSpPr>
      <p:pic>
        <p:nvPicPr>
          <p:cNvPr id="380" name="Google Shape;380;p29"/>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381" name="Google Shape;381;p29"/>
          <p:cNvPicPr preferRelativeResize="0"/>
          <p:nvPr/>
        </p:nvPicPr>
        <p:blipFill>
          <a:blip r:embed="rId3">
            <a:alphaModFix amt="60000"/>
          </a:blip>
          <a:stretch>
            <a:fillRect/>
          </a:stretch>
        </p:blipFill>
        <p:spPr>
          <a:xfrm flipH="1">
            <a:off x="0" y="0"/>
            <a:ext cx="9144000" cy="5143500"/>
          </a:xfrm>
          <a:prstGeom prst="rect">
            <a:avLst/>
          </a:prstGeom>
          <a:noFill/>
          <a:ln>
            <a:noFill/>
          </a:ln>
        </p:spPr>
      </p:pic>
      <p:sp>
        <p:nvSpPr>
          <p:cNvPr id="382" name="Google Shape;382;p29"/>
          <p:cNvSpPr txBox="1"/>
          <p:nvPr>
            <p:ph hasCustomPrompt="1" type="title"/>
          </p:nvPr>
        </p:nvSpPr>
        <p:spPr>
          <a:xfrm>
            <a:off x="832163" y="577237"/>
            <a:ext cx="4198800" cy="6402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6000"/>
              <a:buNone/>
              <a:defRPr sz="45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83" name="Google Shape;383;p29"/>
          <p:cNvSpPr txBox="1"/>
          <p:nvPr>
            <p:ph idx="1" type="subTitle"/>
          </p:nvPr>
        </p:nvSpPr>
        <p:spPr>
          <a:xfrm>
            <a:off x="832163" y="1462744"/>
            <a:ext cx="4198800" cy="3657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sz="16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384" name="Google Shape;384;p29"/>
          <p:cNvSpPr txBox="1"/>
          <p:nvPr>
            <p:ph hasCustomPrompt="1" idx="2" type="title"/>
          </p:nvPr>
        </p:nvSpPr>
        <p:spPr>
          <a:xfrm>
            <a:off x="832163" y="1948059"/>
            <a:ext cx="4198800" cy="6402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6000"/>
              <a:buNone/>
              <a:defRPr sz="45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85" name="Google Shape;385;p29"/>
          <p:cNvSpPr txBox="1"/>
          <p:nvPr>
            <p:ph idx="3" type="subTitle"/>
          </p:nvPr>
        </p:nvSpPr>
        <p:spPr>
          <a:xfrm>
            <a:off x="832163" y="2841804"/>
            <a:ext cx="4198800" cy="3657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sz="16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386" name="Google Shape;386;p29"/>
          <p:cNvSpPr txBox="1"/>
          <p:nvPr>
            <p:ph hasCustomPrompt="1" idx="4" type="title"/>
          </p:nvPr>
        </p:nvSpPr>
        <p:spPr>
          <a:xfrm>
            <a:off x="832163" y="3314108"/>
            <a:ext cx="4198800" cy="6402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6000"/>
              <a:buNone/>
              <a:defRPr sz="45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87" name="Google Shape;387;p29"/>
          <p:cNvSpPr txBox="1"/>
          <p:nvPr>
            <p:ph idx="5" type="subTitle"/>
          </p:nvPr>
        </p:nvSpPr>
        <p:spPr>
          <a:xfrm>
            <a:off x="832163" y="4200563"/>
            <a:ext cx="4198800" cy="3657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sz="16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388" name="Google Shape;388;p29"/>
          <p:cNvSpPr/>
          <p:nvPr>
            <p:ph idx="6" type="pic"/>
          </p:nvPr>
        </p:nvSpPr>
        <p:spPr>
          <a:xfrm>
            <a:off x="5553164" y="882800"/>
            <a:ext cx="2877600" cy="42837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sp>
      <p:grpSp>
        <p:nvGrpSpPr>
          <p:cNvPr id="389" name="Google Shape;389;p29"/>
          <p:cNvGrpSpPr/>
          <p:nvPr/>
        </p:nvGrpSpPr>
        <p:grpSpPr>
          <a:xfrm>
            <a:off x="-3006100" y="-2436777"/>
            <a:ext cx="15597675" cy="4832565"/>
            <a:chOff x="-3006100" y="-2436777"/>
            <a:chExt cx="15597675" cy="4832565"/>
          </a:xfrm>
        </p:grpSpPr>
        <p:pic>
          <p:nvPicPr>
            <p:cNvPr id="390" name="Google Shape;390;p29"/>
            <p:cNvPicPr preferRelativeResize="0"/>
            <p:nvPr/>
          </p:nvPicPr>
          <p:blipFill>
            <a:blip r:embed="rId4">
              <a:alphaModFix/>
            </a:blip>
            <a:stretch>
              <a:fillRect/>
            </a:stretch>
          </p:blipFill>
          <p:spPr>
            <a:xfrm>
              <a:off x="7905275" y="-1176087"/>
              <a:ext cx="4686300" cy="3571875"/>
            </a:xfrm>
            <a:prstGeom prst="rect">
              <a:avLst/>
            </a:prstGeom>
            <a:noFill/>
            <a:ln>
              <a:noFill/>
            </a:ln>
          </p:spPr>
        </p:pic>
        <p:pic>
          <p:nvPicPr>
            <p:cNvPr id="391" name="Google Shape;391;p29"/>
            <p:cNvPicPr preferRelativeResize="0"/>
            <p:nvPr/>
          </p:nvPicPr>
          <p:blipFill>
            <a:blip r:embed="rId5">
              <a:alphaModFix amt="80000"/>
            </a:blip>
            <a:stretch>
              <a:fillRect/>
            </a:stretch>
          </p:blipFill>
          <p:spPr>
            <a:xfrm>
              <a:off x="-3006100" y="-2436777"/>
              <a:ext cx="9143998" cy="3103054"/>
            </a:xfrm>
            <a:prstGeom prst="rect">
              <a:avLst/>
            </a:prstGeom>
            <a:noFill/>
            <a:ln>
              <a:noFill/>
            </a:ln>
          </p:spPr>
        </p:pic>
      </p:grpSp>
      <p:grpSp>
        <p:nvGrpSpPr>
          <p:cNvPr id="392" name="Google Shape;392;p29"/>
          <p:cNvGrpSpPr/>
          <p:nvPr/>
        </p:nvGrpSpPr>
        <p:grpSpPr>
          <a:xfrm>
            <a:off x="-677210" y="183236"/>
            <a:ext cx="9854435" cy="5377732"/>
            <a:chOff x="-677210" y="183236"/>
            <a:chExt cx="9854435" cy="5377732"/>
          </a:xfrm>
        </p:grpSpPr>
        <p:pic>
          <p:nvPicPr>
            <p:cNvPr id="393" name="Google Shape;393;p29"/>
            <p:cNvPicPr preferRelativeResize="0"/>
            <p:nvPr/>
          </p:nvPicPr>
          <p:blipFill>
            <a:blip r:embed="rId6">
              <a:alphaModFix/>
            </a:blip>
            <a:stretch>
              <a:fillRect/>
            </a:stretch>
          </p:blipFill>
          <p:spPr>
            <a:xfrm>
              <a:off x="8321231" y="4141544"/>
              <a:ext cx="842325" cy="1419425"/>
            </a:xfrm>
            <a:prstGeom prst="rect">
              <a:avLst/>
            </a:prstGeom>
            <a:noFill/>
            <a:ln>
              <a:noFill/>
            </a:ln>
          </p:spPr>
        </p:pic>
        <p:pic>
          <p:nvPicPr>
            <p:cNvPr id="394" name="Google Shape;394;p29"/>
            <p:cNvPicPr preferRelativeResize="0"/>
            <p:nvPr/>
          </p:nvPicPr>
          <p:blipFill>
            <a:blip r:embed="rId6">
              <a:alphaModFix/>
            </a:blip>
            <a:stretch>
              <a:fillRect/>
            </a:stretch>
          </p:blipFill>
          <p:spPr>
            <a:xfrm rot="7965888">
              <a:off x="8515472" y="227078"/>
              <a:ext cx="453855" cy="764816"/>
            </a:xfrm>
            <a:prstGeom prst="rect">
              <a:avLst/>
            </a:prstGeom>
            <a:noFill/>
            <a:ln>
              <a:noFill/>
            </a:ln>
          </p:spPr>
        </p:pic>
        <p:pic>
          <p:nvPicPr>
            <p:cNvPr id="395" name="Google Shape;395;p29"/>
            <p:cNvPicPr preferRelativeResize="0"/>
            <p:nvPr/>
          </p:nvPicPr>
          <p:blipFill>
            <a:blip r:embed="rId7">
              <a:alphaModFix/>
            </a:blip>
            <a:stretch>
              <a:fillRect/>
            </a:stretch>
          </p:blipFill>
          <p:spPr>
            <a:xfrm flipH="1" rot="-9877889">
              <a:off x="-543264" y="1153573"/>
              <a:ext cx="1044775" cy="1151776"/>
            </a:xfrm>
            <a:prstGeom prst="rect">
              <a:avLst/>
            </a:prstGeom>
            <a:noFill/>
            <a:ln>
              <a:noFill/>
            </a:ln>
          </p:spPr>
        </p:pic>
      </p:grpSp>
      <p:pic>
        <p:nvPicPr>
          <p:cNvPr id="396" name="Google Shape;396;p29"/>
          <p:cNvPicPr preferRelativeResize="0"/>
          <p:nvPr/>
        </p:nvPicPr>
        <p:blipFill>
          <a:blip r:embed="rId4">
            <a:alphaModFix/>
          </a:blip>
          <a:stretch>
            <a:fillRect/>
          </a:stretch>
        </p:blipFill>
        <p:spPr>
          <a:xfrm>
            <a:off x="-2753375" y="3125063"/>
            <a:ext cx="4686300" cy="3571875"/>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1">
  <p:cSld name="CUSTOM_8_1">
    <p:spTree>
      <p:nvGrpSpPr>
        <p:cNvPr id="397" name="Shape 397"/>
        <p:cNvGrpSpPr/>
        <p:nvPr/>
      </p:nvGrpSpPr>
      <p:grpSpPr>
        <a:xfrm>
          <a:off x="0" y="0"/>
          <a:ext cx="0" cy="0"/>
          <a:chOff x="0" y="0"/>
          <a:chExt cx="0" cy="0"/>
        </a:xfrm>
      </p:grpSpPr>
      <p:pic>
        <p:nvPicPr>
          <p:cNvPr id="398" name="Google Shape;398;p30"/>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sp>
        <p:nvSpPr>
          <p:cNvPr id="399" name="Google Shape;399;p30"/>
          <p:cNvSpPr txBox="1"/>
          <p:nvPr>
            <p:ph type="title"/>
          </p:nvPr>
        </p:nvSpPr>
        <p:spPr>
          <a:xfrm>
            <a:off x="1280481" y="2919900"/>
            <a:ext cx="29463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b="0" sz="2000">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00" name="Google Shape;400;p30"/>
          <p:cNvSpPr txBox="1"/>
          <p:nvPr>
            <p:ph idx="2" type="title"/>
          </p:nvPr>
        </p:nvSpPr>
        <p:spPr>
          <a:xfrm>
            <a:off x="4917219" y="2919900"/>
            <a:ext cx="29463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b="0" sz="2000">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01" name="Google Shape;401;p30"/>
          <p:cNvSpPr txBox="1"/>
          <p:nvPr>
            <p:ph hasCustomPrompt="1" idx="3" type="title"/>
          </p:nvPr>
        </p:nvSpPr>
        <p:spPr>
          <a:xfrm>
            <a:off x="2374131" y="1591321"/>
            <a:ext cx="759000" cy="759000"/>
          </a:xfrm>
          <a:prstGeom prst="rect">
            <a:avLst/>
          </a:prstGeom>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spcBef>
                <a:spcPts val="0"/>
              </a:spcBef>
              <a:spcAft>
                <a:spcPts val="0"/>
              </a:spcAft>
              <a:buSzPts val="6000"/>
              <a:buNone/>
              <a:defRPr sz="15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402" name="Google Shape;402;p30"/>
          <p:cNvSpPr txBox="1"/>
          <p:nvPr>
            <p:ph idx="1" type="subTitle"/>
          </p:nvPr>
        </p:nvSpPr>
        <p:spPr>
          <a:xfrm>
            <a:off x="1281381" y="3134204"/>
            <a:ext cx="2944500" cy="914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403" name="Google Shape;403;p30"/>
          <p:cNvSpPr txBox="1"/>
          <p:nvPr>
            <p:ph hasCustomPrompt="1" idx="4" type="title"/>
          </p:nvPr>
        </p:nvSpPr>
        <p:spPr>
          <a:xfrm>
            <a:off x="6010869" y="1591321"/>
            <a:ext cx="759000" cy="759000"/>
          </a:xfrm>
          <a:prstGeom prst="rect">
            <a:avLst/>
          </a:prstGeom>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spcBef>
                <a:spcPts val="0"/>
              </a:spcBef>
              <a:spcAft>
                <a:spcPts val="0"/>
              </a:spcAft>
              <a:buSzPts val="6000"/>
              <a:buNone/>
              <a:defRPr sz="15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404" name="Google Shape;404;p30"/>
          <p:cNvSpPr txBox="1"/>
          <p:nvPr>
            <p:ph idx="5" type="subTitle"/>
          </p:nvPr>
        </p:nvSpPr>
        <p:spPr>
          <a:xfrm>
            <a:off x="4918119" y="3134204"/>
            <a:ext cx="2944500" cy="914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405" name="Google Shape;405;p30"/>
          <p:cNvSpPr txBox="1"/>
          <p:nvPr>
            <p:ph idx="6"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pic>
        <p:nvPicPr>
          <p:cNvPr id="406" name="Google Shape;406;p30"/>
          <p:cNvPicPr preferRelativeResize="0"/>
          <p:nvPr/>
        </p:nvPicPr>
        <p:blipFill>
          <a:blip r:embed="rId3">
            <a:alphaModFix amt="60000"/>
          </a:blip>
          <a:stretch>
            <a:fillRect/>
          </a:stretch>
        </p:blipFill>
        <p:spPr>
          <a:xfrm>
            <a:off x="0" y="0"/>
            <a:ext cx="9144000" cy="5143500"/>
          </a:xfrm>
          <a:prstGeom prst="rect">
            <a:avLst/>
          </a:prstGeom>
          <a:noFill/>
          <a:ln>
            <a:noFill/>
          </a:ln>
        </p:spPr>
      </p:pic>
      <p:grpSp>
        <p:nvGrpSpPr>
          <p:cNvPr id="407" name="Google Shape;407;p30"/>
          <p:cNvGrpSpPr/>
          <p:nvPr/>
        </p:nvGrpSpPr>
        <p:grpSpPr>
          <a:xfrm>
            <a:off x="-2437637" y="228600"/>
            <a:ext cx="14433500" cy="4870975"/>
            <a:chOff x="-2437637" y="228600"/>
            <a:chExt cx="14433500" cy="4870975"/>
          </a:xfrm>
        </p:grpSpPr>
        <p:pic>
          <p:nvPicPr>
            <p:cNvPr id="408" name="Google Shape;408;p30"/>
            <p:cNvPicPr preferRelativeResize="0"/>
            <p:nvPr/>
          </p:nvPicPr>
          <p:blipFill>
            <a:blip r:embed="rId4">
              <a:alphaModFix/>
            </a:blip>
            <a:stretch>
              <a:fillRect/>
            </a:stretch>
          </p:blipFill>
          <p:spPr>
            <a:xfrm rot="5400000">
              <a:off x="-2994850" y="785813"/>
              <a:ext cx="4686300" cy="3571875"/>
            </a:xfrm>
            <a:prstGeom prst="rect">
              <a:avLst/>
            </a:prstGeom>
            <a:noFill/>
            <a:ln>
              <a:noFill/>
            </a:ln>
          </p:spPr>
        </p:pic>
        <p:pic>
          <p:nvPicPr>
            <p:cNvPr id="409" name="Google Shape;409;p30"/>
            <p:cNvPicPr preferRelativeResize="0"/>
            <p:nvPr/>
          </p:nvPicPr>
          <p:blipFill>
            <a:blip r:embed="rId4">
              <a:alphaModFix/>
            </a:blip>
            <a:stretch>
              <a:fillRect/>
            </a:stretch>
          </p:blipFill>
          <p:spPr>
            <a:xfrm rot="-5400000">
              <a:off x="7866775" y="970488"/>
              <a:ext cx="4686300" cy="3571875"/>
            </a:xfrm>
            <a:prstGeom prst="rect">
              <a:avLst/>
            </a:prstGeom>
            <a:noFill/>
            <a:ln>
              <a:noFill/>
            </a:ln>
          </p:spPr>
        </p:pic>
      </p:grpSp>
      <p:grpSp>
        <p:nvGrpSpPr>
          <p:cNvPr id="410" name="Google Shape;410;p30"/>
          <p:cNvGrpSpPr/>
          <p:nvPr/>
        </p:nvGrpSpPr>
        <p:grpSpPr>
          <a:xfrm>
            <a:off x="181498" y="170024"/>
            <a:ext cx="8841856" cy="4786023"/>
            <a:chOff x="181498" y="170024"/>
            <a:chExt cx="8841856" cy="4786023"/>
          </a:xfrm>
        </p:grpSpPr>
        <p:pic>
          <p:nvPicPr>
            <p:cNvPr id="411" name="Google Shape;411;p30"/>
            <p:cNvPicPr preferRelativeResize="0"/>
            <p:nvPr/>
          </p:nvPicPr>
          <p:blipFill>
            <a:blip r:embed="rId5">
              <a:alphaModFix/>
            </a:blip>
            <a:stretch>
              <a:fillRect/>
            </a:stretch>
          </p:blipFill>
          <p:spPr>
            <a:xfrm flipH="1">
              <a:off x="181498" y="4048598"/>
              <a:ext cx="538500" cy="907450"/>
            </a:xfrm>
            <a:prstGeom prst="rect">
              <a:avLst/>
            </a:prstGeom>
            <a:noFill/>
            <a:ln>
              <a:noFill/>
            </a:ln>
          </p:spPr>
        </p:pic>
        <p:pic>
          <p:nvPicPr>
            <p:cNvPr id="412" name="Google Shape;412;p30"/>
            <p:cNvPicPr preferRelativeResize="0"/>
            <p:nvPr/>
          </p:nvPicPr>
          <p:blipFill>
            <a:blip r:embed="rId6">
              <a:alphaModFix/>
            </a:blip>
            <a:stretch>
              <a:fillRect/>
            </a:stretch>
          </p:blipFill>
          <p:spPr>
            <a:xfrm flipH="1">
              <a:off x="8353029" y="170024"/>
              <a:ext cx="670325" cy="738976"/>
            </a:xfrm>
            <a:prstGeom prst="rect">
              <a:avLst/>
            </a:prstGeom>
            <a:noFill/>
            <a:ln>
              <a:noFill/>
            </a:ln>
          </p:spPr>
        </p:pic>
      </p:gr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
    <p:spTree>
      <p:nvGrpSpPr>
        <p:cNvPr id="413" name="Shape 413"/>
        <p:cNvGrpSpPr/>
        <p:nvPr/>
      </p:nvGrpSpPr>
      <p:grpSpPr>
        <a:xfrm>
          <a:off x="0" y="0"/>
          <a:ext cx="0" cy="0"/>
          <a:chOff x="0" y="0"/>
          <a:chExt cx="0" cy="0"/>
        </a:xfrm>
      </p:grpSpPr>
      <p:pic>
        <p:nvPicPr>
          <p:cNvPr id="414" name="Google Shape;414;p31"/>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415" name="Google Shape;415;p31"/>
          <p:cNvPicPr preferRelativeResize="0"/>
          <p:nvPr/>
        </p:nvPicPr>
        <p:blipFill>
          <a:blip r:embed="rId3">
            <a:alphaModFix amt="60000"/>
          </a:blip>
          <a:stretch>
            <a:fillRect/>
          </a:stretch>
        </p:blipFill>
        <p:spPr>
          <a:xfrm>
            <a:off x="0" y="0"/>
            <a:ext cx="9144000" cy="5143500"/>
          </a:xfrm>
          <a:prstGeom prst="rect">
            <a:avLst/>
          </a:prstGeom>
          <a:noFill/>
          <a:ln>
            <a:noFill/>
          </a:ln>
        </p:spPr>
      </p:pic>
      <p:sp>
        <p:nvSpPr>
          <p:cNvPr id="416" name="Google Shape;416;p31"/>
          <p:cNvSpPr txBox="1"/>
          <p:nvPr>
            <p:ph type="title"/>
          </p:nvPr>
        </p:nvSpPr>
        <p:spPr>
          <a:xfrm>
            <a:off x="724650" y="423644"/>
            <a:ext cx="4947900" cy="1097400"/>
          </a:xfrm>
          <a:prstGeom prst="rect">
            <a:avLst/>
          </a:prstGeom>
          <a:noFill/>
        </p:spPr>
        <p:txBody>
          <a:bodyPr anchorCtr="0" anchor="t" bIns="91425" lIns="91425" spcFirstLastPara="1" rIns="91425" wrap="square" tIns="91425">
            <a:noAutofit/>
          </a:bodyPr>
          <a:lstStyle>
            <a:lvl1pPr lvl="0" rtl="0" algn="l">
              <a:spcBef>
                <a:spcPts val="0"/>
              </a:spcBef>
              <a:spcAft>
                <a:spcPts val="0"/>
              </a:spcAft>
              <a:buSzPts val="3000"/>
              <a:buNone/>
              <a:defRPr sz="7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17" name="Google Shape;417;p31"/>
          <p:cNvSpPr txBox="1"/>
          <p:nvPr>
            <p:ph idx="1" type="subTitle"/>
          </p:nvPr>
        </p:nvSpPr>
        <p:spPr>
          <a:xfrm>
            <a:off x="724650" y="1770228"/>
            <a:ext cx="4951500" cy="914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p:txBody>
      </p:sp>
      <p:sp>
        <p:nvSpPr>
          <p:cNvPr id="418" name="Google Shape;418;p31"/>
          <p:cNvSpPr/>
          <p:nvPr>
            <p:ph idx="2" type="pic"/>
          </p:nvPr>
        </p:nvSpPr>
        <p:spPr>
          <a:xfrm>
            <a:off x="5553164" y="859800"/>
            <a:ext cx="2877600" cy="42837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sp>
      <p:sp>
        <p:nvSpPr>
          <p:cNvPr id="419" name="Google Shape;419;p31"/>
          <p:cNvSpPr txBox="1"/>
          <p:nvPr/>
        </p:nvSpPr>
        <p:spPr>
          <a:xfrm>
            <a:off x="724650" y="3672804"/>
            <a:ext cx="4947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lt1"/>
                </a:solidFill>
                <a:latin typeface="Gothic A1"/>
                <a:ea typeface="Gothic A1"/>
                <a:cs typeface="Gothic A1"/>
                <a:sym typeface="Gothic A1"/>
              </a:rPr>
              <a:t>CREDITS: This presentation template was created by </a:t>
            </a:r>
            <a:r>
              <a:rPr b="1" lang="en" sz="1200" u="sng">
                <a:solidFill>
                  <a:schemeClr val="lt1"/>
                </a:solidFill>
                <a:latin typeface="Gothic A1"/>
                <a:ea typeface="Gothic A1"/>
                <a:cs typeface="Gothic A1"/>
                <a:sym typeface="Gothic A1"/>
                <a:hlinkClick r:id="rId4">
                  <a:extLst>
                    <a:ext uri="{A12FA001-AC4F-418D-AE19-62706E023703}">
                      <ahyp:hlinkClr val="tx"/>
                    </a:ext>
                  </a:extLst>
                </a:hlinkClick>
              </a:rPr>
              <a:t>Slidesgo</a:t>
            </a:r>
            <a:r>
              <a:rPr lang="en" sz="1200">
                <a:solidFill>
                  <a:schemeClr val="lt1"/>
                </a:solidFill>
                <a:latin typeface="Gothic A1"/>
                <a:ea typeface="Gothic A1"/>
                <a:cs typeface="Gothic A1"/>
                <a:sym typeface="Gothic A1"/>
              </a:rPr>
              <a:t>, including icons by </a:t>
            </a:r>
            <a:r>
              <a:rPr b="1" lang="en" sz="1200" u="sng">
                <a:solidFill>
                  <a:schemeClr val="lt1"/>
                </a:solidFill>
                <a:latin typeface="Gothic A1"/>
                <a:ea typeface="Gothic A1"/>
                <a:cs typeface="Gothic A1"/>
                <a:sym typeface="Gothic A1"/>
                <a:hlinkClick r:id="rId5">
                  <a:extLst>
                    <a:ext uri="{A12FA001-AC4F-418D-AE19-62706E023703}">
                      <ahyp:hlinkClr val="tx"/>
                    </a:ext>
                  </a:extLst>
                </a:hlinkClick>
              </a:rPr>
              <a:t>Flaticon</a:t>
            </a:r>
            <a:r>
              <a:rPr lang="en" sz="1200">
                <a:solidFill>
                  <a:schemeClr val="lt1"/>
                </a:solidFill>
                <a:latin typeface="Gothic A1"/>
                <a:ea typeface="Gothic A1"/>
                <a:cs typeface="Gothic A1"/>
                <a:sym typeface="Gothic A1"/>
              </a:rPr>
              <a:t>, infographics &amp; images by </a:t>
            </a:r>
            <a:r>
              <a:rPr b="1" lang="en" sz="1200" u="sng">
                <a:solidFill>
                  <a:schemeClr val="lt1"/>
                </a:solidFill>
                <a:latin typeface="Gothic A1"/>
                <a:ea typeface="Gothic A1"/>
                <a:cs typeface="Gothic A1"/>
                <a:sym typeface="Gothic A1"/>
                <a:hlinkClick r:id="rId6">
                  <a:extLst>
                    <a:ext uri="{A12FA001-AC4F-418D-AE19-62706E023703}">
                      <ahyp:hlinkClr val="tx"/>
                    </a:ext>
                  </a:extLst>
                </a:hlinkClick>
              </a:rPr>
              <a:t>Freepik</a:t>
            </a:r>
            <a:endParaRPr b="1" sz="1200" u="sng">
              <a:solidFill>
                <a:schemeClr val="lt1"/>
              </a:solidFill>
              <a:latin typeface="Gothic A1"/>
              <a:ea typeface="Gothic A1"/>
              <a:cs typeface="Gothic A1"/>
              <a:sym typeface="Gothic A1"/>
            </a:endParaRPr>
          </a:p>
        </p:txBody>
      </p:sp>
      <p:grpSp>
        <p:nvGrpSpPr>
          <p:cNvPr id="420" name="Google Shape;420;p31"/>
          <p:cNvGrpSpPr/>
          <p:nvPr/>
        </p:nvGrpSpPr>
        <p:grpSpPr>
          <a:xfrm>
            <a:off x="-3655350" y="-1034812"/>
            <a:ext cx="15012550" cy="3793088"/>
            <a:chOff x="-3655350" y="-1034812"/>
            <a:chExt cx="15012550" cy="3793088"/>
          </a:xfrm>
        </p:grpSpPr>
        <p:pic>
          <p:nvPicPr>
            <p:cNvPr id="421" name="Google Shape;421;p31"/>
            <p:cNvPicPr preferRelativeResize="0"/>
            <p:nvPr/>
          </p:nvPicPr>
          <p:blipFill>
            <a:blip r:embed="rId7">
              <a:alphaModFix/>
            </a:blip>
            <a:stretch>
              <a:fillRect/>
            </a:stretch>
          </p:blipFill>
          <p:spPr>
            <a:xfrm>
              <a:off x="6670900" y="-813600"/>
              <a:ext cx="4686300" cy="3571875"/>
            </a:xfrm>
            <a:prstGeom prst="rect">
              <a:avLst/>
            </a:prstGeom>
            <a:noFill/>
            <a:ln>
              <a:noFill/>
            </a:ln>
          </p:spPr>
        </p:pic>
        <p:pic>
          <p:nvPicPr>
            <p:cNvPr id="422" name="Google Shape;422;p31"/>
            <p:cNvPicPr preferRelativeResize="0"/>
            <p:nvPr/>
          </p:nvPicPr>
          <p:blipFill>
            <a:blip r:embed="rId7">
              <a:alphaModFix/>
            </a:blip>
            <a:stretch>
              <a:fillRect/>
            </a:stretch>
          </p:blipFill>
          <p:spPr>
            <a:xfrm>
              <a:off x="-3655350" y="-1034812"/>
              <a:ext cx="4686300" cy="3571875"/>
            </a:xfrm>
            <a:prstGeom prst="rect">
              <a:avLst/>
            </a:prstGeom>
            <a:noFill/>
            <a:ln>
              <a:noFill/>
            </a:ln>
          </p:spPr>
        </p:pic>
      </p:grpSp>
      <p:pic>
        <p:nvPicPr>
          <p:cNvPr id="423" name="Google Shape;423;p31"/>
          <p:cNvPicPr preferRelativeResize="0"/>
          <p:nvPr/>
        </p:nvPicPr>
        <p:blipFill>
          <a:blip r:embed="rId8">
            <a:alphaModFix/>
          </a:blip>
          <a:stretch>
            <a:fillRect/>
          </a:stretch>
        </p:blipFill>
        <p:spPr>
          <a:xfrm rot="-5182648">
            <a:off x="-485889" y="4154623"/>
            <a:ext cx="1044775" cy="1151776"/>
          </a:xfrm>
          <a:prstGeom prst="rect">
            <a:avLst/>
          </a:prstGeom>
          <a:noFill/>
          <a:ln>
            <a:noFill/>
          </a:ln>
        </p:spPr>
      </p:pic>
      <p:pic>
        <p:nvPicPr>
          <p:cNvPr id="424" name="Google Shape;424;p31"/>
          <p:cNvPicPr preferRelativeResize="0"/>
          <p:nvPr/>
        </p:nvPicPr>
        <p:blipFill>
          <a:blip r:embed="rId9">
            <a:alphaModFix amt="80000"/>
          </a:blip>
          <a:stretch>
            <a:fillRect/>
          </a:stretch>
        </p:blipFill>
        <p:spPr>
          <a:xfrm flipH="1">
            <a:off x="74950" y="4598898"/>
            <a:ext cx="9143998" cy="3103053"/>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9">
    <p:spTree>
      <p:nvGrpSpPr>
        <p:cNvPr id="425" name="Shape 425"/>
        <p:cNvGrpSpPr/>
        <p:nvPr/>
      </p:nvGrpSpPr>
      <p:grpSpPr>
        <a:xfrm>
          <a:off x="0" y="0"/>
          <a:ext cx="0" cy="0"/>
          <a:chOff x="0" y="0"/>
          <a:chExt cx="0" cy="0"/>
        </a:xfrm>
      </p:grpSpPr>
      <p:pic>
        <p:nvPicPr>
          <p:cNvPr id="426" name="Google Shape;426;p32"/>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427" name="Google Shape;427;p32"/>
          <p:cNvPicPr preferRelativeResize="0"/>
          <p:nvPr/>
        </p:nvPicPr>
        <p:blipFill>
          <a:blip r:embed="rId3">
            <a:alphaModFix amt="60000"/>
          </a:blip>
          <a:stretch>
            <a:fillRect/>
          </a:stretch>
        </p:blipFill>
        <p:spPr>
          <a:xfrm flipH="1">
            <a:off x="0" y="0"/>
            <a:ext cx="9144000" cy="5143500"/>
          </a:xfrm>
          <a:prstGeom prst="rect">
            <a:avLst/>
          </a:prstGeom>
          <a:noFill/>
          <a:ln>
            <a:noFill/>
          </a:ln>
        </p:spPr>
      </p:pic>
      <p:grpSp>
        <p:nvGrpSpPr>
          <p:cNvPr id="428" name="Google Shape;428;p32"/>
          <p:cNvGrpSpPr/>
          <p:nvPr/>
        </p:nvGrpSpPr>
        <p:grpSpPr>
          <a:xfrm>
            <a:off x="-1940475" y="-1433312"/>
            <a:ext cx="13759950" cy="8322338"/>
            <a:chOff x="-1940475" y="-1433312"/>
            <a:chExt cx="13759950" cy="8322338"/>
          </a:xfrm>
        </p:grpSpPr>
        <p:pic>
          <p:nvPicPr>
            <p:cNvPr id="429" name="Google Shape;429;p32"/>
            <p:cNvPicPr preferRelativeResize="0"/>
            <p:nvPr/>
          </p:nvPicPr>
          <p:blipFill>
            <a:blip r:embed="rId4">
              <a:alphaModFix/>
            </a:blip>
            <a:stretch>
              <a:fillRect/>
            </a:stretch>
          </p:blipFill>
          <p:spPr>
            <a:xfrm>
              <a:off x="-1940475" y="3317150"/>
              <a:ext cx="4686300" cy="3571875"/>
            </a:xfrm>
            <a:prstGeom prst="rect">
              <a:avLst/>
            </a:prstGeom>
            <a:noFill/>
            <a:ln>
              <a:noFill/>
            </a:ln>
          </p:spPr>
        </p:pic>
        <p:pic>
          <p:nvPicPr>
            <p:cNvPr id="430" name="Google Shape;430;p32"/>
            <p:cNvPicPr preferRelativeResize="0"/>
            <p:nvPr/>
          </p:nvPicPr>
          <p:blipFill>
            <a:blip r:embed="rId4">
              <a:alphaModFix/>
            </a:blip>
            <a:stretch>
              <a:fillRect/>
            </a:stretch>
          </p:blipFill>
          <p:spPr>
            <a:xfrm>
              <a:off x="7133175" y="-1433312"/>
              <a:ext cx="4686300" cy="3571875"/>
            </a:xfrm>
            <a:prstGeom prst="rect">
              <a:avLst/>
            </a:prstGeom>
            <a:noFill/>
            <a:ln>
              <a:noFill/>
            </a:ln>
          </p:spPr>
        </p:pic>
      </p:grpSp>
      <p:grpSp>
        <p:nvGrpSpPr>
          <p:cNvPr id="431" name="Google Shape;431;p32"/>
          <p:cNvGrpSpPr/>
          <p:nvPr/>
        </p:nvGrpSpPr>
        <p:grpSpPr>
          <a:xfrm>
            <a:off x="191900" y="290136"/>
            <a:ext cx="9564442" cy="5728707"/>
            <a:chOff x="191900" y="290136"/>
            <a:chExt cx="9564442" cy="5728707"/>
          </a:xfrm>
        </p:grpSpPr>
        <p:pic>
          <p:nvPicPr>
            <p:cNvPr id="432" name="Google Shape;432;p32"/>
            <p:cNvPicPr preferRelativeResize="0"/>
            <p:nvPr/>
          </p:nvPicPr>
          <p:blipFill>
            <a:blip r:embed="rId5">
              <a:alphaModFix/>
            </a:blip>
            <a:stretch>
              <a:fillRect/>
            </a:stretch>
          </p:blipFill>
          <p:spPr>
            <a:xfrm>
              <a:off x="4150844" y="4599419"/>
              <a:ext cx="842325" cy="1419425"/>
            </a:xfrm>
            <a:prstGeom prst="rect">
              <a:avLst/>
            </a:prstGeom>
            <a:noFill/>
            <a:ln>
              <a:noFill/>
            </a:ln>
          </p:spPr>
        </p:pic>
        <p:pic>
          <p:nvPicPr>
            <p:cNvPr id="433" name="Google Shape;433;p32"/>
            <p:cNvPicPr preferRelativeResize="0"/>
            <p:nvPr/>
          </p:nvPicPr>
          <p:blipFill>
            <a:blip r:embed="rId5">
              <a:alphaModFix/>
            </a:blip>
            <a:stretch>
              <a:fillRect/>
            </a:stretch>
          </p:blipFill>
          <p:spPr>
            <a:xfrm rot="7965888">
              <a:off x="399797" y="333978"/>
              <a:ext cx="453855" cy="764816"/>
            </a:xfrm>
            <a:prstGeom prst="rect">
              <a:avLst/>
            </a:prstGeom>
            <a:noFill/>
            <a:ln>
              <a:noFill/>
            </a:ln>
          </p:spPr>
        </p:pic>
        <p:pic>
          <p:nvPicPr>
            <p:cNvPr id="434" name="Google Shape;434;p32"/>
            <p:cNvPicPr preferRelativeResize="0"/>
            <p:nvPr/>
          </p:nvPicPr>
          <p:blipFill>
            <a:blip r:embed="rId6">
              <a:alphaModFix/>
            </a:blip>
            <a:stretch>
              <a:fillRect/>
            </a:stretch>
          </p:blipFill>
          <p:spPr>
            <a:xfrm flipH="1" rot="5182648">
              <a:off x="8626211" y="3777898"/>
              <a:ext cx="1044775" cy="1151776"/>
            </a:xfrm>
            <a:prstGeom prst="rect">
              <a:avLst/>
            </a:prstGeom>
            <a:noFill/>
            <a:ln>
              <a:noFill/>
            </a:ln>
          </p:spPr>
        </p:pic>
      </p:gr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9_1">
    <p:spTree>
      <p:nvGrpSpPr>
        <p:cNvPr id="435" name="Shape 435"/>
        <p:cNvGrpSpPr/>
        <p:nvPr/>
      </p:nvGrpSpPr>
      <p:grpSpPr>
        <a:xfrm>
          <a:off x="0" y="0"/>
          <a:ext cx="0" cy="0"/>
          <a:chOff x="0" y="0"/>
          <a:chExt cx="0" cy="0"/>
        </a:xfrm>
      </p:grpSpPr>
      <p:pic>
        <p:nvPicPr>
          <p:cNvPr id="436" name="Google Shape;436;p33"/>
          <p:cNvPicPr preferRelativeResize="0"/>
          <p:nvPr/>
        </p:nvPicPr>
        <p:blipFill rotWithShape="1">
          <a:blip r:embed="rId2">
            <a:alphaModFix amt="60000"/>
          </a:blip>
          <a:srcRect b="0" l="0" r="0" t="0"/>
          <a:stretch/>
        </p:blipFill>
        <p:spPr>
          <a:xfrm>
            <a:off x="0" y="0"/>
            <a:ext cx="9144000" cy="5143500"/>
          </a:xfrm>
          <a:prstGeom prst="rect">
            <a:avLst/>
          </a:prstGeom>
          <a:noFill/>
          <a:ln>
            <a:noFill/>
          </a:ln>
        </p:spPr>
      </p:pic>
      <p:pic>
        <p:nvPicPr>
          <p:cNvPr id="437" name="Google Shape;437;p33"/>
          <p:cNvPicPr preferRelativeResize="0"/>
          <p:nvPr/>
        </p:nvPicPr>
        <p:blipFill>
          <a:blip r:embed="rId3">
            <a:alphaModFix amt="60000"/>
          </a:blip>
          <a:stretch>
            <a:fillRect/>
          </a:stretch>
        </p:blipFill>
        <p:spPr>
          <a:xfrm>
            <a:off x="0" y="0"/>
            <a:ext cx="9144000" cy="5143500"/>
          </a:xfrm>
          <a:prstGeom prst="rect">
            <a:avLst/>
          </a:prstGeom>
          <a:noFill/>
          <a:ln>
            <a:noFill/>
          </a:ln>
        </p:spPr>
      </p:pic>
      <p:grpSp>
        <p:nvGrpSpPr>
          <p:cNvPr id="438" name="Google Shape;438;p33"/>
          <p:cNvGrpSpPr/>
          <p:nvPr/>
        </p:nvGrpSpPr>
        <p:grpSpPr>
          <a:xfrm>
            <a:off x="-1678050" y="-1707775"/>
            <a:ext cx="13701625" cy="9230838"/>
            <a:chOff x="-1678050" y="-1707775"/>
            <a:chExt cx="13701625" cy="9230838"/>
          </a:xfrm>
        </p:grpSpPr>
        <p:pic>
          <p:nvPicPr>
            <p:cNvPr id="439" name="Google Shape;439;p33"/>
            <p:cNvPicPr preferRelativeResize="0"/>
            <p:nvPr/>
          </p:nvPicPr>
          <p:blipFill>
            <a:blip r:embed="rId4">
              <a:alphaModFix/>
            </a:blip>
            <a:stretch>
              <a:fillRect/>
            </a:stretch>
          </p:blipFill>
          <p:spPr>
            <a:xfrm>
              <a:off x="-1678050" y="-1707775"/>
              <a:ext cx="4686300" cy="3571875"/>
            </a:xfrm>
            <a:prstGeom prst="rect">
              <a:avLst/>
            </a:prstGeom>
            <a:noFill/>
            <a:ln>
              <a:noFill/>
            </a:ln>
          </p:spPr>
        </p:pic>
        <p:pic>
          <p:nvPicPr>
            <p:cNvPr id="440" name="Google Shape;440;p33"/>
            <p:cNvPicPr preferRelativeResize="0"/>
            <p:nvPr/>
          </p:nvPicPr>
          <p:blipFill>
            <a:blip r:embed="rId4">
              <a:alphaModFix/>
            </a:blip>
            <a:stretch>
              <a:fillRect/>
            </a:stretch>
          </p:blipFill>
          <p:spPr>
            <a:xfrm>
              <a:off x="7337275" y="3951188"/>
              <a:ext cx="4686300" cy="3571875"/>
            </a:xfrm>
            <a:prstGeom prst="rect">
              <a:avLst/>
            </a:prstGeom>
            <a:noFill/>
            <a:ln>
              <a:noFill/>
            </a:ln>
          </p:spPr>
        </p:pic>
      </p:grpSp>
      <p:grpSp>
        <p:nvGrpSpPr>
          <p:cNvPr id="441" name="Google Shape;441;p33"/>
          <p:cNvGrpSpPr/>
          <p:nvPr/>
        </p:nvGrpSpPr>
        <p:grpSpPr>
          <a:xfrm flipH="1" rot="10800000">
            <a:off x="-409145" y="51756"/>
            <a:ext cx="9586358" cy="5023237"/>
            <a:chOff x="-409145" y="537731"/>
            <a:chExt cx="9586358" cy="5023237"/>
          </a:xfrm>
        </p:grpSpPr>
        <p:pic>
          <p:nvPicPr>
            <p:cNvPr id="442" name="Google Shape;442;p33"/>
            <p:cNvPicPr preferRelativeResize="0"/>
            <p:nvPr/>
          </p:nvPicPr>
          <p:blipFill>
            <a:blip r:embed="rId5">
              <a:alphaModFix/>
            </a:blip>
            <a:stretch>
              <a:fillRect/>
            </a:stretch>
          </p:blipFill>
          <p:spPr>
            <a:xfrm>
              <a:off x="8321231" y="4141544"/>
              <a:ext cx="842325" cy="1419425"/>
            </a:xfrm>
            <a:prstGeom prst="rect">
              <a:avLst/>
            </a:prstGeom>
            <a:noFill/>
            <a:ln>
              <a:noFill/>
            </a:ln>
          </p:spPr>
        </p:pic>
        <p:pic>
          <p:nvPicPr>
            <p:cNvPr id="443" name="Google Shape;443;p33"/>
            <p:cNvPicPr preferRelativeResize="0"/>
            <p:nvPr/>
          </p:nvPicPr>
          <p:blipFill>
            <a:blip r:embed="rId5">
              <a:alphaModFix/>
            </a:blip>
            <a:stretch>
              <a:fillRect/>
            </a:stretch>
          </p:blipFill>
          <p:spPr>
            <a:xfrm rot="7965888">
              <a:off x="8515460" y="1325378"/>
              <a:ext cx="453855" cy="764816"/>
            </a:xfrm>
            <a:prstGeom prst="rect">
              <a:avLst/>
            </a:prstGeom>
            <a:noFill/>
            <a:ln>
              <a:noFill/>
            </a:ln>
          </p:spPr>
        </p:pic>
        <p:pic>
          <p:nvPicPr>
            <p:cNvPr id="444" name="Google Shape;444;p33"/>
            <p:cNvPicPr preferRelativeResize="0"/>
            <p:nvPr/>
          </p:nvPicPr>
          <p:blipFill>
            <a:blip r:embed="rId6">
              <a:alphaModFix/>
            </a:blip>
            <a:stretch>
              <a:fillRect/>
            </a:stretch>
          </p:blipFill>
          <p:spPr>
            <a:xfrm rot="-5182648">
              <a:off x="-323789" y="519573"/>
              <a:ext cx="1044775" cy="1151776"/>
            </a:xfrm>
            <a:prstGeom prst="rect">
              <a:avLst/>
            </a:prstGeom>
            <a:noFill/>
            <a:ln>
              <a:noFill/>
            </a:ln>
          </p:spPr>
        </p:pic>
      </p:gr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448" name="Shape 44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449" name="Shape 449"/>
        <p:cNvGrpSpPr/>
        <p:nvPr/>
      </p:nvGrpSpPr>
      <p:grpSpPr>
        <a:xfrm>
          <a:off x="0" y="0"/>
          <a:ext cx="0" cy="0"/>
          <a:chOff x="0" y="0"/>
          <a:chExt cx="0" cy="0"/>
        </a:xfrm>
      </p:grpSpPr>
      <p:sp>
        <p:nvSpPr>
          <p:cNvPr id="450" name="Google Shape;450;p36"/>
          <p:cNvSpPr txBox="1"/>
          <p:nvPr>
            <p:ph type="title"/>
          </p:nvPr>
        </p:nvSpPr>
        <p:spPr>
          <a:xfrm>
            <a:off x="716700" y="511025"/>
            <a:ext cx="77106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theme" Target="../theme/theme2.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slideLayout" Target="../slideLayouts/slideLayout34.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2"/>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7750" y="365760"/>
            <a:ext cx="7708500" cy="5487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chemeClr val="dk1"/>
              </a:buClr>
              <a:buSzPts val="3000"/>
              <a:buFont typeface="Jost Medium"/>
              <a:buNone/>
              <a:defRPr sz="3000">
                <a:solidFill>
                  <a:schemeClr val="dk1"/>
                </a:solidFill>
                <a:latin typeface="Jost Medium"/>
                <a:ea typeface="Jost Medium"/>
                <a:cs typeface="Jost Medium"/>
                <a:sym typeface="Jost Medium"/>
              </a:defRPr>
            </a:lvl1pPr>
            <a:lvl2pPr lvl="1"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2pPr>
            <a:lvl3pPr lvl="2"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3pPr>
            <a:lvl4pPr lvl="3"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4pPr>
            <a:lvl5pPr lvl="4"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5pPr>
            <a:lvl6pPr lvl="5"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6pPr>
            <a:lvl7pPr lvl="6"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7pPr>
            <a:lvl8pPr lvl="7"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8pPr>
            <a:lvl9pPr lvl="8"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9pPr>
          </a:lstStyle>
          <a:p/>
        </p:txBody>
      </p:sp>
      <p:sp>
        <p:nvSpPr>
          <p:cNvPr id="7" name="Google Shape;7;p1"/>
          <p:cNvSpPr txBox="1"/>
          <p:nvPr>
            <p:ph idx="1" type="body"/>
          </p:nvPr>
        </p:nvSpPr>
        <p:spPr>
          <a:xfrm>
            <a:off x="692700" y="1351875"/>
            <a:ext cx="7711800" cy="3247500"/>
          </a:xfrm>
          <a:prstGeom prst="rect">
            <a:avLst/>
          </a:prstGeom>
          <a:noFill/>
          <a:ln>
            <a:noFill/>
          </a:ln>
        </p:spPr>
        <p:txBody>
          <a:bodyPr anchorCtr="0" anchor="t" bIns="91425" lIns="91425" spcFirstLastPara="1" rIns="91425" wrap="square" tIns="91425">
            <a:noAutofit/>
          </a:bodyPr>
          <a:lstStyle>
            <a:lvl1pPr indent="-304800" lvl="0" marL="457200">
              <a:lnSpc>
                <a:spcPct val="100000"/>
              </a:lnSpc>
              <a:spcBef>
                <a:spcPts val="0"/>
              </a:spcBef>
              <a:spcAft>
                <a:spcPts val="0"/>
              </a:spcAft>
              <a:buClr>
                <a:schemeClr val="lt1"/>
              </a:buClr>
              <a:buSzPts val="1200"/>
              <a:buFont typeface="Gothic A1"/>
              <a:buChar char="●"/>
              <a:defRPr sz="1200">
                <a:solidFill>
                  <a:schemeClr val="lt1"/>
                </a:solidFill>
                <a:latin typeface="Gothic A1"/>
                <a:ea typeface="Gothic A1"/>
                <a:cs typeface="Gothic A1"/>
                <a:sym typeface="Gothic A1"/>
              </a:defRPr>
            </a:lvl1pPr>
            <a:lvl2pPr indent="-304800" lvl="1" marL="914400">
              <a:lnSpc>
                <a:spcPct val="100000"/>
              </a:lnSpc>
              <a:spcBef>
                <a:spcPts val="0"/>
              </a:spcBef>
              <a:spcAft>
                <a:spcPts val="0"/>
              </a:spcAft>
              <a:buClr>
                <a:schemeClr val="lt1"/>
              </a:buClr>
              <a:buSzPts val="1200"/>
              <a:buFont typeface="Gothic A1"/>
              <a:buChar char="○"/>
              <a:defRPr sz="1200">
                <a:solidFill>
                  <a:schemeClr val="lt1"/>
                </a:solidFill>
                <a:latin typeface="Gothic A1"/>
                <a:ea typeface="Gothic A1"/>
                <a:cs typeface="Gothic A1"/>
                <a:sym typeface="Gothic A1"/>
              </a:defRPr>
            </a:lvl2pPr>
            <a:lvl3pPr indent="-304800" lvl="2" marL="1371600">
              <a:lnSpc>
                <a:spcPct val="100000"/>
              </a:lnSpc>
              <a:spcBef>
                <a:spcPts val="0"/>
              </a:spcBef>
              <a:spcAft>
                <a:spcPts val="0"/>
              </a:spcAft>
              <a:buClr>
                <a:schemeClr val="lt1"/>
              </a:buClr>
              <a:buSzPts val="1200"/>
              <a:buFont typeface="Gothic A1"/>
              <a:buChar char="■"/>
              <a:defRPr sz="1200">
                <a:solidFill>
                  <a:schemeClr val="lt1"/>
                </a:solidFill>
                <a:latin typeface="Gothic A1"/>
                <a:ea typeface="Gothic A1"/>
                <a:cs typeface="Gothic A1"/>
                <a:sym typeface="Gothic A1"/>
              </a:defRPr>
            </a:lvl3pPr>
            <a:lvl4pPr indent="-304800" lvl="3" marL="1828800">
              <a:lnSpc>
                <a:spcPct val="100000"/>
              </a:lnSpc>
              <a:spcBef>
                <a:spcPts val="0"/>
              </a:spcBef>
              <a:spcAft>
                <a:spcPts val="0"/>
              </a:spcAft>
              <a:buClr>
                <a:schemeClr val="lt1"/>
              </a:buClr>
              <a:buSzPts val="1200"/>
              <a:buFont typeface="Gothic A1"/>
              <a:buChar char="●"/>
              <a:defRPr sz="1200">
                <a:solidFill>
                  <a:schemeClr val="lt1"/>
                </a:solidFill>
                <a:latin typeface="Gothic A1"/>
                <a:ea typeface="Gothic A1"/>
                <a:cs typeface="Gothic A1"/>
                <a:sym typeface="Gothic A1"/>
              </a:defRPr>
            </a:lvl4pPr>
            <a:lvl5pPr indent="-304800" lvl="4" marL="2286000">
              <a:lnSpc>
                <a:spcPct val="100000"/>
              </a:lnSpc>
              <a:spcBef>
                <a:spcPts val="0"/>
              </a:spcBef>
              <a:spcAft>
                <a:spcPts val="0"/>
              </a:spcAft>
              <a:buClr>
                <a:schemeClr val="lt1"/>
              </a:buClr>
              <a:buSzPts val="1200"/>
              <a:buFont typeface="Gothic A1"/>
              <a:buChar char="○"/>
              <a:defRPr sz="1200">
                <a:solidFill>
                  <a:schemeClr val="lt1"/>
                </a:solidFill>
                <a:latin typeface="Gothic A1"/>
                <a:ea typeface="Gothic A1"/>
                <a:cs typeface="Gothic A1"/>
                <a:sym typeface="Gothic A1"/>
              </a:defRPr>
            </a:lvl5pPr>
            <a:lvl6pPr indent="-304800" lvl="5" marL="2743200">
              <a:lnSpc>
                <a:spcPct val="100000"/>
              </a:lnSpc>
              <a:spcBef>
                <a:spcPts val="0"/>
              </a:spcBef>
              <a:spcAft>
                <a:spcPts val="0"/>
              </a:spcAft>
              <a:buClr>
                <a:schemeClr val="lt1"/>
              </a:buClr>
              <a:buSzPts val="1200"/>
              <a:buFont typeface="Gothic A1"/>
              <a:buChar char="■"/>
              <a:defRPr sz="1200">
                <a:solidFill>
                  <a:schemeClr val="lt1"/>
                </a:solidFill>
                <a:latin typeface="Gothic A1"/>
                <a:ea typeface="Gothic A1"/>
                <a:cs typeface="Gothic A1"/>
                <a:sym typeface="Gothic A1"/>
              </a:defRPr>
            </a:lvl6pPr>
            <a:lvl7pPr indent="-304800" lvl="6" marL="3200400">
              <a:lnSpc>
                <a:spcPct val="100000"/>
              </a:lnSpc>
              <a:spcBef>
                <a:spcPts val="0"/>
              </a:spcBef>
              <a:spcAft>
                <a:spcPts val="0"/>
              </a:spcAft>
              <a:buClr>
                <a:schemeClr val="lt1"/>
              </a:buClr>
              <a:buSzPts val="1200"/>
              <a:buFont typeface="Gothic A1"/>
              <a:buChar char="●"/>
              <a:defRPr sz="1200">
                <a:solidFill>
                  <a:schemeClr val="lt1"/>
                </a:solidFill>
                <a:latin typeface="Gothic A1"/>
                <a:ea typeface="Gothic A1"/>
                <a:cs typeface="Gothic A1"/>
                <a:sym typeface="Gothic A1"/>
              </a:defRPr>
            </a:lvl7pPr>
            <a:lvl8pPr indent="-304800" lvl="7" marL="3657600">
              <a:lnSpc>
                <a:spcPct val="100000"/>
              </a:lnSpc>
              <a:spcBef>
                <a:spcPts val="0"/>
              </a:spcBef>
              <a:spcAft>
                <a:spcPts val="0"/>
              </a:spcAft>
              <a:buClr>
                <a:schemeClr val="lt1"/>
              </a:buClr>
              <a:buSzPts val="1200"/>
              <a:buFont typeface="Gothic A1"/>
              <a:buChar char="○"/>
              <a:defRPr sz="1200">
                <a:solidFill>
                  <a:schemeClr val="lt1"/>
                </a:solidFill>
                <a:latin typeface="Gothic A1"/>
                <a:ea typeface="Gothic A1"/>
                <a:cs typeface="Gothic A1"/>
                <a:sym typeface="Gothic A1"/>
              </a:defRPr>
            </a:lvl8pPr>
            <a:lvl9pPr indent="-304800" lvl="8" marL="4114800">
              <a:lnSpc>
                <a:spcPct val="100000"/>
              </a:lnSpc>
              <a:spcBef>
                <a:spcPts val="0"/>
              </a:spcBef>
              <a:spcAft>
                <a:spcPts val="0"/>
              </a:spcAft>
              <a:buClr>
                <a:schemeClr val="lt1"/>
              </a:buClr>
              <a:buSzPts val="1200"/>
              <a:buFont typeface="Gothic A1"/>
              <a:buChar char="■"/>
              <a:defRPr sz="1200">
                <a:solidFill>
                  <a:schemeClr val="lt1"/>
                </a:solidFill>
                <a:latin typeface="Gothic A1"/>
                <a:ea typeface="Gothic A1"/>
                <a:cs typeface="Gothic A1"/>
                <a:sym typeface="Gothic A1"/>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445" name="Shape 445"/>
        <p:cNvGrpSpPr/>
        <p:nvPr/>
      </p:nvGrpSpPr>
      <p:grpSpPr>
        <a:xfrm>
          <a:off x="0" y="0"/>
          <a:ext cx="0" cy="0"/>
          <a:chOff x="0" y="0"/>
          <a:chExt cx="0" cy="0"/>
        </a:xfrm>
      </p:grpSpPr>
      <p:sp>
        <p:nvSpPr>
          <p:cNvPr id="446" name="Google Shape;446;p34"/>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None/>
              <a:defRPr sz="2400">
                <a:solidFill>
                  <a:srgbClr val="FFFFFF"/>
                </a:solidFill>
              </a:defRPr>
            </a:lvl1pPr>
            <a:lvl2pPr lvl="1" rtl="0" algn="ctr">
              <a:spcBef>
                <a:spcPts val="0"/>
              </a:spcBef>
              <a:spcAft>
                <a:spcPts val="0"/>
              </a:spcAft>
              <a:buClr>
                <a:srgbClr val="FFFFFF"/>
              </a:buClr>
              <a:buSzPts val="2400"/>
              <a:buNone/>
              <a:defRPr sz="2400">
                <a:solidFill>
                  <a:srgbClr val="FFFFFF"/>
                </a:solidFill>
              </a:defRPr>
            </a:lvl2pPr>
            <a:lvl3pPr lvl="2" rtl="0" algn="ctr">
              <a:spcBef>
                <a:spcPts val="0"/>
              </a:spcBef>
              <a:spcAft>
                <a:spcPts val="0"/>
              </a:spcAft>
              <a:buClr>
                <a:srgbClr val="FFFFFF"/>
              </a:buClr>
              <a:buSzPts val="2400"/>
              <a:buNone/>
              <a:defRPr sz="2400">
                <a:solidFill>
                  <a:srgbClr val="FFFFFF"/>
                </a:solidFill>
              </a:defRPr>
            </a:lvl3pPr>
            <a:lvl4pPr lvl="3" rtl="0" algn="ctr">
              <a:spcBef>
                <a:spcPts val="0"/>
              </a:spcBef>
              <a:spcAft>
                <a:spcPts val="0"/>
              </a:spcAft>
              <a:buClr>
                <a:srgbClr val="FFFFFF"/>
              </a:buClr>
              <a:buSzPts val="2400"/>
              <a:buNone/>
              <a:defRPr sz="2400">
                <a:solidFill>
                  <a:srgbClr val="FFFFFF"/>
                </a:solidFill>
              </a:defRPr>
            </a:lvl4pPr>
            <a:lvl5pPr lvl="4" rtl="0" algn="ctr">
              <a:spcBef>
                <a:spcPts val="0"/>
              </a:spcBef>
              <a:spcAft>
                <a:spcPts val="0"/>
              </a:spcAft>
              <a:buClr>
                <a:srgbClr val="FFFFFF"/>
              </a:buClr>
              <a:buSzPts val="2400"/>
              <a:buNone/>
              <a:defRPr sz="2400">
                <a:solidFill>
                  <a:srgbClr val="FFFFFF"/>
                </a:solidFill>
              </a:defRPr>
            </a:lvl5pPr>
            <a:lvl6pPr lvl="5" rtl="0" algn="ctr">
              <a:spcBef>
                <a:spcPts val="0"/>
              </a:spcBef>
              <a:spcAft>
                <a:spcPts val="0"/>
              </a:spcAft>
              <a:buClr>
                <a:srgbClr val="FFFFFF"/>
              </a:buClr>
              <a:buSzPts val="2400"/>
              <a:buNone/>
              <a:defRPr sz="2400">
                <a:solidFill>
                  <a:srgbClr val="FFFFFF"/>
                </a:solidFill>
              </a:defRPr>
            </a:lvl6pPr>
            <a:lvl7pPr lvl="6" rtl="0" algn="ctr">
              <a:spcBef>
                <a:spcPts val="0"/>
              </a:spcBef>
              <a:spcAft>
                <a:spcPts val="0"/>
              </a:spcAft>
              <a:buClr>
                <a:srgbClr val="FFFFFF"/>
              </a:buClr>
              <a:buSzPts val="2400"/>
              <a:buNone/>
              <a:defRPr sz="2400">
                <a:solidFill>
                  <a:srgbClr val="FFFFFF"/>
                </a:solidFill>
              </a:defRPr>
            </a:lvl7pPr>
            <a:lvl8pPr lvl="7" rtl="0" algn="ctr">
              <a:spcBef>
                <a:spcPts val="0"/>
              </a:spcBef>
              <a:spcAft>
                <a:spcPts val="0"/>
              </a:spcAft>
              <a:buClr>
                <a:srgbClr val="FFFFFF"/>
              </a:buClr>
              <a:buSzPts val="2400"/>
              <a:buNone/>
              <a:defRPr sz="2400">
                <a:solidFill>
                  <a:srgbClr val="FFFFFF"/>
                </a:solidFill>
              </a:defRPr>
            </a:lvl8pPr>
            <a:lvl9pPr lvl="8" rtl="0" algn="ctr">
              <a:spcBef>
                <a:spcPts val="0"/>
              </a:spcBef>
              <a:spcAft>
                <a:spcPts val="0"/>
              </a:spcAft>
              <a:buClr>
                <a:srgbClr val="FFFFFF"/>
              </a:buClr>
              <a:buSzPts val="2400"/>
              <a:buNone/>
              <a:defRPr sz="2400">
                <a:solidFill>
                  <a:srgbClr val="FFFFFF"/>
                </a:solidFill>
              </a:defRPr>
            </a:lvl9pPr>
          </a:lstStyle>
          <a:p/>
        </p:txBody>
      </p:sp>
      <p:sp>
        <p:nvSpPr>
          <p:cNvPr id="447" name="Google Shape;447;p34"/>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680" r:id="rId1"/>
    <p:sldLayoutId id="2147483681"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 Id="rId3" Type="http://schemas.openxmlformats.org/officeDocument/2006/relationships/image" Target="../media/image5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32.png"/><Relationship Id="rId6"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6.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5.png"/><Relationship Id="rId4" Type="http://schemas.openxmlformats.org/officeDocument/2006/relationships/image" Target="../media/image16.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5.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7.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bit.ly/3A1uf1Q" TargetMode="External"/><Relationship Id="rId4" Type="http://schemas.openxmlformats.org/officeDocument/2006/relationships/hyperlink" Target="http://bit.ly/30B07Gq" TargetMode="External"/><Relationship Id="rId9" Type="http://schemas.openxmlformats.org/officeDocument/2006/relationships/hyperlink" Target="https://wepik.com/?utm_source=slidesgo_template&amp;utm_medium=referral-link&amp;utm_campaign=promo-slide&amp;utm_term=slidesgo&amp;utm_content=wepik" TargetMode="External"/><Relationship Id="rId5" Type="http://schemas.openxmlformats.org/officeDocument/2006/relationships/hyperlink" Target="http://bit.ly/33VAFh3" TargetMode="External"/><Relationship Id="rId6" Type="http://schemas.openxmlformats.org/officeDocument/2006/relationships/hyperlink" Target="https://www.freepik.com/?utm_source=slidesgo_template&amp;utm_medium=referral-link&amp;utm_campaign=promo-slide&amp;utm_term=slidesgo&amp;utm_content=freepik" TargetMode="External"/><Relationship Id="rId7" Type="http://schemas.openxmlformats.org/officeDocument/2006/relationships/hyperlink" Target="https://www.flaticon.com/?utm_source=slidesgo_template&amp;utm_medium=referral-link&amp;utm_campaign=promo-slide&amp;utm_term=slidesgo&amp;utm_content=flaticon" TargetMode="External"/><Relationship Id="rId8" Type="http://schemas.openxmlformats.org/officeDocument/2006/relationships/hyperlink" Target="https://storyset.com/?utm_source=slidesgo_template&amp;utm_medium=referral-link&amp;utm_campaign=promo-slide&amp;utm_term=slidesgo&amp;utm_content=storyset" TargetMode="External"/><Relationship Id="rId11" Type="http://schemas.openxmlformats.org/officeDocument/2006/relationships/slide" Target="/ppt/slides/slide56.xml"/><Relationship Id="rId10" Type="http://schemas.openxmlformats.org/officeDocument/2006/relationships/hyperlink" Target="https://www.videvo.net/?utm_source=slidesgo_template&amp;utm_medium=referral-link&amp;utm_campaign=sg_resources&amp;utm_content=videvo" TargetMode="External"/><Relationship Id="rId13" Type="http://schemas.openxmlformats.org/officeDocument/2006/relationships/slide" Target="/ppt/slides/slide52.xml"/><Relationship Id="rId12" Type="http://schemas.openxmlformats.org/officeDocument/2006/relationships/slide" Target="/ppt/slides/slide53.xml"/><Relationship Id="rId15" Type="http://schemas.openxmlformats.org/officeDocument/2006/relationships/slide" Target="/ppt/slides/slide50.xml"/><Relationship Id="rId14" Type="http://schemas.openxmlformats.org/officeDocument/2006/relationships/slide" Target="/ppt/slides/slide52.xml"/><Relationship Id="rId17" Type="http://schemas.openxmlformats.org/officeDocument/2006/relationships/slide" Target="/ppt/slides/slide64.xml"/><Relationship Id="rId16" Type="http://schemas.openxmlformats.org/officeDocument/2006/relationships/slide" Target="/ppt/slides/slide56.xml"/><Relationship Id="rId19"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18" Type="http://schemas.openxmlformats.org/officeDocument/2006/relationships/slide" Target="/ppt/slides/slide5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31.jp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9.jpg"/><Relationship Id="rId4" Type="http://schemas.openxmlformats.org/officeDocument/2006/relationships/image" Target="../media/image2.png"/><Relationship Id="rId5"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4.jp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44.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 Id="rId3" Type="http://schemas.openxmlformats.org/officeDocument/2006/relationships/image" Target="../media/image48.jpg"/><Relationship Id="rId4" Type="http://schemas.openxmlformats.org/officeDocument/2006/relationships/image" Target="../media/image1.png"/><Relationship Id="rId5"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0.xml"/><Relationship Id="rId3" Type="http://schemas.openxmlformats.org/officeDocument/2006/relationships/image" Target="../media/image50.jpg"/><Relationship Id="rId4"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2.xml"/><Relationship Id="rId3" Type="http://schemas.openxmlformats.org/officeDocument/2006/relationships/image" Target="../media/image4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image" Target="../media/image37.jp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 Id="rId3" Type="http://schemas.openxmlformats.org/officeDocument/2006/relationships/image" Target="../media/image44.jp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6.xml"/><Relationship Id="rId3"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1.xml"/><Relationship Id="rId3" Type="http://schemas.openxmlformats.org/officeDocument/2006/relationships/hyperlink" Target="https://docs.google.com/spreadsheets/d/1WCVu9ZRFcpwPrpDTa4Llv5zhnpjNeLL9CBgIv_GWX7c/copy" TargetMode="External"/><Relationship Id="rId4" Type="http://schemas.openxmlformats.org/officeDocument/2006/relationships/image" Target="../media/image30.png"/><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2.xml"/><Relationship Id="rId3" Type="http://schemas.openxmlformats.org/officeDocument/2006/relationships/image" Target="../media/image40.jpg"/><Relationship Id="rId4" Type="http://schemas.openxmlformats.org/officeDocument/2006/relationships/image" Target="../media/image49.jpg"/><Relationship Id="rId5" Type="http://schemas.openxmlformats.org/officeDocument/2006/relationships/image" Target="../media/image45.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hyperlink" Target="https://docs.google.com/spreadsheets/d/1WCVu9ZRFcpwPrpDTa4Llv5zhnpjNeLL9CBgIv_GWX7c/copy" TargetMode="External"/><Relationship Id="rId5" Type="http://schemas.openxmlformats.org/officeDocument/2006/relationships/image" Target="../media/image3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0.xml"/><Relationship Id="rId3" Type="http://schemas.openxmlformats.org/officeDocument/2006/relationships/image" Target="../media/image35.jpg"/><Relationship Id="rId4"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2.xml"/><Relationship Id="rId3" Type="http://schemas.openxmlformats.org/officeDocument/2006/relationships/hyperlink" Target="https://www.freepik.com/free-photo/young-depressed-adult-home_29973173.htm/?utm_source=slidesgo_template&amp;utm_medium=referral-link&amp;utm_campaign=sg_resources&amp;utm_content=freepik" TargetMode="External"/><Relationship Id="rId4" Type="http://schemas.openxmlformats.org/officeDocument/2006/relationships/hyperlink" Target="https://www.freepik.com/free-photo/young-depressed-adult-home_29973082.htm/?utm_source=slidesgo_template&amp;utm_medium=referral-link&amp;utm_campaign=sg_resources&amp;utm_content=freepik" TargetMode="External"/><Relationship Id="rId5" Type="http://schemas.openxmlformats.org/officeDocument/2006/relationships/hyperlink" Target="https://www.freepik.com/free-photo/front-view-beautiful-woman-home_11905026.htm/?utm_source=slidesgo_template&amp;utm_medium=referral-link&amp;utm_campaign=sg_resources&amp;utm_content=freepik" TargetMode="External"/><Relationship Id="rId6" Type="http://schemas.openxmlformats.org/officeDocument/2006/relationships/hyperlink" Target="https://www.freepik.com/free-photo/beautiful-woman-sleeping-couch_5708811.htm/?utm_source=slidesgo_template&amp;utm_medium=referral-link&amp;utm_campaign=sg_resources&amp;utm_content=freepik" TargetMode="External"/><Relationship Id="rId7" Type="http://schemas.openxmlformats.org/officeDocument/2006/relationships/hyperlink" Target="https://www.freepik.com/free-photo/high-angle-woman-laying-bed_38169997.htm/?utm_source=slidesgo_template&amp;utm_medium=referral-link&amp;utm_campaign=sg_resources&amp;utm_content=freepik"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53.xml"/><Relationship Id="rId3" Type="http://schemas.openxmlformats.org/officeDocument/2006/relationships/hyperlink" Target="https://www.freepik.com/free-photo/medium-shot-woman-sleeping_17799325.htm/?utm_source=slidesgo_template&amp;utm_medium=referral-link&amp;utm_campaign=sg_resources&amp;utm_content=freepik" TargetMode="External"/><Relationship Id="rId4" Type="http://schemas.openxmlformats.org/officeDocument/2006/relationships/hyperlink" Target="https://www.freepik.com/free-photo/little-girl-sleeping-before-going-school_14277357.htm/?utm_source=slidesgo_template&amp;utm_medium=referral-link&amp;utm_campaign=sg_resources&amp;utm_content=freepik" TargetMode="External"/><Relationship Id="rId9" Type="http://schemas.openxmlformats.org/officeDocument/2006/relationships/hyperlink" Target="https://www.freepik.com/free-photo/front-view-indian-woman-posing-studio_58601929.htm/?utm_source=slidesgo_template&amp;utm_medium=referral-link&amp;utm_campaign=sg_resources&amp;utm_content=freepik" TargetMode="External"/><Relationship Id="rId5" Type="http://schemas.openxmlformats.org/officeDocument/2006/relationships/hyperlink" Target="https://www.freepik.com/free-photo/medium-shot-woman-sleeping-with-phone-hand_22114786.htm/?utm_source=slidesgo_template&amp;utm_medium=referral-link&amp;utm_campaign=sg_resources&amp;utm_content=freepik" TargetMode="External"/><Relationship Id="rId6" Type="http://schemas.openxmlformats.org/officeDocument/2006/relationships/hyperlink" Target="https://www.freepik.com/free-photo/young-adult-sleeping-while-reading_24749182.htm/?utm_source=slidesgo_template&amp;utm_medium=referral-link&amp;utm_campaign=sg_resources&amp;utm_content=freepik" TargetMode="External"/><Relationship Id="rId7" Type="http://schemas.openxmlformats.org/officeDocument/2006/relationships/hyperlink" Target="https://www.freepik.com/free-photo/close-up-person-making-home-comfortable_18094112.htm/?utm_source=slidesgo_template&amp;utm_medium=referral-link&amp;utm_campaign=sg_resources&amp;utm_content=freepik" TargetMode="External"/><Relationship Id="rId8" Type="http://schemas.openxmlformats.org/officeDocument/2006/relationships/hyperlink" Target="https://www.freepik.com/free-photo/pretty-confident-woman-posing_14478189.htm/?utm_source=slidesgo_template&amp;utm_medium=referral-link&amp;utm_campaign=sg_resources&amp;utm_content=freepik" TargetMode="External"/><Relationship Id="rId11" Type="http://schemas.openxmlformats.org/officeDocument/2006/relationships/hyperlink" Target="https://www.flaticon.com/packs/sleeping-5?word=sleep/?utm_source=slidesgo_template&amp;utm_medium=referral-link&amp;utm_campaign=sg_resources&amp;utm_content=flaticon" TargetMode="External"/><Relationship Id="rId10" Type="http://schemas.openxmlformats.org/officeDocument/2006/relationships/hyperlink" Target="https://www.freepik.com/free-photo/smiling-senior-man-rubbing-chin_3688683.htm/?utm_source=slidesgo_template&amp;utm_medium=referral-link&amp;utm_campaign=sg_resources&amp;utm_content=freepik" TargetMode="External"/><Relationship Id="rId13" Type="http://schemas.openxmlformats.org/officeDocument/2006/relationships/hyperlink" Target="https://www.freepik.com/free-vector/night-sleep-realistic-composition_6375457.htm/?utm_source=slidesgo_template&amp;utm_medium=referral-link&amp;utm_campaign=sg_resources&amp;utm_content=freepik" TargetMode="External"/><Relationship Id="rId12" Type="http://schemas.openxmlformats.org/officeDocument/2006/relationships/hyperlink" Target="https://www.freepik.com/free-vector/sleep-time-moon-night-realistic-poster-with-feather-pillow-eye-patch-sleep-starry-sky-background-illustration_7252502.htm/?utm_source=slidesgo_template&amp;utm_medium=referral-link&amp;utm_campaign=sg_resources&amp;utm_content=freepik" TargetMode="External"/><Relationship Id="rId15" Type="http://schemas.openxmlformats.org/officeDocument/2006/relationships/hyperlink" Target="https://www.freepik.com/free-photo/top-view-pretty-young-woman-sleeping_8895575.htm/?utm_source=slidesgo_template&amp;utm_medium=referral-link&amp;utm_campaign=sg_resources&amp;utm_content=freepik" TargetMode="External"/><Relationship Id="rId14" Type="http://schemas.openxmlformats.org/officeDocument/2006/relationships/hyperlink" Target="https://www.freepik.com/free-photo/close-up-young-pregnant-woman-sleeping_21080914.htm/?utm_source=slidesgo_template&amp;utm_medium=referral-link&amp;utm_campaign=sg_resources&amp;utm_content=freepik" TargetMode="External"/><Relationship Id="rId17" Type="http://schemas.openxmlformats.org/officeDocument/2006/relationships/hyperlink" Target="https://www.freepik.com/free-photo/medium-shot-man-home-sleeping_16499860.htm/?utm_source=slidesgo_template&amp;utm_medium=referral-link&amp;utm_campaign=sg_resources&amp;utm_content=freepik" TargetMode="External"/><Relationship Id="rId16" Type="http://schemas.openxmlformats.org/officeDocument/2006/relationships/hyperlink" Target="https://www.freepik.com/free-photo/medium-shot-man-bed_16499843.htm/?utm_source=slidesgo_template&amp;utm_medium=referral-link&amp;utm_campaign=sg_resources&amp;utm_content=freepik"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4.xml"/><Relationship Id="rId3" Type="http://schemas.openxmlformats.org/officeDocument/2006/relationships/hyperlink" Target="http://bit.ly/2PfT4lq" TargetMode="External"/><Relationship Id="rId4" Type="http://schemas.openxmlformats.org/officeDocument/2006/relationships/slide" Target="/ppt/slides/slide50.xml"/><Relationship Id="rId5" Type="http://schemas.openxmlformats.org/officeDocument/2006/relationships/hyperlink" Target="http://bit.ly/33VAFh3" TargetMode="External"/><Relationship Id="rId6" Type="http://schemas.openxmlformats.org/officeDocument/2006/relationships/hyperlink" Target="http://bit.ly/30B07Gq"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5.xml"/><Relationship Id="rId3" Type="http://schemas.openxmlformats.org/officeDocument/2006/relationships/hyperlink" Target="http://bit.ly/2PfT4lq" TargetMode="External"/><Relationship Id="rId4" Type="http://schemas.openxmlformats.org/officeDocument/2006/relationships/slide" Target="/ppt/slides/slide50.xml"/><Relationship Id="rId5" Type="http://schemas.openxmlformats.org/officeDocument/2006/relationships/hyperlink" Target="http://bit.ly/33VAFh3" TargetMode="External"/><Relationship Id="rId6" Type="http://schemas.openxmlformats.org/officeDocument/2006/relationships/hyperlink" Target="http://bit.ly/30B07Gq"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6.xml"/><Relationship Id="rId3" Type="http://schemas.openxmlformats.org/officeDocument/2006/relationships/hyperlink" Target="https://fonts.google.com/specimen/Jost" TargetMode="External"/><Relationship Id="rId4" Type="http://schemas.openxmlformats.org/officeDocument/2006/relationships/hyperlink" Target="https://fonts.google.com/specimen/Gothic+A1"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7.xm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4" Type="http://schemas.openxmlformats.org/officeDocument/2006/relationships/hyperlink" Target="https://storyset.com/how-it-works?utm_source=slidesgo_template&amp;utm_medium=referral-link&amp;utm_campaign=slidesgo_final_slides&amp;utm_term=how%20it%20works&amp;utm_content=storyset" TargetMode="External"/><Relationship Id="rId9" Type="http://schemas.openxmlformats.org/officeDocument/2006/relationships/hyperlink" Target="https://storyset.com/amico?utm_source=slidesgo_template&amp;utm_medium=referral-link&amp;utm_campaign=slidesgo_final_slides&amp;utm_term=amico&amp;utm_content=storyset" TargetMode="External"/><Relationship Id="rId5" Type="http://schemas.openxmlformats.org/officeDocument/2006/relationships/image" Target="../media/image33.png"/><Relationship Id="rId6" Type="http://schemas.openxmlformats.org/officeDocument/2006/relationships/hyperlink" Target="https://storyset.com/pana?utm_source=slidesgo_template&amp;utm_medium=referral-link&amp;utm_campaign=slidesgo_final_slides&amp;utm_term=pana&amp;utm_content=storyset" TargetMode="External"/><Relationship Id="rId7" Type="http://schemas.openxmlformats.org/officeDocument/2006/relationships/hyperlink" Target="https://storyset.com/pana?utm_source=slidesgo_template&amp;utm_medium=referral-link&amp;utm_campaign=slidesgo_final_slides&amp;utm_term=pana&amp;utm_content=storyset" TargetMode="External"/><Relationship Id="rId8"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hyperlink" Target="https://storyset.com/bro?utm_source=slidesgo_template&amp;utm_medium=referral-link&amp;utm_campaign=slidesgo_final_slides&amp;utm_term=bro&amp;utm_content=storyset" TargetMode="External"/><Relationship Id="rId10" Type="http://schemas.openxmlformats.org/officeDocument/2006/relationships/hyperlink" Target="https://storyset.com/bro?utm_source=slidesgo_template&amp;utm_medium=referral-link&amp;utm_campaign=slidesgo_final_slides&amp;utm_term=bro&amp;utm_content=storyset" TargetMode="External"/><Relationship Id="rId13" Type="http://schemas.openxmlformats.org/officeDocument/2006/relationships/hyperlink" Target="https://storyset.com/rafiki?utm_source=slidesgo_template&amp;utm_medium=referral-link&amp;utm_campaign=slidesgo_final_slides&amp;utm_term=rafiki&amp;utm_content=storyset" TargetMode="External"/><Relationship Id="rId12" Type="http://schemas.openxmlformats.org/officeDocument/2006/relationships/hyperlink" Target="https://storyset.com/rafiki?utm_source=slidesgo_template&amp;utm_medium=referral-link&amp;utm_campaign=slidesgo_final_slides&amp;utm_term=rafiki&amp;utm_content=storyset" TargetMode="External"/><Relationship Id="rId15" Type="http://schemas.openxmlformats.org/officeDocument/2006/relationships/image" Target="../media/image38.png"/><Relationship Id="rId14" Type="http://schemas.openxmlformats.org/officeDocument/2006/relationships/image" Target="../media/image41.png"/><Relationship Id="rId17" Type="http://schemas.openxmlformats.org/officeDocument/2006/relationships/image" Target="../media/image43.png"/><Relationship Id="rId16" Type="http://schemas.openxmlformats.org/officeDocument/2006/relationships/image" Target="../media/image52.png"/><Relationship Id="rId19" Type="http://schemas.openxmlformats.org/officeDocument/2006/relationships/hyperlink" Target="https://storyset.com/cuate?utm_source=slidesgo_template&amp;utm_medium=referral-link&amp;utm_campaign=slidesgo_final_slides&amp;utm_term=cuate&amp;utm_content=storyset" TargetMode="External"/><Relationship Id="rId18" Type="http://schemas.openxmlformats.org/officeDocument/2006/relationships/hyperlink" Target="https://storyset.com/cuate?utm_source=slidesgo_template&amp;utm_medium=referral-link&amp;utm_campaign=slidesgo_final_slides&amp;utm_term=cuate&amp;utm_content=storyset"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8.xml"/><Relationship Id="rId3" Type="http://schemas.openxmlformats.org/officeDocument/2006/relationships/hyperlink" Target="https://bit.ly/2ZjL1pd"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64.xml"/><Relationship Id="rId3" Type="http://schemas.openxmlformats.org/officeDocument/2006/relationships/hyperlink" Target="https://workspace.google.com/marketplace/app/icons_for_slides_docs/381578326502"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71.xml"/><Relationship Id="rId3" Type="http://schemas.openxmlformats.org/officeDocument/2006/relationships/hyperlink" Target="http://bit.ly/2PfT4lq" TargetMode="External"/><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37"/>
          <p:cNvSpPr txBox="1"/>
          <p:nvPr>
            <p:ph type="ctrTitle"/>
          </p:nvPr>
        </p:nvSpPr>
        <p:spPr>
          <a:xfrm>
            <a:off x="1144175" y="1604600"/>
            <a:ext cx="7186200" cy="812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sz="2300">
              <a:latin typeface="Jost"/>
              <a:ea typeface="Jost"/>
              <a:cs typeface="Jost"/>
              <a:sym typeface="Jost"/>
            </a:endParaRPr>
          </a:p>
          <a:p>
            <a:pPr indent="0" lvl="0" marL="0" rtl="0" algn="l">
              <a:spcBef>
                <a:spcPts val="0"/>
              </a:spcBef>
              <a:spcAft>
                <a:spcPts val="0"/>
              </a:spcAft>
              <a:buNone/>
            </a:pPr>
            <a:r>
              <a:rPr lang="en" sz="2600">
                <a:latin typeface="Jost"/>
                <a:ea typeface="Jost"/>
                <a:cs typeface="Jost"/>
                <a:sym typeface="Jost"/>
              </a:rPr>
              <a:t>Exploring the Relationship Between Sleep &amp; Age</a:t>
            </a:r>
            <a:r>
              <a:rPr lang="en" sz="2500">
                <a:latin typeface="Jost"/>
                <a:ea typeface="Jost"/>
                <a:cs typeface="Jost"/>
                <a:sym typeface="Jost"/>
              </a:rPr>
              <a:t> </a:t>
            </a:r>
            <a:endParaRPr sz="2500">
              <a:latin typeface="Jost"/>
              <a:ea typeface="Jost"/>
              <a:cs typeface="Jost"/>
              <a:sym typeface="Jost"/>
            </a:endParaRPr>
          </a:p>
          <a:p>
            <a:pPr indent="0" lvl="0" marL="0" rtl="0" algn="ctr">
              <a:spcBef>
                <a:spcPts val="0"/>
              </a:spcBef>
              <a:spcAft>
                <a:spcPts val="0"/>
              </a:spcAft>
              <a:buNone/>
            </a:pPr>
            <a:r>
              <a:t/>
            </a:r>
            <a:endParaRPr sz="1700">
              <a:latin typeface="Jost"/>
              <a:ea typeface="Jost"/>
              <a:cs typeface="Jost"/>
              <a:sym typeface="Jost"/>
            </a:endParaRPr>
          </a:p>
          <a:p>
            <a:pPr indent="0" lvl="0" marL="0" rtl="0" algn="ctr">
              <a:spcBef>
                <a:spcPts val="0"/>
              </a:spcBef>
              <a:spcAft>
                <a:spcPts val="0"/>
              </a:spcAft>
              <a:buNone/>
            </a:pPr>
            <a:r>
              <a:t/>
            </a:r>
            <a:endParaRPr sz="1300">
              <a:latin typeface="Jost"/>
              <a:ea typeface="Jost"/>
              <a:cs typeface="Jost"/>
              <a:sym typeface="Jost"/>
            </a:endParaRPr>
          </a:p>
        </p:txBody>
      </p:sp>
      <p:sp>
        <p:nvSpPr>
          <p:cNvPr id="456" name="Google Shape;456;p37"/>
          <p:cNvSpPr txBox="1"/>
          <p:nvPr>
            <p:ph idx="1" type="subTitle"/>
          </p:nvPr>
        </p:nvSpPr>
        <p:spPr>
          <a:xfrm>
            <a:off x="3711475" y="3557540"/>
            <a:ext cx="4693800" cy="365700"/>
          </a:xfrm>
          <a:prstGeom prst="rect">
            <a:avLst/>
          </a:prstGeom>
        </p:spPr>
        <p:txBody>
          <a:bodyPr anchorCtr="0" anchor="t" bIns="91425" lIns="91425" spcFirstLastPara="1" rIns="91425" wrap="square" tIns="91425">
            <a:noAutofit/>
          </a:bodyPr>
          <a:lstStyle/>
          <a:p>
            <a:pPr indent="0" lvl="0" marL="0" rtl="0" algn="ctr">
              <a:lnSpc>
                <a:spcPct val="80000"/>
              </a:lnSpc>
              <a:spcBef>
                <a:spcPts val="0"/>
              </a:spcBef>
              <a:spcAft>
                <a:spcPts val="0"/>
              </a:spcAft>
              <a:buNone/>
            </a:pPr>
            <a:r>
              <a:rPr lang="en" sz="1400">
                <a:solidFill>
                  <a:schemeClr val="dk1"/>
                </a:solidFill>
                <a:latin typeface="Jost"/>
                <a:ea typeface="Jost"/>
                <a:cs typeface="Jost"/>
                <a:sym typeface="Jost"/>
              </a:rPr>
              <a:t>Kirthana Ramesh, Eric Tsang, Nichol Flowers</a:t>
            </a:r>
            <a:endParaRPr sz="1400">
              <a:solidFill>
                <a:schemeClr val="dk1"/>
              </a:solidFill>
              <a:latin typeface="Jost"/>
              <a:ea typeface="Jost"/>
              <a:cs typeface="Jost"/>
              <a:sym typeface="Jost"/>
            </a:endParaRPr>
          </a:p>
          <a:p>
            <a:pPr indent="0" lvl="0" marL="0" rtl="0" algn="ctr">
              <a:spcBef>
                <a:spcPts val="0"/>
              </a:spcBef>
              <a:spcAft>
                <a:spcPts val="0"/>
              </a:spcAft>
              <a:buNone/>
            </a:pPr>
            <a:r>
              <a:t/>
            </a:r>
            <a:endParaRPr/>
          </a:p>
        </p:txBody>
      </p:sp>
      <p:pic>
        <p:nvPicPr>
          <p:cNvPr id="457" name="Google Shape;457;p37"/>
          <p:cNvPicPr preferRelativeResize="0"/>
          <p:nvPr/>
        </p:nvPicPr>
        <p:blipFill>
          <a:blip r:embed="rId3">
            <a:alphaModFix/>
          </a:blip>
          <a:stretch>
            <a:fillRect/>
          </a:stretch>
        </p:blipFill>
        <p:spPr>
          <a:xfrm>
            <a:off x="8216169" y="3923244"/>
            <a:ext cx="842325" cy="1419425"/>
          </a:xfrm>
          <a:prstGeom prst="rect">
            <a:avLst/>
          </a:prstGeom>
          <a:noFill/>
          <a:ln>
            <a:noFill/>
          </a:ln>
        </p:spPr>
      </p:pic>
      <p:pic>
        <p:nvPicPr>
          <p:cNvPr id="458" name="Google Shape;458;p37"/>
          <p:cNvPicPr preferRelativeResize="0"/>
          <p:nvPr/>
        </p:nvPicPr>
        <p:blipFill>
          <a:blip r:embed="rId3">
            <a:alphaModFix/>
          </a:blip>
          <a:stretch>
            <a:fillRect/>
          </a:stretch>
        </p:blipFill>
        <p:spPr>
          <a:xfrm rot="7965888">
            <a:off x="3385397" y="43841"/>
            <a:ext cx="453855" cy="764816"/>
          </a:xfrm>
          <a:prstGeom prst="rect">
            <a:avLst/>
          </a:prstGeom>
          <a:noFill/>
          <a:ln>
            <a:noFill/>
          </a:ln>
        </p:spPr>
      </p:pic>
      <p:pic>
        <p:nvPicPr>
          <p:cNvPr id="459" name="Google Shape;459;p37"/>
          <p:cNvPicPr preferRelativeResize="0"/>
          <p:nvPr/>
        </p:nvPicPr>
        <p:blipFill>
          <a:blip r:embed="rId4">
            <a:alphaModFix/>
          </a:blip>
          <a:stretch>
            <a:fillRect/>
          </a:stretch>
        </p:blipFill>
        <p:spPr>
          <a:xfrm rot="-5182648">
            <a:off x="307986" y="470973"/>
            <a:ext cx="1044775" cy="1151776"/>
          </a:xfrm>
          <a:prstGeom prst="rect">
            <a:avLst/>
          </a:prstGeom>
          <a:noFill/>
          <a:ln>
            <a:noFill/>
          </a:ln>
        </p:spPr>
      </p:pic>
      <p:cxnSp>
        <p:nvCxnSpPr>
          <p:cNvPr id="460" name="Google Shape;460;p37"/>
          <p:cNvCxnSpPr/>
          <p:nvPr/>
        </p:nvCxnSpPr>
        <p:spPr>
          <a:xfrm>
            <a:off x="3941200" y="3547528"/>
            <a:ext cx="4207200" cy="2700"/>
          </a:xfrm>
          <a:prstGeom prst="straightConnector1">
            <a:avLst/>
          </a:prstGeom>
          <a:noFill/>
          <a:ln cap="flat" cmpd="sng" w="19050">
            <a:solidFill>
              <a:schemeClr val="dk1"/>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pic>
        <p:nvPicPr>
          <p:cNvPr id="465" name="Google Shape;465;p38"/>
          <p:cNvPicPr preferRelativeResize="0"/>
          <p:nvPr>
            <p:ph idx="2" type="pic"/>
          </p:nvPr>
        </p:nvPicPr>
        <p:blipFill rotWithShape="1">
          <a:blip r:embed="rId3">
            <a:alphaModFix/>
          </a:blip>
          <a:srcRect b="0" l="16411" r="16411" t="0"/>
          <a:stretch/>
        </p:blipFill>
        <p:spPr>
          <a:xfrm>
            <a:off x="193875" y="840075"/>
            <a:ext cx="2535600" cy="3775200"/>
          </a:xfrm>
          <a:prstGeom prst="round2SameRect">
            <a:avLst>
              <a:gd fmla="val 16667" name="adj1"/>
              <a:gd fmla="val 0" name="adj2"/>
            </a:avLst>
          </a:prstGeom>
          <a:noFill/>
          <a:ln>
            <a:noFill/>
          </a:ln>
        </p:spPr>
      </p:pic>
      <p:sp>
        <p:nvSpPr>
          <p:cNvPr id="466" name="Google Shape;466;p38"/>
          <p:cNvSpPr txBox="1"/>
          <p:nvPr>
            <p:ph idx="8" type="title"/>
          </p:nvPr>
        </p:nvSpPr>
        <p:spPr>
          <a:xfrm>
            <a:off x="111625" y="130710"/>
            <a:ext cx="7704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Introduction</a:t>
            </a:r>
            <a:endParaRPr/>
          </a:p>
        </p:txBody>
      </p:sp>
      <p:grpSp>
        <p:nvGrpSpPr>
          <p:cNvPr id="467" name="Google Shape;467;p38"/>
          <p:cNvGrpSpPr/>
          <p:nvPr/>
        </p:nvGrpSpPr>
        <p:grpSpPr>
          <a:xfrm>
            <a:off x="8470321" y="1959128"/>
            <a:ext cx="202300" cy="226668"/>
            <a:chOff x="7128000" y="1314750"/>
            <a:chExt cx="247250" cy="263200"/>
          </a:xfrm>
        </p:grpSpPr>
        <p:sp>
          <p:nvSpPr>
            <p:cNvPr id="468" name="Google Shape;468;p38"/>
            <p:cNvSpPr/>
            <p:nvPr/>
          </p:nvSpPr>
          <p:spPr>
            <a:xfrm>
              <a:off x="7128000" y="1330700"/>
              <a:ext cx="247250" cy="247250"/>
            </a:xfrm>
            <a:custGeom>
              <a:rect b="b" l="l" r="r" t="t"/>
              <a:pathLst>
                <a:path extrusionOk="0" h="9890" w="9890">
                  <a:moveTo>
                    <a:pt x="7311" y="665"/>
                  </a:moveTo>
                  <a:lnTo>
                    <a:pt x="7630" y="905"/>
                  </a:lnTo>
                  <a:lnTo>
                    <a:pt x="7922" y="1170"/>
                  </a:lnTo>
                  <a:lnTo>
                    <a:pt x="8215" y="1436"/>
                  </a:lnTo>
                  <a:lnTo>
                    <a:pt x="8454" y="1729"/>
                  </a:lnTo>
                  <a:lnTo>
                    <a:pt x="8666" y="2021"/>
                  </a:lnTo>
                  <a:lnTo>
                    <a:pt x="8879" y="2367"/>
                  </a:lnTo>
                  <a:lnTo>
                    <a:pt x="9039" y="2686"/>
                  </a:lnTo>
                  <a:lnTo>
                    <a:pt x="9198" y="3058"/>
                  </a:lnTo>
                  <a:lnTo>
                    <a:pt x="9304" y="3403"/>
                  </a:lnTo>
                  <a:lnTo>
                    <a:pt x="9384" y="3775"/>
                  </a:lnTo>
                  <a:lnTo>
                    <a:pt x="9464" y="4148"/>
                  </a:lnTo>
                  <a:lnTo>
                    <a:pt x="9490" y="4520"/>
                  </a:lnTo>
                  <a:lnTo>
                    <a:pt x="9490" y="4918"/>
                  </a:lnTo>
                  <a:lnTo>
                    <a:pt x="9437" y="5291"/>
                  </a:lnTo>
                  <a:lnTo>
                    <a:pt x="9384" y="5689"/>
                  </a:lnTo>
                  <a:lnTo>
                    <a:pt x="9278" y="6061"/>
                  </a:lnTo>
                  <a:lnTo>
                    <a:pt x="9145" y="6434"/>
                  </a:lnTo>
                  <a:lnTo>
                    <a:pt x="9012" y="6806"/>
                  </a:lnTo>
                  <a:lnTo>
                    <a:pt x="8826" y="7151"/>
                  </a:lnTo>
                  <a:lnTo>
                    <a:pt x="8613" y="7470"/>
                  </a:lnTo>
                  <a:lnTo>
                    <a:pt x="8374" y="7763"/>
                  </a:lnTo>
                  <a:lnTo>
                    <a:pt x="8135" y="8055"/>
                  </a:lnTo>
                  <a:lnTo>
                    <a:pt x="7842" y="8321"/>
                  </a:lnTo>
                  <a:lnTo>
                    <a:pt x="7550" y="8560"/>
                  </a:lnTo>
                  <a:lnTo>
                    <a:pt x="7231" y="8773"/>
                  </a:lnTo>
                  <a:lnTo>
                    <a:pt x="6912" y="8959"/>
                  </a:lnTo>
                  <a:lnTo>
                    <a:pt x="6567" y="9118"/>
                  </a:lnTo>
                  <a:lnTo>
                    <a:pt x="6221" y="9251"/>
                  </a:lnTo>
                  <a:lnTo>
                    <a:pt x="5849" y="9357"/>
                  </a:lnTo>
                  <a:lnTo>
                    <a:pt x="5477" y="9437"/>
                  </a:lnTo>
                  <a:lnTo>
                    <a:pt x="5078" y="9490"/>
                  </a:lnTo>
                  <a:lnTo>
                    <a:pt x="4387" y="9490"/>
                  </a:lnTo>
                  <a:lnTo>
                    <a:pt x="4068" y="9464"/>
                  </a:lnTo>
                  <a:lnTo>
                    <a:pt x="3775" y="9411"/>
                  </a:lnTo>
                  <a:lnTo>
                    <a:pt x="3483" y="9357"/>
                  </a:lnTo>
                  <a:lnTo>
                    <a:pt x="3217" y="9278"/>
                  </a:lnTo>
                  <a:lnTo>
                    <a:pt x="2925" y="9171"/>
                  </a:lnTo>
                  <a:lnTo>
                    <a:pt x="2659" y="9065"/>
                  </a:lnTo>
                  <a:lnTo>
                    <a:pt x="2393" y="8932"/>
                  </a:lnTo>
                  <a:lnTo>
                    <a:pt x="2127" y="8773"/>
                  </a:lnTo>
                  <a:lnTo>
                    <a:pt x="1888" y="8613"/>
                  </a:lnTo>
                  <a:lnTo>
                    <a:pt x="1649" y="8427"/>
                  </a:lnTo>
                  <a:lnTo>
                    <a:pt x="1436" y="8241"/>
                  </a:lnTo>
                  <a:lnTo>
                    <a:pt x="1224" y="8028"/>
                  </a:lnTo>
                  <a:lnTo>
                    <a:pt x="1011" y="7816"/>
                  </a:lnTo>
                  <a:lnTo>
                    <a:pt x="825" y="7577"/>
                  </a:lnTo>
                  <a:lnTo>
                    <a:pt x="665" y="7337"/>
                  </a:lnTo>
                  <a:lnTo>
                    <a:pt x="1091" y="7470"/>
                  </a:lnTo>
                  <a:lnTo>
                    <a:pt x="1516" y="7550"/>
                  </a:lnTo>
                  <a:lnTo>
                    <a:pt x="1968" y="7603"/>
                  </a:lnTo>
                  <a:lnTo>
                    <a:pt x="2420" y="7630"/>
                  </a:lnTo>
                  <a:lnTo>
                    <a:pt x="2951" y="7603"/>
                  </a:lnTo>
                  <a:lnTo>
                    <a:pt x="3457" y="7523"/>
                  </a:lnTo>
                  <a:lnTo>
                    <a:pt x="3962" y="7390"/>
                  </a:lnTo>
                  <a:lnTo>
                    <a:pt x="4440" y="7204"/>
                  </a:lnTo>
                  <a:lnTo>
                    <a:pt x="4892" y="6992"/>
                  </a:lnTo>
                  <a:lnTo>
                    <a:pt x="5317" y="6726"/>
                  </a:lnTo>
                  <a:lnTo>
                    <a:pt x="5716" y="6434"/>
                  </a:lnTo>
                  <a:lnTo>
                    <a:pt x="6088" y="6115"/>
                  </a:lnTo>
                  <a:lnTo>
                    <a:pt x="6434" y="5742"/>
                  </a:lnTo>
                  <a:lnTo>
                    <a:pt x="6726" y="5344"/>
                  </a:lnTo>
                  <a:lnTo>
                    <a:pt x="6992" y="4892"/>
                  </a:lnTo>
                  <a:lnTo>
                    <a:pt x="7204" y="4440"/>
                  </a:lnTo>
                  <a:lnTo>
                    <a:pt x="7391" y="3961"/>
                  </a:lnTo>
                  <a:lnTo>
                    <a:pt x="7497" y="3483"/>
                  </a:lnTo>
                  <a:lnTo>
                    <a:pt x="7577" y="2951"/>
                  </a:lnTo>
                  <a:lnTo>
                    <a:pt x="7603" y="2420"/>
                  </a:lnTo>
                  <a:lnTo>
                    <a:pt x="7603" y="1968"/>
                  </a:lnTo>
                  <a:lnTo>
                    <a:pt x="7550" y="1543"/>
                  </a:lnTo>
                  <a:lnTo>
                    <a:pt x="7444" y="1091"/>
                  </a:lnTo>
                  <a:lnTo>
                    <a:pt x="7311" y="665"/>
                  </a:lnTo>
                  <a:close/>
                  <a:moveTo>
                    <a:pt x="6859" y="1"/>
                  </a:moveTo>
                  <a:lnTo>
                    <a:pt x="6806" y="27"/>
                  </a:lnTo>
                  <a:lnTo>
                    <a:pt x="6753" y="81"/>
                  </a:lnTo>
                  <a:lnTo>
                    <a:pt x="6726" y="107"/>
                  </a:lnTo>
                  <a:lnTo>
                    <a:pt x="6699" y="187"/>
                  </a:lnTo>
                  <a:lnTo>
                    <a:pt x="6699" y="240"/>
                  </a:lnTo>
                  <a:lnTo>
                    <a:pt x="6726" y="293"/>
                  </a:lnTo>
                  <a:lnTo>
                    <a:pt x="6832" y="559"/>
                  </a:lnTo>
                  <a:lnTo>
                    <a:pt x="6939" y="798"/>
                  </a:lnTo>
                  <a:lnTo>
                    <a:pt x="7098" y="1330"/>
                  </a:lnTo>
                  <a:lnTo>
                    <a:pt x="7178" y="1862"/>
                  </a:lnTo>
                  <a:lnTo>
                    <a:pt x="7204" y="2154"/>
                  </a:lnTo>
                  <a:lnTo>
                    <a:pt x="7204" y="2420"/>
                  </a:lnTo>
                  <a:lnTo>
                    <a:pt x="7178" y="2925"/>
                  </a:lnTo>
                  <a:lnTo>
                    <a:pt x="7125" y="3403"/>
                  </a:lnTo>
                  <a:lnTo>
                    <a:pt x="6992" y="3855"/>
                  </a:lnTo>
                  <a:lnTo>
                    <a:pt x="6832" y="4280"/>
                  </a:lnTo>
                  <a:lnTo>
                    <a:pt x="6620" y="4706"/>
                  </a:lnTo>
                  <a:lnTo>
                    <a:pt x="6380" y="5104"/>
                  </a:lnTo>
                  <a:lnTo>
                    <a:pt x="6115" y="5477"/>
                  </a:lnTo>
                  <a:lnTo>
                    <a:pt x="5796" y="5822"/>
                  </a:lnTo>
                  <a:lnTo>
                    <a:pt x="5450" y="6141"/>
                  </a:lnTo>
                  <a:lnTo>
                    <a:pt x="5105" y="6407"/>
                  </a:lnTo>
                  <a:lnTo>
                    <a:pt x="4706" y="6646"/>
                  </a:lnTo>
                  <a:lnTo>
                    <a:pt x="4281" y="6859"/>
                  </a:lnTo>
                  <a:lnTo>
                    <a:pt x="3829" y="7018"/>
                  </a:lnTo>
                  <a:lnTo>
                    <a:pt x="3377" y="7125"/>
                  </a:lnTo>
                  <a:lnTo>
                    <a:pt x="2898" y="7204"/>
                  </a:lnTo>
                  <a:lnTo>
                    <a:pt x="2420" y="7231"/>
                  </a:lnTo>
                  <a:lnTo>
                    <a:pt x="2127" y="7231"/>
                  </a:lnTo>
                  <a:lnTo>
                    <a:pt x="1862" y="7204"/>
                  </a:lnTo>
                  <a:lnTo>
                    <a:pt x="1330" y="7098"/>
                  </a:lnTo>
                  <a:lnTo>
                    <a:pt x="798" y="6939"/>
                  </a:lnTo>
                  <a:lnTo>
                    <a:pt x="533" y="6859"/>
                  </a:lnTo>
                  <a:lnTo>
                    <a:pt x="293" y="6726"/>
                  </a:lnTo>
                  <a:lnTo>
                    <a:pt x="107" y="6726"/>
                  </a:lnTo>
                  <a:lnTo>
                    <a:pt x="54" y="6779"/>
                  </a:lnTo>
                  <a:lnTo>
                    <a:pt x="28" y="6832"/>
                  </a:lnTo>
                  <a:lnTo>
                    <a:pt x="1" y="6885"/>
                  </a:lnTo>
                  <a:lnTo>
                    <a:pt x="1" y="6939"/>
                  </a:lnTo>
                  <a:lnTo>
                    <a:pt x="28" y="6992"/>
                  </a:lnTo>
                  <a:lnTo>
                    <a:pt x="214" y="7364"/>
                  </a:lnTo>
                  <a:lnTo>
                    <a:pt x="453" y="7709"/>
                  </a:lnTo>
                  <a:lnTo>
                    <a:pt x="692" y="8055"/>
                  </a:lnTo>
                  <a:lnTo>
                    <a:pt x="984" y="8347"/>
                  </a:lnTo>
                  <a:lnTo>
                    <a:pt x="1277" y="8640"/>
                  </a:lnTo>
                  <a:lnTo>
                    <a:pt x="1596" y="8879"/>
                  </a:lnTo>
                  <a:lnTo>
                    <a:pt x="1915" y="9118"/>
                  </a:lnTo>
                  <a:lnTo>
                    <a:pt x="2287" y="9304"/>
                  </a:lnTo>
                  <a:lnTo>
                    <a:pt x="2632" y="9490"/>
                  </a:lnTo>
                  <a:lnTo>
                    <a:pt x="3031" y="9623"/>
                  </a:lnTo>
                  <a:lnTo>
                    <a:pt x="3403" y="9756"/>
                  </a:lnTo>
                  <a:lnTo>
                    <a:pt x="3802" y="9836"/>
                  </a:lnTo>
                  <a:lnTo>
                    <a:pt x="4227" y="9889"/>
                  </a:lnTo>
                  <a:lnTo>
                    <a:pt x="5051" y="9889"/>
                  </a:lnTo>
                  <a:lnTo>
                    <a:pt x="5477" y="9836"/>
                  </a:lnTo>
                  <a:lnTo>
                    <a:pt x="5875" y="9756"/>
                  </a:lnTo>
                  <a:lnTo>
                    <a:pt x="6301" y="9650"/>
                  </a:lnTo>
                  <a:lnTo>
                    <a:pt x="6673" y="9490"/>
                  </a:lnTo>
                  <a:lnTo>
                    <a:pt x="7045" y="9331"/>
                  </a:lnTo>
                  <a:lnTo>
                    <a:pt x="7417" y="9118"/>
                  </a:lnTo>
                  <a:lnTo>
                    <a:pt x="7736" y="8906"/>
                  </a:lnTo>
                  <a:lnTo>
                    <a:pt x="8055" y="8640"/>
                  </a:lnTo>
                  <a:lnTo>
                    <a:pt x="8347" y="8374"/>
                  </a:lnTo>
                  <a:lnTo>
                    <a:pt x="8640" y="8082"/>
                  </a:lnTo>
                  <a:lnTo>
                    <a:pt x="8879" y="7763"/>
                  </a:lnTo>
                  <a:lnTo>
                    <a:pt x="9118" y="7417"/>
                  </a:lnTo>
                  <a:lnTo>
                    <a:pt x="9304" y="7071"/>
                  </a:lnTo>
                  <a:lnTo>
                    <a:pt x="9490" y="6699"/>
                  </a:lnTo>
                  <a:lnTo>
                    <a:pt x="9623" y="6301"/>
                  </a:lnTo>
                  <a:lnTo>
                    <a:pt x="9756" y="5902"/>
                  </a:lnTo>
                  <a:lnTo>
                    <a:pt x="9836" y="5477"/>
                  </a:lnTo>
                  <a:lnTo>
                    <a:pt x="9863" y="5078"/>
                  </a:lnTo>
                  <a:lnTo>
                    <a:pt x="9889" y="4653"/>
                  </a:lnTo>
                  <a:lnTo>
                    <a:pt x="9863" y="4227"/>
                  </a:lnTo>
                  <a:lnTo>
                    <a:pt x="9809" y="3829"/>
                  </a:lnTo>
                  <a:lnTo>
                    <a:pt x="9730" y="3430"/>
                  </a:lnTo>
                  <a:lnTo>
                    <a:pt x="9623" y="3031"/>
                  </a:lnTo>
                  <a:lnTo>
                    <a:pt x="9464" y="2659"/>
                  </a:lnTo>
                  <a:lnTo>
                    <a:pt x="9304" y="2287"/>
                  </a:lnTo>
                  <a:lnTo>
                    <a:pt x="9092" y="1941"/>
                  </a:lnTo>
                  <a:lnTo>
                    <a:pt x="8879" y="1596"/>
                  </a:lnTo>
                  <a:lnTo>
                    <a:pt x="8613" y="1277"/>
                  </a:lnTo>
                  <a:lnTo>
                    <a:pt x="8347" y="984"/>
                  </a:lnTo>
                  <a:lnTo>
                    <a:pt x="8029" y="719"/>
                  </a:lnTo>
                  <a:lnTo>
                    <a:pt x="7710" y="453"/>
                  </a:lnTo>
                  <a:lnTo>
                    <a:pt x="7364" y="240"/>
                  </a:lnTo>
                  <a:lnTo>
                    <a:pt x="6992" y="27"/>
                  </a:lnTo>
                  <a:lnTo>
                    <a:pt x="691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38"/>
            <p:cNvSpPr/>
            <p:nvPr/>
          </p:nvSpPr>
          <p:spPr>
            <a:xfrm>
              <a:off x="7157925" y="1398500"/>
              <a:ext cx="82425" cy="79100"/>
            </a:xfrm>
            <a:custGeom>
              <a:rect b="b" l="l" r="r" t="t"/>
              <a:pathLst>
                <a:path extrusionOk="0" h="3164" w="3297">
                  <a:moveTo>
                    <a:pt x="1648" y="638"/>
                  </a:moveTo>
                  <a:lnTo>
                    <a:pt x="1914" y="1196"/>
                  </a:lnTo>
                  <a:lnTo>
                    <a:pt x="1994" y="1276"/>
                  </a:lnTo>
                  <a:lnTo>
                    <a:pt x="2073" y="1303"/>
                  </a:lnTo>
                  <a:lnTo>
                    <a:pt x="2685" y="1382"/>
                  </a:lnTo>
                  <a:lnTo>
                    <a:pt x="2233" y="1808"/>
                  </a:lnTo>
                  <a:lnTo>
                    <a:pt x="2180" y="1887"/>
                  </a:lnTo>
                  <a:lnTo>
                    <a:pt x="2180" y="1994"/>
                  </a:lnTo>
                  <a:lnTo>
                    <a:pt x="2286" y="2605"/>
                  </a:lnTo>
                  <a:lnTo>
                    <a:pt x="1754" y="2313"/>
                  </a:lnTo>
                  <a:lnTo>
                    <a:pt x="1648" y="2286"/>
                  </a:lnTo>
                  <a:lnTo>
                    <a:pt x="1568" y="2313"/>
                  </a:lnTo>
                  <a:lnTo>
                    <a:pt x="1010" y="2605"/>
                  </a:lnTo>
                  <a:lnTo>
                    <a:pt x="1117" y="1994"/>
                  </a:lnTo>
                  <a:lnTo>
                    <a:pt x="1117" y="1887"/>
                  </a:lnTo>
                  <a:lnTo>
                    <a:pt x="1063" y="1808"/>
                  </a:lnTo>
                  <a:lnTo>
                    <a:pt x="638" y="1382"/>
                  </a:lnTo>
                  <a:lnTo>
                    <a:pt x="1223" y="1303"/>
                  </a:lnTo>
                  <a:lnTo>
                    <a:pt x="1329" y="1276"/>
                  </a:lnTo>
                  <a:lnTo>
                    <a:pt x="1382" y="1196"/>
                  </a:lnTo>
                  <a:lnTo>
                    <a:pt x="1648" y="638"/>
                  </a:lnTo>
                  <a:close/>
                  <a:moveTo>
                    <a:pt x="1648" y="0"/>
                  </a:moveTo>
                  <a:lnTo>
                    <a:pt x="1542" y="27"/>
                  </a:lnTo>
                  <a:lnTo>
                    <a:pt x="1462" y="106"/>
                  </a:lnTo>
                  <a:lnTo>
                    <a:pt x="1063" y="930"/>
                  </a:lnTo>
                  <a:lnTo>
                    <a:pt x="160" y="1063"/>
                  </a:lnTo>
                  <a:lnTo>
                    <a:pt x="80" y="1090"/>
                  </a:lnTo>
                  <a:lnTo>
                    <a:pt x="0" y="1196"/>
                  </a:lnTo>
                  <a:lnTo>
                    <a:pt x="0" y="1303"/>
                  </a:lnTo>
                  <a:lnTo>
                    <a:pt x="53" y="1409"/>
                  </a:lnTo>
                  <a:lnTo>
                    <a:pt x="718" y="2020"/>
                  </a:lnTo>
                  <a:lnTo>
                    <a:pt x="558" y="2924"/>
                  </a:lnTo>
                  <a:lnTo>
                    <a:pt x="558" y="3030"/>
                  </a:lnTo>
                  <a:lnTo>
                    <a:pt x="638" y="3137"/>
                  </a:lnTo>
                  <a:lnTo>
                    <a:pt x="744" y="3163"/>
                  </a:lnTo>
                  <a:lnTo>
                    <a:pt x="851" y="3137"/>
                  </a:lnTo>
                  <a:lnTo>
                    <a:pt x="1648" y="2711"/>
                  </a:lnTo>
                  <a:lnTo>
                    <a:pt x="2472" y="3137"/>
                  </a:lnTo>
                  <a:lnTo>
                    <a:pt x="2578" y="3163"/>
                  </a:lnTo>
                  <a:lnTo>
                    <a:pt x="2658" y="3137"/>
                  </a:lnTo>
                  <a:lnTo>
                    <a:pt x="2738" y="3030"/>
                  </a:lnTo>
                  <a:lnTo>
                    <a:pt x="2738" y="2924"/>
                  </a:lnTo>
                  <a:lnTo>
                    <a:pt x="2605" y="2020"/>
                  </a:lnTo>
                  <a:lnTo>
                    <a:pt x="3243" y="1409"/>
                  </a:lnTo>
                  <a:lnTo>
                    <a:pt x="3296" y="1303"/>
                  </a:lnTo>
                  <a:lnTo>
                    <a:pt x="3296" y="1196"/>
                  </a:lnTo>
                  <a:lnTo>
                    <a:pt x="3243" y="1090"/>
                  </a:lnTo>
                  <a:lnTo>
                    <a:pt x="3137" y="1063"/>
                  </a:lnTo>
                  <a:lnTo>
                    <a:pt x="2233" y="930"/>
                  </a:lnTo>
                  <a:lnTo>
                    <a:pt x="1834" y="106"/>
                  </a:lnTo>
                  <a:lnTo>
                    <a:pt x="1754" y="27"/>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38"/>
            <p:cNvSpPr/>
            <p:nvPr/>
          </p:nvSpPr>
          <p:spPr>
            <a:xfrm>
              <a:off x="7153925" y="1314750"/>
              <a:ext cx="46550" cy="45875"/>
            </a:xfrm>
            <a:custGeom>
              <a:rect b="b" l="l" r="r" t="t"/>
              <a:pathLst>
                <a:path extrusionOk="0" h="1835" w="1862">
                  <a:moveTo>
                    <a:pt x="240" y="1"/>
                  </a:moveTo>
                  <a:lnTo>
                    <a:pt x="187" y="27"/>
                  </a:lnTo>
                  <a:lnTo>
                    <a:pt x="134" y="81"/>
                  </a:lnTo>
                  <a:lnTo>
                    <a:pt x="107" y="160"/>
                  </a:lnTo>
                  <a:lnTo>
                    <a:pt x="107" y="240"/>
                  </a:lnTo>
                  <a:lnTo>
                    <a:pt x="134" y="320"/>
                  </a:lnTo>
                  <a:lnTo>
                    <a:pt x="187" y="373"/>
                  </a:lnTo>
                  <a:lnTo>
                    <a:pt x="266" y="400"/>
                  </a:lnTo>
                  <a:lnTo>
                    <a:pt x="1144" y="506"/>
                  </a:lnTo>
                  <a:lnTo>
                    <a:pt x="80" y="1303"/>
                  </a:lnTo>
                  <a:lnTo>
                    <a:pt x="54" y="1357"/>
                  </a:lnTo>
                  <a:lnTo>
                    <a:pt x="27" y="1410"/>
                  </a:lnTo>
                  <a:lnTo>
                    <a:pt x="1" y="1463"/>
                  </a:lnTo>
                  <a:lnTo>
                    <a:pt x="27" y="1516"/>
                  </a:lnTo>
                  <a:lnTo>
                    <a:pt x="27" y="1569"/>
                  </a:lnTo>
                  <a:lnTo>
                    <a:pt x="80" y="1622"/>
                  </a:lnTo>
                  <a:lnTo>
                    <a:pt x="134" y="1649"/>
                  </a:lnTo>
                  <a:lnTo>
                    <a:pt x="187" y="1649"/>
                  </a:lnTo>
                  <a:lnTo>
                    <a:pt x="1649" y="1835"/>
                  </a:lnTo>
                  <a:lnTo>
                    <a:pt x="1755" y="1835"/>
                  </a:lnTo>
                  <a:lnTo>
                    <a:pt x="1808" y="1782"/>
                  </a:lnTo>
                  <a:lnTo>
                    <a:pt x="1861" y="1729"/>
                  </a:lnTo>
                  <a:lnTo>
                    <a:pt x="1861" y="1649"/>
                  </a:lnTo>
                  <a:lnTo>
                    <a:pt x="1861" y="1569"/>
                  </a:lnTo>
                  <a:lnTo>
                    <a:pt x="1835" y="1516"/>
                  </a:lnTo>
                  <a:lnTo>
                    <a:pt x="1782" y="1463"/>
                  </a:lnTo>
                  <a:lnTo>
                    <a:pt x="1702" y="1436"/>
                  </a:lnTo>
                  <a:lnTo>
                    <a:pt x="718" y="1330"/>
                  </a:lnTo>
                  <a:lnTo>
                    <a:pt x="1755" y="532"/>
                  </a:lnTo>
                  <a:lnTo>
                    <a:pt x="1808" y="479"/>
                  </a:lnTo>
                  <a:lnTo>
                    <a:pt x="1835" y="426"/>
                  </a:lnTo>
                  <a:lnTo>
                    <a:pt x="1835" y="373"/>
                  </a:lnTo>
                  <a:lnTo>
                    <a:pt x="1835" y="320"/>
                  </a:lnTo>
                  <a:lnTo>
                    <a:pt x="1808" y="267"/>
                  </a:lnTo>
                  <a:lnTo>
                    <a:pt x="1782" y="214"/>
                  </a:lnTo>
                  <a:lnTo>
                    <a:pt x="1728" y="187"/>
                  </a:lnTo>
                  <a:lnTo>
                    <a:pt x="1675" y="160"/>
                  </a:lnTo>
                  <a:lnTo>
                    <a:pt x="3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38"/>
            <p:cNvSpPr/>
            <p:nvPr/>
          </p:nvSpPr>
          <p:spPr>
            <a:xfrm>
              <a:off x="7214400" y="1342675"/>
              <a:ext cx="41900" cy="41875"/>
            </a:xfrm>
            <a:custGeom>
              <a:rect b="b" l="l" r="r" t="t"/>
              <a:pathLst>
                <a:path extrusionOk="0" h="1675" w="1676">
                  <a:moveTo>
                    <a:pt x="240" y="0"/>
                  </a:moveTo>
                  <a:lnTo>
                    <a:pt x="160" y="53"/>
                  </a:lnTo>
                  <a:lnTo>
                    <a:pt x="107" y="107"/>
                  </a:lnTo>
                  <a:lnTo>
                    <a:pt x="80" y="186"/>
                  </a:lnTo>
                  <a:lnTo>
                    <a:pt x="107" y="266"/>
                  </a:lnTo>
                  <a:lnTo>
                    <a:pt x="133" y="319"/>
                  </a:lnTo>
                  <a:lnTo>
                    <a:pt x="187" y="372"/>
                  </a:lnTo>
                  <a:lnTo>
                    <a:pt x="266" y="399"/>
                  </a:lnTo>
                  <a:lnTo>
                    <a:pt x="957" y="505"/>
                  </a:lnTo>
                  <a:lnTo>
                    <a:pt x="80" y="1143"/>
                  </a:lnTo>
                  <a:lnTo>
                    <a:pt x="54" y="1196"/>
                  </a:lnTo>
                  <a:lnTo>
                    <a:pt x="27" y="1250"/>
                  </a:lnTo>
                  <a:lnTo>
                    <a:pt x="1" y="1303"/>
                  </a:lnTo>
                  <a:lnTo>
                    <a:pt x="27" y="1356"/>
                  </a:lnTo>
                  <a:lnTo>
                    <a:pt x="54" y="1409"/>
                  </a:lnTo>
                  <a:lnTo>
                    <a:pt x="80" y="1462"/>
                  </a:lnTo>
                  <a:lnTo>
                    <a:pt x="133" y="1489"/>
                  </a:lnTo>
                  <a:lnTo>
                    <a:pt x="187" y="1515"/>
                  </a:lnTo>
                  <a:lnTo>
                    <a:pt x="1462" y="1675"/>
                  </a:lnTo>
                  <a:lnTo>
                    <a:pt x="1489" y="1675"/>
                  </a:lnTo>
                  <a:lnTo>
                    <a:pt x="1569" y="1648"/>
                  </a:lnTo>
                  <a:lnTo>
                    <a:pt x="1622" y="1622"/>
                  </a:lnTo>
                  <a:lnTo>
                    <a:pt x="1675" y="1542"/>
                  </a:lnTo>
                  <a:lnTo>
                    <a:pt x="1675" y="1489"/>
                  </a:lnTo>
                  <a:lnTo>
                    <a:pt x="1675" y="1409"/>
                  </a:lnTo>
                  <a:lnTo>
                    <a:pt x="1649" y="1329"/>
                  </a:lnTo>
                  <a:lnTo>
                    <a:pt x="1595" y="1276"/>
                  </a:lnTo>
                  <a:lnTo>
                    <a:pt x="1516" y="1276"/>
                  </a:lnTo>
                  <a:lnTo>
                    <a:pt x="718" y="1170"/>
                  </a:lnTo>
                  <a:lnTo>
                    <a:pt x="1569" y="505"/>
                  </a:lnTo>
                  <a:lnTo>
                    <a:pt x="1622" y="479"/>
                  </a:lnTo>
                  <a:lnTo>
                    <a:pt x="1649" y="426"/>
                  </a:lnTo>
                  <a:lnTo>
                    <a:pt x="1649" y="372"/>
                  </a:lnTo>
                  <a:lnTo>
                    <a:pt x="1649" y="319"/>
                  </a:lnTo>
                  <a:lnTo>
                    <a:pt x="1622" y="266"/>
                  </a:lnTo>
                  <a:lnTo>
                    <a:pt x="1595" y="213"/>
                  </a:lnTo>
                  <a:lnTo>
                    <a:pt x="1542" y="186"/>
                  </a:lnTo>
                  <a:lnTo>
                    <a:pt x="1489" y="160"/>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2" name="Google Shape;472;p38"/>
          <p:cNvSpPr txBox="1"/>
          <p:nvPr/>
        </p:nvSpPr>
        <p:spPr>
          <a:xfrm>
            <a:off x="3292050" y="689388"/>
            <a:ext cx="2109300" cy="36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b="1" lang="en" sz="1300">
                <a:solidFill>
                  <a:schemeClr val="dk1"/>
                </a:solidFill>
                <a:latin typeface="Jost"/>
                <a:ea typeface="Jost"/>
                <a:cs typeface="Jost"/>
                <a:sym typeface="Jost"/>
              </a:rPr>
              <a:t>Why does sleep matter? </a:t>
            </a:r>
            <a:endParaRPr b="1" sz="1200">
              <a:solidFill>
                <a:schemeClr val="lt1"/>
              </a:solidFill>
              <a:latin typeface="Jost"/>
              <a:ea typeface="Jost"/>
              <a:cs typeface="Jost"/>
              <a:sym typeface="Jost"/>
            </a:endParaRPr>
          </a:p>
        </p:txBody>
      </p:sp>
      <p:sp>
        <p:nvSpPr>
          <p:cNvPr id="473" name="Google Shape;473;p38"/>
          <p:cNvSpPr txBox="1"/>
          <p:nvPr/>
        </p:nvSpPr>
        <p:spPr>
          <a:xfrm>
            <a:off x="3292050" y="1448000"/>
            <a:ext cx="1382700" cy="36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b="1" lang="en" sz="1300">
                <a:solidFill>
                  <a:schemeClr val="dk1"/>
                </a:solidFill>
              </a:rPr>
              <a:t>The Problem</a:t>
            </a:r>
            <a:r>
              <a:rPr lang="en" sz="1300">
                <a:solidFill>
                  <a:schemeClr val="dk1"/>
                </a:solidFill>
              </a:rPr>
              <a:t> </a:t>
            </a:r>
            <a:r>
              <a:rPr lang="en" sz="1300">
                <a:solidFill>
                  <a:schemeClr val="dk1"/>
                </a:solidFill>
              </a:rPr>
              <a:t> </a:t>
            </a:r>
            <a:endParaRPr sz="1200">
              <a:solidFill>
                <a:schemeClr val="lt1"/>
              </a:solidFill>
              <a:latin typeface="Gothic A1"/>
              <a:ea typeface="Gothic A1"/>
              <a:cs typeface="Gothic A1"/>
              <a:sym typeface="Gothic A1"/>
            </a:endParaRPr>
          </a:p>
        </p:txBody>
      </p:sp>
      <p:grpSp>
        <p:nvGrpSpPr>
          <p:cNvPr id="474" name="Google Shape;474;p38"/>
          <p:cNvGrpSpPr/>
          <p:nvPr/>
        </p:nvGrpSpPr>
        <p:grpSpPr>
          <a:xfrm>
            <a:off x="2917146" y="291715"/>
            <a:ext cx="202300" cy="226668"/>
            <a:chOff x="7128000" y="1314750"/>
            <a:chExt cx="247250" cy="263200"/>
          </a:xfrm>
        </p:grpSpPr>
        <p:sp>
          <p:nvSpPr>
            <p:cNvPr id="475" name="Google Shape;475;p38"/>
            <p:cNvSpPr/>
            <p:nvPr/>
          </p:nvSpPr>
          <p:spPr>
            <a:xfrm>
              <a:off x="7128000" y="1330700"/>
              <a:ext cx="247250" cy="247250"/>
            </a:xfrm>
            <a:custGeom>
              <a:rect b="b" l="l" r="r" t="t"/>
              <a:pathLst>
                <a:path extrusionOk="0" h="9890" w="9890">
                  <a:moveTo>
                    <a:pt x="7311" y="665"/>
                  </a:moveTo>
                  <a:lnTo>
                    <a:pt x="7630" y="905"/>
                  </a:lnTo>
                  <a:lnTo>
                    <a:pt x="7922" y="1170"/>
                  </a:lnTo>
                  <a:lnTo>
                    <a:pt x="8215" y="1436"/>
                  </a:lnTo>
                  <a:lnTo>
                    <a:pt x="8454" y="1729"/>
                  </a:lnTo>
                  <a:lnTo>
                    <a:pt x="8666" y="2021"/>
                  </a:lnTo>
                  <a:lnTo>
                    <a:pt x="8879" y="2367"/>
                  </a:lnTo>
                  <a:lnTo>
                    <a:pt x="9039" y="2686"/>
                  </a:lnTo>
                  <a:lnTo>
                    <a:pt x="9198" y="3058"/>
                  </a:lnTo>
                  <a:lnTo>
                    <a:pt x="9304" y="3403"/>
                  </a:lnTo>
                  <a:lnTo>
                    <a:pt x="9384" y="3775"/>
                  </a:lnTo>
                  <a:lnTo>
                    <a:pt x="9464" y="4148"/>
                  </a:lnTo>
                  <a:lnTo>
                    <a:pt x="9490" y="4520"/>
                  </a:lnTo>
                  <a:lnTo>
                    <a:pt x="9490" y="4918"/>
                  </a:lnTo>
                  <a:lnTo>
                    <a:pt x="9437" y="5291"/>
                  </a:lnTo>
                  <a:lnTo>
                    <a:pt x="9384" y="5689"/>
                  </a:lnTo>
                  <a:lnTo>
                    <a:pt x="9278" y="6061"/>
                  </a:lnTo>
                  <a:lnTo>
                    <a:pt x="9145" y="6434"/>
                  </a:lnTo>
                  <a:lnTo>
                    <a:pt x="9012" y="6806"/>
                  </a:lnTo>
                  <a:lnTo>
                    <a:pt x="8826" y="7151"/>
                  </a:lnTo>
                  <a:lnTo>
                    <a:pt x="8613" y="7470"/>
                  </a:lnTo>
                  <a:lnTo>
                    <a:pt x="8374" y="7763"/>
                  </a:lnTo>
                  <a:lnTo>
                    <a:pt x="8135" y="8055"/>
                  </a:lnTo>
                  <a:lnTo>
                    <a:pt x="7842" y="8321"/>
                  </a:lnTo>
                  <a:lnTo>
                    <a:pt x="7550" y="8560"/>
                  </a:lnTo>
                  <a:lnTo>
                    <a:pt x="7231" y="8773"/>
                  </a:lnTo>
                  <a:lnTo>
                    <a:pt x="6912" y="8959"/>
                  </a:lnTo>
                  <a:lnTo>
                    <a:pt x="6567" y="9118"/>
                  </a:lnTo>
                  <a:lnTo>
                    <a:pt x="6221" y="9251"/>
                  </a:lnTo>
                  <a:lnTo>
                    <a:pt x="5849" y="9357"/>
                  </a:lnTo>
                  <a:lnTo>
                    <a:pt x="5477" y="9437"/>
                  </a:lnTo>
                  <a:lnTo>
                    <a:pt x="5078" y="9490"/>
                  </a:lnTo>
                  <a:lnTo>
                    <a:pt x="4387" y="9490"/>
                  </a:lnTo>
                  <a:lnTo>
                    <a:pt x="4068" y="9464"/>
                  </a:lnTo>
                  <a:lnTo>
                    <a:pt x="3775" y="9411"/>
                  </a:lnTo>
                  <a:lnTo>
                    <a:pt x="3483" y="9357"/>
                  </a:lnTo>
                  <a:lnTo>
                    <a:pt x="3217" y="9278"/>
                  </a:lnTo>
                  <a:lnTo>
                    <a:pt x="2925" y="9171"/>
                  </a:lnTo>
                  <a:lnTo>
                    <a:pt x="2659" y="9065"/>
                  </a:lnTo>
                  <a:lnTo>
                    <a:pt x="2393" y="8932"/>
                  </a:lnTo>
                  <a:lnTo>
                    <a:pt x="2127" y="8773"/>
                  </a:lnTo>
                  <a:lnTo>
                    <a:pt x="1888" y="8613"/>
                  </a:lnTo>
                  <a:lnTo>
                    <a:pt x="1649" y="8427"/>
                  </a:lnTo>
                  <a:lnTo>
                    <a:pt x="1436" y="8241"/>
                  </a:lnTo>
                  <a:lnTo>
                    <a:pt x="1224" y="8028"/>
                  </a:lnTo>
                  <a:lnTo>
                    <a:pt x="1011" y="7816"/>
                  </a:lnTo>
                  <a:lnTo>
                    <a:pt x="825" y="7577"/>
                  </a:lnTo>
                  <a:lnTo>
                    <a:pt x="665" y="7337"/>
                  </a:lnTo>
                  <a:lnTo>
                    <a:pt x="1091" y="7470"/>
                  </a:lnTo>
                  <a:lnTo>
                    <a:pt x="1516" y="7550"/>
                  </a:lnTo>
                  <a:lnTo>
                    <a:pt x="1968" y="7603"/>
                  </a:lnTo>
                  <a:lnTo>
                    <a:pt x="2420" y="7630"/>
                  </a:lnTo>
                  <a:lnTo>
                    <a:pt x="2951" y="7603"/>
                  </a:lnTo>
                  <a:lnTo>
                    <a:pt x="3457" y="7523"/>
                  </a:lnTo>
                  <a:lnTo>
                    <a:pt x="3962" y="7390"/>
                  </a:lnTo>
                  <a:lnTo>
                    <a:pt x="4440" y="7204"/>
                  </a:lnTo>
                  <a:lnTo>
                    <a:pt x="4892" y="6992"/>
                  </a:lnTo>
                  <a:lnTo>
                    <a:pt x="5317" y="6726"/>
                  </a:lnTo>
                  <a:lnTo>
                    <a:pt x="5716" y="6434"/>
                  </a:lnTo>
                  <a:lnTo>
                    <a:pt x="6088" y="6115"/>
                  </a:lnTo>
                  <a:lnTo>
                    <a:pt x="6434" y="5742"/>
                  </a:lnTo>
                  <a:lnTo>
                    <a:pt x="6726" y="5344"/>
                  </a:lnTo>
                  <a:lnTo>
                    <a:pt x="6992" y="4892"/>
                  </a:lnTo>
                  <a:lnTo>
                    <a:pt x="7204" y="4440"/>
                  </a:lnTo>
                  <a:lnTo>
                    <a:pt x="7391" y="3961"/>
                  </a:lnTo>
                  <a:lnTo>
                    <a:pt x="7497" y="3483"/>
                  </a:lnTo>
                  <a:lnTo>
                    <a:pt x="7577" y="2951"/>
                  </a:lnTo>
                  <a:lnTo>
                    <a:pt x="7603" y="2420"/>
                  </a:lnTo>
                  <a:lnTo>
                    <a:pt x="7603" y="1968"/>
                  </a:lnTo>
                  <a:lnTo>
                    <a:pt x="7550" y="1543"/>
                  </a:lnTo>
                  <a:lnTo>
                    <a:pt x="7444" y="1091"/>
                  </a:lnTo>
                  <a:lnTo>
                    <a:pt x="7311" y="665"/>
                  </a:lnTo>
                  <a:close/>
                  <a:moveTo>
                    <a:pt x="6859" y="1"/>
                  </a:moveTo>
                  <a:lnTo>
                    <a:pt x="6806" y="27"/>
                  </a:lnTo>
                  <a:lnTo>
                    <a:pt x="6753" y="81"/>
                  </a:lnTo>
                  <a:lnTo>
                    <a:pt x="6726" y="107"/>
                  </a:lnTo>
                  <a:lnTo>
                    <a:pt x="6699" y="187"/>
                  </a:lnTo>
                  <a:lnTo>
                    <a:pt x="6699" y="240"/>
                  </a:lnTo>
                  <a:lnTo>
                    <a:pt x="6726" y="293"/>
                  </a:lnTo>
                  <a:lnTo>
                    <a:pt x="6832" y="559"/>
                  </a:lnTo>
                  <a:lnTo>
                    <a:pt x="6939" y="798"/>
                  </a:lnTo>
                  <a:lnTo>
                    <a:pt x="7098" y="1330"/>
                  </a:lnTo>
                  <a:lnTo>
                    <a:pt x="7178" y="1862"/>
                  </a:lnTo>
                  <a:lnTo>
                    <a:pt x="7204" y="2154"/>
                  </a:lnTo>
                  <a:lnTo>
                    <a:pt x="7204" y="2420"/>
                  </a:lnTo>
                  <a:lnTo>
                    <a:pt x="7178" y="2925"/>
                  </a:lnTo>
                  <a:lnTo>
                    <a:pt x="7125" y="3403"/>
                  </a:lnTo>
                  <a:lnTo>
                    <a:pt x="6992" y="3855"/>
                  </a:lnTo>
                  <a:lnTo>
                    <a:pt x="6832" y="4280"/>
                  </a:lnTo>
                  <a:lnTo>
                    <a:pt x="6620" y="4706"/>
                  </a:lnTo>
                  <a:lnTo>
                    <a:pt x="6380" y="5104"/>
                  </a:lnTo>
                  <a:lnTo>
                    <a:pt x="6115" y="5477"/>
                  </a:lnTo>
                  <a:lnTo>
                    <a:pt x="5796" y="5822"/>
                  </a:lnTo>
                  <a:lnTo>
                    <a:pt x="5450" y="6141"/>
                  </a:lnTo>
                  <a:lnTo>
                    <a:pt x="5105" y="6407"/>
                  </a:lnTo>
                  <a:lnTo>
                    <a:pt x="4706" y="6646"/>
                  </a:lnTo>
                  <a:lnTo>
                    <a:pt x="4281" y="6859"/>
                  </a:lnTo>
                  <a:lnTo>
                    <a:pt x="3829" y="7018"/>
                  </a:lnTo>
                  <a:lnTo>
                    <a:pt x="3377" y="7125"/>
                  </a:lnTo>
                  <a:lnTo>
                    <a:pt x="2898" y="7204"/>
                  </a:lnTo>
                  <a:lnTo>
                    <a:pt x="2420" y="7231"/>
                  </a:lnTo>
                  <a:lnTo>
                    <a:pt x="2127" y="7231"/>
                  </a:lnTo>
                  <a:lnTo>
                    <a:pt x="1862" y="7204"/>
                  </a:lnTo>
                  <a:lnTo>
                    <a:pt x="1330" y="7098"/>
                  </a:lnTo>
                  <a:lnTo>
                    <a:pt x="798" y="6939"/>
                  </a:lnTo>
                  <a:lnTo>
                    <a:pt x="533" y="6859"/>
                  </a:lnTo>
                  <a:lnTo>
                    <a:pt x="293" y="6726"/>
                  </a:lnTo>
                  <a:lnTo>
                    <a:pt x="107" y="6726"/>
                  </a:lnTo>
                  <a:lnTo>
                    <a:pt x="54" y="6779"/>
                  </a:lnTo>
                  <a:lnTo>
                    <a:pt x="28" y="6832"/>
                  </a:lnTo>
                  <a:lnTo>
                    <a:pt x="1" y="6885"/>
                  </a:lnTo>
                  <a:lnTo>
                    <a:pt x="1" y="6939"/>
                  </a:lnTo>
                  <a:lnTo>
                    <a:pt x="28" y="6992"/>
                  </a:lnTo>
                  <a:lnTo>
                    <a:pt x="214" y="7364"/>
                  </a:lnTo>
                  <a:lnTo>
                    <a:pt x="453" y="7709"/>
                  </a:lnTo>
                  <a:lnTo>
                    <a:pt x="692" y="8055"/>
                  </a:lnTo>
                  <a:lnTo>
                    <a:pt x="984" y="8347"/>
                  </a:lnTo>
                  <a:lnTo>
                    <a:pt x="1277" y="8640"/>
                  </a:lnTo>
                  <a:lnTo>
                    <a:pt x="1596" y="8879"/>
                  </a:lnTo>
                  <a:lnTo>
                    <a:pt x="1915" y="9118"/>
                  </a:lnTo>
                  <a:lnTo>
                    <a:pt x="2287" y="9304"/>
                  </a:lnTo>
                  <a:lnTo>
                    <a:pt x="2632" y="9490"/>
                  </a:lnTo>
                  <a:lnTo>
                    <a:pt x="3031" y="9623"/>
                  </a:lnTo>
                  <a:lnTo>
                    <a:pt x="3403" y="9756"/>
                  </a:lnTo>
                  <a:lnTo>
                    <a:pt x="3802" y="9836"/>
                  </a:lnTo>
                  <a:lnTo>
                    <a:pt x="4227" y="9889"/>
                  </a:lnTo>
                  <a:lnTo>
                    <a:pt x="5051" y="9889"/>
                  </a:lnTo>
                  <a:lnTo>
                    <a:pt x="5477" y="9836"/>
                  </a:lnTo>
                  <a:lnTo>
                    <a:pt x="5875" y="9756"/>
                  </a:lnTo>
                  <a:lnTo>
                    <a:pt x="6301" y="9650"/>
                  </a:lnTo>
                  <a:lnTo>
                    <a:pt x="6673" y="9490"/>
                  </a:lnTo>
                  <a:lnTo>
                    <a:pt x="7045" y="9331"/>
                  </a:lnTo>
                  <a:lnTo>
                    <a:pt x="7417" y="9118"/>
                  </a:lnTo>
                  <a:lnTo>
                    <a:pt x="7736" y="8906"/>
                  </a:lnTo>
                  <a:lnTo>
                    <a:pt x="8055" y="8640"/>
                  </a:lnTo>
                  <a:lnTo>
                    <a:pt x="8347" y="8374"/>
                  </a:lnTo>
                  <a:lnTo>
                    <a:pt x="8640" y="8082"/>
                  </a:lnTo>
                  <a:lnTo>
                    <a:pt x="8879" y="7763"/>
                  </a:lnTo>
                  <a:lnTo>
                    <a:pt x="9118" y="7417"/>
                  </a:lnTo>
                  <a:lnTo>
                    <a:pt x="9304" y="7071"/>
                  </a:lnTo>
                  <a:lnTo>
                    <a:pt x="9490" y="6699"/>
                  </a:lnTo>
                  <a:lnTo>
                    <a:pt x="9623" y="6301"/>
                  </a:lnTo>
                  <a:lnTo>
                    <a:pt x="9756" y="5902"/>
                  </a:lnTo>
                  <a:lnTo>
                    <a:pt x="9836" y="5477"/>
                  </a:lnTo>
                  <a:lnTo>
                    <a:pt x="9863" y="5078"/>
                  </a:lnTo>
                  <a:lnTo>
                    <a:pt x="9889" y="4653"/>
                  </a:lnTo>
                  <a:lnTo>
                    <a:pt x="9863" y="4227"/>
                  </a:lnTo>
                  <a:lnTo>
                    <a:pt x="9809" y="3829"/>
                  </a:lnTo>
                  <a:lnTo>
                    <a:pt x="9730" y="3430"/>
                  </a:lnTo>
                  <a:lnTo>
                    <a:pt x="9623" y="3031"/>
                  </a:lnTo>
                  <a:lnTo>
                    <a:pt x="9464" y="2659"/>
                  </a:lnTo>
                  <a:lnTo>
                    <a:pt x="9304" y="2287"/>
                  </a:lnTo>
                  <a:lnTo>
                    <a:pt x="9092" y="1941"/>
                  </a:lnTo>
                  <a:lnTo>
                    <a:pt x="8879" y="1596"/>
                  </a:lnTo>
                  <a:lnTo>
                    <a:pt x="8613" y="1277"/>
                  </a:lnTo>
                  <a:lnTo>
                    <a:pt x="8347" y="984"/>
                  </a:lnTo>
                  <a:lnTo>
                    <a:pt x="8029" y="719"/>
                  </a:lnTo>
                  <a:lnTo>
                    <a:pt x="7710" y="453"/>
                  </a:lnTo>
                  <a:lnTo>
                    <a:pt x="7364" y="240"/>
                  </a:lnTo>
                  <a:lnTo>
                    <a:pt x="6992" y="27"/>
                  </a:lnTo>
                  <a:lnTo>
                    <a:pt x="691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38"/>
            <p:cNvSpPr/>
            <p:nvPr/>
          </p:nvSpPr>
          <p:spPr>
            <a:xfrm>
              <a:off x="7157925" y="1398500"/>
              <a:ext cx="82425" cy="79100"/>
            </a:xfrm>
            <a:custGeom>
              <a:rect b="b" l="l" r="r" t="t"/>
              <a:pathLst>
                <a:path extrusionOk="0" h="3164" w="3297">
                  <a:moveTo>
                    <a:pt x="1648" y="638"/>
                  </a:moveTo>
                  <a:lnTo>
                    <a:pt x="1914" y="1196"/>
                  </a:lnTo>
                  <a:lnTo>
                    <a:pt x="1994" y="1276"/>
                  </a:lnTo>
                  <a:lnTo>
                    <a:pt x="2073" y="1303"/>
                  </a:lnTo>
                  <a:lnTo>
                    <a:pt x="2685" y="1382"/>
                  </a:lnTo>
                  <a:lnTo>
                    <a:pt x="2233" y="1808"/>
                  </a:lnTo>
                  <a:lnTo>
                    <a:pt x="2180" y="1887"/>
                  </a:lnTo>
                  <a:lnTo>
                    <a:pt x="2180" y="1994"/>
                  </a:lnTo>
                  <a:lnTo>
                    <a:pt x="2286" y="2605"/>
                  </a:lnTo>
                  <a:lnTo>
                    <a:pt x="1754" y="2313"/>
                  </a:lnTo>
                  <a:lnTo>
                    <a:pt x="1648" y="2286"/>
                  </a:lnTo>
                  <a:lnTo>
                    <a:pt x="1568" y="2313"/>
                  </a:lnTo>
                  <a:lnTo>
                    <a:pt x="1010" y="2605"/>
                  </a:lnTo>
                  <a:lnTo>
                    <a:pt x="1117" y="1994"/>
                  </a:lnTo>
                  <a:lnTo>
                    <a:pt x="1117" y="1887"/>
                  </a:lnTo>
                  <a:lnTo>
                    <a:pt x="1063" y="1808"/>
                  </a:lnTo>
                  <a:lnTo>
                    <a:pt x="638" y="1382"/>
                  </a:lnTo>
                  <a:lnTo>
                    <a:pt x="1223" y="1303"/>
                  </a:lnTo>
                  <a:lnTo>
                    <a:pt x="1329" y="1276"/>
                  </a:lnTo>
                  <a:lnTo>
                    <a:pt x="1382" y="1196"/>
                  </a:lnTo>
                  <a:lnTo>
                    <a:pt x="1648" y="638"/>
                  </a:lnTo>
                  <a:close/>
                  <a:moveTo>
                    <a:pt x="1648" y="0"/>
                  </a:moveTo>
                  <a:lnTo>
                    <a:pt x="1542" y="27"/>
                  </a:lnTo>
                  <a:lnTo>
                    <a:pt x="1462" y="106"/>
                  </a:lnTo>
                  <a:lnTo>
                    <a:pt x="1063" y="930"/>
                  </a:lnTo>
                  <a:lnTo>
                    <a:pt x="160" y="1063"/>
                  </a:lnTo>
                  <a:lnTo>
                    <a:pt x="80" y="1090"/>
                  </a:lnTo>
                  <a:lnTo>
                    <a:pt x="0" y="1196"/>
                  </a:lnTo>
                  <a:lnTo>
                    <a:pt x="0" y="1303"/>
                  </a:lnTo>
                  <a:lnTo>
                    <a:pt x="53" y="1409"/>
                  </a:lnTo>
                  <a:lnTo>
                    <a:pt x="718" y="2020"/>
                  </a:lnTo>
                  <a:lnTo>
                    <a:pt x="558" y="2924"/>
                  </a:lnTo>
                  <a:lnTo>
                    <a:pt x="558" y="3030"/>
                  </a:lnTo>
                  <a:lnTo>
                    <a:pt x="638" y="3137"/>
                  </a:lnTo>
                  <a:lnTo>
                    <a:pt x="744" y="3163"/>
                  </a:lnTo>
                  <a:lnTo>
                    <a:pt x="851" y="3137"/>
                  </a:lnTo>
                  <a:lnTo>
                    <a:pt x="1648" y="2711"/>
                  </a:lnTo>
                  <a:lnTo>
                    <a:pt x="2472" y="3137"/>
                  </a:lnTo>
                  <a:lnTo>
                    <a:pt x="2578" y="3163"/>
                  </a:lnTo>
                  <a:lnTo>
                    <a:pt x="2658" y="3137"/>
                  </a:lnTo>
                  <a:lnTo>
                    <a:pt x="2738" y="3030"/>
                  </a:lnTo>
                  <a:lnTo>
                    <a:pt x="2738" y="2924"/>
                  </a:lnTo>
                  <a:lnTo>
                    <a:pt x="2605" y="2020"/>
                  </a:lnTo>
                  <a:lnTo>
                    <a:pt x="3243" y="1409"/>
                  </a:lnTo>
                  <a:lnTo>
                    <a:pt x="3296" y="1303"/>
                  </a:lnTo>
                  <a:lnTo>
                    <a:pt x="3296" y="1196"/>
                  </a:lnTo>
                  <a:lnTo>
                    <a:pt x="3243" y="1090"/>
                  </a:lnTo>
                  <a:lnTo>
                    <a:pt x="3137" y="1063"/>
                  </a:lnTo>
                  <a:lnTo>
                    <a:pt x="2233" y="930"/>
                  </a:lnTo>
                  <a:lnTo>
                    <a:pt x="1834" y="106"/>
                  </a:lnTo>
                  <a:lnTo>
                    <a:pt x="1754" y="27"/>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38"/>
            <p:cNvSpPr/>
            <p:nvPr/>
          </p:nvSpPr>
          <p:spPr>
            <a:xfrm>
              <a:off x="7153925" y="1314750"/>
              <a:ext cx="46550" cy="45875"/>
            </a:xfrm>
            <a:custGeom>
              <a:rect b="b" l="l" r="r" t="t"/>
              <a:pathLst>
                <a:path extrusionOk="0" h="1835" w="1862">
                  <a:moveTo>
                    <a:pt x="240" y="1"/>
                  </a:moveTo>
                  <a:lnTo>
                    <a:pt x="187" y="27"/>
                  </a:lnTo>
                  <a:lnTo>
                    <a:pt x="134" y="81"/>
                  </a:lnTo>
                  <a:lnTo>
                    <a:pt x="107" y="160"/>
                  </a:lnTo>
                  <a:lnTo>
                    <a:pt x="107" y="240"/>
                  </a:lnTo>
                  <a:lnTo>
                    <a:pt x="134" y="320"/>
                  </a:lnTo>
                  <a:lnTo>
                    <a:pt x="187" y="373"/>
                  </a:lnTo>
                  <a:lnTo>
                    <a:pt x="266" y="400"/>
                  </a:lnTo>
                  <a:lnTo>
                    <a:pt x="1144" y="506"/>
                  </a:lnTo>
                  <a:lnTo>
                    <a:pt x="80" y="1303"/>
                  </a:lnTo>
                  <a:lnTo>
                    <a:pt x="54" y="1357"/>
                  </a:lnTo>
                  <a:lnTo>
                    <a:pt x="27" y="1410"/>
                  </a:lnTo>
                  <a:lnTo>
                    <a:pt x="1" y="1463"/>
                  </a:lnTo>
                  <a:lnTo>
                    <a:pt x="27" y="1516"/>
                  </a:lnTo>
                  <a:lnTo>
                    <a:pt x="27" y="1569"/>
                  </a:lnTo>
                  <a:lnTo>
                    <a:pt x="80" y="1622"/>
                  </a:lnTo>
                  <a:lnTo>
                    <a:pt x="134" y="1649"/>
                  </a:lnTo>
                  <a:lnTo>
                    <a:pt x="187" y="1649"/>
                  </a:lnTo>
                  <a:lnTo>
                    <a:pt x="1649" y="1835"/>
                  </a:lnTo>
                  <a:lnTo>
                    <a:pt x="1755" y="1835"/>
                  </a:lnTo>
                  <a:lnTo>
                    <a:pt x="1808" y="1782"/>
                  </a:lnTo>
                  <a:lnTo>
                    <a:pt x="1861" y="1729"/>
                  </a:lnTo>
                  <a:lnTo>
                    <a:pt x="1861" y="1649"/>
                  </a:lnTo>
                  <a:lnTo>
                    <a:pt x="1861" y="1569"/>
                  </a:lnTo>
                  <a:lnTo>
                    <a:pt x="1835" y="1516"/>
                  </a:lnTo>
                  <a:lnTo>
                    <a:pt x="1782" y="1463"/>
                  </a:lnTo>
                  <a:lnTo>
                    <a:pt x="1702" y="1436"/>
                  </a:lnTo>
                  <a:lnTo>
                    <a:pt x="718" y="1330"/>
                  </a:lnTo>
                  <a:lnTo>
                    <a:pt x="1755" y="532"/>
                  </a:lnTo>
                  <a:lnTo>
                    <a:pt x="1808" y="479"/>
                  </a:lnTo>
                  <a:lnTo>
                    <a:pt x="1835" y="426"/>
                  </a:lnTo>
                  <a:lnTo>
                    <a:pt x="1835" y="373"/>
                  </a:lnTo>
                  <a:lnTo>
                    <a:pt x="1835" y="320"/>
                  </a:lnTo>
                  <a:lnTo>
                    <a:pt x="1808" y="267"/>
                  </a:lnTo>
                  <a:lnTo>
                    <a:pt x="1782" y="214"/>
                  </a:lnTo>
                  <a:lnTo>
                    <a:pt x="1728" y="187"/>
                  </a:lnTo>
                  <a:lnTo>
                    <a:pt x="1675" y="160"/>
                  </a:lnTo>
                  <a:lnTo>
                    <a:pt x="3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38"/>
            <p:cNvSpPr/>
            <p:nvPr/>
          </p:nvSpPr>
          <p:spPr>
            <a:xfrm>
              <a:off x="7214400" y="1342675"/>
              <a:ext cx="41900" cy="41875"/>
            </a:xfrm>
            <a:custGeom>
              <a:rect b="b" l="l" r="r" t="t"/>
              <a:pathLst>
                <a:path extrusionOk="0" h="1675" w="1676">
                  <a:moveTo>
                    <a:pt x="240" y="0"/>
                  </a:moveTo>
                  <a:lnTo>
                    <a:pt x="160" y="53"/>
                  </a:lnTo>
                  <a:lnTo>
                    <a:pt x="107" y="107"/>
                  </a:lnTo>
                  <a:lnTo>
                    <a:pt x="80" y="186"/>
                  </a:lnTo>
                  <a:lnTo>
                    <a:pt x="107" y="266"/>
                  </a:lnTo>
                  <a:lnTo>
                    <a:pt x="133" y="319"/>
                  </a:lnTo>
                  <a:lnTo>
                    <a:pt x="187" y="372"/>
                  </a:lnTo>
                  <a:lnTo>
                    <a:pt x="266" y="399"/>
                  </a:lnTo>
                  <a:lnTo>
                    <a:pt x="957" y="505"/>
                  </a:lnTo>
                  <a:lnTo>
                    <a:pt x="80" y="1143"/>
                  </a:lnTo>
                  <a:lnTo>
                    <a:pt x="54" y="1196"/>
                  </a:lnTo>
                  <a:lnTo>
                    <a:pt x="27" y="1250"/>
                  </a:lnTo>
                  <a:lnTo>
                    <a:pt x="1" y="1303"/>
                  </a:lnTo>
                  <a:lnTo>
                    <a:pt x="27" y="1356"/>
                  </a:lnTo>
                  <a:lnTo>
                    <a:pt x="54" y="1409"/>
                  </a:lnTo>
                  <a:lnTo>
                    <a:pt x="80" y="1462"/>
                  </a:lnTo>
                  <a:lnTo>
                    <a:pt x="133" y="1489"/>
                  </a:lnTo>
                  <a:lnTo>
                    <a:pt x="187" y="1515"/>
                  </a:lnTo>
                  <a:lnTo>
                    <a:pt x="1462" y="1675"/>
                  </a:lnTo>
                  <a:lnTo>
                    <a:pt x="1489" y="1675"/>
                  </a:lnTo>
                  <a:lnTo>
                    <a:pt x="1569" y="1648"/>
                  </a:lnTo>
                  <a:lnTo>
                    <a:pt x="1622" y="1622"/>
                  </a:lnTo>
                  <a:lnTo>
                    <a:pt x="1675" y="1542"/>
                  </a:lnTo>
                  <a:lnTo>
                    <a:pt x="1675" y="1489"/>
                  </a:lnTo>
                  <a:lnTo>
                    <a:pt x="1675" y="1409"/>
                  </a:lnTo>
                  <a:lnTo>
                    <a:pt x="1649" y="1329"/>
                  </a:lnTo>
                  <a:lnTo>
                    <a:pt x="1595" y="1276"/>
                  </a:lnTo>
                  <a:lnTo>
                    <a:pt x="1516" y="1276"/>
                  </a:lnTo>
                  <a:lnTo>
                    <a:pt x="718" y="1170"/>
                  </a:lnTo>
                  <a:lnTo>
                    <a:pt x="1569" y="505"/>
                  </a:lnTo>
                  <a:lnTo>
                    <a:pt x="1622" y="479"/>
                  </a:lnTo>
                  <a:lnTo>
                    <a:pt x="1649" y="426"/>
                  </a:lnTo>
                  <a:lnTo>
                    <a:pt x="1649" y="372"/>
                  </a:lnTo>
                  <a:lnTo>
                    <a:pt x="1649" y="319"/>
                  </a:lnTo>
                  <a:lnTo>
                    <a:pt x="1622" y="266"/>
                  </a:lnTo>
                  <a:lnTo>
                    <a:pt x="1595" y="213"/>
                  </a:lnTo>
                  <a:lnTo>
                    <a:pt x="1542" y="186"/>
                  </a:lnTo>
                  <a:lnTo>
                    <a:pt x="1489" y="160"/>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9" name="Google Shape;479;p38"/>
          <p:cNvSpPr txBox="1"/>
          <p:nvPr/>
        </p:nvSpPr>
        <p:spPr>
          <a:xfrm>
            <a:off x="3291840" y="1908675"/>
            <a:ext cx="4654500" cy="36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 sz="1300">
                <a:solidFill>
                  <a:schemeClr val="lt1"/>
                </a:solidFill>
                <a:latin typeface="Jost"/>
                <a:ea typeface="Jost"/>
                <a:cs typeface="Jost"/>
                <a:sym typeface="Jost"/>
              </a:rPr>
              <a:t>Lack of understanding about what shapes sleep duration.</a:t>
            </a:r>
            <a:endParaRPr sz="1300">
              <a:solidFill>
                <a:schemeClr val="lt1"/>
              </a:solidFill>
              <a:latin typeface="Jost"/>
              <a:ea typeface="Jost"/>
              <a:cs typeface="Jost"/>
              <a:sym typeface="Jost"/>
            </a:endParaRPr>
          </a:p>
          <a:p>
            <a:pPr indent="0" lvl="0" marL="0" rtl="0" algn="l">
              <a:lnSpc>
                <a:spcPct val="115000"/>
              </a:lnSpc>
              <a:spcBef>
                <a:spcPts val="1200"/>
              </a:spcBef>
              <a:spcAft>
                <a:spcPts val="0"/>
              </a:spcAft>
              <a:buNone/>
            </a:pPr>
            <a:r>
              <a:t/>
            </a:r>
            <a:endParaRPr sz="1300">
              <a:solidFill>
                <a:schemeClr val="dk1"/>
              </a:solidFill>
            </a:endParaRPr>
          </a:p>
          <a:p>
            <a:pPr indent="0" lvl="0" marL="0" rtl="0" algn="l">
              <a:lnSpc>
                <a:spcPct val="115000"/>
              </a:lnSpc>
              <a:spcBef>
                <a:spcPts val="1200"/>
              </a:spcBef>
              <a:spcAft>
                <a:spcPts val="1200"/>
              </a:spcAft>
              <a:buNone/>
            </a:pPr>
            <a:r>
              <a:t/>
            </a:r>
            <a:endParaRPr sz="1200">
              <a:solidFill>
                <a:schemeClr val="lt1"/>
              </a:solidFill>
              <a:latin typeface="Gothic A1"/>
              <a:ea typeface="Gothic A1"/>
              <a:cs typeface="Gothic A1"/>
              <a:sym typeface="Gothic A1"/>
            </a:endParaRPr>
          </a:p>
        </p:txBody>
      </p:sp>
      <p:sp>
        <p:nvSpPr>
          <p:cNvPr id="480" name="Google Shape;480;p38"/>
          <p:cNvSpPr txBox="1"/>
          <p:nvPr/>
        </p:nvSpPr>
        <p:spPr>
          <a:xfrm>
            <a:off x="3291840" y="3112688"/>
            <a:ext cx="1616700" cy="36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b="1" lang="en" sz="1300">
                <a:solidFill>
                  <a:schemeClr val="dk1"/>
                </a:solidFill>
              </a:rPr>
              <a:t>Our Hypothesis</a:t>
            </a:r>
            <a:r>
              <a:rPr b="1" lang="en" sz="1300">
                <a:solidFill>
                  <a:schemeClr val="dk1"/>
                </a:solidFill>
              </a:rPr>
              <a:t> </a:t>
            </a:r>
            <a:endParaRPr b="1" sz="1200">
              <a:solidFill>
                <a:schemeClr val="dk1"/>
              </a:solidFill>
              <a:latin typeface="Gothic A1"/>
              <a:ea typeface="Gothic A1"/>
              <a:cs typeface="Gothic A1"/>
              <a:sym typeface="Gothic A1"/>
            </a:endParaRPr>
          </a:p>
        </p:txBody>
      </p:sp>
      <p:sp>
        <p:nvSpPr>
          <p:cNvPr id="481" name="Google Shape;481;p38"/>
          <p:cNvSpPr/>
          <p:nvPr/>
        </p:nvSpPr>
        <p:spPr>
          <a:xfrm>
            <a:off x="3298225" y="946425"/>
            <a:ext cx="1951800" cy="365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300">
                <a:solidFill>
                  <a:schemeClr val="lt1"/>
                </a:solidFill>
                <a:latin typeface="Jost"/>
                <a:ea typeface="Jost"/>
                <a:cs typeface="Jost"/>
                <a:sym typeface="Jost"/>
              </a:rPr>
              <a:t>Health &amp; Wellness</a:t>
            </a:r>
            <a:endParaRPr sz="1300">
              <a:latin typeface="Jost"/>
              <a:ea typeface="Jost"/>
              <a:cs typeface="Jost"/>
              <a:sym typeface="Jost"/>
            </a:endParaRPr>
          </a:p>
        </p:txBody>
      </p:sp>
      <p:sp>
        <p:nvSpPr>
          <p:cNvPr id="482" name="Google Shape;482;p38"/>
          <p:cNvSpPr txBox="1"/>
          <p:nvPr/>
        </p:nvSpPr>
        <p:spPr>
          <a:xfrm>
            <a:off x="5250125" y="1453188"/>
            <a:ext cx="3220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200">
              <a:solidFill>
                <a:schemeClr val="lt1"/>
              </a:solidFill>
              <a:latin typeface="Gothic A1"/>
              <a:ea typeface="Gothic A1"/>
              <a:cs typeface="Gothic A1"/>
              <a:sym typeface="Gothic A1"/>
            </a:endParaRPr>
          </a:p>
        </p:txBody>
      </p:sp>
      <p:sp>
        <p:nvSpPr>
          <p:cNvPr id="483" name="Google Shape;483;p38"/>
          <p:cNvSpPr txBox="1"/>
          <p:nvPr/>
        </p:nvSpPr>
        <p:spPr>
          <a:xfrm>
            <a:off x="3291840" y="1676725"/>
            <a:ext cx="3308100" cy="36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lang="en" sz="1300">
                <a:solidFill>
                  <a:schemeClr val="lt1"/>
                </a:solidFill>
                <a:latin typeface="Jost"/>
                <a:ea typeface="Jost"/>
                <a:cs typeface="Jost"/>
                <a:sym typeface="Jost"/>
              </a:rPr>
              <a:t>Many struggle to get enough sleep</a:t>
            </a:r>
            <a:r>
              <a:rPr lang="en" sz="1300">
                <a:solidFill>
                  <a:schemeClr val="lt1"/>
                </a:solidFill>
                <a:latin typeface="Jost"/>
                <a:ea typeface="Jost"/>
                <a:cs typeface="Jost"/>
                <a:sym typeface="Jost"/>
              </a:rPr>
              <a:t>.</a:t>
            </a:r>
            <a:endParaRPr sz="1200">
              <a:solidFill>
                <a:schemeClr val="lt1"/>
              </a:solidFill>
              <a:latin typeface="Jost"/>
              <a:ea typeface="Jost"/>
              <a:cs typeface="Jost"/>
              <a:sym typeface="Jost"/>
            </a:endParaRPr>
          </a:p>
        </p:txBody>
      </p:sp>
      <p:grpSp>
        <p:nvGrpSpPr>
          <p:cNvPr id="484" name="Google Shape;484;p38"/>
          <p:cNvGrpSpPr/>
          <p:nvPr/>
        </p:nvGrpSpPr>
        <p:grpSpPr>
          <a:xfrm rot="-4728572">
            <a:off x="1602960" y="4775545"/>
            <a:ext cx="202314" cy="226659"/>
            <a:chOff x="7128000" y="1314750"/>
            <a:chExt cx="247250" cy="263200"/>
          </a:xfrm>
        </p:grpSpPr>
        <p:sp>
          <p:nvSpPr>
            <p:cNvPr id="485" name="Google Shape;485;p38"/>
            <p:cNvSpPr/>
            <p:nvPr/>
          </p:nvSpPr>
          <p:spPr>
            <a:xfrm>
              <a:off x="7128000" y="1330700"/>
              <a:ext cx="247250" cy="247250"/>
            </a:xfrm>
            <a:custGeom>
              <a:rect b="b" l="l" r="r" t="t"/>
              <a:pathLst>
                <a:path extrusionOk="0" h="9890" w="9890">
                  <a:moveTo>
                    <a:pt x="7311" y="665"/>
                  </a:moveTo>
                  <a:lnTo>
                    <a:pt x="7630" y="905"/>
                  </a:lnTo>
                  <a:lnTo>
                    <a:pt x="7922" y="1170"/>
                  </a:lnTo>
                  <a:lnTo>
                    <a:pt x="8215" y="1436"/>
                  </a:lnTo>
                  <a:lnTo>
                    <a:pt x="8454" y="1729"/>
                  </a:lnTo>
                  <a:lnTo>
                    <a:pt x="8666" y="2021"/>
                  </a:lnTo>
                  <a:lnTo>
                    <a:pt x="8879" y="2367"/>
                  </a:lnTo>
                  <a:lnTo>
                    <a:pt x="9039" y="2686"/>
                  </a:lnTo>
                  <a:lnTo>
                    <a:pt x="9198" y="3058"/>
                  </a:lnTo>
                  <a:lnTo>
                    <a:pt x="9304" y="3403"/>
                  </a:lnTo>
                  <a:lnTo>
                    <a:pt x="9384" y="3775"/>
                  </a:lnTo>
                  <a:lnTo>
                    <a:pt x="9464" y="4148"/>
                  </a:lnTo>
                  <a:lnTo>
                    <a:pt x="9490" y="4520"/>
                  </a:lnTo>
                  <a:lnTo>
                    <a:pt x="9490" y="4918"/>
                  </a:lnTo>
                  <a:lnTo>
                    <a:pt x="9437" y="5291"/>
                  </a:lnTo>
                  <a:lnTo>
                    <a:pt x="9384" y="5689"/>
                  </a:lnTo>
                  <a:lnTo>
                    <a:pt x="9278" y="6061"/>
                  </a:lnTo>
                  <a:lnTo>
                    <a:pt x="9145" y="6434"/>
                  </a:lnTo>
                  <a:lnTo>
                    <a:pt x="9012" y="6806"/>
                  </a:lnTo>
                  <a:lnTo>
                    <a:pt x="8826" y="7151"/>
                  </a:lnTo>
                  <a:lnTo>
                    <a:pt x="8613" y="7470"/>
                  </a:lnTo>
                  <a:lnTo>
                    <a:pt x="8374" y="7763"/>
                  </a:lnTo>
                  <a:lnTo>
                    <a:pt x="8135" y="8055"/>
                  </a:lnTo>
                  <a:lnTo>
                    <a:pt x="7842" y="8321"/>
                  </a:lnTo>
                  <a:lnTo>
                    <a:pt x="7550" y="8560"/>
                  </a:lnTo>
                  <a:lnTo>
                    <a:pt x="7231" y="8773"/>
                  </a:lnTo>
                  <a:lnTo>
                    <a:pt x="6912" y="8959"/>
                  </a:lnTo>
                  <a:lnTo>
                    <a:pt x="6567" y="9118"/>
                  </a:lnTo>
                  <a:lnTo>
                    <a:pt x="6221" y="9251"/>
                  </a:lnTo>
                  <a:lnTo>
                    <a:pt x="5849" y="9357"/>
                  </a:lnTo>
                  <a:lnTo>
                    <a:pt x="5477" y="9437"/>
                  </a:lnTo>
                  <a:lnTo>
                    <a:pt x="5078" y="9490"/>
                  </a:lnTo>
                  <a:lnTo>
                    <a:pt x="4387" y="9490"/>
                  </a:lnTo>
                  <a:lnTo>
                    <a:pt x="4068" y="9464"/>
                  </a:lnTo>
                  <a:lnTo>
                    <a:pt x="3775" y="9411"/>
                  </a:lnTo>
                  <a:lnTo>
                    <a:pt x="3483" y="9357"/>
                  </a:lnTo>
                  <a:lnTo>
                    <a:pt x="3217" y="9278"/>
                  </a:lnTo>
                  <a:lnTo>
                    <a:pt x="2925" y="9171"/>
                  </a:lnTo>
                  <a:lnTo>
                    <a:pt x="2659" y="9065"/>
                  </a:lnTo>
                  <a:lnTo>
                    <a:pt x="2393" y="8932"/>
                  </a:lnTo>
                  <a:lnTo>
                    <a:pt x="2127" y="8773"/>
                  </a:lnTo>
                  <a:lnTo>
                    <a:pt x="1888" y="8613"/>
                  </a:lnTo>
                  <a:lnTo>
                    <a:pt x="1649" y="8427"/>
                  </a:lnTo>
                  <a:lnTo>
                    <a:pt x="1436" y="8241"/>
                  </a:lnTo>
                  <a:lnTo>
                    <a:pt x="1224" y="8028"/>
                  </a:lnTo>
                  <a:lnTo>
                    <a:pt x="1011" y="7816"/>
                  </a:lnTo>
                  <a:lnTo>
                    <a:pt x="825" y="7577"/>
                  </a:lnTo>
                  <a:lnTo>
                    <a:pt x="665" y="7337"/>
                  </a:lnTo>
                  <a:lnTo>
                    <a:pt x="1091" y="7470"/>
                  </a:lnTo>
                  <a:lnTo>
                    <a:pt x="1516" y="7550"/>
                  </a:lnTo>
                  <a:lnTo>
                    <a:pt x="1968" y="7603"/>
                  </a:lnTo>
                  <a:lnTo>
                    <a:pt x="2420" y="7630"/>
                  </a:lnTo>
                  <a:lnTo>
                    <a:pt x="2951" y="7603"/>
                  </a:lnTo>
                  <a:lnTo>
                    <a:pt x="3457" y="7523"/>
                  </a:lnTo>
                  <a:lnTo>
                    <a:pt x="3962" y="7390"/>
                  </a:lnTo>
                  <a:lnTo>
                    <a:pt x="4440" y="7204"/>
                  </a:lnTo>
                  <a:lnTo>
                    <a:pt x="4892" y="6992"/>
                  </a:lnTo>
                  <a:lnTo>
                    <a:pt x="5317" y="6726"/>
                  </a:lnTo>
                  <a:lnTo>
                    <a:pt x="5716" y="6434"/>
                  </a:lnTo>
                  <a:lnTo>
                    <a:pt x="6088" y="6115"/>
                  </a:lnTo>
                  <a:lnTo>
                    <a:pt x="6434" y="5742"/>
                  </a:lnTo>
                  <a:lnTo>
                    <a:pt x="6726" y="5344"/>
                  </a:lnTo>
                  <a:lnTo>
                    <a:pt x="6992" y="4892"/>
                  </a:lnTo>
                  <a:lnTo>
                    <a:pt x="7204" y="4440"/>
                  </a:lnTo>
                  <a:lnTo>
                    <a:pt x="7391" y="3961"/>
                  </a:lnTo>
                  <a:lnTo>
                    <a:pt x="7497" y="3483"/>
                  </a:lnTo>
                  <a:lnTo>
                    <a:pt x="7577" y="2951"/>
                  </a:lnTo>
                  <a:lnTo>
                    <a:pt x="7603" y="2420"/>
                  </a:lnTo>
                  <a:lnTo>
                    <a:pt x="7603" y="1968"/>
                  </a:lnTo>
                  <a:lnTo>
                    <a:pt x="7550" y="1543"/>
                  </a:lnTo>
                  <a:lnTo>
                    <a:pt x="7444" y="1091"/>
                  </a:lnTo>
                  <a:lnTo>
                    <a:pt x="7311" y="665"/>
                  </a:lnTo>
                  <a:close/>
                  <a:moveTo>
                    <a:pt x="6859" y="1"/>
                  </a:moveTo>
                  <a:lnTo>
                    <a:pt x="6806" y="27"/>
                  </a:lnTo>
                  <a:lnTo>
                    <a:pt x="6753" y="81"/>
                  </a:lnTo>
                  <a:lnTo>
                    <a:pt x="6726" y="107"/>
                  </a:lnTo>
                  <a:lnTo>
                    <a:pt x="6699" y="187"/>
                  </a:lnTo>
                  <a:lnTo>
                    <a:pt x="6699" y="240"/>
                  </a:lnTo>
                  <a:lnTo>
                    <a:pt x="6726" y="293"/>
                  </a:lnTo>
                  <a:lnTo>
                    <a:pt x="6832" y="559"/>
                  </a:lnTo>
                  <a:lnTo>
                    <a:pt x="6939" y="798"/>
                  </a:lnTo>
                  <a:lnTo>
                    <a:pt x="7098" y="1330"/>
                  </a:lnTo>
                  <a:lnTo>
                    <a:pt x="7178" y="1862"/>
                  </a:lnTo>
                  <a:lnTo>
                    <a:pt x="7204" y="2154"/>
                  </a:lnTo>
                  <a:lnTo>
                    <a:pt x="7204" y="2420"/>
                  </a:lnTo>
                  <a:lnTo>
                    <a:pt x="7178" y="2925"/>
                  </a:lnTo>
                  <a:lnTo>
                    <a:pt x="7125" y="3403"/>
                  </a:lnTo>
                  <a:lnTo>
                    <a:pt x="6992" y="3855"/>
                  </a:lnTo>
                  <a:lnTo>
                    <a:pt x="6832" y="4280"/>
                  </a:lnTo>
                  <a:lnTo>
                    <a:pt x="6620" y="4706"/>
                  </a:lnTo>
                  <a:lnTo>
                    <a:pt x="6380" y="5104"/>
                  </a:lnTo>
                  <a:lnTo>
                    <a:pt x="6115" y="5477"/>
                  </a:lnTo>
                  <a:lnTo>
                    <a:pt x="5796" y="5822"/>
                  </a:lnTo>
                  <a:lnTo>
                    <a:pt x="5450" y="6141"/>
                  </a:lnTo>
                  <a:lnTo>
                    <a:pt x="5105" y="6407"/>
                  </a:lnTo>
                  <a:lnTo>
                    <a:pt x="4706" y="6646"/>
                  </a:lnTo>
                  <a:lnTo>
                    <a:pt x="4281" y="6859"/>
                  </a:lnTo>
                  <a:lnTo>
                    <a:pt x="3829" y="7018"/>
                  </a:lnTo>
                  <a:lnTo>
                    <a:pt x="3377" y="7125"/>
                  </a:lnTo>
                  <a:lnTo>
                    <a:pt x="2898" y="7204"/>
                  </a:lnTo>
                  <a:lnTo>
                    <a:pt x="2420" y="7231"/>
                  </a:lnTo>
                  <a:lnTo>
                    <a:pt x="2127" y="7231"/>
                  </a:lnTo>
                  <a:lnTo>
                    <a:pt x="1862" y="7204"/>
                  </a:lnTo>
                  <a:lnTo>
                    <a:pt x="1330" y="7098"/>
                  </a:lnTo>
                  <a:lnTo>
                    <a:pt x="798" y="6939"/>
                  </a:lnTo>
                  <a:lnTo>
                    <a:pt x="533" y="6859"/>
                  </a:lnTo>
                  <a:lnTo>
                    <a:pt x="293" y="6726"/>
                  </a:lnTo>
                  <a:lnTo>
                    <a:pt x="107" y="6726"/>
                  </a:lnTo>
                  <a:lnTo>
                    <a:pt x="54" y="6779"/>
                  </a:lnTo>
                  <a:lnTo>
                    <a:pt x="28" y="6832"/>
                  </a:lnTo>
                  <a:lnTo>
                    <a:pt x="1" y="6885"/>
                  </a:lnTo>
                  <a:lnTo>
                    <a:pt x="1" y="6939"/>
                  </a:lnTo>
                  <a:lnTo>
                    <a:pt x="28" y="6992"/>
                  </a:lnTo>
                  <a:lnTo>
                    <a:pt x="214" y="7364"/>
                  </a:lnTo>
                  <a:lnTo>
                    <a:pt x="453" y="7709"/>
                  </a:lnTo>
                  <a:lnTo>
                    <a:pt x="692" y="8055"/>
                  </a:lnTo>
                  <a:lnTo>
                    <a:pt x="984" y="8347"/>
                  </a:lnTo>
                  <a:lnTo>
                    <a:pt x="1277" y="8640"/>
                  </a:lnTo>
                  <a:lnTo>
                    <a:pt x="1596" y="8879"/>
                  </a:lnTo>
                  <a:lnTo>
                    <a:pt x="1915" y="9118"/>
                  </a:lnTo>
                  <a:lnTo>
                    <a:pt x="2287" y="9304"/>
                  </a:lnTo>
                  <a:lnTo>
                    <a:pt x="2632" y="9490"/>
                  </a:lnTo>
                  <a:lnTo>
                    <a:pt x="3031" y="9623"/>
                  </a:lnTo>
                  <a:lnTo>
                    <a:pt x="3403" y="9756"/>
                  </a:lnTo>
                  <a:lnTo>
                    <a:pt x="3802" y="9836"/>
                  </a:lnTo>
                  <a:lnTo>
                    <a:pt x="4227" y="9889"/>
                  </a:lnTo>
                  <a:lnTo>
                    <a:pt x="5051" y="9889"/>
                  </a:lnTo>
                  <a:lnTo>
                    <a:pt x="5477" y="9836"/>
                  </a:lnTo>
                  <a:lnTo>
                    <a:pt x="5875" y="9756"/>
                  </a:lnTo>
                  <a:lnTo>
                    <a:pt x="6301" y="9650"/>
                  </a:lnTo>
                  <a:lnTo>
                    <a:pt x="6673" y="9490"/>
                  </a:lnTo>
                  <a:lnTo>
                    <a:pt x="7045" y="9331"/>
                  </a:lnTo>
                  <a:lnTo>
                    <a:pt x="7417" y="9118"/>
                  </a:lnTo>
                  <a:lnTo>
                    <a:pt x="7736" y="8906"/>
                  </a:lnTo>
                  <a:lnTo>
                    <a:pt x="8055" y="8640"/>
                  </a:lnTo>
                  <a:lnTo>
                    <a:pt x="8347" y="8374"/>
                  </a:lnTo>
                  <a:lnTo>
                    <a:pt x="8640" y="8082"/>
                  </a:lnTo>
                  <a:lnTo>
                    <a:pt x="8879" y="7763"/>
                  </a:lnTo>
                  <a:lnTo>
                    <a:pt x="9118" y="7417"/>
                  </a:lnTo>
                  <a:lnTo>
                    <a:pt x="9304" y="7071"/>
                  </a:lnTo>
                  <a:lnTo>
                    <a:pt x="9490" y="6699"/>
                  </a:lnTo>
                  <a:lnTo>
                    <a:pt x="9623" y="6301"/>
                  </a:lnTo>
                  <a:lnTo>
                    <a:pt x="9756" y="5902"/>
                  </a:lnTo>
                  <a:lnTo>
                    <a:pt x="9836" y="5477"/>
                  </a:lnTo>
                  <a:lnTo>
                    <a:pt x="9863" y="5078"/>
                  </a:lnTo>
                  <a:lnTo>
                    <a:pt x="9889" y="4653"/>
                  </a:lnTo>
                  <a:lnTo>
                    <a:pt x="9863" y="4227"/>
                  </a:lnTo>
                  <a:lnTo>
                    <a:pt x="9809" y="3829"/>
                  </a:lnTo>
                  <a:lnTo>
                    <a:pt x="9730" y="3430"/>
                  </a:lnTo>
                  <a:lnTo>
                    <a:pt x="9623" y="3031"/>
                  </a:lnTo>
                  <a:lnTo>
                    <a:pt x="9464" y="2659"/>
                  </a:lnTo>
                  <a:lnTo>
                    <a:pt x="9304" y="2287"/>
                  </a:lnTo>
                  <a:lnTo>
                    <a:pt x="9092" y="1941"/>
                  </a:lnTo>
                  <a:lnTo>
                    <a:pt x="8879" y="1596"/>
                  </a:lnTo>
                  <a:lnTo>
                    <a:pt x="8613" y="1277"/>
                  </a:lnTo>
                  <a:lnTo>
                    <a:pt x="8347" y="984"/>
                  </a:lnTo>
                  <a:lnTo>
                    <a:pt x="8029" y="719"/>
                  </a:lnTo>
                  <a:lnTo>
                    <a:pt x="7710" y="453"/>
                  </a:lnTo>
                  <a:lnTo>
                    <a:pt x="7364" y="240"/>
                  </a:lnTo>
                  <a:lnTo>
                    <a:pt x="6992" y="27"/>
                  </a:lnTo>
                  <a:lnTo>
                    <a:pt x="691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38"/>
            <p:cNvSpPr/>
            <p:nvPr/>
          </p:nvSpPr>
          <p:spPr>
            <a:xfrm>
              <a:off x="7153925" y="1314750"/>
              <a:ext cx="46550" cy="45875"/>
            </a:xfrm>
            <a:custGeom>
              <a:rect b="b" l="l" r="r" t="t"/>
              <a:pathLst>
                <a:path extrusionOk="0" h="1835" w="1862">
                  <a:moveTo>
                    <a:pt x="240" y="1"/>
                  </a:moveTo>
                  <a:lnTo>
                    <a:pt x="187" y="27"/>
                  </a:lnTo>
                  <a:lnTo>
                    <a:pt x="134" y="81"/>
                  </a:lnTo>
                  <a:lnTo>
                    <a:pt x="107" y="160"/>
                  </a:lnTo>
                  <a:lnTo>
                    <a:pt x="107" y="240"/>
                  </a:lnTo>
                  <a:lnTo>
                    <a:pt x="134" y="320"/>
                  </a:lnTo>
                  <a:lnTo>
                    <a:pt x="187" y="373"/>
                  </a:lnTo>
                  <a:lnTo>
                    <a:pt x="266" y="400"/>
                  </a:lnTo>
                  <a:lnTo>
                    <a:pt x="1144" y="506"/>
                  </a:lnTo>
                  <a:lnTo>
                    <a:pt x="80" y="1303"/>
                  </a:lnTo>
                  <a:lnTo>
                    <a:pt x="54" y="1357"/>
                  </a:lnTo>
                  <a:lnTo>
                    <a:pt x="27" y="1410"/>
                  </a:lnTo>
                  <a:lnTo>
                    <a:pt x="1" y="1463"/>
                  </a:lnTo>
                  <a:lnTo>
                    <a:pt x="27" y="1516"/>
                  </a:lnTo>
                  <a:lnTo>
                    <a:pt x="27" y="1569"/>
                  </a:lnTo>
                  <a:lnTo>
                    <a:pt x="80" y="1622"/>
                  </a:lnTo>
                  <a:lnTo>
                    <a:pt x="134" y="1649"/>
                  </a:lnTo>
                  <a:lnTo>
                    <a:pt x="187" y="1649"/>
                  </a:lnTo>
                  <a:lnTo>
                    <a:pt x="1649" y="1835"/>
                  </a:lnTo>
                  <a:lnTo>
                    <a:pt x="1755" y="1835"/>
                  </a:lnTo>
                  <a:lnTo>
                    <a:pt x="1808" y="1782"/>
                  </a:lnTo>
                  <a:lnTo>
                    <a:pt x="1861" y="1729"/>
                  </a:lnTo>
                  <a:lnTo>
                    <a:pt x="1861" y="1649"/>
                  </a:lnTo>
                  <a:lnTo>
                    <a:pt x="1861" y="1569"/>
                  </a:lnTo>
                  <a:lnTo>
                    <a:pt x="1835" y="1516"/>
                  </a:lnTo>
                  <a:lnTo>
                    <a:pt x="1782" y="1463"/>
                  </a:lnTo>
                  <a:lnTo>
                    <a:pt x="1702" y="1436"/>
                  </a:lnTo>
                  <a:lnTo>
                    <a:pt x="718" y="1330"/>
                  </a:lnTo>
                  <a:lnTo>
                    <a:pt x="1755" y="532"/>
                  </a:lnTo>
                  <a:lnTo>
                    <a:pt x="1808" y="479"/>
                  </a:lnTo>
                  <a:lnTo>
                    <a:pt x="1835" y="426"/>
                  </a:lnTo>
                  <a:lnTo>
                    <a:pt x="1835" y="373"/>
                  </a:lnTo>
                  <a:lnTo>
                    <a:pt x="1835" y="320"/>
                  </a:lnTo>
                  <a:lnTo>
                    <a:pt x="1808" y="267"/>
                  </a:lnTo>
                  <a:lnTo>
                    <a:pt x="1782" y="214"/>
                  </a:lnTo>
                  <a:lnTo>
                    <a:pt x="1728" y="187"/>
                  </a:lnTo>
                  <a:lnTo>
                    <a:pt x="1675" y="160"/>
                  </a:lnTo>
                  <a:lnTo>
                    <a:pt x="3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38"/>
            <p:cNvSpPr/>
            <p:nvPr/>
          </p:nvSpPr>
          <p:spPr>
            <a:xfrm>
              <a:off x="7214400" y="1342675"/>
              <a:ext cx="41900" cy="41875"/>
            </a:xfrm>
            <a:custGeom>
              <a:rect b="b" l="l" r="r" t="t"/>
              <a:pathLst>
                <a:path extrusionOk="0" h="1675" w="1676">
                  <a:moveTo>
                    <a:pt x="240" y="0"/>
                  </a:moveTo>
                  <a:lnTo>
                    <a:pt x="160" y="53"/>
                  </a:lnTo>
                  <a:lnTo>
                    <a:pt x="107" y="107"/>
                  </a:lnTo>
                  <a:lnTo>
                    <a:pt x="80" y="186"/>
                  </a:lnTo>
                  <a:lnTo>
                    <a:pt x="107" y="266"/>
                  </a:lnTo>
                  <a:lnTo>
                    <a:pt x="133" y="319"/>
                  </a:lnTo>
                  <a:lnTo>
                    <a:pt x="187" y="372"/>
                  </a:lnTo>
                  <a:lnTo>
                    <a:pt x="266" y="399"/>
                  </a:lnTo>
                  <a:lnTo>
                    <a:pt x="957" y="505"/>
                  </a:lnTo>
                  <a:lnTo>
                    <a:pt x="80" y="1143"/>
                  </a:lnTo>
                  <a:lnTo>
                    <a:pt x="54" y="1196"/>
                  </a:lnTo>
                  <a:lnTo>
                    <a:pt x="27" y="1250"/>
                  </a:lnTo>
                  <a:lnTo>
                    <a:pt x="1" y="1303"/>
                  </a:lnTo>
                  <a:lnTo>
                    <a:pt x="27" y="1356"/>
                  </a:lnTo>
                  <a:lnTo>
                    <a:pt x="54" y="1409"/>
                  </a:lnTo>
                  <a:lnTo>
                    <a:pt x="80" y="1462"/>
                  </a:lnTo>
                  <a:lnTo>
                    <a:pt x="133" y="1489"/>
                  </a:lnTo>
                  <a:lnTo>
                    <a:pt x="187" y="1515"/>
                  </a:lnTo>
                  <a:lnTo>
                    <a:pt x="1462" y="1675"/>
                  </a:lnTo>
                  <a:lnTo>
                    <a:pt x="1489" y="1675"/>
                  </a:lnTo>
                  <a:lnTo>
                    <a:pt x="1569" y="1648"/>
                  </a:lnTo>
                  <a:lnTo>
                    <a:pt x="1622" y="1622"/>
                  </a:lnTo>
                  <a:lnTo>
                    <a:pt x="1675" y="1542"/>
                  </a:lnTo>
                  <a:lnTo>
                    <a:pt x="1675" y="1489"/>
                  </a:lnTo>
                  <a:lnTo>
                    <a:pt x="1675" y="1409"/>
                  </a:lnTo>
                  <a:lnTo>
                    <a:pt x="1649" y="1329"/>
                  </a:lnTo>
                  <a:lnTo>
                    <a:pt x="1595" y="1276"/>
                  </a:lnTo>
                  <a:lnTo>
                    <a:pt x="1516" y="1276"/>
                  </a:lnTo>
                  <a:lnTo>
                    <a:pt x="718" y="1170"/>
                  </a:lnTo>
                  <a:lnTo>
                    <a:pt x="1569" y="505"/>
                  </a:lnTo>
                  <a:lnTo>
                    <a:pt x="1622" y="479"/>
                  </a:lnTo>
                  <a:lnTo>
                    <a:pt x="1649" y="426"/>
                  </a:lnTo>
                  <a:lnTo>
                    <a:pt x="1649" y="372"/>
                  </a:lnTo>
                  <a:lnTo>
                    <a:pt x="1649" y="319"/>
                  </a:lnTo>
                  <a:lnTo>
                    <a:pt x="1622" y="266"/>
                  </a:lnTo>
                  <a:lnTo>
                    <a:pt x="1595" y="213"/>
                  </a:lnTo>
                  <a:lnTo>
                    <a:pt x="1542" y="186"/>
                  </a:lnTo>
                  <a:lnTo>
                    <a:pt x="1489" y="160"/>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38"/>
            <p:cNvSpPr/>
            <p:nvPr/>
          </p:nvSpPr>
          <p:spPr>
            <a:xfrm>
              <a:off x="7157925" y="1398500"/>
              <a:ext cx="82425" cy="79100"/>
            </a:xfrm>
            <a:custGeom>
              <a:rect b="b" l="l" r="r" t="t"/>
              <a:pathLst>
                <a:path extrusionOk="0" h="3164" w="3297">
                  <a:moveTo>
                    <a:pt x="1648" y="638"/>
                  </a:moveTo>
                  <a:lnTo>
                    <a:pt x="1914" y="1196"/>
                  </a:lnTo>
                  <a:lnTo>
                    <a:pt x="1994" y="1276"/>
                  </a:lnTo>
                  <a:lnTo>
                    <a:pt x="2073" y="1303"/>
                  </a:lnTo>
                  <a:lnTo>
                    <a:pt x="2685" y="1382"/>
                  </a:lnTo>
                  <a:lnTo>
                    <a:pt x="2233" y="1808"/>
                  </a:lnTo>
                  <a:lnTo>
                    <a:pt x="2180" y="1887"/>
                  </a:lnTo>
                  <a:lnTo>
                    <a:pt x="2180" y="1994"/>
                  </a:lnTo>
                  <a:lnTo>
                    <a:pt x="2286" y="2605"/>
                  </a:lnTo>
                  <a:lnTo>
                    <a:pt x="1754" y="2313"/>
                  </a:lnTo>
                  <a:lnTo>
                    <a:pt x="1648" y="2286"/>
                  </a:lnTo>
                  <a:lnTo>
                    <a:pt x="1568" y="2313"/>
                  </a:lnTo>
                  <a:lnTo>
                    <a:pt x="1010" y="2605"/>
                  </a:lnTo>
                  <a:lnTo>
                    <a:pt x="1117" y="1994"/>
                  </a:lnTo>
                  <a:lnTo>
                    <a:pt x="1117" y="1887"/>
                  </a:lnTo>
                  <a:lnTo>
                    <a:pt x="1063" y="1808"/>
                  </a:lnTo>
                  <a:lnTo>
                    <a:pt x="638" y="1382"/>
                  </a:lnTo>
                  <a:lnTo>
                    <a:pt x="1223" y="1303"/>
                  </a:lnTo>
                  <a:lnTo>
                    <a:pt x="1329" y="1276"/>
                  </a:lnTo>
                  <a:lnTo>
                    <a:pt x="1382" y="1196"/>
                  </a:lnTo>
                  <a:lnTo>
                    <a:pt x="1648" y="638"/>
                  </a:lnTo>
                  <a:close/>
                  <a:moveTo>
                    <a:pt x="1648" y="0"/>
                  </a:moveTo>
                  <a:lnTo>
                    <a:pt x="1542" y="27"/>
                  </a:lnTo>
                  <a:lnTo>
                    <a:pt x="1462" y="106"/>
                  </a:lnTo>
                  <a:lnTo>
                    <a:pt x="1063" y="930"/>
                  </a:lnTo>
                  <a:lnTo>
                    <a:pt x="160" y="1063"/>
                  </a:lnTo>
                  <a:lnTo>
                    <a:pt x="80" y="1090"/>
                  </a:lnTo>
                  <a:lnTo>
                    <a:pt x="0" y="1196"/>
                  </a:lnTo>
                  <a:lnTo>
                    <a:pt x="0" y="1303"/>
                  </a:lnTo>
                  <a:lnTo>
                    <a:pt x="53" y="1409"/>
                  </a:lnTo>
                  <a:lnTo>
                    <a:pt x="718" y="2020"/>
                  </a:lnTo>
                  <a:lnTo>
                    <a:pt x="558" y="2924"/>
                  </a:lnTo>
                  <a:lnTo>
                    <a:pt x="558" y="3030"/>
                  </a:lnTo>
                  <a:lnTo>
                    <a:pt x="638" y="3137"/>
                  </a:lnTo>
                  <a:lnTo>
                    <a:pt x="744" y="3163"/>
                  </a:lnTo>
                  <a:lnTo>
                    <a:pt x="851" y="3137"/>
                  </a:lnTo>
                  <a:lnTo>
                    <a:pt x="1648" y="2711"/>
                  </a:lnTo>
                  <a:lnTo>
                    <a:pt x="2472" y="3137"/>
                  </a:lnTo>
                  <a:lnTo>
                    <a:pt x="2578" y="3163"/>
                  </a:lnTo>
                  <a:lnTo>
                    <a:pt x="2658" y="3137"/>
                  </a:lnTo>
                  <a:lnTo>
                    <a:pt x="2738" y="3030"/>
                  </a:lnTo>
                  <a:lnTo>
                    <a:pt x="2738" y="2924"/>
                  </a:lnTo>
                  <a:lnTo>
                    <a:pt x="2605" y="2020"/>
                  </a:lnTo>
                  <a:lnTo>
                    <a:pt x="3243" y="1409"/>
                  </a:lnTo>
                  <a:lnTo>
                    <a:pt x="3296" y="1303"/>
                  </a:lnTo>
                  <a:lnTo>
                    <a:pt x="3296" y="1196"/>
                  </a:lnTo>
                  <a:lnTo>
                    <a:pt x="3243" y="1090"/>
                  </a:lnTo>
                  <a:lnTo>
                    <a:pt x="3137" y="1063"/>
                  </a:lnTo>
                  <a:lnTo>
                    <a:pt x="2233" y="930"/>
                  </a:lnTo>
                  <a:lnTo>
                    <a:pt x="1834" y="106"/>
                  </a:lnTo>
                  <a:lnTo>
                    <a:pt x="1754" y="27"/>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89" name="Google Shape;489;p38"/>
          <p:cNvSpPr txBox="1"/>
          <p:nvPr/>
        </p:nvSpPr>
        <p:spPr>
          <a:xfrm>
            <a:off x="3291840" y="2461338"/>
            <a:ext cx="3308100" cy="38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 sz="1300">
                <a:solidFill>
                  <a:schemeClr val="dk1"/>
                </a:solidFill>
              </a:rPr>
              <a:t>Our Focus</a:t>
            </a:r>
            <a:endParaRPr b="1" sz="1200">
              <a:solidFill>
                <a:schemeClr val="dk1"/>
              </a:solidFill>
              <a:latin typeface="Gothic A1"/>
              <a:ea typeface="Gothic A1"/>
              <a:cs typeface="Gothic A1"/>
              <a:sym typeface="Gothic A1"/>
            </a:endParaRPr>
          </a:p>
        </p:txBody>
      </p:sp>
      <p:sp>
        <p:nvSpPr>
          <p:cNvPr id="490" name="Google Shape;490;p38"/>
          <p:cNvSpPr txBox="1"/>
          <p:nvPr/>
        </p:nvSpPr>
        <p:spPr>
          <a:xfrm>
            <a:off x="3291840" y="2649988"/>
            <a:ext cx="3483000" cy="36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lang="en" sz="1300">
                <a:solidFill>
                  <a:schemeClr val="lt1"/>
                </a:solidFill>
                <a:latin typeface="Jost"/>
                <a:ea typeface="Jost"/>
                <a:cs typeface="Jost"/>
                <a:sym typeface="Jost"/>
              </a:rPr>
              <a:t>Does age affect sleep duration?</a:t>
            </a:r>
            <a:endParaRPr sz="1200">
              <a:solidFill>
                <a:schemeClr val="lt1"/>
              </a:solidFill>
              <a:latin typeface="Jost"/>
              <a:ea typeface="Jost"/>
              <a:cs typeface="Jost"/>
              <a:sym typeface="Jost"/>
            </a:endParaRPr>
          </a:p>
        </p:txBody>
      </p:sp>
      <p:sp>
        <p:nvSpPr>
          <p:cNvPr id="491" name="Google Shape;491;p38"/>
          <p:cNvSpPr txBox="1"/>
          <p:nvPr/>
        </p:nvSpPr>
        <p:spPr>
          <a:xfrm>
            <a:off x="3298215" y="3325988"/>
            <a:ext cx="2996700" cy="36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lang="en" sz="1300">
                <a:solidFill>
                  <a:schemeClr val="lt1"/>
                </a:solidFill>
                <a:latin typeface="Jost"/>
                <a:ea typeface="Jost"/>
                <a:cs typeface="Jost"/>
                <a:sym typeface="Jost"/>
              </a:rPr>
              <a:t>Age has no effect on sleep duration.</a:t>
            </a:r>
            <a:endParaRPr sz="1200">
              <a:solidFill>
                <a:schemeClr val="lt1"/>
              </a:solidFill>
              <a:latin typeface="Jost"/>
              <a:ea typeface="Jost"/>
              <a:cs typeface="Jost"/>
              <a:sym typeface="Jost"/>
            </a:endParaRPr>
          </a:p>
        </p:txBody>
      </p:sp>
      <p:sp>
        <p:nvSpPr>
          <p:cNvPr id="492" name="Google Shape;492;p38"/>
          <p:cNvSpPr txBox="1"/>
          <p:nvPr/>
        </p:nvSpPr>
        <p:spPr>
          <a:xfrm>
            <a:off x="3291850" y="3928200"/>
            <a:ext cx="5471400" cy="548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lang="en" sz="1300">
                <a:solidFill>
                  <a:schemeClr val="lt1"/>
                </a:solidFill>
                <a:latin typeface="Jost"/>
                <a:ea typeface="Jost"/>
                <a:cs typeface="Jost"/>
                <a:sym typeface="Jost"/>
              </a:rPr>
              <a:t>Inform healthcare strategies and policies to prevent sleep related health issues.</a:t>
            </a:r>
            <a:endParaRPr sz="1200">
              <a:solidFill>
                <a:schemeClr val="lt1"/>
              </a:solidFill>
              <a:latin typeface="Jost"/>
              <a:ea typeface="Jost"/>
              <a:cs typeface="Jost"/>
              <a:sym typeface="Jost"/>
            </a:endParaRPr>
          </a:p>
        </p:txBody>
      </p:sp>
      <p:sp>
        <p:nvSpPr>
          <p:cNvPr id="493" name="Google Shape;493;p38"/>
          <p:cNvSpPr txBox="1"/>
          <p:nvPr/>
        </p:nvSpPr>
        <p:spPr>
          <a:xfrm>
            <a:off x="3291840" y="3744850"/>
            <a:ext cx="1616700" cy="36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b="1" lang="en" sz="1300">
                <a:solidFill>
                  <a:schemeClr val="dk1"/>
                </a:solidFill>
              </a:rPr>
              <a:t>Our Motivation</a:t>
            </a:r>
            <a:endParaRPr b="1" sz="1200">
              <a:solidFill>
                <a:schemeClr val="lt1"/>
              </a:solidFill>
              <a:latin typeface="Gothic A1"/>
              <a:ea typeface="Gothic A1"/>
              <a:cs typeface="Gothic A1"/>
              <a:sym typeface="Gothic A1"/>
            </a:endParaRPr>
          </a:p>
        </p:txBody>
      </p:sp>
      <p:grpSp>
        <p:nvGrpSpPr>
          <p:cNvPr id="494" name="Google Shape;494;p38"/>
          <p:cNvGrpSpPr/>
          <p:nvPr/>
        </p:nvGrpSpPr>
        <p:grpSpPr>
          <a:xfrm>
            <a:off x="6385994" y="587674"/>
            <a:ext cx="287806" cy="226668"/>
            <a:chOff x="2522125" y="1336700"/>
            <a:chExt cx="278450" cy="219300"/>
          </a:xfrm>
        </p:grpSpPr>
        <p:sp>
          <p:nvSpPr>
            <p:cNvPr id="495" name="Google Shape;495;p38"/>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38"/>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38"/>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38"/>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99" name="Google Shape;499;p38"/>
          <p:cNvGrpSpPr/>
          <p:nvPr/>
        </p:nvGrpSpPr>
        <p:grpSpPr>
          <a:xfrm>
            <a:off x="6538394" y="740074"/>
            <a:ext cx="287806" cy="226668"/>
            <a:chOff x="2522125" y="1336700"/>
            <a:chExt cx="278450" cy="219300"/>
          </a:xfrm>
        </p:grpSpPr>
        <p:sp>
          <p:nvSpPr>
            <p:cNvPr id="500" name="Google Shape;500;p38"/>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38"/>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38"/>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38"/>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4" name="Google Shape;504;p38"/>
          <p:cNvGrpSpPr/>
          <p:nvPr/>
        </p:nvGrpSpPr>
        <p:grpSpPr>
          <a:xfrm>
            <a:off x="8182519" y="4629299"/>
            <a:ext cx="287806" cy="226668"/>
            <a:chOff x="2522125" y="1336700"/>
            <a:chExt cx="278450" cy="219300"/>
          </a:xfrm>
        </p:grpSpPr>
        <p:sp>
          <p:nvSpPr>
            <p:cNvPr id="505" name="Google Shape;505;p38"/>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38"/>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38"/>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38"/>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39"/>
          <p:cNvSpPr txBox="1"/>
          <p:nvPr>
            <p:ph idx="8" type="title"/>
          </p:nvPr>
        </p:nvSpPr>
        <p:spPr>
          <a:xfrm>
            <a:off x="111625" y="130710"/>
            <a:ext cx="7704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latin typeface="Gothic A1 Medium"/>
                <a:ea typeface="Gothic A1 Medium"/>
                <a:cs typeface="Gothic A1 Medium"/>
                <a:sym typeface="Gothic A1 Medium"/>
              </a:rPr>
              <a:t>The </a:t>
            </a:r>
            <a:r>
              <a:rPr lang="en">
                <a:latin typeface="Gothic A1 Medium"/>
                <a:ea typeface="Gothic A1 Medium"/>
                <a:cs typeface="Gothic A1 Medium"/>
                <a:sym typeface="Gothic A1 Medium"/>
              </a:rPr>
              <a:t>Data</a:t>
            </a:r>
            <a:r>
              <a:rPr lang="en"/>
              <a:t> </a:t>
            </a:r>
            <a:endParaRPr/>
          </a:p>
        </p:txBody>
      </p:sp>
      <p:sp>
        <p:nvSpPr>
          <p:cNvPr id="514" name="Google Shape;514;p39"/>
          <p:cNvSpPr txBox="1"/>
          <p:nvPr>
            <p:ph idx="1" type="subTitle"/>
          </p:nvPr>
        </p:nvSpPr>
        <p:spPr>
          <a:xfrm>
            <a:off x="934750" y="722175"/>
            <a:ext cx="6615600" cy="702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500">
                <a:solidFill>
                  <a:schemeClr val="dk1"/>
                </a:solidFill>
              </a:rPr>
              <a:t>Source:</a:t>
            </a:r>
            <a:endParaRPr b="1" sz="1500">
              <a:solidFill>
                <a:schemeClr val="dk1"/>
              </a:solidFill>
            </a:endParaRPr>
          </a:p>
          <a:p>
            <a:pPr indent="0" lvl="0" marL="0" rtl="0" algn="l">
              <a:spcBef>
                <a:spcPts val="0"/>
              </a:spcBef>
              <a:spcAft>
                <a:spcPts val="0"/>
              </a:spcAft>
              <a:buNone/>
            </a:pPr>
            <a:r>
              <a:rPr lang="en" sz="1500">
                <a:solidFill>
                  <a:schemeClr val="dk1"/>
                </a:solidFill>
              </a:rPr>
              <a:t>CDC National Health &amp; Nutrition Examination Survey (NHANES) </a:t>
            </a:r>
            <a:endParaRPr sz="1500">
              <a:solidFill>
                <a:schemeClr val="dk1"/>
              </a:solidFill>
            </a:endParaRPr>
          </a:p>
          <a:p>
            <a:pPr indent="0" lvl="0" marL="0" rtl="0" algn="l">
              <a:spcBef>
                <a:spcPts val="0"/>
              </a:spcBef>
              <a:spcAft>
                <a:spcPts val="0"/>
              </a:spcAft>
              <a:buNone/>
            </a:pPr>
            <a:r>
              <a:t/>
            </a:r>
            <a:endParaRPr sz="1500">
              <a:solidFill>
                <a:schemeClr val="dk1"/>
              </a:solidFill>
            </a:endParaRPr>
          </a:p>
          <a:p>
            <a:pPr indent="0" lvl="0" marL="0" rtl="0" algn="l">
              <a:spcBef>
                <a:spcPts val="0"/>
              </a:spcBef>
              <a:spcAft>
                <a:spcPts val="0"/>
              </a:spcAft>
              <a:buNone/>
            </a:pPr>
            <a:r>
              <a:t/>
            </a:r>
            <a:endParaRPr b="1" sz="1500">
              <a:solidFill>
                <a:schemeClr val="dk1"/>
              </a:solidFill>
            </a:endParaRPr>
          </a:p>
          <a:p>
            <a:pPr indent="0" lvl="0" marL="0" rtl="0" algn="l">
              <a:spcBef>
                <a:spcPts val="0"/>
              </a:spcBef>
              <a:spcAft>
                <a:spcPts val="0"/>
              </a:spcAft>
              <a:buNone/>
            </a:pPr>
            <a:r>
              <a:rPr b="1" lang="en" sz="1500">
                <a:solidFill>
                  <a:schemeClr val="dk1"/>
                </a:solidFill>
              </a:rPr>
              <a:t>        Dependent </a:t>
            </a:r>
            <a:endParaRPr b="1" sz="1500">
              <a:solidFill>
                <a:schemeClr val="dk1"/>
              </a:solidFill>
            </a:endParaRPr>
          </a:p>
          <a:p>
            <a:pPr indent="0" lvl="0" marL="457200" rtl="0" algn="l">
              <a:spcBef>
                <a:spcPts val="0"/>
              </a:spcBef>
              <a:spcAft>
                <a:spcPts val="0"/>
              </a:spcAft>
              <a:buNone/>
            </a:pPr>
            <a:r>
              <a:t/>
            </a:r>
            <a:endParaRPr sz="1500">
              <a:solidFill>
                <a:schemeClr val="dk1"/>
              </a:solidFill>
            </a:endParaRPr>
          </a:p>
        </p:txBody>
      </p:sp>
      <p:grpSp>
        <p:nvGrpSpPr>
          <p:cNvPr id="515" name="Google Shape;515;p39"/>
          <p:cNvGrpSpPr/>
          <p:nvPr/>
        </p:nvGrpSpPr>
        <p:grpSpPr>
          <a:xfrm>
            <a:off x="4405971" y="4742290"/>
            <a:ext cx="202300" cy="226668"/>
            <a:chOff x="7128000" y="1314750"/>
            <a:chExt cx="247250" cy="263200"/>
          </a:xfrm>
        </p:grpSpPr>
        <p:sp>
          <p:nvSpPr>
            <p:cNvPr id="516" name="Google Shape;516;p39"/>
            <p:cNvSpPr/>
            <p:nvPr/>
          </p:nvSpPr>
          <p:spPr>
            <a:xfrm>
              <a:off x="7128000" y="1330700"/>
              <a:ext cx="247250" cy="247250"/>
            </a:xfrm>
            <a:custGeom>
              <a:rect b="b" l="l" r="r" t="t"/>
              <a:pathLst>
                <a:path extrusionOk="0" h="9890" w="9890">
                  <a:moveTo>
                    <a:pt x="7311" y="665"/>
                  </a:moveTo>
                  <a:lnTo>
                    <a:pt x="7630" y="905"/>
                  </a:lnTo>
                  <a:lnTo>
                    <a:pt x="7922" y="1170"/>
                  </a:lnTo>
                  <a:lnTo>
                    <a:pt x="8215" y="1436"/>
                  </a:lnTo>
                  <a:lnTo>
                    <a:pt x="8454" y="1729"/>
                  </a:lnTo>
                  <a:lnTo>
                    <a:pt x="8666" y="2021"/>
                  </a:lnTo>
                  <a:lnTo>
                    <a:pt x="8879" y="2367"/>
                  </a:lnTo>
                  <a:lnTo>
                    <a:pt x="9039" y="2686"/>
                  </a:lnTo>
                  <a:lnTo>
                    <a:pt x="9198" y="3058"/>
                  </a:lnTo>
                  <a:lnTo>
                    <a:pt x="9304" y="3403"/>
                  </a:lnTo>
                  <a:lnTo>
                    <a:pt x="9384" y="3775"/>
                  </a:lnTo>
                  <a:lnTo>
                    <a:pt x="9464" y="4148"/>
                  </a:lnTo>
                  <a:lnTo>
                    <a:pt x="9490" y="4520"/>
                  </a:lnTo>
                  <a:lnTo>
                    <a:pt x="9490" y="4918"/>
                  </a:lnTo>
                  <a:lnTo>
                    <a:pt x="9437" y="5291"/>
                  </a:lnTo>
                  <a:lnTo>
                    <a:pt x="9384" y="5689"/>
                  </a:lnTo>
                  <a:lnTo>
                    <a:pt x="9278" y="6061"/>
                  </a:lnTo>
                  <a:lnTo>
                    <a:pt x="9145" y="6434"/>
                  </a:lnTo>
                  <a:lnTo>
                    <a:pt x="9012" y="6806"/>
                  </a:lnTo>
                  <a:lnTo>
                    <a:pt x="8826" y="7151"/>
                  </a:lnTo>
                  <a:lnTo>
                    <a:pt x="8613" y="7470"/>
                  </a:lnTo>
                  <a:lnTo>
                    <a:pt x="8374" y="7763"/>
                  </a:lnTo>
                  <a:lnTo>
                    <a:pt x="8135" y="8055"/>
                  </a:lnTo>
                  <a:lnTo>
                    <a:pt x="7842" y="8321"/>
                  </a:lnTo>
                  <a:lnTo>
                    <a:pt x="7550" y="8560"/>
                  </a:lnTo>
                  <a:lnTo>
                    <a:pt x="7231" y="8773"/>
                  </a:lnTo>
                  <a:lnTo>
                    <a:pt x="6912" y="8959"/>
                  </a:lnTo>
                  <a:lnTo>
                    <a:pt x="6567" y="9118"/>
                  </a:lnTo>
                  <a:lnTo>
                    <a:pt x="6221" y="9251"/>
                  </a:lnTo>
                  <a:lnTo>
                    <a:pt x="5849" y="9357"/>
                  </a:lnTo>
                  <a:lnTo>
                    <a:pt x="5477" y="9437"/>
                  </a:lnTo>
                  <a:lnTo>
                    <a:pt x="5078" y="9490"/>
                  </a:lnTo>
                  <a:lnTo>
                    <a:pt x="4387" y="9490"/>
                  </a:lnTo>
                  <a:lnTo>
                    <a:pt x="4068" y="9464"/>
                  </a:lnTo>
                  <a:lnTo>
                    <a:pt x="3775" y="9411"/>
                  </a:lnTo>
                  <a:lnTo>
                    <a:pt x="3483" y="9357"/>
                  </a:lnTo>
                  <a:lnTo>
                    <a:pt x="3217" y="9278"/>
                  </a:lnTo>
                  <a:lnTo>
                    <a:pt x="2925" y="9171"/>
                  </a:lnTo>
                  <a:lnTo>
                    <a:pt x="2659" y="9065"/>
                  </a:lnTo>
                  <a:lnTo>
                    <a:pt x="2393" y="8932"/>
                  </a:lnTo>
                  <a:lnTo>
                    <a:pt x="2127" y="8773"/>
                  </a:lnTo>
                  <a:lnTo>
                    <a:pt x="1888" y="8613"/>
                  </a:lnTo>
                  <a:lnTo>
                    <a:pt x="1649" y="8427"/>
                  </a:lnTo>
                  <a:lnTo>
                    <a:pt x="1436" y="8241"/>
                  </a:lnTo>
                  <a:lnTo>
                    <a:pt x="1224" y="8028"/>
                  </a:lnTo>
                  <a:lnTo>
                    <a:pt x="1011" y="7816"/>
                  </a:lnTo>
                  <a:lnTo>
                    <a:pt x="825" y="7577"/>
                  </a:lnTo>
                  <a:lnTo>
                    <a:pt x="665" y="7337"/>
                  </a:lnTo>
                  <a:lnTo>
                    <a:pt x="1091" y="7470"/>
                  </a:lnTo>
                  <a:lnTo>
                    <a:pt x="1516" y="7550"/>
                  </a:lnTo>
                  <a:lnTo>
                    <a:pt x="1968" y="7603"/>
                  </a:lnTo>
                  <a:lnTo>
                    <a:pt x="2420" y="7630"/>
                  </a:lnTo>
                  <a:lnTo>
                    <a:pt x="2951" y="7603"/>
                  </a:lnTo>
                  <a:lnTo>
                    <a:pt x="3457" y="7523"/>
                  </a:lnTo>
                  <a:lnTo>
                    <a:pt x="3962" y="7390"/>
                  </a:lnTo>
                  <a:lnTo>
                    <a:pt x="4440" y="7204"/>
                  </a:lnTo>
                  <a:lnTo>
                    <a:pt x="4892" y="6992"/>
                  </a:lnTo>
                  <a:lnTo>
                    <a:pt x="5317" y="6726"/>
                  </a:lnTo>
                  <a:lnTo>
                    <a:pt x="5716" y="6434"/>
                  </a:lnTo>
                  <a:lnTo>
                    <a:pt x="6088" y="6115"/>
                  </a:lnTo>
                  <a:lnTo>
                    <a:pt x="6434" y="5742"/>
                  </a:lnTo>
                  <a:lnTo>
                    <a:pt x="6726" y="5344"/>
                  </a:lnTo>
                  <a:lnTo>
                    <a:pt x="6992" y="4892"/>
                  </a:lnTo>
                  <a:lnTo>
                    <a:pt x="7204" y="4440"/>
                  </a:lnTo>
                  <a:lnTo>
                    <a:pt x="7391" y="3961"/>
                  </a:lnTo>
                  <a:lnTo>
                    <a:pt x="7497" y="3483"/>
                  </a:lnTo>
                  <a:lnTo>
                    <a:pt x="7577" y="2951"/>
                  </a:lnTo>
                  <a:lnTo>
                    <a:pt x="7603" y="2420"/>
                  </a:lnTo>
                  <a:lnTo>
                    <a:pt x="7603" y="1968"/>
                  </a:lnTo>
                  <a:lnTo>
                    <a:pt x="7550" y="1543"/>
                  </a:lnTo>
                  <a:lnTo>
                    <a:pt x="7444" y="1091"/>
                  </a:lnTo>
                  <a:lnTo>
                    <a:pt x="7311" y="665"/>
                  </a:lnTo>
                  <a:close/>
                  <a:moveTo>
                    <a:pt x="6859" y="1"/>
                  </a:moveTo>
                  <a:lnTo>
                    <a:pt x="6806" y="27"/>
                  </a:lnTo>
                  <a:lnTo>
                    <a:pt x="6753" y="81"/>
                  </a:lnTo>
                  <a:lnTo>
                    <a:pt x="6726" y="107"/>
                  </a:lnTo>
                  <a:lnTo>
                    <a:pt x="6699" y="187"/>
                  </a:lnTo>
                  <a:lnTo>
                    <a:pt x="6699" y="240"/>
                  </a:lnTo>
                  <a:lnTo>
                    <a:pt x="6726" y="293"/>
                  </a:lnTo>
                  <a:lnTo>
                    <a:pt x="6832" y="559"/>
                  </a:lnTo>
                  <a:lnTo>
                    <a:pt x="6939" y="798"/>
                  </a:lnTo>
                  <a:lnTo>
                    <a:pt x="7098" y="1330"/>
                  </a:lnTo>
                  <a:lnTo>
                    <a:pt x="7178" y="1862"/>
                  </a:lnTo>
                  <a:lnTo>
                    <a:pt x="7204" y="2154"/>
                  </a:lnTo>
                  <a:lnTo>
                    <a:pt x="7204" y="2420"/>
                  </a:lnTo>
                  <a:lnTo>
                    <a:pt x="7178" y="2925"/>
                  </a:lnTo>
                  <a:lnTo>
                    <a:pt x="7125" y="3403"/>
                  </a:lnTo>
                  <a:lnTo>
                    <a:pt x="6992" y="3855"/>
                  </a:lnTo>
                  <a:lnTo>
                    <a:pt x="6832" y="4280"/>
                  </a:lnTo>
                  <a:lnTo>
                    <a:pt x="6620" y="4706"/>
                  </a:lnTo>
                  <a:lnTo>
                    <a:pt x="6380" y="5104"/>
                  </a:lnTo>
                  <a:lnTo>
                    <a:pt x="6115" y="5477"/>
                  </a:lnTo>
                  <a:lnTo>
                    <a:pt x="5796" y="5822"/>
                  </a:lnTo>
                  <a:lnTo>
                    <a:pt x="5450" y="6141"/>
                  </a:lnTo>
                  <a:lnTo>
                    <a:pt x="5105" y="6407"/>
                  </a:lnTo>
                  <a:lnTo>
                    <a:pt x="4706" y="6646"/>
                  </a:lnTo>
                  <a:lnTo>
                    <a:pt x="4281" y="6859"/>
                  </a:lnTo>
                  <a:lnTo>
                    <a:pt x="3829" y="7018"/>
                  </a:lnTo>
                  <a:lnTo>
                    <a:pt x="3377" y="7125"/>
                  </a:lnTo>
                  <a:lnTo>
                    <a:pt x="2898" y="7204"/>
                  </a:lnTo>
                  <a:lnTo>
                    <a:pt x="2420" y="7231"/>
                  </a:lnTo>
                  <a:lnTo>
                    <a:pt x="2127" y="7231"/>
                  </a:lnTo>
                  <a:lnTo>
                    <a:pt x="1862" y="7204"/>
                  </a:lnTo>
                  <a:lnTo>
                    <a:pt x="1330" y="7098"/>
                  </a:lnTo>
                  <a:lnTo>
                    <a:pt x="798" y="6939"/>
                  </a:lnTo>
                  <a:lnTo>
                    <a:pt x="533" y="6859"/>
                  </a:lnTo>
                  <a:lnTo>
                    <a:pt x="293" y="6726"/>
                  </a:lnTo>
                  <a:lnTo>
                    <a:pt x="107" y="6726"/>
                  </a:lnTo>
                  <a:lnTo>
                    <a:pt x="54" y="6779"/>
                  </a:lnTo>
                  <a:lnTo>
                    <a:pt x="28" y="6832"/>
                  </a:lnTo>
                  <a:lnTo>
                    <a:pt x="1" y="6885"/>
                  </a:lnTo>
                  <a:lnTo>
                    <a:pt x="1" y="6939"/>
                  </a:lnTo>
                  <a:lnTo>
                    <a:pt x="28" y="6992"/>
                  </a:lnTo>
                  <a:lnTo>
                    <a:pt x="214" y="7364"/>
                  </a:lnTo>
                  <a:lnTo>
                    <a:pt x="453" y="7709"/>
                  </a:lnTo>
                  <a:lnTo>
                    <a:pt x="692" y="8055"/>
                  </a:lnTo>
                  <a:lnTo>
                    <a:pt x="984" y="8347"/>
                  </a:lnTo>
                  <a:lnTo>
                    <a:pt x="1277" y="8640"/>
                  </a:lnTo>
                  <a:lnTo>
                    <a:pt x="1596" y="8879"/>
                  </a:lnTo>
                  <a:lnTo>
                    <a:pt x="1915" y="9118"/>
                  </a:lnTo>
                  <a:lnTo>
                    <a:pt x="2287" y="9304"/>
                  </a:lnTo>
                  <a:lnTo>
                    <a:pt x="2632" y="9490"/>
                  </a:lnTo>
                  <a:lnTo>
                    <a:pt x="3031" y="9623"/>
                  </a:lnTo>
                  <a:lnTo>
                    <a:pt x="3403" y="9756"/>
                  </a:lnTo>
                  <a:lnTo>
                    <a:pt x="3802" y="9836"/>
                  </a:lnTo>
                  <a:lnTo>
                    <a:pt x="4227" y="9889"/>
                  </a:lnTo>
                  <a:lnTo>
                    <a:pt x="5051" y="9889"/>
                  </a:lnTo>
                  <a:lnTo>
                    <a:pt x="5477" y="9836"/>
                  </a:lnTo>
                  <a:lnTo>
                    <a:pt x="5875" y="9756"/>
                  </a:lnTo>
                  <a:lnTo>
                    <a:pt x="6301" y="9650"/>
                  </a:lnTo>
                  <a:lnTo>
                    <a:pt x="6673" y="9490"/>
                  </a:lnTo>
                  <a:lnTo>
                    <a:pt x="7045" y="9331"/>
                  </a:lnTo>
                  <a:lnTo>
                    <a:pt x="7417" y="9118"/>
                  </a:lnTo>
                  <a:lnTo>
                    <a:pt x="7736" y="8906"/>
                  </a:lnTo>
                  <a:lnTo>
                    <a:pt x="8055" y="8640"/>
                  </a:lnTo>
                  <a:lnTo>
                    <a:pt x="8347" y="8374"/>
                  </a:lnTo>
                  <a:lnTo>
                    <a:pt x="8640" y="8082"/>
                  </a:lnTo>
                  <a:lnTo>
                    <a:pt x="8879" y="7763"/>
                  </a:lnTo>
                  <a:lnTo>
                    <a:pt x="9118" y="7417"/>
                  </a:lnTo>
                  <a:lnTo>
                    <a:pt x="9304" y="7071"/>
                  </a:lnTo>
                  <a:lnTo>
                    <a:pt x="9490" y="6699"/>
                  </a:lnTo>
                  <a:lnTo>
                    <a:pt x="9623" y="6301"/>
                  </a:lnTo>
                  <a:lnTo>
                    <a:pt x="9756" y="5902"/>
                  </a:lnTo>
                  <a:lnTo>
                    <a:pt x="9836" y="5477"/>
                  </a:lnTo>
                  <a:lnTo>
                    <a:pt x="9863" y="5078"/>
                  </a:lnTo>
                  <a:lnTo>
                    <a:pt x="9889" y="4653"/>
                  </a:lnTo>
                  <a:lnTo>
                    <a:pt x="9863" y="4227"/>
                  </a:lnTo>
                  <a:lnTo>
                    <a:pt x="9809" y="3829"/>
                  </a:lnTo>
                  <a:lnTo>
                    <a:pt x="9730" y="3430"/>
                  </a:lnTo>
                  <a:lnTo>
                    <a:pt x="9623" y="3031"/>
                  </a:lnTo>
                  <a:lnTo>
                    <a:pt x="9464" y="2659"/>
                  </a:lnTo>
                  <a:lnTo>
                    <a:pt x="9304" y="2287"/>
                  </a:lnTo>
                  <a:lnTo>
                    <a:pt x="9092" y="1941"/>
                  </a:lnTo>
                  <a:lnTo>
                    <a:pt x="8879" y="1596"/>
                  </a:lnTo>
                  <a:lnTo>
                    <a:pt x="8613" y="1277"/>
                  </a:lnTo>
                  <a:lnTo>
                    <a:pt x="8347" y="984"/>
                  </a:lnTo>
                  <a:lnTo>
                    <a:pt x="8029" y="719"/>
                  </a:lnTo>
                  <a:lnTo>
                    <a:pt x="7710" y="453"/>
                  </a:lnTo>
                  <a:lnTo>
                    <a:pt x="7364" y="240"/>
                  </a:lnTo>
                  <a:lnTo>
                    <a:pt x="6992" y="27"/>
                  </a:lnTo>
                  <a:lnTo>
                    <a:pt x="691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39"/>
            <p:cNvSpPr/>
            <p:nvPr/>
          </p:nvSpPr>
          <p:spPr>
            <a:xfrm>
              <a:off x="7157925" y="1398500"/>
              <a:ext cx="82425" cy="79100"/>
            </a:xfrm>
            <a:custGeom>
              <a:rect b="b" l="l" r="r" t="t"/>
              <a:pathLst>
                <a:path extrusionOk="0" h="3164" w="3297">
                  <a:moveTo>
                    <a:pt x="1648" y="638"/>
                  </a:moveTo>
                  <a:lnTo>
                    <a:pt x="1914" y="1196"/>
                  </a:lnTo>
                  <a:lnTo>
                    <a:pt x="1994" y="1276"/>
                  </a:lnTo>
                  <a:lnTo>
                    <a:pt x="2073" y="1303"/>
                  </a:lnTo>
                  <a:lnTo>
                    <a:pt x="2685" y="1382"/>
                  </a:lnTo>
                  <a:lnTo>
                    <a:pt x="2233" y="1808"/>
                  </a:lnTo>
                  <a:lnTo>
                    <a:pt x="2180" y="1887"/>
                  </a:lnTo>
                  <a:lnTo>
                    <a:pt x="2180" y="1994"/>
                  </a:lnTo>
                  <a:lnTo>
                    <a:pt x="2286" y="2605"/>
                  </a:lnTo>
                  <a:lnTo>
                    <a:pt x="1754" y="2313"/>
                  </a:lnTo>
                  <a:lnTo>
                    <a:pt x="1648" y="2286"/>
                  </a:lnTo>
                  <a:lnTo>
                    <a:pt x="1568" y="2313"/>
                  </a:lnTo>
                  <a:lnTo>
                    <a:pt x="1010" y="2605"/>
                  </a:lnTo>
                  <a:lnTo>
                    <a:pt x="1117" y="1994"/>
                  </a:lnTo>
                  <a:lnTo>
                    <a:pt x="1117" y="1887"/>
                  </a:lnTo>
                  <a:lnTo>
                    <a:pt x="1063" y="1808"/>
                  </a:lnTo>
                  <a:lnTo>
                    <a:pt x="638" y="1382"/>
                  </a:lnTo>
                  <a:lnTo>
                    <a:pt x="1223" y="1303"/>
                  </a:lnTo>
                  <a:lnTo>
                    <a:pt x="1329" y="1276"/>
                  </a:lnTo>
                  <a:lnTo>
                    <a:pt x="1382" y="1196"/>
                  </a:lnTo>
                  <a:lnTo>
                    <a:pt x="1648" y="638"/>
                  </a:lnTo>
                  <a:close/>
                  <a:moveTo>
                    <a:pt x="1648" y="0"/>
                  </a:moveTo>
                  <a:lnTo>
                    <a:pt x="1542" y="27"/>
                  </a:lnTo>
                  <a:lnTo>
                    <a:pt x="1462" y="106"/>
                  </a:lnTo>
                  <a:lnTo>
                    <a:pt x="1063" y="930"/>
                  </a:lnTo>
                  <a:lnTo>
                    <a:pt x="160" y="1063"/>
                  </a:lnTo>
                  <a:lnTo>
                    <a:pt x="80" y="1090"/>
                  </a:lnTo>
                  <a:lnTo>
                    <a:pt x="0" y="1196"/>
                  </a:lnTo>
                  <a:lnTo>
                    <a:pt x="0" y="1303"/>
                  </a:lnTo>
                  <a:lnTo>
                    <a:pt x="53" y="1409"/>
                  </a:lnTo>
                  <a:lnTo>
                    <a:pt x="718" y="2020"/>
                  </a:lnTo>
                  <a:lnTo>
                    <a:pt x="558" y="2924"/>
                  </a:lnTo>
                  <a:lnTo>
                    <a:pt x="558" y="3030"/>
                  </a:lnTo>
                  <a:lnTo>
                    <a:pt x="638" y="3137"/>
                  </a:lnTo>
                  <a:lnTo>
                    <a:pt x="744" y="3163"/>
                  </a:lnTo>
                  <a:lnTo>
                    <a:pt x="851" y="3137"/>
                  </a:lnTo>
                  <a:lnTo>
                    <a:pt x="1648" y="2711"/>
                  </a:lnTo>
                  <a:lnTo>
                    <a:pt x="2472" y="3137"/>
                  </a:lnTo>
                  <a:lnTo>
                    <a:pt x="2578" y="3163"/>
                  </a:lnTo>
                  <a:lnTo>
                    <a:pt x="2658" y="3137"/>
                  </a:lnTo>
                  <a:lnTo>
                    <a:pt x="2738" y="3030"/>
                  </a:lnTo>
                  <a:lnTo>
                    <a:pt x="2738" y="2924"/>
                  </a:lnTo>
                  <a:lnTo>
                    <a:pt x="2605" y="2020"/>
                  </a:lnTo>
                  <a:lnTo>
                    <a:pt x="3243" y="1409"/>
                  </a:lnTo>
                  <a:lnTo>
                    <a:pt x="3296" y="1303"/>
                  </a:lnTo>
                  <a:lnTo>
                    <a:pt x="3296" y="1196"/>
                  </a:lnTo>
                  <a:lnTo>
                    <a:pt x="3243" y="1090"/>
                  </a:lnTo>
                  <a:lnTo>
                    <a:pt x="3137" y="1063"/>
                  </a:lnTo>
                  <a:lnTo>
                    <a:pt x="2233" y="930"/>
                  </a:lnTo>
                  <a:lnTo>
                    <a:pt x="1834" y="106"/>
                  </a:lnTo>
                  <a:lnTo>
                    <a:pt x="1754" y="27"/>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39"/>
            <p:cNvSpPr/>
            <p:nvPr/>
          </p:nvSpPr>
          <p:spPr>
            <a:xfrm>
              <a:off x="7153925" y="1314750"/>
              <a:ext cx="46550" cy="45875"/>
            </a:xfrm>
            <a:custGeom>
              <a:rect b="b" l="l" r="r" t="t"/>
              <a:pathLst>
                <a:path extrusionOk="0" h="1835" w="1862">
                  <a:moveTo>
                    <a:pt x="240" y="1"/>
                  </a:moveTo>
                  <a:lnTo>
                    <a:pt x="187" y="27"/>
                  </a:lnTo>
                  <a:lnTo>
                    <a:pt x="134" y="81"/>
                  </a:lnTo>
                  <a:lnTo>
                    <a:pt x="107" y="160"/>
                  </a:lnTo>
                  <a:lnTo>
                    <a:pt x="107" y="240"/>
                  </a:lnTo>
                  <a:lnTo>
                    <a:pt x="134" y="320"/>
                  </a:lnTo>
                  <a:lnTo>
                    <a:pt x="187" y="373"/>
                  </a:lnTo>
                  <a:lnTo>
                    <a:pt x="266" y="400"/>
                  </a:lnTo>
                  <a:lnTo>
                    <a:pt x="1144" y="506"/>
                  </a:lnTo>
                  <a:lnTo>
                    <a:pt x="80" y="1303"/>
                  </a:lnTo>
                  <a:lnTo>
                    <a:pt x="54" y="1357"/>
                  </a:lnTo>
                  <a:lnTo>
                    <a:pt x="27" y="1410"/>
                  </a:lnTo>
                  <a:lnTo>
                    <a:pt x="1" y="1463"/>
                  </a:lnTo>
                  <a:lnTo>
                    <a:pt x="27" y="1516"/>
                  </a:lnTo>
                  <a:lnTo>
                    <a:pt x="27" y="1569"/>
                  </a:lnTo>
                  <a:lnTo>
                    <a:pt x="80" y="1622"/>
                  </a:lnTo>
                  <a:lnTo>
                    <a:pt x="134" y="1649"/>
                  </a:lnTo>
                  <a:lnTo>
                    <a:pt x="187" y="1649"/>
                  </a:lnTo>
                  <a:lnTo>
                    <a:pt x="1649" y="1835"/>
                  </a:lnTo>
                  <a:lnTo>
                    <a:pt x="1755" y="1835"/>
                  </a:lnTo>
                  <a:lnTo>
                    <a:pt x="1808" y="1782"/>
                  </a:lnTo>
                  <a:lnTo>
                    <a:pt x="1861" y="1729"/>
                  </a:lnTo>
                  <a:lnTo>
                    <a:pt x="1861" y="1649"/>
                  </a:lnTo>
                  <a:lnTo>
                    <a:pt x="1861" y="1569"/>
                  </a:lnTo>
                  <a:lnTo>
                    <a:pt x="1835" y="1516"/>
                  </a:lnTo>
                  <a:lnTo>
                    <a:pt x="1782" y="1463"/>
                  </a:lnTo>
                  <a:lnTo>
                    <a:pt x="1702" y="1436"/>
                  </a:lnTo>
                  <a:lnTo>
                    <a:pt x="718" y="1330"/>
                  </a:lnTo>
                  <a:lnTo>
                    <a:pt x="1755" y="532"/>
                  </a:lnTo>
                  <a:lnTo>
                    <a:pt x="1808" y="479"/>
                  </a:lnTo>
                  <a:lnTo>
                    <a:pt x="1835" y="426"/>
                  </a:lnTo>
                  <a:lnTo>
                    <a:pt x="1835" y="373"/>
                  </a:lnTo>
                  <a:lnTo>
                    <a:pt x="1835" y="320"/>
                  </a:lnTo>
                  <a:lnTo>
                    <a:pt x="1808" y="267"/>
                  </a:lnTo>
                  <a:lnTo>
                    <a:pt x="1782" y="214"/>
                  </a:lnTo>
                  <a:lnTo>
                    <a:pt x="1728" y="187"/>
                  </a:lnTo>
                  <a:lnTo>
                    <a:pt x="1675" y="160"/>
                  </a:lnTo>
                  <a:lnTo>
                    <a:pt x="3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39"/>
            <p:cNvSpPr/>
            <p:nvPr/>
          </p:nvSpPr>
          <p:spPr>
            <a:xfrm>
              <a:off x="7214400" y="1342675"/>
              <a:ext cx="41900" cy="41875"/>
            </a:xfrm>
            <a:custGeom>
              <a:rect b="b" l="l" r="r" t="t"/>
              <a:pathLst>
                <a:path extrusionOk="0" h="1675" w="1676">
                  <a:moveTo>
                    <a:pt x="240" y="0"/>
                  </a:moveTo>
                  <a:lnTo>
                    <a:pt x="160" y="53"/>
                  </a:lnTo>
                  <a:lnTo>
                    <a:pt x="107" y="107"/>
                  </a:lnTo>
                  <a:lnTo>
                    <a:pt x="80" y="186"/>
                  </a:lnTo>
                  <a:lnTo>
                    <a:pt x="107" y="266"/>
                  </a:lnTo>
                  <a:lnTo>
                    <a:pt x="133" y="319"/>
                  </a:lnTo>
                  <a:lnTo>
                    <a:pt x="187" y="372"/>
                  </a:lnTo>
                  <a:lnTo>
                    <a:pt x="266" y="399"/>
                  </a:lnTo>
                  <a:lnTo>
                    <a:pt x="957" y="505"/>
                  </a:lnTo>
                  <a:lnTo>
                    <a:pt x="80" y="1143"/>
                  </a:lnTo>
                  <a:lnTo>
                    <a:pt x="54" y="1196"/>
                  </a:lnTo>
                  <a:lnTo>
                    <a:pt x="27" y="1250"/>
                  </a:lnTo>
                  <a:lnTo>
                    <a:pt x="1" y="1303"/>
                  </a:lnTo>
                  <a:lnTo>
                    <a:pt x="27" y="1356"/>
                  </a:lnTo>
                  <a:lnTo>
                    <a:pt x="54" y="1409"/>
                  </a:lnTo>
                  <a:lnTo>
                    <a:pt x="80" y="1462"/>
                  </a:lnTo>
                  <a:lnTo>
                    <a:pt x="133" y="1489"/>
                  </a:lnTo>
                  <a:lnTo>
                    <a:pt x="187" y="1515"/>
                  </a:lnTo>
                  <a:lnTo>
                    <a:pt x="1462" y="1675"/>
                  </a:lnTo>
                  <a:lnTo>
                    <a:pt x="1489" y="1675"/>
                  </a:lnTo>
                  <a:lnTo>
                    <a:pt x="1569" y="1648"/>
                  </a:lnTo>
                  <a:lnTo>
                    <a:pt x="1622" y="1622"/>
                  </a:lnTo>
                  <a:lnTo>
                    <a:pt x="1675" y="1542"/>
                  </a:lnTo>
                  <a:lnTo>
                    <a:pt x="1675" y="1489"/>
                  </a:lnTo>
                  <a:lnTo>
                    <a:pt x="1675" y="1409"/>
                  </a:lnTo>
                  <a:lnTo>
                    <a:pt x="1649" y="1329"/>
                  </a:lnTo>
                  <a:lnTo>
                    <a:pt x="1595" y="1276"/>
                  </a:lnTo>
                  <a:lnTo>
                    <a:pt x="1516" y="1276"/>
                  </a:lnTo>
                  <a:lnTo>
                    <a:pt x="718" y="1170"/>
                  </a:lnTo>
                  <a:lnTo>
                    <a:pt x="1569" y="505"/>
                  </a:lnTo>
                  <a:lnTo>
                    <a:pt x="1622" y="479"/>
                  </a:lnTo>
                  <a:lnTo>
                    <a:pt x="1649" y="426"/>
                  </a:lnTo>
                  <a:lnTo>
                    <a:pt x="1649" y="372"/>
                  </a:lnTo>
                  <a:lnTo>
                    <a:pt x="1649" y="319"/>
                  </a:lnTo>
                  <a:lnTo>
                    <a:pt x="1622" y="266"/>
                  </a:lnTo>
                  <a:lnTo>
                    <a:pt x="1595" y="213"/>
                  </a:lnTo>
                  <a:lnTo>
                    <a:pt x="1542" y="186"/>
                  </a:lnTo>
                  <a:lnTo>
                    <a:pt x="1489" y="160"/>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20" name="Google Shape;520;p39"/>
          <p:cNvGrpSpPr/>
          <p:nvPr/>
        </p:nvGrpSpPr>
        <p:grpSpPr>
          <a:xfrm>
            <a:off x="317796" y="3097628"/>
            <a:ext cx="202300" cy="226668"/>
            <a:chOff x="7128000" y="1314750"/>
            <a:chExt cx="247250" cy="263200"/>
          </a:xfrm>
        </p:grpSpPr>
        <p:sp>
          <p:nvSpPr>
            <p:cNvPr id="521" name="Google Shape;521;p39"/>
            <p:cNvSpPr/>
            <p:nvPr/>
          </p:nvSpPr>
          <p:spPr>
            <a:xfrm>
              <a:off x="7128000" y="1330700"/>
              <a:ext cx="247250" cy="247250"/>
            </a:xfrm>
            <a:custGeom>
              <a:rect b="b" l="l" r="r" t="t"/>
              <a:pathLst>
                <a:path extrusionOk="0" h="9890" w="9890">
                  <a:moveTo>
                    <a:pt x="7311" y="665"/>
                  </a:moveTo>
                  <a:lnTo>
                    <a:pt x="7630" y="905"/>
                  </a:lnTo>
                  <a:lnTo>
                    <a:pt x="7922" y="1170"/>
                  </a:lnTo>
                  <a:lnTo>
                    <a:pt x="8215" y="1436"/>
                  </a:lnTo>
                  <a:lnTo>
                    <a:pt x="8454" y="1729"/>
                  </a:lnTo>
                  <a:lnTo>
                    <a:pt x="8666" y="2021"/>
                  </a:lnTo>
                  <a:lnTo>
                    <a:pt x="8879" y="2367"/>
                  </a:lnTo>
                  <a:lnTo>
                    <a:pt x="9039" y="2686"/>
                  </a:lnTo>
                  <a:lnTo>
                    <a:pt x="9198" y="3058"/>
                  </a:lnTo>
                  <a:lnTo>
                    <a:pt x="9304" y="3403"/>
                  </a:lnTo>
                  <a:lnTo>
                    <a:pt x="9384" y="3775"/>
                  </a:lnTo>
                  <a:lnTo>
                    <a:pt x="9464" y="4148"/>
                  </a:lnTo>
                  <a:lnTo>
                    <a:pt x="9490" y="4520"/>
                  </a:lnTo>
                  <a:lnTo>
                    <a:pt x="9490" y="4918"/>
                  </a:lnTo>
                  <a:lnTo>
                    <a:pt x="9437" y="5291"/>
                  </a:lnTo>
                  <a:lnTo>
                    <a:pt x="9384" y="5689"/>
                  </a:lnTo>
                  <a:lnTo>
                    <a:pt x="9278" y="6061"/>
                  </a:lnTo>
                  <a:lnTo>
                    <a:pt x="9145" y="6434"/>
                  </a:lnTo>
                  <a:lnTo>
                    <a:pt x="9012" y="6806"/>
                  </a:lnTo>
                  <a:lnTo>
                    <a:pt x="8826" y="7151"/>
                  </a:lnTo>
                  <a:lnTo>
                    <a:pt x="8613" y="7470"/>
                  </a:lnTo>
                  <a:lnTo>
                    <a:pt x="8374" y="7763"/>
                  </a:lnTo>
                  <a:lnTo>
                    <a:pt x="8135" y="8055"/>
                  </a:lnTo>
                  <a:lnTo>
                    <a:pt x="7842" y="8321"/>
                  </a:lnTo>
                  <a:lnTo>
                    <a:pt x="7550" y="8560"/>
                  </a:lnTo>
                  <a:lnTo>
                    <a:pt x="7231" y="8773"/>
                  </a:lnTo>
                  <a:lnTo>
                    <a:pt x="6912" y="8959"/>
                  </a:lnTo>
                  <a:lnTo>
                    <a:pt x="6567" y="9118"/>
                  </a:lnTo>
                  <a:lnTo>
                    <a:pt x="6221" y="9251"/>
                  </a:lnTo>
                  <a:lnTo>
                    <a:pt x="5849" y="9357"/>
                  </a:lnTo>
                  <a:lnTo>
                    <a:pt x="5477" y="9437"/>
                  </a:lnTo>
                  <a:lnTo>
                    <a:pt x="5078" y="9490"/>
                  </a:lnTo>
                  <a:lnTo>
                    <a:pt x="4387" y="9490"/>
                  </a:lnTo>
                  <a:lnTo>
                    <a:pt x="4068" y="9464"/>
                  </a:lnTo>
                  <a:lnTo>
                    <a:pt x="3775" y="9411"/>
                  </a:lnTo>
                  <a:lnTo>
                    <a:pt x="3483" y="9357"/>
                  </a:lnTo>
                  <a:lnTo>
                    <a:pt x="3217" y="9278"/>
                  </a:lnTo>
                  <a:lnTo>
                    <a:pt x="2925" y="9171"/>
                  </a:lnTo>
                  <a:lnTo>
                    <a:pt x="2659" y="9065"/>
                  </a:lnTo>
                  <a:lnTo>
                    <a:pt x="2393" y="8932"/>
                  </a:lnTo>
                  <a:lnTo>
                    <a:pt x="2127" y="8773"/>
                  </a:lnTo>
                  <a:lnTo>
                    <a:pt x="1888" y="8613"/>
                  </a:lnTo>
                  <a:lnTo>
                    <a:pt x="1649" y="8427"/>
                  </a:lnTo>
                  <a:lnTo>
                    <a:pt x="1436" y="8241"/>
                  </a:lnTo>
                  <a:lnTo>
                    <a:pt x="1224" y="8028"/>
                  </a:lnTo>
                  <a:lnTo>
                    <a:pt x="1011" y="7816"/>
                  </a:lnTo>
                  <a:lnTo>
                    <a:pt x="825" y="7577"/>
                  </a:lnTo>
                  <a:lnTo>
                    <a:pt x="665" y="7337"/>
                  </a:lnTo>
                  <a:lnTo>
                    <a:pt x="1091" y="7470"/>
                  </a:lnTo>
                  <a:lnTo>
                    <a:pt x="1516" y="7550"/>
                  </a:lnTo>
                  <a:lnTo>
                    <a:pt x="1968" y="7603"/>
                  </a:lnTo>
                  <a:lnTo>
                    <a:pt x="2420" y="7630"/>
                  </a:lnTo>
                  <a:lnTo>
                    <a:pt x="2951" y="7603"/>
                  </a:lnTo>
                  <a:lnTo>
                    <a:pt x="3457" y="7523"/>
                  </a:lnTo>
                  <a:lnTo>
                    <a:pt x="3962" y="7390"/>
                  </a:lnTo>
                  <a:lnTo>
                    <a:pt x="4440" y="7204"/>
                  </a:lnTo>
                  <a:lnTo>
                    <a:pt x="4892" y="6992"/>
                  </a:lnTo>
                  <a:lnTo>
                    <a:pt x="5317" y="6726"/>
                  </a:lnTo>
                  <a:lnTo>
                    <a:pt x="5716" y="6434"/>
                  </a:lnTo>
                  <a:lnTo>
                    <a:pt x="6088" y="6115"/>
                  </a:lnTo>
                  <a:lnTo>
                    <a:pt x="6434" y="5742"/>
                  </a:lnTo>
                  <a:lnTo>
                    <a:pt x="6726" y="5344"/>
                  </a:lnTo>
                  <a:lnTo>
                    <a:pt x="6992" y="4892"/>
                  </a:lnTo>
                  <a:lnTo>
                    <a:pt x="7204" y="4440"/>
                  </a:lnTo>
                  <a:lnTo>
                    <a:pt x="7391" y="3961"/>
                  </a:lnTo>
                  <a:lnTo>
                    <a:pt x="7497" y="3483"/>
                  </a:lnTo>
                  <a:lnTo>
                    <a:pt x="7577" y="2951"/>
                  </a:lnTo>
                  <a:lnTo>
                    <a:pt x="7603" y="2420"/>
                  </a:lnTo>
                  <a:lnTo>
                    <a:pt x="7603" y="1968"/>
                  </a:lnTo>
                  <a:lnTo>
                    <a:pt x="7550" y="1543"/>
                  </a:lnTo>
                  <a:lnTo>
                    <a:pt x="7444" y="1091"/>
                  </a:lnTo>
                  <a:lnTo>
                    <a:pt x="7311" y="665"/>
                  </a:lnTo>
                  <a:close/>
                  <a:moveTo>
                    <a:pt x="6859" y="1"/>
                  </a:moveTo>
                  <a:lnTo>
                    <a:pt x="6806" y="27"/>
                  </a:lnTo>
                  <a:lnTo>
                    <a:pt x="6753" y="81"/>
                  </a:lnTo>
                  <a:lnTo>
                    <a:pt x="6726" y="107"/>
                  </a:lnTo>
                  <a:lnTo>
                    <a:pt x="6699" y="187"/>
                  </a:lnTo>
                  <a:lnTo>
                    <a:pt x="6699" y="240"/>
                  </a:lnTo>
                  <a:lnTo>
                    <a:pt x="6726" y="293"/>
                  </a:lnTo>
                  <a:lnTo>
                    <a:pt x="6832" y="559"/>
                  </a:lnTo>
                  <a:lnTo>
                    <a:pt x="6939" y="798"/>
                  </a:lnTo>
                  <a:lnTo>
                    <a:pt x="7098" y="1330"/>
                  </a:lnTo>
                  <a:lnTo>
                    <a:pt x="7178" y="1862"/>
                  </a:lnTo>
                  <a:lnTo>
                    <a:pt x="7204" y="2154"/>
                  </a:lnTo>
                  <a:lnTo>
                    <a:pt x="7204" y="2420"/>
                  </a:lnTo>
                  <a:lnTo>
                    <a:pt x="7178" y="2925"/>
                  </a:lnTo>
                  <a:lnTo>
                    <a:pt x="7125" y="3403"/>
                  </a:lnTo>
                  <a:lnTo>
                    <a:pt x="6992" y="3855"/>
                  </a:lnTo>
                  <a:lnTo>
                    <a:pt x="6832" y="4280"/>
                  </a:lnTo>
                  <a:lnTo>
                    <a:pt x="6620" y="4706"/>
                  </a:lnTo>
                  <a:lnTo>
                    <a:pt x="6380" y="5104"/>
                  </a:lnTo>
                  <a:lnTo>
                    <a:pt x="6115" y="5477"/>
                  </a:lnTo>
                  <a:lnTo>
                    <a:pt x="5796" y="5822"/>
                  </a:lnTo>
                  <a:lnTo>
                    <a:pt x="5450" y="6141"/>
                  </a:lnTo>
                  <a:lnTo>
                    <a:pt x="5105" y="6407"/>
                  </a:lnTo>
                  <a:lnTo>
                    <a:pt x="4706" y="6646"/>
                  </a:lnTo>
                  <a:lnTo>
                    <a:pt x="4281" y="6859"/>
                  </a:lnTo>
                  <a:lnTo>
                    <a:pt x="3829" y="7018"/>
                  </a:lnTo>
                  <a:lnTo>
                    <a:pt x="3377" y="7125"/>
                  </a:lnTo>
                  <a:lnTo>
                    <a:pt x="2898" y="7204"/>
                  </a:lnTo>
                  <a:lnTo>
                    <a:pt x="2420" y="7231"/>
                  </a:lnTo>
                  <a:lnTo>
                    <a:pt x="2127" y="7231"/>
                  </a:lnTo>
                  <a:lnTo>
                    <a:pt x="1862" y="7204"/>
                  </a:lnTo>
                  <a:lnTo>
                    <a:pt x="1330" y="7098"/>
                  </a:lnTo>
                  <a:lnTo>
                    <a:pt x="798" y="6939"/>
                  </a:lnTo>
                  <a:lnTo>
                    <a:pt x="533" y="6859"/>
                  </a:lnTo>
                  <a:lnTo>
                    <a:pt x="293" y="6726"/>
                  </a:lnTo>
                  <a:lnTo>
                    <a:pt x="107" y="6726"/>
                  </a:lnTo>
                  <a:lnTo>
                    <a:pt x="54" y="6779"/>
                  </a:lnTo>
                  <a:lnTo>
                    <a:pt x="28" y="6832"/>
                  </a:lnTo>
                  <a:lnTo>
                    <a:pt x="1" y="6885"/>
                  </a:lnTo>
                  <a:lnTo>
                    <a:pt x="1" y="6939"/>
                  </a:lnTo>
                  <a:lnTo>
                    <a:pt x="28" y="6992"/>
                  </a:lnTo>
                  <a:lnTo>
                    <a:pt x="214" y="7364"/>
                  </a:lnTo>
                  <a:lnTo>
                    <a:pt x="453" y="7709"/>
                  </a:lnTo>
                  <a:lnTo>
                    <a:pt x="692" y="8055"/>
                  </a:lnTo>
                  <a:lnTo>
                    <a:pt x="984" y="8347"/>
                  </a:lnTo>
                  <a:lnTo>
                    <a:pt x="1277" y="8640"/>
                  </a:lnTo>
                  <a:lnTo>
                    <a:pt x="1596" y="8879"/>
                  </a:lnTo>
                  <a:lnTo>
                    <a:pt x="1915" y="9118"/>
                  </a:lnTo>
                  <a:lnTo>
                    <a:pt x="2287" y="9304"/>
                  </a:lnTo>
                  <a:lnTo>
                    <a:pt x="2632" y="9490"/>
                  </a:lnTo>
                  <a:lnTo>
                    <a:pt x="3031" y="9623"/>
                  </a:lnTo>
                  <a:lnTo>
                    <a:pt x="3403" y="9756"/>
                  </a:lnTo>
                  <a:lnTo>
                    <a:pt x="3802" y="9836"/>
                  </a:lnTo>
                  <a:lnTo>
                    <a:pt x="4227" y="9889"/>
                  </a:lnTo>
                  <a:lnTo>
                    <a:pt x="5051" y="9889"/>
                  </a:lnTo>
                  <a:lnTo>
                    <a:pt x="5477" y="9836"/>
                  </a:lnTo>
                  <a:lnTo>
                    <a:pt x="5875" y="9756"/>
                  </a:lnTo>
                  <a:lnTo>
                    <a:pt x="6301" y="9650"/>
                  </a:lnTo>
                  <a:lnTo>
                    <a:pt x="6673" y="9490"/>
                  </a:lnTo>
                  <a:lnTo>
                    <a:pt x="7045" y="9331"/>
                  </a:lnTo>
                  <a:lnTo>
                    <a:pt x="7417" y="9118"/>
                  </a:lnTo>
                  <a:lnTo>
                    <a:pt x="7736" y="8906"/>
                  </a:lnTo>
                  <a:lnTo>
                    <a:pt x="8055" y="8640"/>
                  </a:lnTo>
                  <a:lnTo>
                    <a:pt x="8347" y="8374"/>
                  </a:lnTo>
                  <a:lnTo>
                    <a:pt x="8640" y="8082"/>
                  </a:lnTo>
                  <a:lnTo>
                    <a:pt x="8879" y="7763"/>
                  </a:lnTo>
                  <a:lnTo>
                    <a:pt x="9118" y="7417"/>
                  </a:lnTo>
                  <a:lnTo>
                    <a:pt x="9304" y="7071"/>
                  </a:lnTo>
                  <a:lnTo>
                    <a:pt x="9490" y="6699"/>
                  </a:lnTo>
                  <a:lnTo>
                    <a:pt x="9623" y="6301"/>
                  </a:lnTo>
                  <a:lnTo>
                    <a:pt x="9756" y="5902"/>
                  </a:lnTo>
                  <a:lnTo>
                    <a:pt x="9836" y="5477"/>
                  </a:lnTo>
                  <a:lnTo>
                    <a:pt x="9863" y="5078"/>
                  </a:lnTo>
                  <a:lnTo>
                    <a:pt x="9889" y="4653"/>
                  </a:lnTo>
                  <a:lnTo>
                    <a:pt x="9863" y="4227"/>
                  </a:lnTo>
                  <a:lnTo>
                    <a:pt x="9809" y="3829"/>
                  </a:lnTo>
                  <a:lnTo>
                    <a:pt x="9730" y="3430"/>
                  </a:lnTo>
                  <a:lnTo>
                    <a:pt x="9623" y="3031"/>
                  </a:lnTo>
                  <a:lnTo>
                    <a:pt x="9464" y="2659"/>
                  </a:lnTo>
                  <a:lnTo>
                    <a:pt x="9304" y="2287"/>
                  </a:lnTo>
                  <a:lnTo>
                    <a:pt x="9092" y="1941"/>
                  </a:lnTo>
                  <a:lnTo>
                    <a:pt x="8879" y="1596"/>
                  </a:lnTo>
                  <a:lnTo>
                    <a:pt x="8613" y="1277"/>
                  </a:lnTo>
                  <a:lnTo>
                    <a:pt x="8347" y="984"/>
                  </a:lnTo>
                  <a:lnTo>
                    <a:pt x="8029" y="719"/>
                  </a:lnTo>
                  <a:lnTo>
                    <a:pt x="7710" y="453"/>
                  </a:lnTo>
                  <a:lnTo>
                    <a:pt x="7364" y="240"/>
                  </a:lnTo>
                  <a:lnTo>
                    <a:pt x="6992" y="27"/>
                  </a:lnTo>
                  <a:lnTo>
                    <a:pt x="691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39"/>
            <p:cNvSpPr/>
            <p:nvPr/>
          </p:nvSpPr>
          <p:spPr>
            <a:xfrm>
              <a:off x="7157925" y="1398500"/>
              <a:ext cx="82425" cy="79100"/>
            </a:xfrm>
            <a:custGeom>
              <a:rect b="b" l="l" r="r" t="t"/>
              <a:pathLst>
                <a:path extrusionOk="0" h="3164" w="3297">
                  <a:moveTo>
                    <a:pt x="1648" y="638"/>
                  </a:moveTo>
                  <a:lnTo>
                    <a:pt x="1914" y="1196"/>
                  </a:lnTo>
                  <a:lnTo>
                    <a:pt x="1994" y="1276"/>
                  </a:lnTo>
                  <a:lnTo>
                    <a:pt x="2073" y="1303"/>
                  </a:lnTo>
                  <a:lnTo>
                    <a:pt x="2685" y="1382"/>
                  </a:lnTo>
                  <a:lnTo>
                    <a:pt x="2233" y="1808"/>
                  </a:lnTo>
                  <a:lnTo>
                    <a:pt x="2180" y="1887"/>
                  </a:lnTo>
                  <a:lnTo>
                    <a:pt x="2180" y="1994"/>
                  </a:lnTo>
                  <a:lnTo>
                    <a:pt x="2286" y="2605"/>
                  </a:lnTo>
                  <a:lnTo>
                    <a:pt x="1754" y="2313"/>
                  </a:lnTo>
                  <a:lnTo>
                    <a:pt x="1648" y="2286"/>
                  </a:lnTo>
                  <a:lnTo>
                    <a:pt x="1568" y="2313"/>
                  </a:lnTo>
                  <a:lnTo>
                    <a:pt x="1010" y="2605"/>
                  </a:lnTo>
                  <a:lnTo>
                    <a:pt x="1117" y="1994"/>
                  </a:lnTo>
                  <a:lnTo>
                    <a:pt x="1117" y="1887"/>
                  </a:lnTo>
                  <a:lnTo>
                    <a:pt x="1063" y="1808"/>
                  </a:lnTo>
                  <a:lnTo>
                    <a:pt x="638" y="1382"/>
                  </a:lnTo>
                  <a:lnTo>
                    <a:pt x="1223" y="1303"/>
                  </a:lnTo>
                  <a:lnTo>
                    <a:pt x="1329" y="1276"/>
                  </a:lnTo>
                  <a:lnTo>
                    <a:pt x="1382" y="1196"/>
                  </a:lnTo>
                  <a:lnTo>
                    <a:pt x="1648" y="638"/>
                  </a:lnTo>
                  <a:close/>
                  <a:moveTo>
                    <a:pt x="1648" y="0"/>
                  </a:moveTo>
                  <a:lnTo>
                    <a:pt x="1542" y="27"/>
                  </a:lnTo>
                  <a:lnTo>
                    <a:pt x="1462" y="106"/>
                  </a:lnTo>
                  <a:lnTo>
                    <a:pt x="1063" y="930"/>
                  </a:lnTo>
                  <a:lnTo>
                    <a:pt x="160" y="1063"/>
                  </a:lnTo>
                  <a:lnTo>
                    <a:pt x="80" y="1090"/>
                  </a:lnTo>
                  <a:lnTo>
                    <a:pt x="0" y="1196"/>
                  </a:lnTo>
                  <a:lnTo>
                    <a:pt x="0" y="1303"/>
                  </a:lnTo>
                  <a:lnTo>
                    <a:pt x="53" y="1409"/>
                  </a:lnTo>
                  <a:lnTo>
                    <a:pt x="718" y="2020"/>
                  </a:lnTo>
                  <a:lnTo>
                    <a:pt x="558" y="2924"/>
                  </a:lnTo>
                  <a:lnTo>
                    <a:pt x="558" y="3030"/>
                  </a:lnTo>
                  <a:lnTo>
                    <a:pt x="638" y="3137"/>
                  </a:lnTo>
                  <a:lnTo>
                    <a:pt x="744" y="3163"/>
                  </a:lnTo>
                  <a:lnTo>
                    <a:pt x="851" y="3137"/>
                  </a:lnTo>
                  <a:lnTo>
                    <a:pt x="1648" y="2711"/>
                  </a:lnTo>
                  <a:lnTo>
                    <a:pt x="2472" y="3137"/>
                  </a:lnTo>
                  <a:lnTo>
                    <a:pt x="2578" y="3163"/>
                  </a:lnTo>
                  <a:lnTo>
                    <a:pt x="2658" y="3137"/>
                  </a:lnTo>
                  <a:lnTo>
                    <a:pt x="2738" y="3030"/>
                  </a:lnTo>
                  <a:lnTo>
                    <a:pt x="2738" y="2924"/>
                  </a:lnTo>
                  <a:lnTo>
                    <a:pt x="2605" y="2020"/>
                  </a:lnTo>
                  <a:lnTo>
                    <a:pt x="3243" y="1409"/>
                  </a:lnTo>
                  <a:lnTo>
                    <a:pt x="3296" y="1303"/>
                  </a:lnTo>
                  <a:lnTo>
                    <a:pt x="3296" y="1196"/>
                  </a:lnTo>
                  <a:lnTo>
                    <a:pt x="3243" y="1090"/>
                  </a:lnTo>
                  <a:lnTo>
                    <a:pt x="3137" y="1063"/>
                  </a:lnTo>
                  <a:lnTo>
                    <a:pt x="2233" y="930"/>
                  </a:lnTo>
                  <a:lnTo>
                    <a:pt x="1834" y="106"/>
                  </a:lnTo>
                  <a:lnTo>
                    <a:pt x="1754" y="27"/>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39"/>
            <p:cNvSpPr/>
            <p:nvPr/>
          </p:nvSpPr>
          <p:spPr>
            <a:xfrm>
              <a:off x="7153925" y="1314750"/>
              <a:ext cx="46550" cy="45875"/>
            </a:xfrm>
            <a:custGeom>
              <a:rect b="b" l="l" r="r" t="t"/>
              <a:pathLst>
                <a:path extrusionOk="0" h="1835" w="1862">
                  <a:moveTo>
                    <a:pt x="240" y="1"/>
                  </a:moveTo>
                  <a:lnTo>
                    <a:pt x="187" y="27"/>
                  </a:lnTo>
                  <a:lnTo>
                    <a:pt x="134" y="81"/>
                  </a:lnTo>
                  <a:lnTo>
                    <a:pt x="107" y="160"/>
                  </a:lnTo>
                  <a:lnTo>
                    <a:pt x="107" y="240"/>
                  </a:lnTo>
                  <a:lnTo>
                    <a:pt x="134" y="320"/>
                  </a:lnTo>
                  <a:lnTo>
                    <a:pt x="187" y="373"/>
                  </a:lnTo>
                  <a:lnTo>
                    <a:pt x="266" y="400"/>
                  </a:lnTo>
                  <a:lnTo>
                    <a:pt x="1144" y="506"/>
                  </a:lnTo>
                  <a:lnTo>
                    <a:pt x="80" y="1303"/>
                  </a:lnTo>
                  <a:lnTo>
                    <a:pt x="54" y="1357"/>
                  </a:lnTo>
                  <a:lnTo>
                    <a:pt x="27" y="1410"/>
                  </a:lnTo>
                  <a:lnTo>
                    <a:pt x="1" y="1463"/>
                  </a:lnTo>
                  <a:lnTo>
                    <a:pt x="27" y="1516"/>
                  </a:lnTo>
                  <a:lnTo>
                    <a:pt x="27" y="1569"/>
                  </a:lnTo>
                  <a:lnTo>
                    <a:pt x="80" y="1622"/>
                  </a:lnTo>
                  <a:lnTo>
                    <a:pt x="134" y="1649"/>
                  </a:lnTo>
                  <a:lnTo>
                    <a:pt x="187" y="1649"/>
                  </a:lnTo>
                  <a:lnTo>
                    <a:pt x="1649" y="1835"/>
                  </a:lnTo>
                  <a:lnTo>
                    <a:pt x="1755" y="1835"/>
                  </a:lnTo>
                  <a:lnTo>
                    <a:pt x="1808" y="1782"/>
                  </a:lnTo>
                  <a:lnTo>
                    <a:pt x="1861" y="1729"/>
                  </a:lnTo>
                  <a:lnTo>
                    <a:pt x="1861" y="1649"/>
                  </a:lnTo>
                  <a:lnTo>
                    <a:pt x="1861" y="1569"/>
                  </a:lnTo>
                  <a:lnTo>
                    <a:pt x="1835" y="1516"/>
                  </a:lnTo>
                  <a:lnTo>
                    <a:pt x="1782" y="1463"/>
                  </a:lnTo>
                  <a:lnTo>
                    <a:pt x="1702" y="1436"/>
                  </a:lnTo>
                  <a:lnTo>
                    <a:pt x="718" y="1330"/>
                  </a:lnTo>
                  <a:lnTo>
                    <a:pt x="1755" y="532"/>
                  </a:lnTo>
                  <a:lnTo>
                    <a:pt x="1808" y="479"/>
                  </a:lnTo>
                  <a:lnTo>
                    <a:pt x="1835" y="426"/>
                  </a:lnTo>
                  <a:lnTo>
                    <a:pt x="1835" y="373"/>
                  </a:lnTo>
                  <a:lnTo>
                    <a:pt x="1835" y="320"/>
                  </a:lnTo>
                  <a:lnTo>
                    <a:pt x="1808" y="267"/>
                  </a:lnTo>
                  <a:lnTo>
                    <a:pt x="1782" y="214"/>
                  </a:lnTo>
                  <a:lnTo>
                    <a:pt x="1728" y="187"/>
                  </a:lnTo>
                  <a:lnTo>
                    <a:pt x="1675" y="160"/>
                  </a:lnTo>
                  <a:lnTo>
                    <a:pt x="3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39"/>
            <p:cNvSpPr/>
            <p:nvPr/>
          </p:nvSpPr>
          <p:spPr>
            <a:xfrm>
              <a:off x="7214400" y="1342675"/>
              <a:ext cx="41900" cy="41875"/>
            </a:xfrm>
            <a:custGeom>
              <a:rect b="b" l="l" r="r" t="t"/>
              <a:pathLst>
                <a:path extrusionOk="0" h="1675" w="1676">
                  <a:moveTo>
                    <a:pt x="240" y="0"/>
                  </a:moveTo>
                  <a:lnTo>
                    <a:pt x="160" y="53"/>
                  </a:lnTo>
                  <a:lnTo>
                    <a:pt x="107" y="107"/>
                  </a:lnTo>
                  <a:lnTo>
                    <a:pt x="80" y="186"/>
                  </a:lnTo>
                  <a:lnTo>
                    <a:pt x="107" y="266"/>
                  </a:lnTo>
                  <a:lnTo>
                    <a:pt x="133" y="319"/>
                  </a:lnTo>
                  <a:lnTo>
                    <a:pt x="187" y="372"/>
                  </a:lnTo>
                  <a:lnTo>
                    <a:pt x="266" y="399"/>
                  </a:lnTo>
                  <a:lnTo>
                    <a:pt x="957" y="505"/>
                  </a:lnTo>
                  <a:lnTo>
                    <a:pt x="80" y="1143"/>
                  </a:lnTo>
                  <a:lnTo>
                    <a:pt x="54" y="1196"/>
                  </a:lnTo>
                  <a:lnTo>
                    <a:pt x="27" y="1250"/>
                  </a:lnTo>
                  <a:lnTo>
                    <a:pt x="1" y="1303"/>
                  </a:lnTo>
                  <a:lnTo>
                    <a:pt x="27" y="1356"/>
                  </a:lnTo>
                  <a:lnTo>
                    <a:pt x="54" y="1409"/>
                  </a:lnTo>
                  <a:lnTo>
                    <a:pt x="80" y="1462"/>
                  </a:lnTo>
                  <a:lnTo>
                    <a:pt x="133" y="1489"/>
                  </a:lnTo>
                  <a:lnTo>
                    <a:pt x="187" y="1515"/>
                  </a:lnTo>
                  <a:lnTo>
                    <a:pt x="1462" y="1675"/>
                  </a:lnTo>
                  <a:lnTo>
                    <a:pt x="1489" y="1675"/>
                  </a:lnTo>
                  <a:lnTo>
                    <a:pt x="1569" y="1648"/>
                  </a:lnTo>
                  <a:lnTo>
                    <a:pt x="1622" y="1622"/>
                  </a:lnTo>
                  <a:lnTo>
                    <a:pt x="1675" y="1542"/>
                  </a:lnTo>
                  <a:lnTo>
                    <a:pt x="1675" y="1489"/>
                  </a:lnTo>
                  <a:lnTo>
                    <a:pt x="1675" y="1409"/>
                  </a:lnTo>
                  <a:lnTo>
                    <a:pt x="1649" y="1329"/>
                  </a:lnTo>
                  <a:lnTo>
                    <a:pt x="1595" y="1276"/>
                  </a:lnTo>
                  <a:lnTo>
                    <a:pt x="1516" y="1276"/>
                  </a:lnTo>
                  <a:lnTo>
                    <a:pt x="718" y="1170"/>
                  </a:lnTo>
                  <a:lnTo>
                    <a:pt x="1569" y="505"/>
                  </a:lnTo>
                  <a:lnTo>
                    <a:pt x="1622" y="479"/>
                  </a:lnTo>
                  <a:lnTo>
                    <a:pt x="1649" y="426"/>
                  </a:lnTo>
                  <a:lnTo>
                    <a:pt x="1649" y="372"/>
                  </a:lnTo>
                  <a:lnTo>
                    <a:pt x="1649" y="319"/>
                  </a:lnTo>
                  <a:lnTo>
                    <a:pt x="1622" y="266"/>
                  </a:lnTo>
                  <a:lnTo>
                    <a:pt x="1595" y="213"/>
                  </a:lnTo>
                  <a:lnTo>
                    <a:pt x="1542" y="186"/>
                  </a:lnTo>
                  <a:lnTo>
                    <a:pt x="1489" y="160"/>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25" name="Google Shape;525;p39"/>
          <p:cNvGrpSpPr/>
          <p:nvPr/>
        </p:nvGrpSpPr>
        <p:grpSpPr>
          <a:xfrm>
            <a:off x="7815621" y="130690"/>
            <a:ext cx="202300" cy="226668"/>
            <a:chOff x="7128000" y="1314750"/>
            <a:chExt cx="247250" cy="263200"/>
          </a:xfrm>
        </p:grpSpPr>
        <p:sp>
          <p:nvSpPr>
            <p:cNvPr id="526" name="Google Shape;526;p39"/>
            <p:cNvSpPr/>
            <p:nvPr/>
          </p:nvSpPr>
          <p:spPr>
            <a:xfrm>
              <a:off x="7128000" y="1330700"/>
              <a:ext cx="247250" cy="247250"/>
            </a:xfrm>
            <a:custGeom>
              <a:rect b="b" l="l" r="r" t="t"/>
              <a:pathLst>
                <a:path extrusionOk="0" h="9890" w="9890">
                  <a:moveTo>
                    <a:pt x="7311" y="665"/>
                  </a:moveTo>
                  <a:lnTo>
                    <a:pt x="7630" y="905"/>
                  </a:lnTo>
                  <a:lnTo>
                    <a:pt x="7922" y="1170"/>
                  </a:lnTo>
                  <a:lnTo>
                    <a:pt x="8215" y="1436"/>
                  </a:lnTo>
                  <a:lnTo>
                    <a:pt x="8454" y="1729"/>
                  </a:lnTo>
                  <a:lnTo>
                    <a:pt x="8666" y="2021"/>
                  </a:lnTo>
                  <a:lnTo>
                    <a:pt x="8879" y="2367"/>
                  </a:lnTo>
                  <a:lnTo>
                    <a:pt x="9039" y="2686"/>
                  </a:lnTo>
                  <a:lnTo>
                    <a:pt x="9198" y="3058"/>
                  </a:lnTo>
                  <a:lnTo>
                    <a:pt x="9304" y="3403"/>
                  </a:lnTo>
                  <a:lnTo>
                    <a:pt x="9384" y="3775"/>
                  </a:lnTo>
                  <a:lnTo>
                    <a:pt x="9464" y="4148"/>
                  </a:lnTo>
                  <a:lnTo>
                    <a:pt x="9490" y="4520"/>
                  </a:lnTo>
                  <a:lnTo>
                    <a:pt x="9490" y="4918"/>
                  </a:lnTo>
                  <a:lnTo>
                    <a:pt x="9437" y="5291"/>
                  </a:lnTo>
                  <a:lnTo>
                    <a:pt x="9384" y="5689"/>
                  </a:lnTo>
                  <a:lnTo>
                    <a:pt x="9278" y="6061"/>
                  </a:lnTo>
                  <a:lnTo>
                    <a:pt x="9145" y="6434"/>
                  </a:lnTo>
                  <a:lnTo>
                    <a:pt x="9012" y="6806"/>
                  </a:lnTo>
                  <a:lnTo>
                    <a:pt x="8826" y="7151"/>
                  </a:lnTo>
                  <a:lnTo>
                    <a:pt x="8613" y="7470"/>
                  </a:lnTo>
                  <a:lnTo>
                    <a:pt x="8374" y="7763"/>
                  </a:lnTo>
                  <a:lnTo>
                    <a:pt x="8135" y="8055"/>
                  </a:lnTo>
                  <a:lnTo>
                    <a:pt x="7842" y="8321"/>
                  </a:lnTo>
                  <a:lnTo>
                    <a:pt x="7550" y="8560"/>
                  </a:lnTo>
                  <a:lnTo>
                    <a:pt x="7231" y="8773"/>
                  </a:lnTo>
                  <a:lnTo>
                    <a:pt x="6912" y="8959"/>
                  </a:lnTo>
                  <a:lnTo>
                    <a:pt x="6567" y="9118"/>
                  </a:lnTo>
                  <a:lnTo>
                    <a:pt x="6221" y="9251"/>
                  </a:lnTo>
                  <a:lnTo>
                    <a:pt x="5849" y="9357"/>
                  </a:lnTo>
                  <a:lnTo>
                    <a:pt x="5477" y="9437"/>
                  </a:lnTo>
                  <a:lnTo>
                    <a:pt x="5078" y="9490"/>
                  </a:lnTo>
                  <a:lnTo>
                    <a:pt x="4387" y="9490"/>
                  </a:lnTo>
                  <a:lnTo>
                    <a:pt x="4068" y="9464"/>
                  </a:lnTo>
                  <a:lnTo>
                    <a:pt x="3775" y="9411"/>
                  </a:lnTo>
                  <a:lnTo>
                    <a:pt x="3483" y="9357"/>
                  </a:lnTo>
                  <a:lnTo>
                    <a:pt x="3217" y="9278"/>
                  </a:lnTo>
                  <a:lnTo>
                    <a:pt x="2925" y="9171"/>
                  </a:lnTo>
                  <a:lnTo>
                    <a:pt x="2659" y="9065"/>
                  </a:lnTo>
                  <a:lnTo>
                    <a:pt x="2393" y="8932"/>
                  </a:lnTo>
                  <a:lnTo>
                    <a:pt x="2127" y="8773"/>
                  </a:lnTo>
                  <a:lnTo>
                    <a:pt x="1888" y="8613"/>
                  </a:lnTo>
                  <a:lnTo>
                    <a:pt x="1649" y="8427"/>
                  </a:lnTo>
                  <a:lnTo>
                    <a:pt x="1436" y="8241"/>
                  </a:lnTo>
                  <a:lnTo>
                    <a:pt x="1224" y="8028"/>
                  </a:lnTo>
                  <a:lnTo>
                    <a:pt x="1011" y="7816"/>
                  </a:lnTo>
                  <a:lnTo>
                    <a:pt x="825" y="7577"/>
                  </a:lnTo>
                  <a:lnTo>
                    <a:pt x="665" y="7337"/>
                  </a:lnTo>
                  <a:lnTo>
                    <a:pt x="1091" y="7470"/>
                  </a:lnTo>
                  <a:lnTo>
                    <a:pt x="1516" y="7550"/>
                  </a:lnTo>
                  <a:lnTo>
                    <a:pt x="1968" y="7603"/>
                  </a:lnTo>
                  <a:lnTo>
                    <a:pt x="2420" y="7630"/>
                  </a:lnTo>
                  <a:lnTo>
                    <a:pt x="2951" y="7603"/>
                  </a:lnTo>
                  <a:lnTo>
                    <a:pt x="3457" y="7523"/>
                  </a:lnTo>
                  <a:lnTo>
                    <a:pt x="3962" y="7390"/>
                  </a:lnTo>
                  <a:lnTo>
                    <a:pt x="4440" y="7204"/>
                  </a:lnTo>
                  <a:lnTo>
                    <a:pt x="4892" y="6992"/>
                  </a:lnTo>
                  <a:lnTo>
                    <a:pt x="5317" y="6726"/>
                  </a:lnTo>
                  <a:lnTo>
                    <a:pt x="5716" y="6434"/>
                  </a:lnTo>
                  <a:lnTo>
                    <a:pt x="6088" y="6115"/>
                  </a:lnTo>
                  <a:lnTo>
                    <a:pt x="6434" y="5742"/>
                  </a:lnTo>
                  <a:lnTo>
                    <a:pt x="6726" y="5344"/>
                  </a:lnTo>
                  <a:lnTo>
                    <a:pt x="6992" y="4892"/>
                  </a:lnTo>
                  <a:lnTo>
                    <a:pt x="7204" y="4440"/>
                  </a:lnTo>
                  <a:lnTo>
                    <a:pt x="7391" y="3961"/>
                  </a:lnTo>
                  <a:lnTo>
                    <a:pt x="7497" y="3483"/>
                  </a:lnTo>
                  <a:lnTo>
                    <a:pt x="7577" y="2951"/>
                  </a:lnTo>
                  <a:lnTo>
                    <a:pt x="7603" y="2420"/>
                  </a:lnTo>
                  <a:lnTo>
                    <a:pt x="7603" y="1968"/>
                  </a:lnTo>
                  <a:lnTo>
                    <a:pt x="7550" y="1543"/>
                  </a:lnTo>
                  <a:lnTo>
                    <a:pt x="7444" y="1091"/>
                  </a:lnTo>
                  <a:lnTo>
                    <a:pt x="7311" y="665"/>
                  </a:lnTo>
                  <a:close/>
                  <a:moveTo>
                    <a:pt x="6859" y="1"/>
                  </a:moveTo>
                  <a:lnTo>
                    <a:pt x="6806" y="27"/>
                  </a:lnTo>
                  <a:lnTo>
                    <a:pt x="6753" y="81"/>
                  </a:lnTo>
                  <a:lnTo>
                    <a:pt x="6726" y="107"/>
                  </a:lnTo>
                  <a:lnTo>
                    <a:pt x="6699" y="187"/>
                  </a:lnTo>
                  <a:lnTo>
                    <a:pt x="6699" y="240"/>
                  </a:lnTo>
                  <a:lnTo>
                    <a:pt x="6726" y="293"/>
                  </a:lnTo>
                  <a:lnTo>
                    <a:pt x="6832" y="559"/>
                  </a:lnTo>
                  <a:lnTo>
                    <a:pt x="6939" y="798"/>
                  </a:lnTo>
                  <a:lnTo>
                    <a:pt x="7098" y="1330"/>
                  </a:lnTo>
                  <a:lnTo>
                    <a:pt x="7178" y="1862"/>
                  </a:lnTo>
                  <a:lnTo>
                    <a:pt x="7204" y="2154"/>
                  </a:lnTo>
                  <a:lnTo>
                    <a:pt x="7204" y="2420"/>
                  </a:lnTo>
                  <a:lnTo>
                    <a:pt x="7178" y="2925"/>
                  </a:lnTo>
                  <a:lnTo>
                    <a:pt x="7125" y="3403"/>
                  </a:lnTo>
                  <a:lnTo>
                    <a:pt x="6992" y="3855"/>
                  </a:lnTo>
                  <a:lnTo>
                    <a:pt x="6832" y="4280"/>
                  </a:lnTo>
                  <a:lnTo>
                    <a:pt x="6620" y="4706"/>
                  </a:lnTo>
                  <a:lnTo>
                    <a:pt x="6380" y="5104"/>
                  </a:lnTo>
                  <a:lnTo>
                    <a:pt x="6115" y="5477"/>
                  </a:lnTo>
                  <a:lnTo>
                    <a:pt x="5796" y="5822"/>
                  </a:lnTo>
                  <a:lnTo>
                    <a:pt x="5450" y="6141"/>
                  </a:lnTo>
                  <a:lnTo>
                    <a:pt x="5105" y="6407"/>
                  </a:lnTo>
                  <a:lnTo>
                    <a:pt x="4706" y="6646"/>
                  </a:lnTo>
                  <a:lnTo>
                    <a:pt x="4281" y="6859"/>
                  </a:lnTo>
                  <a:lnTo>
                    <a:pt x="3829" y="7018"/>
                  </a:lnTo>
                  <a:lnTo>
                    <a:pt x="3377" y="7125"/>
                  </a:lnTo>
                  <a:lnTo>
                    <a:pt x="2898" y="7204"/>
                  </a:lnTo>
                  <a:lnTo>
                    <a:pt x="2420" y="7231"/>
                  </a:lnTo>
                  <a:lnTo>
                    <a:pt x="2127" y="7231"/>
                  </a:lnTo>
                  <a:lnTo>
                    <a:pt x="1862" y="7204"/>
                  </a:lnTo>
                  <a:lnTo>
                    <a:pt x="1330" y="7098"/>
                  </a:lnTo>
                  <a:lnTo>
                    <a:pt x="798" y="6939"/>
                  </a:lnTo>
                  <a:lnTo>
                    <a:pt x="533" y="6859"/>
                  </a:lnTo>
                  <a:lnTo>
                    <a:pt x="293" y="6726"/>
                  </a:lnTo>
                  <a:lnTo>
                    <a:pt x="107" y="6726"/>
                  </a:lnTo>
                  <a:lnTo>
                    <a:pt x="54" y="6779"/>
                  </a:lnTo>
                  <a:lnTo>
                    <a:pt x="28" y="6832"/>
                  </a:lnTo>
                  <a:lnTo>
                    <a:pt x="1" y="6885"/>
                  </a:lnTo>
                  <a:lnTo>
                    <a:pt x="1" y="6939"/>
                  </a:lnTo>
                  <a:lnTo>
                    <a:pt x="28" y="6992"/>
                  </a:lnTo>
                  <a:lnTo>
                    <a:pt x="214" y="7364"/>
                  </a:lnTo>
                  <a:lnTo>
                    <a:pt x="453" y="7709"/>
                  </a:lnTo>
                  <a:lnTo>
                    <a:pt x="692" y="8055"/>
                  </a:lnTo>
                  <a:lnTo>
                    <a:pt x="984" y="8347"/>
                  </a:lnTo>
                  <a:lnTo>
                    <a:pt x="1277" y="8640"/>
                  </a:lnTo>
                  <a:lnTo>
                    <a:pt x="1596" y="8879"/>
                  </a:lnTo>
                  <a:lnTo>
                    <a:pt x="1915" y="9118"/>
                  </a:lnTo>
                  <a:lnTo>
                    <a:pt x="2287" y="9304"/>
                  </a:lnTo>
                  <a:lnTo>
                    <a:pt x="2632" y="9490"/>
                  </a:lnTo>
                  <a:lnTo>
                    <a:pt x="3031" y="9623"/>
                  </a:lnTo>
                  <a:lnTo>
                    <a:pt x="3403" y="9756"/>
                  </a:lnTo>
                  <a:lnTo>
                    <a:pt x="3802" y="9836"/>
                  </a:lnTo>
                  <a:lnTo>
                    <a:pt x="4227" y="9889"/>
                  </a:lnTo>
                  <a:lnTo>
                    <a:pt x="5051" y="9889"/>
                  </a:lnTo>
                  <a:lnTo>
                    <a:pt x="5477" y="9836"/>
                  </a:lnTo>
                  <a:lnTo>
                    <a:pt x="5875" y="9756"/>
                  </a:lnTo>
                  <a:lnTo>
                    <a:pt x="6301" y="9650"/>
                  </a:lnTo>
                  <a:lnTo>
                    <a:pt x="6673" y="9490"/>
                  </a:lnTo>
                  <a:lnTo>
                    <a:pt x="7045" y="9331"/>
                  </a:lnTo>
                  <a:lnTo>
                    <a:pt x="7417" y="9118"/>
                  </a:lnTo>
                  <a:lnTo>
                    <a:pt x="7736" y="8906"/>
                  </a:lnTo>
                  <a:lnTo>
                    <a:pt x="8055" y="8640"/>
                  </a:lnTo>
                  <a:lnTo>
                    <a:pt x="8347" y="8374"/>
                  </a:lnTo>
                  <a:lnTo>
                    <a:pt x="8640" y="8082"/>
                  </a:lnTo>
                  <a:lnTo>
                    <a:pt x="8879" y="7763"/>
                  </a:lnTo>
                  <a:lnTo>
                    <a:pt x="9118" y="7417"/>
                  </a:lnTo>
                  <a:lnTo>
                    <a:pt x="9304" y="7071"/>
                  </a:lnTo>
                  <a:lnTo>
                    <a:pt x="9490" y="6699"/>
                  </a:lnTo>
                  <a:lnTo>
                    <a:pt x="9623" y="6301"/>
                  </a:lnTo>
                  <a:lnTo>
                    <a:pt x="9756" y="5902"/>
                  </a:lnTo>
                  <a:lnTo>
                    <a:pt x="9836" y="5477"/>
                  </a:lnTo>
                  <a:lnTo>
                    <a:pt x="9863" y="5078"/>
                  </a:lnTo>
                  <a:lnTo>
                    <a:pt x="9889" y="4653"/>
                  </a:lnTo>
                  <a:lnTo>
                    <a:pt x="9863" y="4227"/>
                  </a:lnTo>
                  <a:lnTo>
                    <a:pt x="9809" y="3829"/>
                  </a:lnTo>
                  <a:lnTo>
                    <a:pt x="9730" y="3430"/>
                  </a:lnTo>
                  <a:lnTo>
                    <a:pt x="9623" y="3031"/>
                  </a:lnTo>
                  <a:lnTo>
                    <a:pt x="9464" y="2659"/>
                  </a:lnTo>
                  <a:lnTo>
                    <a:pt x="9304" y="2287"/>
                  </a:lnTo>
                  <a:lnTo>
                    <a:pt x="9092" y="1941"/>
                  </a:lnTo>
                  <a:lnTo>
                    <a:pt x="8879" y="1596"/>
                  </a:lnTo>
                  <a:lnTo>
                    <a:pt x="8613" y="1277"/>
                  </a:lnTo>
                  <a:lnTo>
                    <a:pt x="8347" y="984"/>
                  </a:lnTo>
                  <a:lnTo>
                    <a:pt x="8029" y="719"/>
                  </a:lnTo>
                  <a:lnTo>
                    <a:pt x="7710" y="453"/>
                  </a:lnTo>
                  <a:lnTo>
                    <a:pt x="7364" y="240"/>
                  </a:lnTo>
                  <a:lnTo>
                    <a:pt x="6992" y="27"/>
                  </a:lnTo>
                  <a:lnTo>
                    <a:pt x="691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39"/>
            <p:cNvSpPr/>
            <p:nvPr/>
          </p:nvSpPr>
          <p:spPr>
            <a:xfrm>
              <a:off x="7157925" y="1398500"/>
              <a:ext cx="82425" cy="79100"/>
            </a:xfrm>
            <a:custGeom>
              <a:rect b="b" l="l" r="r" t="t"/>
              <a:pathLst>
                <a:path extrusionOk="0" h="3164" w="3297">
                  <a:moveTo>
                    <a:pt x="1648" y="638"/>
                  </a:moveTo>
                  <a:lnTo>
                    <a:pt x="1914" y="1196"/>
                  </a:lnTo>
                  <a:lnTo>
                    <a:pt x="1994" y="1276"/>
                  </a:lnTo>
                  <a:lnTo>
                    <a:pt x="2073" y="1303"/>
                  </a:lnTo>
                  <a:lnTo>
                    <a:pt x="2685" y="1382"/>
                  </a:lnTo>
                  <a:lnTo>
                    <a:pt x="2233" y="1808"/>
                  </a:lnTo>
                  <a:lnTo>
                    <a:pt x="2180" y="1887"/>
                  </a:lnTo>
                  <a:lnTo>
                    <a:pt x="2180" y="1994"/>
                  </a:lnTo>
                  <a:lnTo>
                    <a:pt x="2286" y="2605"/>
                  </a:lnTo>
                  <a:lnTo>
                    <a:pt x="1754" y="2313"/>
                  </a:lnTo>
                  <a:lnTo>
                    <a:pt x="1648" y="2286"/>
                  </a:lnTo>
                  <a:lnTo>
                    <a:pt x="1568" y="2313"/>
                  </a:lnTo>
                  <a:lnTo>
                    <a:pt x="1010" y="2605"/>
                  </a:lnTo>
                  <a:lnTo>
                    <a:pt x="1117" y="1994"/>
                  </a:lnTo>
                  <a:lnTo>
                    <a:pt x="1117" y="1887"/>
                  </a:lnTo>
                  <a:lnTo>
                    <a:pt x="1063" y="1808"/>
                  </a:lnTo>
                  <a:lnTo>
                    <a:pt x="638" y="1382"/>
                  </a:lnTo>
                  <a:lnTo>
                    <a:pt x="1223" y="1303"/>
                  </a:lnTo>
                  <a:lnTo>
                    <a:pt x="1329" y="1276"/>
                  </a:lnTo>
                  <a:lnTo>
                    <a:pt x="1382" y="1196"/>
                  </a:lnTo>
                  <a:lnTo>
                    <a:pt x="1648" y="638"/>
                  </a:lnTo>
                  <a:close/>
                  <a:moveTo>
                    <a:pt x="1648" y="0"/>
                  </a:moveTo>
                  <a:lnTo>
                    <a:pt x="1542" y="27"/>
                  </a:lnTo>
                  <a:lnTo>
                    <a:pt x="1462" y="106"/>
                  </a:lnTo>
                  <a:lnTo>
                    <a:pt x="1063" y="930"/>
                  </a:lnTo>
                  <a:lnTo>
                    <a:pt x="160" y="1063"/>
                  </a:lnTo>
                  <a:lnTo>
                    <a:pt x="80" y="1090"/>
                  </a:lnTo>
                  <a:lnTo>
                    <a:pt x="0" y="1196"/>
                  </a:lnTo>
                  <a:lnTo>
                    <a:pt x="0" y="1303"/>
                  </a:lnTo>
                  <a:lnTo>
                    <a:pt x="53" y="1409"/>
                  </a:lnTo>
                  <a:lnTo>
                    <a:pt x="718" y="2020"/>
                  </a:lnTo>
                  <a:lnTo>
                    <a:pt x="558" y="2924"/>
                  </a:lnTo>
                  <a:lnTo>
                    <a:pt x="558" y="3030"/>
                  </a:lnTo>
                  <a:lnTo>
                    <a:pt x="638" y="3137"/>
                  </a:lnTo>
                  <a:lnTo>
                    <a:pt x="744" y="3163"/>
                  </a:lnTo>
                  <a:lnTo>
                    <a:pt x="851" y="3137"/>
                  </a:lnTo>
                  <a:lnTo>
                    <a:pt x="1648" y="2711"/>
                  </a:lnTo>
                  <a:lnTo>
                    <a:pt x="2472" y="3137"/>
                  </a:lnTo>
                  <a:lnTo>
                    <a:pt x="2578" y="3163"/>
                  </a:lnTo>
                  <a:lnTo>
                    <a:pt x="2658" y="3137"/>
                  </a:lnTo>
                  <a:lnTo>
                    <a:pt x="2738" y="3030"/>
                  </a:lnTo>
                  <a:lnTo>
                    <a:pt x="2738" y="2924"/>
                  </a:lnTo>
                  <a:lnTo>
                    <a:pt x="2605" y="2020"/>
                  </a:lnTo>
                  <a:lnTo>
                    <a:pt x="3243" y="1409"/>
                  </a:lnTo>
                  <a:lnTo>
                    <a:pt x="3296" y="1303"/>
                  </a:lnTo>
                  <a:lnTo>
                    <a:pt x="3296" y="1196"/>
                  </a:lnTo>
                  <a:lnTo>
                    <a:pt x="3243" y="1090"/>
                  </a:lnTo>
                  <a:lnTo>
                    <a:pt x="3137" y="1063"/>
                  </a:lnTo>
                  <a:lnTo>
                    <a:pt x="2233" y="930"/>
                  </a:lnTo>
                  <a:lnTo>
                    <a:pt x="1834" y="106"/>
                  </a:lnTo>
                  <a:lnTo>
                    <a:pt x="1754" y="27"/>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39"/>
            <p:cNvSpPr/>
            <p:nvPr/>
          </p:nvSpPr>
          <p:spPr>
            <a:xfrm>
              <a:off x="7153925" y="1314750"/>
              <a:ext cx="46550" cy="45875"/>
            </a:xfrm>
            <a:custGeom>
              <a:rect b="b" l="l" r="r" t="t"/>
              <a:pathLst>
                <a:path extrusionOk="0" h="1835" w="1862">
                  <a:moveTo>
                    <a:pt x="240" y="1"/>
                  </a:moveTo>
                  <a:lnTo>
                    <a:pt x="187" y="27"/>
                  </a:lnTo>
                  <a:lnTo>
                    <a:pt x="134" y="81"/>
                  </a:lnTo>
                  <a:lnTo>
                    <a:pt x="107" y="160"/>
                  </a:lnTo>
                  <a:lnTo>
                    <a:pt x="107" y="240"/>
                  </a:lnTo>
                  <a:lnTo>
                    <a:pt x="134" y="320"/>
                  </a:lnTo>
                  <a:lnTo>
                    <a:pt x="187" y="373"/>
                  </a:lnTo>
                  <a:lnTo>
                    <a:pt x="266" y="400"/>
                  </a:lnTo>
                  <a:lnTo>
                    <a:pt x="1144" y="506"/>
                  </a:lnTo>
                  <a:lnTo>
                    <a:pt x="80" y="1303"/>
                  </a:lnTo>
                  <a:lnTo>
                    <a:pt x="54" y="1357"/>
                  </a:lnTo>
                  <a:lnTo>
                    <a:pt x="27" y="1410"/>
                  </a:lnTo>
                  <a:lnTo>
                    <a:pt x="1" y="1463"/>
                  </a:lnTo>
                  <a:lnTo>
                    <a:pt x="27" y="1516"/>
                  </a:lnTo>
                  <a:lnTo>
                    <a:pt x="27" y="1569"/>
                  </a:lnTo>
                  <a:lnTo>
                    <a:pt x="80" y="1622"/>
                  </a:lnTo>
                  <a:lnTo>
                    <a:pt x="134" y="1649"/>
                  </a:lnTo>
                  <a:lnTo>
                    <a:pt x="187" y="1649"/>
                  </a:lnTo>
                  <a:lnTo>
                    <a:pt x="1649" y="1835"/>
                  </a:lnTo>
                  <a:lnTo>
                    <a:pt x="1755" y="1835"/>
                  </a:lnTo>
                  <a:lnTo>
                    <a:pt x="1808" y="1782"/>
                  </a:lnTo>
                  <a:lnTo>
                    <a:pt x="1861" y="1729"/>
                  </a:lnTo>
                  <a:lnTo>
                    <a:pt x="1861" y="1649"/>
                  </a:lnTo>
                  <a:lnTo>
                    <a:pt x="1861" y="1569"/>
                  </a:lnTo>
                  <a:lnTo>
                    <a:pt x="1835" y="1516"/>
                  </a:lnTo>
                  <a:lnTo>
                    <a:pt x="1782" y="1463"/>
                  </a:lnTo>
                  <a:lnTo>
                    <a:pt x="1702" y="1436"/>
                  </a:lnTo>
                  <a:lnTo>
                    <a:pt x="718" y="1330"/>
                  </a:lnTo>
                  <a:lnTo>
                    <a:pt x="1755" y="532"/>
                  </a:lnTo>
                  <a:lnTo>
                    <a:pt x="1808" y="479"/>
                  </a:lnTo>
                  <a:lnTo>
                    <a:pt x="1835" y="426"/>
                  </a:lnTo>
                  <a:lnTo>
                    <a:pt x="1835" y="373"/>
                  </a:lnTo>
                  <a:lnTo>
                    <a:pt x="1835" y="320"/>
                  </a:lnTo>
                  <a:lnTo>
                    <a:pt x="1808" y="267"/>
                  </a:lnTo>
                  <a:lnTo>
                    <a:pt x="1782" y="214"/>
                  </a:lnTo>
                  <a:lnTo>
                    <a:pt x="1728" y="187"/>
                  </a:lnTo>
                  <a:lnTo>
                    <a:pt x="1675" y="160"/>
                  </a:lnTo>
                  <a:lnTo>
                    <a:pt x="3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39"/>
            <p:cNvSpPr/>
            <p:nvPr/>
          </p:nvSpPr>
          <p:spPr>
            <a:xfrm>
              <a:off x="7214400" y="1342675"/>
              <a:ext cx="41900" cy="41875"/>
            </a:xfrm>
            <a:custGeom>
              <a:rect b="b" l="l" r="r" t="t"/>
              <a:pathLst>
                <a:path extrusionOk="0" h="1675" w="1676">
                  <a:moveTo>
                    <a:pt x="240" y="0"/>
                  </a:moveTo>
                  <a:lnTo>
                    <a:pt x="160" y="53"/>
                  </a:lnTo>
                  <a:lnTo>
                    <a:pt x="107" y="107"/>
                  </a:lnTo>
                  <a:lnTo>
                    <a:pt x="80" y="186"/>
                  </a:lnTo>
                  <a:lnTo>
                    <a:pt x="107" y="266"/>
                  </a:lnTo>
                  <a:lnTo>
                    <a:pt x="133" y="319"/>
                  </a:lnTo>
                  <a:lnTo>
                    <a:pt x="187" y="372"/>
                  </a:lnTo>
                  <a:lnTo>
                    <a:pt x="266" y="399"/>
                  </a:lnTo>
                  <a:lnTo>
                    <a:pt x="957" y="505"/>
                  </a:lnTo>
                  <a:lnTo>
                    <a:pt x="80" y="1143"/>
                  </a:lnTo>
                  <a:lnTo>
                    <a:pt x="54" y="1196"/>
                  </a:lnTo>
                  <a:lnTo>
                    <a:pt x="27" y="1250"/>
                  </a:lnTo>
                  <a:lnTo>
                    <a:pt x="1" y="1303"/>
                  </a:lnTo>
                  <a:lnTo>
                    <a:pt x="27" y="1356"/>
                  </a:lnTo>
                  <a:lnTo>
                    <a:pt x="54" y="1409"/>
                  </a:lnTo>
                  <a:lnTo>
                    <a:pt x="80" y="1462"/>
                  </a:lnTo>
                  <a:lnTo>
                    <a:pt x="133" y="1489"/>
                  </a:lnTo>
                  <a:lnTo>
                    <a:pt x="187" y="1515"/>
                  </a:lnTo>
                  <a:lnTo>
                    <a:pt x="1462" y="1675"/>
                  </a:lnTo>
                  <a:lnTo>
                    <a:pt x="1489" y="1675"/>
                  </a:lnTo>
                  <a:lnTo>
                    <a:pt x="1569" y="1648"/>
                  </a:lnTo>
                  <a:lnTo>
                    <a:pt x="1622" y="1622"/>
                  </a:lnTo>
                  <a:lnTo>
                    <a:pt x="1675" y="1542"/>
                  </a:lnTo>
                  <a:lnTo>
                    <a:pt x="1675" y="1489"/>
                  </a:lnTo>
                  <a:lnTo>
                    <a:pt x="1675" y="1409"/>
                  </a:lnTo>
                  <a:lnTo>
                    <a:pt x="1649" y="1329"/>
                  </a:lnTo>
                  <a:lnTo>
                    <a:pt x="1595" y="1276"/>
                  </a:lnTo>
                  <a:lnTo>
                    <a:pt x="1516" y="1276"/>
                  </a:lnTo>
                  <a:lnTo>
                    <a:pt x="718" y="1170"/>
                  </a:lnTo>
                  <a:lnTo>
                    <a:pt x="1569" y="505"/>
                  </a:lnTo>
                  <a:lnTo>
                    <a:pt x="1622" y="479"/>
                  </a:lnTo>
                  <a:lnTo>
                    <a:pt x="1649" y="426"/>
                  </a:lnTo>
                  <a:lnTo>
                    <a:pt x="1649" y="372"/>
                  </a:lnTo>
                  <a:lnTo>
                    <a:pt x="1649" y="319"/>
                  </a:lnTo>
                  <a:lnTo>
                    <a:pt x="1622" y="266"/>
                  </a:lnTo>
                  <a:lnTo>
                    <a:pt x="1595" y="213"/>
                  </a:lnTo>
                  <a:lnTo>
                    <a:pt x="1542" y="186"/>
                  </a:lnTo>
                  <a:lnTo>
                    <a:pt x="1489" y="160"/>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30" name="Google Shape;530;p39"/>
          <p:cNvGrpSpPr/>
          <p:nvPr/>
        </p:nvGrpSpPr>
        <p:grpSpPr>
          <a:xfrm>
            <a:off x="275044" y="890524"/>
            <a:ext cx="287806" cy="226668"/>
            <a:chOff x="2522125" y="1336700"/>
            <a:chExt cx="278450" cy="219300"/>
          </a:xfrm>
        </p:grpSpPr>
        <p:sp>
          <p:nvSpPr>
            <p:cNvPr id="531" name="Google Shape;531;p39"/>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39"/>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39"/>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39"/>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35" name="Google Shape;535;p39"/>
          <p:cNvSpPr/>
          <p:nvPr/>
        </p:nvSpPr>
        <p:spPr>
          <a:xfrm>
            <a:off x="4234575" y="1971600"/>
            <a:ext cx="3987600" cy="1717500"/>
          </a:xfrm>
          <a:prstGeom prst="roundRect">
            <a:avLst>
              <a:gd fmla="val 16667" name="adj"/>
            </a:avLst>
          </a:prstGeom>
          <a:noFill/>
          <a:ln cap="flat" cmpd="sng" w="381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323850" lvl="0" marL="457200" rtl="0" algn="l">
              <a:spcBef>
                <a:spcPts val="0"/>
              </a:spcBef>
              <a:spcAft>
                <a:spcPts val="0"/>
              </a:spcAft>
              <a:buClr>
                <a:schemeClr val="dk1"/>
              </a:buClr>
              <a:buSzPts val="1500"/>
              <a:buFont typeface="Gothic A1"/>
              <a:buChar char="●"/>
            </a:pPr>
            <a:r>
              <a:rPr lang="en" sz="1500">
                <a:solidFill>
                  <a:schemeClr val="dk1"/>
                </a:solidFill>
                <a:latin typeface="Gothic A1"/>
                <a:ea typeface="Gothic A1"/>
                <a:cs typeface="Gothic A1"/>
                <a:sym typeface="Gothic A1"/>
              </a:rPr>
              <a:t>Age (Years)</a:t>
            </a:r>
            <a:endParaRPr sz="1500">
              <a:solidFill>
                <a:schemeClr val="dk1"/>
              </a:solidFill>
              <a:latin typeface="Gothic A1"/>
              <a:ea typeface="Gothic A1"/>
              <a:cs typeface="Gothic A1"/>
              <a:sym typeface="Gothic A1"/>
            </a:endParaRPr>
          </a:p>
          <a:p>
            <a:pPr indent="-323850" lvl="0" marL="457200" rtl="0" algn="l">
              <a:spcBef>
                <a:spcPts val="0"/>
              </a:spcBef>
              <a:spcAft>
                <a:spcPts val="0"/>
              </a:spcAft>
              <a:buClr>
                <a:schemeClr val="dk1"/>
              </a:buClr>
              <a:buSzPts val="1500"/>
              <a:buFont typeface="Gothic A1"/>
              <a:buChar char="●"/>
            </a:pPr>
            <a:r>
              <a:rPr lang="en" sz="1500">
                <a:solidFill>
                  <a:schemeClr val="dk1"/>
                </a:solidFill>
                <a:latin typeface="Gothic A1"/>
                <a:ea typeface="Gothic A1"/>
                <a:cs typeface="Gothic A1"/>
                <a:sym typeface="Gothic A1"/>
              </a:rPr>
              <a:t>Gender (M/F)</a:t>
            </a:r>
            <a:endParaRPr sz="1500">
              <a:solidFill>
                <a:schemeClr val="dk1"/>
              </a:solidFill>
              <a:latin typeface="Gothic A1"/>
              <a:ea typeface="Gothic A1"/>
              <a:cs typeface="Gothic A1"/>
              <a:sym typeface="Gothic A1"/>
            </a:endParaRPr>
          </a:p>
          <a:p>
            <a:pPr indent="-323850" lvl="0" marL="457200" rtl="0" algn="l">
              <a:spcBef>
                <a:spcPts val="0"/>
              </a:spcBef>
              <a:spcAft>
                <a:spcPts val="0"/>
              </a:spcAft>
              <a:buClr>
                <a:schemeClr val="dk1"/>
              </a:buClr>
              <a:buSzPts val="1500"/>
              <a:buFont typeface="Gothic A1"/>
              <a:buChar char="●"/>
            </a:pPr>
            <a:r>
              <a:rPr lang="en" sz="1500">
                <a:solidFill>
                  <a:schemeClr val="dk1"/>
                </a:solidFill>
                <a:latin typeface="Gothic A1"/>
                <a:ea typeface="Gothic A1"/>
                <a:cs typeface="Gothic A1"/>
                <a:sym typeface="Gothic A1"/>
              </a:rPr>
              <a:t>Income (Income/Poverty ratio)</a:t>
            </a:r>
            <a:endParaRPr sz="1500">
              <a:solidFill>
                <a:schemeClr val="dk1"/>
              </a:solidFill>
              <a:latin typeface="Gothic A1"/>
              <a:ea typeface="Gothic A1"/>
              <a:cs typeface="Gothic A1"/>
              <a:sym typeface="Gothic A1"/>
            </a:endParaRPr>
          </a:p>
          <a:p>
            <a:pPr indent="-323850" lvl="0" marL="457200" rtl="0" algn="l">
              <a:spcBef>
                <a:spcPts val="0"/>
              </a:spcBef>
              <a:spcAft>
                <a:spcPts val="0"/>
              </a:spcAft>
              <a:buClr>
                <a:schemeClr val="dk1"/>
              </a:buClr>
              <a:buSzPts val="1500"/>
              <a:buFont typeface="Gothic A1"/>
              <a:buChar char="●"/>
            </a:pPr>
            <a:r>
              <a:rPr lang="en" sz="1500">
                <a:solidFill>
                  <a:schemeClr val="dk1"/>
                </a:solidFill>
                <a:latin typeface="Gothic A1"/>
                <a:ea typeface="Gothic A1"/>
                <a:cs typeface="Gothic A1"/>
                <a:sym typeface="Gothic A1"/>
              </a:rPr>
              <a:t>Moderate Exercise/week (Minutes) </a:t>
            </a:r>
            <a:endParaRPr sz="1500">
              <a:solidFill>
                <a:schemeClr val="dk1"/>
              </a:solidFill>
              <a:latin typeface="Gothic A1"/>
              <a:ea typeface="Gothic A1"/>
              <a:cs typeface="Gothic A1"/>
              <a:sym typeface="Gothic A1"/>
            </a:endParaRPr>
          </a:p>
          <a:p>
            <a:pPr indent="-323850" lvl="0" marL="457200" rtl="0" algn="l">
              <a:spcBef>
                <a:spcPts val="0"/>
              </a:spcBef>
              <a:spcAft>
                <a:spcPts val="0"/>
              </a:spcAft>
              <a:buClr>
                <a:schemeClr val="dk1"/>
              </a:buClr>
              <a:buSzPts val="1500"/>
              <a:buFont typeface="Gothic A1"/>
              <a:buChar char="●"/>
            </a:pPr>
            <a:r>
              <a:rPr lang="en" sz="1500">
                <a:solidFill>
                  <a:schemeClr val="dk1"/>
                </a:solidFill>
                <a:latin typeface="Gothic A1"/>
                <a:ea typeface="Gothic A1"/>
                <a:cs typeface="Gothic A1"/>
                <a:sym typeface="Gothic A1"/>
              </a:rPr>
              <a:t>Vigorous Exercise/week (Minutes) </a:t>
            </a:r>
            <a:endParaRPr sz="1500">
              <a:solidFill>
                <a:schemeClr val="dk1"/>
              </a:solidFill>
              <a:latin typeface="Gothic A1"/>
              <a:ea typeface="Gothic A1"/>
              <a:cs typeface="Gothic A1"/>
              <a:sym typeface="Gothic A1"/>
            </a:endParaRPr>
          </a:p>
        </p:txBody>
      </p:sp>
      <p:sp>
        <p:nvSpPr>
          <p:cNvPr id="536" name="Google Shape;536;p39"/>
          <p:cNvSpPr txBox="1"/>
          <p:nvPr/>
        </p:nvSpPr>
        <p:spPr>
          <a:xfrm>
            <a:off x="4288025" y="1567125"/>
            <a:ext cx="3933900" cy="413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500">
                <a:solidFill>
                  <a:schemeClr val="dk1"/>
                </a:solidFill>
                <a:latin typeface="Gothic A1"/>
                <a:ea typeface="Gothic A1"/>
                <a:cs typeface="Gothic A1"/>
                <a:sym typeface="Gothic A1"/>
              </a:rPr>
              <a:t>Independent </a:t>
            </a:r>
            <a:endParaRPr sz="1200">
              <a:solidFill>
                <a:schemeClr val="lt1"/>
              </a:solidFill>
              <a:latin typeface="Gothic A1"/>
              <a:ea typeface="Gothic A1"/>
              <a:cs typeface="Gothic A1"/>
              <a:sym typeface="Gothic A1"/>
            </a:endParaRPr>
          </a:p>
        </p:txBody>
      </p:sp>
      <p:grpSp>
        <p:nvGrpSpPr>
          <p:cNvPr id="537" name="Google Shape;537;p39"/>
          <p:cNvGrpSpPr/>
          <p:nvPr/>
        </p:nvGrpSpPr>
        <p:grpSpPr>
          <a:xfrm>
            <a:off x="8772369" y="3705299"/>
            <a:ext cx="287806" cy="226668"/>
            <a:chOff x="2522125" y="1336700"/>
            <a:chExt cx="278450" cy="219300"/>
          </a:xfrm>
        </p:grpSpPr>
        <p:sp>
          <p:nvSpPr>
            <p:cNvPr id="538" name="Google Shape;538;p39"/>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39"/>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39"/>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39"/>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42" name="Google Shape;542;p39"/>
          <p:cNvSpPr/>
          <p:nvPr/>
        </p:nvSpPr>
        <p:spPr>
          <a:xfrm>
            <a:off x="934750" y="2065500"/>
            <a:ext cx="2092800" cy="702600"/>
          </a:xfrm>
          <a:prstGeom prst="roundRect">
            <a:avLst>
              <a:gd fmla="val 16667" name="adj"/>
            </a:avLst>
          </a:prstGeom>
          <a:noFill/>
          <a:ln cap="flat" cmpd="sng" w="381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323850" lvl="0" marL="457200" rtl="0" algn="l">
              <a:spcBef>
                <a:spcPts val="0"/>
              </a:spcBef>
              <a:spcAft>
                <a:spcPts val="0"/>
              </a:spcAft>
              <a:buClr>
                <a:schemeClr val="dk1"/>
              </a:buClr>
              <a:buSzPts val="1500"/>
              <a:buFont typeface="Gothic A1"/>
              <a:buChar char="●"/>
            </a:pPr>
            <a:r>
              <a:rPr lang="en" sz="1500">
                <a:solidFill>
                  <a:schemeClr val="dk1"/>
                </a:solidFill>
                <a:latin typeface="Gothic A1"/>
                <a:ea typeface="Gothic A1"/>
                <a:cs typeface="Gothic A1"/>
                <a:sym typeface="Gothic A1"/>
              </a:rPr>
              <a:t>Sleep (Hours)</a:t>
            </a:r>
            <a:endParaRPr>
              <a:latin typeface="Gothic A1"/>
              <a:ea typeface="Gothic A1"/>
              <a:cs typeface="Gothic A1"/>
              <a:sym typeface="Gothic A1"/>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40"/>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Data Wrangling</a:t>
            </a:r>
            <a:endParaRPr/>
          </a:p>
        </p:txBody>
      </p:sp>
      <p:sp>
        <p:nvSpPr>
          <p:cNvPr id="548" name="Google Shape;548;p40"/>
          <p:cNvSpPr txBox="1"/>
          <p:nvPr>
            <p:ph idx="1" type="body"/>
          </p:nvPr>
        </p:nvSpPr>
        <p:spPr>
          <a:xfrm>
            <a:off x="389725" y="1251700"/>
            <a:ext cx="7031400" cy="3478800"/>
          </a:xfrm>
          <a:prstGeom prst="rect">
            <a:avLst/>
          </a:prstGeom>
        </p:spPr>
        <p:txBody>
          <a:bodyPr anchorCtr="0" anchor="ctr" bIns="91425" lIns="91425" spcFirstLastPara="1" rIns="91425" wrap="square" tIns="91425">
            <a:noAutofit/>
          </a:bodyPr>
          <a:lstStyle/>
          <a:p>
            <a:pPr indent="-304800" lvl="0" marL="457200" rtl="0" algn="l">
              <a:spcBef>
                <a:spcPts val="0"/>
              </a:spcBef>
              <a:spcAft>
                <a:spcPts val="0"/>
              </a:spcAft>
              <a:buSzPts val="1200"/>
              <a:buAutoNum type="arabicPeriod"/>
            </a:pPr>
            <a:r>
              <a:rPr lang="en"/>
              <a:t>Column Selection:</a:t>
            </a:r>
            <a:endParaRPr/>
          </a:p>
          <a:p>
            <a:pPr indent="-304800" lvl="0" marL="914400" rtl="0" algn="l">
              <a:spcBef>
                <a:spcPts val="0"/>
              </a:spcBef>
              <a:spcAft>
                <a:spcPts val="0"/>
              </a:spcAft>
              <a:buSzPts val="1200"/>
              <a:buChar char="●"/>
            </a:pPr>
            <a:r>
              <a:rPr lang="en"/>
              <a:t>SEQN: Unique ID for each respondent</a:t>
            </a:r>
            <a:endParaRPr/>
          </a:p>
          <a:p>
            <a:pPr indent="-304800" lvl="0" marL="914400" rtl="0" algn="l">
              <a:spcBef>
                <a:spcPts val="0"/>
              </a:spcBef>
              <a:spcAft>
                <a:spcPts val="0"/>
              </a:spcAft>
              <a:buSzPts val="1200"/>
              <a:buChar char="●"/>
            </a:pPr>
            <a:r>
              <a:rPr lang="en"/>
              <a:t>Sleep Duration: Hours of weekday sleep.</a:t>
            </a:r>
            <a:endParaRPr/>
          </a:p>
          <a:p>
            <a:pPr indent="-304800" lvl="0" marL="914400" rtl="0" algn="l">
              <a:spcBef>
                <a:spcPts val="0"/>
              </a:spcBef>
              <a:spcAft>
                <a:spcPts val="0"/>
              </a:spcAft>
              <a:buSzPts val="1200"/>
              <a:buChar char="●"/>
            </a:pPr>
            <a:r>
              <a:rPr lang="en"/>
              <a:t>Age: Respondent age in years.</a:t>
            </a:r>
            <a:endParaRPr/>
          </a:p>
          <a:p>
            <a:pPr indent="-304800" lvl="0" marL="914400" rtl="0" algn="l">
              <a:spcBef>
                <a:spcPts val="0"/>
              </a:spcBef>
              <a:spcAft>
                <a:spcPts val="0"/>
              </a:spcAft>
              <a:buSzPts val="1200"/>
              <a:buChar char="●"/>
            </a:pPr>
            <a:r>
              <a:rPr lang="en"/>
              <a:t>Gender: Binary variable for gender.</a:t>
            </a:r>
            <a:endParaRPr/>
          </a:p>
          <a:p>
            <a:pPr indent="-304800" lvl="0" marL="914400" rtl="0" algn="l">
              <a:spcBef>
                <a:spcPts val="0"/>
              </a:spcBef>
              <a:spcAft>
                <a:spcPts val="0"/>
              </a:spcAft>
              <a:buSzPts val="1200"/>
              <a:buChar char="●"/>
            </a:pPr>
            <a:r>
              <a:rPr lang="en"/>
              <a:t>Poverty Index: Income-to-poverty ratio.</a:t>
            </a:r>
            <a:endParaRPr/>
          </a:p>
          <a:p>
            <a:pPr indent="-304800" lvl="0" marL="914400" rtl="0" algn="l">
              <a:spcBef>
                <a:spcPts val="0"/>
              </a:spcBef>
              <a:spcAft>
                <a:spcPts val="0"/>
              </a:spcAft>
              <a:buSzPts val="1200"/>
              <a:buChar char="●"/>
            </a:pPr>
            <a:r>
              <a:rPr lang="en"/>
              <a:t>Frequency of Moderate and Vigorous Leisure-Time Physical Activity (LTPA)</a:t>
            </a:r>
            <a:endParaRPr/>
          </a:p>
          <a:p>
            <a:pPr indent="-304800" lvl="0" marL="914400" rtl="0" algn="l">
              <a:spcBef>
                <a:spcPts val="0"/>
              </a:spcBef>
              <a:spcAft>
                <a:spcPts val="0"/>
              </a:spcAft>
              <a:buSzPts val="1200"/>
              <a:buChar char="●"/>
            </a:pPr>
            <a:r>
              <a:rPr lang="en"/>
              <a:t>Minute of Moderate </a:t>
            </a:r>
            <a:r>
              <a:rPr lang="en"/>
              <a:t>and Vigorous </a:t>
            </a:r>
            <a:r>
              <a:rPr lang="en"/>
              <a:t>LTPA</a:t>
            </a:r>
            <a:endParaRPr/>
          </a:p>
          <a:p>
            <a:pPr indent="0" lvl="0" marL="914400" rtl="0" algn="l">
              <a:spcBef>
                <a:spcPts val="0"/>
              </a:spcBef>
              <a:spcAft>
                <a:spcPts val="0"/>
              </a:spcAft>
              <a:buNone/>
            </a:pPr>
            <a:r>
              <a:t/>
            </a:r>
            <a:endParaRPr/>
          </a:p>
          <a:p>
            <a:pPr indent="-304800" lvl="0" marL="457200" rtl="0" algn="l">
              <a:spcBef>
                <a:spcPts val="0"/>
              </a:spcBef>
              <a:spcAft>
                <a:spcPts val="0"/>
              </a:spcAft>
              <a:buSzPts val="1200"/>
              <a:buAutoNum type="arabicPeriod"/>
            </a:pPr>
            <a:r>
              <a:rPr lang="en"/>
              <a:t>Variable Creation:</a:t>
            </a:r>
            <a:endParaRPr/>
          </a:p>
          <a:p>
            <a:pPr indent="-304800" lvl="0" marL="914400" rtl="0" algn="l">
              <a:spcBef>
                <a:spcPts val="0"/>
              </a:spcBef>
              <a:spcAft>
                <a:spcPts val="0"/>
              </a:spcAft>
              <a:buSzPts val="1200"/>
              <a:buChar char="●"/>
            </a:pPr>
            <a:r>
              <a:rPr lang="en"/>
              <a:t>Total Moderate Activity: Minutes of moderate activity per week.</a:t>
            </a:r>
            <a:endParaRPr/>
          </a:p>
          <a:p>
            <a:pPr indent="-304800" lvl="0" marL="914400" rtl="0" algn="l">
              <a:spcBef>
                <a:spcPts val="0"/>
              </a:spcBef>
              <a:spcAft>
                <a:spcPts val="0"/>
              </a:spcAft>
              <a:buSzPts val="1200"/>
              <a:buChar char="●"/>
            </a:pPr>
            <a:r>
              <a:rPr lang="en"/>
              <a:t>Total Vigorous Activity: Minutes of vigorous activity per week.</a:t>
            </a:r>
            <a:endParaRPr/>
          </a:p>
          <a:p>
            <a:pPr indent="-304800" lvl="0" marL="914400" rtl="0" algn="l">
              <a:spcBef>
                <a:spcPts val="0"/>
              </a:spcBef>
              <a:spcAft>
                <a:spcPts val="0"/>
              </a:spcAft>
              <a:buSzPts val="1200"/>
              <a:buChar char="●"/>
            </a:pPr>
            <a:r>
              <a:rPr lang="en"/>
              <a:t>Total Physical Activity: Sum of moderate + vigorous activity per week</a:t>
            </a:r>
            <a:endParaRPr/>
          </a:p>
          <a:p>
            <a:pPr indent="0" lvl="0" marL="914400" rtl="0" algn="l">
              <a:spcBef>
                <a:spcPts val="0"/>
              </a:spcBef>
              <a:spcAft>
                <a:spcPts val="0"/>
              </a:spcAft>
              <a:buNone/>
            </a:pPr>
            <a:r>
              <a:t/>
            </a:r>
            <a:endParaRPr/>
          </a:p>
          <a:p>
            <a:pPr indent="-304800" lvl="0" marL="457200" rtl="0" algn="l">
              <a:spcBef>
                <a:spcPts val="0"/>
              </a:spcBef>
              <a:spcAft>
                <a:spcPts val="0"/>
              </a:spcAft>
              <a:buSzPts val="1200"/>
              <a:buAutoNum type="arabicPeriod"/>
            </a:pPr>
            <a:r>
              <a:rPr lang="en"/>
              <a:t>Data Cleaning:</a:t>
            </a:r>
            <a:endParaRPr/>
          </a:p>
          <a:p>
            <a:pPr indent="-304800" lvl="0" marL="914400" rtl="0" algn="l">
              <a:spcBef>
                <a:spcPts val="0"/>
              </a:spcBef>
              <a:spcAft>
                <a:spcPts val="0"/>
              </a:spcAft>
              <a:buSzPts val="1200"/>
              <a:buChar char="●"/>
            </a:pPr>
            <a:r>
              <a:rPr lang="en"/>
              <a:t>Excluded rows with missing values.</a:t>
            </a:r>
            <a:endParaRPr/>
          </a:p>
          <a:p>
            <a:pPr indent="-304800" lvl="0" marL="914400" rtl="0" algn="l">
              <a:spcBef>
                <a:spcPts val="0"/>
              </a:spcBef>
              <a:spcAft>
                <a:spcPts val="0"/>
              </a:spcAft>
              <a:buSzPts val="1200"/>
              <a:buChar char="●"/>
            </a:pPr>
            <a:r>
              <a:rPr lang="en"/>
              <a:t>Dropped redundant variables after Total_Week_LTPA creation.</a:t>
            </a:r>
            <a:endParaRPr/>
          </a:p>
          <a:p>
            <a:pPr indent="0" lvl="0" marL="0" rtl="0" algn="l">
              <a:spcBef>
                <a:spcPts val="0"/>
              </a:spcBef>
              <a:spcAft>
                <a:spcPts val="0"/>
              </a:spcAft>
              <a:buNone/>
            </a:pPr>
            <a:r>
              <a:t/>
            </a:r>
            <a:endParaRPr/>
          </a:p>
        </p:txBody>
      </p:sp>
      <p:sp>
        <p:nvSpPr>
          <p:cNvPr id="549" name="Google Shape;549;p40"/>
          <p:cNvSpPr txBox="1"/>
          <p:nvPr/>
        </p:nvSpPr>
        <p:spPr>
          <a:xfrm>
            <a:off x="2814300" y="4501900"/>
            <a:ext cx="3515400" cy="331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lt1"/>
                </a:solidFill>
                <a:latin typeface="Gothic A1"/>
                <a:ea typeface="Gothic A1"/>
                <a:cs typeface="Gothic A1"/>
                <a:sym typeface="Gothic A1"/>
              </a:rPr>
              <a:t>Final Dataset contained 2,991 observations </a:t>
            </a:r>
            <a:endParaRPr sz="1200">
              <a:solidFill>
                <a:schemeClr val="lt1"/>
              </a:solidFill>
              <a:latin typeface="Gothic A1"/>
              <a:ea typeface="Gothic A1"/>
              <a:cs typeface="Gothic A1"/>
              <a:sym typeface="Gothic A1"/>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3" name="Shape 553"/>
        <p:cNvGrpSpPr/>
        <p:nvPr/>
      </p:nvGrpSpPr>
      <p:grpSpPr>
        <a:xfrm>
          <a:off x="0" y="0"/>
          <a:ext cx="0" cy="0"/>
          <a:chOff x="0" y="0"/>
          <a:chExt cx="0" cy="0"/>
        </a:xfrm>
      </p:grpSpPr>
      <p:sp>
        <p:nvSpPr>
          <p:cNvPr id="554" name="Google Shape;554;p41"/>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Creating the Models</a:t>
            </a:r>
            <a:endParaRPr/>
          </a:p>
        </p:txBody>
      </p:sp>
      <p:sp>
        <p:nvSpPr>
          <p:cNvPr id="555" name="Google Shape;555;p41"/>
          <p:cNvSpPr txBox="1"/>
          <p:nvPr>
            <p:ph idx="1" type="body"/>
          </p:nvPr>
        </p:nvSpPr>
        <p:spPr>
          <a:xfrm>
            <a:off x="716900" y="1813849"/>
            <a:ext cx="77040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600"/>
              <a:t>Simple Model: Sleep ~ Age + Gender + Poverty_Index</a:t>
            </a:r>
            <a:endParaRPr sz="1600"/>
          </a:p>
          <a:p>
            <a:pPr indent="0" lvl="0" marL="0" rtl="0" algn="ctr">
              <a:spcBef>
                <a:spcPts val="0"/>
              </a:spcBef>
              <a:spcAft>
                <a:spcPts val="0"/>
              </a:spcAft>
              <a:buNone/>
            </a:pPr>
            <a:r>
              <a:t/>
            </a:r>
            <a:endParaRPr sz="1600"/>
          </a:p>
          <a:p>
            <a:pPr indent="0" lvl="0" marL="0" rtl="0" algn="ctr">
              <a:spcBef>
                <a:spcPts val="0"/>
              </a:spcBef>
              <a:spcAft>
                <a:spcPts val="0"/>
              </a:spcAft>
              <a:buNone/>
            </a:pPr>
            <a:r>
              <a:t/>
            </a:r>
            <a:endParaRPr sz="1600"/>
          </a:p>
          <a:p>
            <a:pPr indent="0" lvl="0" marL="0" rtl="0" algn="ctr">
              <a:spcBef>
                <a:spcPts val="0"/>
              </a:spcBef>
              <a:spcAft>
                <a:spcPts val="0"/>
              </a:spcAft>
              <a:buNone/>
            </a:pPr>
            <a:r>
              <a:t/>
            </a:r>
            <a:endParaRPr sz="1600"/>
          </a:p>
          <a:p>
            <a:pPr indent="0" lvl="0" marL="0" rtl="0" algn="ctr">
              <a:spcBef>
                <a:spcPts val="0"/>
              </a:spcBef>
              <a:spcAft>
                <a:spcPts val="0"/>
              </a:spcAft>
              <a:buNone/>
            </a:pPr>
            <a:r>
              <a:rPr lang="en" sz="1600"/>
              <a:t>Complex Model: Sleep ~ Age + Gender + Poverty Index + Physical Activity</a:t>
            </a:r>
            <a:endParaRPr sz="16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9" name="Shape 559"/>
        <p:cNvGrpSpPr/>
        <p:nvPr/>
      </p:nvGrpSpPr>
      <p:grpSpPr>
        <a:xfrm>
          <a:off x="0" y="0"/>
          <a:ext cx="0" cy="0"/>
          <a:chOff x="0" y="0"/>
          <a:chExt cx="0" cy="0"/>
        </a:xfrm>
      </p:grpSpPr>
      <p:sp>
        <p:nvSpPr>
          <p:cNvPr id="560" name="Google Shape;560;p42"/>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Assessing the Simple Model Features: Age</a:t>
            </a:r>
            <a:endParaRPr/>
          </a:p>
        </p:txBody>
      </p:sp>
      <p:sp>
        <p:nvSpPr>
          <p:cNvPr id="561" name="Google Shape;561;p42"/>
          <p:cNvSpPr txBox="1"/>
          <p:nvPr>
            <p:ph idx="1" type="body"/>
          </p:nvPr>
        </p:nvSpPr>
        <p:spPr>
          <a:xfrm>
            <a:off x="716900" y="1051849"/>
            <a:ext cx="7704000" cy="3657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SzPts val="1600"/>
              <a:buAutoNum type="arabicPeriod"/>
            </a:pPr>
            <a:r>
              <a:rPr lang="en"/>
              <a:t>Age vs. Sleep</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298450" lvl="0" marL="457200" rtl="0" algn="l">
              <a:spcBef>
                <a:spcPts val="0"/>
              </a:spcBef>
              <a:spcAft>
                <a:spcPts val="0"/>
              </a:spcAft>
              <a:buSzPts val="1100"/>
              <a:buChar char="●"/>
            </a:pPr>
            <a:r>
              <a:rPr lang="en" sz="700"/>
              <a:t>Sleep ~ Age is not linear, plot showcases potential for quadratic model</a:t>
            </a:r>
            <a:endParaRPr sz="700"/>
          </a:p>
          <a:p>
            <a:pPr indent="-330200" lvl="0" marL="457200" rtl="0" algn="l">
              <a:spcBef>
                <a:spcPts val="0"/>
              </a:spcBef>
              <a:spcAft>
                <a:spcPts val="0"/>
              </a:spcAft>
              <a:buSzPts val="1600"/>
              <a:buAutoNum type="arabicPeriod"/>
            </a:pPr>
            <a:r>
              <a:rPr lang="en"/>
              <a:t>Explore </a:t>
            </a:r>
            <a:r>
              <a:rPr lang="en"/>
              <a:t>quadratic</a:t>
            </a:r>
            <a:r>
              <a:rPr lang="en"/>
              <a:t> transformation: Sleep ~ Age + Age^2</a:t>
            </a:r>
            <a:endParaRPr/>
          </a:p>
          <a:p>
            <a:pPr indent="0" lvl="0" marL="0" rtl="0" algn="ctr">
              <a:spcBef>
                <a:spcPts val="0"/>
              </a:spcBef>
              <a:spcAft>
                <a:spcPts val="0"/>
              </a:spcAft>
              <a:buNone/>
            </a:pPr>
            <a:r>
              <a:t/>
            </a:r>
            <a:endParaRPr/>
          </a:p>
        </p:txBody>
      </p:sp>
      <p:pic>
        <p:nvPicPr>
          <p:cNvPr id="562" name="Google Shape;562;p42"/>
          <p:cNvPicPr preferRelativeResize="0"/>
          <p:nvPr/>
        </p:nvPicPr>
        <p:blipFill>
          <a:blip r:embed="rId3">
            <a:alphaModFix/>
          </a:blip>
          <a:stretch>
            <a:fillRect/>
          </a:stretch>
        </p:blipFill>
        <p:spPr>
          <a:xfrm>
            <a:off x="887650" y="1464450"/>
            <a:ext cx="2173425" cy="1332876"/>
          </a:xfrm>
          <a:prstGeom prst="rect">
            <a:avLst/>
          </a:prstGeom>
          <a:noFill/>
          <a:ln>
            <a:noFill/>
          </a:ln>
        </p:spPr>
      </p:pic>
      <p:pic>
        <p:nvPicPr>
          <p:cNvPr id="563" name="Google Shape;563;p42"/>
          <p:cNvPicPr preferRelativeResize="0"/>
          <p:nvPr/>
        </p:nvPicPr>
        <p:blipFill>
          <a:blip r:embed="rId4">
            <a:alphaModFix/>
          </a:blip>
          <a:stretch>
            <a:fillRect/>
          </a:stretch>
        </p:blipFill>
        <p:spPr>
          <a:xfrm>
            <a:off x="3173700" y="1464450"/>
            <a:ext cx="2173426" cy="1326640"/>
          </a:xfrm>
          <a:prstGeom prst="rect">
            <a:avLst/>
          </a:prstGeom>
          <a:noFill/>
          <a:ln>
            <a:noFill/>
          </a:ln>
        </p:spPr>
      </p:pic>
      <p:pic>
        <p:nvPicPr>
          <p:cNvPr id="564" name="Google Shape;564;p42"/>
          <p:cNvPicPr preferRelativeResize="0"/>
          <p:nvPr/>
        </p:nvPicPr>
        <p:blipFill>
          <a:blip r:embed="rId5">
            <a:alphaModFix/>
          </a:blip>
          <a:stretch>
            <a:fillRect/>
          </a:stretch>
        </p:blipFill>
        <p:spPr>
          <a:xfrm>
            <a:off x="855152" y="3263650"/>
            <a:ext cx="2834299" cy="1559825"/>
          </a:xfrm>
          <a:prstGeom prst="rect">
            <a:avLst/>
          </a:prstGeom>
          <a:noFill/>
          <a:ln>
            <a:noFill/>
          </a:ln>
        </p:spPr>
      </p:pic>
      <p:sp>
        <p:nvSpPr>
          <p:cNvPr id="565" name="Google Shape;565;p42"/>
          <p:cNvSpPr/>
          <p:nvPr/>
        </p:nvSpPr>
        <p:spPr>
          <a:xfrm>
            <a:off x="5611025" y="1033675"/>
            <a:ext cx="3462300" cy="3742800"/>
          </a:xfrm>
          <a:prstGeom prst="roundRect">
            <a:avLst>
              <a:gd fmla="val 16667" name="adj"/>
            </a:avLst>
          </a:prstGeom>
          <a:noFill/>
          <a:ln cap="flat" cmpd="sng" w="381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000">
              <a:solidFill>
                <a:schemeClr val="dk1"/>
              </a:solidFill>
              <a:latin typeface="Gothic A1"/>
              <a:ea typeface="Gothic A1"/>
              <a:cs typeface="Gothic A1"/>
              <a:sym typeface="Gothic A1"/>
            </a:endParaRPr>
          </a:p>
        </p:txBody>
      </p:sp>
      <p:sp>
        <p:nvSpPr>
          <p:cNvPr id="566" name="Google Shape;566;p42"/>
          <p:cNvSpPr txBox="1"/>
          <p:nvPr/>
        </p:nvSpPr>
        <p:spPr>
          <a:xfrm>
            <a:off x="5578275" y="1026025"/>
            <a:ext cx="3513900" cy="621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lt1"/>
                </a:solidFill>
                <a:latin typeface="Gothic A1"/>
                <a:ea typeface="Gothic A1"/>
                <a:cs typeface="Gothic A1"/>
                <a:sym typeface="Gothic A1"/>
              </a:rPr>
              <a:t>Summaries of both models: </a:t>
            </a:r>
            <a:endParaRPr sz="1000">
              <a:solidFill>
                <a:schemeClr val="lt1"/>
              </a:solidFill>
              <a:latin typeface="Gothic A1"/>
              <a:ea typeface="Gothic A1"/>
              <a:cs typeface="Gothic A1"/>
              <a:sym typeface="Gothic A1"/>
            </a:endParaRPr>
          </a:p>
        </p:txBody>
      </p:sp>
      <p:pic>
        <p:nvPicPr>
          <p:cNvPr id="567" name="Google Shape;567;p42"/>
          <p:cNvPicPr preferRelativeResize="0"/>
          <p:nvPr/>
        </p:nvPicPr>
        <p:blipFill>
          <a:blip r:embed="rId6">
            <a:alphaModFix/>
          </a:blip>
          <a:stretch>
            <a:fillRect/>
          </a:stretch>
        </p:blipFill>
        <p:spPr>
          <a:xfrm>
            <a:off x="6240300" y="1393275"/>
            <a:ext cx="2395400" cy="3139225"/>
          </a:xfrm>
          <a:prstGeom prst="rect">
            <a:avLst/>
          </a:prstGeom>
          <a:noFill/>
          <a:ln cap="flat" cmpd="sng" w="38100">
            <a:solidFill>
              <a:schemeClr val="lt2"/>
            </a:solidFill>
            <a:prstDash val="solid"/>
            <a:round/>
            <a:headEnd len="sm" w="sm" type="none"/>
            <a:tailEnd len="sm" w="sm" type="none"/>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1" name="Shape 571"/>
        <p:cNvGrpSpPr/>
        <p:nvPr/>
      </p:nvGrpSpPr>
      <p:grpSpPr>
        <a:xfrm>
          <a:off x="0" y="0"/>
          <a:ext cx="0" cy="0"/>
          <a:chOff x="0" y="0"/>
          <a:chExt cx="0" cy="0"/>
        </a:xfrm>
      </p:grpSpPr>
      <p:sp>
        <p:nvSpPr>
          <p:cNvPr id="572" name="Google Shape;572;p43"/>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900"/>
              <a:t>Assessing the Simple Model Features: Gender</a:t>
            </a:r>
            <a:endParaRPr sz="2900"/>
          </a:p>
        </p:txBody>
      </p:sp>
      <p:pic>
        <p:nvPicPr>
          <p:cNvPr id="573" name="Google Shape;573;p43"/>
          <p:cNvPicPr preferRelativeResize="0"/>
          <p:nvPr/>
        </p:nvPicPr>
        <p:blipFill>
          <a:blip r:embed="rId3">
            <a:alphaModFix/>
          </a:blip>
          <a:stretch>
            <a:fillRect/>
          </a:stretch>
        </p:blipFill>
        <p:spPr>
          <a:xfrm>
            <a:off x="756925" y="1271675"/>
            <a:ext cx="3496825" cy="2253350"/>
          </a:xfrm>
          <a:prstGeom prst="rect">
            <a:avLst/>
          </a:prstGeom>
          <a:noFill/>
          <a:ln>
            <a:noFill/>
          </a:ln>
        </p:spPr>
      </p:pic>
      <p:pic>
        <p:nvPicPr>
          <p:cNvPr id="574" name="Google Shape;574;p43"/>
          <p:cNvPicPr preferRelativeResize="0"/>
          <p:nvPr/>
        </p:nvPicPr>
        <p:blipFill>
          <a:blip r:embed="rId4">
            <a:alphaModFix/>
          </a:blip>
          <a:stretch>
            <a:fillRect/>
          </a:stretch>
        </p:blipFill>
        <p:spPr>
          <a:xfrm>
            <a:off x="4626941" y="1271675"/>
            <a:ext cx="3635658" cy="225334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8" name="Shape 578"/>
        <p:cNvGrpSpPr/>
        <p:nvPr/>
      </p:nvGrpSpPr>
      <p:grpSpPr>
        <a:xfrm>
          <a:off x="0" y="0"/>
          <a:ext cx="0" cy="0"/>
          <a:chOff x="0" y="0"/>
          <a:chExt cx="0" cy="0"/>
        </a:xfrm>
      </p:grpSpPr>
      <p:sp>
        <p:nvSpPr>
          <p:cNvPr id="579" name="Google Shape;579;p44"/>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500"/>
              <a:t>Assessing the Simple Model Features: Poverty Index</a:t>
            </a:r>
            <a:endParaRPr sz="2500"/>
          </a:p>
        </p:txBody>
      </p:sp>
      <p:pic>
        <p:nvPicPr>
          <p:cNvPr id="580" name="Google Shape;580;p44"/>
          <p:cNvPicPr preferRelativeResize="0"/>
          <p:nvPr/>
        </p:nvPicPr>
        <p:blipFill>
          <a:blip r:embed="rId3">
            <a:alphaModFix/>
          </a:blip>
          <a:stretch>
            <a:fillRect/>
          </a:stretch>
        </p:blipFill>
        <p:spPr>
          <a:xfrm>
            <a:off x="720000" y="1211575"/>
            <a:ext cx="3618226" cy="2100099"/>
          </a:xfrm>
          <a:prstGeom prst="rect">
            <a:avLst/>
          </a:prstGeom>
          <a:noFill/>
          <a:ln>
            <a:noFill/>
          </a:ln>
        </p:spPr>
      </p:pic>
      <p:pic>
        <p:nvPicPr>
          <p:cNvPr id="581" name="Google Shape;581;p44"/>
          <p:cNvPicPr preferRelativeResize="0"/>
          <p:nvPr/>
        </p:nvPicPr>
        <p:blipFill>
          <a:blip r:embed="rId4">
            <a:alphaModFix/>
          </a:blip>
          <a:stretch>
            <a:fillRect/>
          </a:stretch>
        </p:blipFill>
        <p:spPr>
          <a:xfrm>
            <a:off x="4490625" y="1219252"/>
            <a:ext cx="3742155" cy="21001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45"/>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2500"/>
              <a:t>Evaluating the Full Simple Model</a:t>
            </a:r>
            <a:endParaRPr sz="2500"/>
          </a:p>
        </p:txBody>
      </p:sp>
      <p:sp>
        <p:nvSpPr>
          <p:cNvPr id="587" name="Google Shape;587;p45"/>
          <p:cNvSpPr txBox="1"/>
          <p:nvPr>
            <p:ph idx="1" type="body"/>
          </p:nvPr>
        </p:nvSpPr>
        <p:spPr>
          <a:xfrm>
            <a:off x="335900" y="1204250"/>
            <a:ext cx="83793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model_full &lt;- Sleep_Hours_Weekday ~ Age + Age_Squared + Gender_Male + Poverty_Index_Binary</a:t>
            </a:r>
            <a:endParaRPr/>
          </a:p>
          <a:p>
            <a:pPr indent="0" lvl="0" marL="0" rtl="0" algn="ctr">
              <a:spcBef>
                <a:spcPts val="0"/>
              </a:spcBef>
              <a:spcAft>
                <a:spcPts val="0"/>
              </a:spcAft>
              <a:buNone/>
            </a:pPr>
            <a:r>
              <a:t/>
            </a:r>
            <a:endParaRPr/>
          </a:p>
        </p:txBody>
      </p:sp>
      <p:pic>
        <p:nvPicPr>
          <p:cNvPr id="588" name="Google Shape;588;p45"/>
          <p:cNvPicPr preferRelativeResize="0"/>
          <p:nvPr/>
        </p:nvPicPr>
        <p:blipFill>
          <a:blip r:embed="rId3">
            <a:alphaModFix/>
          </a:blip>
          <a:stretch>
            <a:fillRect/>
          </a:stretch>
        </p:blipFill>
        <p:spPr>
          <a:xfrm>
            <a:off x="3078713" y="1888725"/>
            <a:ext cx="2986575" cy="20698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p46"/>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2500"/>
              <a:t>Assumptions for Simple Model</a:t>
            </a:r>
            <a:endParaRPr sz="2500"/>
          </a:p>
        </p:txBody>
      </p:sp>
      <p:sp>
        <p:nvSpPr>
          <p:cNvPr id="594" name="Google Shape;594;p46"/>
          <p:cNvSpPr txBox="1"/>
          <p:nvPr>
            <p:ph idx="1" type="body"/>
          </p:nvPr>
        </p:nvSpPr>
        <p:spPr>
          <a:xfrm>
            <a:off x="335900" y="1164525"/>
            <a:ext cx="8379300" cy="365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 </a:t>
            </a:r>
            <a:r>
              <a:rPr lang="en"/>
              <a:t>Linearity: Residual vs Fitted Plot.                                         2.  </a:t>
            </a:r>
            <a:r>
              <a:rPr lang="en"/>
              <a:t>Homoskedasticity: Breusch-Pagan test. </a:t>
            </a:r>
            <a:endParaRPr/>
          </a:p>
          <a:p>
            <a:pPr indent="0" lvl="0" marL="457200" rtl="0" algn="l">
              <a:spcBef>
                <a:spcPts val="0"/>
              </a:spcBef>
              <a:spcAft>
                <a:spcPts val="0"/>
              </a:spcAft>
              <a:buNone/>
            </a:pPr>
            <a:r>
              <a:t/>
            </a:r>
            <a:endParaRPr/>
          </a:p>
          <a:p>
            <a:pPr indent="0" lvl="0" marL="45720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3. Normality: Q-Q plot and Shapiro-Wilk test.                     4. </a:t>
            </a:r>
            <a:r>
              <a:rPr lang="en"/>
              <a:t>Multicollinearity: Variance Inflation Factor (VIF)</a:t>
            </a:r>
            <a:endParaRPr/>
          </a:p>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pic>
        <p:nvPicPr>
          <p:cNvPr id="595" name="Google Shape;595;p46"/>
          <p:cNvPicPr preferRelativeResize="0"/>
          <p:nvPr/>
        </p:nvPicPr>
        <p:blipFill>
          <a:blip r:embed="rId3">
            <a:alphaModFix/>
          </a:blip>
          <a:stretch>
            <a:fillRect/>
          </a:stretch>
        </p:blipFill>
        <p:spPr>
          <a:xfrm>
            <a:off x="781150" y="1475500"/>
            <a:ext cx="2679249" cy="1448625"/>
          </a:xfrm>
          <a:prstGeom prst="rect">
            <a:avLst/>
          </a:prstGeom>
          <a:noFill/>
          <a:ln>
            <a:noFill/>
          </a:ln>
        </p:spPr>
      </p:pic>
      <p:pic>
        <p:nvPicPr>
          <p:cNvPr id="596" name="Google Shape;596;p46"/>
          <p:cNvPicPr preferRelativeResize="0"/>
          <p:nvPr/>
        </p:nvPicPr>
        <p:blipFill rotWithShape="1">
          <a:blip r:embed="rId4">
            <a:alphaModFix/>
          </a:blip>
          <a:srcRect b="0" l="0" r="11340" t="0"/>
          <a:stretch/>
        </p:blipFill>
        <p:spPr>
          <a:xfrm>
            <a:off x="4109500" y="1508175"/>
            <a:ext cx="3787050" cy="1369425"/>
          </a:xfrm>
          <a:prstGeom prst="rect">
            <a:avLst/>
          </a:prstGeom>
          <a:noFill/>
          <a:ln>
            <a:noFill/>
          </a:ln>
        </p:spPr>
      </p:pic>
      <p:pic>
        <p:nvPicPr>
          <p:cNvPr id="597" name="Google Shape;597;p46"/>
          <p:cNvPicPr preferRelativeResize="0"/>
          <p:nvPr/>
        </p:nvPicPr>
        <p:blipFill>
          <a:blip r:embed="rId5">
            <a:alphaModFix/>
          </a:blip>
          <a:stretch>
            <a:fillRect/>
          </a:stretch>
        </p:blipFill>
        <p:spPr>
          <a:xfrm>
            <a:off x="629787" y="3485187"/>
            <a:ext cx="2981976" cy="1620638"/>
          </a:xfrm>
          <a:prstGeom prst="rect">
            <a:avLst/>
          </a:prstGeom>
          <a:noFill/>
          <a:ln>
            <a:noFill/>
          </a:ln>
        </p:spPr>
      </p:pic>
      <p:pic>
        <p:nvPicPr>
          <p:cNvPr id="598" name="Google Shape;598;p46"/>
          <p:cNvPicPr preferRelativeResize="0"/>
          <p:nvPr/>
        </p:nvPicPr>
        <p:blipFill rotWithShape="1">
          <a:blip r:embed="rId6">
            <a:alphaModFix/>
          </a:blip>
          <a:srcRect b="0" l="7809" r="3852" t="0"/>
          <a:stretch/>
        </p:blipFill>
        <p:spPr>
          <a:xfrm>
            <a:off x="3803875" y="3879375"/>
            <a:ext cx="5034501" cy="5487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47"/>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Expanding Model</a:t>
            </a:r>
            <a:endParaRPr/>
          </a:p>
        </p:txBody>
      </p:sp>
      <p:sp>
        <p:nvSpPr>
          <p:cNvPr id="604" name="Google Shape;604;p47"/>
          <p:cNvSpPr txBox="1"/>
          <p:nvPr>
            <p:ph idx="1" type="body"/>
          </p:nvPr>
        </p:nvSpPr>
        <p:spPr>
          <a:xfrm>
            <a:off x="716900" y="1051849"/>
            <a:ext cx="77040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Complex Model: </a:t>
            </a:r>
            <a:r>
              <a:rPr lang="en"/>
              <a:t>model_full &lt;- Sleep_Hours_Weekday ~ Age + Age_Squared + Gender_Male + Poverty_Index_Binary + </a:t>
            </a:r>
            <a:r>
              <a:rPr b="1" lang="en"/>
              <a:t>Physical Activity</a:t>
            </a:r>
            <a:endParaRPr b="1"/>
          </a:p>
          <a:p>
            <a:pPr indent="0" lvl="0" marL="0" rtl="0" algn="ctr">
              <a:spcBef>
                <a:spcPts val="0"/>
              </a:spcBef>
              <a:spcAft>
                <a:spcPts val="0"/>
              </a:spcAft>
              <a:buNone/>
            </a:pPr>
            <a:r>
              <a:t/>
            </a:r>
            <a:endParaRPr b="1"/>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pic>
        <p:nvPicPr>
          <p:cNvPr id="605" name="Google Shape;605;p47"/>
          <p:cNvPicPr preferRelativeResize="0"/>
          <p:nvPr/>
        </p:nvPicPr>
        <p:blipFill>
          <a:blip r:embed="rId3">
            <a:alphaModFix/>
          </a:blip>
          <a:stretch>
            <a:fillRect/>
          </a:stretch>
        </p:blipFill>
        <p:spPr>
          <a:xfrm>
            <a:off x="669530" y="1624023"/>
            <a:ext cx="2914220" cy="1803774"/>
          </a:xfrm>
          <a:prstGeom prst="rect">
            <a:avLst/>
          </a:prstGeom>
          <a:noFill/>
          <a:ln>
            <a:noFill/>
          </a:ln>
        </p:spPr>
      </p:pic>
      <p:sp>
        <p:nvSpPr>
          <p:cNvPr id="606" name="Google Shape;606;p47"/>
          <p:cNvSpPr/>
          <p:nvPr/>
        </p:nvSpPr>
        <p:spPr>
          <a:xfrm>
            <a:off x="3808175" y="2349350"/>
            <a:ext cx="1312800" cy="5145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Gothic A1"/>
              <a:ea typeface="Gothic A1"/>
              <a:cs typeface="Gothic A1"/>
              <a:sym typeface="Gothic A1"/>
            </a:endParaRPr>
          </a:p>
        </p:txBody>
      </p:sp>
      <p:sp>
        <p:nvSpPr>
          <p:cNvPr id="607" name="Google Shape;607;p47"/>
          <p:cNvSpPr txBox="1"/>
          <p:nvPr/>
        </p:nvSpPr>
        <p:spPr>
          <a:xfrm>
            <a:off x="3728700" y="2217725"/>
            <a:ext cx="1815600" cy="211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chemeClr val="lt1"/>
                </a:solidFill>
                <a:latin typeface="Gothic A1"/>
                <a:ea typeface="Gothic A1"/>
                <a:cs typeface="Gothic A1"/>
                <a:sym typeface="Gothic A1"/>
              </a:rPr>
              <a:t>Log Transformation</a:t>
            </a:r>
            <a:endParaRPr sz="900">
              <a:solidFill>
                <a:schemeClr val="lt1"/>
              </a:solidFill>
              <a:latin typeface="Gothic A1"/>
              <a:ea typeface="Gothic A1"/>
              <a:cs typeface="Gothic A1"/>
              <a:sym typeface="Gothic A1"/>
            </a:endParaRPr>
          </a:p>
        </p:txBody>
      </p:sp>
      <p:pic>
        <p:nvPicPr>
          <p:cNvPr id="608" name="Google Shape;608;p47"/>
          <p:cNvPicPr preferRelativeResize="0"/>
          <p:nvPr/>
        </p:nvPicPr>
        <p:blipFill>
          <a:blip r:embed="rId4">
            <a:alphaModFix/>
          </a:blip>
          <a:stretch>
            <a:fillRect/>
          </a:stretch>
        </p:blipFill>
        <p:spPr>
          <a:xfrm>
            <a:off x="5382250" y="1631400"/>
            <a:ext cx="3133399" cy="185207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48"/>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2500"/>
              <a:t>Evaluating the Full Complex Model</a:t>
            </a:r>
            <a:endParaRPr sz="2500"/>
          </a:p>
          <a:p>
            <a:pPr indent="0" lvl="0" marL="0" rtl="0" algn="ctr">
              <a:spcBef>
                <a:spcPts val="0"/>
              </a:spcBef>
              <a:spcAft>
                <a:spcPts val="0"/>
              </a:spcAft>
              <a:buNone/>
            </a:pPr>
            <a:r>
              <a:t/>
            </a:r>
            <a:endParaRPr/>
          </a:p>
        </p:txBody>
      </p:sp>
      <p:pic>
        <p:nvPicPr>
          <p:cNvPr id="614" name="Google Shape;614;p48"/>
          <p:cNvPicPr preferRelativeResize="0"/>
          <p:nvPr/>
        </p:nvPicPr>
        <p:blipFill>
          <a:blip r:embed="rId3">
            <a:alphaModFix/>
          </a:blip>
          <a:stretch>
            <a:fillRect/>
          </a:stretch>
        </p:blipFill>
        <p:spPr>
          <a:xfrm>
            <a:off x="2274125" y="1051849"/>
            <a:ext cx="4595746" cy="3421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8" name="Shape 618"/>
        <p:cNvGrpSpPr/>
        <p:nvPr/>
      </p:nvGrpSpPr>
      <p:grpSpPr>
        <a:xfrm>
          <a:off x="0" y="0"/>
          <a:ext cx="0" cy="0"/>
          <a:chOff x="0" y="0"/>
          <a:chExt cx="0" cy="0"/>
        </a:xfrm>
      </p:grpSpPr>
      <p:sp>
        <p:nvSpPr>
          <p:cNvPr id="619" name="Google Shape;619;p49"/>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2500"/>
              <a:t>Assumptions for Complex Model</a:t>
            </a:r>
            <a:endParaRPr sz="2500"/>
          </a:p>
        </p:txBody>
      </p:sp>
      <p:sp>
        <p:nvSpPr>
          <p:cNvPr id="620" name="Google Shape;620;p49"/>
          <p:cNvSpPr txBox="1"/>
          <p:nvPr>
            <p:ph idx="1" type="body"/>
          </p:nvPr>
        </p:nvSpPr>
        <p:spPr>
          <a:xfrm>
            <a:off x="335900" y="859725"/>
            <a:ext cx="8379300" cy="365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 Linearity: Residual vs Fitted Plot.                                         2.  Homoskedasticity: Breusch-Pagan test. </a:t>
            </a:r>
            <a:endParaRPr/>
          </a:p>
          <a:p>
            <a:pPr indent="0" lvl="0" marL="457200" rtl="0" algn="l">
              <a:spcBef>
                <a:spcPts val="0"/>
              </a:spcBef>
              <a:spcAft>
                <a:spcPts val="0"/>
              </a:spcAft>
              <a:buNone/>
            </a:pPr>
            <a:r>
              <a:t/>
            </a:r>
            <a:endParaRPr/>
          </a:p>
          <a:p>
            <a:pPr indent="0" lvl="0" marL="45720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3. Normality: Q-Q plot and Shapiro-Wilk test.                     4. Multicollinearity: Variance Inflation Factor (VIF)</a:t>
            </a:r>
            <a:endParaRPr/>
          </a:p>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pic>
        <p:nvPicPr>
          <p:cNvPr id="621" name="Google Shape;621;p49"/>
          <p:cNvPicPr preferRelativeResize="0"/>
          <p:nvPr/>
        </p:nvPicPr>
        <p:blipFill>
          <a:blip r:embed="rId3">
            <a:alphaModFix/>
          </a:blip>
          <a:stretch>
            <a:fillRect/>
          </a:stretch>
        </p:blipFill>
        <p:spPr>
          <a:xfrm>
            <a:off x="610145" y="1205300"/>
            <a:ext cx="3021269" cy="1620650"/>
          </a:xfrm>
          <a:prstGeom prst="rect">
            <a:avLst/>
          </a:prstGeom>
          <a:noFill/>
          <a:ln>
            <a:noFill/>
          </a:ln>
        </p:spPr>
      </p:pic>
      <p:pic>
        <p:nvPicPr>
          <p:cNvPr id="622" name="Google Shape;622;p49"/>
          <p:cNvPicPr preferRelativeResize="0"/>
          <p:nvPr/>
        </p:nvPicPr>
        <p:blipFill>
          <a:blip r:embed="rId4">
            <a:alphaModFix/>
          </a:blip>
          <a:stretch>
            <a:fillRect/>
          </a:stretch>
        </p:blipFill>
        <p:spPr>
          <a:xfrm>
            <a:off x="3966300" y="1299525"/>
            <a:ext cx="4457700" cy="1276350"/>
          </a:xfrm>
          <a:prstGeom prst="rect">
            <a:avLst/>
          </a:prstGeom>
          <a:noFill/>
          <a:ln>
            <a:noFill/>
          </a:ln>
        </p:spPr>
      </p:pic>
      <p:pic>
        <p:nvPicPr>
          <p:cNvPr id="623" name="Google Shape;623;p49"/>
          <p:cNvPicPr preferRelativeResize="0"/>
          <p:nvPr/>
        </p:nvPicPr>
        <p:blipFill rotWithShape="1">
          <a:blip r:embed="rId5">
            <a:alphaModFix/>
          </a:blip>
          <a:srcRect b="0" l="10369" r="1680" t="0"/>
          <a:stretch/>
        </p:blipFill>
        <p:spPr>
          <a:xfrm>
            <a:off x="3668349" y="3517075"/>
            <a:ext cx="5244678" cy="365700"/>
          </a:xfrm>
          <a:prstGeom prst="rect">
            <a:avLst/>
          </a:prstGeom>
          <a:noFill/>
          <a:ln>
            <a:noFill/>
          </a:ln>
        </p:spPr>
      </p:pic>
      <p:pic>
        <p:nvPicPr>
          <p:cNvPr id="624" name="Google Shape;624;p49"/>
          <p:cNvPicPr preferRelativeResize="0"/>
          <p:nvPr/>
        </p:nvPicPr>
        <p:blipFill>
          <a:blip r:embed="rId6">
            <a:alphaModFix/>
          </a:blip>
          <a:stretch>
            <a:fillRect/>
          </a:stretch>
        </p:blipFill>
        <p:spPr>
          <a:xfrm>
            <a:off x="837010" y="3151750"/>
            <a:ext cx="2322614" cy="12763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sp>
        <p:nvSpPr>
          <p:cNvPr id="629" name="Google Shape;629;p50"/>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2500"/>
              <a:t>Recommendations for Improvement</a:t>
            </a:r>
            <a:endParaRPr sz="2500"/>
          </a:p>
          <a:p>
            <a:pPr indent="0" lvl="0" marL="0" rtl="0" algn="ctr">
              <a:spcBef>
                <a:spcPts val="0"/>
              </a:spcBef>
              <a:spcAft>
                <a:spcPts val="0"/>
              </a:spcAft>
              <a:buNone/>
            </a:pPr>
            <a:r>
              <a:t/>
            </a:r>
            <a:endParaRPr sz="2500"/>
          </a:p>
          <a:p>
            <a:pPr indent="0" lvl="0" marL="0" rtl="0" algn="ctr">
              <a:spcBef>
                <a:spcPts val="0"/>
              </a:spcBef>
              <a:spcAft>
                <a:spcPts val="0"/>
              </a:spcAft>
              <a:buNone/>
            </a:pPr>
            <a:r>
              <a:t/>
            </a:r>
            <a:endParaRPr sz="2500"/>
          </a:p>
          <a:p>
            <a:pPr indent="0" lvl="0" marL="0" rtl="0" algn="ctr">
              <a:spcBef>
                <a:spcPts val="0"/>
              </a:spcBef>
              <a:spcAft>
                <a:spcPts val="0"/>
              </a:spcAft>
              <a:buNone/>
            </a:pPr>
            <a:r>
              <a:t/>
            </a:r>
            <a:endParaRPr/>
          </a:p>
        </p:txBody>
      </p:sp>
      <p:sp>
        <p:nvSpPr>
          <p:cNvPr id="630" name="Google Shape;630;p50"/>
          <p:cNvSpPr txBox="1"/>
          <p:nvPr/>
        </p:nvSpPr>
        <p:spPr>
          <a:xfrm>
            <a:off x="1102600" y="1297000"/>
            <a:ext cx="6697800" cy="3248400"/>
          </a:xfrm>
          <a:prstGeom prst="rect">
            <a:avLst/>
          </a:prstGeom>
          <a:noFill/>
          <a:ln>
            <a:noFill/>
          </a:ln>
        </p:spPr>
        <p:txBody>
          <a:bodyPr anchorCtr="0" anchor="t" bIns="91425" lIns="91425" spcFirstLastPara="1" rIns="91425" wrap="square" tIns="91425">
            <a:noAutofit/>
          </a:bodyPr>
          <a:lstStyle/>
          <a:p>
            <a:pPr indent="-311150" lvl="0" marL="457200" rtl="0" algn="l">
              <a:lnSpc>
                <a:spcPct val="115000"/>
              </a:lnSpc>
              <a:spcBef>
                <a:spcPts val="1200"/>
              </a:spcBef>
              <a:spcAft>
                <a:spcPts val="0"/>
              </a:spcAft>
              <a:buClr>
                <a:schemeClr val="lt1"/>
              </a:buClr>
              <a:buSzPts val="1300"/>
              <a:buAutoNum type="arabicPeriod"/>
            </a:pPr>
            <a:r>
              <a:rPr lang="en">
                <a:solidFill>
                  <a:schemeClr val="lt1"/>
                </a:solidFill>
                <a:latin typeface="Gothic A1"/>
                <a:ea typeface="Gothic A1"/>
                <a:cs typeface="Gothic A1"/>
                <a:sym typeface="Gothic A1"/>
              </a:rPr>
              <a:t>Use robust standard errors to address heteroskedasticity</a:t>
            </a:r>
            <a:endParaRPr>
              <a:solidFill>
                <a:schemeClr val="lt1"/>
              </a:solidFill>
              <a:latin typeface="Gothic A1"/>
              <a:ea typeface="Gothic A1"/>
              <a:cs typeface="Gothic A1"/>
              <a:sym typeface="Gothic A1"/>
            </a:endParaRPr>
          </a:p>
          <a:p>
            <a:pPr indent="0" lvl="0" marL="0" rtl="0" algn="l">
              <a:lnSpc>
                <a:spcPct val="115000"/>
              </a:lnSpc>
              <a:spcBef>
                <a:spcPts val="1200"/>
              </a:spcBef>
              <a:spcAft>
                <a:spcPts val="0"/>
              </a:spcAft>
              <a:buNone/>
            </a:pPr>
            <a:r>
              <a:t/>
            </a:r>
            <a:endParaRPr>
              <a:solidFill>
                <a:schemeClr val="lt1"/>
              </a:solidFill>
              <a:latin typeface="Gothic A1"/>
              <a:ea typeface="Gothic A1"/>
              <a:cs typeface="Gothic A1"/>
              <a:sym typeface="Gothic A1"/>
            </a:endParaRPr>
          </a:p>
          <a:p>
            <a:pPr indent="-317500" lvl="0" marL="457200" rtl="0" algn="l">
              <a:spcBef>
                <a:spcPts val="0"/>
              </a:spcBef>
              <a:spcAft>
                <a:spcPts val="0"/>
              </a:spcAft>
              <a:buClr>
                <a:schemeClr val="lt1"/>
              </a:buClr>
              <a:buSzPts val="1400"/>
              <a:buFont typeface="Gothic A1"/>
              <a:buAutoNum type="arabicPeriod"/>
            </a:pPr>
            <a:r>
              <a:rPr lang="en">
                <a:solidFill>
                  <a:schemeClr val="lt1"/>
                </a:solidFill>
                <a:latin typeface="Gothic A1"/>
                <a:ea typeface="Gothic A1"/>
                <a:cs typeface="Gothic A1"/>
                <a:sym typeface="Gothic A1"/>
              </a:rPr>
              <a:t>Reduce multicollinearity between Age and Age^2</a:t>
            </a:r>
            <a:endParaRPr>
              <a:solidFill>
                <a:schemeClr val="lt1"/>
              </a:solidFill>
              <a:latin typeface="Gothic A1"/>
              <a:ea typeface="Gothic A1"/>
              <a:cs typeface="Gothic A1"/>
              <a:sym typeface="Gothic A1"/>
            </a:endParaRPr>
          </a:p>
          <a:p>
            <a:pPr indent="0" lvl="0" marL="0" rtl="0" algn="l">
              <a:spcBef>
                <a:spcPts val="0"/>
              </a:spcBef>
              <a:spcAft>
                <a:spcPts val="0"/>
              </a:spcAft>
              <a:buNone/>
            </a:pPr>
            <a:r>
              <a:t/>
            </a:r>
            <a:endParaRPr>
              <a:solidFill>
                <a:schemeClr val="lt1"/>
              </a:solidFill>
              <a:latin typeface="Gothic A1"/>
              <a:ea typeface="Gothic A1"/>
              <a:cs typeface="Gothic A1"/>
              <a:sym typeface="Gothic A1"/>
            </a:endParaRPr>
          </a:p>
          <a:p>
            <a:pPr indent="-311150" lvl="0" marL="457200" rtl="0" algn="l">
              <a:lnSpc>
                <a:spcPct val="115000"/>
              </a:lnSpc>
              <a:spcBef>
                <a:spcPts val="1200"/>
              </a:spcBef>
              <a:spcAft>
                <a:spcPts val="0"/>
              </a:spcAft>
              <a:buClr>
                <a:schemeClr val="lt1"/>
              </a:buClr>
              <a:buSzPts val="1300"/>
              <a:buAutoNum type="arabicPeriod"/>
            </a:pPr>
            <a:r>
              <a:rPr lang="en">
                <a:solidFill>
                  <a:schemeClr val="lt1"/>
                </a:solidFill>
                <a:latin typeface="Gothic A1"/>
                <a:ea typeface="Gothic A1"/>
                <a:cs typeface="Gothic A1"/>
                <a:sym typeface="Gothic A1"/>
              </a:rPr>
              <a:t>Include interaction terms to capture more complex relationships or using other variables included in the dataset</a:t>
            </a:r>
            <a:endParaRPr>
              <a:solidFill>
                <a:schemeClr val="lt1"/>
              </a:solidFill>
              <a:latin typeface="Gothic A1"/>
              <a:ea typeface="Gothic A1"/>
              <a:cs typeface="Gothic A1"/>
              <a:sym typeface="Gothic A1"/>
            </a:endParaRPr>
          </a:p>
          <a:p>
            <a:pPr indent="0" lvl="0" marL="0" rtl="0" algn="l">
              <a:spcBef>
                <a:spcPts val="1200"/>
              </a:spcBef>
              <a:spcAft>
                <a:spcPts val="0"/>
              </a:spcAft>
              <a:buNone/>
            </a:pPr>
            <a:r>
              <a:t/>
            </a:r>
            <a:endParaRPr>
              <a:solidFill>
                <a:schemeClr val="lt1"/>
              </a:solidFill>
              <a:latin typeface="Gothic A1"/>
              <a:ea typeface="Gothic A1"/>
              <a:cs typeface="Gothic A1"/>
              <a:sym typeface="Gothic A1"/>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4" name="Shape 634"/>
        <p:cNvGrpSpPr/>
        <p:nvPr/>
      </p:nvGrpSpPr>
      <p:grpSpPr>
        <a:xfrm>
          <a:off x="0" y="0"/>
          <a:ext cx="0" cy="0"/>
          <a:chOff x="0" y="0"/>
          <a:chExt cx="0" cy="0"/>
        </a:xfrm>
      </p:grpSpPr>
      <p:sp>
        <p:nvSpPr>
          <p:cNvPr id="635" name="Google Shape;635;p51"/>
          <p:cNvSpPr txBox="1"/>
          <p:nvPr>
            <p:ph type="title"/>
          </p:nvPr>
        </p:nvSpPr>
        <p:spPr>
          <a:xfrm>
            <a:off x="720000" y="203391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4000"/>
              <a:t>THANK YOU!</a:t>
            </a:r>
            <a:endParaRPr sz="4000"/>
          </a:p>
          <a:p>
            <a:pPr indent="0" lvl="0" marL="0" rtl="0" algn="ctr">
              <a:spcBef>
                <a:spcPts val="0"/>
              </a:spcBef>
              <a:spcAft>
                <a:spcPts val="0"/>
              </a:spcAft>
              <a:buNone/>
            </a:pPr>
            <a:r>
              <a:rPr lang="en" sz="2600"/>
              <a:t>Any questions?</a:t>
            </a:r>
            <a:r>
              <a:rPr lang="en"/>
              <a:t> </a:t>
            </a:r>
            <a:endParaRPr/>
          </a:p>
        </p:txBody>
      </p:sp>
      <p:grpSp>
        <p:nvGrpSpPr>
          <p:cNvPr id="636" name="Google Shape;636;p51"/>
          <p:cNvGrpSpPr/>
          <p:nvPr/>
        </p:nvGrpSpPr>
        <p:grpSpPr>
          <a:xfrm>
            <a:off x="677244" y="546724"/>
            <a:ext cx="287806" cy="226668"/>
            <a:chOff x="2522125" y="1336700"/>
            <a:chExt cx="278450" cy="219300"/>
          </a:xfrm>
        </p:grpSpPr>
        <p:sp>
          <p:nvSpPr>
            <p:cNvPr id="637" name="Google Shape;637;p51"/>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51"/>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51"/>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51"/>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41" name="Google Shape;641;p51"/>
          <p:cNvGrpSpPr/>
          <p:nvPr/>
        </p:nvGrpSpPr>
        <p:grpSpPr>
          <a:xfrm>
            <a:off x="2712869" y="1966311"/>
            <a:ext cx="287806" cy="226668"/>
            <a:chOff x="2522125" y="1336700"/>
            <a:chExt cx="278450" cy="219300"/>
          </a:xfrm>
        </p:grpSpPr>
        <p:sp>
          <p:nvSpPr>
            <p:cNvPr id="642" name="Google Shape;642;p51"/>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51"/>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51"/>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51"/>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46" name="Google Shape;646;p51"/>
          <p:cNvGrpSpPr/>
          <p:nvPr/>
        </p:nvGrpSpPr>
        <p:grpSpPr>
          <a:xfrm>
            <a:off x="7736194" y="4464124"/>
            <a:ext cx="287806" cy="226668"/>
            <a:chOff x="2522125" y="1336700"/>
            <a:chExt cx="278450" cy="219300"/>
          </a:xfrm>
        </p:grpSpPr>
        <p:sp>
          <p:nvSpPr>
            <p:cNvPr id="647" name="Google Shape;647;p51"/>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51"/>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51"/>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51"/>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1" name="Google Shape;651;p51"/>
          <p:cNvGrpSpPr/>
          <p:nvPr/>
        </p:nvGrpSpPr>
        <p:grpSpPr>
          <a:xfrm>
            <a:off x="8136194" y="416674"/>
            <a:ext cx="287806" cy="226668"/>
            <a:chOff x="2522125" y="1336700"/>
            <a:chExt cx="278450" cy="219300"/>
          </a:xfrm>
        </p:grpSpPr>
        <p:sp>
          <p:nvSpPr>
            <p:cNvPr id="652" name="Google Shape;652;p51"/>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51"/>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51"/>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51"/>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6" name="Google Shape;656;p51"/>
          <p:cNvGrpSpPr/>
          <p:nvPr/>
        </p:nvGrpSpPr>
        <p:grpSpPr>
          <a:xfrm rot="-4974532">
            <a:off x="7570398" y="320295"/>
            <a:ext cx="202290" cy="226664"/>
            <a:chOff x="7128000" y="1314750"/>
            <a:chExt cx="247250" cy="263200"/>
          </a:xfrm>
        </p:grpSpPr>
        <p:sp>
          <p:nvSpPr>
            <p:cNvPr id="657" name="Google Shape;657;p51"/>
            <p:cNvSpPr/>
            <p:nvPr/>
          </p:nvSpPr>
          <p:spPr>
            <a:xfrm>
              <a:off x="7128000" y="1330700"/>
              <a:ext cx="247250" cy="247250"/>
            </a:xfrm>
            <a:custGeom>
              <a:rect b="b" l="l" r="r" t="t"/>
              <a:pathLst>
                <a:path extrusionOk="0" h="9890" w="9890">
                  <a:moveTo>
                    <a:pt x="7311" y="665"/>
                  </a:moveTo>
                  <a:lnTo>
                    <a:pt x="7630" y="905"/>
                  </a:lnTo>
                  <a:lnTo>
                    <a:pt x="7922" y="1170"/>
                  </a:lnTo>
                  <a:lnTo>
                    <a:pt x="8215" y="1436"/>
                  </a:lnTo>
                  <a:lnTo>
                    <a:pt x="8454" y="1729"/>
                  </a:lnTo>
                  <a:lnTo>
                    <a:pt x="8666" y="2021"/>
                  </a:lnTo>
                  <a:lnTo>
                    <a:pt x="8879" y="2367"/>
                  </a:lnTo>
                  <a:lnTo>
                    <a:pt x="9039" y="2686"/>
                  </a:lnTo>
                  <a:lnTo>
                    <a:pt x="9198" y="3058"/>
                  </a:lnTo>
                  <a:lnTo>
                    <a:pt x="9304" y="3403"/>
                  </a:lnTo>
                  <a:lnTo>
                    <a:pt x="9384" y="3775"/>
                  </a:lnTo>
                  <a:lnTo>
                    <a:pt x="9464" y="4148"/>
                  </a:lnTo>
                  <a:lnTo>
                    <a:pt x="9490" y="4520"/>
                  </a:lnTo>
                  <a:lnTo>
                    <a:pt x="9490" y="4918"/>
                  </a:lnTo>
                  <a:lnTo>
                    <a:pt x="9437" y="5291"/>
                  </a:lnTo>
                  <a:lnTo>
                    <a:pt x="9384" y="5689"/>
                  </a:lnTo>
                  <a:lnTo>
                    <a:pt x="9278" y="6061"/>
                  </a:lnTo>
                  <a:lnTo>
                    <a:pt x="9145" y="6434"/>
                  </a:lnTo>
                  <a:lnTo>
                    <a:pt x="9012" y="6806"/>
                  </a:lnTo>
                  <a:lnTo>
                    <a:pt x="8826" y="7151"/>
                  </a:lnTo>
                  <a:lnTo>
                    <a:pt x="8613" y="7470"/>
                  </a:lnTo>
                  <a:lnTo>
                    <a:pt x="8374" y="7763"/>
                  </a:lnTo>
                  <a:lnTo>
                    <a:pt x="8135" y="8055"/>
                  </a:lnTo>
                  <a:lnTo>
                    <a:pt x="7842" y="8321"/>
                  </a:lnTo>
                  <a:lnTo>
                    <a:pt x="7550" y="8560"/>
                  </a:lnTo>
                  <a:lnTo>
                    <a:pt x="7231" y="8773"/>
                  </a:lnTo>
                  <a:lnTo>
                    <a:pt x="6912" y="8959"/>
                  </a:lnTo>
                  <a:lnTo>
                    <a:pt x="6567" y="9118"/>
                  </a:lnTo>
                  <a:lnTo>
                    <a:pt x="6221" y="9251"/>
                  </a:lnTo>
                  <a:lnTo>
                    <a:pt x="5849" y="9357"/>
                  </a:lnTo>
                  <a:lnTo>
                    <a:pt x="5477" y="9437"/>
                  </a:lnTo>
                  <a:lnTo>
                    <a:pt x="5078" y="9490"/>
                  </a:lnTo>
                  <a:lnTo>
                    <a:pt x="4387" y="9490"/>
                  </a:lnTo>
                  <a:lnTo>
                    <a:pt x="4068" y="9464"/>
                  </a:lnTo>
                  <a:lnTo>
                    <a:pt x="3775" y="9411"/>
                  </a:lnTo>
                  <a:lnTo>
                    <a:pt x="3483" y="9357"/>
                  </a:lnTo>
                  <a:lnTo>
                    <a:pt x="3217" y="9278"/>
                  </a:lnTo>
                  <a:lnTo>
                    <a:pt x="2925" y="9171"/>
                  </a:lnTo>
                  <a:lnTo>
                    <a:pt x="2659" y="9065"/>
                  </a:lnTo>
                  <a:lnTo>
                    <a:pt x="2393" y="8932"/>
                  </a:lnTo>
                  <a:lnTo>
                    <a:pt x="2127" y="8773"/>
                  </a:lnTo>
                  <a:lnTo>
                    <a:pt x="1888" y="8613"/>
                  </a:lnTo>
                  <a:lnTo>
                    <a:pt x="1649" y="8427"/>
                  </a:lnTo>
                  <a:lnTo>
                    <a:pt x="1436" y="8241"/>
                  </a:lnTo>
                  <a:lnTo>
                    <a:pt x="1224" y="8028"/>
                  </a:lnTo>
                  <a:lnTo>
                    <a:pt x="1011" y="7816"/>
                  </a:lnTo>
                  <a:lnTo>
                    <a:pt x="825" y="7577"/>
                  </a:lnTo>
                  <a:lnTo>
                    <a:pt x="665" y="7337"/>
                  </a:lnTo>
                  <a:lnTo>
                    <a:pt x="1091" y="7470"/>
                  </a:lnTo>
                  <a:lnTo>
                    <a:pt x="1516" y="7550"/>
                  </a:lnTo>
                  <a:lnTo>
                    <a:pt x="1968" y="7603"/>
                  </a:lnTo>
                  <a:lnTo>
                    <a:pt x="2420" y="7630"/>
                  </a:lnTo>
                  <a:lnTo>
                    <a:pt x="2951" y="7603"/>
                  </a:lnTo>
                  <a:lnTo>
                    <a:pt x="3457" y="7523"/>
                  </a:lnTo>
                  <a:lnTo>
                    <a:pt x="3962" y="7390"/>
                  </a:lnTo>
                  <a:lnTo>
                    <a:pt x="4440" y="7204"/>
                  </a:lnTo>
                  <a:lnTo>
                    <a:pt x="4892" y="6992"/>
                  </a:lnTo>
                  <a:lnTo>
                    <a:pt x="5317" y="6726"/>
                  </a:lnTo>
                  <a:lnTo>
                    <a:pt x="5716" y="6434"/>
                  </a:lnTo>
                  <a:lnTo>
                    <a:pt x="6088" y="6115"/>
                  </a:lnTo>
                  <a:lnTo>
                    <a:pt x="6434" y="5742"/>
                  </a:lnTo>
                  <a:lnTo>
                    <a:pt x="6726" y="5344"/>
                  </a:lnTo>
                  <a:lnTo>
                    <a:pt x="6992" y="4892"/>
                  </a:lnTo>
                  <a:lnTo>
                    <a:pt x="7204" y="4440"/>
                  </a:lnTo>
                  <a:lnTo>
                    <a:pt x="7391" y="3961"/>
                  </a:lnTo>
                  <a:lnTo>
                    <a:pt x="7497" y="3483"/>
                  </a:lnTo>
                  <a:lnTo>
                    <a:pt x="7577" y="2951"/>
                  </a:lnTo>
                  <a:lnTo>
                    <a:pt x="7603" y="2420"/>
                  </a:lnTo>
                  <a:lnTo>
                    <a:pt x="7603" y="1968"/>
                  </a:lnTo>
                  <a:lnTo>
                    <a:pt x="7550" y="1543"/>
                  </a:lnTo>
                  <a:lnTo>
                    <a:pt x="7444" y="1091"/>
                  </a:lnTo>
                  <a:lnTo>
                    <a:pt x="7311" y="665"/>
                  </a:lnTo>
                  <a:close/>
                  <a:moveTo>
                    <a:pt x="6859" y="1"/>
                  </a:moveTo>
                  <a:lnTo>
                    <a:pt x="6806" y="27"/>
                  </a:lnTo>
                  <a:lnTo>
                    <a:pt x="6753" y="81"/>
                  </a:lnTo>
                  <a:lnTo>
                    <a:pt x="6726" y="107"/>
                  </a:lnTo>
                  <a:lnTo>
                    <a:pt x="6699" y="187"/>
                  </a:lnTo>
                  <a:lnTo>
                    <a:pt x="6699" y="240"/>
                  </a:lnTo>
                  <a:lnTo>
                    <a:pt x="6726" y="293"/>
                  </a:lnTo>
                  <a:lnTo>
                    <a:pt x="6832" y="559"/>
                  </a:lnTo>
                  <a:lnTo>
                    <a:pt x="6939" y="798"/>
                  </a:lnTo>
                  <a:lnTo>
                    <a:pt x="7098" y="1330"/>
                  </a:lnTo>
                  <a:lnTo>
                    <a:pt x="7178" y="1862"/>
                  </a:lnTo>
                  <a:lnTo>
                    <a:pt x="7204" y="2154"/>
                  </a:lnTo>
                  <a:lnTo>
                    <a:pt x="7204" y="2420"/>
                  </a:lnTo>
                  <a:lnTo>
                    <a:pt x="7178" y="2925"/>
                  </a:lnTo>
                  <a:lnTo>
                    <a:pt x="7125" y="3403"/>
                  </a:lnTo>
                  <a:lnTo>
                    <a:pt x="6992" y="3855"/>
                  </a:lnTo>
                  <a:lnTo>
                    <a:pt x="6832" y="4280"/>
                  </a:lnTo>
                  <a:lnTo>
                    <a:pt x="6620" y="4706"/>
                  </a:lnTo>
                  <a:lnTo>
                    <a:pt x="6380" y="5104"/>
                  </a:lnTo>
                  <a:lnTo>
                    <a:pt x="6115" y="5477"/>
                  </a:lnTo>
                  <a:lnTo>
                    <a:pt x="5796" y="5822"/>
                  </a:lnTo>
                  <a:lnTo>
                    <a:pt x="5450" y="6141"/>
                  </a:lnTo>
                  <a:lnTo>
                    <a:pt x="5105" y="6407"/>
                  </a:lnTo>
                  <a:lnTo>
                    <a:pt x="4706" y="6646"/>
                  </a:lnTo>
                  <a:lnTo>
                    <a:pt x="4281" y="6859"/>
                  </a:lnTo>
                  <a:lnTo>
                    <a:pt x="3829" y="7018"/>
                  </a:lnTo>
                  <a:lnTo>
                    <a:pt x="3377" y="7125"/>
                  </a:lnTo>
                  <a:lnTo>
                    <a:pt x="2898" y="7204"/>
                  </a:lnTo>
                  <a:lnTo>
                    <a:pt x="2420" y="7231"/>
                  </a:lnTo>
                  <a:lnTo>
                    <a:pt x="2127" y="7231"/>
                  </a:lnTo>
                  <a:lnTo>
                    <a:pt x="1862" y="7204"/>
                  </a:lnTo>
                  <a:lnTo>
                    <a:pt x="1330" y="7098"/>
                  </a:lnTo>
                  <a:lnTo>
                    <a:pt x="798" y="6939"/>
                  </a:lnTo>
                  <a:lnTo>
                    <a:pt x="533" y="6859"/>
                  </a:lnTo>
                  <a:lnTo>
                    <a:pt x="293" y="6726"/>
                  </a:lnTo>
                  <a:lnTo>
                    <a:pt x="107" y="6726"/>
                  </a:lnTo>
                  <a:lnTo>
                    <a:pt x="54" y="6779"/>
                  </a:lnTo>
                  <a:lnTo>
                    <a:pt x="28" y="6832"/>
                  </a:lnTo>
                  <a:lnTo>
                    <a:pt x="1" y="6885"/>
                  </a:lnTo>
                  <a:lnTo>
                    <a:pt x="1" y="6939"/>
                  </a:lnTo>
                  <a:lnTo>
                    <a:pt x="28" y="6992"/>
                  </a:lnTo>
                  <a:lnTo>
                    <a:pt x="214" y="7364"/>
                  </a:lnTo>
                  <a:lnTo>
                    <a:pt x="453" y="7709"/>
                  </a:lnTo>
                  <a:lnTo>
                    <a:pt x="692" y="8055"/>
                  </a:lnTo>
                  <a:lnTo>
                    <a:pt x="984" y="8347"/>
                  </a:lnTo>
                  <a:lnTo>
                    <a:pt x="1277" y="8640"/>
                  </a:lnTo>
                  <a:lnTo>
                    <a:pt x="1596" y="8879"/>
                  </a:lnTo>
                  <a:lnTo>
                    <a:pt x="1915" y="9118"/>
                  </a:lnTo>
                  <a:lnTo>
                    <a:pt x="2287" y="9304"/>
                  </a:lnTo>
                  <a:lnTo>
                    <a:pt x="2632" y="9490"/>
                  </a:lnTo>
                  <a:lnTo>
                    <a:pt x="3031" y="9623"/>
                  </a:lnTo>
                  <a:lnTo>
                    <a:pt x="3403" y="9756"/>
                  </a:lnTo>
                  <a:lnTo>
                    <a:pt x="3802" y="9836"/>
                  </a:lnTo>
                  <a:lnTo>
                    <a:pt x="4227" y="9889"/>
                  </a:lnTo>
                  <a:lnTo>
                    <a:pt x="5051" y="9889"/>
                  </a:lnTo>
                  <a:lnTo>
                    <a:pt x="5477" y="9836"/>
                  </a:lnTo>
                  <a:lnTo>
                    <a:pt x="5875" y="9756"/>
                  </a:lnTo>
                  <a:lnTo>
                    <a:pt x="6301" y="9650"/>
                  </a:lnTo>
                  <a:lnTo>
                    <a:pt x="6673" y="9490"/>
                  </a:lnTo>
                  <a:lnTo>
                    <a:pt x="7045" y="9331"/>
                  </a:lnTo>
                  <a:lnTo>
                    <a:pt x="7417" y="9118"/>
                  </a:lnTo>
                  <a:lnTo>
                    <a:pt x="7736" y="8906"/>
                  </a:lnTo>
                  <a:lnTo>
                    <a:pt x="8055" y="8640"/>
                  </a:lnTo>
                  <a:lnTo>
                    <a:pt x="8347" y="8374"/>
                  </a:lnTo>
                  <a:lnTo>
                    <a:pt x="8640" y="8082"/>
                  </a:lnTo>
                  <a:lnTo>
                    <a:pt x="8879" y="7763"/>
                  </a:lnTo>
                  <a:lnTo>
                    <a:pt x="9118" y="7417"/>
                  </a:lnTo>
                  <a:lnTo>
                    <a:pt x="9304" y="7071"/>
                  </a:lnTo>
                  <a:lnTo>
                    <a:pt x="9490" y="6699"/>
                  </a:lnTo>
                  <a:lnTo>
                    <a:pt x="9623" y="6301"/>
                  </a:lnTo>
                  <a:lnTo>
                    <a:pt x="9756" y="5902"/>
                  </a:lnTo>
                  <a:lnTo>
                    <a:pt x="9836" y="5477"/>
                  </a:lnTo>
                  <a:lnTo>
                    <a:pt x="9863" y="5078"/>
                  </a:lnTo>
                  <a:lnTo>
                    <a:pt x="9889" y="4653"/>
                  </a:lnTo>
                  <a:lnTo>
                    <a:pt x="9863" y="4227"/>
                  </a:lnTo>
                  <a:lnTo>
                    <a:pt x="9809" y="3829"/>
                  </a:lnTo>
                  <a:lnTo>
                    <a:pt x="9730" y="3430"/>
                  </a:lnTo>
                  <a:lnTo>
                    <a:pt x="9623" y="3031"/>
                  </a:lnTo>
                  <a:lnTo>
                    <a:pt x="9464" y="2659"/>
                  </a:lnTo>
                  <a:lnTo>
                    <a:pt x="9304" y="2287"/>
                  </a:lnTo>
                  <a:lnTo>
                    <a:pt x="9092" y="1941"/>
                  </a:lnTo>
                  <a:lnTo>
                    <a:pt x="8879" y="1596"/>
                  </a:lnTo>
                  <a:lnTo>
                    <a:pt x="8613" y="1277"/>
                  </a:lnTo>
                  <a:lnTo>
                    <a:pt x="8347" y="984"/>
                  </a:lnTo>
                  <a:lnTo>
                    <a:pt x="8029" y="719"/>
                  </a:lnTo>
                  <a:lnTo>
                    <a:pt x="7710" y="453"/>
                  </a:lnTo>
                  <a:lnTo>
                    <a:pt x="7364" y="240"/>
                  </a:lnTo>
                  <a:lnTo>
                    <a:pt x="6992" y="27"/>
                  </a:lnTo>
                  <a:lnTo>
                    <a:pt x="691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51"/>
            <p:cNvSpPr/>
            <p:nvPr/>
          </p:nvSpPr>
          <p:spPr>
            <a:xfrm>
              <a:off x="7157925" y="1398500"/>
              <a:ext cx="82425" cy="79100"/>
            </a:xfrm>
            <a:custGeom>
              <a:rect b="b" l="l" r="r" t="t"/>
              <a:pathLst>
                <a:path extrusionOk="0" h="3164" w="3297">
                  <a:moveTo>
                    <a:pt x="1648" y="638"/>
                  </a:moveTo>
                  <a:lnTo>
                    <a:pt x="1914" y="1196"/>
                  </a:lnTo>
                  <a:lnTo>
                    <a:pt x="1994" y="1276"/>
                  </a:lnTo>
                  <a:lnTo>
                    <a:pt x="2073" y="1303"/>
                  </a:lnTo>
                  <a:lnTo>
                    <a:pt x="2685" y="1382"/>
                  </a:lnTo>
                  <a:lnTo>
                    <a:pt x="2233" y="1808"/>
                  </a:lnTo>
                  <a:lnTo>
                    <a:pt x="2180" y="1887"/>
                  </a:lnTo>
                  <a:lnTo>
                    <a:pt x="2180" y="1994"/>
                  </a:lnTo>
                  <a:lnTo>
                    <a:pt x="2286" y="2605"/>
                  </a:lnTo>
                  <a:lnTo>
                    <a:pt x="1754" y="2313"/>
                  </a:lnTo>
                  <a:lnTo>
                    <a:pt x="1648" y="2286"/>
                  </a:lnTo>
                  <a:lnTo>
                    <a:pt x="1568" y="2313"/>
                  </a:lnTo>
                  <a:lnTo>
                    <a:pt x="1010" y="2605"/>
                  </a:lnTo>
                  <a:lnTo>
                    <a:pt x="1117" y="1994"/>
                  </a:lnTo>
                  <a:lnTo>
                    <a:pt x="1117" y="1887"/>
                  </a:lnTo>
                  <a:lnTo>
                    <a:pt x="1063" y="1808"/>
                  </a:lnTo>
                  <a:lnTo>
                    <a:pt x="638" y="1382"/>
                  </a:lnTo>
                  <a:lnTo>
                    <a:pt x="1223" y="1303"/>
                  </a:lnTo>
                  <a:lnTo>
                    <a:pt x="1329" y="1276"/>
                  </a:lnTo>
                  <a:lnTo>
                    <a:pt x="1382" y="1196"/>
                  </a:lnTo>
                  <a:lnTo>
                    <a:pt x="1648" y="638"/>
                  </a:lnTo>
                  <a:close/>
                  <a:moveTo>
                    <a:pt x="1648" y="0"/>
                  </a:moveTo>
                  <a:lnTo>
                    <a:pt x="1542" y="27"/>
                  </a:lnTo>
                  <a:lnTo>
                    <a:pt x="1462" y="106"/>
                  </a:lnTo>
                  <a:lnTo>
                    <a:pt x="1063" y="930"/>
                  </a:lnTo>
                  <a:lnTo>
                    <a:pt x="160" y="1063"/>
                  </a:lnTo>
                  <a:lnTo>
                    <a:pt x="80" y="1090"/>
                  </a:lnTo>
                  <a:lnTo>
                    <a:pt x="0" y="1196"/>
                  </a:lnTo>
                  <a:lnTo>
                    <a:pt x="0" y="1303"/>
                  </a:lnTo>
                  <a:lnTo>
                    <a:pt x="53" y="1409"/>
                  </a:lnTo>
                  <a:lnTo>
                    <a:pt x="718" y="2020"/>
                  </a:lnTo>
                  <a:lnTo>
                    <a:pt x="558" y="2924"/>
                  </a:lnTo>
                  <a:lnTo>
                    <a:pt x="558" y="3030"/>
                  </a:lnTo>
                  <a:lnTo>
                    <a:pt x="638" y="3137"/>
                  </a:lnTo>
                  <a:lnTo>
                    <a:pt x="744" y="3163"/>
                  </a:lnTo>
                  <a:lnTo>
                    <a:pt x="851" y="3137"/>
                  </a:lnTo>
                  <a:lnTo>
                    <a:pt x="1648" y="2711"/>
                  </a:lnTo>
                  <a:lnTo>
                    <a:pt x="2472" y="3137"/>
                  </a:lnTo>
                  <a:lnTo>
                    <a:pt x="2578" y="3163"/>
                  </a:lnTo>
                  <a:lnTo>
                    <a:pt x="2658" y="3137"/>
                  </a:lnTo>
                  <a:lnTo>
                    <a:pt x="2738" y="3030"/>
                  </a:lnTo>
                  <a:lnTo>
                    <a:pt x="2738" y="2924"/>
                  </a:lnTo>
                  <a:lnTo>
                    <a:pt x="2605" y="2020"/>
                  </a:lnTo>
                  <a:lnTo>
                    <a:pt x="3243" y="1409"/>
                  </a:lnTo>
                  <a:lnTo>
                    <a:pt x="3296" y="1303"/>
                  </a:lnTo>
                  <a:lnTo>
                    <a:pt x="3296" y="1196"/>
                  </a:lnTo>
                  <a:lnTo>
                    <a:pt x="3243" y="1090"/>
                  </a:lnTo>
                  <a:lnTo>
                    <a:pt x="3137" y="1063"/>
                  </a:lnTo>
                  <a:lnTo>
                    <a:pt x="2233" y="930"/>
                  </a:lnTo>
                  <a:lnTo>
                    <a:pt x="1834" y="106"/>
                  </a:lnTo>
                  <a:lnTo>
                    <a:pt x="1754" y="27"/>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51"/>
            <p:cNvSpPr/>
            <p:nvPr/>
          </p:nvSpPr>
          <p:spPr>
            <a:xfrm>
              <a:off x="7153925" y="1314750"/>
              <a:ext cx="46550" cy="45875"/>
            </a:xfrm>
            <a:custGeom>
              <a:rect b="b" l="l" r="r" t="t"/>
              <a:pathLst>
                <a:path extrusionOk="0" h="1835" w="1862">
                  <a:moveTo>
                    <a:pt x="240" y="1"/>
                  </a:moveTo>
                  <a:lnTo>
                    <a:pt x="187" y="27"/>
                  </a:lnTo>
                  <a:lnTo>
                    <a:pt x="134" y="81"/>
                  </a:lnTo>
                  <a:lnTo>
                    <a:pt x="107" y="160"/>
                  </a:lnTo>
                  <a:lnTo>
                    <a:pt x="107" y="240"/>
                  </a:lnTo>
                  <a:lnTo>
                    <a:pt x="134" y="320"/>
                  </a:lnTo>
                  <a:lnTo>
                    <a:pt x="187" y="373"/>
                  </a:lnTo>
                  <a:lnTo>
                    <a:pt x="266" y="400"/>
                  </a:lnTo>
                  <a:lnTo>
                    <a:pt x="1144" y="506"/>
                  </a:lnTo>
                  <a:lnTo>
                    <a:pt x="80" y="1303"/>
                  </a:lnTo>
                  <a:lnTo>
                    <a:pt x="54" y="1357"/>
                  </a:lnTo>
                  <a:lnTo>
                    <a:pt x="27" y="1410"/>
                  </a:lnTo>
                  <a:lnTo>
                    <a:pt x="1" y="1463"/>
                  </a:lnTo>
                  <a:lnTo>
                    <a:pt x="27" y="1516"/>
                  </a:lnTo>
                  <a:lnTo>
                    <a:pt x="27" y="1569"/>
                  </a:lnTo>
                  <a:lnTo>
                    <a:pt x="80" y="1622"/>
                  </a:lnTo>
                  <a:lnTo>
                    <a:pt x="134" y="1649"/>
                  </a:lnTo>
                  <a:lnTo>
                    <a:pt x="187" y="1649"/>
                  </a:lnTo>
                  <a:lnTo>
                    <a:pt x="1649" y="1835"/>
                  </a:lnTo>
                  <a:lnTo>
                    <a:pt x="1755" y="1835"/>
                  </a:lnTo>
                  <a:lnTo>
                    <a:pt x="1808" y="1782"/>
                  </a:lnTo>
                  <a:lnTo>
                    <a:pt x="1861" y="1729"/>
                  </a:lnTo>
                  <a:lnTo>
                    <a:pt x="1861" y="1649"/>
                  </a:lnTo>
                  <a:lnTo>
                    <a:pt x="1861" y="1569"/>
                  </a:lnTo>
                  <a:lnTo>
                    <a:pt x="1835" y="1516"/>
                  </a:lnTo>
                  <a:lnTo>
                    <a:pt x="1782" y="1463"/>
                  </a:lnTo>
                  <a:lnTo>
                    <a:pt x="1702" y="1436"/>
                  </a:lnTo>
                  <a:lnTo>
                    <a:pt x="718" y="1330"/>
                  </a:lnTo>
                  <a:lnTo>
                    <a:pt x="1755" y="532"/>
                  </a:lnTo>
                  <a:lnTo>
                    <a:pt x="1808" y="479"/>
                  </a:lnTo>
                  <a:lnTo>
                    <a:pt x="1835" y="426"/>
                  </a:lnTo>
                  <a:lnTo>
                    <a:pt x="1835" y="373"/>
                  </a:lnTo>
                  <a:lnTo>
                    <a:pt x="1835" y="320"/>
                  </a:lnTo>
                  <a:lnTo>
                    <a:pt x="1808" y="267"/>
                  </a:lnTo>
                  <a:lnTo>
                    <a:pt x="1782" y="214"/>
                  </a:lnTo>
                  <a:lnTo>
                    <a:pt x="1728" y="187"/>
                  </a:lnTo>
                  <a:lnTo>
                    <a:pt x="1675" y="160"/>
                  </a:lnTo>
                  <a:lnTo>
                    <a:pt x="3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51"/>
            <p:cNvSpPr/>
            <p:nvPr/>
          </p:nvSpPr>
          <p:spPr>
            <a:xfrm>
              <a:off x="7214400" y="1342675"/>
              <a:ext cx="41900" cy="41875"/>
            </a:xfrm>
            <a:custGeom>
              <a:rect b="b" l="l" r="r" t="t"/>
              <a:pathLst>
                <a:path extrusionOk="0" h="1675" w="1676">
                  <a:moveTo>
                    <a:pt x="240" y="0"/>
                  </a:moveTo>
                  <a:lnTo>
                    <a:pt x="160" y="53"/>
                  </a:lnTo>
                  <a:lnTo>
                    <a:pt x="107" y="107"/>
                  </a:lnTo>
                  <a:lnTo>
                    <a:pt x="80" y="186"/>
                  </a:lnTo>
                  <a:lnTo>
                    <a:pt x="107" y="266"/>
                  </a:lnTo>
                  <a:lnTo>
                    <a:pt x="133" y="319"/>
                  </a:lnTo>
                  <a:lnTo>
                    <a:pt x="187" y="372"/>
                  </a:lnTo>
                  <a:lnTo>
                    <a:pt x="266" y="399"/>
                  </a:lnTo>
                  <a:lnTo>
                    <a:pt x="957" y="505"/>
                  </a:lnTo>
                  <a:lnTo>
                    <a:pt x="80" y="1143"/>
                  </a:lnTo>
                  <a:lnTo>
                    <a:pt x="54" y="1196"/>
                  </a:lnTo>
                  <a:lnTo>
                    <a:pt x="27" y="1250"/>
                  </a:lnTo>
                  <a:lnTo>
                    <a:pt x="1" y="1303"/>
                  </a:lnTo>
                  <a:lnTo>
                    <a:pt x="27" y="1356"/>
                  </a:lnTo>
                  <a:lnTo>
                    <a:pt x="54" y="1409"/>
                  </a:lnTo>
                  <a:lnTo>
                    <a:pt x="80" y="1462"/>
                  </a:lnTo>
                  <a:lnTo>
                    <a:pt x="133" y="1489"/>
                  </a:lnTo>
                  <a:lnTo>
                    <a:pt x="187" y="1515"/>
                  </a:lnTo>
                  <a:lnTo>
                    <a:pt x="1462" y="1675"/>
                  </a:lnTo>
                  <a:lnTo>
                    <a:pt x="1489" y="1675"/>
                  </a:lnTo>
                  <a:lnTo>
                    <a:pt x="1569" y="1648"/>
                  </a:lnTo>
                  <a:lnTo>
                    <a:pt x="1622" y="1622"/>
                  </a:lnTo>
                  <a:lnTo>
                    <a:pt x="1675" y="1542"/>
                  </a:lnTo>
                  <a:lnTo>
                    <a:pt x="1675" y="1489"/>
                  </a:lnTo>
                  <a:lnTo>
                    <a:pt x="1675" y="1409"/>
                  </a:lnTo>
                  <a:lnTo>
                    <a:pt x="1649" y="1329"/>
                  </a:lnTo>
                  <a:lnTo>
                    <a:pt x="1595" y="1276"/>
                  </a:lnTo>
                  <a:lnTo>
                    <a:pt x="1516" y="1276"/>
                  </a:lnTo>
                  <a:lnTo>
                    <a:pt x="718" y="1170"/>
                  </a:lnTo>
                  <a:lnTo>
                    <a:pt x="1569" y="505"/>
                  </a:lnTo>
                  <a:lnTo>
                    <a:pt x="1622" y="479"/>
                  </a:lnTo>
                  <a:lnTo>
                    <a:pt x="1649" y="426"/>
                  </a:lnTo>
                  <a:lnTo>
                    <a:pt x="1649" y="372"/>
                  </a:lnTo>
                  <a:lnTo>
                    <a:pt x="1649" y="319"/>
                  </a:lnTo>
                  <a:lnTo>
                    <a:pt x="1622" y="266"/>
                  </a:lnTo>
                  <a:lnTo>
                    <a:pt x="1595" y="213"/>
                  </a:lnTo>
                  <a:lnTo>
                    <a:pt x="1542" y="186"/>
                  </a:lnTo>
                  <a:lnTo>
                    <a:pt x="1489" y="160"/>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61" name="Google Shape;661;p51"/>
          <p:cNvGrpSpPr/>
          <p:nvPr/>
        </p:nvGrpSpPr>
        <p:grpSpPr>
          <a:xfrm>
            <a:off x="572696" y="4493153"/>
            <a:ext cx="202300" cy="226668"/>
            <a:chOff x="7128000" y="1314750"/>
            <a:chExt cx="247250" cy="263200"/>
          </a:xfrm>
        </p:grpSpPr>
        <p:sp>
          <p:nvSpPr>
            <p:cNvPr id="662" name="Google Shape;662;p51"/>
            <p:cNvSpPr/>
            <p:nvPr/>
          </p:nvSpPr>
          <p:spPr>
            <a:xfrm>
              <a:off x="7128000" y="1330700"/>
              <a:ext cx="247250" cy="247250"/>
            </a:xfrm>
            <a:custGeom>
              <a:rect b="b" l="l" r="r" t="t"/>
              <a:pathLst>
                <a:path extrusionOk="0" h="9890" w="9890">
                  <a:moveTo>
                    <a:pt x="7311" y="665"/>
                  </a:moveTo>
                  <a:lnTo>
                    <a:pt x="7630" y="905"/>
                  </a:lnTo>
                  <a:lnTo>
                    <a:pt x="7922" y="1170"/>
                  </a:lnTo>
                  <a:lnTo>
                    <a:pt x="8215" y="1436"/>
                  </a:lnTo>
                  <a:lnTo>
                    <a:pt x="8454" y="1729"/>
                  </a:lnTo>
                  <a:lnTo>
                    <a:pt x="8666" y="2021"/>
                  </a:lnTo>
                  <a:lnTo>
                    <a:pt x="8879" y="2367"/>
                  </a:lnTo>
                  <a:lnTo>
                    <a:pt x="9039" y="2686"/>
                  </a:lnTo>
                  <a:lnTo>
                    <a:pt x="9198" y="3058"/>
                  </a:lnTo>
                  <a:lnTo>
                    <a:pt x="9304" y="3403"/>
                  </a:lnTo>
                  <a:lnTo>
                    <a:pt x="9384" y="3775"/>
                  </a:lnTo>
                  <a:lnTo>
                    <a:pt x="9464" y="4148"/>
                  </a:lnTo>
                  <a:lnTo>
                    <a:pt x="9490" y="4520"/>
                  </a:lnTo>
                  <a:lnTo>
                    <a:pt x="9490" y="4918"/>
                  </a:lnTo>
                  <a:lnTo>
                    <a:pt x="9437" y="5291"/>
                  </a:lnTo>
                  <a:lnTo>
                    <a:pt x="9384" y="5689"/>
                  </a:lnTo>
                  <a:lnTo>
                    <a:pt x="9278" y="6061"/>
                  </a:lnTo>
                  <a:lnTo>
                    <a:pt x="9145" y="6434"/>
                  </a:lnTo>
                  <a:lnTo>
                    <a:pt x="9012" y="6806"/>
                  </a:lnTo>
                  <a:lnTo>
                    <a:pt x="8826" y="7151"/>
                  </a:lnTo>
                  <a:lnTo>
                    <a:pt x="8613" y="7470"/>
                  </a:lnTo>
                  <a:lnTo>
                    <a:pt x="8374" y="7763"/>
                  </a:lnTo>
                  <a:lnTo>
                    <a:pt x="8135" y="8055"/>
                  </a:lnTo>
                  <a:lnTo>
                    <a:pt x="7842" y="8321"/>
                  </a:lnTo>
                  <a:lnTo>
                    <a:pt x="7550" y="8560"/>
                  </a:lnTo>
                  <a:lnTo>
                    <a:pt x="7231" y="8773"/>
                  </a:lnTo>
                  <a:lnTo>
                    <a:pt x="6912" y="8959"/>
                  </a:lnTo>
                  <a:lnTo>
                    <a:pt x="6567" y="9118"/>
                  </a:lnTo>
                  <a:lnTo>
                    <a:pt x="6221" y="9251"/>
                  </a:lnTo>
                  <a:lnTo>
                    <a:pt x="5849" y="9357"/>
                  </a:lnTo>
                  <a:lnTo>
                    <a:pt x="5477" y="9437"/>
                  </a:lnTo>
                  <a:lnTo>
                    <a:pt x="5078" y="9490"/>
                  </a:lnTo>
                  <a:lnTo>
                    <a:pt x="4387" y="9490"/>
                  </a:lnTo>
                  <a:lnTo>
                    <a:pt x="4068" y="9464"/>
                  </a:lnTo>
                  <a:lnTo>
                    <a:pt x="3775" y="9411"/>
                  </a:lnTo>
                  <a:lnTo>
                    <a:pt x="3483" y="9357"/>
                  </a:lnTo>
                  <a:lnTo>
                    <a:pt x="3217" y="9278"/>
                  </a:lnTo>
                  <a:lnTo>
                    <a:pt x="2925" y="9171"/>
                  </a:lnTo>
                  <a:lnTo>
                    <a:pt x="2659" y="9065"/>
                  </a:lnTo>
                  <a:lnTo>
                    <a:pt x="2393" y="8932"/>
                  </a:lnTo>
                  <a:lnTo>
                    <a:pt x="2127" y="8773"/>
                  </a:lnTo>
                  <a:lnTo>
                    <a:pt x="1888" y="8613"/>
                  </a:lnTo>
                  <a:lnTo>
                    <a:pt x="1649" y="8427"/>
                  </a:lnTo>
                  <a:lnTo>
                    <a:pt x="1436" y="8241"/>
                  </a:lnTo>
                  <a:lnTo>
                    <a:pt x="1224" y="8028"/>
                  </a:lnTo>
                  <a:lnTo>
                    <a:pt x="1011" y="7816"/>
                  </a:lnTo>
                  <a:lnTo>
                    <a:pt x="825" y="7577"/>
                  </a:lnTo>
                  <a:lnTo>
                    <a:pt x="665" y="7337"/>
                  </a:lnTo>
                  <a:lnTo>
                    <a:pt x="1091" y="7470"/>
                  </a:lnTo>
                  <a:lnTo>
                    <a:pt x="1516" y="7550"/>
                  </a:lnTo>
                  <a:lnTo>
                    <a:pt x="1968" y="7603"/>
                  </a:lnTo>
                  <a:lnTo>
                    <a:pt x="2420" y="7630"/>
                  </a:lnTo>
                  <a:lnTo>
                    <a:pt x="2951" y="7603"/>
                  </a:lnTo>
                  <a:lnTo>
                    <a:pt x="3457" y="7523"/>
                  </a:lnTo>
                  <a:lnTo>
                    <a:pt x="3962" y="7390"/>
                  </a:lnTo>
                  <a:lnTo>
                    <a:pt x="4440" y="7204"/>
                  </a:lnTo>
                  <a:lnTo>
                    <a:pt x="4892" y="6992"/>
                  </a:lnTo>
                  <a:lnTo>
                    <a:pt x="5317" y="6726"/>
                  </a:lnTo>
                  <a:lnTo>
                    <a:pt x="5716" y="6434"/>
                  </a:lnTo>
                  <a:lnTo>
                    <a:pt x="6088" y="6115"/>
                  </a:lnTo>
                  <a:lnTo>
                    <a:pt x="6434" y="5742"/>
                  </a:lnTo>
                  <a:lnTo>
                    <a:pt x="6726" y="5344"/>
                  </a:lnTo>
                  <a:lnTo>
                    <a:pt x="6992" y="4892"/>
                  </a:lnTo>
                  <a:lnTo>
                    <a:pt x="7204" y="4440"/>
                  </a:lnTo>
                  <a:lnTo>
                    <a:pt x="7391" y="3961"/>
                  </a:lnTo>
                  <a:lnTo>
                    <a:pt x="7497" y="3483"/>
                  </a:lnTo>
                  <a:lnTo>
                    <a:pt x="7577" y="2951"/>
                  </a:lnTo>
                  <a:lnTo>
                    <a:pt x="7603" y="2420"/>
                  </a:lnTo>
                  <a:lnTo>
                    <a:pt x="7603" y="1968"/>
                  </a:lnTo>
                  <a:lnTo>
                    <a:pt x="7550" y="1543"/>
                  </a:lnTo>
                  <a:lnTo>
                    <a:pt x="7444" y="1091"/>
                  </a:lnTo>
                  <a:lnTo>
                    <a:pt x="7311" y="665"/>
                  </a:lnTo>
                  <a:close/>
                  <a:moveTo>
                    <a:pt x="6859" y="1"/>
                  </a:moveTo>
                  <a:lnTo>
                    <a:pt x="6806" y="27"/>
                  </a:lnTo>
                  <a:lnTo>
                    <a:pt x="6753" y="81"/>
                  </a:lnTo>
                  <a:lnTo>
                    <a:pt x="6726" y="107"/>
                  </a:lnTo>
                  <a:lnTo>
                    <a:pt x="6699" y="187"/>
                  </a:lnTo>
                  <a:lnTo>
                    <a:pt x="6699" y="240"/>
                  </a:lnTo>
                  <a:lnTo>
                    <a:pt x="6726" y="293"/>
                  </a:lnTo>
                  <a:lnTo>
                    <a:pt x="6832" y="559"/>
                  </a:lnTo>
                  <a:lnTo>
                    <a:pt x="6939" y="798"/>
                  </a:lnTo>
                  <a:lnTo>
                    <a:pt x="7098" y="1330"/>
                  </a:lnTo>
                  <a:lnTo>
                    <a:pt x="7178" y="1862"/>
                  </a:lnTo>
                  <a:lnTo>
                    <a:pt x="7204" y="2154"/>
                  </a:lnTo>
                  <a:lnTo>
                    <a:pt x="7204" y="2420"/>
                  </a:lnTo>
                  <a:lnTo>
                    <a:pt x="7178" y="2925"/>
                  </a:lnTo>
                  <a:lnTo>
                    <a:pt x="7125" y="3403"/>
                  </a:lnTo>
                  <a:lnTo>
                    <a:pt x="6992" y="3855"/>
                  </a:lnTo>
                  <a:lnTo>
                    <a:pt x="6832" y="4280"/>
                  </a:lnTo>
                  <a:lnTo>
                    <a:pt x="6620" y="4706"/>
                  </a:lnTo>
                  <a:lnTo>
                    <a:pt x="6380" y="5104"/>
                  </a:lnTo>
                  <a:lnTo>
                    <a:pt x="6115" y="5477"/>
                  </a:lnTo>
                  <a:lnTo>
                    <a:pt x="5796" y="5822"/>
                  </a:lnTo>
                  <a:lnTo>
                    <a:pt x="5450" y="6141"/>
                  </a:lnTo>
                  <a:lnTo>
                    <a:pt x="5105" y="6407"/>
                  </a:lnTo>
                  <a:lnTo>
                    <a:pt x="4706" y="6646"/>
                  </a:lnTo>
                  <a:lnTo>
                    <a:pt x="4281" y="6859"/>
                  </a:lnTo>
                  <a:lnTo>
                    <a:pt x="3829" y="7018"/>
                  </a:lnTo>
                  <a:lnTo>
                    <a:pt x="3377" y="7125"/>
                  </a:lnTo>
                  <a:lnTo>
                    <a:pt x="2898" y="7204"/>
                  </a:lnTo>
                  <a:lnTo>
                    <a:pt x="2420" y="7231"/>
                  </a:lnTo>
                  <a:lnTo>
                    <a:pt x="2127" y="7231"/>
                  </a:lnTo>
                  <a:lnTo>
                    <a:pt x="1862" y="7204"/>
                  </a:lnTo>
                  <a:lnTo>
                    <a:pt x="1330" y="7098"/>
                  </a:lnTo>
                  <a:lnTo>
                    <a:pt x="798" y="6939"/>
                  </a:lnTo>
                  <a:lnTo>
                    <a:pt x="533" y="6859"/>
                  </a:lnTo>
                  <a:lnTo>
                    <a:pt x="293" y="6726"/>
                  </a:lnTo>
                  <a:lnTo>
                    <a:pt x="107" y="6726"/>
                  </a:lnTo>
                  <a:lnTo>
                    <a:pt x="54" y="6779"/>
                  </a:lnTo>
                  <a:lnTo>
                    <a:pt x="28" y="6832"/>
                  </a:lnTo>
                  <a:lnTo>
                    <a:pt x="1" y="6885"/>
                  </a:lnTo>
                  <a:lnTo>
                    <a:pt x="1" y="6939"/>
                  </a:lnTo>
                  <a:lnTo>
                    <a:pt x="28" y="6992"/>
                  </a:lnTo>
                  <a:lnTo>
                    <a:pt x="214" y="7364"/>
                  </a:lnTo>
                  <a:lnTo>
                    <a:pt x="453" y="7709"/>
                  </a:lnTo>
                  <a:lnTo>
                    <a:pt x="692" y="8055"/>
                  </a:lnTo>
                  <a:lnTo>
                    <a:pt x="984" y="8347"/>
                  </a:lnTo>
                  <a:lnTo>
                    <a:pt x="1277" y="8640"/>
                  </a:lnTo>
                  <a:lnTo>
                    <a:pt x="1596" y="8879"/>
                  </a:lnTo>
                  <a:lnTo>
                    <a:pt x="1915" y="9118"/>
                  </a:lnTo>
                  <a:lnTo>
                    <a:pt x="2287" y="9304"/>
                  </a:lnTo>
                  <a:lnTo>
                    <a:pt x="2632" y="9490"/>
                  </a:lnTo>
                  <a:lnTo>
                    <a:pt x="3031" y="9623"/>
                  </a:lnTo>
                  <a:lnTo>
                    <a:pt x="3403" y="9756"/>
                  </a:lnTo>
                  <a:lnTo>
                    <a:pt x="3802" y="9836"/>
                  </a:lnTo>
                  <a:lnTo>
                    <a:pt x="4227" y="9889"/>
                  </a:lnTo>
                  <a:lnTo>
                    <a:pt x="5051" y="9889"/>
                  </a:lnTo>
                  <a:lnTo>
                    <a:pt x="5477" y="9836"/>
                  </a:lnTo>
                  <a:lnTo>
                    <a:pt x="5875" y="9756"/>
                  </a:lnTo>
                  <a:lnTo>
                    <a:pt x="6301" y="9650"/>
                  </a:lnTo>
                  <a:lnTo>
                    <a:pt x="6673" y="9490"/>
                  </a:lnTo>
                  <a:lnTo>
                    <a:pt x="7045" y="9331"/>
                  </a:lnTo>
                  <a:lnTo>
                    <a:pt x="7417" y="9118"/>
                  </a:lnTo>
                  <a:lnTo>
                    <a:pt x="7736" y="8906"/>
                  </a:lnTo>
                  <a:lnTo>
                    <a:pt x="8055" y="8640"/>
                  </a:lnTo>
                  <a:lnTo>
                    <a:pt x="8347" y="8374"/>
                  </a:lnTo>
                  <a:lnTo>
                    <a:pt x="8640" y="8082"/>
                  </a:lnTo>
                  <a:lnTo>
                    <a:pt x="8879" y="7763"/>
                  </a:lnTo>
                  <a:lnTo>
                    <a:pt x="9118" y="7417"/>
                  </a:lnTo>
                  <a:lnTo>
                    <a:pt x="9304" y="7071"/>
                  </a:lnTo>
                  <a:lnTo>
                    <a:pt x="9490" y="6699"/>
                  </a:lnTo>
                  <a:lnTo>
                    <a:pt x="9623" y="6301"/>
                  </a:lnTo>
                  <a:lnTo>
                    <a:pt x="9756" y="5902"/>
                  </a:lnTo>
                  <a:lnTo>
                    <a:pt x="9836" y="5477"/>
                  </a:lnTo>
                  <a:lnTo>
                    <a:pt x="9863" y="5078"/>
                  </a:lnTo>
                  <a:lnTo>
                    <a:pt x="9889" y="4653"/>
                  </a:lnTo>
                  <a:lnTo>
                    <a:pt x="9863" y="4227"/>
                  </a:lnTo>
                  <a:lnTo>
                    <a:pt x="9809" y="3829"/>
                  </a:lnTo>
                  <a:lnTo>
                    <a:pt x="9730" y="3430"/>
                  </a:lnTo>
                  <a:lnTo>
                    <a:pt x="9623" y="3031"/>
                  </a:lnTo>
                  <a:lnTo>
                    <a:pt x="9464" y="2659"/>
                  </a:lnTo>
                  <a:lnTo>
                    <a:pt x="9304" y="2287"/>
                  </a:lnTo>
                  <a:lnTo>
                    <a:pt x="9092" y="1941"/>
                  </a:lnTo>
                  <a:lnTo>
                    <a:pt x="8879" y="1596"/>
                  </a:lnTo>
                  <a:lnTo>
                    <a:pt x="8613" y="1277"/>
                  </a:lnTo>
                  <a:lnTo>
                    <a:pt x="8347" y="984"/>
                  </a:lnTo>
                  <a:lnTo>
                    <a:pt x="8029" y="719"/>
                  </a:lnTo>
                  <a:lnTo>
                    <a:pt x="7710" y="453"/>
                  </a:lnTo>
                  <a:lnTo>
                    <a:pt x="7364" y="240"/>
                  </a:lnTo>
                  <a:lnTo>
                    <a:pt x="6992" y="27"/>
                  </a:lnTo>
                  <a:lnTo>
                    <a:pt x="691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51"/>
            <p:cNvSpPr/>
            <p:nvPr/>
          </p:nvSpPr>
          <p:spPr>
            <a:xfrm>
              <a:off x="7157925" y="1398500"/>
              <a:ext cx="82425" cy="79100"/>
            </a:xfrm>
            <a:custGeom>
              <a:rect b="b" l="l" r="r" t="t"/>
              <a:pathLst>
                <a:path extrusionOk="0" h="3164" w="3297">
                  <a:moveTo>
                    <a:pt x="1648" y="638"/>
                  </a:moveTo>
                  <a:lnTo>
                    <a:pt x="1914" y="1196"/>
                  </a:lnTo>
                  <a:lnTo>
                    <a:pt x="1994" y="1276"/>
                  </a:lnTo>
                  <a:lnTo>
                    <a:pt x="2073" y="1303"/>
                  </a:lnTo>
                  <a:lnTo>
                    <a:pt x="2685" y="1382"/>
                  </a:lnTo>
                  <a:lnTo>
                    <a:pt x="2233" y="1808"/>
                  </a:lnTo>
                  <a:lnTo>
                    <a:pt x="2180" y="1887"/>
                  </a:lnTo>
                  <a:lnTo>
                    <a:pt x="2180" y="1994"/>
                  </a:lnTo>
                  <a:lnTo>
                    <a:pt x="2286" y="2605"/>
                  </a:lnTo>
                  <a:lnTo>
                    <a:pt x="1754" y="2313"/>
                  </a:lnTo>
                  <a:lnTo>
                    <a:pt x="1648" y="2286"/>
                  </a:lnTo>
                  <a:lnTo>
                    <a:pt x="1568" y="2313"/>
                  </a:lnTo>
                  <a:lnTo>
                    <a:pt x="1010" y="2605"/>
                  </a:lnTo>
                  <a:lnTo>
                    <a:pt x="1117" y="1994"/>
                  </a:lnTo>
                  <a:lnTo>
                    <a:pt x="1117" y="1887"/>
                  </a:lnTo>
                  <a:lnTo>
                    <a:pt x="1063" y="1808"/>
                  </a:lnTo>
                  <a:lnTo>
                    <a:pt x="638" y="1382"/>
                  </a:lnTo>
                  <a:lnTo>
                    <a:pt x="1223" y="1303"/>
                  </a:lnTo>
                  <a:lnTo>
                    <a:pt x="1329" y="1276"/>
                  </a:lnTo>
                  <a:lnTo>
                    <a:pt x="1382" y="1196"/>
                  </a:lnTo>
                  <a:lnTo>
                    <a:pt x="1648" y="638"/>
                  </a:lnTo>
                  <a:close/>
                  <a:moveTo>
                    <a:pt x="1648" y="0"/>
                  </a:moveTo>
                  <a:lnTo>
                    <a:pt x="1542" y="27"/>
                  </a:lnTo>
                  <a:lnTo>
                    <a:pt x="1462" y="106"/>
                  </a:lnTo>
                  <a:lnTo>
                    <a:pt x="1063" y="930"/>
                  </a:lnTo>
                  <a:lnTo>
                    <a:pt x="160" y="1063"/>
                  </a:lnTo>
                  <a:lnTo>
                    <a:pt x="80" y="1090"/>
                  </a:lnTo>
                  <a:lnTo>
                    <a:pt x="0" y="1196"/>
                  </a:lnTo>
                  <a:lnTo>
                    <a:pt x="0" y="1303"/>
                  </a:lnTo>
                  <a:lnTo>
                    <a:pt x="53" y="1409"/>
                  </a:lnTo>
                  <a:lnTo>
                    <a:pt x="718" y="2020"/>
                  </a:lnTo>
                  <a:lnTo>
                    <a:pt x="558" y="2924"/>
                  </a:lnTo>
                  <a:lnTo>
                    <a:pt x="558" y="3030"/>
                  </a:lnTo>
                  <a:lnTo>
                    <a:pt x="638" y="3137"/>
                  </a:lnTo>
                  <a:lnTo>
                    <a:pt x="744" y="3163"/>
                  </a:lnTo>
                  <a:lnTo>
                    <a:pt x="851" y="3137"/>
                  </a:lnTo>
                  <a:lnTo>
                    <a:pt x="1648" y="2711"/>
                  </a:lnTo>
                  <a:lnTo>
                    <a:pt x="2472" y="3137"/>
                  </a:lnTo>
                  <a:lnTo>
                    <a:pt x="2578" y="3163"/>
                  </a:lnTo>
                  <a:lnTo>
                    <a:pt x="2658" y="3137"/>
                  </a:lnTo>
                  <a:lnTo>
                    <a:pt x="2738" y="3030"/>
                  </a:lnTo>
                  <a:lnTo>
                    <a:pt x="2738" y="2924"/>
                  </a:lnTo>
                  <a:lnTo>
                    <a:pt x="2605" y="2020"/>
                  </a:lnTo>
                  <a:lnTo>
                    <a:pt x="3243" y="1409"/>
                  </a:lnTo>
                  <a:lnTo>
                    <a:pt x="3296" y="1303"/>
                  </a:lnTo>
                  <a:lnTo>
                    <a:pt x="3296" y="1196"/>
                  </a:lnTo>
                  <a:lnTo>
                    <a:pt x="3243" y="1090"/>
                  </a:lnTo>
                  <a:lnTo>
                    <a:pt x="3137" y="1063"/>
                  </a:lnTo>
                  <a:lnTo>
                    <a:pt x="2233" y="930"/>
                  </a:lnTo>
                  <a:lnTo>
                    <a:pt x="1834" y="106"/>
                  </a:lnTo>
                  <a:lnTo>
                    <a:pt x="1754" y="27"/>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51"/>
            <p:cNvSpPr/>
            <p:nvPr/>
          </p:nvSpPr>
          <p:spPr>
            <a:xfrm>
              <a:off x="7153925" y="1314750"/>
              <a:ext cx="46550" cy="45875"/>
            </a:xfrm>
            <a:custGeom>
              <a:rect b="b" l="l" r="r" t="t"/>
              <a:pathLst>
                <a:path extrusionOk="0" h="1835" w="1862">
                  <a:moveTo>
                    <a:pt x="240" y="1"/>
                  </a:moveTo>
                  <a:lnTo>
                    <a:pt x="187" y="27"/>
                  </a:lnTo>
                  <a:lnTo>
                    <a:pt x="134" y="81"/>
                  </a:lnTo>
                  <a:lnTo>
                    <a:pt x="107" y="160"/>
                  </a:lnTo>
                  <a:lnTo>
                    <a:pt x="107" y="240"/>
                  </a:lnTo>
                  <a:lnTo>
                    <a:pt x="134" y="320"/>
                  </a:lnTo>
                  <a:lnTo>
                    <a:pt x="187" y="373"/>
                  </a:lnTo>
                  <a:lnTo>
                    <a:pt x="266" y="400"/>
                  </a:lnTo>
                  <a:lnTo>
                    <a:pt x="1144" y="506"/>
                  </a:lnTo>
                  <a:lnTo>
                    <a:pt x="80" y="1303"/>
                  </a:lnTo>
                  <a:lnTo>
                    <a:pt x="54" y="1357"/>
                  </a:lnTo>
                  <a:lnTo>
                    <a:pt x="27" y="1410"/>
                  </a:lnTo>
                  <a:lnTo>
                    <a:pt x="1" y="1463"/>
                  </a:lnTo>
                  <a:lnTo>
                    <a:pt x="27" y="1516"/>
                  </a:lnTo>
                  <a:lnTo>
                    <a:pt x="27" y="1569"/>
                  </a:lnTo>
                  <a:lnTo>
                    <a:pt x="80" y="1622"/>
                  </a:lnTo>
                  <a:lnTo>
                    <a:pt x="134" y="1649"/>
                  </a:lnTo>
                  <a:lnTo>
                    <a:pt x="187" y="1649"/>
                  </a:lnTo>
                  <a:lnTo>
                    <a:pt x="1649" y="1835"/>
                  </a:lnTo>
                  <a:lnTo>
                    <a:pt x="1755" y="1835"/>
                  </a:lnTo>
                  <a:lnTo>
                    <a:pt x="1808" y="1782"/>
                  </a:lnTo>
                  <a:lnTo>
                    <a:pt x="1861" y="1729"/>
                  </a:lnTo>
                  <a:lnTo>
                    <a:pt x="1861" y="1649"/>
                  </a:lnTo>
                  <a:lnTo>
                    <a:pt x="1861" y="1569"/>
                  </a:lnTo>
                  <a:lnTo>
                    <a:pt x="1835" y="1516"/>
                  </a:lnTo>
                  <a:lnTo>
                    <a:pt x="1782" y="1463"/>
                  </a:lnTo>
                  <a:lnTo>
                    <a:pt x="1702" y="1436"/>
                  </a:lnTo>
                  <a:lnTo>
                    <a:pt x="718" y="1330"/>
                  </a:lnTo>
                  <a:lnTo>
                    <a:pt x="1755" y="532"/>
                  </a:lnTo>
                  <a:lnTo>
                    <a:pt x="1808" y="479"/>
                  </a:lnTo>
                  <a:lnTo>
                    <a:pt x="1835" y="426"/>
                  </a:lnTo>
                  <a:lnTo>
                    <a:pt x="1835" y="373"/>
                  </a:lnTo>
                  <a:lnTo>
                    <a:pt x="1835" y="320"/>
                  </a:lnTo>
                  <a:lnTo>
                    <a:pt x="1808" y="267"/>
                  </a:lnTo>
                  <a:lnTo>
                    <a:pt x="1782" y="214"/>
                  </a:lnTo>
                  <a:lnTo>
                    <a:pt x="1728" y="187"/>
                  </a:lnTo>
                  <a:lnTo>
                    <a:pt x="1675" y="160"/>
                  </a:lnTo>
                  <a:lnTo>
                    <a:pt x="3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51"/>
            <p:cNvSpPr/>
            <p:nvPr/>
          </p:nvSpPr>
          <p:spPr>
            <a:xfrm>
              <a:off x="7214400" y="1342675"/>
              <a:ext cx="41900" cy="41875"/>
            </a:xfrm>
            <a:custGeom>
              <a:rect b="b" l="l" r="r" t="t"/>
              <a:pathLst>
                <a:path extrusionOk="0" h="1675" w="1676">
                  <a:moveTo>
                    <a:pt x="240" y="0"/>
                  </a:moveTo>
                  <a:lnTo>
                    <a:pt x="160" y="53"/>
                  </a:lnTo>
                  <a:lnTo>
                    <a:pt x="107" y="107"/>
                  </a:lnTo>
                  <a:lnTo>
                    <a:pt x="80" y="186"/>
                  </a:lnTo>
                  <a:lnTo>
                    <a:pt x="107" y="266"/>
                  </a:lnTo>
                  <a:lnTo>
                    <a:pt x="133" y="319"/>
                  </a:lnTo>
                  <a:lnTo>
                    <a:pt x="187" y="372"/>
                  </a:lnTo>
                  <a:lnTo>
                    <a:pt x="266" y="399"/>
                  </a:lnTo>
                  <a:lnTo>
                    <a:pt x="957" y="505"/>
                  </a:lnTo>
                  <a:lnTo>
                    <a:pt x="80" y="1143"/>
                  </a:lnTo>
                  <a:lnTo>
                    <a:pt x="54" y="1196"/>
                  </a:lnTo>
                  <a:lnTo>
                    <a:pt x="27" y="1250"/>
                  </a:lnTo>
                  <a:lnTo>
                    <a:pt x="1" y="1303"/>
                  </a:lnTo>
                  <a:lnTo>
                    <a:pt x="27" y="1356"/>
                  </a:lnTo>
                  <a:lnTo>
                    <a:pt x="54" y="1409"/>
                  </a:lnTo>
                  <a:lnTo>
                    <a:pt x="80" y="1462"/>
                  </a:lnTo>
                  <a:lnTo>
                    <a:pt x="133" y="1489"/>
                  </a:lnTo>
                  <a:lnTo>
                    <a:pt x="187" y="1515"/>
                  </a:lnTo>
                  <a:lnTo>
                    <a:pt x="1462" y="1675"/>
                  </a:lnTo>
                  <a:lnTo>
                    <a:pt x="1489" y="1675"/>
                  </a:lnTo>
                  <a:lnTo>
                    <a:pt x="1569" y="1648"/>
                  </a:lnTo>
                  <a:lnTo>
                    <a:pt x="1622" y="1622"/>
                  </a:lnTo>
                  <a:lnTo>
                    <a:pt x="1675" y="1542"/>
                  </a:lnTo>
                  <a:lnTo>
                    <a:pt x="1675" y="1489"/>
                  </a:lnTo>
                  <a:lnTo>
                    <a:pt x="1675" y="1409"/>
                  </a:lnTo>
                  <a:lnTo>
                    <a:pt x="1649" y="1329"/>
                  </a:lnTo>
                  <a:lnTo>
                    <a:pt x="1595" y="1276"/>
                  </a:lnTo>
                  <a:lnTo>
                    <a:pt x="1516" y="1276"/>
                  </a:lnTo>
                  <a:lnTo>
                    <a:pt x="718" y="1170"/>
                  </a:lnTo>
                  <a:lnTo>
                    <a:pt x="1569" y="505"/>
                  </a:lnTo>
                  <a:lnTo>
                    <a:pt x="1622" y="479"/>
                  </a:lnTo>
                  <a:lnTo>
                    <a:pt x="1649" y="426"/>
                  </a:lnTo>
                  <a:lnTo>
                    <a:pt x="1649" y="372"/>
                  </a:lnTo>
                  <a:lnTo>
                    <a:pt x="1649" y="319"/>
                  </a:lnTo>
                  <a:lnTo>
                    <a:pt x="1622" y="266"/>
                  </a:lnTo>
                  <a:lnTo>
                    <a:pt x="1595" y="213"/>
                  </a:lnTo>
                  <a:lnTo>
                    <a:pt x="1542" y="186"/>
                  </a:lnTo>
                  <a:lnTo>
                    <a:pt x="1489" y="160"/>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52"/>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Data Visualization</a:t>
            </a:r>
            <a:endParaRPr/>
          </a:p>
        </p:txBody>
      </p:sp>
      <p:sp>
        <p:nvSpPr>
          <p:cNvPr id="671" name="Google Shape;671;p52"/>
          <p:cNvSpPr txBox="1"/>
          <p:nvPr>
            <p:ph idx="1" type="body"/>
          </p:nvPr>
        </p:nvSpPr>
        <p:spPr>
          <a:xfrm>
            <a:off x="689475" y="1579725"/>
            <a:ext cx="3067500" cy="412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Histogram for Sleep Duration</a:t>
            </a:r>
            <a:endParaRPr/>
          </a:p>
        </p:txBody>
      </p:sp>
      <p:pic>
        <p:nvPicPr>
          <p:cNvPr id="672" name="Google Shape;672;p52"/>
          <p:cNvPicPr preferRelativeResize="0"/>
          <p:nvPr/>
        </p:nvPicPr>
        <p:blipFill>
          <a:blip r:embed="rId3">
            <a:alphaModFix/>
          </a:blip>
          <a:stretch>
            <a:fillRect/>
          </a:stretch>
        </p:blipFill>
        <p:spPr>
          <a:xfrm>
            <a:off x="206550" y="2064949"/>
            <a:ext cx="4033350" cy="2252223"/>
          </a:xfrm>
          <a:prstGeom prst="rect">
            <a:avLst/>
          </a:prstGeom>
          <a:noFill/>
          <a:ln>
            <a:noFill/>
          </a:ln>
        </p:spPr>
      </p:pic>
      <p:pic>
        <p:nvPicPr>
          <p:cNvPr id="673" name="Google Shape;673;p52"/>
          <p:cNvPicPr preferRelativeResize="0"/>
          <p:nvPr/>
        </p:nvPicPr>
        <p:blipFill>
          <a:blip r:embed="rId4">
            <a:alphaModFix/>
          </a:blip>
          <a:stretch>
            <a:fillRect/>
          </a:stretch>
        </p:blipFill>
        <p:spPr>
          <a:xfrm>
            <a:off x="4598825" y="2064950"/>
            <a:ext cx="4033350" cy="2252214"/>
          </a:xfrm>
          <a:prstGeom prst="rect">
            <a:avLst/>
          </a:prstGeom>
          <a:noFill/>
          <a:ln>
            <a:noFill/>
          </a:ln>
        </p:spPr>
      </p:pic>
      <p:sp>
        <p:nvSpPr>
          <p:cNvPr id="674" name="Google Shape;674;p52"/>
          <p:cNvSpPr txBox="1"/>
          <p:nvPr>
            <p:ph idx="1" type="body"/>
          </p:nvPr>
        </p:nvSpPr>
        <p:spPr>
          <a:xfrm>
            <a:off x="5081750" y="1579725"/>
            <a:ext cx="3067500" cy="412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Boxplot for Sleep Duration for Gender</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pic>
        <p:nvPicPr>
          <p:cNvPr id="679" name="Google Shape;679;p53"/>
          <p:cNvPicPr preferRelativeResize="0"/>
          <p:nvPr/>
        </p:nvPicPr>
        <p:blipFill>
          <a:blip r:embed="rId3">
            <a:alphaModFix/>
          </a:blip>
          <a:stretch>
            <a:fillRect/>
          </a:stretch>
        </p:blipFill>
        <p:spPr>
          <a:xfrm>
            <a:off x="4663700" y="2080050"/>
            <a:ext cx="3979256" cy="2221999"/>
          </a:xfrm>
          <a:prstGeom prst="rect">
            <a:avLst/>
          </a:prstGeom>
          <a:noFill/>
          <a:ln>
            <a:noFill/>
          </a:ln>
        </p:spPr>
      </p:pic>
      <p:sp>
        <p:nvSpPr>
          <p:cNvPr id="680" name="Google Shape;680;p53"/>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Data Visualization</a:t>
            </a:r>
            <a:endParaRPr/>
          </a:p>
        </p:txBody>
      </p:sp>
      <p:sp>
        <p:nvSpPr>
          <p:cNvPr id="681" name="Google Shape;681;p53"/>
          <p:cNvSpPr txBox="1"/>
          <p:nvPr>
            <p:ph idx="1" type="body"/>
          </p:nvPr>
        </p:nvSpPr>
        <p:spPr>
          <a:xfrm>
            <a:off x="689475" y="1579725"/>
            <a:ext cx="3067500" cy="412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Age vs Sleep Duration</a:t>
            </a:r>
            <a:endParaRPr/>
          </a:p>
        </p:txBody>
      </p:sp>
      <p:sp>
        <p:nvSpPr>
          <p:cNvPr id="682" name="Google Shape;682;p53"/>
          <p:cNvSpPr txBox="1"/>
          <p:nvPr>
            <p:ph idx="1" type="body"/>
          </p:nvPr>
        </p:nvSpPr>
        <p:spPr>
          <a:xfrm>
            <a:off x="5081750" y="1579725"/>
            <a:ext cx="3067500" cy="412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Poverty Index vs Sleep Duration</a:t>
            </a:r>
            <a:endParaRPr/>
          </a:p>
        </p:txBody>
      </p:sp>
      <p:pic>
        <p:nvPicPr>
          <p:cNvPr id="683" name="Google Shape;683;p53"/>
          <p:cNvPicPr preferRelativeResize="0"/>
          <p:nvPr/>
        </p:nvPicPr>
        <p:blipFill>
          <a:blip r:embed="rId4">
            <a:alphaModFix/>
          </a:blip>
          <a:stretch>
            <a:fillRect/>
          </a:stretch>
        </p:blipFill>
        <p:spPr>
          <a:xfrm>
            <a:off x="271438" y="2080050"/>
            <a:ext cx="3903581" cy="222199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87" name="Shape 687"/>
        <p:cNvGrpSpPr/>
        <p:nvPr/>
      </p:nvGrpSpPr>
      <p:grpSpPr>
        <a:xfrm>
          <a:off x="0" y="0"/>
          <a:ext cx="0" cy="0"/>
          <a:chOff x="0" y="0"/>
          <a:chExt cx="0" cy="0"/>
        </a:xfrm>
      </p:grpSpPr>
      <p:sp>
        <p:nvSpPr>
          <p:cNvPr id="688" name="Google Shape;688;p54"/>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CONTENTS OF THIS TEMPLATE</a:t>
            </a:r>
            <a:endParaRPr/>
          </a:p>
        </p:txBody>
      </p:sp>
      <p:sp>
        <p:nvSpPr>
          <p:cNvPr id="689" name="Google Shape;689;p54"/>
          <p:cNvSpPr txBox="1"/>
          <p:nvPr>
            <p:ph idx="1" type="body"/>
          </p:nvPr>
        </p:nvSpPr>
        <p:spPr>
          <a:xfrm>
            <a:off x="716900" y="1051849"/>
            <a:ext cx="77040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delete this slide when you’re done editing the presentation</a:t>
            </a:r>
            <a:endParaRPr/>
          </a:p>
        </p:txBody>
      </p:sp>
      <p:sp>
        <p:nvSpPr>
          <p:cNvPr id="690" name="Google Shape;690;p54"/>
          <p:cNvSpPr txBox="1"/>
          <p:nvPr/>
        </p:nvSpPr>
        <p:spPr>
          <a:xfrm>
            <a:off x="1162924" y="3905075"/>
            <a:ext cx="3346800" cy="461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000">
                <a:solidFill>
                  <a:schemeClr val="lt1"/>
                </a:solidFill>
                <a:latin typeface="Gothic A1"/>
                <a:ea typeface="Gothic A1"/>
                <a:cs typeface="Gothic A1"/>
                <a:sym typeface="Gothic A1"/>
              </a:rPr>
              <a:t>For more info:</a:t>
            </a:r>
            <a:br>
              <a:rPr b="1" lang="en" sz="1000">
                <a:solidFill>
                  <a:schemeClr val="lt1"/>
                </a:solidFill>
                <a:latin typeface="Gothic A1"/>
                <a:ea typeface="Gothic A1"/>
                <a:cs typeface="Gothic A1"/>
                <a:sym typeface="Gothic A1"/>
              </a:rPr>
            </a:br>
            <a:r>
              <a:rPr b="1" lang="en" sz="1000" u="sng">
                <a:solidFill>
                  <a:schemeClr val="lt1"/>
                </a:solidFill>
                <a:latin typeface="Gothic A1"/>
                <a:ea typeface="Gothic A1"/>
                <a:cs typeface="Gothic A1"/>
                <a:sym typeface="Gothic A1"/>
                <a:hlinkClick r:id="rId3">
                  <a:extLst>
                    <a:ext uri="{A12FA001-AC4F-418D-AE19-62706E023703}">
                      <ahyp:hlinkClr val="tx"/>
                    </a:ext>
                  </a:extLst>
                </a:hlinkClick>
              </a:rPr>
              <a:t>SLIDESGO</a:t>
            </a:r>
            <a:r>
              <a:rPr b="1" lang="en" sz="1000">
                <a:solidFill>
                  <a:schemeClr val="lt1"/>
                </a:solidFill>
                <a:latin typeface="Gothic A1"/>
                <a:ea typeface="Gothic A1"/>
                <a:cs typeface="Gothic A1"/>
                <a:sym typeface="Gothic A1"/>
              </a:rPr>
              <a:t> | </a:t>
            </a:r>
            <a:r>
              <a:rPr b="1" lang="en" sz="1000" u="sng">
                <a:solidFill>
                  <a:schemeClr val="lt1"/>
                </a:solidFill>
                <a:latin typeface="Gothic A1"/>
                <a:ea typeface="Gothic A1"/>
                <a:cs typeface="Gothic A1"/>
                <a:sym typeface="Gothic A1"/>
                <a:hlinkClick r:id="rId4">
                  <a:extLst>
                    <a:ext uri="{A12FA001-AC4F-418D-AE19-62706E023703}">
                      <ahyp:hlinkClr val="tx"/>
                    </a:ext>
                  </a:extLst>
                </a:hlinkClick>
              </a:rPr>
              <a:t>BLOG</a:t>
            </a:r>
            <a:r>
              <a:rPr b="1" lang="en" sz="1000">
                <a:solidFill>
                  <a:schemeClr val="lt1"/>
                </a:solidFill>
                <a:latin typeface="Gothic A1"/>
                <a:ea typeface="Gothic A1"/>
                <a:cs typeface="Gothic A1"/>
                <a:sym typeface="Gothic A1"/>
              </a:rPr>
              <a:t> | </a:t>
            </a:r>
            <a:r>
              <a:rPr b="1" lang="en" sz="1000" u="sng">
                <a:solidFill>
                  <a:schemeClr val="lt1"/>
                </a:solidFill>
                <a:latin typeface="Gothic A1"/>
                <a:ea typeface="Gothic A1"/>
                <a:cs typeface="Gothic A1"/>
                <a:sym typeface="Gothic A1"/>
                <a:hlinkClick r:id="rId5">
                  <a:extLst>
                    <a:ext uri="{A12FA001-AC4F-418D-AE19-62706E023703}">
                      <ahyp:hlinkClr val="tx"/>
                    </a:ext>
                  </a:extLst>
                </a:hlinkClick>
              </a:rPr>
              <a:t>FAQs</a:t>
            </a:r>
            <a:endParaRPr b="1" sz="1000" u="sng">
              <a:solidFill>
                <a:schemeClr val="lt1"/>
              </a:solidFill>
              <a:latin typeface="Gothic A1"/>
              <a:ea typeface="Gothic A1"/>
              <a:cs typeface="Gothic A1"/>
              <a:sym typeface="Gothic A1"/>
            </a:endParaRPr>
          </a:p>
        </p:txBody>
      </p:sp>
      <p:sp>
        <p:nvSpPr>
          <p:cNvPr id="691" name="Google Shape;691;p54"/>
          <p:cNvSpPr txBox="1"/>
          <p:nvPr/>
        </p:nvSpPr>
        <p:spPr>
          <a:xfrm>
            <a:off x="4637276" y="3905075"/>
            <a:ext cx="3343800" cy="461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000">
                <a:solidFill>
                  <a:schemeClr val="lt1"/>
                </a:solidFill>
                <a:latin typeface="Gothic A1"/>
                <a:ea typeface="Gothic A1"/>
                <a:cs typeface="Gothic A1"/>
                <a:sym typeface="Gothic A1"/>
              </a:rPr>
              <a:t>You can visit our sister </a:t>
            </a:r>
            <a:r>
              <a:rPr b="1" lang="en" sz="1000">
                <a:solidFill>
                  <a:schemeClr val="lt1"/>
                </a:solidFill>
                <a:latin typeface="Gothic A1"/>
                <a:ea typeface="Gothic A1"/>
                <a:cs typeface="Gothic A1"/>
                <a:sym typeface="Gothic A1"/>
              </a:rPr>
              <a:t>projects</a:t>
            </a:r>
            <a:r>
              <a:rPr b="1" lang="en" sz="1000">
                <a:solidFill>
                  <a:schemeClr val="lt1"/>
                </a:solidFill>
                <a:latin typeface="Gothic A1"/>
                <a:ea typeface="Gothic A1"/>
                <a:cs typeface="Gothic A1"/>
                <a:sym typeface="Gothic A1"/>
              </a:rPr>
              <a:t>:</a:t>
            </a:r>
            <a:br>
              <a:rPr b="1" lang="en" sz="1000">
                <a:solidFill>
                  <a:schemeClr val="lt1"/>
                </a:solidFill>
                <a:latin typeface="Gothic A1"/>
                <a:ea typeface="Gothic A1"/>
                <a:cs typeface="Gothic A1"/>
                <a:sym typeface="Gothic A1"/>
              </a:rPr>
            </a:br>
            <a:r>
              <a:rPr b="1" lang="en" sz="1000" u="sng">
                <a:solidFill>
                  <a:schemeClr val="lt1"/>
                </a:solidFill>
                <a:latin typeface="Gothic A1"/>
                <a:ea typeface="Gothic A1"/>
                <a:cs typeface="Gothic A1"/>
                <a:sym typeface="Gothic A1"/>
                <a:hlinkClick r:id="rId6">
                  <a:extLst>
                    <a:ext uri="{A12FA001-AC4F-418D-AE19-62706E023703}">
                      <ahyp:hlinkClr val="tx"/>
                    </a:ext>
                  </a:extLst>
                </a:hlinkClick>
              </a:rPr>
              <a:t>FREEPIK</a:t>
            </a:r>
            <a:r>
              <a:rPr b="1" lang="en" sz="1000">
                <a:solidFill>
                  <a:schemeClr val="lt1"/>
                </a:solidFill>
                <a:latin typeface="Gothic A1"/>
                <a:ea typeface="Gothic A1"/>
                <a:cs typeface="Gothic A1"/>
                <a:sym typeface="Gothic A1"/>
              </a:rPr>
              <a:t> | </a:t>
            </a:r>
            <a:r>
              <a:rPr b="1" lang="en" sz="1000" u="sng">
                <a:solidFill>
                  <a:schemeClr val="lt1"/>
                </a:solidFill>
                <a:latin typeface="Gothic A1"/>
                <a:ea typeface="Gothic A1"/>
                <a:cs typeface="Gothic A1"/>
                <a:sym typeface="Gothic A1"/>
                <a:hlinkClick r:id="rId7">
                  <a:extLst>
                    <a:ext uri="{A12FA001-AC4F-418D-AE19-62706E023703}">
                      <ahyp:hlinkClr val="tx"/>
                    </a:ext>
                  </a:extLst>
                </a:hlinkClick>
              </a:rPr>
              <a:t>FLATICON</a:t>
            </a:r>
            <a:r>
              <a:rPr b="1" lang="en" sz="1000">
                <a:solidFill>
                  <a:schemeClr val="lt1"/>
                </a:solidFill>
                <a:latin typeface="Gothic A1"/>
                <a:ea typeface="Gothic A1"/>
                <a:cs typeface="Gothic A1"/>
                <a:sym typeface="Gothic A1"/>
              </a:rPr>
              <a:t> | </a:t>
            </a:r>
            <a:r>
              <a:rPr b="1" lang="en" sz="1000" u="sng">
                <a:solidFill>
                  <a:schemeClr val="lt1"/>
                </a:solidFill>
                <a:latin typeface="Gothic A1"/>
                <a:ea typeface="Gothic A1"/>
                <a:cs typeface="Gothic A1"/>
                <a:sym typeface="Gothic A1"/>
                <a:hlinkClick r:id="rId8">
                  <a:extLst>
                    <a:ext uri="{A12FA001-AC4F-418D-AE19-62706E023703}">
                      <ahyp:hlinkClr val="tx"/>
                    </a:ext>
                  </a:extLst>
                </a:hlinkClick>
              </a:rPr>
              <a:t>STORYSET</a:t>
            </a:r>
            <a:r>
              <a:rPr b="1" lang="en" sz="1000">
                <a:solidFill>
                  <a:schemeClr val="lt1"/>
                </a:solidFill>
                <a:latin typeface="Gothic A1"/>
                <a:ea typeface="Gothic A1"/>
                <a:cs typeface="Gothic A1"/>
                <a:sym typeface="Gothic A1"/>
              </a:rPr>
              <a:t> | </a:t>
            </a:r>
            <a:r>
              <a:rPr b="1" lang="en" sz="1000" u="sng">
                <a:solidFill>
                  <a:schemeClr val="lt1"/>
                </a:solidFill>
                <a:latin typeface="Gothic A1"/>
                <a:ea typeface="Gothic A1"/>
                <a:cs typeface="Gothic A1"/>
                <a:sym typeface="Gothic A1"/>
                <a:hlinkClick r:id="rId9">
                  <a:extLst>
                    <a:ext uri="{A12FA001-AC4F-418D-AE19-62706E023703}">
                      <ahyp:hlinkClr val="tx"/>
                    </a:ext>
                  </a:extLst>
                </a:hlinkClick>
              </a:rPr>
              <a:t>WEPIK</a:t>
            </a:r>
            <a:r>
              <a:rPr b="1" lang="en" sz="1000">
                <a:solidFill>
                  <a:schemeClr val="lt1"/>
                </a:solidFill>
                <a:latin typeface="Gothic A1"/>
                <a:ea typeface="Gothic A1"/>
                <a:cs typeface="Gothic A1"/>
                <a:sym typeface="Gothic A1"/>
              </a:rPr>
              <a:t> | </a:t>
            </a:r>
            <a:r>
              <a:rPr b="1" lang="en" sz="1000" u="sng">
                <a:solidFill>
                  <a:schemeClr val="lt1"/>
                </a:solidFill>
                <a:latin typeface="Gothic A1"/>
                <a:ea typeface="Gothic A1"/>
                <a:cs typeface="Gothic A1"/>
                <a:sym typeface="Gothic A1"/>
                <a:hlinkClick r:id="rId10">
                  <a:extLst>
                    <a:ext uri="{A12FA001-AC4F-418D-AE19-62706E023703}">
                      <ahyp:hlinkClr val="tx"/>
                    </a:ext>
                  </a:extLst>
                </a:hlinkClick>
              </a:rPr>
              <a:t>VIDEVO</a:t>
            </a:r>
            <a:endParaRPr b="1" sz="1000">
              <a:solidFill>
                <a:schemeClr val="lt1"/>
              </a:solidFill>
              <a:latin typeface="Gothic A1"/>
              <a:ea typeface="Gothic A1"/>
              <a:cs typeface="Gothic A1"/>
              <a:sym typeface="Gothic A1"/>
            </a:endParaRPr>
          </a:p>
        </p:txBody>
      </p:sp>
      <p:graphicFrame>
        <p:nvGraphicFramePr>
          <p:cNvPr id="692" name="Google Shape;692;p54"/>
          <p:cNvGraphicFramePr/>
          <p:nvPr/>
        </p:nvGraphicFramePr>
        <p:xfrm>
          <a:off x="916388" y="1614825"/>
          <a:ext cx="3000000" cy="3000000"/>
        </p:xfrm>
        <a:graphic>
          <a:graphicData uri="http://schemas.openxmlformats.org/drawingml/2006/table">
            <a:tbl>
              <a:tblPr>
                <a:noFill/>
                <a:tableStyleId>{04D0B651-03DF-4497-BCE3-E2327ABBB25E}</a:tableStyleId>
              </a:tblPr>
              <a:tblGrid>
                <a:gridCol w="2236900"/>
                <a:gridCol w="5074325"/>
              </a:tblGrid>
              <a:tr h="361525">
                <a:tc>
                  <a:txBody>
                    <a:bodyPr/>
                    <a:lstStyle/>
                    <a:p>
                      <a:pPr indent="0" lvl="0" marL="0" rtl="0" algn="r">
                        <a:spcBef>
                          <a:spcPts val="0"/>
                        </a:spcBef>
                        <a:spcAft>
                          <a:spcPts val="0"/>
                        </a:spcAft>
                        <a:buNone/>
                      </a:pPr>
                      <a:r>
                        <a:rPr b="1" lang="en" sz="1000" u="sng">
                          <a:solidFill>
                            <a:schemeClr val="lt1"/>
                          </a:solidFill>
                          <a:latin typeface="Gothic A1"/>
                          <a:ea typeface="Gothic A1"/>
                          <a:cs typeface="Gothic A1"/>
                          <a:sym typeface="Gothic A1"/>
                          <a:hlinkClick action="ppaction://hlinksldjump" r:id="rId11">
                            <a:extLst>
                              <a:ext uri="{A12FA001-AC4F-418D-AE19-62706E023703}">
                                <ahyp:hlinkClr val="tx"/>
                              </a:ext>
                            </a:extLst>
                          </a:hlinkClick>
                        </a:rPr>
                        <a:t>Fonts</a:t>
                      </a:r>
                      <a:endParaRPr b="1" sz="1000" u="sng">
                        <a:solidFill>
                          <a:schemeClr val="lt1"/>
                        </a:solidFill>
                        <a:latin typeface="Gothic A1"/>
                        <a:ea typeface="Gothic A1"/>
                        <a:cs typeface="Gothic A1"/>
                        <a:sym typeface="Gothic A1"/>
                      </a:endParaRPr>
                    </a:p>
                  </a:txBody>
                  <a:tcPr marT="0" marB="0"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1600"/>
                        </a:spcAft>
                        <a:buNone/>
                      </a:pPr>
                      <a:r>
                        <a:rPr lang="en" sz="1000">
                          <a:solidFill>
                            <a:schemeClr val="lt1"/>
                          </a:solidFill>
                          <a:latin typeface="Gothic A1"/>
                          <a:ea typeface="Gothic A1"/>
                          <a:cs typeface="Gothic A1"/>
                          <a:sym typeface="Gothic A1"/>
                        </a:rPr>
                        <a:t>To view this template correctly in PowerPoint, download and install the fonts we used</a:t>
                      </a:r>
                      <a:endParaRPr sz="1000">
                        <a:solidFill>
                          <a:schemeClr val="lt1"/>
                        </a:solidFill>
                        <a:latin typeface="Gothic A1"/>
                        <a:ea typeface="Gothic A1"/>
                        <a:cs typeface="Gothic A1"/>
                        <a:sym typeface="Gothic A1"/>
                      </a:endParaRPr>
                    </a:p>
                  </a:txBody>
                  <a:tcPr marT="0" marB="0"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r>
              <a:tr h="361525">
                <a:tc>
                  <a:txBody>
                    <a:bodyPr/>
                    <a:lstStyle/>
                    <a:p>
                      <a:pPr indent="0" lvl="0" marL="0" rtl="0" algn="r">
                        <a:spcBef>
                          <a:spcPts val="0"/>
                        </a:spcBef>
                        <a:spcAft>
                          <a:spcPts val="0"/>
                        </a:spcAft>
                        <a:buNone/>
                      </a:pPr>
                      <a:r>
                        <a:rPr b="1" lang="en" sz="1000" u="sng">
                          <a:solidFill>
                            <a:schemeClr val="lt1"/>
                          </a:solidFill>
                          <a:latin typeface="Gothic A1"/>
                          <a:ea typeface="Gothic A1"/>
                          <a:cs typeface="Gothic A1"/>
                          <a:sym typeface="Gothic A1"/>
                          <a:hlinkClick action="ppaction://hlinksldjump" r:id="rId12">
                            <a:extLst>
                              <a:ext uri="{A12FA001-AC4F-418D-AE19-62706E023703}">
                                <ahyp:hlinkClr val="tx"/>
                              </a:ext>
                            </a:extLst>
                          </a:hlinkClick>
                        </a:rPr>
                        <a:t>Used</a:t>
                      </a:r>
                      <a:r>
                        <a:rPr b="1" lang="en" sz="1000">
                          <a:solidFill>
                            <a:schemeClr val="lt1"/>
                          </a:solidFill>
                          <a:latin typeface="Gothic A1"/>
                          <a:ea typeface="Gothic A1"/>
                          <a:cs typeface="Gothic A1"/>
                          <a:sym typeface="Gothic A1"/>
                        </a:rPr>
                        <a:t> </a:t>
                      </a:r>
                      <a:r>
                        <a:rPr lang="en" sz="1000">
                          <a:solidFill>
                            <a:schemeClr val="lt1"/>
                          </a:solidFill>
                          <a:latin typeface="Gothic A1"/>
                          <a:ea typeface="Gothic A1"/>
                          <a:cs typeface="Gothic A1"/>
                          <a:sym typeface="Gothic A1"/>
                        </a:rPr>
                        <a:t>and</a:t>
                      </a:r>
                      <a:r>
                        <a:rPr b="1" lang="en" sz="1000">
                          <a:solidFill>
                            <a:schemeClr val="lt1"/>
                          </a:solidFill>
                          <a:latin typeface="Gothic A1"/>
                          <a:ea typeface="Gothic A1"/>
                          <a:cs typeface="Gothic A1"/>
                          <a:sym typeface="Gothic A1"/>
                        </a:rPr>
                        <a:t> </a:t>
                      </a:r>
                      <a:r>
                        <a:rPr b="1" lang="en" sz="1000" u="sng">
                          <a:solidFill>
                            <a:schemeClr val="lt1"/>
                          </a:solidFill>
                          <a:latin typeface="Gothic A1"/>
                          <a:ea typeface="Gothic A1"/>
                          <a:cs typeface="Gothic A1"/>
                          <a:sym typeface="Gothic A1"/>
                          <a:hlinkClick action="ppaction://hlinksldjump" r:id="rId13">
                            <a:extLst>
                              <a:ext uri="{A12FA001-AC4F-418D-AE19-62706E023703}">
                                <ahyp:hlinkClr val="tx"/>
                              </a:ext>
                            </a:extLst>
                          </a:hlinkClick>
                        </a:rPr>
                        <a:t>alternative</a:t>
                      </a:r>
                      <a:r>
                        <a:rPr b="1" lang="en" sz="1000" u="sng">
                          <a:solidFill>
                            <a:schemeClr val="lt1"/>
                          </a:solidFill>
                          <a:latin typeface="Gothic A1"/>
                          <a:ea typeface="Gothic A1"/>
                          <a:cs typeface="Gothic A1"/>
                          <a:sym typeface="Gothic A1"/>
                          <a:hlinkClick action="ppaction://hlinksldjump" r:id="rId14">
                            <a:extLst>
                              <a:ext uri="{A12FA001-AC4F-418D-AE19-62706E023703}">
                                <ahyp:hlinkClr val="tx"/>
                              </a:ext>
                            </a:extLst>
                          </a:hlinkClick>
                        </a:rPr>
                        <a:t> resources</a:t>
                      </a:r>
                      <a:endParaRPr b="1" sz="1000" u="sng">
                        <a:solidFill>
                          <a:schemeClr val="lt1"/>
                        </a:solidFill>
                        <a:latin typeface="Gothic A1"/>
                        <a:ea typeface="Gothic A1"/>
                        <a:cs typeface="Gothic A1"/>
                        <a:sym typeface="Gothic A1"/>
                      </a:endParaRPr>
                    </a:p>
                  </a:txBody>
                  <a:tcPr marT="0" marB="0"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1600"/>
                        </a:spcAft>
                        <a:buNone/>
                      </a:pPr>
                      <a:r>
                        <a:rPr lang="en" sz="1000">
                          <a:solidFill>
                            <a:schemeClr val="lt1"/>
                          </a:solidFill>
                          <a:latin typeface="Gothic A1"/>
                          <a:ea typeface="Gothic A1"/>
                          <a:cs typeface="Gothic A1"/>
                          <a:sym typeface="Gothic A1"/>
                        </a:rPr>
                        <a:t>An assortment of graphic resources that are suitable for use in this presentation</a:t>
                      </a:r>
                      <a:endParaRPr sz="1000">
                        <a:solidFill>
                          <a:schemeClr val="lt1"/>
                        </a:solidFill>
                        <a:latin typeface="Gothic A1"/>
                        <a:ea typeface="Gothic A1"/>
                        <a:cs typeface="Gothic A1"/>
                        <a:sym typeface="Gothic A1"/>
                      </a:endParaRPr>
                    </a:p>
                  </a:txBody>
                  <a:tcPr marT="0" marB="0"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361525">
                <a:tc>
                  <a:txBody>
                    <a:bodyPr/>
                    <a:lstStyle/>
                    <a:p>
                      <a:pPr indent="0" lvl="0" marL="0" rtl="0" algn="r">
                        <a:spcBef>
                          <a:spcPts val="0"/>
                        </a:spcBef>
                        <a:spcAft>
                          <a:spcPts val="0"/>
                        </a:spcAft>
                        <a:buNone/>
                      </a:pPr>
                      <a:r>
                        <a:rPr b="1" lang="en" sz="1000" u="sng">
                          <a:solidFill>
                            <a:schemeClr val="lt1"/>
                          </a:solidFill>
                          <a:latin typeface="Gothic A1"/>
                          <a:ea typeface="Gothic A1"/>
                          <a:cs typeface="Gothic A1"/>
                          <a:sym typeface="Gothic A1"/>
                          <a:hlinkClick action="ppaction://hlinksldjump" r:id="rId15">
                            <a:extLst>
                              <a:ext uri="{A12FA001-AC4F-418D-AE19-62706E023703}">
                                <ahyp:hlinkClr val="tx"/>
                              </a:ext>
                            </a:extLst>
                          </a:hlinkClick>
                        </a:rPr>
                        <a:t>Thanks slide</a:t>
                      </a:r>
                      <a:endParaRPr b="1" sz="1000" u="sng">
                        <a:solidFill>
                          <a:schemeClr val="lt1"/>
                        </a:solidFill>
                        <a:latin typeface="Gothic A1"/>
                        <a:ea typeface="Gothic A1"/>
                        <a:cs typeface="Gothic A1"/>
                        <a:sym typeface="Gothic A1"/>
                      </a:endParaRPr>
                    </a:p>
                  </a:txBody>
                  <a:tcPr marT="0" marB="0"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1600"/>
                        </a:spcAft>
                        <a:buNone/>
                      </a:pPr>
                      <a:r>
                        <a:rPr lang="en" sz="1000">
                          <a:solidFill>
                            <a:schemeClr val="lt1"/>
                          </a:solidFill>
                          <a:latin typeface="Gothic A1"/>
                          <a:ea typeface="Gothic A1"/>
                          <a:cs typeface="Gothic A1"/>
                          <a:sym typeface="Gothic A1"/>
                        </a:rPr>
                        <a:t>You must keep it so that proper credits for our design are given</a:t>
                      </a:r>
                      <a:endParaRPr sz="1000">
                        <a:solidFill>
                          <a:schemeClr val="lt1"/>
                        </a:solidFill>
                        <a:latin typeface="Gothic A1"/>
                        <a:ea typeface="Gothic A1"/>
                        <a:cs typeface="Gothic A1"/>
                        <a:sym typeface="Gothic A1"/>
                      </a:endParaRPr>
                    </a:p>
                  </a:txBody>
                  <a:tcPr marT="0" marB="0"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361525">
                <a:tc>
                  <a:txBody>
                    <a:bodyPr/>
                    <a:lstStyle/>
                    <a:p>
                      <a:pPr indent="0" lvl="0" marL="0" rtl="0" algn="r">
                        <a:spcBef>
                          <a:spcPts val="0"/>
                        </a:spcBef>
                        <a:spcAft>
                          <a:spcPts val="0"/>
                        </a:spcAft>
                        <a:buNone/>
                      </a:pPr>
                      <a:r>
                        <a:rPr b="1" lang="en" sz="1000" u="sng">
                          <a:solidFill>
                            <a:schemeClr val="lt1"/>
                          </a:solidFill>
                          <a:latin typeface="Gothic A1"/>
                          <a:ea typeface="Gothic A1"/>
                          <a:cs typeface="Gothic A1"/>
                          <a:sym typeface="Gothic A1"/>
                          <a:hlinkClick action="ppaction://hlinksldjump" r:id="rId16">
                            <a:extLst>
                              <a:ext uri="{A12FA001-AC4F-418D-AE19-62706E023703}">
                                <ahyp:hlinkClr val="tx"/>
                              </a:ext>
                            </a:extLst>
                          </a:hlinkClick>
                        </a:rPr>
                        <a:t>Colors</a:t>
                      </a:r>
                      <a:endParaRPr b="1" sz="1000" u="sng">
                        <a:solidFill>
                          <a:schemeClr val="lt1"/>
                        </a:solidFill>
                        <a:latin typeface="Gothic A1"/>
                        <a:ea typeface="Gothic A1"/>
                        <a:cs typeface="Gothic A1"/>
                        <a:sym typeface="Gothic A1"/>
                      </a:endParaRPr>
                    </a:p>
                  </a:txBody>
                  <a:tcPr marT="0" marB="0"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1600"/>
                        </a:spcAft>
                        <a:buNone/>
                      </a:pPr>
                      <a:r>
                        <a:rPr lang="en" sz="1000">
                          <a:solidFill>
                            <a:schemeClr val="lt1"/>
                          </a:solidFill>
                          <a:latin typeface="Gothic A1"/>
                          <a:ea typeface="Gothic A1"/>
                          <a:cs typeface="Gothic A1"/>
                          <a:sym typeface="Gothic A1"/>
                        </a:rPr>
                        <a:t>All the colors used in this presentation</a:t>
                      </a:r>
                      <a:endParaRPr sz="1000">
                        <a:solidFill>
                          <a:schemeClr val="lt1"/>
                        </a:solidFill>
                        <a:latin typeface="Gothic A1"/>
                        <a:ea typeface="Gothic A1"/>
                        <a:cs typeface="Gothic A1"/>
                        <a:sym typeface="Gothic A1"/>
                      </a:endParaRPr>
                    </a:p>
                  </a:txBody>
                  <a:tcPr marT="0" marB="0"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361525">
                <a:tc>
                  <a:txBody>
                    <a:bodyPr/>
                    <a:lstStyle/>
                    <a:p>
                      <a:pPr indent="0" lvl="0" marL="0" rtl="0" algn="r">
                        <a:spcBef>
                          <a:spcPts val="0"/>
                        </a:spcBef>
                        <a:spcAft>
                          <a:spcPts val="0"/>
                        </a:spcAft>
                        <a:buNone/>
                      </a:pPr>
                      <a:r>
                        <a:rPr b="1" lang="en" sz="1000" u="sng">
                          <a:solidFill>
                            <a:schemeClr val="lt1"/>
                          </a:solidFill>
                          <a:latin typeface="Gothic A1"/>
                          <a:ea typeface="Gothic A1"/>
                          <a:cs typeface="Gothic A1"/>
                          <a:sym typeface="Gothic A1"/>
                          <a:hlinkClick action="ppaction://hlinksldjump" r:id="rId17">
                            <a:extLst>
                              <a:ext uri="{A12FA001-AC4F-418D-AE19-62706E023703}">
                                <ahyp:hlinkClr val="tx"/>
                              </a:ext>
                            </a:extLst>
                          </a:hlinkClick>
                        </a:rPr>
                        <a:t>Icons</a:t>
                      </a:r>
                      <a:r>
                        <a:rPr b="1" lang="en" sz="1000">
                          <a:solidFill>
                            <a:schemeClr val="lt1"/>
                          </a:solidFill>
                          <a:latin typeface="Gothic A1"/>
                          <a:ea typeface="Gothic A1"/>
                          <a:cs typeface="Gothic A1"/>
                          <a:sym typeface="Gothic A1"/>
                        </a:rPr>
                        <a:t> </a:t>
                      </a:r>
                      <a:r>
                        <a:rPr lang="en" sz="1000">
                          <a:solidFill>
                            <a:schemeClr val="lt1"/>
                          </a:solidFill>
                          <a:latin typeface="Gothic A1"/>
                          <a:ea typeface="Gothic A1"/>
                          <a:cs typeface="Gothic A1"/>
                          <a:sym typeface="Gothic A1"/>
                        </a:rPr>
                        <a:t>and</a:t>
                      </a:r>
                      <a:r>
                        <a:rPr b="1" lang="en" sz="1000">
                          <a:solidFill>
                            <a:schemeClr val="lt1"/>
                          </a:solidFill>
                          <a:latin typeface="Gothic A1"/>
                          <a:ea typeface="Gothic A1"/>
                          <a:cs typeface="Gothic A1"/>
                          <a:sym typeface="Gothic A1"/>
                        </a:rPr>
                        <a:t> </a:t>
                      </a:r>
                      <a:r>
                        <a:rPr b="1" lang="en" sz="1000" u="sng">
                          <a:solidFill>
                            <a:schemeClr val="lt1"/>
                          </a:solidFill>
                          <a:latin typeface="Gothic A1"/>
                          <a:ea typeface="Gothic A1"/>
                          <a:cs typeface="Gothic A1"/>
                          <a:sym typeface="Gothic A1"/>
                          <a:hlinkClick action="ppaction://hlinksldjump" r:id="rId18">
                            <a:extLst>
                              <a:ext uri="{A12FA001-AC4F-418D-AE19-62706E023703}">
                                <ahyp:hlinkClr val="tx"/>
                              </a:ext>
                            </a:extLst>
                          </a:hlinkClick>
                        </a:rPr>
                        <a:t>infographic resources</a:t>
                      </a:r>
                      <a:endParaRPr b="1" sz="1000" u="sng">
                        <a:solidFill>
                          <a:schemeClr val="lt1"/>
                        </a:solidFill>
                        <a:latin typeface="Gothic A1"/>
                        <a:ea typeface="Gothic A1"/>
                        <a:cs typeface="Gothic A1"/>
                        <a:sym typeface="Gothic A1"/>
                      </a:endParaRPr>
                    </a:p>
                  </a:txBody>
                  <a:tcPr marT="0" marB="0"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000">
                          <a:solidFill>
                            <a:schemeClr val="lt1"/>
                          </a:solidFill>
                          <a:latin typeface="Gothic A1"/>
                          <a:ea typeface="Gothic A1"/>
                          <a:cs typeface="Gothic A1"/>
                          <a:sym typeface="Gothic A1"/>
                        </a:rPr>
                        <a:t>These can be used in the template, and their size and color can be edited</a:t>
                      </a:r>
                      <a:endParaRPr sz="1000">
                        <a:solidFill>
                          <a:schemeClr val="lt1"/>
                        </a:solidFill>
                        <a:latin typeface="Gothic A1"/>
                        <a:ea typeface="Gothic A1"/>
                        <a:cs typeface="Gothic A1"/>
                        <a:sym typeface="Gothic A1"/>
                      </a:endParaRPr>
                    </a:p>
                  </a:txBody>
                  <a:tcPr marT="0" marB="0"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361525">
                <a:tc>
                  <a:txBody>
                    <a:bodyPr/>
                    <a:lstStyle/>
                    <a:p>
                      <a:pPr indent="0" lvl="0" marL="0" rtl="0" algn="r">
                        <a:spcBef>
                          <a:spcPts val="0"/>
                        </a:spcBef>
                        <a:spcAft>
                          <a:spcPts val="0"/>
                        </a:spcAft>
                        <a:buNone/>
                      </a:pPr>
                      <a:r>
                        <a:rPr lang="en" sz="1000">
                          <a:solidFill>
                            <a:schemeClr val="lt1"/>
                          </a:solidFill>
                          <a:latin typeface="Gothic A1"/>
                          <a:ea typeface="Gothic A1"/>
                          <a:cs typeface="Gothic A1"/>
                          <a:sym typeface="Gothic A1"/>
                        </a:rPr>
                        <a:t>Editable presentation theme </a:t>
                      </a:r>
                      <a:endParaRPr sz="1000">
                        <a:solidFill>
                          <a:schemeClr val="lt1"/>
                        </a:solidFill>
                        <a:latin typeface="Gothic A1"/>
                        <a:ea typeface="Gothic A1"/>
                        <a:cs typeface="Gothic A1"/>
                        <a:sym typeface="Gothic A1"/>
                      </a:endParaRPr>
                    </a:p>
                  </a:txBody>
                  <a:tcPr marT="0" marB="0"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l">
                        <a:spcBef>
                          <a:spcPts val="0"/>
                        </a:spcBef>
                        <a:spcAft>
                          <a:spcPts val="1600"/>
                        </a:spcAft>
                        <a:buNone/>
                      </a:pPr>
                      <a:r>
                        <a:rPr lang="en" sz="1000">
                          <a:solidFill>
                            <a:schemeClr val="lt1"/>
                          </a:solidFill>
                          <a:latin typeface="Gothic A1"/>
                          <a:ea typeface="Gothic A1"/>
                          <a:cs typeface="Gothic A1"/>
                          <a:sym typeface="Gothic A1"/>
                        </a:rPr>
                        <a:t>You can edit the master slides easily. For more info, click </a:t>
                      </a:r>
                      <a:r>
                        <a:rPr b="1" lang="en" sz="1000" u="sng">
                          <a:solidFill>
                            <a:schemeClr val="lt1"/>
                          </a:solidFill>
                          <a:latin typeface="Gothic A1"/>
                          <a:ea typeface="Gothic A1"/>
                          <a:cs typeface="Gothic A1"/>
                          <a:sym typeface="Gothic A1"/>
                          <a:hlinkClick r:id="rId19">
                            <a:extLst>
                              <a:ext uri="{A12FA001-AC4F-418D-AE19-62706E023703}">
                                <ahyp:hlinkClr val="tx"/>
                              </a:ext>
                            </a:extLst>
                          </a:hlinkClick>
                        </a:rPr>
                        <a:t>here</a:t>
                      </a:r>
                      <a:endParaRPr sz="1000">
                        <a:solidFill>
                          <a:schemeClr val="lt1"/>
                        </a:solidFill>
                        <a:latin typeface="Gothic A1"/>
                        <a:ea typeface="Gothic A1"/>
                        <a:cs typeface="Gothic A1"/>
                        <a:sym typeface="Gothic A1"/>
                      </a:endParaRPr>
                    </a:p>
                  </a:txBody>
                  <a:tcPr marT="0" marB="0"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55"/>
          <p:cNvSpPr txBox="1"/>
          <p:nvPr>
            <p:ph idx="4" type="title"/>
          </p:nvPr>
        </p:nvSpPr>
        <p:spPr>
          <a:xfrm>
            <a:off x="1168444" y="1634050"/>
            <a:ext cx="759000" cy="759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1</a:t>
            </a:r>
            <a:endParaRPr/>
          </a:p>
        </p:txBody>
      </p:sp>
      <p:sp>
        <p:nvSpPr>
          <p:cNvPr id="698" name="Google Shape;698;p55"/>
          <p:cNvSpPr txBox="1"/>
          <p:nvPr>
            <p:ph idx="14" type="title"/>
          </p:nvPr>
        </p:nvSpPr>
        <p:spPr>
          <a:xfrm>
            <a:off x="1168444" y="3091550"/>
            <a:ext cx="759000" cy="759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3</a:t>
            </a:r>
            <a:endParaRPr/>
          </a:p>
        </p:txBody>
      </p:sp>
      <p:sp>
        <p:nvSpPr>
          <p:cNvPr id="699" name="Google Shape;699;p55"/>
          <p:cNvSpPr txBox="1"/>
          <p:nvPr>
            <p:ph idx="5" type="title"/>
          </p:nvPr>
        </p:nvSpPr>
        <p:spPr>
          <a:xfrm flipH="1">
            <a:off x="4714319" y="1634050"/>
            <a:ext cx="759000" cy="759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a:t>
            </a:r>
            <a:endParaRPr/>
          </a:p>
        </p:txBody>
      </p:sp>
      <p:sp>
        <p:nvSpPr>
          <p:cNvPr id="700" name="Google Shape;700;p55"/>
          <p:cNvSpPr txBox="1"/>
          <p:nvPr>
            <p:ph idx="15" type="title"/>
          </p:nvPr>
        </p:nvSpPr>
        <p:spPr>
          <a:xfrm flipH="1">
            <a:off x="4714319" y="3091550"/>
            <a:ext cx="759000" cy="759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4</a:t>
            </a:r>
            <a:endParaRPr/>
          </a:p>
        </p:txBody>
      </p:sp>
      <p:sp>
        <p:nvSpPr>
          <p:cNvPr id="701" name="Google Shape;701;p55"/>
          <p:cNvSpPr txBox="1"/>
          <p:nvPr>
            <p:ph idx="6"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TABLE OF CONTENTS</a:t>
            </a:r>
            <a:endParaRPr/>
          </a:p>
        </p:txBody>
      </p:sp>
      <p:sp>
        <p:nvSpPr>
          <p:cNvPr id="702" name="Google Shape;702;p55"/>
          <p:cNvSpPr txBox="1"/>
          <p:nvPr>
            <p:ph idx="3" type="subTitle"/>
          </p:nvPr>
        </p:nvSpPr>
        <p:spPr>
          <a:xfrm flipH="1">
            <a:off x="5634656" y="1846591"/>
            <a:ext cx="23406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
        <p:nvSpPr>
          <p:cNvPr id="703" name="Google Shape;703;p55"/>
          <p:cNvSpPr txBox="1"/>
          <p:nvPr>
            <p:ph type="title"/>
          </p:nvPr>
        </p:nvSpPr>
        <p:spPr>
          <a:xfrm>
            <a:off x="2082203" y="1631800"/>
            <a:ext cx="23406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SECTION</a:t>
            </a:r>
            <a:endParaRPr/>
          </a:p>
        </p:txBody>
      </p:sp>
      <p:sp>
        <p:nvSpPr>
          <p:cNvPr id="704" name="Google Shape;704;p55"/>
          <p:cNvSpPr txBox="1"/>
          <p:nvPr>
            <p:ph idx="1" type="subTitle"/>
          </p:nvPr>
        </p:nvSpPr>
        <p:spPr>
          <a:xfrm>
            <a:off x="2082203" y="1846600"/>
            <a:ext cx="23406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
        <p:nvSpPr>
          <p:cNvPr id="705" name="Google Shape;705;p55"/>
          <p:cNvSpPr txBox="1"/>
          <p:nvPr>
            <p:ph idx="2" type="title"/>
          </p:nvPr>
        </p:nvSpPr>
        <p:spPr>
          <a:xfrm flipH="1">
            <a:off x="5634656" y="1631791"/>
            <a:ext cx="23409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SECTION</a:t>
            </a:r>
            <a:endParaRPr/>
          </a:p>
        </p:txBody>
      </p:sp>
      <p:sp>
        <p:nvSpPr>
          <p:cNvPr id="706" name="Google Shape;706;p55"/>
          <p:cNvSpPr txBox="1"/>
          <p:nvPr>
            <p:ph idx="7" type="title"/>
          </p:nvPr>
        </p:nvSpPr>
        <p:spPr>
          <a:xfrm>
            <a:off x="2082203" y="3088683"/>
            <a:ext cx="23406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SECTION</a:t>
            </a:r>
            <a:endParaRPr/>
          </a:p>
        </p:txBody>
      </p:sp>
      <p:sp>
        <p:nvSpPr>
          <p:cNvPr id="707" name="Google Shape;707;p55"/>
          <p:cNvSpPr txBox="1"/>
          <p:nvPr>
            <p:ph idx="8" type="subTitle"/>
          </p:nvPr>
        </p:nvSpPr>
        <p:spPr>
          <a:xfrm>
            <a:off x="2082203" y="3304717"/>
            <a:ext cx="23409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
        <p:nvSpPr>
          <p:cNvPr id="708" name="Google Shape;708;p55"/>
          <p:cNvSpPr txBox="1"/>
          <p:nvPr>
            <p:ph idx="9" type="title"/>
          </p:nvPr>
        </p:nvSpPr>
        <p:spPr>
          <a:xfrm flipH="1">
            <a:off x="5634656" y="3088684"/>
            <a:ext cx="23409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SECTION</a:t>
            </a:r>
            <a:endParaRPr/>
          </a:p>
        </p:txBody>
      </p:sp>
      <p:sp>
        <p:nvSpPr>
          <p:cNvPr id="709" name="Google Shape;709;p55"/>
          <p:cNvSpPr txBox="1"/>
          <p:nvPr>
            <p:ph idx="13" type="subTitle"/>
          </p:nvPr>
        </p:nvSpPr>
        <p:spPr>
          <a:xfrm flipH="1">
            <a:off x="5634656" y="3304719"/>
            <a:ext cx="23406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3" name="Shape 713"/>
        <p:cNvGrpSpPr/>
        <p:nvPr/>
      </p:nvGrpSpPr>
      <p:grpSpPr>
        <a:xfrm>
          <a:off x="0" y="0"/>
          <a:ext cx="0" cy="0"/>
          <a:chOff x="0" y="0"/>
          <a:chExt cx="0" cy="0"/>
        </a:xfrm>
      </p:grpSpPr>
      <p:sp>
        <p:nvSpPr>
          <p:cNvPr id="714" name="Google Shape;714;p56"/>
          <p:cNvSpPr txBox="1"/>
          <p:nvPr>
            <p:ph type="title"/>
          </p:nvPr>
        </p:nvSpPr>
        <p:spPr>
          <a:xfrm>
            <a:off x="1184850" y="1729949"/>
            <a:ext cx="3511200" cy="822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WHOA!</a:t>
            </a:r>
            <a:endParaRPr/>
          </a:p>
        </p:txBody>
      </p:sp>
      <p:sp>
        <p:nvSpPr>
          <p:cNvPr id="715" name="Google Shape;715;p56"/>
          <p:cNvSpPr txBox="1"/>
          <p:nvPr>
            <p:ph idx="1" type="subTitle"/>
          </p:nvPr>
        </p:nvSpPr>
        <p:spPr>
          <a:xfrm>
            <a:off x="1183650" y="2834551"/>
            <a:ext cx="3513600" cy="731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This can b the part of the presentation where you introduce yourself, write your email…</a:t>
            </a:r>
            <a:endParaRPr/>
          </a:p>
        </p:txBody>
      </p:sp>
      <p:sp>
        <p:nvSpPr>
          <p:cNvPr id="716" name="Google Shape;716;p56"/>
          <p:cNvSpPr/>
          <p:nvPr/>
        </p:nvSpPr>
        <p:spPr>
          <a:xfrm>
            <a:off x="7693825" y="3442200"/>
            <a:ext cx="35600" cy="87750"/>
          </a:xfrm>
          <a:custGeom>
            <a:rect b="b" l="l" r="r" t="t"/>
            <a:pathLst>
              <a:path extrusionOk="0" h="3510" w="1424">
                <a:moveTo>
                  <a:pt x="0" y="0"/>
                </a:moveTo>
                <a:lnTo>
                  <a:pt x="0" y="0"/>
                </a:lnTo>
                <a:lnTo>
                  <a:pt x="0" y="0"/>
                </a:lnTo>
                <a:lnTo>
                  <a:pt x="0" y="0"/>
                </a:lnTo>
                <a:lnTo>
                  <a:pt x="141" y="281"/>
                </a:lnTo>
                <a:lnTo>
                  <a:pt x="321" y="622"/>
                </a:lnTo>
                <a:lnTo>
                  <a:pt x="522" y="1043"/>
                </a:lnTo>
                <a:lnTo>
                  <a:pt x="742" y="1564"/>
                </a:lnTo>
                <a:lnTo>
                  <a:pt x="983" y="2166"/>
                </a:lnTo>
                <a:lnTo>
                  <a:pt x="1203" y="2808"/>
                </a:lnTo>
                <a:lnTo>
                  <a:pt x="1424" y="3510"/>
                </a:lnTo>
                <a:lnTo>
                  <a:pt x="1424" y="3510"/>
                </a:lnTo>
                <a:lnTo>
                  <a:pt x="1203" y="2808"/>
                </a:lnTo>
                <a:lnTo>
                  <a:pt x="983" y="2166"/>
                </a:lnTo>
                <a:lnTo>
                  <a:pt x="742" y="1564"/>
                </a:lnTo>
                <a:lnTo>
                  <a:pt x="522" y="1043"/>
                </a:lnTo>
                <a:lnTo>
                  <a:pt x="321" y="622"/>
                </a:lnTo>
                <a:lnTo>
                  <a:pt x="141" y="281"/>
                </a:lnTo>
                <a:lnTo>
                  <a:pt x="0" y="0"/>
                </a:lnTo>
                <a:lnTo>
                  <a:pt x="0" y="0"/>
                </a:lnTo>
                <a:close/>
              </a:path>
            </a:pathLst>
          </a:custGeom>
          <a:solidFill>
            <a:srgbClr val="FF975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17" name="Google Shape;717;p56"/>
          <p:cNvCxnSpPr/>
          <p:nvPr/>
        </p:nvCxnSpPr>
        <p:spPr>
          <a:xfrm>
            <a:off x="1482600" y="2675099"/>
            <a:ext cx="2915700" cy="0"/>
          </a:xfrm>
          <a:prstGeom prst="straightConnector1">
            <a:avLst/>
          </a:prstGeom>
          <a:noFill/>
          <a:ln cap="flat" cmpd="sng" w="19050">
            <a:solidFill>
              <a:schemeClr val="dk1"/>
            </a:solidFill>
            <a:prstDash val="solid"/>
            <a:round/>
            <a:headEnd len="med" w="med" type="none"/>
            <a:tailEnd len="med" w="med" type="none"/>
          </a:ln>
        </p:spPr>
      </p:cxnSp>
      <p:pic>
        <p:nvPicPr>
          <p:cNvPr id="718" name="Google Shape;718;p56"/>
          <p:cNvPicPr preferRelativeResize="0"/>
          <p:nvPr>
            <p:ph idx="2" type="pic"/>
          </p:nvPr>
        </p:nvPicPr>
        <p:blipFill rotWithShape="1">
          <a:blip r:embed="rId3">
            <a:alphaModFix/>
          </a:blip>
          <a:srcRect b="0" l="16411" r="16411" t="0"/>
          <a:stretch/>
        </p:blipFill>
        <p:spPr>
          <a:xfrm>
            <a:off x="6110574" y="950250"/>
            <a:ext cx="1757100" cy="2615700"/>
          </a:xfrm>
          <a:prstGeom prst="round2SameRect">
            <a:avLst>
              <a:gd fmla="val 16667" name="adj1"/>
              <a:gd fmla="val 0" name="adj2"/>
            </a:avLst>
          </a:prstGeom>
        </p:spPr>
      </p:pic>
      <p:pic>
        <p:nvPicPr>
          <p:cNvPr id="719" name="Google Shape;719;p56"/>
          <p:cNvPicPr preferRelativeResize="0"/>
          <p:nvPr/>
        </p:nvPicPr>
        <p:blipFill>
          <a:blip r:embed="rId4">
            <a:alphaModFix/>
          </a:blip>
          <a:stretch>
            <a:fillRect/>
          </a:stretch>
        </p:blipFill>
        <p:spPr>
          <a:xfrm>
            <a:off x="8225481" y="3518406"/>
            <a:ext cx="842325" cy="14194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3" name="Shape 723"/>
        <p:cNvGrpSpPr/>
        <p:nvPr/>
      </p:nvGrpSpPr>
      <p:grpSpPr>
        <a:xfrm>
          <a:off x="0" y="0"/>
          <a:ext cx="0" cy="0"/>
          <a:chOff x="0" y="0"/>
          <a:chExt cx="0" cy="0"/>
        </a:xfrm>
      </p:grpSpPr>
      <p:sp>
        <p:nvSpPr>
          <p:cNvPr id="724" name="Google Shape;724;p57"/>
          <p:cNvSpPr txBox="1"/>
          <p:nvPr>
            <p:ph type="title"/>
          </p:nvPr>
        </p:nvSpPr>
        <p:spPr>
          <a:xfrm>
            <a:off x="4072475" y="2491756"/>
            <a:ext cx="4341300" cy="731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SECTION</a:t>
            </a:r>
            <a:endParaRPr/>
          </a:p>
        </p:txBody>
      </p:sp>
      <p:sp>
        <p:nvSpPr>
          <p:cNvPr id="725" name="Google Shape;725;p57"/>
          <p:cNvSpPr txBox="1"/>
          <p:nvPr>
            <p:ph idx="2" type="title"/>
          </p:nvPr>
        </p:nvSpPr>
        <p:spPr>
          <a:xfrm>
            <a:off x="5694425" y="1252799"/>
            <a:ext cx="1097400" cy="109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1</a:t>
            </a:r>
            <a:endParaRPr/>
          </a:p>
        </p:txBody>
      </p:sp>
      <p:sp>
        <p:nvSpPr>
          <p:cNvPr id="726" name="Google Shape;726;p57"/>
          <p:cNvSpPr txBox="1"/>
          <p:nvPr>
            <p:ph idx="1" type="subTitle"/>
          </p:nvPr>
        </p:nvSpPr>
        <p:spPr>
          <a:xfrm>
            <a:off x="4074125" y="3525001"/>
            <a:ext cx="43380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enter a subtitle here if you need it</a:t>
            </a:r>
            <a:endParaRPr/>
          </a:p>
        </p:txBody>
      </p:sp>
      <p:cxnSp>
        <p:nvCxnSpPr>
          <p:cNvPr id="727" name="Google Shape;727;p57"/>
          <p:cNvCxnSpPr/>
          <p:nvPr/>
        </p:nvCxnSpPr>
        <p:spPr>
          <a:xfrm>
            <a:off x="4072475" y="3425673"/>
            <a:ext cx="4341300" cy="0"/>
          </a:xfrm>
          <a:prstGeom prst="straightConnector1">
            <a:avLst/>
          </a:prstGeom>
          <a:noFill/>
          <a:ln cap="flat" cmpd="sng" w="19050">
            <a:solidFill>
              <a:schemeClr val="dk1"/>
            </a:solidFill>
            <a:prstDash val="solid"/>
            <a:round/>
            <a:headEnd len="med" w="med" type="none"/>
            <a:tailEnd len="med" w="med" type="none"/>
          </a:ln>
        </p:spPr>
      </p:cxnSp>
      <p:pic>
        <p:nvPicPr>
          <p:cNvPr id="728" name="Google Shape;728;p57"/>
          <p:cNvPicPr preferRelativeResize="0"/>
          <p:nvPr>
            <p:ph idx="3" type="pic"/>
          </p:nvPr>
        </p:nvPicPr>
        <p:blipFill rotWithShape="1">
          <a:blip r:embed="rId3">
            <a:alphaModFix/>
          </a:blip>
          <a:srcRect b="0" l="43749" r="18954" t="16715"/>
          <a:stretch/>
        </p:blipFill>
        <p:spPr>
          <a:xfrm>
            <a:off x="717014" y="859900"/>
            <a:ext cx="2877600" cy="4283700"/>
          </a:xfrm>
          <a:prstGeom prst="round2SameRect">
            <a:avLst>
              <a:gd fmla="val 16667" name="adj1"/>
              <a:gd fmla="val 0" name="adj2"/>
            </a:avLst>
          </a:prstGeom>
        </p:spPr>
      </p:pic>
      <p:pic>
        <p:nvPicPr>
          <p:cNvPr id="729" name="Google Shape;729;p57"/>
          <p:cNvPicPr preferRelativeResize="0"/>
          <p:nvPr/>
        </p:nvPicPr>
        <p:blipFill>
          <a:blip r:embed="rId4">
            <a:alphaModFix/>
          </a:blip>
          <a:stretch>
            <a:fillRect/>
          </a:stretch>
        </p:blipFill>
        <p:spPr>
          <a:xfrm flipH="1" rot="5182648">
            <a:off x="267036" y="3960248"/>
            <a:ext cx="1044775" cy="1151776"/>
          </a:xfrm>
          <a:prstGeom prst="rect">
            <a:avLst/>
          </a:prstGeom>
          <a:noFill/>
          <a:ln>
            <a:noFill/>
          </a:ln>
        </p:spPr>
      </p:pic>
      <p:pic>
        <p:nvPicPr>
          <p:cNvPr id="730" name="Google Shape;730;p57"/>
          <p:cNvPicPr preferRelativeResize="0"/>
          <p:nvPr/>
        </p:nvPicPr>
        <p:blipFill>
          <a:blip r:embed="rId5">
            <a:alphaModFix/>
          </a:blip>
          <a:stretch>
            <a:fillRect/>
          </a:stretch>
        </p:blipFill>
        <p:spPr>
          <a:xfrm rot="7965888">
            <a:off x="1713672" y="544353"/>
            <a:ext cx="453855" cy="764816"/>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4" name="Shape 734"/>
        <p:cNvGrpSpPr/>
        <p:nvPr/>
      </p:nvGrpSpPr>
      <p:grpSpPr>
        <a:xfrm>
          <a:off x="0" y="0"/>
          <a:ext cx="0" cy="0"/>
          <a:chOff x="0" y="0"/>
          <a:chExt cx="0" cy="0"/>
        </a:xfrm>
      </p:grpSpPr>
      <p:sp>
        <p:nvSpPr>
          <p:cNvPr id="735" name="Google Shape;735;p58"/>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DO YOU NEED LONGER TEXT?</a:t>
            </a:r>
            <a:endParaRPr/>
          </a:p>
        </p:txBody>
      </p:sp>
      <p:sp>
        <p:nvSpPr>
          <p:cNvPr id="736" name="Google Shape;736;p58"/>
          <p:cNvSpPr txBox="1"/>
          <p:nvPr>
            <p:ph idx="1" type="subTitle"/>
          </p:nvPr>
        </p:nvSpPr>
        <p:spPr>
          <a:xfrm>
            <a:off x="4634013" y="1592250"/>
            <a:ext cx="3190800" cy="2043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Speaking of craters, many of them were named after artists or authors who made significant contributions to their respective fields. Mercury takes a little more than 58 days to complete its rotation, so try to imagine how long days must be there! Since the temperatures are so extreme, albeit not as extreme as on Venus, and the solar radiation is so high, Mercury has been deemed to be non-habitable for humans</a:t>
            </a:r>
            <a:endParaRPr/>
          </a:p>
        </p:txBody>
      </p:sp>
      <p:sp>
        <p:nvSpPr>
          <p:cNvPr id="737" name="Google Shape;737;p58"/>
          <p:cNvSpPr txBox="1"/>
          <p:nvPr>
            <p:ph idx="2" type="subTitle"/>
          </p:nvPr>
        </p:nvSpPr>
        <p:spPr>
          <a:xfrm>
            <a:off x="1319187" y="1592250"/>
            <a:ext cx="3191400" cy="2043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Mercury is the closest planet to the Sun and the smallest one in the entire Solar System. This planet’s name has nothing to do with the liquid metal, since Mercury was named after the Roman messenger god. Despite being closer to the Sun than Venus, its temperatures aren’t as terribly hot as that planet’s. Its surface is quite similar to that of Earth’s Moon, which means there are a lot of craters and plains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1" name="Shape 741"/>
        <p:cNvGrpSpPr/>
        <p:nvPr/>
      </p:nvGrpSpPr>
      <p:grpSpPr>
        <a:xfrm>
          <a:off x="0" y="0"/>
          <a:ext cx="0" cy="0"/>
          <a:chOff x="0" y="0"/>
          <a:chExt cx="0" cy="0"/>
        </a:xfrm>
      </p:grpSpPr>
      <p:sp>
        <p:nvSpPr>
          <p:cNvPr id="742" name="Google Shape;742;p59"/>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SLIDE TITLE GOES HERE!</a:t>
            </a:r>
            <a:endParaRPr/>
          </a:p>
        </p:txBody>
      </p:sp>
      <p:sp>
        <p:nvSpPr>
          <p:cNvPr id="743" name="Google Shape;743;p59"/>
          <p:cNvSpPr txBox="1"/>
          <p:nvPr>
            <p:ph idx="1" type="body"/>
          </p:nvPr>
        </p:nvSpPr>
        <p:spPr>
          <a:xfrm>
            <a:off x="714000" y="1786200"/>
            <a:ext cx="4668000" cy="1850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Do you know what helps you make your point crystal clear? Lists like this one:</a:t>
            </a:r>
            <a:endParaRPr/>
          </a:p>
          <a:p>
            <a:pPr indent="-213360" lvl="0" marL="274320" rtl="0" algn="l">
              <a:spcBef>
                <a:spcPts val="1000"/>
              </a:spcBef>
              <a:spcAft>
                <a:spcPts val="0"/>
              </a:spcAft>
              <a:buSzPts val="1200"/>
              <a:buChar char="●"/>
            </a:pPr>
            <a:r>
              <a:rPr lang="en"/>
              <a:t>They’re simple </a:t>
            </a:r>
            <a:endParaRPr/>
          </a:p>
          <a:p>
            <a:pPr indent="-213360" lvl="0" marL="274320" rtl="0" algn="l">
              <a:spcBef>
                <a:spcPts val="0"/>
              </a:spcBef>
              <a:spcAft>
                <a:spcPts val="0"/>
              </a:spcAft>
              <a:buSzPts val="1200"/>
              <a:buChar char="●"/>
            </a:pPr>
            <a:r>
              <a:rPr lang="en"/>
              <a:t>You can organize your ideas clearly</a:t>
            </a:r>
            <a:endParaRPr/>
          </a:p>
          <a:p>
            <a:pPr indent="-213360" lvl="0" marL="274320" rtl="0" algn="l">
              <a:spcBef>
                <a:spcPts val="0"/>
              </a:spcBef>
              <a:spcAft>
                <a:spcPts val="0"/>
              </a:spcAft>
              <a:buSzPts val="1200"/>
              <a:buChar char="●"/>
            </a:pPr>
            <a:r>
              <a:rPr lang="en"/>
              <a:t>You’ll never forget to buy milk!</a:t>
            </a:r>
            <a:endParaRPr/>
          </a:p>
          <a:p>
            <a:pPr indent="0" lvl="0" marL="0" rtl="0" algn="l">
              <a:spcBef>
                <a:spcPts val="1000"/>
              </a:spcBef>
              <a:spcAft>
                <a:spcPts val="0"/>
              </a:spcAft>
              <a:buNone/>
            </a:pPr>
            <a:r>
              <a:rPr lang="en"/>
              <a:t>And the most important thing: the audience won’t miss the point of your presentation</a:t>
            </a:r>
            <a:endParaRPr/>
          </a:p>
        </p:txBody>
      </p:sp>
      <p:pic>
        <p:nvPicPr>
          <p:cNvPr id="744" name="Google Shape;744;p59"/>
          <p:cNvPicPr preferRelativeResize="0"/>
          <p:nvPr>
            <p:ph idx="2" type="pic"/>
          </p:nvPr>
        </p:nvPicPr>
        <p:blipFill rotWithShape="1">
          <a:blip r:embed="rId3">
            <a:alphaModFix/>
          </a:blip>
          <a:srcRect b="296" l="12481" r="9020" t="21798"/>
          <a:stretch/>
        </p:blipFill>
        <p:spPr>
          <a:xfrm>
            <a:off x="5553164" y="859800"/>
            <a:ext cx="2877600" cy="4283700"/>
          </a:xfrm>
          <a:prstGeom prst="round2SameRect">
            <a:avLst>
              <a:gd fmla="val 16667" name="adj1"/>
              <a:gd fmla="val 0" name="adj2"/>
            </a:avLst>
          </a:prstGeom>
        </p:spPr>
      </p:pic>
      <p:pic>
        <p:nvPicPr>
          <p:cNvPr id="745" name="Google Shape;745;p59"/>
          <p:cNvPicPr preferRelativeResize="0"/>
          <p:nvPr/>
        </p:nvPicPr>
        <p:blipFill>
          <a:blip r:embed="rId4">
            <a:alphaModFix amt="80000"/>
          </a:blip>
          <a:stretch>
            <a:fillRect/>
          </a:stretch>
        </p:blipFill>
        <p:spPr>
          <a:xfrm>
            <a:off x="74950" y="4065498"/>
            <a:ext cx="9143998" cy="310305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9" name="Shape 749"/>
        <p:cNvGrpSpPr/>
        <p:nvPr/>
      </p:nvGrpSpPr>
      <p:grpSpPr>
        <a:xfrm>
          <a:off x="0" y="0"/>
          <a:ext cx="0" cy="0"/>
          <a:chOff x="0" y="0"/>
          <a:chExt cx="0" cy="0"/>
        </a:xfrm>
      </p:grpSpPr>
      <p:sp>
        <p:nvSpPr>
          <p:cNvPr id="750" name="Google Shape;750;p60"/>
          <p:cNvSpPr txBox="1"/>
          <p:nvPr>
            <p:ph type="title"/>
          </p:nvPr>
        </p:nvSpPr>
        <p:spPr>
          <a:xfrm>
            <a:off x="1135086" y="2525725"/>
            <a:ext cx="32616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751" name="Google Shape;751;p60"/>
          <p:cNvSpPr txBox="1"/>
          <p:nvPr>
            <p:ph idx="4"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TWO IDEAS</a:t>
            </a:r>
            <a:endParaRPr/>
          </a:p>
        </p:txBody>
      </p:sp>
      <p:sp>
        <p:nvSpPr>
          <p:cNvPr id="752" name="Google Shape;752;p60"/>
          <p:cNvSpPr txBox="1"/>
          <p:nvPr>
            <p:ph idx="2" type="title"/>
          </p:nvPr>
        </p:nvSpPr>
        <p:spPr>
          <a:xfrm>
            <a:off x="4747614" y="2525725"/>
            <a:ext cx="32616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753" name="Google Shape;753;p60"/>
          <p:cNvSpPr txBox="1"/>
          <p:nvPr>
            <p:ph idx="1" type="subTitle"/>
          </p:nvPr>
        </p:nvSpPr>
        <p:spPr>
          <a:xfrm>
            <a:off x="4747614" y="2742350"/>
            <a:ext cx="3261600" cy="1212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a beautiful name and is the second planet from the Sun. It’s terribly hot—even hotter than Mercury—and its atmosphere is extremely poisonous. It’s the second-brightest natural object in the night sky after the Moon</a:t>
            </a:r>
            <a:endParaRPr/>
          </a:p>
        </p:txBody>
      </p:sp>
      <p:sp>
        <p:nvSpPr>
          <p:cNvPr id="754" name="Google Shape;754;p60"/>
          <p:cNvSpPr txBox="1"/>
          <p:nvPr>
            <p:ph idx="3" type="subTitle"/>
          </p:nvPr>
        </p:nvSpPr>
        <p:spPr>
          <a:xfrm>
            <a:off x="1134786" y="2742350"/>
            <a:ext cx="3262200" cy="1212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 and the smallest one in the Solar System—it’s only a bit larger than the Moon. The planet’s name has nothing to do with the liquid metal, since Mercury was named after the Roman messenger god</a:t>
            </a:r>
            <a:endParaRPr/>
          </a:p>
        </p:txBody>
      </p:sp>
      <p:sp>
        <p:nvSpPr>
          <p:cNvPr id="755" name="Google Shape;755;p60"/>
          <p:cNvSpPr/>
          <p:nvPr/>
        </p:nvSpPr>
        <p:spPr>
          <a:xfrm>
            <a:off x="2386386" y="1606258"/>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60"/>
          <p:cNvSpPr/>
          <p:nvPr/>
        </p:nvSpPr>
        <p:spPr>
          <a:xfrm>
            <a:off x="5998914" y="1606258"/>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57" name="Google Shape;757;p60"/>
          <p:cNvGrpSpPr/>
          <p:nvPr/>
        </p:nvGrpSpPr>
        <p:grpSpPr>
          <a:xfrm>
            <a:off x="2664903" y="1840816"/>
            <a:ext cx="201965" cy="289873"/>
            <a:chOff x="268675" y="1306125"/>
            <a:chExt cx="195400" cy="280450"/>
          </a:xfrm>
        </p:grpSpPr>
        <p:sp>
          <p:nvSpPr>
            <p:cNvPr id="758" name="Google Shape;758;p60"/>
            <p:cNvSpPr/>
            <p:nvPr/>
          </p:nvSpPr>
          <p:spPr>
            <a:xfrm>
              <a:off x="268675" y="1306125"/>
              <a:ext cx="195400" cy="280450"/>
            </a:xfrm>
            <a:custGeom>
              <a:rect b="b" l="l" r="r" t="t"/>
              <a:pathLst>
                <a:path extrusionOk="0" h="11218" w="7816">
                  <a:moveTo>
                    <a:pt x="7417" y="399"/>
                  </a:moveTo>
                  <a:lnTo>
                    <a:pt x="7417" y="1170"/>
                  </a:lnTo>
                  <a:lnTo>
                    <a:pt x="905" y="1170"/>
                  </a:lnTo>
                  <a:lnTo>
                    <a:pt x="718" y="1223"/>
                  </a:lnTo>
                  <a:lnTo>
                    <a:pt x="559" y="1303"/>
                  </a:lnTo>
                  <a:lnTo>
                    <a:pt x="399" y="1409"/>
                  </a:lnTo>
                  <a:lnTo>
                    <a:pt x="399" y="1064"/>
                  </a:lnTo>
                  <a:lnTo>
                    <a:pt x="426" y="931"/>
                  </a:lnTo>
                  <a:lnTo>
                    <a:pt x="453" y="798"/>
                  </a:lnTo>
                  <a:lnTo>
                    <a:pt x="532" y="691"/>
                  </a:lnTo>
                  <a:lnTo>
                    <a:pt x="612" y="585"/>
                  </a:lnTo>
                  <a:lnTo>
                    <a:pt x="692" y="505"/>
                  </a:lnTo>
                  <a:lnTo>
                    <a:pt x="825" y="452"/>
                  </a:lnTo>
                  <a:lnTo>
                    <a:pt x="931" y="399"/>
                  </a:lnTo>
                  <a:close/>
                  <a:moveTo>
                    <a:pt x="7417" y="1569"/>
                  </a:moveTo>
                  <a:lnTo>
                    <a:pt x="7417" y="2313"/>
                  </a:lnTo>
                  <a:lnTo>
                    <a:pt x="1064" y="2313"/>
                  </a:lnTo>
                  <a:lnTo>
                    <a:pt x="905" y="2339"/>
                  </a:lnTo>
                  <a:lnTo>
                    <a:pt x="718" y="2393"/>
                  </a:lnTo>
                  <a:lnTo>
                    <a:pt x="559" y="2446"/>
                  </a:lnTo>
                  <a:lnTo>
                    <a:pt x="399" y="2552"/>
                  </a:lnTo>
                  <a:lnTo>
                    <a:pt x="399" y="2233"/>
                  </a:lnTo>
                  <a:lnTo>
                    <a:pt x="426" y="2100"/>
                  </a:lnTo>
                  <a:lnTo>
                    <a:pt x="453" y="1967"/>
                  </a:lnTo>
                  <a:lnTo>
                    <a:pt x="532" y="1861"/>
                  </a:lnTo>
                  <a:lnTo>
                    <a:pt x="612" y="1755"/>
                  </a:lnTo>
                  <a:lnTo>
                    <a:pt x="692" y="1675"/>
                  </a:lnTo>
                  <a:lnTo>
                    <a:pt x="825" y="1622"/>
                  </a:lnTo>
                  <a:lnTo>
                    <a:pt x="931" y="1569"/>
                  </a:lnTo>
                  <a:close/>
                  <a:moveTo>
                    <a:pt x="7417" y="2712"/>
                  </a:moveTo>
                  <a:lnTo>
                    <a:pt x="7417" y="7922"/>
                  </a:lnTo>
                  <a:lnTo>
                    <a:pt x="984" y="7922"/>
                  </a:lnTo>
                  <a:lnTo>
                    <a:pt x="905" y="7948"/>
                  </a:lnTo>
                  <a:lnTo>
                    <a:pt x="825" y="7948"/>
                  </a:lnTo>
                  <a:lnTo>
                    <a:pt x="798" y="7975"/>
                  </a:lnTo>
                  <a:lnTo>
                    <a:pt x="718" y="7975"/>
                  </a:lnTo>
                  <a:lnTo>
                    <a:pt x="692" y="8001"/>
                  </a:lnTo>
                  <a:lnTo>
                    <a:pt x="639" y="8028"/>
                  </a:lnTo>
                  <a:lnTo>
                    <a:pt x="612" y="8028"/>
                  </a:lnTo>
                  <a:lnTo>
                    <a:pt x="559" y="8054"/>
                  </a:lnTo>
                  <a:lnTo>
                    <a:pt x="532" y="8081"/>
                  </a:lnTo>
                  <a:lnTo>
                    <a:pt x="453" y="8134"/>
                  </a:lnTo>
                  <a:lnTo>
                    <a:pt x="399" y="8161"/>
                  </a:lnTo>
                  <a:lnTo>
                    <a:pt x="399" y="3403"/>
                  </a:lnTo>
                  <a:lnTo>
                    <a:pt x="426" y="3270"/>
                  </a:lnTo>
                  <a:lnTo>
                    <a:pt x="453" y="3137"/>
                  </a:lnTo>
                  <a:lnTo>
                    <a:pt x="532" y="3031"/>
                  </a:lnTo>
                  <a:lnTo>
                    <a:pt x="612" y="2924"/>
                  </a:lnTo>
                  <a:lnTo>
                    <a:pt x="692" y="2845"/>
                  </a:lnTo>
                  <a:lnTo>
                    <a:pt x="825" y="2765"/>
                  </a:lnTo>
                  <a:lnTo>
                    <a:pt x="931" y="2738"/>
                  </a:lnTo>
                  <a:lnTo>
                    <a:pt x="1064" y="2712"/>
                  </a:lnTo>
                  <a:close/>
                  <a:moveTo>
                    <a:pt x="6779" y="8320"/>
                  </a:moveTo>
                  <a:lnTo>
                    <a:pt x="6646" y="8560"/>
                  </a:lnTo>
                  <a:lnTo>
                    <a:pt x="6566" y="8799"/>
                  </a:lnTo>
                  <a:lnTo>
                    <a:pt x="1091" y="8799"/>
                  </a:lnTo>
                  <a:lnTo>
                    <a:pt x="1011" y="8825"/>
                  </a:lnTo>
                  <a:lnTo>
                    <a:pt x="931" y="8852"/>
                  </a:lnTo>
                  <a:lnTo>
                    <a:pt x="905" y="8932"/>
                  </a:lnTo>
                  <a:lnTo>
                    <a:pt x="878" y="9011"/>
                  </a:lnTo>
                  <a:lnTo>
                    <a:pt x="905" y="9065"/>
                  </a:lnTo>
                  <a:lnTo>
                    <a:pt x="931" y="9144"/>
                  </a:lnTo>
                  <a:lnTo>
                    <a:pt x="1011" y="9171"/>
                  </a:lnTo>
                  <a:lnTo>
                    <a:pt x="1091" y="9197"/>
                  </a:lnTo>
                  <a:lnTo>
                    <a:pt x="1356" y="9197"/>
                  </a:lnTo>
                  <a:lnTo>
                    <a:pt x="1356" y="9676"/>
                  </a:lnTo>
                  <a:lnTo>
                    <a:pt x="1064" y="9676"/>
                  </a:lnTo>
                  <a:lnTo>
                    <a:pt x="931" y="9649"/>
                  </a:lnTo>
                  <a:lnTo>
                    <a:pt x="825" y="9623"/>
                  </a:lnTo>
                  <a:lnTo>
                    <a:pt x="692" y="9543"/>
                  </a:lnTo>
                  <a:lnTo>
                    <a:pt x="612" y="9463"/>
                  </a:lnTo>
                  <a:lnTo>
                    <a:pt x="532" y="9384"/>
                  </a:lnTo>
                  <a:lnTo>
                    <a:pt x="453" y="9251"/>
                  </a:lnTo>
                  <a:lnTo>
                    <a:pt x="426" y="9144"/>
                  </a:lnTo>
                  <a:lnTo>
                    <a:pt x="399" y="9011"/>
                  </a:lnTo>
                  <a:lnTo>
                    <a:pt x="426" y="8852"/>
                  </a:lnTo>
                  <a:lnTo>
                    <a:pt x="453" y="8746"/>
                  </a:lnTo>
                  <a:lnTo>
                    <a:pt x="532" y="8613"/>
                  </a:lnTo>
                  <a:lnTo>
                    <a:pt x="612" y="8533"/>
                  </a:lnTo>
                  <a:lnTo>
                    <a:pt x="692" y="8453"/>
                  </a:lnTo>
                  <a:lnTo>
                    <a:pt x="825" y="8373"/>
                  </a:lnTo>
                  <a:lnTo>
                    <a:pt x="931" y="8347"/>
                  </a:lnTo>
                  <a:lnTo>
                    <a:pt x="1064" y="8320"/>
                  </a:lnTo>
                  <a:close/>
                  <a:moveTo>
                    <a:pt x="6566" y="9197"/>
                  </a:moveTo>
                  <a:lnTo>
                    <a:pt x="6646" y="9437"/>
                  </a:lnTo>
                  <a:lnTo>
                    <a:pt x="6779" y="9676"/>
                  </a:lnTo>
                  <a:lnTo>
                    <a:pt x="3642" y="9676"/>
                  </a:lnTo>
                  <a:lnTo>
                    <a:pt x="3642" y="9197"/>
                  </a:lnTo>
                  <a:close/>
                  <a:moveTo>
                    <a:pt x="3244" y="9197"/>
                  </a:moveTo>
                  <a:lnTo>
                    <a:pt x="3244" y="10686"/>
                  </a:lnTo>
                  <a:lnTo>
                    <a:pt x="2579" y="10367"/>
                  </a:lnTo>
                  <a:lnTo>
                    <a:pt x="2499" y="10340"/>
                  </a:lnTo>
                  <a:lnTo>
                    <a:pt x="2420" y="10367"/>
                  </a:lnTo>
                  <a:lnTo>
                    <a:pt x="1755" y="10686"/>
                  </a:lnTo>
                  <a:lnTo>
                    <a:pt x="1755" y="9197"/>
                  </a:lnTo>
                  <a:close/>
                  <a:moveTo>
                    <a:pt x="1064" y="0"/>
                  </a:moveTo>
                  <a:lnTo>
                    <a:pt x="851" y="27"/>
                  </a:lnTo>
                  <a:lnTo>
                    <a:pt x="665" y="80"/>
                  </a:lnTo>
                  <a:lnTo>
                    <a:pt x="479" y="186"/>
                  </a:lnTo>
                  <a:lnTo>
                    <a:pt x="320" y="319"/>
                  </a:lnTo>
                  <a:lnTo>
                    <a:pt x="187" y="479"/>
                  </a:lnTo>
                  <a:lnTo>
                    <a:pt x="80" y="638"/>
                  </a:lnTo>
                  <a:lnTo>
                    <a:pt x="27" y="851"/>
                  </a:lnTo>
                  <a:lnTo>
                    <a:pt x="1" y="1064"/>
                  </a:lnTo>
                  <a:lnTo>
                    <a:pt x="1" y="9011"/>
                  </a:lnTo>
                  <a:lnTo>
                    <a:pt x="27" y="9224"/>
                  </a:lnTo>
                  <a:lnTo>
                    <a:pt x="80" y="9410"/>
                  </a:lnTo>
                  <a:lnTo>
                    <a:pt x="187" y="9596"/>
                  </a:lnTo>
                  <a:lnTo>
                    <a:pt x="320" y="9756"/>
                  </a:lnTo>
                  <a:lnTo>
                    <a:pt x="479" y="9889"/>
                  </a:lnTo>
                  <a:lnTo>
                    <a:pt x="665" y="9968"/>
                  </a:lnTo>
                  <a:lnTo>
                    <a:pt x="851" y="10048"/>
                  </a:lnTo>
                  <a:lnTo>
                    <a:pt x="1064" y="10075"/>
                  </a:lnTo>
                  <a:lnTo>
                    <a:pt x="1356" y="10075"/>
                  </a:lnTo>
                  <a:lnTo>
                    <a:pt x="1356" y="11032"/>
                  </a:lnTo>
                  <a:lnTo>
                    <a:pt x="1383" y="11111"/>
                  </a:lnTo>
                  <a:lnTo>
                    <a:pt x="1436" y="11191"/>
                  </a:lnTo>
                  <a:lnTo>
                    <a:pt x="1542" y="11218"/>
                  </a:lnTo>
                  <a:lnTo>
                    <a:pt x="1649" y="11191"/>
                  </a:lnTo>
                  <a:lnTo>
                    <a:pt x="2499" y="10766"/>
                  </a:lnTo>
                  <a:lnTo>
                    <a:pt x="3350" y="11191"/>
                  </a:lnTo>
                  <a:lnTo>
                    <a:pt x="3456" y="11218"/>
                  </a:lnTo>
                  <a:lnTo>
                    <a:pt x="3563" y="11191"/>
                  </a:lnTo>
                  <a:lnTo>
                    <a:pt x="3616" y="11111"/>
                  </a:lnTo>
                  <a:lnTo>
                    <a:pt x="3642" y="11032"/>
                  </a:lnTo>
                  <a:lnTo>
                    <a:pt x="3642" y="10075"/>
                  </a:lnTo>
                  <a:lnTo>
                    <a:pt x="7603" y="10075"/>
                  </a:lnTo>
                  <a:lnTo>
                    <a:pt x="7683" y="10048"/>
                  </a:lnTo>
                  <a:lnTo>
                    <a:pt x="7736" y="9995"/>
                  </a:lnTo>
                  <a:lnTo>
                    <a:pt x="7789" y="9942"/>
                  </a:lnTo>
                  <a:lnTo>
                    <a:pt x="7816" y="9862"/>
                  </a:lnTo>
                  <a:lnTo>
                    <a:pt x="7789" y="9782"/>
                  </a:lnTo>
                  <a:lnTo>
                    <a:pt x="7736" y="9729"/>
                  </a:lnTo>
                  <a:lnTo>
                    <a:pt x="7683" y="9676"/>
                  </a:lnTo>
                  <a:lnTo>
                    <a:pt x="7603" y="9676"/>
                  </a:lnTo>
                  <a:lnTo>
                    <a:pt x="7470" y="9649"/>
                  </a:lnTo>
                  <a:lnTo>
                    <a:pt x="7337" y="9623"/>
                  </a:lnTo>
                  <a:lnTo>
                    <a:pt x="7231" y="9543"/>
                  </a:lnTo>
                  <a:lnTo>
                    <a:pt x="7125" y="9463"/>
                  </a:lnTo>
                  <a:lnTo>
                    <a:pt x="7045" y="9384"/>
                  </a:lnTo>
                  <a:lnTo>
                    <a:pt x="6992" y="9251"/>
                  </a:lnTo>
                  <a:lnTo>
                    <a:pt x="6938" y="9144"/>
                  </a:lnTo>
                  <a:lnTo>
                    <a:pt x="6938" y="9011"/>
                  </a:lnTo>
                  <a:lnTo>
                    <a:pt x="6938" y="8878"/>
                  </a:lnTo>
                  <a:lnTo>
                    <a:pt x="6992" y="8746"/>
                  </a:lnTo>
                  <a:lnTo>
                    <a:pt x="7045" y="8639"/>
                  </a:lnTo>
                  <a:lnTo>
                    <a:pt x="7125" y="8533"/>
                  </a:lnTo>
                  <a:lnTo>
                    <a:pt x="7231" y="8453"/>
                  </a:lnTo>
                  <a:lnTo>
                    <a:pt x="7337" y="8373"/>
                  </a:lnTo>
                  <a:lnTo>
                    <a:pt x="7470" y="8347"/>
                  </a:lnTo>
                  <a:lnTo>
                    <a:pt x="7603" y="8320"/>
                  </a:lnTo>
                  <a:lnTo>
                    <a:pt x="7683" y="8320"/>
                  </a:lnTo>
                  <a:lnTo>
                    <a:pt x="7736" y="8267"/>
                  </a:lnTo>
                  <a:lnTo>
                    <a:pt x="7789" y="8214"/>
                  </a:lnTo>
                  <a:lnTo>
                    <a:pt x="7816" y="8134"/>
                  </a:lnTo>
                  <a:lnTo>
                    <a:pt x="7816" y="186"/>
                  </a:lnTo>
                  <a:lnTo>
                    <a:pt x="7789" y="107"/>
                  </a:lnTo>
                  <a:lnTo>
                    <a:pt x="7736" y="53"/>
                  </a:lnTo>
                  <a:lnTo>
                    <a:pt x="768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60"/>
            <p:cNvSpPr/>
            <p:nvPr/>
          </p:nvSpPr>
          <p:spPr>
            <a:xfrm>
              <a:off x="327150" y="1394500"/>
              <a:ext cx="78450" cy="75775"/>
            </a:xfrm>
            <a:custGeom>
              <a:rect b="b" l="l" r="r" t="t"/>
              <a:pathLst>
                <a:path extrusionOk="0" h="3031" w="3138">
                  <a:moveTo>
                    <a:pt x="1569" y="665"/>
                  </a:moveTo>
                  <a:lnTo>
                    <a:pt x="1808" y="1170"/>
                  </a:lnTo>
                  <a:lnTo>
                    <a:pt x="1888" y="1223"/>
                  </a:lnTo>
                  <a:lnTo>
                    <a:pt x="1968" y="1277"/>
                  </a:lnTo>
                  <a:lnTo>
                    <a:pt x="2526" y="1356"/>
                  </a:lnTo>
                  <a:lnTo>
                    <a:pt x="2127" y="1728"/>
                  </a:lnTo>
                  <a:lnTo>
                    <a:pt x="2074" y="1808"/>
                  </a:lnTo>
                  <a:lnTo>
                    <a:pt x="2074" y="1914"/>
                  </a:lnTo>
                  <a:lnTo>
                    <a:pt x="2154" y="2473"/>
                  </a:lnTo>
                  <a:lnTo>
                    <a:pt x="1649" y="2207"/>
                  </a:lnTo>
                  <a:lnTo>
                    <a:pt x="1569" y="2180"/>
                  </a:lnTo>
                  <a:lnTo>
                    <a:pt x="1463" y="2207"/>
                  </a:lnTo>
                  <a:lnTo>
                    <a:pt x="984" y="2473"/>
                  </a:lnTo>
                  <a:lnTo>
                    <a:pt x="1064" y="1914"/>
                  </a:lnTo>
                  <a:lnTo>
                    <a:pt x="1064" y="1808"/>
                  </a:lnTo>
                  <a:lnTo>
                    <a:pt x="1011" y="1728"/>
                  </a:lnTo>
                  <a:lnTo>
                    <a:pt x="612" y="1356"/>
                  </a:lnTo>
                  <a:lnTo>
                    <a:pt x="1170" y="1277"/>
                  </a:lnTo>
                  <a:lnTo>
                    <a:pt x="1250" y="1223"/>
                  </a:lnTo>
                  <a:lnTo>
                    <a:pt x="1330" y="1170"/>
                  </a:lnTo>
                  <a:lnTo>
                    <a:pt x="1569" y="665"/>
                  </a:lnTo>
                  <a:close/>
                  <a:moveTo>
                    <a:pt x="1569" y="1"/>
                  </a:moveTo>
                  <a:lnTo>
                    <a:pt x="1463" y="27"/>
                  </a:lnTo>
                  <a:lnTo>
                    <a:pt x="1383" y="107"/>
                  </a:lnTo>
                  <a:lnTo>
                    <a:pt x="1011" y="878"/>
                  </a:lnTo>
                  <a:lnTo>
                    <a:pt x="160" y="1011"/>
                  </a:lnTo>
                  <a:lnTo>
                    <a:pt x="54" y="1064"/>
                  </a:lnTo>
                  <a:lnTo>
                    <a:pt x="1" y="1144"/>
                  </a:lnTo>
                  <a:lnTo>
                    <a:pt x="1" y="1250"/>
                  </a:lnTo>
                  <a:lnTo>
                    <a:pt x="54" y="1356"/>
                  </a:lnTo>
                  <a:lnTo>
                    <a:pt x="665" y="1941"/>
                  </a:lnTo>
                  <a:lnTo>
                    <a:pt x="506" y="2792"/>
                  </a:lnTo>
                  <a:lnTo>
                    <a:pt x="533" y="2925"/>
                  </a:lnTo>
                  <a:lnTo>
                    <a:pt x="586" y="3004"/>
                  </a:lnTo>
                  <a:lnTo>
                    <a:pt x="692" y="3031"/>
                  </a:lnTo>
                  <a:lnTo>
                    <a:pt x="798" y="3004"/>
                  </a:lnTo>
                  <a:lnTo>
                    <a:pt x="1569" y="2606"/>
                  </a:lnTo>
                  <a:lnTo>
                    <a:pt x="2340" y="3004"/>
                  </a:lnTo>
                  <a:lnTo>
                    <a:pt x="2446" y="3031"/>
                  </a:lnTo>
                  <a:lnTo>
                    <a:pt x="2553" y="3004"/>
                  </a:lnTo>
                  <a:lnTo>
                    <a:pt x="2606" y="2925"/>
                  </a:lnTo>
                  <a:lnTo>
                    <a:pt x="2632" y="2792"/>
                  </a:lnTo>
                  <a:lnTo>
                    <a:pt x="2473" y="1941"/>
                  </a:lnTo>
                  <a:lnTo>
                    <a:pt x="3084" y="1356"/>
                  </a:lnTo>
                  <a:lnTo>
                    <a:pt x="3138" y="1250"/>
                  </a:lnTo>
                  <a:lnTo>
                    <a:pt x="3138" y="1144"/>
                  </a:lnTo>
                  <a:lnTo>
                    <a:pt x="3084" y="1064"/>
                  </a:lnTo>
                  <a:lnTo>
                    <a:pt x="2978" y="1011"/>
                  </a:lnTo>
                  <a:lnTo>
                    <a:pt x="2127" y="878"/>
                  </a:lnTo>
                  <a:lnTo>
                    <a:pt x="1755" y="107"/>
                  </a:lnTo>
                  <a:lnTo>
                    <a:pt x="1676" y="27"/>
                  </a:lnTo>
                  <a:lnTo>
                    <a:pt x="156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60" name="Google Shape;760;p60"/>
          <p:cNvSpPr/>
          <p:nvPr/>
        </p:nvSpPr>
        <p:spPr>
          <a:xfrm>
            <a:off x="6227986" y="1872069"/>
            <a:ext cx="300855" cy="227366"/>
          </a:xfrm>
          <a:custGeom>
            <a:rect b="b" l="l" r="r" t="t"/>
            <a:pathLst>
              <a:path extrusionOk="0" h="8799" w="11643">
                <a:moveTo>
                  <a:pt x="5556" y="399"/>
                </a:moveTo>
                <a:lnTo>
                  <a:pt x="5636" y="452"/>
                </a:lnTo>
                <a:lnTo>
                  <a:pt x="5662" y="505"/>
                </a:lnTo>
                <a:lnTo>
                  <a:pt x="5689" y="585"/>
                </a:lnTo>
                <a:lnTo>
                  <a:pt x="5689" y="2791"/>
                </a:lnTo>
                <a:lnTo>
                  <a:pt x="5290" y="2791"/>
                </a:lnTo>
                <a:lnTo>
                  <a:pt x="5290" y="585"/>
                </a:lnTo>
                <a:lnTo>
                  <a:pt x="5317" y="505"/>
                </a:lnTo>
                <a:lnTo>
                  <a:pt x="5370" y="452"/>
                </a:lnTo>
                <a:lnTo>
                  <a:pt x="5423" y="399"/>
                </a:lnTo>
                <a:close/>
                <a:moveTo>
                  <a:pt x="5689" y="3934"/>
                </a:moveTo>
                <a:lnTo>
                  <a:pt x="5689" y="4492"/>
                </a:lnTo>
                <a:lnTo>
                  <a:pt x="5662" y="4572"/>
                </a:lnTo>
                <a:lnTo>
                  <a:pt x="5636" y="4625"/>
                </a:lnTo>
                <a:lnTo>
                  <a:pt x="5556" y="4652"/>
                </a:lnTo>
                <a:lnTo>
                  <a:pt x="5503" y="4678"/>
                </a:lnTo>
                <a:lnTo>
                  <a:pt x="5423" y="4652"/>
                </a:lnTo>
                <a:lnTo>
                  <a:pt x="5370" y="4625"/>
                </a:lnTo>
                <a:lnTo>
                  <a:pt x="5317" y="4572"/>
                </a:lnTo>
                <a:lnTo>
                  <a:pt x="5290" y="4492"/>
                </a:lnTo>
                <a:lnTo>
                  <a:pt x="5290" y="3934"/>
                </a:lnTo>
                <a:close/>
                <a:moveTo>
                  <a:pt x="9383" y="3190"/>
                </a:moveTo>
                <a:lnTo>
                  <a:pt x="9570" y="3216"/>
                </a:lnTo>
                <a:lnTo>
                  <a:pt x="9756" y="3296"/>
                </a:lnTo>
                <a:lnTo>
                  <a:pt x="9915" y="3402"/>
                </a:lnTo>
                <a:lnTo>
                  <a:pt x="10048" y="3562"/>
                </a:lnTo>
                <a:lnTo>
                  <a:pt x="10154" y="3801"/>
                </a:lnTo>
                <a:lnTo>
                  <a:pt x="10208" y="4120"/>
                </a:lnTo>
                <a:lnTo>
                  <a:pt x="10234" y="4492"/>
                </a:lnTo>
                <a:lnTo>
                  <a:pt x="10234" y="4572"/>
                </a:lnTo>
                <a:lnTo>
                  <a:pt x="10208" y="4625"/>
                </a:lnTo>
                <a:lnTo>
                  <a:pt x="10154" y="4652"/>
                </a:lnTo>
                <a:lnTo>
                  <a:pt x="10101" y="4678"/>
                </a:lnTo>
                <a:lnTo>
                  <a:pt x="10021" y="4678"/>
                </a:lnTo>
                <a:lnTo>
                  <a:pt x="9942" y="4652"/>
                </a:lnTo>
                <a:lnTo>
                  <a:pt x="9915" y="4599"/>
                </a:lnTo>
                <a:lnTo>
                  <a:pt x="9889" y="4519"/>
                </a:lnTo>
                <a:lnTo>
                  <a:pt x="9862" y="4226"/>
                </a:lnTo>
                <a:lnTo>
                  <a:pt x="9809" y="3987"/>
                </a:lnTo>
                <a:lnTo>
                  <a:pt x="9729" y="3828"/>
                </a:lnTo>
                <a:lnTo>
                  <a:pt x="9623" y="3695"/>
                </a:lnTo>
                <a:lnTo>
                  <a:pt x="9516" y="3615"/>
                </a:lnTo>
                <a:lnTo>
                  <a:pt x="9410" y="3562"/>
                </a:lnTo>
                <a:lnTo>
                  <a:pt x="9304" y="3535"/>
                </a:lnTo>
                <a:lnTo>
                  <a:pt x="1701" y="3535"/>
                </a:lnTo>
                <a:lnTo>
                  <a:pt x="1595" y="3562"/>
                </a:lnTo>
                <a:lnTo>
                  <a:pt x="1462" y="3615"/>
                </a:lnTo>
                <a:lnTo>
                  <a:pt x="1356" y="3695"/>
                </a:lnTo>
                <a:lnTo>
                  <a:pt x="1250" y="3828"/>
                </a:lnTo>
                <a:lnTo>
                  <a:pt x="1170" y="3987"/>
                </a:lnTo>
                <a:lnTo>
                  <a:pt x="1117" y="4226"/>
                </a:lnTo>
                <a:lnTo>
                  <a:pt x="1090" y="4519"/>
                </a:lnTo>
                <a:lnTo>
                  <a:pt x="1090" y="4599"/>
                </a:lnTo>
                <a:lnTo>
                  <a:pt x="1037" y="4652"/>
                </a:lnTo>
                <a:lnTo>
                  <a:pt x="957" y="4678"/>
                </a:lnTo>
                <a:lnTo>
                  <a:pt x="877" y="4678"/>
                </a:lnTo>
                <a:lnTo>
                  <a:pt x="824" y="4652"/>
                </a:lnTo>
                <a:lnTo>
                  <a:pt x="771" y="4625"/>
                </a:lnTo>
                <a:lnTo>
                  <a:pt x="745" y="4572"/>
                </a:lnTo>
                <a:lnTo>
                  <a:pt x="745" y="4492"/>
                </a:lnTo>
                <a:lnTo>
                  <a:pt x="771" y="4120"/>
                </a:lnTo>
                <a:lnTo>
                  <a:pt x="851" y="3801"/>
                </a:lnTo>
                <a:lnTo>
                  <a:pt x="957" y="3562"/>
                </a:lnTo>
                <a:lnTo>
                  <a:pt x="1090" y="3402"/>
                </a:lnTo>
                <a:lnTo>
                  <a:pt x="1250" y="3296"/>
                </a:lnTo>
                <a:lnTo>
                  <a:pt x="1409" y="3216"/>
                </a:lnTo>
                <a:lnTo>
                  <a:pt x="1595" y="3190"/>
                </a:lnTo>
                <a:close/>
                <a:moveTo>
                  <a:pt x="5715" y="6167"/>
                </a:moveTo>
                <a:lnTo>
                  <a:pt x="5848" y="6194"/>
                </a:lnTo>
                <a:lnTo>
                  <a:pt x="5981" y="6247"/>
                </a:lnTo>
                <a:lnTo>
                  <a:pt x="6114" y="6326"/>
                </a:lnTo>
                <a:lnTo>
                  <a:pt x="6220" y="6406"/>
                </a:lnTo>
                <a:lnTo>
                  <a:pt x="6300" y="6512"/>
                </a:lnTo>
                <a:lnTo>
                  <a:pt x="6380" y="6619"/>
                </a:lnTo>
                <a:lnTo>
                  <a:pt x="6433" y="6752"/>
                </a:lnTo>
                <a:lnTo>
                  <a:pt x="6460" y="6805"/>
                </a:lnTo>
                <a:lnTo>
                  <a:pt x="6513" y="6858"/>
                </a:lnTo>
                <a:lnTo>
                  <a:pt x="6566" y="6885"/>
                </a:lnTo>
                <a:lnTo>
                  <a:pt x="6779" y="6885"/>
                </a:lnTo>
                <a:lnTo>
                  <a:pt x="6911" y="6911"/>
                </a:lnTo>
                <a:lnTo>
                  <a:pt x="7018" y="6991"/>
                </a:lnTo>
                <a:lnTo>
                  <a:pt x="7124" y="7097"/>
                </a:lnTo>
                <a:lnTo>
                  <a:pt x="7177" y="7204"/>
                </a:lnTo>
                <a:lnTo>
                  <a:pt x="7204" y="7337"/>
                </a:lnTo>
                <a:lnTo>
                  <a:pt x="7204" y="7469"/>
                </a:lnTo>
                <a:lnTo>
                  <a:pt x="7151" y="7602"/>
                </a:lnTo>
                <a:lnTo>
                  <a:pt x="7071" y="7709"/>
                </a:lnTo>
                <a:lnTo>
                  <a:pt x="6965" y="7788"/>
                </a:lnTo>
                <a:lnTo>
                  <a:pt x="6858" y="7842"/>
                </a:lnTo>
                <a:lnTo>
                  <a:pt x="6725" y="7868"/>
                </a:lnTo>
                <a:lnTo>
                  <a:pt x="4174" y="7868"/>
                </a:lnTo>
                <a:lnTo>
                  <a:pt x="4067" y="7842"/>
                </a:lnTo>
                <a:lnTo>
                  <a:pt x="3987" y="7788"/>
                </a:lnTo>
                <a:lnTo>
                  <a:pt x="3908" y="7735"/>
                </a:lnTo>
                <a:lnTo>
                  <a:pt x="3855" y="7655"/>
                </a:lnTo>
                <a:lnTo>
                  <a:pt x="3801" y="7576"/>
                </a:lnTo>
                <a:lnTo>
                  <a:pt x="3775" y="7469"/>
                </a:lnTo>
                <a:lnTo>
                  <a:pt x="3775" y="7390"/>
                </a:lnTo>
                <a:lnTo>
                  <a:pt x="3775" y="7283"/>
                </a:lnTo>
                <a:lnTo>
                  <a:pt x="3801" y="7177"/>
                </a:lnTo>
                <a:lnTo>
                  <a:pt x="3855" y="7097"/>
                </a:lnTo>
                <a:lnTo>
                  <a:pt x="3908" y="7018"/>
                </a:lnTo>
                <a:lnTo>
                  <a:pt x="3987" y="6964"/>
                </a:lnTo>
                <a:lnTo>
                  <a:pt x="4067" y="6911"/>
                </a:lnTo>
                <a:lnTo>
                  <a:pt x="4174" y="6885"/>
                </a:lnTo>
                <a:lnTo>
                  <a:pt x="4386" y="6885"/>
                </a:lnTo>
                <a:lnTo>
                  <a:pt x="4493" y="6938"/>
                </a:lnTo>
                <a:lnTo>
                  <a:pt x="4572" y="6964"/>
                </a:lnTo>
                <a:lnTo>
                  <a:pt x="4679" y="6938"/>
                </a:lnTo>
                <a:lnTo>
                  <a:pt x="4732" y="6885"/>
                </a:lnTo>
                <a:lnTo>
                  <a:pt x="4785" y="6805"/>
                </a:lnTo>
                <a:lnTo>
                  <a:pt x="4838" y="6672"/>
                </a:lnTo>
                <a:lnTo>
                  <a:pt x="4891" y="6566"/>
                </a:lnTo>
                <a:lnTo>
                  <a:pt x="4971" y="6433"/>
                </a:lnTo>
                <a:lnTo>
                  <a:pt x="5077" y="6353"/>
                </a:lnTo>
                <a:lnTo>
                  <a:pt x="5184" y="6273"/>
                </a:lnTo>
                <a:lnTo>
                  <a:pt x="5317" y="6220"/>
                </a:lnTo>
                <a:lnTo>
                  <a:pt x="5449" y="6167"/>
                </a:lnTo>
                <a:close/>
                <a:moveTo>
                  <a:pt x="585" y="6512"/>
                </a:moveTo>
                <a:lnTo>
                  <a:pt x="612" y="6805"/>
                </a:lnTo>
                <a:lnTo>
                  <a:pt x="691" y="7097"/>
                </a:lnTo>
                <a:lnTo>
                  <a:pt x="824" y="7337"/>
                </a:lnTo>
                <a:lnTo>
                  <a:pt x="1010" y="7549"/>
                </a:lnTo>
                <a:lnTo>
                  <a:pt x="1223" y="7735"/>
                </a:lnTo>
                <a:lnTo>
                  <a:pt x="1489" y="7868"/>
                </a:lnTo>
                <a:lnTo>
                  <a:pt x="1755" y="7974"/>
                </a:lnTo>
                <a:lnTo>
                  <a:pt x="2047" y="8001"/>
                </a:lnTo>
                <a:lnTo>
                  <a:pt x="2074" y="8001"/>
                </a:lnTo>
                <a:lnTo>
                  <a:pt x="1888" y="8081"/>
                </a:lnTo>
                <a:lnTo>
                  <a:pt x="1728" y="8134"/>
                </a:lnTo>
                <a:lnTo>
                  <a:pt x="1542" y="8161"/>
                </a:lnTo>
                <a:lnTo>
                  <a:pt x="1356" y="8161"/>
                </a:lnTo>
                <a:lnTo>
                  <a:pt x="1196" y="8134"/>
                </a:lnTo>
                <a:lnTo>
                  <a:pt x="1010" y="8081"/>
                </a:lnTo>
                <a:lnTo>
                  <a:pt x="851" y="7974"/>
                </a:lnTo>
                <a:lnTo>
                  <a:pt x="718" y="7868"/>
                </a:lnTo>
                <a:lnTo>
                  <a:pt x="585" y="7709"/>
                </a:lnTo>
                <a:lnTo>
                  <a:pt x="505" y="7549"/>
                </a:lnTo>
                <a:lnTo>
                  <a:pt x="452" y="7390"/>
                </a:lnTo>
                <a:lnTo>
                  <a:pt x="399" y="7204"/>
                </a:lnTo>
                <a:lnTo>
                  <a:pt x="399" y="7018"/>
                </a:lnTo>
                <a:lnTo>
                  <a:pt x="426" y="6858"/>
                </a:lnTo>
                <a:lnTo>
                  <a:pt x="479" y="6672"/>
                </a:lnTo>
                <a:lnTo>
                  <a:pt x="585" y="6512"/>
                </a:lnTo>
                <a:close/>
                <a:moveTo>
                  <a:pt x="10075" y="6406"/>
                </a:moveTo>
                <a:lnTo>
                  <a:pt x="10314" y="6911"/>
                </a:lnTo>
                <a:lnTo>
                  <a:pt x="10394" y="6991"/>
                </a:lnTo>
                <a:lnTo>
                  <a:pt x="10473" y="7018"/>
                </a:lnTo>
                <a:lnTo>
                  <a:pt x="11032" y="7097"/>
                </a:lnTo>
                <a:lnTo>
                  <a:pt x="10633" y="7496"/>
                </a:lnTo>
                <a:lnTo>
                  <a:pt x="10580" y="7576"/>
                </a:lnTo>
                <a:lnTo>
                  <a:pt x="10580" y="7655"/>
                </a:lnTo>
                <a:lnTo>
                  <a:pt x="10659" y="8214"/>
                </a:lnTo>
                <a:lnTo>
                  <a:pt x="10154" y="7948"/>
                </a:lnTo>
                <a:lnTo>
                  <a:pt x="9968" y="7948"/>
                </a:lnTo>
                <a:lnTo>
                  <a:pt x="9490" y="8214"/>
                </a:lnTo>
                <a:lnTo>
                  <a:pt x="9570" y="7655"/>
                </a:lnTo>
                <a:lnTo>
                  <a:pt x="9570" y="7576"/>
                </a:lnTo>
                <a:lnTo>
                  <a:pt x="9516" y="7496"/>
                </a:lnTo>
                <a:lnTo>
                  <a:pt x="9118" y="7097"/>
                </a:lnTo>
                <a:lnTo>
                  <a:pt x="9676" y="7018"/>
                </a:lnTo>
                <a:lnTo>
                  <a:pt x="9756" y="6991"/>
                </a:lnTo>
                <a:lnTo>
                  <a:pt x="9835" y="6911"/>
                </a:lnTo>
                <a:lnTo>
                  <a:pt x="10075" y="6406"/>
                </a:lnTo>
                <a:close/>
                <a:moveTo>
                  <a:pt x="5423" y="0"/>
                </a:moveTo>
                <a:lnTo>
                  <a:pt x="5263" y="27"/>
                </a:lnTo>
                <a:lnTo>
                  <a:pt x="5104" y="133"/>
                </a:lnTo>
                <a:lnTo>
                  <a:pt x="4998" y="239"/>
                </a:lnTo>
                <a:lnTo>
                  <a:pt x="4918" y="399"/>
                </a:lnTo>
                <a:lnTo>
                  <a:pt x="4891" y="585"/>
                </a:lnTo>
                <a:lnTo>
                  <a:pt x="4891" y="2791"/>
                </a:lnTo>
                <a:lnTo>
                  <a:pt x="1542" y="2791"/>
                </a:lnTo>
                <a:lnTo>
                  <a:pt x="1276" y="2844"/>
                </a:lnTo>
                <a:lnTo>
                  <a:pt x="1037" y="2951"/>
                </a:lnTo>
                <a:lnTo>
                  <a:pt x="931" y="3030"/>
                </a:lnTo>
                <a:lnTo>
                  <a:pt x="824" y="3110"/>
                </a:lnTo>
                <a:lnTo>
                  <a:pt x="718" y="3216"/>
                </a:lnTo>
                <a:lnTo>
                  <a:pt x="638" y="3323"/>
                </a:lnTo>
                <a:lnTo>
                  <a:pt x="558" y="3482"/>
                </a:lnTo>
                <a:lnTo>
                  <a:pt x="479" y="3642"/>
                </a:lnTo>
                <a:lnTo>
                  <a:pt x="426" y="3801"/>
                </a:lnTo>
                <a:lnTo>
                  <a:pt x="372" y="4014"/>
                </a:lnTo>
                <a:lnTo>
                  <a:pt x="346" y="4253"/>
                </a:lnTo>
                <a:lnTo>
                  <a:pt x="346" y="4492"/>
                </a:lnTo>
                <a:lnTo>
                  <a:pt x="372" y="4678"/>
                </a:lnTo>
                <a:lnTo>
                  <a:pt x="452" y="4838"/>
                </a:lnTo>
                <a:lnTo>
                  <a:pt x="558" y="4971"/>
                </a:lnTo>
                <a:lnTo>
                  <a:pt x="718" y="5051"/>
                </a:lnTo>
                <a:lnTo>
                  <a:pt x="718" y="5848"/>
                </a:lnTo>
                <a:lnTo>
                  <a:pt x="532" y="5981"/>
                </a:lnTo>
                <a:lnTo>
                  <a:pt x="372" y="6140"/>
                </a:lnTo>
                <a:lnTo>
                  <a:pt x="239" y="6326"/>
                </a:lnTo>
                <a:lnTo>
                  <a:pt x="133" y="6512"/>
                </a:lnTo>
                <a:lnTo>
                  <a:pt x="53" y="6725"/>
                </a:lnTo>
                <a:lnTo>
                  <a:pt x="0" y="6938"/>
                </a:lnTo>
                <a:lnTo>
                  <a:pt x="0" y="7177"/>
                </a:lnTo>
                <a:lnTo>
                  <a:pt x="27" y="7416"/>
                </a:lnTo>
                <a:lnTo>
                  <a:pt x="107" y="7629"/>
                </a:lnTo>
                <a:lnTo>
                  <a:pt x="186" y="7842"/>
                </a:lnTo>
                <a:lnTo>
                  <a:pt x="319" y="8028"/>
                </a:lnTo>
                <a:lnTo>
                  <a:pt x="479" y="8187"/>
                </a:lnTo>
                <a:lnTo>
                  <a:pt x="665" y="8320"/>
                </a:lnTo>
                <a:lnTo>
                  <a:pt x="851" y="8426"/>
                </a:lnTo>
                <a:lnTo>
                  <a:pt x="1064" y="8506"/>
                </a:lnTo>
                <a:lnTo>
                  <a:pt x="1303" y="8559"/>
                </a:lnTo>
                <a:lnTo>
                  <a:pt x="1515" y="8559"/>
                </a:lnTo>
                <a:lnTo>
                  <a:pt x="1755" y="8533"/>
                </a:lnTo>
                <a:lnTo>
                  <a:pt x="1967" y="8480"/>
                </a:lnTo>
                <a:lnTo>
                  <a:pt x="2180" y="8400"/>
                </a:lnTo>
                <a:lnTo>
                  <a:pt x="2366" y="8267"/>
                </a:lnTo>
                <a:lnTo>
                  <a:pt x="2525" y="8134"/>
                </a:lnTo>
                <a:lnTo>
                  <a:pt x="2685" y="7948"/>
                </a:lnTo>
                <a:lnTo>
                  <a:pt x="2791" y="7762"/>
                </a:lnTo>
                <a:lnTo>
                  <a:pt x="2818" y="7682"/>
                </a:lnTo>
                <a:lnTo>
                  <a:pt x="2818" y="7629"/>
                </a:lnTo>
                <a:lnTo>
                  <a:pt x="2791" y="7576"/>
                </a:lnTo>
                <a:lnTo>
                  <a:pt x="2765" y="7523"/>
                </a:lnTo>
                <a:lnTo>
                  <a:pt x="2712" y="7469"/>
                </a:lnTo>
                <a:lnTo>
                  <a:pt x="2525" y="7469"/>
                </a:lnTo>
                <a:lnTo>
                  <a:pt x="2286" y="7576"/>
                </a:lnTo>
                <a:lnTo>
                  <a:pt x="2047" y="7602"/>
                </a:lnTo>
                <a:lnTo>
                  <a:pt x="1834" y="7576"/>
                </a:lnTo>
                <a:lnTo>
                  <a:pt x="1622" y="7496"/>
                </a:lnTo>
                <a:lnTo>
                  <a:pt x="1462" y="7416"/>
                </a:lnTo>
                <a:lnTo>
                  <a:pt x="1303" y="7283"/>
                </a:lnTo>
                <a:lnTo>
                  <a:pt x="1170" y="7124"/>
                </a:lnTo>
                <a:lnTo>
                  <a:pt x="1064" y="6938"/>
                </a:lnTo>
                <a:lnTo>
                  <a:pt x="1010" y="6725"/>
                </a:lnTo>
                <a:lnTo>
                  <a:pt x="984" y="6512"/>
                </a:lnTo>
                <a:lnTo>
                  <a:pt x="1010" y="6273"/>
                </a:lnTo>
                <a:lnTo>
                  <a:pt x="1090" y="6061"/>
                </a:lnTo>
                <a:lnTo>
                  <a:pt x="1090" y="6034"/>
                </a:lnTo>
                <a:lnTo>
                  <a:pt x="1117" y="5981"/>
                </a:lnTo>
                <a:lnTo>
                  <a:pt x="1117" y="5954"/>
                </a:lnTo>
                <a:lnTo>
                  <a:pt x="1117" y="5051"/>
                </a:lnTo>
                <a:lnTo>
                  <a:pt x="1276" y="4971"/>
                </a:lnTo>
                <a:lnTo>
                  <a:pt x="1382" y="4838"/>
                </a:lnTo>
                <a:lnTo>
                  <a:pt x="1462" y="4678"/>
                </a:lnTo>
                <a:lnTo>
                  <a:pt x="1489" y="4519"/>
                </a:lnTo>
                <a:lnTo>
                  <a:pt x="1515" y="4306"/>
                </a:lnTo>
                <a:lnTo>
                  <a:pt x="1542" y="4120"/>
                </a:lnTo>
                <a:lnTo>
                  <a:pt x="1595" y="4040"/>
                </a:lnTo>
                <a:lnTo>
                  <a:pt x="1648" y="3987"/>
                </a:lnTo>
                <a:lnTo>
                  <a:pt x="1701" y="3961"/>
                </a:lnTo>
                <a:lnTo>
                  <a:pt x="1781" y="3934"/>
                </a:lnTo>
                <a:lnTo>
                  <a:pt x="4891" y="3934"/>
                </a:lnTo>
                <a:lnTo>
                  <a:pt x="4891" y="4492"/>
                </a:lnTo>
                <a:lnTo>
                  <a:pt x="4918" y="4678"/>
                </a:lnTo>
                <a:lnTo>
                  <a:pt x="4998" y="4838"/>
                </a:lnTo>
                <a:lnTo>
                  <a:pt x="5130" y="4971"/>
                </a:lnTo>
                <a:lnTo>
                  <a:pt x="5290" y="5051"/>
                </a:lnTo>
                <a:lnTo>
                  <a:pt x="5290" y="5795"/>
                </a:lnTo>
                <a:lnTo>
                  <a:pt x="5157" y="5848"/>
                </a:lnTo>
                <a:lnTo>
                  <a:pt x="5024" y="5901"/>
                </a:lnTo>
                <a:lnTo>
                  <a:pt x="4811" y="6061"/>
                </a:lnTo>
                <a:lnTo>
                  <a:pt x="4599" y="6273"/>
                </a:lnTo>
                <a:lnTo>
                  <a:pt x="4519" y="6380"/>
                </a:lnTo>
                <a:lnTo>
                  <a:pt x="4466" y="6512"/>
                </a:lnTo>
                <a:lnTo>
                  <a:pt x="4333" y="6486"/>
                </a:lnTo>
                <a:lnTo>
                  <a:pt x="4094" y="6486"/>
                </a:lnTo>
                <a:lnTo>
                  <a:pt x="3961" y="6539"/>
                </a:lnTo>
                <a:lnTo>
                  <a:pt x="3855" y="6592"/>
                </a:lnTo>
                <a:lnTo>
                  <a:pt x="3748" y="6645"/>
                </a:lnTo>
                <a:lnTo>
                  <a:pt x="3642" y="6725"/>
                </a:lnTo>
                <a:lnTo>
                  <a:pt x="3562" y="6831"/>
                </a:lnTo>
                <a:lnTo>
                  <a:pt x="3482" y="6911"/>
                </a:lnTo>
                <a:lnTo>
                  <a:pt x="3429" y="7044"/>
                </a:lnTo>
                <a:lnTo>
                  <a:pt x="3403" y="7150"/>
                </a:lnTo>
                <a:lnTo>
                  <a:pt x="3376" y="7283"/>
                </a:lnTo>
                <a:lnTo>
                  <a:pt x="3376" y="7390"/>
                </a:lnTo>
                <a:lnTo>
                  <a:pt x="3376" y="7523"/>
                </a:lnTo>
                <a:lnTo>
                  <a:pt x="3403" y="7655"/>
                </a:lnTo>
                <a:lnTo>
                  <a:pt x="3456" y="7762"/>
                </a:lnTo>
                <a:lnTo>
                  <a:pt x="3536" y="7868"/>
                </a:lnTo>
                <a:lnTo>
                  <a:pt x="3589" y="7974"/>
                </a:lnTo>
                <a:lnTo>
                  <a:pt x="3695" y="8054"/>
                </a:lnTo>
                <a:lnTo>
                  <a:pt x="3801" y="8134"/>
                </a:lnTo>
                <a:lnTo>
                  <a:pt x="3908" y="8187"/>
                </a:lnTo>
                <a:lnTo>
                  <a:pt x="4014" y="8240"/>
                </a:lnTo>
                <a:lnTo>
                  <a:pt x="4147" y="8267"/>
                </a:lnTo>
                <a:lnTo>
                  <a:pt x="6885" y="8267"/>
                </a:lnTo>
                <a:lnTo>
                  <a:pt x="7071" y="8214"/>
                </a:lnTo>
                <a:lnTo>
                  <a:pt x="7204" y="8134"/>
                </a:lnTo>
                <a:lnTo>
                  <a:pt x="7337" y="8028"/>
                </a:lnTo>
                <a:lnTo>
                  <a:pt x="7470" y="7895"/>
                </a:lnTo>
                <a:lnTo>
                  <a:pt x="7549" y="7735"/>
                </a:lnTo>
                <a:lnTo>
                  <a:pt x="7603" y="7576"/>
                </a:lnTo>
                <a:lnTo>
                  <a:pt x="7629" y="7390"/>
                </a:lnTo>
                <a:lnTo>
                  <a:pt x="7603" y="7204"/>
                </a:lnTo>
                <a:lnTo>
                  <a:pt x="7549" y="7044"/>
                </a:lnTo>
                <a:lnTo>
                  <a:pt x="7470" y="6885"/>
                </a:lnTo>
                <a:lnTo>
                  <a:pt x="7363" y="6752"/>
                </a:lnTo>
                <a:lnTo>
                  <a:pt x="7230" y="6645"/>
                </a:lnTo>
                <a:lnTo>
                  <a:pt x="7097" y="6566"/>
                </a:lnTo>
                <a:lnTo>
                  <a:pt x="6938" y="6512"/>
                </a:lnTo>
                <a:lnTo>
                  <a:pt x="6752" y="6486"/>
                </a:lnTo>
                <a:lnTo>
                  <a:pt x="6672" y="6326"/>
                </a:lnTo>
                <a:lnTo>
                  <a:pt x="6566" y="6194"/>
                </a:lnTo>
                <a:lnTo>
                  <a:pt x="6460" y="6087"/>
                </a:lnTo>
                <a:lnTo>
                  <a:pt x="6327" y="5981"/>
                </a:lnTo>
                <a:lnTo>
                  <a:pt x="6167" y="5901"/>
                </a:lnTo>
                <a:lnTo>
                  <a:pt x="6034" y="5821"/>
                </a:lnTo>
                <a:lnTo>
                  <a:pt x="5875" y="5795"/>
                </a:lnTo>
                <a:lnTo>
                  <a:pt x="5689" y="5768"/>
                </a:lnTo>
                <a:lnTo>
                  <a:pt x="5689" y="5051"/>
                </a:lnTo>
                <a:lnTo>
                  <a:pt x="5848" y="4971"/>
                </a:lnTo>
                <a:lnTo>
                  <a:pt x="5981" y="4838"/>
                </a:lnTo>
                <a:lnTo>
                  <a:pt x="6061" y="4678"/>
                </a:lnTo>
                <a:lnTo>
                  <a:pt x="6087" y="4492"/>
                </a:lnTo>
                <a:lnTo>
                  <a:pt x="6087" y="3934"/>
                </a:lnTo>
                <a:lnTo>
                  <a:pt x="9197" y="3934"/>
                </a:lnTo>
                <a:lnTo>
                  <a:pt x="9277" y="3961"/>
                </a:lnTo>
                <a:lnTo>
                  <a:pt x="9357" y="3987"/>
                </a:lnTo>
                <a:lnTo>
                  <a:pt x="9383" y="4040"/>
                </a:lnTo>
                <a:lnTo>
                  <a:pt x="9437" y="4120"/>
                </a:lnTo>
                <a:lnTo>
                  <a:pt x="9463" y="4306"/>
                </a:lnTo>
                <a:lnTo>
                  <a:pt x="9490" y="4519"/>
                </a:lnTo>
                <a:lnTo>
                  <a:pt x="9516" y="4678"/>
                </a:lnTo>
                <a:lnTo>
                  <a:pt x="9596" y="4838"/>
                </a:lnTo>
                <a:lnTo>
                  <a:pt x="9702" y="4971"/>
                </a:lnTo>
                <a:lnTo>
                  <a:pt x="9862" y="5051"/>
                </a:lnTo>
                <a:lnTo>
                  <a:pt x="9862" y="5901"/>
                </a:lnTo>
                <a:lnTo>
                  <a:pt x="9516" y="6645"/>
                </a:lnTo>
                <a:lnTo>
                  <a:pt x="8666" y="6752"/>
                </a:lnTo>
                <a:lnTo>
                  <a:pt x="8559" y="6805"/>
                </a:lnTo>
                <a:lnTo>
                  <a:pt x="8506" y="6885"/>
                </a:lnTo>
                <a:lnTo>
                  <a:pt x="8506" y="7018"/>
                </a:lnTo>
                <a:lnTo>
                  <a:pt x="8559" y="7097"/>
                </a:lnTo>
                <a:lnTo>
                  <a:pt x="9171" y="7709"/>
                </a:lnTo>
                <a:lnTo>
                  <a:pt x="9011" y="8559"/>
                </a:lnTo>
                <a:lnTo>
                  <a:pt x="9038" y="8666"/>
                </a:lnTo>
                <a:lnTo>
                  <a:pt x="9091" y="8745"/>
                </a:lnTo>
                <a:lnTo>
                  <a:pt x="9197" y="8798"/>
                </a:lnTo>
                <a:lnTo>
                  <a:pt x="9304" y="8772"/>
                </a:lnTo>
                <a:lnTo>
                  <a:pt x="10075" y="8373"/>
                </a:lnTo>
                <a:lnTo>
                  <a:pt x="10845" y="8772"/>
                </a:lnTo>
                <a:lnTo>
                  <a:pt x="10952" y="8798"/>
                </a:lnTo>
                <a:lnTo>
                  <a:pt x="11058" y="8745"/>
                </a:lnTo>
                <a:lnTo>
                  <a:pt x="11111" y="8666"/>
                </a:lnTo>
                <a:lnTo>
                  <a:pt x="11138" y="8559"/>
                </a:lnTo>
                <a:lnTo>
                  <a:pt x="10978" y="7709"/>
                </a:lnTo>
                <a:lnTo>
                  <a:pt x="11590" y="7097"/>
                </a:lnTo>
                <a:lnTo>
                  <a:pt x="11643" y="7018"/>
                </a:lnTo>
                <a:lnTo>
                  <a:pt x="11643" y="6885"/>
                </a:lnTo>
                <a:lnTo>
                  <a:pt x="11590" y="6805"/>
                </a:lnTo>
                <a:lnTo>
                  <a:pt x="11483" y="6752"/>
                </a:lnTo>
                <a:lnTo>
                  <a:pt x="10633" y="6645"/>
                </a:lnTo>
                <a:lnTo>
                  <a:pt x="10287" y="5901"/>
                </a:lnTo>
                <a:lnTo>
                  <a:pt x="10287" y="5051"/>
                </a:lnTo>
                <a:lnTo>
                  <a:pt x="10420" y="4971"/>
                </a:lnTo>
                <a:lnTo>
                  <a:pt x="10553" y="4838"/>
                </a:lnTo>
                <a:lnTo>
                  <a:pt x="10606" y="4678"/>
                </a:lnTo>
                <a:lnTo>
                  <a:pt x="10633" y="4492"/>
                </a:lnTo>
                <a:lnTo>
                  <a:pt x="10633" y="4253"/>
                </a:lnTo>
                <a:lnTo>
                  <a:pt x="10606" y="4014"/>
                </a:lnTo>
                <a:lnTo>
                  <a:pt x="10553" y="3801"/>
                </a:lnTo>
                <a:lnTo>
                  <a:pt x="10500" y="3642"/>
                </a:lnTo>
                <a:lnTo>
                  <a:pt x="10447" y="3482"/>
                </a:lnTo>
                <a:lnTo>
                  <a:pt x="10367" y="3323"/>
                </a:lnTo>
                <a:lnTo>
                  <a:pt x="10261" y="3216"/>
                </a:lnTo>
                <a:lnTo>
                  <a:pt x="10154" y="3110"/>
                </a:lnTo>
                <a:lnTo>
                  <a:pt x="10048" y="3030"/>
                </a:lnTo>
                <a:lnTo>
                  <a:pt x="9942" y="2951"/>
                </a:lnTo>
                <a:lnTo>
                  <a:pt x="9702" y="2844"/>
                </a:lnTo>
                <a:lnTo>
                  <a:pt x="9463" y="2791"/>
                </a:lnTo>
                <a:lnTo>
                  <a:pt x="6087" y="2791"/>
                </a:lnTo>
                <a:lnTo>
                  <a:pt x="6087" y="585"/>
                </a:lnTo>
                <a:lnTo>
                  <a:pt x="6087" y="452"/>
                </a:lnTo>
                <a:lnTo>
                  <a:pt x="6034" y="346"/>
                </a:lnTo>
                <a:lnTo>
                  <a:pt x="5981" y="239"/>
                </a:lnTo>
                <a:lnTo>
                  <a:pt x="5901" y="160"/>
                </a:lnTo>
                <a:lnTo>
                  <a:pt x="5768" y="53"/>
                </a:lnTo>
                <a:lnTo>
                  <a:pt x="560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4" name="Shape 764"/>
        <p:cNvGrpSpPr/>
        <p:nvPr/>
      </p:nvGrpSpPr>
      <p:grpSpPr>
        <a:xfrm>
          <a:off x="0" y="0"/>
          <a:ext cx="0" cy="0"/>
          <a:chOff x="0" y="0"/>
          <a:chExt cx="0" cy="0"/>
        </a:xfrm>
      </p:grpSpPr>
      <p:sp>
        <p:nvSpPr>
          <p:cNvPr id="765" name="Google Shape;765;p61"/>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HERE ARE THREE IMPORTANT IDEAS</a:t>
            </a:r>
            <a:endParaRPr/>
          </a:p>
        </p:txBody>
      </p:sp>
      <p:sp>
        <p:nvSpPr>
          <p:cNvPr id="766" name="Google Shape;766;p61"/>
          <p:cNvSpPr txBox="1"/>
          <p:nvPr>
            <p:ph idx="1" type="subTitle"/>
          </p:nvPr>
        </p:nvSpPr>
        <p:spPr>
          <a:xfrm>
            <a:off x="2607603" y="1562069"/>
            <a:ext cx="4832700" cy="64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Jupiter is a gas giant and the biggest planet in the Solar System. It's the fourth-brightest object in the night sky and it was named after the Roman god of the skies</a:t>
            </a:r>
            <a:endParaRPr/>
          </a:p>
        </p:txBody>
      </p:sp>
      <p:sp>
        <p:nvSpPr>
          <p:cNvPr id="767" name="Google Shape;767;p61"/>
          <p:cNvSpPr txBox="1"/>
          <p:nvPr>
            <p:ph idx="2" type="subTitle"/>
          </p:nvPr>
        </p:nvSpPr>
        <p:spPr>
          <a:xfrm>
            <a:off x="2607603" y="2632025"/>
            <a:ext cx="4832700" cy="64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Venus has a beautiful name and is the second planet from the Sun. It’s terribly hot and its atmosphere is poisonous. It’s the second-brightest natural object in the night sky</a:t>
            </a:r>
            <a:endParaRPr/>
          </a:p>
        </p:txBody>
      </p:sp>
      <p:sp>
        <p:nvSpPr>
          <p:cNvPr id="768" name="Google Shape;768;p61"/>
          <p:cNvSpPr txBox="1"/>
          <p:nvPr>
            <p:ph idx="3" type="subTitle"/>
          </p:nvPr>
        </p:nvSpPr>
        <p:spPr>
          <a:xfrm>
            <a:off x="2607603" y="3704975"/>
            <a:ext cx="4832700" cy="64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Saturn is a gas giant and has several rings and it's composed mostly of hydrogen and helium. Saturn was also named after the Roman god of wealth and agriculture</a:t>
            </a:r>
            <a:endParaRPr/>
          </a:p>
        </p:txBody>
      </p:sp>
      <p:sp>
        <p:nvSpPr>
          <p:cNvPr id="769" name="Google Shape;769;p61"/>
          <p:cNvSpPr txBox="1"/>
          <p:nvPr>
            <p:ph idx="4" type="title"/>
          </p:nvPr>
        </p:nvSpPr>
        <p:spPr>
          <a:xfrm>
            <a:off x="2607603" y="1348625"/>
            <a:ext cx="4840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JUPITER</a:t>
            </a:r>
            <a:endParaRPr/>
          </a:p>
        </p:txBody>
      </p:sp>
      <p:sp>
        <p:nvSpPr>
          <p:cNvPr id="770" name="Google Shape;770;p61"/>
          <p:cNvSpPr txBox="1"/>
          <p:nvPr>
            <p:ph idx="5" type="title"/>
          </p:nvPr>
        </p:nvSpPr>
        <p:spPr>
          <a:xfrm>
            <a:off x="2607603" y="2418581"/>
            <a:ext cx="4840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VENUS</a:t>
            </a:r>
            <a:endParaRPr/>
          </a:p>
        </p:txBody>
      </p:sp>
      <p:sp>
        <p:nvSpPr>
          <p:cNvPr id="771" name="Google Shape;771;p61"/>
          <p:cNvSpPr txBox="1"/>
          <p:nvPr>
            <p:ph idx="6" type="title"/>
          </p:nvPr>
        </p:nvSpPr>
        <p:spPr>
          <a:xfrm>
            <a:off x="2607603" y="3491530"/>
            <a:ext cx="4840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SATURN</a:t>
            </a:r>
            <a:endParaRPr/>
          </a:p>
        </p:txBody>
      </p:sp>
      <p:sp>
        <p:nvSpPr>
          <p:cNvPr id="772" name="Google Shape;772;p61"/>
          <p:cNvSpPr/>
          <p:nvPr/>
        </p:nvSpPr>
        <p:spPr>
          <a:xfrm>
            <a:off x="1696197" y="1348758"/>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61"/>
          <p:cNvSpPr/>
          <p:nvPr/>
        </p:nvSpPr>
        <p:spPr>
          <a:xfrm>
            <a:off x="1696197" y="2420933"/>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61"/>
          <p:cNvSpPr/>
          <p:nvPr/>
        </p:nvSpPr>
        <p:spPr>
          <a:xfrm>
            <a:off x="1696197" y="3493108"/>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75" name="Google Shape;775;p61"/>
          <p:cNvGrpSpPr/>
          <p:nvPr/>
        </p:nvGrpSpPr>
        <p:grpSpPr>
          <a:xfrm>
            <a:off x="1931794" y="1614924"/>
            <a:ext cx="287806" cy="226668"/>
            <a:chOff x="2522125" y="1336700"/>
            <a:chExt cx="278450" cy="219300"/>
          </a:xfrm>
        </p:grpSpPr>
        <p:sp>
          <p:nvSpPr>
            <p:cNvPr id="776" name="Google Shape;776;p61"/>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61"/>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 name="Google Shape;778;p61"/>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61"/>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80" name="Google Shape;780;p61"/>
          <p:cNvGrpSpPr/>
          <p:nvPr/>
        </p:nvGrpSpPr>
        <p:grpSpPr>
          <a:xfrm>
            <a:off x="1979534" y="2654127"/>
            <a:ext cx="192327" cy="292612"/>
            <a:chOff x="3333525" y="1304800"/>
            <a:chExt cx="186075" cy="283100"/>
          </a:xfrm>
        </p:grpSpPr>
        <p:sp>
          <p:nvSpPr>
            <p:cNvPr id="781" name="Google Shape;781;p61"/>
            <p:cNvSpPr/>
            <p:nvPr/>
          </p:nvSpPr>
          <p:spPr>
            <a:xfrm>
              <a:off x="3333525" y="1304800"/>
              <a:ext cx="186075" cy="283100"/>
            </a:xfrm>
            <a:custGeom>
              <a:rect b="b" l="l" r="r" t="t"/>
              <a:pathLst>
                <a:path extrusionOk="0" h="11324" w="7443">
                  <a:moveTo>
                    <a:pt x="7018" y="425"/>
                  </a:moveTo>
                  <a:lnTo>
                    <a:pt x="7018" y="5449"/>
                  </a:lnTo>
                  <a:lnTo>
                    <a:pt x="2632" y="5449"/>
                  </a:lnTo>
                  <a:lnTo>
                    <a:pt x="2579" y="5476"/>
                  </a:lnTo>
                  <a:lnTo>
                    <a:pt x="2525" y="5476"/>
                  </a:lnTo>
                  <a:lnTo>
                    <a:pt x="2525" y="5502"/>
                  </a:lnTo>
                  <a:lnTo>
                    <a:pt x="2499" y="5502"/>
                  </a:lnTo>
                  <a:lnTo>
                    <a:pt x="2472" y="5529"/>
                  </a:lnTo>
                  <a:lnTo>
                    <a:pt x="399" y="7602"/>
                  </a:lnTo>
                  <a:lnTo>
                    <a:pt x="399" y="425"/>
                  </a:lnTo>
                  <a:close/>
                  <a:moveTo>
                    <a:pt x="2419" y="6140"/>
                  </a:moveTo>
                  <a:lnTo>
                    <a:pt x="2419" y="7895"/>
                  </a:lnTo>
                  <a:lnTo>
                    <a:pt x="691" y="7895"/>
                  </a:lnTo>
                  <a:lnTo>
                    <a:pt x="1542" y="7018"/>
                  </a:lnTo>
                  <a:lnTo>
                    <a:pt x="2419" y="6140"/>
                  </a:lnTo>
                  <a:close/>
                  <a:moveTo>
                    <a:pt x="798" y="8294"/>
                  </a:moveTo>
                  <a:lnTo>
                    <a:pt x="798" y="10925"/>
                  </a:lnTo>
                  <a:lnTo>
                    <a:pt x="399" y="10925"/>
                  </a:lnTo>
                  <a:lnTo>
                    <a:pt x="399" y="8294"/>
                  </a:lnTo>
                  <a:close/>
                  <a:moveTo>
                    <a:pt x="1515" y="8294"/>
                  </a:moveTo>
                  <a:lnTo>
                    <a:pt x="1515" y="10925"/>
                  </a:lnTo>
                  <a:lnTo>
                    <a:pt x="1196" y="10925"/>
                  </a:lnTo>
                  <a:lnTo>
                    <a:pt x="1196" y="8294"/>
                  </a:lnTo>
                  <a:close/>
                  <a:moveTo>
                    <a:pt x="2366" y="8294"/>
                  </a:moveTo>
                  <a:lnTo>
                    <a:pt x="2366" y="10925"/>
                  </a:lnTo>
                  <a:lnTo>
                    <a:pt x="1914" y="10925"/>
                  </a:lnTo>
                  <a:lnTo>
                    <a:pt x="1914" y="8294"/>
                  </a:lnTo>
                  <a:close/>
                  <a:moveTo>
                    <a:pt x="3084" y="5875"/>
                  </a:moveTo>
                  <a:lnTo>
                    <a:pt x="3084" y="10925"/>
                  </a:lnTo>
                  <a:lnTo>
                    <a:pt x="2765" y="10925"/>
                  </a:lnTo>
                  <a:lnTo>
                    <a:pt x="2765" y="8214"/>
                  </a:lnTo>
                  <a:lnTo>
                    <a:pt x="2791" y="8187"/>
                  </a:lnTo>
                  <a:lnTo>
                    <a:pt x="2818" y="8161"/>
                  </a:lnTo>
                  <a:lnTo>
                    <a:pt x="2818" y="8134"/>
                  </a:lnTo>
                  <a:lnTo>
                    <a:pt x="2818" y="8081"/>
                  </a:lnTo>
                  <a:lnTo>
                    <a:pt x="2818" y="5875"/>
                  </a:lnTo>
                  <a:close/>
                  <a:moveTo>
                    <a:pt x="3934" y="5875"/>
                  </a:moveTo>
                  <a:lnTo>
                    <a:pt x="3934" y="10925"/>
                  </a:lnTo>
                  <a:lnTo>
                    <a:pt x="3509" y="10925"/>
                  </a:lnTo>
                  <a:lnTo>
                    <a:pt x="3509" y="5875"/>
                  </a:lnTo>
                  <a:close/>
                  <a:moveTo>
                    <a:pt x="4678" y="5875"/>
                  </a:moveTo>
                  <a:lnTo>
                    <a:pt x="4678" y="10925"/>
                  </a:lnTo>
                  <a:lnTo>
                    <a:pt x="4333" y="10925"/>
                  </a:lnTo>
                  <a:lnTo>
                    <a:pt x="4333" y="5875"/>
                  </a:lnTo>
                  <a:close/>
                  <a:moveTo>
                    <a:pt x="5502" y="5875"/>
                  </a:moveTo>
                  <a:lnTo>
                    <a:pt x="5502" y="10925"/>
                  </a:lnTo>
                  <a:lnTo>
                    <a:pt x="5077" y="10925"/>
                  </a:lnTo>
                  <a:lnTo>
                    <a:pt x="5077" y="5875"/>
                  </a:lnTo>
                  <a:close/>
                  <a:moveTo>
                    <a:pt x="6247" y="5875"/>
                  </a:moveTo>
                  <a:lnTo>
                    <a:pt x="6247" y="10925"/>
                  </a:lnTo>
                  <a:lnTo>
                    <a:pt x="5901" y="10925"/>
                  </a:lnTo>
                  <a:lnTo>
                    <a:pt x="5901" y="5875"/>
                  </a:lnTo>
                  <a:close/>
                  <a:moveTo>
                    <a:pt x="7018" y="5875"/>
                  </a:moveTo>
                  <a:lnTo>
                    <a:pt x="7018" y="10925"/>
                  </a:lnTo>
                  <a:lnTo>
                    <a:pt x="6645" y="10925"/>
                  </a:lnTo>
                  <a:lnTo>
                    <a:pt x="6645" y="5875"/>
                  </a:lnTo>
                  <a:close/>
                  <a:moveTo>
                    <a:pt x="213" y="0"/>
                  </a:moveTo>
                  <a:lnTo>
                    <a:pt x="133" y="27"/>
                  </a:lnTo>
                  <a:lnTo>
                    <a:pt x="53" y="80"/>
                  </a:lnTo>
                  <a:lnTo>
                    <a:pt x="27" y="133"/>
                  </a:lnTo>
                  <a:lnTo>
                    <a:pt x="0" y="213"/>
                  </a:lnTo>
                  <a:lnTo>
                    <a:pt x="0" y="11111"/>
                  </a:lnTo>
                  <a:lnTo>
                    <a:pt x="27" y="11191"/>
                  </a:lnTo>
                  <a:lnTo>
                    <a:pt x="53" y="11244"/>
                  </a:lnTo>
                  <a:lnTo>
                    <a:pt x="133" y="11297"/>
                  </a:lnTo>
                  <a:lnTo>
                    <a:pt x="213" y="11324"/>
                  </a:lnTo>
                  <a:lnTo>
                    <a:pt x="7230" y="11324"/>
                  </a:lnTo>
                  <a:lnTo>
                    <a:pt x="7310" y="11297"/>
                  </a:lnTo>
                  <a:lnTo>
                    <a:pt x="7363" y="11244"/>
                  </a:lnTo>
                  <a:lnTo>
                    <a:pt x="7416" y="11191"/>
                  </a:lnTo>
                  <a:lnTo>
                    <a:pt x="7443" y="11111"/>
                  </a:lnTo>
                  <a:lnTo>
                    <a:pt x="7443" y="213"/>
                  </a:lnTo>
                  <a:lnTo>
                    <a:pt x="7416" y="133"/>
                  </a:lnTo>
                  <a:lnTo>
                    <a:pt x="7363" y="80"/>
                  </a:lnTo>
                  <a:lnTo>
                    <a:pt x="7310" y="27"/>
                  </a:lnTo>
                  <a:lnTo>
                    <a:pt x="723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p61"/>
            <p:cNvSpPr/>
            <p:nvPr/>
          </p:nvSpPr>
          <p:spPr>
            <a:xfrm>
              <a:off x="3368075" y="1331375"/>
              <a:ext cx="116975" cy="83100"/>
            </a:xfrm>
            <a:custGeom>
              <a:rect b="b" l="l" r="r" t="t"/>
              <a:pathLst>
                <a:path extrusionOk="0" h="3324" w="4679">
                  <a:moveTo>
                    <a:pt x="4174" y="426"/>
                  </a:moveTo>
                  <a:lnTo>
                    <a:pt x="4227" y="479"/>
                  </a:lnTo>
                  <a:lnTo>
                    <a:pt x="4253" y="532"/>
                  </a:lnTo>
                  <a:lnTo>
                    <a:pt x="4253" y="612"/>
                  </a:lnTo>
                  <a:lnTo>
                    <a:pt x="4253" y="665"/>
                  </a:lnTo>
                  <a:lnTo>
                    <a:pt x="4200" y="718"/>
                  </a:lnTo>
                  <a:lnTo>
                    <a:pt x="4147" y="771"/>
                  </a:lnTo>
                  <a:lnTo>
                    <a:pt x="4120" y="851"/>
                  </a:lnTo>
                  <a:lnTo>
                    <a:pt x="4094" y="931"/>
                  </a:lnTo>
                  <a:lnTo>
                    <a:pt x="4094" y="1010"/>
                  </a:lnTo>
                  <a:lnTo>
                    <a:pt x="4147" y="1329"/>
                  </a:lnTo>
                  <a:lnTo>
                    <a:pt x="4147" y="1675"/>
                  </a:lnTo>
                  <a:lnTo>
                    <a:pt x="4147" y="2021"/>
                  </a:lnTo>
                  <a:lnTo>
                    <a:pt x="4094" y="2340"/>
                  </a:lnTo>
                  <a:lnTo>
                    <a:pt x="4094" y="2419"/>
                  </a:lnTo>
                  <a:lnTo>
                    <a:pt x="4120" y="2499"/>
                  </a:lnTo>
                  <a:lnTo>
                    <a:pt x="4147" y="2552"/>
                  </a:lnTo>
                  <a:lnTo>
                    <a:pt x="4200" y="2632"/>
                  </a:lnTo>
                  <a:lnTo>
                    <a:pt x="4253" y="2685"/>
                  </a:lnTo>
                  <a:lnTo>
                    <a:pt x="4253" y="2765"/>
                  </a:lnTo>
                  <a:lnTo>
                    <a:pt x="4253" y="2818"/>
                  </a:lnTo>
                  <a:lnTo>
                    <a:pt x="4200" y="2898"/>
                  </a:lnTo>
                  <a:lnTo>
                    <a:pt x="4147" y="2924"/>
                  </a:lnTo>
                  <a:lnTo>
                    <a:pt x="4067" y="2924"/>
                  </a:lnTo>
                  <a:lnTo>
                    <a:pt x="4014" y="2898"/>
                  </a:lnTo>
                  <a:lnTo>
                    <a:pt x="3961" y="2871"/>
                  </a:lnTo>
                  <a:lnTo>
                    <a:pt x="3828" y="2791"/>
                  </a:lnTo>
                  <a:lnTo>
                    <a:pt x="3695" y="2765"/>
                  </a:lnTo>
                  <a:lnTo>
                    <a:pt x="3004" y="2791"/>
                  </a:lnTo>
                  <a:lnTo>
                    <a:pt x="2340" y="2818"/>
                  </a:lnTo>
                  <a:lnTo>
                    <a:pt x="1648" y="2791"/>
                  </a:lnTo>
                  <a:lnTo>
                    <a:pt x="984" y="2765"/>
                  </a:lnTo>
                  <a:lnTo>
                    <a:pt x="824" y="2791"/>
                  </a:lnTo>
                  <a:lnTo>
                    <a:pt x="718" y="2871"/>
                  </a:lnTo>
                  <a:lnTo>
                    <a:pt x="691" y="2871"/>
                  </a:lnTo>
                  <a:lnTo>
                    <a:pt x="638" y="2924"/>
                  </a:lnTo>
                  <a:lnTo>
                    <a:pt x="505" y="2924"/>
                  </a:lnTo>
                  <a:lnTo>
                    <a:pt x="452" y="2871"/>
                  </a:lnTo>
                  <a:lnTo>
                    <a:pt x="426" y="2818"/>
                  </a:lnTo>
                  <a:lnTo>
                    <a:pt x="399" y="2738"/>
                  </a:lnTo>
                  <a:lnTo>
                    <a:pt x="426" y="2685"/>
                  </a:lnTo>
                  <a:lnTo>
                    <a:pt x="452" y="2632"/>
                  </a:lnTo>
                  <a:lnTo>
                    <a:pt x="505" y="2552"/>
                  </a:lnTo>
                  <a:lnTo>
                    <a:pt x="532" y="2499"/>
                  </a:lnTo>
                  <a:lnTo>
                    <a:pt x="559" y="2419"/>
                  </a:lnTo>
                  <a:lnTo>
                    <a:pt x="559" y="2340"/>
                  </a:lnTo>
                  <a:lnTo>
                    <a:pt x="532" y="2021"/>
                  </a:lnTo>
                  <a:lnTo>
                    <a:pt x="532" y="1675"/>
                  </a:lnTo>
                  <a:lnTo>
                    <a:pt x="532" y="1329"/>
                  </a:lnTo>
                  <a:lnTo>
                    <a:pt x="559" y="1010"/>
                  </a:lnTo>
                  <a:lnTo>
                    <a:pt x="559" y="931"/>
                  </a:lnTo>
                  <a:lnTo>
                    <a:pt x="532" y="851"/>
                  </a:lnTo>
                  <a:lnTo>
                    <a:pt x="505" y="771"/>
                  </a:lnTo>
                  <a:lnTo>
                    <a:pt x="452" y="718"/>
                  </a:lnTo>
                  <a:lnTo>
                    <a:pt x="426" y="638"/>
                  </a:lnTo>
                  <a:lnTo>
                    <a:pt x="399" y="585"/>
                  </a:lnTo>
                  <a:lnTo>
                    <a:pt x="426" y="505"/>
                  </a:lnTo>
                  <a:lnTo>
                    <a:pt x="452" y="452"/>
                  </a:lnTo>
                  <a:lnTo>
                    <a:pt x="505" y="426"/>
                  </a:lnTo>
                  <a:lnTo>
                    <a:pt x="638" y="426"/>
                  </a:lnTo>
                  <a:lnTo>
                    <a:pt x="718" y="479"/>
                  </a:lnTo>
                  <a:lnTo>
                    <a:pt x="824" y="559"/>
                  </a:lnTo>
                  <a:lnTo>
                    <a:pt x="984" y="585"/>
                  </a:lnTo>
                  <a:lnTo>
                    <a:pt x="1648" y="559"/>
                  </a:lnTo>
                  <a:lnTo>
                    <a:pt x="2340" y="532"/>
                  </a:lnTo>
                  <a:lnTo>
                    <a:pt x="3004" y="559"/>
                  </a:lnTo>
                  <a:lnTo>
                    <a:pt x="3695" y="585"/>
                  </a:lnTo>
                  <a:lnTo>
                    <a:pt x="3828" y="559"/>
                  </a:lnTo>
                  <a:lnTo>
                    <a:pt x="3961" y="479"/>
                  </a:lnTo>
                  <a:lnTo>
                    <a:pt x="3961" y="452"/>
                  </a:lnTo>
                  <a:lnTo>
                    <a:pt x="4041" y="426"/>
                  </a:lnTo>
                  <a:close/>
                  <a:moveTo>
                    <a:pt x="585" y="0"/>
                  </a:moveTo>
                  <a:lnTo>
                    <a:pt x="479" y="27"/>
                  </a:lnTo>
                  <a:lnTo>
                    <a:pt x="373" y="54"/>
                  </a:lnTo>
                  <a:lnTo>
                    <a:pt x="266" y="107"/>
                  </a:lnTo>
                  <a:lnTo>
                    <a:pt x="160" y="160"/>
                  </a:lnTo>
                  <a:lnTo>
                    <a:pt x="107" y="266"/>
                  </a:lnTo>
                  <a:lnTo>
                    <a:pt x="54" y="346"/>
                  </a:lnTo>
                  <a:lnTo>
                    <a:pt x="0" y="452"/>
                  </a:lnTo>
                  <a:lnTo>
                    <a:pt x="0" y="585"/>
                  </a:lnTo>
                  <a:lnTo>
                    <a:pt x="0" y="692"/>
                  </a:lnTo>
                  <a:lnTo>
                    <a:pt x="27" y="798"/>
                  </a:lnTo>
                  <a:lnTo>
                    <a:pt x="80" y="878"/>
                  </a:lnTo>
                  <a:lnTo>
                    <a:pt x="160" y="984"/>
                  </a:lnTo>
                  <a:lnTo>
                    <a:pt x="133" y="1329"/>
                  </a:lnTo>
                  <a:lnTo>
                    <a:pt x="133" y="1675"/>
                  </a:lnTo>
                  <a:lnTo>
                    <a:pt x="133" y="2021"/>
                  </a:lnTo>
                  <a:lnTo>
                    <a:pt x="160" y="2366"/>
                  </a:lnTo>
                  <a:lnTo>
                    <a:pt x="54" y="2499"/>
                  </a:lnTo>
                  <a:lnTo>
                    <a:pt x="0" y="2659"/>
                  </a:lnTo>
                  <a:lnTo>
                    <a:pt x="0" y="2818"/>
                  </a:lnTo>
                  <a:lnTo>
                    <a:pt x="54" y="2978"/>
                  </a:lnTo>
                  <a:lnTo>
                    <a:pt x="133" y="3110"/>
                  </a:lnTo>
                  <a:lnTo>
                    <a:pt x="240" y="3217"/>
                  </a:lnTo>
                  <a:lnTo>
                    <a:pt x="399" y="3296"/>
                  </a:lnTo>
                  <a:lnTo>
                    <a:pt x="559" y="3323"/>
                  </a:lnTo>
                  <a:lnTo>
                    <a:pt x="691" y="3323"/>
                  </a:lnTo>
                  <a:lnTo>
                    <a:pt x="798" y="3296"/>
                  </a:lnTo>
                  <a:lnTo>
                    <a:pt x="904" y="3243"/>
                  </a:lnTo>
                  <a:lnTo>
                    <a:pt x="984" y="3164"/>
                  </a:lnTo>
                  <a:lnTo>
                    <a:pt x="1648" y="3190"/>
                  </a:lnTo>
                  <a:lnTo>
                    <a:pt x="2340" y="3217"/>
                  </a:lnTo>
                  <a:lnTo>
                    <a:pt x="3004" y="3190"/>
                  </a:lnTo>
                  <a:lnTo>
                    <a:pt x="3695" y="3164"/>
                  </a:lnTo>
                  <a:lnTo>
                    <a:pt x="3775" y="3243"/>
                  </a:lnTo>
                  <a:lnTo>
                    <a:pt x="3881" y="3296"/>
                  </a:lnTo>
                  <a:lnTo>
                    <a:pt x="3988" y="3323"/>
                  </a:lnTo>
                  <a:lnTo>
                    <a:pt x="4200" y="3323"/>
                  </a:lnTo>
                  <a:lnTo>
                    <a:pt x="4307" y="3296"/>
                  </a:lnTo>
                  <a:lnTo>
                    <a:pt x="4413" y="3243"/>
                  </a:lnTo>
                  <a:lnTo>
                    <a:pt x="4493" y="3164"/>
                  </a:lnTo>
                  <a:lnTo>
                    <a:pt x="4572" y="3084"/>
                  </a:lnTo>
                  <a:lnTo>
                    <a:pt x="4626" y="2978"/>
                  </a:lnTo>
                  <a:lnTo>
                    <a:pt x="4652" y="2871"/>
                  </a:lnTo>
                  <a:lnTo>
                    <a:pt x="4679" y="2765"/>
                  </a:lnTo>
                  <a:lnTo>
                    <a:pt x="4652" y="2659"/>
                  </a:lnTo>
                  <a:lnTo>
                    <a:pt x="4626" y="2552"/>
                  </a:lnTo>
                  <a:lnTo>
                    <a:pt x="4572" y="2446"/>
                  </a:lnTo>
                  <a:lnTo>
                    <a:pt x="4519" y="2366"/>
                  </a:lnTo>
                  <a:lnTo>
                    <a:pt x="4546" y="2021"/>
                  </a:lnTo>
                  <a:lnTo>
                    <a:pt x="4546" y="1675"/>
                  </a:lnTo>
                  <a:lnTo>
                    <a:pt x="4546" y="1329"/>
                  </a:lnTo>
                  <a:lnTo>
                    <a:pt x="4519" y="984"/>
                  </a:lnTo>
                  <a:lnTo>
                    <a:pt x="4572" y="904"/>
                  </a:lnTo>
                  <a:lnTo>
                    <a:pt x="4626" y="798"/>
                  </a:lnTo>
                  <a:lnTo>
                    <a:pt x="4652" y="718"/>
                  </a:lnTo>
                  <a:lnTo>
                    <a:pt x="4652" y="612"/>
                  </a:lnTo>
                  <a:lnTo>
                    <a:pt x="4652" y="532"/>
                  </a:lnTo>
                  <a:lnTo>
                    <a:pt x="4626" y="426"/>
                  </a:lnTo>
                  <a:lnTo>
                    <a:pt x="4599" y="319"/>
                  </a:lnTo>
                  <a:lnTo>
                    <a:pt x="4546" y="240"/>
                  </a:lnTo>
                  <a:lnTo>
                    <a:pt x="4466" y="160"/>
                  </a:lnTo>
                  <a:lnTo>
                    <a:pt x="4360" y="80"/>
                  </a:lnTo>
                  <a:lnTo>
                    <a:pt x="4253" y="27"/>
                  </a:lnTo>
                  <a:lnTo>
                    <a:pt x="4014" y="27"/>
                  </a:lnTo>
                  <a:lnTo>
                    <a:pt x="3881" y="54"/>
                  </a:lnTo>
                  <a:lnTo>
                    <a:pt x="3775" y="107"/>
                  </a:lnTo>
                  <a:lnTo>
                    <a:pt x="3695" y="186"/>
                  </a:lnTo>
                  <a:lnTo>
                    <a:pt x="3004" y="133"/>
                  </a:lnTo>
                  <a:lnTo>
                    <a:pt x="1648" y="133"/>
                  </a:lnTo>
                  <a:lnTo>
                    <a:pt x="984" y="186"/>
                  </a:lnTo>
                  <a:lnTo>
                    <a:pt x="904" y="107"/>
                  </a:lnTo>
                  <a:lnTo>
                    <a:pt x="798" y="54"/>
                  </a:lnTo>
                  <a:lnTo>
                    <a:pt x="691" y="27"/>
                  </a:lnTo>
                  <a:lnTo>
                    <a:pt x="58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83" name="Google Shape;783;p61"/>
          <p:cNvSpPr/>
          <p:nvPr/>
        </p:nvSpPr>
        <p:spPr>
          <a:xfrm>
            <a:off x="1931445" y="3750333"/>
            <a:ext cx="288504" cy="244550"/>
          </a:xfrm>
          <a:custGeom>
            <a:rect b="b" l="l" r="r" t="t"/>
            <a:pathLst>
              <a:path extrusionOk="0" h="9464" w="11165">
                <a:moveTo>
                  <a:pt x="10766" y="399"/>
                </a:moveTo>
                <a:lnTo>
                  <a:pt x="10766" y="798"/>
                </a:lnTo>
                <a:lnTo>
                  <a:pt x="399" y="798"/>
                </a:lnTo>
                <a:lnTo>
                  <a:pt x="399" y="399"/>
                </a:lnTo>
                <a:close/>
                <a:moveTo>
                  <a:pt x="1941" y="1197"/>
                </a:moveTo>
                <a:lnTo>
                  <a:pt x="1914" y="1781"/>
                </a:lnTo>
                <a:lnTo>
                  <a:pt x="1861" y="2313"/>
                </a:lnTo>
                <a:lnTo>
                  <a:pt x="1808" y="2792"/>
                </a:lnTo>
                <a:lnTo>
                  <a:pt x="1728" y="3190"/>
                </a:lnTo>
                <a:lnTo>
                  <a:pt x="1649" y="3509"/>
                </a:lnTo>
                <a:lnTo>
                  <a:pt x="1569" y="3802"/>
                </a:lnTo>
                <a:lnTo>
                  <a:pt x="1436" y="4147"/>
                </a:lnTo>
                <a:lnTo>
                  <a:pt x="931" y="4147"/>
                </a:lnTo>
                <a:lnTo>
                  <a:pt x="931" y="1197"/>
                </a:lnTo>
                <a:close/>
                <a:moveTo>
                  <a:pt x="3376" y="1197"/>
                </a:moveTo>
                <a:lnTo>
                  <a:pt x="3350" y="1542"/>
                </a:lnTo>
                <a:lnTo>
                  <a:pt x="3323" y="1861"/>
                </a:lnTo>
                <a:lnTo>
                  <a:pt x="3217" y="2419"/>
                </a:lnTo>
                <a:lnTo>
                  <a:pt x="3057" y="2898"/>
                </a:lnTo>
                <a:lnTo>
                  <a:pt x="2898" y="3297"/>
                </a:lnTo>
                <a:lnTo>
                  <a:pt x="2712" y="3616"/>
                </a:lnTo>
                <a:lnTo>
                  <a:pt x="2552" y="3881"/>
                </a:lnTo>
                <a:lnTo>
                  <a:pt x="2420" y="4041"/>
                </a:lnTo>
                <a:lnTo>
                  <a:pt x="2313" y="4147"/>
                </a:lnTo>
                <a:lnTo>
                  <a:pt x="1861" y="4147"/>
                </a:lnTo>
                <a:lnTo>
                  <a:pt x="1994" y="3722"/>
                </a:lnTo>
                <a:lnTo>
                  <a:pt x="2154" y="3084"/>
                </a:lnTo>
                <a:lnTo>
                  <a:pt x="2233" y="2685"/>
                </a:lnTo>
                <a:lnTo>
                  <a:pt x="2287" y="2233"/>
                </a:lnTo>
                <a:lnTo>
                  <a:pt x="2313" y="1755"/>
                </a:lnTo>
                <a:lnTo>
                  <a:pt x="2340" y="1197"/>
                </a:lnTo>
                <a:close/>
                <a:moveTo>
                  <a:pt x="4998" y="1197"/>
                </a:moveTo>
                <a:lnTo>
                  <a:pt x="4998" y="4147"/>
                </a:lnTo>
                <a:lnTo>
                  <a:pt x="2845" y="4147"/>
                </a:lnTo>
                <a:lnTo>
                  <a:pt x="2978" y="3961"/>
                </a:lnTo>
                <a:lnTo>
                  <a:pt x="3137" y="3722"/>
                </a:lnTo>
                <a:lnTo>
                  <a:pt x="3297" y="3429"/>
                </a:lnTo>
                <a:lnTo>
                  <a:pt x="3430" y="3084"/>
                </a:lnTo>
                <a:lnTo>
                  <a:pt x="3563" y="2685"/>
                </a:lnTo>
                <a:lnTo>
                  <a:pt x="3642" y="2260"/>
                </a:lnTo>
                <a:lnTo>
                  <a:pt x="3722" y="1755"/>
                </a:lnTo>
                <a:lnTo>
                  <a:pt x="3775" y="1197"/>
                </a:lnTo>
                <a:close/>
                <a:moveTo>
                  <a:pt x="7390" y="1197"/>
                </a:moveTo>
                <a:lnTo>
                  <a:pt x="7443" y="1755"/>
                </a:lnTo>
                <a:lnTo>
                  <a:pt x="7497" y="2260"/>
                </a:lnTo>
                <a:lnTo>
                  <a:pt x="7603" y="2685"/>
                </a:lnTo>
                <a:lnTo>
                  <a:pt x="7736" y="3084"/>
                </a:lnTo>
                <a:lnTo>
                  <a:pt x="7869" y="3429"/>
                </a:lnTo>
                <a:lnTo>
                  <a:pt x="8028" y="3722"/>
                </a:lnTo>
                <a:lnTo>
                  <a:pt x="8188" y="3961"/>
                </a:lnTo>
                <a:lnTo>
                  <a:pt x="8321" y="4147"/>
                </a:lnTo>
                <a:lnTo>
                  <a:pt x="6168" y="4147"/>
                </a:lnTo>
                <a:lnTo>
                  <a:pt x="6168" y="1197"/>
                </a:lnTo>
                <a:close/>
                <a:moveTo>
                  <a:pt x="8826" y="1197"/>
                </a:moveTo>
                <a:lnTo>
                  <a:pt x="8852" y="1755"/>
                </a:lnTo>
                <a:lnTo>
                  <a:pt x="8879" y="2233"/>
                </a:lnTo>
                <a:lnTo>
                  <a:pt x="8932" y="2685"/>
                </a:lnTo>
                <a:lnTo>
                  <a:pt x="9012" y="3084"/>
                </a:lnTo>
                <a:lnTo>
                  <a:pt x="9145" y="3722"/>
                </a:lnTo>
                <a:lnTo>
                  <a:pt x="9304" y="4147"/>
                </a:lnTo>
                <a:lnTo>
                  <a:pt x="8852" y="4147"/>
                </a:lnTo>
                <a:lnTo>
                  <a:pt x="8746" y="4041"/>
                </a:lnTo>
                <a:lnTo>
                  <a:pt x="8613" y="3881"/>
                </a:lnTo>
                <a:lnTo>
                  <a:pt x="8427" y="3616"/>
                </a:lnTo>
                <a:lnTo>
                  <a:pt x="8267" y="3297"/>
                </a:lnTo>
                <a:lnTo>
                  <a:pt x="8108" y="2898"/>
                </a:lnTo>
                <a:lnTo>
                  <a:pt x="7948" y="2419"/>
                </a:lnTo>
                <a:lnTo>
                  <a:pt x="7842" y="1861"/>
                </a:lnTo>
                <a:lnTo>
                  <a:pt x="7816" y="1542"/>
                </a:lnTo>
                <a:lnTo>
                  <a:pt x="7789" y="1197"/>
                </a:lnTo>
                <a:close/>
                <a:moveTo>
                  <a:pt x="10234" y="1197"/>
                </a:moveTo>
                <a:lnTo>
                  <a:pt x="10234" y="4147"/>
                </a:lnTo>
                <a:lnTo>
                  <a:pt x="9729" y="4147"/>
                </a:lnTo>
                <a:lnTo>
                  <a:pt x="9597" y="3802"/>
                </a:lnTo>
                <a:lnTo>
                  <a:pt x="9517" y="3509"/>
                </a:lnTo>
                <a:lnTo>
                  <a:pt x="9437" y="3190"/>
                </a:lnTo>
                <a:lnTo>
                  <a:pt x="9357" y="2792"/>
                </a:lnTo>
                <a:lnTo>
                  <a:pt x="9304" y="2313"/>
                </a:lnTo>
                <a:lnTo>
                  <a:pt x="9251" y="1781"/>
                </a:lnTo>
                <a:lnTo>
                  <a:pt x="9224" y="1197"/>
                </a:lnTo>
                <a:close/>
                <a:moveTo>
                  <a:pt x="2207" y="4546"/>
                </a:moveTo>
                <a:lnTo>
                  <a:pt x="2207" y="4918"/>
                </a:lnTo>
                <a:lnTo>
                  <a:pt x="931" y="4918"/>
                </a:lnTo>
                <a:lnTo>
                  <a:pt x="931" y="4546"/>
                </a:lnTo>
                <a:close/>
                <a:moveTo>
                  <a:pt x="10234" y="4546"/>
                </a:moveTo>
                <a:lnTo>
                  <a:pt x="10234" y="4918"/>
                </a:lnTo>
                <a:lnTo>
                  <a:pt x="8959" y="4918"/>
                </a:lnTo>
                <a:lnTo>
                  <a:pt x="8959" y="4546"/>
                </a:lnTo>
                <a:close/>
                <a:moveTo>
                  <a:pt x="1356" y="5317"/>
                </a:moveTo>
                <a:lnTo>
                  <a:pt x="1356" y="8267"/>
                </a:lnTo>
                <a:lnTo>
                  <a:pt x="931" y="8267"/>
                </a:lnTo>
                <a:lnTo>
                  <a:pt x="931" y="5317"/>
                </a:lnTo>
                <a:close/>
                <a:moveTo>
                  <a:pt x="2207" y="5317"/>
                </a:moveTo>
                <a:lnTo>
                  <a:pt x="2207" y="8267"/>
                </a:lnTo>
                <a:lnTo>
                  <a:pt x="1755" y="8267"/>
                </a:lnTo>
                <a:lnTo>
                  <a:pt x="1755" y="5317"/>
                </a:lnTo>
                <a:close/>
                <a:moveTo>
                  <a:pt x="4998" y="5317"/>
                </a:moveTo>
                <a:lnTo>
                  <a:pt x="4998" y="8267"/>
                </a:lnTo>
                <a:lnTo>
                  <a:pt x="2606" y="8267"/>
                </a:lnTo>
                <a:lnTo>
                  <a:pt x="2606" y="5317"/>
                </a:lnTo>
                <a:close/>
                <a:moveTo>
                  <a:pt x="5769" y="1197"/>
                </a:moveTo>
                <a:lnTo>
                  <a:pt x="5769" y="4360"/>
                </a:lnTo>
                <a:lnTo>
                  <a:pt x="5769" y="4440"/>
                </a:lnTo>
                <a:lnTo>
                  <a:pt x="5822" y="4493"/>
                </a:lnTo>
                <a:lnTo>
                  <a:pt x="5875" y="4546"/>
                </a:lnTo>
                <a:lnTo>
                  <a:pt x="8560" y="4546"/>
                </a:lnTo>
                <a:lnTo>
                  <a:pt x="8560" y="4918"/>
                </a:lnTo>
                <a:lnTo>
                  <a:pt x="5875" y="4918"/>
                </a:lnTo>
                <a:lnTo>
                  <a:pt x="5822" y="4971"/>
                </a:lnTo>
                <a:lnTo>
                  <a:pt x="5769" y="5024"/>
                </a:lnTo>
                <a:lnTo>
                  <a:pt x="5769" y="5104"/>
                </a:lnTo>
                <a:lnTo>
                  <a:pt x="5769" y="8267"/>
                </a:lnTo>
                <a:lnTo>
                  <a:pt x="5397" y="8267"/>
                </a:lnTo>
                <a:lnTo>
                  <a:pt x="5397" y="5104"/>
                </a:lnTo>
                <a:lnTo>
                  <a:pt x="5397" y="5024"/>
                </a:lnTo>
                <a:lnTo>
                  <a:pt x="5343" y="4971"/>
                </a:lnTo>
                <a:lnTo>
                  <a:pt x="5290" y="4918"/>
                </a:lnTo>
                <a:lnTo>
                  <a:pt x="2606" y="4918"/>
                </a:lnTo>
                <a:lnTo>
                  <a:pt x="2606" y="4546"/>
                </a:lnTo>
                <a:lnTo>
                  <a:pt x="5290" y="4546"/>
                </a:lnTo>
                <a:lnTo>
                  <a:pt x="5343" y="4493"/>
                </a:lnTo>
                <a:lnTo>
                  <a:pt x="5397" y="4440"/>
                </a:lnTo>
                <a:lnTo>
                  <a:pt x="5397" y="4360"/>
                </a:lnTo>
                <a:lnTo>
                  <a:pt x="5397" y="1197"/>
                </a:lnTo>
                <a:close/>
                <a:moveTo>
                  <a:pt x="8560" y="5317"/>
                </a:moveTo>
                <a:lnTo>
                  <a:pt x="8560" y="8267"/>
                </a:lnTo>
                <a:lnTo>
                  <a:pt x="6168" y="8267"/>
                </a:lnTo>
                <a:lnTo>
                  <a:pt x="6168" y="5317"/>
                </a:lnTo>
                <a:close/>
                <a:moveTo>
                  <a:pt x="9410" y="5317"/>
                </a:moveTo>
                <a:lnTo>
                  <a:pt x="9410" y="8267"/>
                </a:lnTo>
                <a:lnTo>
                  <a:pt x="8959" y="8267"/>
                </a:lnTo>
                <a:lnTo>
                  <a:pt x="8959" y="5317"/>
                </a:lnTo>
                <a:close/>
                <a:moveTo>
                  <a:pt x="10234" y="5317"/>
                </a:moveTo>
                <a:lnTo>
                  <a:pt x="10234" y="8267"/>
                </a:lnTo>
                <a:lnTo>
                  <a:pt x="9809" y="8267"/>
                </a:lnTo>
                <a:lnTo>
                  <a:pt x="9809" y="5317"/>
                </a:lnTo>
                <a:close/>
                <a:moveTo>
                  <a:pt x="10766" y="8666"/>
                </a:moveTo>
                <a:lnTo>
                  <a:pt x="10766" y="9065"/>
                </a:lnTo>
                <a:lnTo>
                  <a:pt x="399" y="9065"/>
                </a:lnTo>
                <a:lnTo>
                  <a:pt x="399" y="8666"/>
                </a:lnTo>
                <a:close/>
                <a:moveTo>
                  <a:pt x="187" y="0"/>
                </a:moveTo>
                <a:lnTo>
                  <a:pt x="107" y="27"/>
                </a:lnTo>
                <a:lnTo>
                  <a:pt x="54" y="80"/>
                </a:lnTo>
                <a:lnTo>
                  <a:pt x="1" y="133"/>
                </a:lnTo>
                <a:lnTo>
                  <a:pt x="1" y="213"/>
                </a:lnTo>
                <a:lnTo>
                  <a:pt x="1" y="1011"/>
                </a:lnTo>
                <a:lnTo>
                  <a:pt x="1" y="1090"/>
                </a:lnTo>
                <a:lnTo>
                  <a:pt x="54" y="1143"/>
                </a:lnTo>
                <a:lnTo>
                  <a:pt x="107" y="1197"/>
                </a:lnTo>
                <a:lnTo>
                  <a:pt x="532" y="1197"/>
                </a:lnTo>
                <a:lnTo>
                  <a:pt x="532" y="8267"/>
                </a:lnTo>
                <a:lnTo>
                  <a:pt x="107" y="8267"/>
                </a:lnTo>
                <a:lnTo>
                  <a:pt x="54" y="8320"/>
                </a:lnTo>
                <a:lnTo>
                  <a:pt x="1" y="8374"/>
                </a:lnTo>
                <a:lnTo>
                  <a:pt x="1" y="8453"/>
                </a:lnTo>
                <a:lnTo>
                  <a:pt x="1" y="9251"/>
                </a:lnTo>
                <a:lnTo>
                  <a:pt x="1" y="9331"/>
                </a:lnTo>
                <a:lnTo>
                  <a:pt x="54" y="9410"/>
                </a:lnTo>
                <a:lnTo>
                  <a:pt x="107" y="9437"/>
                </a:lnTo>
                <a:lnTo>
                  <a:pt x="187" y="9463"/>
                </a:lnTo>
                <a:lnTo>
                  <a:pt x="10979" y="9463"/>
                </a:lnTo>
                <a:lnTo>
                  <a:pt x="11032" y="9437"/>
                </a:lnTo>
                <a:lnTo>
                  <a:pt x="11112" y="9410"/>
                </a:lnTo>
                <a:lnTo>
                  <a:pt x="11138" y="9331"/>
                </a:lnTo>
                <a:lnTo>
                  <a:pt x="11165" y="9251"/>
                </a:lnTo>
                <a:lnTo>
                  <a:pt x="11165" y="8453"/>
                </a:lnTo>
                <a:lnTo>
                  <a:pt x="11138" y="8374"/>
                </a:lnTo>
                <a:lnTo>
                  <a:pt x="11112" y="8320"/>
                </a:lnTo>
                <a:lnTo>
                  <a:pt x="11032" y="8267"/>
                </a:lnTo>
                <a:lnTo>
                  <a:pt x="10633" y="8267"/>
                </a:lnTo>
                <a:lnTo>
                  <a:pt x="10633" y="4360"/>
                </a:lnTo>
                <a:lnTo>
                  <a:pt x="10633" y="1197"/>
                </a:lnTo>
                <a:lnTo>
                  <a:pt x="11032" y="1197"/>
                </a:lnTo>
                <a:lnTo>
                  <a:pt x="11112" y="1143"/>
                </a:lnTo>
                <a:lnTo>
                  <a:pt x="11138" y="1090"/>
                </a:lnTo>
                <a:lnTo>
                  <a:pt x="11165" y="1011"/>
                </a:lnTo>
                <a:lnTo>
                  <a:pt x="11165" y="213"/>
                </a:lnTo>
                <a:lnTo>
                  <a:pt x="11138" y="133"/>
                </a:lnTo>
                <a:lnTo>
                  <a:pt x="11112" y="80"/>
                </a:lnTo>
                <a:lnTo>
                  <a:pt x="11032" y="27"/>
                </a:lnTo>
                <a:lnTo>
                  <a:pt x="1097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7" name="Shape 787"/>
        <p:cNvGrpSpPr/>
        <p:nvPr/>
      </p:nvGrpSpPr>
      <p:grpSpPr>
        <a:xfrm>
          <a:off x="0" y="0"/>
          <a:ext cx="0" cy="0"/>
          <a:chOff x="0" y="0"/>
          <a:chExt cx="0" cy="0"/>
        </a:xfrm>
      </p:grpSpPr>
      <p:sp>
        <p:nvSpPr>
          <p:cNvPr id="788" name="Google Shape;788;p62"/>
          <p:cNvSpPr txBox="1"/>
          <p:nvPr>
            <p:ph idx="2" type="title"/>
          </p:nvPr>
        </p:nvSpPr>
        <p:spPr>
          <a:xfrm>
            <a:off x="3579000" y="2006021"/>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789" name="Google Shape;789;p62"/>
          <p:cNvSpPr txBox="1"/>
          <p:nvPr>
            <p:ph idx="3" type="subTitle"/>
          </p:nvPr>
        </p:nvSpPr>
        <p:spPr>
          <a:xfrm>
            <a:off x="3579000" y="2240590"/>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is the second planet from the Sun</a:t>
            </a:r>
            <a:endParaRPr/>
          </a:p>
        </p:txBody>
      </p:sp>
      <p:sp>
        <p:nvSpPr>
          <p:cNvPr id="790" name="Google Shape;790;p62"/>
          <p:cNvSpPr txBox="1"/>
          <p:nvPr>
            <p:ph idx="9" type="subTitle"/>
          </p:nvPr>
        </p:nvSpPr>
        <p:spPr>
          <a:xfrm>
            <a:off x="5905963" y="2240590"/>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Neptune is the farthest planet from the Sun</a:t>
            </a:r>
            <a:endParaRPr/>
          </a:p>
        </p:txBody>
      </p:sp>
      <p:sp>
        <p:nvSpPr>
          <p:cNvPr id="791" name="Google Shape;791;p62"/>
          <p:cNvSpPr txBox="1"/>
          <p:nvPr>
            <p:ph idx="15"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REVIEWING CONCEPTS IS A GOOD IDEA</a:t>
            </a:r>
            <a:endParaRPr/>
          </a:p>
        </p:txBody>
      </p:sp>
      <p:sp>
        <p:nvSpPr>
          <p:cNvPr id="792" name="Google Shape;792;p62"/>
          <p:cNvSpPr txBox="1"/>
          <p:nvPr>
            <p:ph idx="4" type="title"/>
          </p:nvPr>
        </p:nvSpPr>
        <p:spPr>
          <a:xfrm>
            <a:off x="1252037" y="3862280"/>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793" name="Google Shape;793;p62"/>
          <p:cNvSpPr txBox="1"/>
          <p:nvPr>
            <p:ph idx="1" type="subTitle"/>
          </p:nvPr>
        </p:nvSpPr>
        <p:spPr>
          <a:xfrm>
            <a:off x="1252037" y="2240590"/>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Mars is actually a very cold place</a:t>
            </a:r>
            <a:endParaRPr/>
          </a:p>
        </p:txBody>
      </p:sp>
      <p:sp>
        <p:nvSpPr>
          <p:cNvPr id="794" name="Google Shape;794;p62"/>
          <p:cNvSpPr txBox="1"/>
          <p:nvPr>
            <p:ph idx="5" type="subTitle"/>
          </p:nvPr>
        </p:nvSpPr>
        <p:spPr>
          <a:xfrm>
            <a:off x="1252037" y="4107294"/>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a:t>
            </a:r>
            <a:endParaRPr/>
          </a:p>
        </p:txBody>
      </p:sp>
      <p:sp>
        <p:nvSpPr>
          <p:cNvPr id="795" name="Google Shape;795;p62"/>
          <p:cNvSpPr txBox="1"/>
          <p:nvPr>
            <p:ph idx="6" type="title"/>
          </p:nvPr>
        </p:nvSpPr>
        <p:spPr>
          <a:xfrm>
            <a:off x="3579000" y="3862280"/>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SATURN</a:t>
            </a:r>
            <a:endParaRPr/>
          </a:p>
        </p:txBody>
      </p:sp>
      <p:sp>
        <p:nvSpPr>
          <p:cNvPr id="796" name="Google Shape;796;p62"/>
          <p:cNvSpPr txBox="1"/>
          <p:nvPr>
            <p:ph idx="7" type="subTitle"/>
          </p:nvPr>
        </p:nvSpPr>
        <p:spPr>
          <a:xfrm>
            <a:off x="3579000" y="4107294"/>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Saturn is a gas giant and has several rings</a:t>
            </a:r>
            <a:endParaRPr/>
          </a:p>
        </p:txBody>
      </p:sp>
      <p:sp>
        <p:nvSpPr>
          <p:cNvPr id="797" name="Google Shape;797;p62"/>
          <p:cNvSpPr txBox="1"/>
          <p:nvPr>
            <p:ph idx="8" type="title"/>
          </p:nvPr>
        </p:nvSpPr>
        <p:spPr>
          <a:xfrm>
            <a:off x="5905963" y="2006021"/>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NEPTUNE</a:t>
            </a:r>
            <a:endParaRPr/>
          </a:p>
        </p:txBody>
      </p:sp>
      <p:sp>
        <p:nvSpPr>
          <p:cNvPr id="798" name="Google Shape;798;p62"/>
          <p:cNvSpPr txBox="1"/>
          <p:nvPr>
            <p:ph type="title"/>
          </p:nvPr>
        </p:nvSpPr>
        <p:spPr>
          <a:xfrm>
            <a:off x="1252037" y="2006021"/>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799" name="Google Shape;799;p62"/>
          <p:cNvSpPr txBox="1"/>
          <p:nvPr>
            <p:ph idx="13" type="title"/>
          </p:nvPr>
        </p:nvSpPr>
        <p:spPr>
          <a:xfrm>
            <a:off x="5905963" y="3862280"/>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JUPITER</a:t>
            </a:r>
            <a:endParaRPr/>
          </a:p>
        </p:txBody>
      </p:sp>
      <p:sp>
        <p:nvSpPr>
          <p:cNvPr id="800" name="Google Shape;800;p62"/>
          <p:cNvSpPr txBox="1"/>
          <p:nvPr>
            <p:ph idx="14" type="subTitle"/>
          </p:nvPr>
        </p:nvSpPr>
        <p:spPr>
          <a:xfrm>
            <a:off x="5905963" y="4107294"/>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Jupiter is the biggest planet of them all</a:t>
            </a:r>
            <a:endParaRPr/>
          </a:p>
        </p:txBody>
      </p:sp>
      <p:sp>
        <p:nvSpPr>
          <p:cNvPr id="801" name="Google Shape;801;p62"/>
          <p:cNvSpPr/>
          <p:nvPr/>
        </p:nvSpPr>
        <p:spPr>
          <a:xfrm>
            <a:off x="1865537" y="107402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62"/>
          <p:cNvSpPr/>
          <p:nvPr/>
        </p:nvSpPr>
        <p:spPr>
          <a:xfrm>
            <a:off x="4192500" y="107402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62"/>
          <p:cNvSpPr/>
          <p:nvPr/>
        </p:nvSpPr>
        <p:spPr>
          <a:xfrm>
            <a:off x="6519463" y="107402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62"/>
          <p:cNvSpPr/>
          <p:nvPr/>
        </p:nvSpPr>
        <p:spPr>
          <a:xfrm>
            <a:off x="1865537" y="2936181"/>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62"/>
          <p:cNvSpPr/>
          <p:nvPr/>
        </p:nvSpPr>
        <p:spPr>
          <a:xfrm>
            <a:off x="4192500" y="2936181"/>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62"/>
          <p:cNvSpPr/>
          <p:nvPr/>
        </p:nvSpPr>
        <p:spPr>
          <a:xfrm>
            <a:off x="6519463" y="2936181"/>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07" name="Google Shape;807;p62"/>
          <p:cNvGrpSpPr/>
          <p:nvPr/>
        </p:nvGrpSpPr>
        <p:grpSpPr>
          <a:xfrm>
            <a:off x="2101470" y="1335376"/>
            <a:ext cx="287134" cy="236307"/>
            <a:chOff x="992350" y="1332025"/>
            <a:chExt cx="277800" cy="228625"/>
          </a:xfrm>
        </p:grpSpPr>
        <p:sp>
          <p:nvSpPr>
            <p:cNvPr id="808" name="Google Shape;808;p62"/>
            <p:cNvSpPr/>
            <p:nvPr/>
          </p:nvSpPr>
          <p:spPr>
            <a:xfrm>
              <a:off x="992350" y="1332025"/>
              <a:ext cx="277800" cy="136925"/>
            </a:xfrm>
            <a:custGeom>
              <a:rect b="b" l="l" r="r" t="t"/>
              <a:pathLst>
                <a:path extrusionOk="0" h="5477" w="11112">
                  <a:moveTo>
                    <a:pt x="1170" y="426"/>
                  </a:moveTo>
                  <a:lnTo>
                    <a:pt x="1250" y="479"/>
                  </a:lnTo>
                  <a:lnTo>
                    <a:pt x="1277" y="533"/>
                  </a:lnTo>
                  <a:lnTo>
                    <a:pt x="1303" y="612"/>
                  </a:lnTo>
                  <a:lnTo>
                    <a:pt x="1303" y="2765"/>
                  </a:lnTo>
                  <a:lnTo>
                    <a:pt x="1277" y="2845"/>
                  </a:lnTo>
                  <a:lnTo>
                    <a:pt x="1250" y="2898"/>
                  </a:lnTo>
                  <a:lnTo>
                    <a:pt x="1170" y="2952"/>
                  </a:lnTo>
                  <a:lnTo>
                    <a:pt x="1091" y="2978"/>
                  </a:lnTo>
                  <a:lnTo>
                    <a:pt x="400" y="2978"/>
                  </a:lnTo>
                  <a:lnTo>
                    <a:pt x="400" y="426"/>
                  </a:lnTo>
                  <a:close/>
                  <a:moveTo>
                    <a:pt x="5264" y="1463"/>
                  </a:moveTo>
                  <a:lnTo>
                    <a:pt x="5477" y="1490"/>
                  </a:lnTo>
                  <a:lnTo>
                    <a:pt x="5663" y="1543"/>
                  </a:lnTo>
                  <a:lnTo>
                    <a:pt x="5849" y="1622"/>
                  </a:lnTo>
                  <a:lnTo>
                    <a:pt x="6035" y="1702"/>
                  </a:lnTo>
                  <a:lnTo>
                    <a:pt x="6221" y="1782"/>
                  </a:lnTo>
                  <a:lnTo>
                    <a:pt x="6380" y="1915"/>
                  </a:lnTo>
                  <a:lnTo>
                    <a:pt x="6513" y="2021"/>
                  </a:lnTo>
                  <a:lnTo>
                    <a:pt x="6646" y="2181"/>
                  </a:lnTo>
                  <a:lnTo>
                    <a:pt x="6779" y="2314"/>
                  </a:lnTo>
                  <a:lnTo>
                    <a:pt x="6885" y="2500"/>
                  </a:lnTo>
                  <a:lnTo>
                    <a:pt x="6992" y="2659"/>
                  </a:lnTo>
                  <a:lnTo>
                    <a:pt x="7072" y="2845"/>
                  </a:lnTo>
                  <a:lnTo>
                    <a:pt x="7125" y="3031"/>
                  </a:lnTo>
                  <a:lnTo>
                    <a:pt x="7178" y="3244"/>
                  </a:lnTo>
                  <a:lnTo>
                    <a:pt x="7178" y="3457"/>
                  </a:lnTo>
                  <a:lnTo>
                    <a:pt x="6434" y="3457"/>
                  </a:lnTo>
                  <a:lnTo>
                    <a:pt x="6407" y="3191"/>
                  </a:lnTo>
                  <a:lnTo>
                    <a:pt x="6301" y="2925"/>
                  </a:lnTo>
                  <a:lnTo>
                    <a:pt x="6168" y="2712"/>
                  </a:lnTo>
                  <a:lnTo>
                    <a:pt x="6008" y="2526"/>
                  </a:lnTo>
                  <a:lnTo>
                    <a:pt x="5796" y="2367"/>
                  </a:lnTo>
                  <a:lnTo>
                    <a:pt x="5583" y="2234"/>
                  </a:lnTo>
                  <a:lnTo>
                    <a:pt x="5317" y="2181"/>
                  </a:lnTo>
                  <a:lnTo>
                    <a:pt x="5051" y="2127"/>
                  </a:lnTo>
                  <a:lnTo>
                    <a:pt x="1702" y="2127"/>
                  </a:lnTo>
                  <a:lnTo>
                    <a:pt x="1702" y="1463"/>
                  </a:lnTo>
                  <a:close/>
                  <a:moveTo>
                    <a:pt x="9065" y="3855"/>
                  </a:moveTo>
                  <a:lnTo>
                    <a:pt x="9251" y="3882"/>
                  </a:lnTo>
                  <a:lnTo>
                    <a:pt x="9411" y="3962"/>
                  </a:lnTo>
                  <a:lnTo>
                    <a:pt x="9544" y="4095"/>
                  </a:lnTo>
                  <a:lnTo>
                    <a:pt x="9623" y="4254"/>
                  </a:lnTo>
                  <a:lnTo>
                    <a:pt x="4121" y="4254"/>
                  </a:lnTo>
                  <a:lnTo>
                    <a:pt x="4201" y="4095"/>
                  </a:lnTo>
                  <a:lnTo>
                    <a:pt x="4334" y="3962"/>
                  </a:lnTo>
                  <a:lnTo>
                    <a:pt x="4493" y="3882"/>
                  </a:lnTo>
                  <a:lnTo>
                    <a:pt x="4679" y="3855"/>
                  </a:lnTo>
                  <a:close/>
                  <a:moveTo>
                    <a:pt x="10501" y="4653"/>
                  </a:moveTo>
                  <a:lnTo>
                    <a:pt x="10580" y="4679"/>
                  </a:lnTo>
                  <a:lnTo>
                    <a:pt x="10660" y="4732"/>
                  </a:lnTo>
                  <a:lnTo>
                    <a:pt x="10713" y="4786"/>
                  </a:lnTo>
                  <a:lnTo>
                    <a:pt x="10713" y="4865"/>
                  </a:lnTo>
                  <a:lnTo>
                    <a:pt x="10713" y="4945"/>
                  </a:lnTo>
                  <a:lnTo>
                    <a:pt x="10660" y="5025"/>
                  </a:lnTo>
                  <a:lnTo>
                    <a:pt x="10580" y="5078"/>
                  </a:lnTo>
                  <a:lnTo>
                    <a:pt x="3137" y="5078"/>
                  </a:lnTo>
                  <a:lnTo>
                    <a:pt x="3084" y="5025"/>
                  </a:lnTo>
                  <a:lnTo>
                    <a:pt x="3031" y="4945"/>
                  </a:lnTo>
                  <a:lnTo>
                    <a:pt x="3005" y="4865"/>
                  </a:lnTo>
                  <a:lnTo>
                    <a:pt x="3031" y="4786"/>
                  </a:lnTo>
                  <a:lnTo>
                    <a:pt x="3084" y="4732"/>
                  </a:lnTo>
                  <a:lnTo>
                    <a:pt x="3137" y="4679"/>
                  </a:lnTo>
                  <a:lnTo>
                    <a:pt x="3217" y="4653"/>
                  </a:lnTo>
                  <a:close/>
                  <a:moveTo>
                    <a:pt x="214" y="1"/>
                  </a:moveTo>
                  <a:lnTo>
                    <a:pt x="134" y="28"/>
                  </a:lnTo>
                  <a:lnTo>
                    <a:pt x="54" y="81"/>
                  </a:lnTo>
                  <a:lnTo>
                    <a:pt x="27" y="134"/>
                  </a:lnTo>
                  <a:lnTo>
                    <a:pt x="1" y="214"/>
                  </a:lnTo>
                  <a:lnTo>
                    <a:pt x="1" y="3164"/>
                  </a:lnTo>
                  <a:lnTo>
                    <a:pt x="27" y="3244"/>
                  </a:lnTo>
                  <a:lnTo>
                    <a:pt x="54" y="3324"/>
                  </a:lnTo>
                  <a:lnTo>
                    <a:pt x="134" y="3350"/>
                  </a:lnTo>
                  <a:lnTo>
                    <a:pt x="214" y="3377"/>
                  </a:lnTo>
                  <a:lnTo>
                    <a:pt x="1091" y="3377"/>
                  </a:lnTo>
                  <a:lnTo>
                    <a:pt x="1224" y="3350"/>
                  </a:lnTo>
                  <a:lnTo>
                    <a:pt x="1330" y="3324"/>
                  </a:lnTo>
                  <a:lnTo>
                    <a:pt x="1436" y="3270"/>
                  </a:lnTo>
                  <a:lnTo>
                    <a:pt x="1516" y="3191"/>
                  </a:lnTo>
                  <a:lnTo>
                    <a:pt x="1596" y="3111"/>
                  </a:lnTo>
                  <a:lnTo>
                    <a:pt x="1649" y="3005"/>
                  </a:lnTo>
                  <a:lnTo>
                    <a:pt x="1702" y="2898"/>
                  </a:lnTo>
                  <a:lnTo>
                    <a:pt x="1702" y="2765"/>
                  </a:lnTo>
                  <a:lnTo>
                    <a:pt x="1702" y="2553"/>
                  </a:lnTo>
                  <a:lnTo>
                    <a:pt x="5237" y="2553"/>
                  </a:lnTo>
                  <a:lnTo>
                    <a:pt x="5423" y="2606"/>
                  </a:lnTo>
                  <a:lnTo>
                    <a:pt x="5583" y="2686"/>
                  </a:lnTo>
                  <a:lnTo>
                    <a:pt x="5716" y="2792"/>
                  </a:lnTo>
                  <a:lnTo>
                    <a:pt x="5849" y="2925"/>
                  </a:lnTo>
                  <a:lnTo>
                    <a:pt x="5929" y="3084"/>
                  </a:lnTo>
                  <a:lnTo>
                    <a:pt x="6008" y="3270"/>
                  </a:lnTo>
                  <a:lnTo>
                    <a:pt x="6035" y="3457"/>
                  </a:lnTo>
                  <a:lnTo>
                    <a:pt x="4493" y="3457"/>
                  </a:lnTo>
                  <a:lnTo>
                    <a:pt x="4334" y="3510"/>
                  </a:lnTo>
                  <a:lnTo>
                    <a:pt x="4174" y="3589"/>
                  </a:lnTo>
                  <a:lnTo>
                    <a:pt x="4041" y="3669"/>
                  </a:lnTo>
                  <a:lnTo>
                    <a:pt x="3908" y="3802"/>
                  </a:lnTo>
                  <a:lnTo>
                    <a:pt x="3829" y="3935"/>
                  </a:lnTo>
                  <a:lnTo>
                    <a:pt x="3749" y="4095"/>
                  </a:lnTo>
                  <a:lnTo>
                    <a:pt x="3696" y="4254"/>
                  </a:lnTo>
                  <a:lnTo>
                    <a:pt x="3217" y="4254"/>
                  </a:lnTo>
                  <a:lnTo>
                    <a:pt x="3111" y="4281"/>
                  </a:lnTo>
                  <a:lnTo>
                    <a:pt x="2978" y="4307"/>
                  </a:lnTo>
                  <a:lnTo>
                    <a:pt x="2898" y="4360"/>
                  </a:lnTo>
                  <a:lnTo>
                    <a:pt x="2792" y="4440"/>
                  </a:lnTo>
                  <a:lnTo>
                    <a:pt x="2712" y="4546"/>
                  </a:lnTo>
                  <a:lnTo>
                    <a:pt x="2659" y="4626"/>
                  </a:lnTo>
                  <a:lnTo>
                    <a:pt x="2632" y="4759"/>
                  </a:lnTo>
                  <a:lnTo>
                    <a:pt x="2606" y="4865"/>
                  </a:lnTo>
                  <a:lnTo>
                    <a:pt x="2632" y="4998"/>
                  </a:lnTo>
                  <a:lnTo>
                    <a:pt x="2659" y="5105"/>
                  </a:lnTo>
                  <a:lnTo>
                    <a:pt x="2712" y="5211"/>
                  </a:lnTo>
                  <a:lnTo>
                    <a:pt x="2792" y="5317"/>
                  </a:lnTo>
                  <a:lnTo>
                    <a:pt x="2898" y="5370"/>
                  </a:lnTo>
                  <a:lnTo>
                    <a:pt x="2978" y="5424"/>
                  </a:lnTo>
                  <a:lnTo>
                    <a:pt x="3111" y="5477"/>
                  </a:lnTo>
                  <a:lnTo>
                    <a:pt x="10633" y="5477"/>
                  </a:lnTo>
                  <a:lnTo>
                    <a:pt x="10740" y="5424"/>
                  </a:lnTo>
                  <a:lnTo>
                    <a:pt x="10846" y="5370"/>
                  </a:lnTo>
                  <a:lnTo>
                    <a:pt x="10926" y="5317"/>
                  </a:lnTo>
                  <a:lnTo>
                    <a:pt x="11006" y="5211"/>
                  </a:lnTo>
                  <a:lnTo>
                    <a:pt x="11059" y="5105"/>
                  </a:lnTo>
                  <a:lnTo>
                    <a:pt x="11112" y="4998"/>
                  </a:lnTo>
                  <a:lnTo>
                    <a:pt x="11112" y="4865"/>
                  </a:lnTo>
                  <a:lnTo>
                    <a:pt x="11112" y="4759"/>
                  </a:lnTo>
                  <a:lnTo>
                    <a:pt x="11059" y="4626"/>
                  </a:lnTo>
                  <a:lnTo>
                    <a:pt x="11006" y="4546"/>
                  </a:lnTo>
                  <a:lnTo>
                    <a:pt x="10926" y="4440"/>
                  </a:lnTo>
                  <a:lnTo>
                    <a:pt x="10846" y="4360"/>
                  </a:lnTo>
                  <a:lnTo>
                    <a:pt x="10740" y="4307"/>
                  </a:lnTo>
                  <a:lnTo>
                    <a:pt x="10633" y="4281"/>
                  </a:lnTo>
                  <a:lnTo>
                    <a:pt x="10501" y="4254"/>
                  </a:lnTo>
                  <a:lnTo>
                    <a:pt x="10022" y="4254"/>
                  </a:lnTo>
                  <a:lnTo>
                    <a:pt x="9995" y="4095"/>
                  </a:lnTo>
                  <a:lnTo>
                    <a:pt x="9916" y="3935"/>
                  </a:lnTo>
                  <a:lnTo>
                    <a:pt x="9809" y="3802"/>
                  </a:lnTo>
                  <a:lnTo>
                    <a:pt x="9703" y="3669"/>
                  </a:lnTo>
                  <a:lnTo>
                    <a:pt x="9570" y="3589"/>
                  </a:lnTo>
                  <a:lnTo>
                    <a:pt x="9411" y="3510"/>
                  </a:lnTo>
                  <a:lnTo>
                    <a:pt x="9251" y="3457"/>
                  </a:lnTo>
                  <a:lnTo>
                    <a:pt x="7577" y="3457"/>
                  </a:lnTo>
                  <a:lnTo>
                    <a:pt x="7577" y="3191"/>
                  </a:lnTo>
                  <a:lnTo>
                    <a:pt x="7523" y="2952"/>
                  </a:lnTo>
                  <a:lnTo>
                    <a:pt x="7444" y="2739"/>
                  </a:lnTo>
                  <a:lnTo>
                    <a:pt x="7364" y="2500"/>
                  </a:lnTo>
                  <a:lnTo>
                    <a:pt x="7231" y="2287"/>
                  </a:lnTo>
                  <a:lnTo>
                    <a:pt x="7098" y="2101"/>
                  </a:lnTo>
                  <a:lnTo>
                    <a:pt x="6965" y="1915"/>
                  </a:lnTo>
                  <a:lnTo>
                    <a:pt x="6806" y="1755"/>
                  </a:lnTo>
                  <a:lnTo>
                    <a:pt x="6620" y="1596"/>
                  </a:lnTo>
                  <a:lnTo>
                    <a:pt x="6434" y="1463"/>
                  </a:lnTo>
                  <a:lnTo>
                    <a:pt x="6221" y="1330"/>
                  </a:lnTo>
                  <a:lnTo>
                    <a:pt x="6008" y="1250"/>
                  </a:lnTo>
                  <a:lnTo>
                    <a:pt x="5796" y="1171"/>
                  </a:lnTo>
                  <a:lnTo>
                    <a:pt x="5556" y="1117"/>
                  </a:lnTo>
                  <a:lnTo>
                    <a:pt x="5317" y="1064"/>
                  </a:lnTo>
                  <a:lnTo>
                    <a:pt x="1702" y="1064"/>
                  </a:lnTo>
                  <a:lnTo>
                    <a:pt x="1702" y="612"/>
                  </a:lnTo>
                  <a:lnTo>
                    <a:pt x="1702" y="506"/>
                  </a:lnTo>
                  <a:lnTo>
                    <a:pt x="1649" y="373"/>
                  </a:lnTo>
                  <a:lnTo>
                    <a:pt x="1596" y="267"/>
                  </a:lnTo>
                  <a:lnTo>
                    <a:pt x="1516" y="187"/>
                  </a:lnTo>
                  <a:lnTo>
                    <a:pt x="1436" y="107"/>
                  </a:lnTo>
                  <a:lnTo>
                    <a:pt x="1330" y="54"/>
                  </a:lnTo>
                  <a:lnTo>
                    <a:pt x="1224" y="28"/>
                  </a:lnTo>
                  <a:lnTo>
                    <a:pt x="109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62"/>
            <p:cNvSpPr/>
            <p:nvPr/>
          </p:nvSpPr>
          <p:spPr>
            <a:xfrm>
              <a:off x="1075425" y="1480225"/>
              <a:ext cx="10000" cy="14650"/>
            </a:xfrm>
            <a:custGeom>
              <a:rect b="b" l="l" r="r" t="t"/>
              <a:pathLst>
                <a:path extrusionOk="0" h="586" w="400">
                  <a:moveTo>
                    <a:pt x="133" y="1"/>
                  </a:moveTo>
                  <a:lnTo>
                    <a:pt x="54" y="54"/>
                  </a:lnTo>
                  <a:lnTo>
                    <a:pt x="27" y="107"/>
                  </a:lnTo>
                  <a:lnTo>
                    <a:pt x="1" y="187"/>
                  </a:lnTo>
                  <a:lnTo>
                    <a:pt x="1" y="399"/>
                  </a:lnTo>
                  <a:lnTo>
                    <a:pt x="27" y="479"/>
                  </a:lnTo>
                  <a:lnTo>
                    <a:pt x="54" y="532"/>
                  </a:lnTo>
                  <a:lnTo>
                    <a:pt x="133" y="585"/>
                  </a:lnTo>
                  <a:lnTo>
                    <a:pt x="293" y="585"/>
                  </a:lnTo>
                  <a:lnTo>
                    <a:pt x="346" y="532"/>
                  </a:lnTo>
                  <a:lnTo>
                    <a:pt x="399" y="479"/>
                  </a:lnTo>
                  <a:lnTo>
                    <a:pt x="399" y="399"/>
                  </a:lnTo>
                  <a:lnTo>
                    <a:pt x="399" y="187"/>
                  </a:lnTo>
                  <a:lnTo>
                    <a:pt x="399" y="107"/>
                  </a:lnTo>
                  <a:lnTo>
                    <a:pt x="346" y="54"/>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62"/>
            <p:cNvSpPr/>
            <p:nvPr/>
          </p:nvSpPr>
          <p:spPr>
            <a:xfrm>
              <a:off x="1075425" y="1509475"/>
              <a:ext cx="10000" cy="21950"/>
            </a:xfrm>
            <a:custGeom>
              <a:rect b="b" l="l" r="r" t="t"/>
              <a:pathLst>
                <a:path extrusionOk="0" h="878" w="400">
                  <a:moveTo>
                    <a:pt x="133" y="0"/>
                  </a:moveTo>
                  <a:lnTo>
                    <a:pt x="54" y="53"/>
                  </a:lnTo>
                  <a:lnTo>
                    <a:pt x="27" y="107"/>
                  </a:lnTo>
                  <a:lnTo>
                    <a:pt x="1" y="186"/>
                  </a:lnTo>
                  <a:lnTo>
                    <a:pt x="1" y="665"/>
                  </a:lnTo>
                  <a:lnTo>
                    <a:pt x="27" y="744"/>
                  </a:lnTo>
                  <a:lnTo>
                    <a:pt x="54" y="824"/>
                  </a:lnTo>
                  <a:lnTo>
                    <a:pt x="133" y="851"/>
                  </a:lnTo>
                  <a:lnTo>
                    <a:pt x="213" y="877"/>
                  </a:lnTo>
                  <a:lnTo>
                    <a:pt x="293" y="851"/>
                  </a:lnTo>
                  <a:lnTo>
                    <a:pt x="346" y="824"/>
                  </a:lnTo>
                  <a:lnTo>
                    <a:pt x="399" y="744"/>
                  </a:lnTo>
                  <a:lnTo>
                    <a:pt x="399" y="665"/>
                  </a:lnTo>
                  <a:lnTo>
                    <a:pt x="399" y="186"/>
                  </a:lnTo>
                  <a:lnTo>
                    <a:pt x="399" y="107"/>
                  </a:lnTo>
                  <a:lnTo>
                    <a:pt x="346" y="53"/>
                  </a:lnTo>
                  <a:lnTo>
                    <a:pt x="29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62"/>
            <p:cNvSpPr/>
            <p:nvPr/>
          </p:nvSpPr>
          <p:spPr>
            <a:xfrm>
              <a:off x="1075425" y="1545350"/>
              <a:ext cx="10000" cy="15300"/>
            </a:xfrm>
            <a:custGeom>
              <a:rect b="b" l="l" r="r" t="t"/>
              <a:pathLst>
                <a:path extrusionOk="0" h="612" w="400">
                  <a:moveTo>
                    <a:pt x="213" y="1"/>
                  </a:moveTo>
                  <a:lnTo>
                    <a:pt x="133" y="27"/>
                  </a:lnTo>
                  <a:lnTo>
                    <a:pt x="54" y="54"/>
                  </a:lnTo>
                  <a:lnTo>
                    <a:pt x="27" y="134"/>
                  </a:lnTo>
                  <a:lnTo>
                    <a:pt x="1" y="213"/>
                  </a:lnTo>
                  <a:lnTo>
                    <a:pt x="1" y="399"/>
                  </a:lnTo>
                  <a:lnTo>
                    <a:pt x="27" y="479"/>
                  </a:lnTo>
                  <a:lnTo>
                    <a:pt x="54" y="532"/>
                  </a:lnTo>
                  <a:lnTo>
                    <a:pt x="133" y="585"/>
                  </a:lnTo>
                  <a:lnTo>
                    <a:pt x="213" y="612"/>
                  </a:lnTo>
                  <a:lnTo>
                    <a:pt x="293" y="585"/>
                  </a:lnTo>
                  <a:lnTo>
                    <a:pt x="346" y="532"/>
                  </a:lnTo>
                  <a:lnTo>
                    <a:pt x="399" y="479"/>
                  </a:lnTo>
                  <a:lnTo>
                    <a:pt x="399" y="399"/>
                  </a:lnTo>
                  <a:lnTo>
                    <a:pt x="399" y="213"/>
                  </a:lnTo>
                  <a:lnTo>
                    <a:pt x="399" y="134"/>
                  </a:lnTo>
                  <a:lnTo>
                    <a:pt x="346" y="54"/>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62"/>
            <p:cNvSpPr/>
            <p:nvPr/>
          </p:nvSpPr>
          <p:spPr>
            <a:xfrm>
              <a:off x="1117300" y="1480225"/>
              <a:ext cx="9975" cy="14650"/>
            </a:xfrm>
            <a:custGeom>
              <a:rect b="b" l="l" r="r" t="t"/>
              <a:pathLst>
                <a:path extrusionOk="0" h="586" w="399">
                  <a:moveTo>
                    <a:pt x="133" y="1"/>
                  </a:moveTo>
                  <a:lnTo>
                    <a:pt x="53" y="54"/>
                  </a:lnTo>
                  <a:lnTo>
                    <a:pt x="27" y="107"/>
                  </a:lnTo>
                  <a:lnTo>
                    <a:pt x="0" y="187"/>
                  </a:lnTo>
                  <a:lnTo>
                    <a:pt x="0" y="399"/>
                  </a:lnTo>
                  <a:lnTo>
                    <a:pt x="27" y="479"/>
                  </a:lnTo>
                  <a:lnTo>
                    <a:pt x="53" y="532"/>
                  </a:lnTo>
                  <a:lnTo>
                    <a:pt x="133" y="585"/>
                  </a:lnTo>
                  <a:lnTo>
                    <a:pt x="266" y="585"/>
                  </a:lnTo>
                  <a:lnTo>
                    <a:pt x="346" y="532"/>
                  </a:lnTo>
                  <a:lnTo>
                    <a:pt x="372" y="479"/>
                  </a:lnTo>
                  <a:lnTo>
                    <a:pt x="399" y="399"/>
                  </a:lnTo>
                  <a:lnTo>
                    <a:pt x="399" y="187"/>
                  </a:lnTo>
                  <a:lnTo>
                    <a:pt x="372" y="107"/>
                  </a:lnTo>
                  <a:lnTo>
                    <a:pt x="346" y="54"/>
                  </a:lnTo>
                  <a:lnTo>
                    <a:pt x="26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62"/>
            <p:cNvSpPr/>
            <p:nvPr/>
          </p:nvSpPr>
          <p:spPr>
            <a:xfrm>
              <a:off x="1117300" y="1509475"/>
              <a:ext cx="9975" cy="21950"/>
            </a:xfrm>
            <a:custGeom>
              <a:rect b="b" l="l" r="r" t="t"/>
              <a:pathLst>
                <a:path extrusionOk="0" h="878" w="399">
                  <a:moveTo>
                    <a:pt x="133" y="0"/>
                  </a:moveTo>
                  <a:lnTo>
                    <a:pt x="53" y="53"/>
                  </a:lnTo>
                  <a:lnTo>
                    <a:pt x="27" y="107"/>
                  </a:lnTo>
                  <a:lnTo>
                    <a:pt x="0" y="186"/>
                  </a:lnTo>
                  <a:lnTo>
                    <a:pt x="0" y="665"/>
                  </a:lnTo>
                  <a:lnTo>
                    <a:pt x="27" y="744"/>
                  </a:lnTo>
                  <a:lnTo>
                    <a:pt x="53" y="824"/>
                  </a:lnTo>
                  <a:lnTo>
                    <a:pt x="133" y="851"/>
                  </a:lnTo>
                  <a:lnTo>
                    <a:pt x="213" y="877"/>
                  </a:lnTo>
                  <a:lnTo>
                    <a:pt x="266" y="851"/>
                  </a:lnTo>
                  <a:lnTo>
                    <a:pt x="346" y="824"/>
                  </a:lnTo>
                  <a:lnTo>
                    <a:pt x="372" y="744"/>
                  </a:lnTo>
                  <a:lnTo>
                    <a:pt x="399" y="665"/>
                  </a:lnTo>
                  <a:lnTo>
                    <a:pt x="399" y="186"/>
                  </a:lnTo>
                  <a:lnTo>
                    <a:pt x="372" y="107"/>
                  </a:lnTo>
                  <a:lnTo>
                    <a:pt x="346" y="53"/>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62"/>
            <p:cNvSpPr/>
            <p:nvPr/>
          </p:nvSpPr>
          <p:spPr>
            <a:xfrm>
              <a:off x="1117300" y="1545350"/>
              <a:ext cx="9975" cy="15300"/>
            </a:xfrm>
            <a:custGeom>
              <a:rect b="b" l="l" r="r" t="t"/>
              <a:pathLst>
                <a:path extrusionOk="0" h="612" w="399">
                  <a:moveTo>
                    <a:pt x="213" y="1"/>
                  </a:moveTo>
                  <a:lnTo>
                    <a:pt x="133" y="27"/>
                  </a:lnTo>
                  <a:lnTo>
                    <a:pt x="53" y="54"/>
                  </a:lnTo>
                  <a:lnTo>
                    <a:pt x="27" y="134"/>
                  </a:lnTo>
                  <a:lnTo>
                    <a:pt x="0" y="213"/>
                  </a:lnTo>
                  <a:lnTo>
                    <a:pt x="0" y="399"/>
                  </a:lnTo>
                  <a:lnTo>
                    <a:pt x="27" y="479"/>
                  </a:lnTo>
                  <a:lnTo>
                    <a:pt x="53" y="532"/>
                  </a:lnTo>
                  <a:lnTo>
                    <a:pt x="133" y="585"/>
                  </a:lnTo>
                  <a:lnTo>
                    <a:pt x="213" y="612"/>
                  </a:lnTo>
                  <a:lnTo>
                    <a:pt x="266" y="585"/>
                  </a:lnTo>
                  <a:lnTo>
                    <a:pt x="346" y="532"/>
                  </a:lnTo>
                  <a:lnTo>
                    <a:pt x="372" y="479"/>
                  </a:lnTo>
                  <a:lnTo>
                    <a:pt x="399" y="399"/>
                  </a:lnTo>
                  <a:lnTo>
                    <a:pt x="399" y="213"/>
                  </a:lnTo>
                  <a:lnTo>
                    <a:pt x="372" y="134"/>
                  </a:lnTo>
                  <a:lnTo>
                    <a:pt x="346" y="54"/>
                  </a:lnTo>
                  <a:lnTo>
                    <a:pt x="266"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62"/>
            <p:cNvSpPr/>
            <p:nvPr/>
          </p:nvSpPr>
          <p:spPr>
            <a:xfrm>
              <a:off x="1159150" y="1480225"/>
              <a:ext cx="10000" cy="14650"/>
            </a:xfrm>
            <a:custGeom>
              <a:rect b="b" l="l" r="r" t="t"/>
              <a:pathLst>
                <a:path extrusionOk="0" h="586" w="400">
                  <a:moveTo>
                    <a:pt x="107" y="1"/>
                  </a:moveTo>
                  <a:lnTo>
                    <a:pt x="54" y="54"/>
                  </a:lnTo>
                  <a:lnTo>
                    <a:pt x="1" y="107"/>
                  </a:lnTo>
                  <a:lnTo>
                    <a:pt x="1" y="187"/>
                  </a:lnTo>
                  <a:lnTo>
                    <a:pt x="1" y="399"/>
                  </a:lnTo>
                  <a:lnTo>
                    <a:pt x="1" y="479"/>
                  </a:lnTo>
                  <a:lnTo>
                    <a:pt x="54" y="532"/>
                  </a:lnTo>
                  <a:lnTo>
                    <a:pt x="107" y="585"/>
                  </a:lnTo>
                  <a:lnTo>
                    <a:pt x="267" y="585"/>
                  </a:lnTo>
                  <a:lnTo>
                    <a:pt x="346" y="532"/>
                  </a:lnTo>
                  <a:lnTo>
                    <a:pt x="373" y="479"/>
                  </a:lnTo>
                  <a:lnTo>
                    <a:pt x="400" y="399"/>
                  </a:lnTo>
                  <a:lnTo>
                    <a:pt x="400" y="187"/>
                  </a:lnTo>
                  <a:lnTo>
                    <a:pt x="373" y="107"/>
                  </a:lnTo>
                  <a:lnTo>
                    <a:pt x="346" y="54"/>
                  </a:lnTo>
                  <a:lnTo>
                    <a:pt x="26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62"/>
            <p:cNvSpPr/>
            <p:nvPr/>
          </p:nvSpPr>
          <p:spPr>
            <a:xfrm>
              <a:off x="1159150" y="1509475"/>
              <a:ext cx="10000" cy="21950"/>
            </a:xfrm>
            <a:custGeom>
              <a:rect b="b" l="l" r="r" t="t"/>
              <a:pathLst>
                <a:path extrusionOk="0" h="878" w="400">
                  <a:moveTo>
                    <a:pt x="107" y="0"/>
                  </a:moveTo>
                  <a:lnTo>
                    <a:pt x="54" y="53"/>
                  </a:lnTo>
                  <a:lnTo>
                    <a:pt x="1" y="107"/>
                  </a:lnTo>
                  <a:lnTo>
                    <a:pt x="1" y="186"/>
                  </a:lnTo>
                  <a:lnTo>
                    <a:pt x="1" y="665"/>
                  </a:lnTo>
                  <a:lnTo>
                    <a:pt x="1" y="744"/>
                  </a:lnTo>
                  <a:lnTo>
                    <a:pt x="54" y="824"/>
                  </a:lnTo>
                  <a:lnTo>
                    <a:pt x="107" y="851"/>
                  </a:lnTo>
                  <a:lnTo>
                    <a:pt x="187" y="877"/>
                  </a:lnTo>
                  <a:lnTo>
                    <a:pt x="267" y="851"/>
                  </a:lnTo>
                  <a:lnTo>
                    <a:pt x="346" y="824"/>
                  </a:lnTo>
                  <a:lnTo>
                    <a:pt x="373" y="744"/>
                  </a:lnTo>
                  <a:lnTo>
                    <a:pt x="400" y="665"/>
                  </a:lnTo>
                  <a:lnTo>
                    <a:pt x="400" y="186"/>
                  </a:lnTo>
                  <a:lnTo>
                    <a:pt x="373" y="107"/>
                  </a:lnTo>
                  <a:lnTo>
                    <a:pt x="346" y="53"/>
                  </a:lnTo>
                  <a:lnTo>
                    <a:pt x="2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62"/>
            <p:cNvSpPr/>
            <p:nvPr/>
          </p:nvSpPr>
          <p:spPr>
            <a:xfrm>
              <a:off x="1159150" y="1545350"/>
              <a:ext cx="10000" cy="15300"/>
            </a:xfrm>
            <a:custGeom>
              <a:rect b="b" l="l" r="r" t="t"/>
              <a:pathLst>
                <a:path extrusionOk="0" h="612" w="400">
                  <a:moveTo>
                    <a:pt x="187" y="1"/>
                  </a:moveTo>
                  <a:lnTo>
                    <a:pt x="107" y="27"/>
                  </a:lnTo>
                  <a:lnTo>
                    <a:pt x="54" y="54"/>
                  </a:lnTo>
                  <a:lnTo>
                    <a:pt x="1" y="134"/>
                  </a:lnTo>
                  <a:lnTo>
                    <a:pt x="1" y="213"/>
                  </a:lnTo>
                  <a:lnTo>
                    <a:pt x="1" y="399"/>
                  </a:lnTo>
                  <a:lnTo>
                    <a:pt x="1" y="479"/>
                  </a:lnTo>
                  <a:lnTo>
                    <a:pt x="54" y="532"/>
                  </a:lnTo>
                  <a:lnTo>
                    <a:pt x="107" y="585"/>
                  </a:lnTo>
                  <a:lnTo>
                    <a:pt x="187" y="612"/>
                  </a:lnTo>
                  <a:lnTo>
                    <a:pt x="267" y="585"/>
                  </a:lnTo>
                  <a:lnTo>
                    <a:pt x="346" y="532"/>
                  </a:lnTo>
                  <a:lnTo>
                    <a:pt x="373" y="479"/>
                  </a:lnTo>
                  <a:lnTo>
                    <a:pt x="400" y="399"/>
                  </a:lnTo>
                  <a:lnTo>
                    <a:pt x="400" y="213"/>
                  </a:lnTo>
                  <a:lnTo>
                    <a:pt x="373" y="134"/>
                  </a:lnTo>
                  <a:lnTo>
                    <a:pt x="346" y="54"/>
                  </a:lnTo>
                  <a:lnTo>
                    <a:pt x="267"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62"/>
            <p:cNvSpPr/>
            <p:nvPr/>
          </p:nvSpPr>
          <p:spPr>
            <a:xfrm>
              <a:off x="1201025" y="1480225"/>
              <a:ext cx="10000" cy="14650"/>
            </a:xfrm>
            <a:custGeom>
              <a:rect b="b" l="l" r="r" t="t"/>
              <a:pathLst>
                <a:path extrusionOk="0" h="586" w="400">
                  <a:moveTo>
                    <a:pt x="107" y="1"/>
                  </a:moveTo>
                  <a:lnTo>
                    <a:pt x="54" y="54"/>
                  </a:lnTo>
                  <a:lnTo>
                    <a:pt x="0" y="107"/>
                  </a:lnTo>
                  <a:lnTo>
                    <a:pt x="0" y="187"/>
                  </a:lnTo>
                  <a:lnTo>
                    <a:pt x="0" y="399"/>
                  </a:lnTo>
                  <a:lnTo>
                    <a:pt x="0" y="479"/>
                  </a:lnTo>
                  <a:lnTo>
                    <a:pt x="54" y="532"/>
                  </a:lnTo>
                  <a:lnTo>
                    <a:pt x="107" y="585"/>
                  </a:lnTo>
                  <a:lnTo>
                    <a:pt x="266" y="585"/>
                  </a:lnTo>
                  <a:lnTo>
                    <a:pt x="319" y="532"/>
                  </a:lnTo>
                  <a:lnTo>
                    <a:pt x="373" y="479"/>
                  </a:lnTo>
                  <a:lnTo>
                    <a:pt x="399" y="399"/>
                  </a:lnTo>
                  <a:lnTo>
                    <a:pt x="399" y="187"/>
                  </a:lnTo>
                  <a:lnTo>
                    <a:pt x="373" y="107"/>
                  </a:lnTo>
                  <a:lnTo>
                    <a:pt x="319" y="54"/>
                  </a:lnTo>
                  <a:lnTo>
                    <a:pt x="26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62"/>
            <p:cNvSpPr/>
            <p:nvPr/>
          </p:nvSpPr>
          <p:spPr>
            <a:xfrm>
              <a:off x="1201025" y="1509475"/>
              <a:ext cx="10000" cy="21950"/>
            </a:xfrm>
            <a:custGeom>
              <a:rect b="b" l="l" r="r" t="t"/>
              <a:pathLst>
                <a:path extrusionOk="0" h="878" w="400">
                  <a:moveTo>
                    <a:pt x="107" y="0"/>
                  </a:moveTo>
                  <a:lnTo>
                    <a:pt x="54" y="53"/>
                  </a:lnTo>
                  <a:lnTo>
                    <a:pt x="0" y="107"/>
                  </a:lnTo>
                  <a:lnTo>
                    <a:pt x="0" y="186"/>
                  </a:lnTo>
                  <a:lnTo>
                    <a:pt x="0" y="665"/>
                  </a:lnTo>
                  <a:lnTo>
                    <a:pt x="0" y="744"/>
                  </a:lnTo>
                  <a:lnTo>
                    <a:pt x="54" y="824"/>
                  </a:lnTo>
                  <a:lnTo>
                    <a:pt x="107" y="851"/>
                  </a:lnTo>
                  <a:lnTo>
                    <a:pt x="187" y="877"/>
                  </a:lnTo>
                  <a:lnTo>
                    <a:pt x="266" y="851"/>
                  </a:lnTo>
                  <a:lnTo>
                    <a:pt x="319" y="824"/>
                  </a:lnTo>
                  <a:lnTo>
                    <a:pt x="373" y="744"/>
                  </a:lnTo>
                  <a:lnTo>
                    <a:pt x="399" y="665"/>
                  </a:lnTo>
                  <a:lnTo>
                    <a:pt x="399" y="186"/>
                  </a:lnTo>
                  <a:lnTo>
                    <a:pt x="373" y="107"/>
                  </a:lnTo>
                  <a:lnTo>
                    <a:pt x="319" y="53"/>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62"/>
            <p:cNvSpPr/>
            <p:nvPr/>
          </p:nvSpPr>
          <p:spPr>
            <a:xfrm>
              <a:off x="1201025" y="1545350"/>
              <a:ext cx="10000" cy="15300"/>
            </a:xfrm>
            <a:custGeom>
              <a:rect b="b" l="l" r="r" t="t"/>
              <a:pathLst>
                <a:path extrusionOk="0" h="612" w="400">
                  <a:moveTo>
                    <a:pt x="187" y="1"/>
                  </a:moveTo>
                  <a:lnTo>
                    <a:pt x="107" y="27"/>
                  </a:lnTo>
                  <a:lnTo>
                    <a:pt x="54" y="54"/>
                  </a:lnTo>
                  <a:lnTo>
                    <a:pt x="0" y="134"/>
                  </a:lnTo>
                  <a:lnTo>
                    <a:pt x="0" y="213"/>
                  </a:lnTo>
                  <a:lnTo>
                    <a:pt x="0" y="399"/>
                  </a:lnTo>
                  <a:lnTo>
                    <a:pt x="0" y="479"/>
                  </a:lnTo>
                  <a:lnTo>
                    <a:pt x="54" y="532"/>
                  </a:lnTo>
                  <a:lnTo>
                    <a:pt x="107" y="585"/>
                  </a:lnTo>
                  <a:lnTo>
                    <a:pt x="187" y="612"/>
                  </a:lnTo>
                  <a:lnTo>
                    <a:pt x="266" y="585"/>
                  </a:lnTo>
                  <a:lnTo>
                    <a:pt x="319" y="532"/>
                  </a:lnTo>
                  <a:lnTo>
                    <a:pt x="373" y="479"/>
                  </a:lnTo>
                  <a:lnTo>
                    <a:pt x="399" y="399"/>
                  </a:lnTo>
                  <a:lnTo>
                    <a:pt x="399" y="213"/>
                  </a:lnTo>
                  <a:lnTo>
                    <a:pt x="373" y="134"/>
                  </a:lnTo>
                  <a:lnTo>
                    <a:pt x="319" y="54"/>
                  </a:lnTo>
                  <a:lnTo>
                    <a:pt x="266"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62"/>
            <p:cNvSpPr/>
            <p:nvPr/>
          </p:nvSpPr>
          <p:spPr>
            <a:xfrm>
              <a:off x="1242225" y="1480225"/>
              <a:ext cx="10000" cy="14650"/>
            </a:xfrm>
            <a:custGeom>
              <a:rect b="b" l="l" r="r" t="t"/>
              <a:pathLst>
                <a:path extrusionOk="0" h="586" w="400">
                  <a:moveTo>
                    <a:pt x="133" y="1"/>
                  </a:moveTo>
                  <a:lnTo>
                    <a:pt x="80" y="54"/>
                  </a:lnTo>
                  <a:lnTo>
                    <a:pt x="27" y="107"/>
                  </a:lnTo>
                  <a:lnTo>
                    <a:pt x="0" y="187"/>
                  </a:lnTo>
                  <a:lnTo>
                    <a:pt x="0" y="399"/>
                  </a:lnTo>
                  <a:lnTo>
                    <a:pt x="27" y="479"/>
                  </a:lnTo>
                  <a:lnTo>
                    <a:pt x="80" y="532"/>
                  </a:lnTo>
                  <a:lnTo>
                    <a:pt x="133" y="585"/>
                  </a:lnTo>
                  <a:lnTo>
                    <a:pt x="293" y="585"/>
                  </a:lnTo>
                  <a:lnTo>
                    <a:pt x="346" y="532"/>
                  </a:lnTo>
                  <a:lnTo>
                    <a:pt x="399" y="479"/>
                  </a:lnTo>
                  <a:lnTo>
                    <a:pt x="399" y="399"/>
                  </a:lnTo>
                  <a:lnTo>
                    <a:pt x="399" y="187"/>
                  </a:lnTo>
                  <a:lnTo>
                    <a:pt x="399" y="107"/>
                  </a:lnTo>
                  <a:lnTo>
                    <a:pt x="346" y="54"/>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62"/>
            <p:cNvSpPr/>
            <p:nvPr/>
          </p:nvSpPr>
          <p:spPr>
            <a:xfrm>
              <a:off x="1242225" y="1509475"/>
              <a:ext cx="10000" cy="21950"/>
            </a:xfrm>
            <a:custGeom>
              <a:rect b="b" l="l" r="r" t="t"/>
              <a:pathLst>
                <a:path extrusionOk="0" h="878" w="400">
                  <a:moveTo>
                    <a:pt x="133" y="0"/>
                  </a:moveTo>
                  <a:lnTo>
                    <a:pt x="80" y="53"/>
                  </a:lnTo>
                  <a:lnTo>
                    <a:pt x="27" y="107"/>
                  </a:lnTo>
                  <a:lnTo>
                    <a:pt x="0" y="186"/>
                  </a:lnTo>
                  <a:lnTo>
                    <a:pt x="0" y="665"/>
                  </a:lnTo>
                  <a:lnTo>
                    <a:pt x="27" y="744"/>
                  </a:lnTo>
                  <a:lnTo>
                    <a:pt x="80" y="824"/>
                  </a:lnTo>
                  <a:lnTo>
                    <a:pt x="133" y="851"/>
                  </a:lnTo>
                  <a:lnTo>
                    <a:pt x="213" y="877"/>
                  </a:lnTo>
                  <a:lnTo>
                    <a:pt x="293" y="851"/>
                  </a:lnTo>
                  <a:lnTo>
                    <a:pt x="346" y="824"/>
                  </a:lnTo>
                  <a:lnTo>
                    <a:pt x="399" y="744"/>
                  </a:lnTo>
                  <a:lnTo>
                    <a:pt x="399" y="665"/>
                  </a:lnTo>
                  <a:lnTo>
                    <a:pt x="399" y="186"/>
                  </a:lnTo>
                  <a:lnTo>
                    <a:pt x="399" y="107"/>
                  </a:lnTo>
                  <a:lnTo>
                    <a:pt x="346" y="53"/>
                  </a:lnTo>
                  <a:lnTo>
                    <a:pt x="29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62"/>
            <p:cNvSpPr/>
            <p:nvPr/>
          </p:nvSpPr>
          <p:spPr>
            <a:xfrm>
              <a:off x="1242225" y="1545350"/>
              <a:ext cx="10000" cy="15300"/>
            </a:xfrm>
            <a:custGeom>
              <a:rect b="b" l="l" r="r" t="t"/>
              <a:pathLst>
                <a:path extrusionOk="0" h="612" w="400">
                  <a:moveTo>
                    <a:pt x="213" y="1"/>
                  </a:moveTo>
                  <a:lnTo>
                    <a:pt x="133" y="27"/>
                  </a:lnTo>
                  <a:lnTo>
                    <a:pt x="80" y="54"/>
                  </a:lnTo>
                  <a:lnTo>
                    <a:pt x="27" y="134"/>
                  </a:lnTo>
                  <a:lnTo>
                    <a:pt x="0" y="213"/>
                  </a:lnTo>
                  <a:lnTo>
                    <a:pt x="0" y="399"/>
                  </a:lnTo>
                  <a:lnTo>
                    <a:pt x="27" y="479"/>
                  </a:lnTo>
                  <a:lnTo>
                    <a:pt x="80" y="532"/>
                  </a:lnTo>
                  <a:lnTo>
                    <a:pt x="133" y="585"/>
                  </a:lnTo>
                  <a:lnTo>
                    <a:pt x="213" y="612"/>
                  </a:lnTo>
                  <a:lnTo>
                    <a:pt x="293" y="585"/>
                  </a:lnTo>
                  <a:lnTo>
                    <a:pt x="346" y="532"/>
                  </a:lnTo>
                  <a:lnTo>
                    <a:pt x="399" y="479"/>
                  </a:lnTo>
                  <a:lnTo>
                    <a:pt x="399" y="399"/>
                  </a:lnTo>
                  <a:lnTo>
                    <a:pt x="399" y="213"/>
                  </a:lnTo>
                  <a:lnTo>
                    <a:pt x="399" y="134"/>
                  </a:lnTo>
                  <a:lnTo>
                    <a:pt x="346" y="54"/>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24" name="Google Shape;824;p62"/>
          <p:cNvSpPr/>
          <p:nvPr/>
        </p:nvSpPr>
        <p:spPr>
          <a:xfrm>
            <a:off x="4456934" y="1307559"/>
            <a:ext cx="230131" cy="291940"/>
          </a:xfrm>
          <a:custGeom>
            <a:rect b="b" l="l" r="r" t="t"/>
            <a:pathLst>
              <a:path extrusionOk="0" h="11298" w="8906">
                <a:moveTo>
                  <a:pt x="8507" y="399"/>
                </a:moveTo>
                <a:lnTo>
                  <a:pt x="8507" y="1170"/>
                </a:lnTo>
                <a:lnTo>
                  <a:pt x="399" y="1170"/>
                </a:lnTo>
                <a:lnTo>
                  <a:pt x="399" y="399"/>
                </a:lnTo>
                <a:close/>
                <a:moveTo>
                  <a:pt x="5503" y="1569"/>
                </a:moveTo>
                <a:lnTo>
                  <a:pt x="5264" y="1888"/>
                </a:lnTo>
                <a:lnTo>
                  <a:pt x="5184" y="1994"/>
                </a:lnTo>
                <a:lnTo>
                  <a:pt x="5051" y="2021"/>
                </a:lnTo>
                <a:lnTo>
                  <a:pt x="3881" y="2021"/>
                </a:lnTo>
                <a:lnTo>
                  <a:pt x="3749" y="1994"/>
                </a:lnTo>
                <a:lnTo>
                  <a:pt x="3669" y="1888"/>
                </a:lnTo>
                <a:lnTo>
                  <a:pt x="3430" y="1569"/>
                </a:lnTo>
                <a:close/>
                <a:moveTo>
                  <a:pt x="8002" y="1569"/>
                </a:moveTo>
                <a:lnTo>
                  <a:pt x="8002" y="3775"/>
                </a:lnTo>
                <a:lnTo>
                  <a:pt x="931" y="3775"/>
                </a:lnTo>
                <a:lnTo>
                  <a:pt x="931" y="1569"/>
                </a:lnTo>
                <a:lnTo>
                  <a:pt x="2924" y="1569"/>
                </a:lnTo>
                <a:lnTo>
                  <a:pt x="3323" y="2127"/>
                </a:lnTo>
                <a:lnTo>
                  <a:pt x="3430" y="2260"/>
                </a:lnTo>
                <a:lnTo>
                  <a:pt x="3562" y="2340"/>
                </a:lnTo>
                <a:lnTo>
                  <a:pt x="3722" y="2393"/>
                </a:lnTo>
                <a:lnTo>
                  <a:pt x="3881" y="2419"/>
                </a:lnTo>
                <a:lnTo>
                  <a:pt x="5051" y="2419"/>
                </a:lnTo>
                <a:lnTo>
                  <a:pt x="5210" y="2393"/>
                </a:lnTo>
                <a:lnTo>
                  <a:pt x="5370" y="2340"/>
                </a:lnTo>
                <a:lnTo>
                  <a:pt x="5503" y="2260"/>
                </a:lnTo>
                <a:lnTo>
                  <a:pt x="5609" y="2127"/>
                </a:lnTo>
                <a:lnTo>
                  <a:pt x="5981" y="1569"/>
                </a:lnTo>
                <a:close/>
                <a:moveTo>
                  <a:pt x="5503" y="4174"/>
                </a:moveTo>
                <a:lnTo>
                  <a:pt x="5264" y="4493"/>
                </a:lnTo>
                <a:lnTo>
                  <a:pt x="5184" y="4572"/>
                </a:lnTo>
                <a:lnTo>
                  <a:pt x="5051" y="4599"/>
                </a:lnTo>
                <a:lnTo>
                  <a:pt x="3881" y="4599"/>
                </a:lnTo>
                <a:lnTo>
                  <a:pt x="3749" y="4572"/>
                </a:lnTo>
                <a:lnTo>
                  <a:pt x="3669" y="4493"/>
                </a:lnTo>
                <a:lnTo>
                  <a:pt x="3430" y="4174"/>
                </a:lnTo>
                <a:close/>
                <a:moveTo>
                  <a:pt x="8002" y="4174"/>
                </a:moveTo>
                <a:lnTo>
                  <a:pt x="8002" y="7018"/>
                </a:lnTo>
                <a:lnTo>
                  <a:pt x="931" y="7018"/>
                </a:lnTo>
                <a:lnTo>
                  <a:pt x="931" y="4174"/>
                </a:lnTo>
                <a:lnTo>
                  <a:pt x="2924" y="4174"/>
                </a:lnTo>
                <a:lnTo>
                  <a:pt x="3323" y="4732"/>
                </a:lnTo>
                <a:lnTo>
                  <a:pt x="3430" y="4838"/>
                </a:lnTo>
                <a:lnTo>
                  <a:pt x="3562" y="4945"/>
                </a:lnTo>
                <a:lnTo>
                  <a:pt x="3722" y="4998"/>
                </a:lnTo>
                <a:lnTo>
                  <a:pt x="5210" y="4998"/>
                </a:lnTo>
                <a:lnTo>
                  <a:pt x="5370" y="4945"/>
                </a:lnTo>
                <a:lnTo>
                  <a:pt x="5503" y="4838"/>
                </a:lnTo>
                <a:lnTo>
                  <a:pt x="5609" y="4732"/>
                </a:lnTo>
                <a:lnTo>
                  <a:pt x="5981" y="4174"/>
                </a:lnTo>
                <a:close/>
                <a:moveTo>
                  <a:pt x="5503" y="7417"/>
                </a:moveTo>
                <a:lnTo>
                  <a:pt x="5264" y="7762"/>
                </a:lnTo>
                <a:lnTo>
                  <a:pt x="5184" y="7842"/>
                </a:lnTo>
                <a:lnTo>
                  <a:pt x="5051" y="7868"/>
                </a:lnTo>
                <a:lnTo>
                  <a:pt x="3881" y="7868"/>
                </a:lnTo>
                <a:lnTo>
                  <a:pt x="3749" y="7842"/>
                </a:lnTo>
                <a:lnTo>
                  <a:pt x="3669" y="7762"/>
                </a:lnTo>
                <a:lnTo>
                  <a:pt x="3430" y="7417"/>
                </a:lnTo>
                <a:close/>
                <a:moveTo>
                  <a:pt x="8002" y="7417"/>
                </a:moveTo>
                <a:lnTo>
                  <a:pt x="8002" y="10261"/>
                </a:lnTo>
                <a:lnTo>
                  <a:pt x="931" y="10261"/>
                </a:lnTo>
                <a:lnTo>
                  <a:pt x="931" y="7417"/>
                </a:lnTo>
                <a:lnTo>
                  <a:pt x="2924" y="7417"/>
                </a:lnTo>
                <a:lnTo>
                  <a:pt x="3323" y="7975"/>
                </a:lnTo>
                <a:lnTo>
                  <a:pt x="3430" y="8108"/>
                </a:lnTo>
                <a:lnTo>
                  <a:pt x="3562" y="8187"/>
                </a:lnTo>
                <a:lnTo>
                  <a:pt x="3722" y="8241"/>
                </a:lnTo>
                <a:lnTo>
                  <a:pt x="3881" y="8267"/>
                </a:lnTo>
                <a:lnTo>
                  <a:pt x="5051" y="8267"/>
                </a:lnTo>
                <a:lnTo>
                  <a:pt x="5210" y="8241"/>
                </a:lnTo>
                <a:lnTo>
                  <a:pt x="5370" y="8187"/>
                </a:lnTo>
                <a:lnTo>
                  <a:pt x="5503" y="8108"/>
                </a:lnTo>
                <a:lnTo>
                  <a:pt x="5609" y="7975"/>
                </a:lnTo>
                <a:lnTo>
                  <a:pt x="5981" y="7417"/>
                </a:lnTo>
                <a:close/>
                <a:moveTo>
                  <a:pt x="3057" y="10660"/>
                </a:moveTo>
                <a:lnTo>
                  <a:pt x="2951" y="10846"/>
                </a:lnTo>
                <a:lnTo>
                  <a:pt x="2898" y="10872"/>
                </a:lnTo>
                <a:lnTo>
                  <a:pt x="2818" y="10899"/>
                </a:lnTo>
                <a:lnTo>
                  <a:pt x="1914" y="10899"/>
                </a:lnTo>
                <a:lnTo>
                  <a:pt x="1861" y="10872"/>
                </a:lnTo>
                <a:lnTo>
                  <a:pt x="1808" y="10846"/>
                </a:lnTo>
                <a:lnTo>
                  <a:pt x="1675" y="10660"/>
                </a:lnTo>
                <a:close/>
                <a:moveTo>
                  <a:pt x="7257" y="10660"/>
                </a:moveTo>
                <a:lnTo>
                  <a:pt x="7124" y="10846"/>
                </a:lnTo>
                <a:lnTo>
                  <a:pt x="7071" y="10872"/>
                </a:lnTo>
                <a:lnTo>
                  <a:pt x="7018" y="10899"/>
                </a:lnTo>
                <a:lnTo>
                  <a:pt x="6114" y="10899"/>
                </a:lnTo>
                <a:lnTo>
                  <a:pt x="6035" y="10872"/>
                </a:lnTo>
                <a:lnTo>
                  <a:pt x="5981" y="10846"/>
                </a:lnTo>
                <a:lnTo>
                  <a:pt x="5875" y="10660"/>
                </a:lnTo>
                <a:close/>
                <a:moveTo>
                  <a:pt x="213" y="0"/>
                </a:moveTo>
                <a:lnTo>
                  <a:pt x="133" y="27"/>
                </a:lnTo>
                <a:lnTo>
                  <a:pt x="80" y="54"/>
                </a:lnTo>
                <a:lnTo>
                  <a:pt x="27" y="133"/>
                </a:lnTo>
                <a:lnTo>
                  <a:pt x="1" y="186"/>
                </a:lnTo>
                <a:lnTo>
                  <a:pt x="1" y="1383"/>
                </a:lnTo>
                <a:lnTo>
                  <a:pt x="27" y="1436"/>
                </a:lnTo>
                <a:lnTo>
                  <a:pt x="80" y="1516"/>
                </a:lnTo>
                <a:lnTo>
                  <a:pt x="133" y="1542"/>
                </a:lnTo>
                <a:lnTo>
                  <a:pt x="213" y="1569"/>
                </a:lnTo>
                <a:lnTo>
                  <a:pt x="532" y="1569"/>
                </a:lnTo>
                <a:lnTo>
                  <a:pt x="532" y="10473"/>
                </a:lnTo>
                <a:lnTo>
                  <a:pt x="532" y="10553"/>
                </a:lnTo>
                <a:lnTo>
                  <a:pt x="585" y="10606"/>
                </a:lnTo>
                <a:lnTo>
                  <a:pt x="638" y="10660"/>
                </a:lnTo>
                <a:lnTo>
                  <a:pt x="1197" y="10660"/>
                </a:lnTo>
                <a:lnTo>
                  <a:pt x="1489" y="11058"/>
                </a:lnTo>
                <a:lnTo>
                  <a:pt x="1569" y="11165"/>
                </a:lnTo>
                <a:lnTo>
                  <a:pt x="1675" y="11244"/>
                </a:lnTo>
                <a:lnTo>
                  <a:pt x="1781" y="11297"/>
                </a:lnTo>
                <a:lnTo>
                  <a:pt x="2951" y="11297"/>
                </a:lnTo>
                <a:lnTo>
                  <a:pt x="3057" y="11244"/>
                </a:lnTo>
                <a:lnTo>
                  <a:pt x="3190" y="11165"/>
                </a:lnTo>
                <a:lnTo>
                  <a:pt x="3270" y="11058"/>
                </a:lnTo>
                <a:lnTo>
                  <a:pt x="3536" y="10660"/>
                </a:lnTo>
                <a:lnTo>
                  <a:pt x="5397" y="10660"/>
                </a:lnTo>
                <a:lnTo>
                  <a:pt x="5662" y="11058"/>
                </a:lnTo>
                <a:lnTo>
                  <a:pt x="5742" y="11165"/>
                </a:lnTo>
                <a:lnTo>
                  <a:pt x="5848" y="11244"/>
                </a:lnTo>
                <a:lnTo>
                  <a:pt x="5981" y="11297"/>
                </a:lnTo>
                <a:lnTo>
                  <a:pt x="7124" y="11297"/>
                </a:lnTo>
                <a:lnTo>
                  <a:pt x="7257" y="11244"/>
                </a:lnTo>
                <a:lnTo>
                  <a:pt x="7364" y="11165"/>
                </a:lnTo>
                <a:lnTo>
                  <a:pt x="7443" y="11058"/>
                </a:lnTo>
                <a:lnTo>
                  <a:pt x="7736" y="10660"/>
                </a:lnTo>
                <a:lnTo>
                  <a:pt x="8267" y="10660"/>
                </a:lnTo>
                <a:lnTo>
                  <a:pt x="8347" y="10606"/>
                </a:lnTo>
                <a:lnTo>
                  <a:pt x="8374" y="10553"/>
                </a:lnTo>
                <a:lnTo>
                  <a:pt x="8400" y="10473"/>
                </a:lnTo>
                <a:lnTo>
                  <a:pt x="8400" y="1569"/>
                </a:lnTo>
                <a:lnTo>
                  <a:pt x="8719" y="1569"/>
                </a:lnTo>
                <a:lnTo>
                  <a:pt x="8799" y="1542"/>
                </a:lnTo>
                <a:lnTo>
                  <a:pt x="8852" y="1516"/>
                </a:lnTo>
                <a:lnTo>
                  <a:pt x="8905" y="1436"/>
                </a:lnTo>
                <a:lnTo>
                  <a:pt x="8905" y="1383"/>
                </a:lnTo>
                <a:lnTo>
                  <a:pt x="8905" y="186"/>
                </a:lnTo>
                <a:lnTo>
                  <a:pt x="8905" y="133"/>
                </a:lnTo>
                <a:lnTo>
                  <a:pt x="8852" y="54"/>
                </a:lnTo>
                <a:lnTo>
                  <a:pt x="8799" y="27"/>
                </a:lnTo>
                <a:lnTo>
                  <a:pt x="87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25" name="Google Shape;825;p62"/>
          <p:cNvGrpSpPr/>
          <p:nvPr/>
        </p:nvGrpSpPr>
        <p:grpSpPr>
          <a:xfrm>
            <a:off x="6788367" y="1328851"/>
            <a:ext cx="221190" cy="249356"/>
            <a:chOff x="1024250" y="2029800"/>
            <a:chExt cx="214000" cy="241250"/>
          </a:xfrm>
        </p:grpSpPr>
        <p:sp>
          <p:nvSpPr>
            <p:cNvPr id="826" name="Google Shape;826;p62"/>
            <p:cNvSpPr/>
            <p:nvPr/>
          </p:nvSpPr>
          <p:spPr>
            <a:xfrm>
              <a:off x="1113975" y="2216525"/>
              <a:ext cx="34575" cy="10675"/>
            </a:xfrm>
            <a:custGeom>
              <a:rect b="b" l="l" r="r" t="t"/>
              <a:pathLst>
                <a:path extrusionOk="0" h="427" w="1383">
                  <a:moveTo>
                    <a:pt x="186" y="1"/>
                  </a:moveTo>
                  <a:lnTo>
                    <a:pt x="107" y="27"/>
                  </a:lnTo>
                  <a:lnTo>
                    <a:pt x="53" y="81"/>
                  </a:lnTo>
                  <a:lnTo>
                    <a:pt x="0" y="134"/>
                  </a:lnTo>
                  <a:lnTo>
                    <a:pt x="0" y="213"/>
                  </a:lnTo>
                  <a:lnTo>
                    <a:pt x="0" y="293"/>
                  </a:lnTo>
                  <a:lnTo>
                    <a:pt x="53" y="346"/>
                  </a:lnTo>
                  <a:lnTo>
                    <a:pt x="107" y="399"/>
                  </a:lnTo>
                  <a:lnTo>
                    <a:pt x="186" y="426"/>
                  </a:lnTo>
                  <a:lnTo>
                    <a:pt x="1170" y="426"/>
                  </a:lnTo>
                  <a:lnTo>
                    <a:pt x="1250" y="399"/>
                  </a:lnTo>
                  <a:lnTo>
                    <a:pt x="1329" y="346"/>
                  </a:lnTo>
                  <a:lnTo>
                    <a:pt x="1356" y="293"/>
                  </a:lnTo>
                  <a:lnTo>
                    <a:pt x="1383" y="213"/>
                  </a:lnTo>
                  <a:lnTo>
                    <a:pt x="1356" y="134"/>
                  </a:lnTo>
                  <a:lnTo>
                    <a:pt x="1329" y="81"/>
                  </a:lnTo>
                  <a:lnTo>
                    <a:pt x="1250" y="27"/>
                  </a:lnTo>
                  <a:lnTo>
                    <a:pt x="117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62"/>
            <p:cNvSpPr/>
            <p:nvPr/>
          </p:nvSpPr>
          <p:spPr>
            <a:xfrm>
              <a:off x="1024250" y="2029800"/>
              <a:ext cx="214000" cy="241250"/>
            </a:xfrm>
            <a:custGeom>
              <a:rect b="b" l="l" r="r" t="t"/>
              <a:pathLst>
                <a:path extrusionOk="0" h="9650" w="8560">
                  <a:moveTo>
                    <a:pt x="5397" y="399"/>
                  </a:moveTo>
                  <a:lnTo>
                    <a:pt x="5689" y="426"/>
                  </a:lnTo>
                  <a:lnTo>
                    <a:pt x="5955" y="505"/>
                  </a:lnTo>
                  <a:lnTo>
                    <a:pt x="6221" y="638"/>
                  </a:lnTo>
                  <a:lnTo>
                    <a:pt x="6433" y="824"/>
                  </a:lnTo>
                  <a:lnTo>
                    <a:pt x="6620" y="1064"/>
                  </a:lnTo>
                  <a:lnTo>
                    <a:pt x="6779" y="1303"/>
                  </a:lnTo>
                  <a:lnTo>
                    <a:pt x="6859" y="1595"/>
                  </a:lnTo>
                  <a:lnTo>
                    <a:pt x="6885" y="1888"/>
                  </a:lnTo>
                  <a:lnTo>
                    <a:pt x="6885" y="2207"/>
                  </a:lnTo>
                  <a:lnTo>
                    <a:pt x="6806" y="2180"/>
                  </a:lnTo>
                  <a:lnTo>
                    <a:pt x="6646" y="2180"/>
                  </a:lnTo>
                  <a:lnTo>
                    <a:pt x="6513" y="2154"/>
                  </a:lnTo>
                  <a:lnTo>
                    <a:pt x="5397" y="2100"/>
                  </a:lnTo>
                  <a:lnTo>
                    <a:pt x="4280" y="2074"/>
                  </a:lnTo>
                  <a:lnTo>
                    <a:pt x="3084" y="2100"/>
                  </a:lnTo>
                  <a:lnTo>
                    <a:pt x="1915" y="2180"/>
                  </a:lnTo>
                  <a:lnTo>
                    <a:pt x="1729" y="2207"/>
                  </a:lnTo>
                  <a:lnTo>
                    <a:pt x="1702" y="2207"/>
                  </a:lnTo>
                  <a:lnTo>
                    <a:pt x="1543" y="2233"/>
                  </a:lnTo>
                  <a:lnTo>
                    <a:pt x="1516" y="2260"/>
                  </a:lnTo>
                  <a:lnTo>
                    <a:pt x="1356" y="2313"/>
                  </a:lnTo>
                  <a:lnTo>
                    <a:pt x="1330" y="2313"/>
                  </a:lnTo>
                  <a:lnTo>
                    <a:pt x="1170" y="2393"/>
                  </a:lnTo>
                  <a:lnTo>
                    <a:pt x="1011" y="2472"/>
                  </a:lnTo>
                  <a:lnTo>
                    <a:pt x="984" y="2472"/>
                  </a:lnTo>
                  <a:lnTo>
                    <a:pt x="851" y="2579"/>
                  </a:lnTo>
                  <a:lnTo>
                    <a:pt x="825" y="2605"/>
                  </a:lnTo>
                  <a:lnTo>
                    <a:pt x="692" y="2712"/>
                  </a:lnTo>
                  <a:lnTo>
                    <a:pt x="559" y="2845"/>
                  </a:lnTo>
                  <a:lnTo>
                    <a:pt x="453" y="2978"/>
                  </a:lnTo>
                  <a:lnTo>
                    <a:pt x="426" y="3004"/>
                  </a:lnTo>
                  <a:lnTo>
                    <a:pt x="400" y="3031"/>
                  </a:lnTo>
                  <a:lnTo>
                    <a:pt x="453" y="2765"/>
                  </a:lnTo>
                  <a:lnTo>
                    <a:pt x="506" y="2499"/>
                  </a:lnTo>
                  <a:lnTo>
                    <a:pt x="612" y="2233"/>
                  </a:lnTo>
                  <a:lnTo>
                    <a:pt x="718" y="1994"/>
                  </a:lnTo>
                  <a:lnTo>
                    <a:pt x="851" y="1755"/>
                  </a:lnTo>
                  <a:lnTo>
                    <a:pt x="984" y="1542"/>
                  </a:lnTo>
                  <a:lnTo>
                    <a:pt x="1170" y="1356"/>
                  </a:lnTo>
                  <a:lnTo>
                    <a:pt x="1356" y="1170"/>
                  </a:lnTo>
                  <a:lnTo>
                    <a:pt x="1543" y="984"/>
                  </a:lnTo>
                  <a:lnTo>
                    <a:pt x="1755" y="851"/>
                  </a:lnTo>
                  <a:lnTo>
                    <a:pt x="1994" y="718"/>
                  </a:lnTo>
                  <a:lnTo>
                    <a:pt x="2234" y="612"/>
                  </a:lnTo>
                  <a:lnTo>
                    <a:pt x="2499" y="505"/>
                  </a:lnTo>
                  <a:lnTo>
                    <a:pt x="2765" y="452"/>
                  </a:lnTo>
                  <a:lnTo>
                    <a:pt x="3031" y="426"/>
                  </a:lnTo>
                  <a:lnTo>
                    <a:pt x="3297" y="399"/>
                  </a:lnTo>
                  <a:close/>
                  <a:moveTo>
                    <a:pt x="7390" y="1808"/>
                  </a:moveTo>
                  <a:lnTo>
                    <a:pt x="7550" y="1835"/>
                  </a:lnTo>
                  <a:lnTo>
                    <a:pt x="7683" y="1861"/>
                  </a:lnTo>
                  <a:lnTo>
                    <a:pt x="7816" y="1941"/>
                  </a:lnTo>
                  <a:lnTo>
                    <a:pt x="7949" y="2047"/>
                  </a:lnTo>
                  <a:lnTo>
                    <a:pt x="8028" y="2154"/>
                  </a:lnTo>
                  <a:lnTo>
                    <a:pt x="8108" y="2286"/>
                  </a:lnTo>
                  <a:lnTo>
                    <a:pt x="8135" y="2419"/>
                  </a:lnTo>
                  <a:lnTo>
                    <a:pt x="8161" y="2579"/>
                  </a:lnTo>
                  <a:lnTo>
                    <a:pt x="8161" y="3031"/>
                  </a:lnTo>
                  <a:lnTo>
                    <a:pt x="8082" y="2924"/>
                  </a:lnTo>
                  <a:lnTo>
                    <a:pt x="8055" y="2898"/>
                  </a:lnTo>
                  <a:lnTo>
                    <a:pt x="7975" y="2818"/>
                  </a:lnTo>
                  <a:lnTo>
                    <a:pt x="7922" y="2765"/>
                  </a:lnTo>
                  <a:lnTo>
                    <a:pt x="7869" y="2712"/>
                  </a:lnTo>
                  <a:lnTo>
                    <a:pt x="7816" y="2659"/>
                  </a:lnTo>
                  <a:lnTo>
                    <a:pt x="7736" y="2605"/>
                  </a:lnTo>
                  <a:lnTo>
                    <a:pt x="7683" y="2552"/>
                  </a:lnTo>
                  <a:lnTo>
                    <a:pt x="7630" y="2526"/>
                  </a:lnTo>
                  <a:lnTo>
                    <a:pt x="7576" y="2472"/>
                  </a:lnTo>
                  <a:lnTo>
                    <a:pt x="7497" y="2419"/>
                  </a:lnTo>
                  <a:lnTo>
                    <a:pt x="7417" y="2393"/>
                  </a:lnTo>
                  <a:lnTo>
                    <a:pt x="7337" y="2366"/>
                  </a:lnTo>
                  <a:lnTo>
                    <a:pt x="7284" y="2340"/>
                  </a:lnTo>
                  <a:lnTo>
                    <a:pt x="7284" y="1888"/>
                  </a:lnTo>
                  <a:lnTo>
                    <a:pt x="7284" y="1808"/>
                  </a:lnTo>
                  <a:close/>
                  <a:moveTo>
                    <a:pt x="5370" y="2499"/>
                  </a:moveTo>
                  <a:lnTo>
                    <a:pt x="6487" y="2552"/>
                  </a:lnTo>
                  <a:lnTo>
                    <a:pt x="6620" y="2579"/>
                  </a:lnTo>
                  <a:lnTo>
                    <a:pt x="6726" y="2579"/>
                  </a:lnTo>
                  <a:lnTo>
                    <a:pt x="7018" y="2659"/>
                  </a:lnTo>
                  <a:lnTo>
                    <a:pt x="7258" y="2765"/>
                  </a:lnTo>
                  <a:lnTo>
                    <a:pt x="7497" y="2924"/>
                  </a:lnTo>
                  <a:lnTo>
                    <a:pt x="7683" y="3110"/>
                  </a:lnTo>
                  <a:lnTo>
                    <a:pt x="7842" y="3297"/>
                  </a:lnTo>
                  <a:lnTo>
                    <a:pt x="7975" y="3536"/>
                  </a:lnTo>
                  <a:lnTo>
                    <a:pt x="8082" y="3775"/>
                  </a:lnTo>
                  <a:lnTo>
                    <a:pt x="8135" y="4041"/>
                  </a:lnTo>
                  <a:lnTo>
                    <a:pt x="8161" y="4333"/>
                  </a:lnTo>
                  <a:lnTo>
                    <a:pt x="8161" y="4493"/>
                  </a:lnTo>
                  <a:lnTo>
                    <a:pt x="8108" y="4732"/>
                  </a:lnTo>
                  <a:lnTo>
                    <a:pt x="8055" y="4971"/>
                  </a:lnTo>
                  <a:lnTo>
                    <a:pt x="7949" y="5184"/>
                  </a:lnTo>
                  <a:lnTo>
                    <a:pt x="7816" y="5396"/>
                  </a:lnTo>
                  <a:lnTo>
                    <a:pt x="7656" y="5582"/>
                  </a:lnTo>
                  <a:lnTo>
                    <a:pt x="7444" y="5742"/>
                  </a:lnTo>
                  <a:lnTo>
                    <a:pt x="7258" y="5848"/>
                  </a:lnTo>
                  <a:lnTo>
                    <a:pt x="7045" y="5901"/>
                  </a:lnTo>
                  <a:lnTo>
                    <a:pt x="6832" y="5928"/>
                  </a:lnTo>
                  <a:lnTo>
                    <a:pt x="6620" y="5928"/>
                  </a:lnTo>
                  <a:lnTo>
                    <a:pt x="6274" y="5901"/>
                  </a:lnTo>
                  <a:lnTo>
                    <a:pt x="5955" y="5822"/>
                  </a:lnTo>
                  <a:lnTo>
                    <a:pt x="5609" y="5742"/>
                  </a:lnTo>
                  <a:lnTo>
                    <a:pt x="5290" y="5636"/>
                  </a:lnTo>
                  <a:lnTo>
                    <a:pt x="4759" y="5450"/>
                  </a:lnTo>
                  <a:lnTo>
                    <a:pt x="4520" y="5423"/>
                  </a:lnTo>
                  <a:lnTo>
                    <a:pt x="4280" y="5396"/>
                  </a:lnTo>
                  <a:lnTo>
                    <a:pt x="4041" y="5423"/>
                  </a:lnTo>
                  <a:lnTo>
                    <a:pt x="3802" y="5450"/>
                  </a:lnTo>
                  <a:lnTo>
                    <a:pt x="3270" y="5636"/>
                  </a:lnTo>
                  <a:lnTo>
                    <a:pt x="3111" y="5662"/>
                  </a:lnTo>
                  <a:lnTo>
                    <a:pt x="2818" y="5769"/>
                  </a:lnTo>
                  <a:lnTo>
                    <a:pt x="2526" y="5848"/>
                  </a:lnTo>
                  <a:lnTo>
                    <a:pt x="2234" y="5901"/>
                  </a:lnTo>
                  <a:lnTo>
                    <a:pt x="1941" y="5928"/>
                  </a:lnTo>
                  <a:lnTo>
                    <a:pt x="1782" y="5955"/>
                  </a:lnTo>
                  <a:lnTo>
                    <a:pt x="1622" y="5928"/>
                  </a:lnTo>
                  <a:lnTo>
                    <a:pt x="1596" y="5928"/>
                  </a:lnTo>
                  <a:lnTo>
                    <a:pt x="1516" y="5901"/>
                  </a:lnTo>
                  <a:lnTo>
                    <a:pt x="1463" y="5901"/>
                  </a:lnTo>
                  <a:lnTo>
                    <a:pt x="1410" y="5875"/>
                  </a:lnTo>
                  <a:lnTo>
                    <a:pt x="1356" y="5848"/>
                  </a:lnTo>
                  <a:lnTo>
                    <a:pt x="1303" y="5848"/>
                  </a:lnTo>
                  <a:lnTo>
                    <a:pt x="1250" y="5795"/>
                  </a:lnTo>
                  <a:lnTo>
                    <a:pt x="1224" y="5795"/>
                  </a:lnTo>
                  <a:lnTo>
                    <a:pt x="1144" y="5742"/>
                  </a:lnTo>
                  <a:lnTo>
                    <a:pt x="1117" y="5742"/>
                  </a:lnTo>
                  <a:lnTo>
                    <a:pt x="1011" y="5662"/>
                  </a:lnTo>
                  <a:lnTo>
                    <a:pt x="851" y="5529"/>
                  </a:lnTo>
                  <a:lnTo>
                    <a:pt x="692" y="5343"/>
                  </a:lnTo>
                  <a:lnTo>
                    <a:pt x="586" y="5157"/>
                  </a:lnTo>
                  <a:lnTo>
                    <a:pt x="506" y="4971"/>
                  </a:lnTo>
                  <a:lnTo>
                    <a:pt x="426" y="4652"/>
                  </a:lnTo>
                  <a:lnTo>
                    <a:pt x="400" y="4307"/>
                  </a:lnTo>
                  <a:lnTo>
                    <a:pt x="426" y="3988"/>
                  </a:lnTo>
                  <a:lnTo>
                    <a:pt x="506" y="3669"/>
                  </a:lnTo>
                  <a:lnTo>
                    <a:pt x="665" y="3376"/>
                  </a:lnTo>
                  <a:lnTo>
                    <a:pt x="851" y="3137"/>
                  </a:lnTo>
                  <a:lnTo>
                    <a:pt x="1064" y="2898"/>
                  </a:lnTo>
                  <a:lnTo>
                    <a:pt x="1330" y="2738"/>
                  </a:lnTo>
                  <a:lnTo>
                    <a:pt x="1622" y="2632"/>
                  </a:lnTo>
                  <a:lnTo>
                    <a:pt x="1782" y="2605"/>
                  </a:lnTo>
                  <a:lnTo>
                    <a:pt x="1941" y="2579"/>
                  </a:lnTo>
                  <a:lnTo>
                    <a:pt x="3111" y="2499"/>
                  </a:lnTo>
                  <a:close/>
                  <a:moveTo>
                    <a:pt x="400" y="5609"/>
                  </a:moveTo>
                  <a:lnTo>
                    <a:pt x="426" y="5636"/>
                  </a:lnTo>
                  <a:lnTo>
                    <a:pt x="453" y="5689"/>
                  </a:lnTo>
                  <a:lnTo>
                    <a:pt x="506" y="5769"/>
                  </a:lnTo>
                  <a:lnTo>
                    <a:pt x="559" y="5795"/>
                  </a:lnTo>
                  <a:lnTo>
                    <a:pt x="612" y="5875"/>
                  </a:lnTo>
                  <a:lnTo>
                    <a:pt x="665" y="5901"/>
                  </a:lnTo>
                  <a:lnTo>
                    <a:pt x="745" y="5955"/>
                  </a:lnTo>
                  <a:lnTo>
                    <a:pt x="798" y="6008"/>
                  </a:lnTo>
                  <a:lnTo>
                    <a:pt x="798" y="6486"/>
                  </a:lnTo>
                  <a:lnTo>
                    <a:pt x="798" y="6513"/>
                  </a:lnTo>
                  <a:lnTo>
                    <a:pt x="639" y="6460"/>
                  </a:lnTo>
                  <a:lnTo>
                    <a:pt x="506" y="6327"/>
                  </a:lnTo>
                  <a:lnTo>
                    <a:pt x="426" y="6167"/>
                  </a:lnTo>
                  <a:lnTo>
                    <a:pt x="400" y="6008"/>
                  </a:lnTo>
                  <a:lnTo>
                    <a:pt x="400" y="5609"/>
                  </a:lnTo>
                  <a:close/>
                  <a:moveTo>
                    <a:pt x="8161" y="5582"/>
                  </a:moveTo>
                  <a:lnTo>
                    <a:pt x="8161" y="6008"/>
                  </a:lnTo>
                  <a:lnTo>
                    <a:pt x="8161" y="6088"/>
                  </a:lnTo>
                  <a:lnTo>
                    <a:pt x="8135" y="6167"/>
                  </a:lnTo>
                  <a:lnTo>
                    <a:pt x="8055" y="6327"/>
                  </a:lnTo>
                  <a:lnTo>
                    <a:pt x="7922" y="6460"/>
                  </a:lnTo>
                  <a:lnTo>
                    <a:pt x="7842" y="6486"/>
                  </a:lnTo>
                  <a:lnTo>
                    <a:pt x="7763" y="6513"/>
                  </a:lnTo>
                  <a:lnTo>
                    <a:pt x="7763" y="6008"/>
                  </a:lnTo>
                  <a:lnTo>
                    <a:pt x="7816" y="5955"/>
                  </a:lnTo>
                  <a:lnTo>
                    <a:pt x="7895" y="5901"/>
                  </a:lnTo>
                  <a:lnTo>
                    <a:pt x="7949" y="5848"/>
                  </a:lnTo>
                  <a:lnTo>
                    <a:pt x="8002" y="5795"/>
                  </a:lnTo>
                  <a:lnTo>
                    <a:pt x="8055" y="5742"/>
                  </a:lnTo>
                  <a:lnTo>
                    <a:pt x="8108" y="5689"/>
                  </a:lnTo>
                  <a:lnTo>
                    <a:pt x="8135" y="5636"/>
                  </a:lnTo>
                  <a:lnTo>
                    <a:pt x="8161" y="5582"/>
                  </a:lnTo>
                  <a:close/>
                  <a:moveTo>
                    <a:pt x="4280" y="5795"/>
                  </a:moveTo>
                  <a:lnTo>
                    <a:pt x="4466" y="5822"/>
                  </a:lnTo>
                  <a:lnTo>
                    <a:pt x="4679" y="5848"/>
                  </a:lnTo>
                  <a:lnTo>
                    <a:pt x="5158" y="6008"/>
                  </a:lnTo>
                  <a:lnTo>
                    <a:pt x="5503" y="6114"/>
                  </a:lnTo>
                  <a:lnTo>
                    <a:pt x="5875" y="6220"/>
                  </a:lnTo>
                  <a:lnTo>
                    <a:pt x="6221" y="6300"/>
                  </a:lnTo>
                  <a:lnTo>
                    <a:pt x="6593" y="6327"/>
                  </a:lnTo>
                  <a:lnTo>
                    <a:pt x="6752" y="6353"/>
                  </a:lnTo>
                  <a:lnTo>
                    <a:pt x="6806" y="6353"/>
                  </a:lnTo>
                  <a:lnTo>
                    <a:pt x="6939" y="6327"/>
                  </a:lnTo>
                  <a:lnTo>
                    <a:pt x="6992" y="6327"/>
                  </a:lnTo>
                  <a:lnTo>
                    <a:pt x="7151" y="6300"/>
                  </a:lnTo>
                  <a:lnTo>
                    <a:pt x="7178" y="6274"/>
                  </a:lnTo>
                  <a:lnTo>
                    <a:pt x="7337" y="6247"/>
                  </a:lnTo>
                  <a:lnTo>
                    <a:pt x="7337" y="6486"/>
                  </a:lnTo>
                  <a:lnTo>
                    <a:pt x="7337" y="6752"/>
                  </a:lnTo>
                  <a:lnTo>
                    <a:pt x="7284" y="7044"/>
                  </a:lnTo>
                  <a:lnTo>
                    <a:pt x="7231" y="7310"/>
                  </a:lnTo>
                  <a:lnTo>
                    <a:pt x="7125" y="7550"/>
                  </a:lnTo>
                  <a:lnTo>
                    <a:pt x="7018" y="7789"/>
                  </a:lnTo>
                  <a:lnTo>
                    <a:pt x="6885" y="8028"/>
                  </a:lnTo>
                  <a:lnTo>
                    <a:pt x="6726" y="8241"/>
                  </a:lnTo>
                  <a:lnTo>
                    <a:pt x="6540" y="8427"/>
                  </a:lnTo>
                  <a:lnTo>
                    <a:pt x="6354" y="8613"/>
                  </a:lnTo>
                  <a:lnTo>
                    <a:pt x="6141" y="8772"/>
                  </a:lnTo>
                  <a:lnTo>
                    <a:pt x="5902" y="8905"/>
                  </a:lnTo>
                  <a:lnTo>
                    <a:pt x="5663" y="9038"/>
                  </a:lnTo>
                  <a:lnTo>
                    <a:pt x="5397" y="9118"/>
                  </a:lnTo>
                  <a:lnTo>
                    <a:pt x="5131" y="9198"/>
                  </a:lnTo>
                  <a:lnTo>
                    <a:pt x="4865" y="9224"/>
                  </a:lnTo>
                  <a:lnTo>
                    <a:pt x="4573" y="9251"/>
                  </a:lnTo>
                  <a:lnTo>
                    <a:pt x="3961" y="9251"/>
                  </a:lnTo>
                  <a:lnTo>
                    <a:pt x="3696" y="9224"/>
                  </a:lnTo>
                  <a:lnTo>
                    <a:pt x="3456" y="9198"/>
                  </a:lnTo>
                  <a:lnTo>
                    <a:pt x="3191" y="9144"/>
                  </a:lnTo>
                  <a:lnTo>
                    <a:pt x="2951" y="9038"/>
                  </a:lnTo>
                  <a:lnTo>
                    <a:pt x="2739" y="8958"/>
                  </a:lnTo>
                  <a:lnTo>
                    <a:pt x="2499" y="8825"/>
                  </a:lnTo>
                  <a:lnTo>
                    <a:pt x="2313" y="8693"/>
                  </a:lnTo>
                  <a:lnTo>
                    <a:pt x="2101" y="8533"/>
                  </a:lnTo>
                  <a:lnTo>
                    <a:pt x="1941" y="8347"/>
                  </a:lnTo>
                  <a:lnTo>
                    <a:pt x="1782" y="8161"/>
                  </a:lnTo>
                  <a:lnTo>
                    <a:pt x="1622" y="7948"/>
                  </a:lnTo>
                  <a:lnTo>
                    <a:pt x="1516" y="7736"/>
                  </a:lnTo>
                  <a:lnTo>
                    <a:pt x="1410" y="7496"/>
                  </a:lnTo>
                  <a:lnTo>
                    <a:pt x="1330" y="7257"/>
                  </a:lnTo>
                  <a:lnTo>
                    <a:pt x="1250" y="6991"/>
                  </a:lnTo>
                  <a:lnTo>
                    <a:pt x="1224" y="6725"/>
                  </a:lnTo>
                  <a:lnTo>
                    <a:pt x="1224" y="6247"/>
                  </a:lnTo>
                  <a:lnTo>
                    <a:pt x="1383" y="6274"/>
                  </a:lnTo>
                  <a:lnTo>
                    <a:pt x="1410" y="6300"/>
                  </a:lnTo>
                  <a:lnTo>
                    <a:pt x="1569" y="6327"/>
                  </a:lnTo>
                  <a:lnTo>
                    <a:pt x="1755" y="6353"/>
                  </a:lnTo>
                  <a:lnTo>
                    <a:pt x="1835" y="6353"/>
                  </a:lnTo>
                  <a:lnTo>
                    <a:pt x="1968" y="6327"/>
                  </a:lnTo>
                  <a:lnTo>
                    <a:pt x="2340" y="6300"/>
                  </a:lnTo>
                  <a:lnTo>
                    <a:pt x="2686" y="6220"/>
                  </a:lnTo>
                  <a:lnTo>
                    <a:pt x="3031" y="6114"/>
                  </a:lnTo>
                  <a:lnTo>
                    <a:pt x="3377" y="6008"/>
                  </a:lnTo>
                  <a:lnTo>
                    <a:pt x="3855" y="5848"/>
                  </a:lnTo>
                  <a:lnTo>
                    <a:pt x="4094" y="5822"/>
                  </a:lnTo>
                  <a:lnTo>
                    <a:pt x="4280" y="5795"/>
                  </a:lnTo>
                  <a:close/>
                  <a:moveTo>
                    <a:pt x="3297" y="0"/>
                  </a:moveTo>
                  <a:lnTo>
                    <a:pt x="2978" y="27"/>
                  </a:lnTo>
                  <a:lnTo>
                    <a:pt x="2632" y="80"/>
                  </a:lnTo>
                  <a:lnTo>
                    <a:pt x="2313" y="160"/>
                  </a:lnTo>
                  <a:lnTo>
                    <a:pt x="2021" y="266"/>
                  </a:lnTo>
                  <a:lnTo>
                    <a:pt x="1729" y="399"/>
                  </a:lnTo>
                  <a:lnTo>
                    <a:pt x="1463" y="559"/>
                  </a:lnTo>
                  <a:lnTo>
                    <a:pt x="1197" y="745"/>
                  </a:lnTo>
                  <a:lnTo>
                    <a:pt x="958" y="957"/>
                  </a:lnTo>
                  <a:lnTo>
                    <a:pt x="745" y="1197"/>
                  </a:lnTo>
                  <a:lnTo>
                    <a:pt x="559" y="1462"/>
                  </a:lnTo>
                  <a:lnTo>
                    <a:pt x="400" y="1728"/>
                  </a:lnTo>
                  <a:lnTo>
                    <a:pt x="267" y="2021"/>
                  </a:lnTo>
                  <a:lnTo>
                    <a:pt x="134" y="2313"/>
                  </a:lnTo>
                  <a:lnTo>
                    <a:pt x="54" y="2632"/>
                  </a:lnTo>
                  <a:lnTo>
                    <a:pt x="1" y="2978"/>
                  </a:lnTo>
                  <a:lnTo>
                    <a:pt x="1" y="3297"/>
                  </a:lnTo>
                  <a:lnTo>
                    <a:pt x="1" y="4333"/>
                  </a:lnTo>
                  <a:lnTo>
                    <a:pt x="27" y="4652"/>
                  </a:lnTo>
                  <a:lnTo>
                    <a:pt x="81" y="4998"/>
                  </a:lnTo>
                  <a:lnTo>
                    <a:pt x="27" y="5131"/>
                  </a:lnTo>
                  <a:lnTo>
                    <a:pt x="1" y="5290"/>
                  </a:lnTo>
                  <a:lnTo>
                    <a:pt x="1" y="6008"/>
                  </a:lnTo>
                  <a:lnTo>
                    <a:pt x="1" y="6167"/>
                  </a:lnTo>
                  <a:lnTo>
                    <a:pt x="54" y="6353"/>
                  </a:lnTo>
                  <a:lnTo>
                    <a:pt x="134" y="6486"/>
                  </a:lnTo>
                  <a:lnTo>
                    <a:pt x="240" y="6619"/>
                  </a:lnTo>
                  <a:lnTo>
                    <a:pt x="373" y="6752"/>
                  </a:lnTo>
                  <a:lnTo>
                    <a:pt x="506" y="6832"/>
                  </a:lnTo>
                  <a:lnTo>
                    <a:pt x="665" y="6912"/>
                  </a:lnTo>
                  <a:lnTo>
                    <a:pt x="851" y="6938"/>
                  </a:lnTo>
                  <a:lnTo>
                    <a:pt x="905" y="7231"/>
                  </a:lnTo>
                  <a:lnTo>
                    <a:pt x="984" y="7496"/>
                  </a:lnTo>
                  <a:lnTo>
                    <a:pt x="1091" y="7762"/>
                  </a:lnTo>
                  <a:lnTo>
                    <a:pt x="1197" y="8001"/>
                  </a:lnTo>
                  <a:lnTo>
                    <a:pt x="1356" y="8241"/>
                  </a:lnTo>
                  <a:lnTo>
                    <a:pt x="1516" y="8480"/>
                  </a:lnTo>
                  <a:lnTo>
                    <a:pt x="1702" y="8693"/>
                  </a:lnTo>
                  <a:lnTo>
                    <a:pt x="1915" y="8879"/>
                  </a:lnTo>
                  <a:lnTo>
                    <a:pt x="2127" y="9038"/>
                  </a:lnTo>
                  <a:lnTo>
                    <a:pt x="2340" y="9198"/>
                  </a:lnTo>
                  <a:lnTo>
                    <a:pt x="2606" y="9330"/>
                  </a:lnTo>
                  <a:lnTo>
                    <a:pt x="2845" y="9437"/>
                  </a:lnTo>
                  <a:lnTo>
                    <a:pt x="3111" y="9517"/>
                  </a:lnTo>
                  <a:lnTo>
                    <a:pt x="3403" y="9596"/>
                  </a:lnTo>
                  <a:lnTo>
                    <a:pt x="3669" y="9623"/>
                  </a:lnTo>
                  <a:lnTo>
                    <a:pt x="3961" y="9649"/>
                  </a:lnTo>
                  <a:lnTo>
                    <a:pt x="4573" y="9649"/>
                  </a:lnTo>
                  <a:lnTo>
                    <a:pt x="4865" y="9623"/>
                  </a:lnTo>
                  <a:lnTo>
                    <a:pt x="5158" y="9596"/>
                  </a:lnTo>
                  <a:lnTo>
                    <a:pt x="5423" y="9517"/>
                  </a:lnTo>
                  <a:lnTo>
                    <a:pt x="5716" y="9437"/>
                  </a:lnTo>
                  <a:lnTo>
                    <a:pt x="5955" y="9330"/>
                  </a:lnTo>
                  <a:lnTo>
                    <a:pt x="6194" y="9198"/>
                  </a:lnTo>
                  <a:lnTo>
                    <a:pt x="6433" y="9038"/>
                  </a:lnTo>
                  <a:lnTo>
                    <a:pt x="6646" y="8879"/>
                  </a:lnTo>
                  <a:lnTo>
                    <a:pt x="6859" y="8693"/>
                  </a:lnTo>
                  <a:lnTo>
                    <a:pt x="7045" y="8480"/>
                  </a:lnTo>
                  <a:lnTo>
                    <a:pt x="7204" y="8241"/>
                  </a:lnTo>
                  <a:lnTo>
                    <a:pt x="7364" y="8001"/>
                  </a:lnTo>
                  <a:lnTo>
                    <a:pt x="7470" y="7762"/>
                  </a:lnTo>
                  <a:lnTo>
                    <a:pt x="7576" y="7496"/>
                  </a:lnTo>
                  <a:lnTo>
                    <a:pt x="7656" y="7231"/>
                  </a:lnTo>
                  <a:lnTo>
                    <a:pt x="7709" y="6938"/>
                  </a:lnTo>
                  <a:lnTo>
                    <a:pt x="7895" y="6912"/>
                  </a:lnTo>
                  <a:lnTo>
                    <a:pt x="8055" y="6832"/>
                  </a:lnTo>
                  <a:lnTo>
                    <a:pt x="8188" y="6752"/>
                  </a:lnTo>
                  <a:lnTo>
                    <a:pt x="8321" y="6646"/>
                  </a:lnTo>
                  <a:lnTo>
                    <a:pt x="8427" y="6486"/>
                  </a:lnTo>
                  <a:lnTo>
                    <a:pt x="8507" y="6353"/>
                  </a:lnTo>
                  <a:lnTo>
                    <a:pt x="8560" y="6167"/>
                  </a:lnTo>
                  <a:lnTo>
                    <a:pt x="8560" y="6008"/>
                  </a:lnTo>
                  <a:lnTo>
                    <a:pt x="8560" y="5290"/>
                  </a:lnTo>
                  <a:lnTo>
                    <a:pt x="8533" y="5131"/>
                  </a:lnTo>
                  <a:lnTo>
                    <a:pt x="8480" y="4971"/>
                  </a:lnTo>
                  <a:lnTo>
                    <a:pt x="8507" y="4785"/>
                  </a:lnTo>
                  <a:lnTo>
                    <a:pt x="8533" y="4599"/>
                  </a:lnTo>
                  <a:lnTo>
                    <a:pt x="8560" y="4519"/>
                  </a:lnTo>
                  <a:lnTo>
                    <a:pt x="8560" y="2579"/>
                  </a:lnTo>
                  <a:lnTo>
                    <a:pt x="8533" y="2340"/>
                  </a:lnTo>
                  <a:lnTo>
                    <a:pt x="8480" y="2127"/>
                  </a:lnTo>
                  <a:lnTo>
                    <a:pt x="8374" y="1914"/>
                  </a:lnTo>
                  <a:lnTo>
                    <a:pt x="8214" y="1755"/>
                  </a:lnTo>
                  <a:lnTo>
                    <a:pt x="8055" y="1622"/>
                  </a:lnTo>
                  <a:lnTo>
                    <a:pt x="7842" y="1489"/>
                  </a:lnTo>
                  <a:lnTo>
                    <a:pt x="7630" y="1436"/>
                  </a:lnTo>
                  <a:lnTo>
                    <a:pt x="7390" y="1409"/>
                  </a:lnTo>
                  <a:lnTo>
                    <a:pt x="7231" y="1409"/>
                  </a:lnTo>
                  <a:lnTo>
                    <a:pt x="7125" y="1117"/>
                  </a:lnTo>
                  <a:lnTo>
                    <a:pt x="6965" y="824"/>
                  </a:lnTo>
                  <a:lnTo>
                    <a:pt x="6779" y="585"/>
                  </a:lnTo>
                  <a:lnTo>
                    <a:pt x="6566" y="399"/>
                  </a:lnTo>
                  <a:lnTo>
                    <a:pt x="6301" y="213"/>
                  </a:lnTo>
                  <a:lnTo>
                    <a:pt x="6008" y="107"/>
                  </a:lnTo>
                  <a:lnTo>
                    <a:pt x="5716" y="27"/>
                  </a:lnTo>
                  <a:lnTo>
                    <a:pt x="53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62"/>
            <p:cNvSpPr/>
            <p:nvPr/>
          </p:nvSpPr>
          <p:spPr>
            <a:xfrm>
              <a:off x="1064125" y="2138125"/>
              <a:ext cx="53850" cy="19300"/>
            </a:xfrm>
            <a:custGeom>
              <a:rect b="b" l="l" r="r" t="t"/>
              <a:pathLst>
                <a:path extrusionOk="0" h="772" w="2154">
                  <a:moveTo>
                    <a:pt x="160" y="0"/>
                  </a:moveTo>
                  <a:lnTo>
                    <a:pt x="80" y="27"/>
                  </a:lnTo>
                  <a:lnTo>
                    <a:pt x="1" y="107"/>
                  </a:lnTo>
                  <a:lnTo>
                    <a:pt x="1" y="213"/>
                  </a:lnTo>
                  <a:lnTo>
                    <a:pt x="54" y="319"/>
                  </a:lnTo>
                  <a:lnTo>
                    <a:pt x="160" y="425"/>
                  </a:lnTo>
                  <a:lnTo>
                    <a:pt x="266" y="505"/>
                  </a:lnTo>
                  <a:lnTo>
                    <a:pt x="506" y="665"/>
                  </a:lnTo>
                  <a:lnTo>
                    <a:pt x="798" y="744"/>
                  </a:lnTo>
                  <a:lnTo>
                    <a:pt x="931" y="771"/>
                  </a:lnTo>
                  <a:lnTo>
                    <a:pt x="1223" y="771"/>
                  </a:lnTo>
                  <a:lnTo>
                    <a:pt x="1383" y="744"/>
                  </a:lnTo>
                  <a:lnTo>
                    <a:pt x="1649" y="665"/>
                  </a:lnTo>
                  <a:lnTo>
                    <a:pt x="1888" y="505"/>
                  </a:lnTo>
                  <a:lnTo>
                    <a:pt x="2021" y="425"/>
                  </a:lnTo>
                  <a:lnTo>
                    <a:pt x="2101" y="319"/>
                  </a:lnTo>
                  <a:lnTo>
                    <a:pt x="2154" y="239"/>
                  </a:lnTo>
                  <a:lnTo>
                    <a:pt x="2154" y="160"/>
                  </a:lnTo>
                  <a:lnTo>
                    <a:pt x="2127" y="107"/>
                  </a:lnTo>
                  <a:lnTo>
                    <a:pt x="2074" y="27"/>
                  </a:lnTo>
                  <a:lnTo>
                    <a:pt x="2021" y="0"/>
                  </a:lnTo>
                  <a:lnTo>
                    <a:pt x="1861" y="0"/>
                  </a:lnTo>
                  <a:lnTo>
                    <a:pt x="1808" y="53"/>
                  </a:lnTo>
                  <a:lnTo>
                    <a:pt x="1649" y="186"/>
                  </a:lnTo>
                  <a:lnTo>
                    <a:pt x="1489" y="293"/>
                  </a:lnTo>
                  <a:lnTo>
                    <a:pt x="1277" y="346"/>
                  </a:lnTo>
                  <a:lnTo>
                    <a:pt x="1091" y="372"/>
                  </a:lnTo>
                  <a:lnTo>
                    <a:pt x="878" y="346"/>
                  </a:lnTo>
                  <a:lnTo>
                    <a:pt x="692" y="293"/>
                  </a:lnTo>
                  <a:lnTo>
                    <a:pt x="506" y="186"/>
                  </a:lnTo>
                  <a:lnTo>
                    <a:pt x="346" y="53"/>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62"/>
            <p:cNvSpPr/>
            <p:nvPr/>
          </p:nvSpPr>
          <p:spPr>
            <a:xfrm>
              <a:off x="1144550" y="2137450"/>
              <a:ext cx="53850" cy="19975"/>
            </a:xfrm>
            <a:custGeom>
              <a:rect b="b" l="l" r="r" t="t"/>
              <a:pathLst>
                <a:path extrusionOk="0" h="799" w="2154">
                  <a:moveTo>
                    <a:pt x="160" y="1"/>
                  </a:moveTo>
                  <a:lnTo>
                    <a:pt x="53" y="54"/>
                  </a:lnTo>
                  <a:lnTo>
                    <a:pt x="0" y="134"/>
                  </a:lnTo>
                  <a:lnTo>
                    <a:pt x="0" y="240"/>
                  </a:lnTo>
                  <a:lnTo>
                    <a:pt x="27" y="346"/>
                  </a:lnTo>
                  <a:lnTo>
                    <a:pt x="266" y="532"/>
                  </a:lnTo>
                  <a:lnTo>
                    <a:pt x="505" y="665"/>
                  </a:lnTo>
                  <a:lnTo>
                    <a:pt x="771" y="771"/>
                  </a:lnTo>
                  <a:lnTo>
                    <a:pt x="1063" y="798"/>
                  </a:lnTo>
                  <a:lnTo>
                    <a:pt x="1356" y="771"/>
                  </a:lnTo>
                  <a:lnTo>
                    <a:pt x="1621" y="665"/>
                  </a:lnTo>
                  <a:lnTo>
                    <a:pt x="1887" y="532"/>
                  </a:lnTo>
                  <a:lnTo>
                    <a:pt x="2100" y="346"/>
                  </a:lnTo>
                  <a:lnTo>
                    <a:pt x="2127" y="266"/>
                  </a:lnTo>
                  <a:lnTo>
                    <a:pt x="2153" y="187"/>
                  </a:lnTo>
                  <a:lnTo>
                    <a:pt x="2127" y="107"/>
                  </a:lnTo>
                  <a:lnTo>
                    <a:pt x="2073" y="54"/>
                  </a:lnTo>
                  <a:lnTo>
                    <a:pt x="1994" y="27"/>
                  </a:lnTo>
                  <a:lnTo>
                    <a:pt x="1861" y="27"/>
                  </a:lnTo>
                  <a:lnTo>
                    <a:pt x="1781" y="80"/>
                  </a:lnTo>
                  <a:lnTo>
                    <a:pt x="1648" y="213"/>
                  </a:lnTo>
                  <a:lnTo>
                    <a:pt x="1462" y="320"/>
                  </a:lnTo>
                  <a:lnTo>
                    <a:pt x="1276" y="373"/>
                  </a:lnTo>
                  <a:lnTo>
                    <a:pt x="1063" y="399"/>
                  </a:lnTo>
                  <a:lnTo>
                    <a:pt x="877" y="373"/>
                  </a:lnTo>
                  <a:lnTo>
                    <a:pt x="665" y="320"/>
                  </a:lnTo>
                  <a:lnTo>
                    <a:pt x="505" y="213"/>
                  </a:lnTo>
                  <a:lnTo>
                    <a:pt x="346" y="80"/>
                  </a:lnTo>
                  <a:lnTo>
                    <a:pt x="266" y="27"/>
                  </a:lnTo>
                  <a:lnTo>
                    <a:pt x="16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0" name="Google Shape;830;p62"/>
          <p:cNvGrpSpPr/>
          <p:nvPr/>
        </p:nvGrpSpPr>
        <p:grpSpPr>
          <a:xfrm>
            <a:off x="2120359" y="3166959"/>
            <a:ext cx="249356" cy="297444"/>
            <a:chOff x="1775850" y="2029800"/>
            <a:chExt cx="241250" cy="287775"/>
          </a:xfrm>
        </p:grpSpPr>
        <p:sp>
          <p:nvSpPr>
            <p:cNvPr id="831" name="Google Shape;831;p62"/>
            <p:cNvSpPr/>
            <p:nvPr/>
          </p:nvSpPr>
          <p:spPr>
            <a:xfrm>
              <a:off x="1775850" y="2029800"/>
              <a:ext cx="241250" cy="287775"/>
            </a:xfrm>
            <a:custGeom>
              <a:rect b="b" l="l" r="r" t="t"/>
              <a:pathLst>
                <a:path extrusionOk="0" h="11511" w="9650">
                  <a:moveTo>
                    <a:pt x="6034" y="479"/>
                  </a:moveTo>
                  <a:lnTo>
                    <a:pt x="6353" y="585"/>
                  </a:lnTo>
                  <a:lnTo>
                    <a:pt x="6699" y="771"/>
                  </a:lnTo>
                  <a:lnTo>
                    <a:pt x="6885" y="904"/>
                  </a:lnTo>
                  <a:lnTo>
                    <a:pt x="7071" y="1037"/>
                  </a:lnTo>
                  <a:lnTo>
                    <a:pt x="7230" y="1197"/>
                  </a:lnTo>
                  <a:lnTo>
                    <a:pt x="7390" y="1383"/>
                  </a:lnTo>
                  <a:lnTo>
                    <a:pt x="7470" y="1542"/>
                  </a:lnTo>
                  <a:lnTo>
                    <a:pt x="7549" y="1702"/>
                  </a:lnTo>
                  <a:lnTo>
                    <a:pt x="7603" y="1861"/>
                  </a:lnTo>
                  <a:lnTo>
                    <a:pt x="7656" y="2021"/>
                  </a:lnTo>
                  <a:lnTo>
                    <a:pt x="7682" y="2207"/>
                  </a:lnTo>
                  <a:lnTo>
                    <a:pt x="7709" y="2393"/>
                  </a:lnTo>
                  <a:lnTo>
                    <a:pt x="7682" y="2765"/>
                  </a:lnTo>
                  <a:lnTo>
                    <a:pt x="1914" y="2765"/>
                  </a:lnTo>
                  <a:lnTo>
                    <a:pt x="1941" y="2552"/>
                  </a:lnTo>
                  <a:lnTo>
                    <a:pt x="1994" y="2340"/>
                  </a:lnTo>
                  <a:lnTo>
                    <a:pt x="2074" y="2154"/>
                  </a:lnTo>
                  <a:lnTo>
                    <a:pt x="2207" y="1994"/>
                  </a:lnTo>
                  <a:lnTo>
                    <a:pt x="2313" y="1888"/>
                  </a:lnTo>
                  <a:lnTo>
                    <a:pt x="2472" y="1781"/>
                  </a:lnTo>
                  <a:lnTo>
                    <a:pt x="2685" y="1675"/>
                  </a:lnTo>
                  <a:lnTo>
                    <a:pt x="2951" y="1569"/>
                  </a:lnTo>
                  <a:lnTo>
                    <a:pt x="3243" y="1489"/>
                  </a:lnTo>
                  <a:lnTo>
                    <a:pt x="3642" y="1462"/>
                  </a:lnTo>
                  <a:lnTo>
                    <a:pt x="4067" y="1462"/>
                  </a:lnTo>
                  <a:lnTo>
                    <a:pt x="4599" y="1516"/>
                  </a:lnTo>
                  <a:lnTo>
                    <a:pt x="4865" y="1542"/>
                  </a:lnTo>
                  <a:lnTo>
                    <a:pt x="5104" y="1516"/>
                  </a:lnTo>
                  <a:lnTo>
                    <a:pt x="5290" y="1489"/>
                  </a:lnTo>
                  <a:lnTo>
                    <a:pt x="5476" y="1436"/>
                  </a:lnTo>
                  <a:lnTo>
                    <a:pt x="5609" y="1356"/>
                  </a:lnTo>
                  <a:lnTo>
                    <a:pt x="5715" y="1276"/>
                  </a:lnTo>
                  <a:lnTo>
                    <a:pt x="5822" y="1170"/>
                  </a:lnTo>
                  <a:lnTo>
                    <a:pt x="5901" y="1064"/>
                  </a:lnTo>
                  <a:lnTo>
                    <a:pt x="5955" y="931"/>
                  </a:lnTo>
                  <a:lnTo>
                    <a:pt x="6008" y="798"/>
                  </a:lnTo>
                  <a:lnTo>
                    <a:pt x="6034" y="638"/>
                  </a:lnTo>
                  <a:lnTo>
                    <a:pt x="6034" y="479"/>
                  </a:lnTo>
                  <a:close/>
                  <a:moveTo>
                    <a:pt x="8028" y="3164"/>
                  </a:moveTo>
                  <a:lnTo>
                    <a:pt x="8028" y="3536"/>
                  </a:lnTo>
                  <a:lnTo>
                    <a:pt x="1622" y="3536"/>
                  </a:lnTo>
                  <a:lnTo>
                    <a:pt x="1622" y="3164"/>
                  </a:lnTo>
                  <a:close/>
                  <a:moveTo>
                    <a:pt x="8028" y="3934"/>
                  </a:moveTo>
                  <a:lnTo>
                    <a:pt x="8028" y="4280"/>
                  </a:lnTo>
                  <a:lnTo>
                    <a:pt x="1622" y="4280"/>
                  </a:lnTo>
                  <a:lnTo>
                    <a:pt x="1622" y="3934"/>
                  </a:lnTo>
                  <a:close/>
                  <a:moveTo>
                    <a:pt x="8427" y="4679"/>
                  </a:moveTo>
                  <a:lnTo>
                    <a:pt x="8586" y="4705"/>
                  </a:lnTo>
                  <a:lnTo>
                    <a:pt x="8746" y="4758"/>
                  </a:lnTo>
                  <a:lnTo>
                    <a:pt x="8879" y="4838"/>
                  </a:lnTo>
                  <a:lnTo>
                    <a:pt x="9011" y="4918"/>
                  </a:lnTo>
                  <a:lnTo>
                    <a:pt x="9091" y="5051"/>
                  </a:lnTo>
                  <a:lnTo>
                    <a:pt x="9171" y="5184"/>
                  </a:lnTo>
                  <a:lnTo>
                    <a:pt x="9224" y="5343"/>
                  </a:lnTo>
                  <a:lnTo>
                    <a:pt x="9251" y="5503"/>
                  </a:lnTo>
                  <a:lnTo>
                    <a:pt x="9251" y="9144"/>
                  </a:lnTo>
                  <a:lnTo>
                    <a:pt x="9224" y="9304"/>
                  </a:lnTo>
                  <a:lnTo>
                    <a:pt x="9171" y="9463"/>
                  </a:lnTo>
                  <a:lnTo>
                    <a:pt x="9091" y="9596"/>
                  </a:lnTo>
                  <a:lnTo>
                    <a:pt x="9011" y="9703"/>
                  </a:lnTo>
                  <a:lnTo>
                    <a:pt x="8879" y="9809"/>
                  </a:lnTo>
                  <a:lnTo>
                    <a:pt x="8746" y="9889"/>
                  </a:lnTo>
                  <a:lnTo>
                    <a:pt x="8586" y="9942"/>
                  </a:lnTo>
                  <a:lnTo>
                    <a:pt x="1064" y="9942"/>
                  </a:lnTo>
                  <a:lnTo>
                    <a:pt x="904" y="9889"/>
                  </a:lnTo>
                  <a:lnTo>
                    <a:pt x="771" y="9809"/>
                  </a:lnTo>
                  <a:lnTo>
                    <a:pt x="638" y="9703"/>
                  </a:lnTo>
                  <a:lnTo>
                    <a:pt x="532" y="9596"/>
                  </a:lnTo>
                  <a:lnTo>
                    <a:pt x="479" y="9463"/>
                  </a:lnTo>
                  <a:lnTo>
                    <a:pt x="426" y="9304"/>
                  </a:lnTo>
                  <a:lnTo>
                    <a:pt x="399" y="9144"/>
                  </a:lnTo>
                  <a:lnTo>
                    <a:pt x="399" y="5503"/>
                  </a:lnTo>
                  <a:lnTo>
                    <a:pt x="426" y="5343"/>
                  </a:lnTo>
                  <a:lnTo>
                    <a:pt x="479" y="5184"/>
                  </a:lnTo>
                  <a:lnTo>
                    <a:pt x="532" y="5051"/>
                  </a:lnTo>
                  <a:lnTo>
                    <a:pt x="638" y="4918"/>
                  </a:lnTo>
                  <a:lnTo>
                    <a:pt x="771" y="4838"/>
                  </a:lnTo>
                  <a:lnTo>
                    <a:pt x="904" y="4758"/>
                  </a:lnTo>
                  <a:lnTo>
                    <a:pt x="1064" y="4705"/>
                  </a:lnTo>
                  <a:lnTo>
                    <a:pt x="1223" y="4679"/>
                  </a:lnTo>
                  <a:close/>
                  <a:moveTo>
                    <a:pt x="8028" y="10341"/>
                  </a:moveTo>
                  <a:lnTo>
                    <a:pt x="8028" y="11032"/>
                  </a:lnTo>
                  <a:lnTo>
                    <a:pt x="8001" y="11085"/>
                  </a:lnTo>
                  <a:lnTo>
                    <a:pt x="7948" y="11111"/>
                  </a:lnTo>
                  <a:lnTo>
                    <a:pt x="1702" y="11111"/>
                  </a:lnTo>
                  <a:lnTo>
                    <a:pt x="1648" y="11085"/>
                  </a:lnTo>
                  <a:lnTo>
                    <a:pt x="1622" y="11032"/>
                  </a:lnTo>
                  <a:lnTo>
                    <a:pt x="1622" y="10341"/>
                  </a:lnTo>
                  <a:close/>
                  <a:moveTo>
                    <a:pt x="5742" y="0"/>
                  </a:moveTo>
                  <a:lnTo>
                    <a:pt x="5689" y="27"/>
                  </a:lnTo>
                  <a:lnTo>
                    <a:pt x="5636" y="54"/>
                  </a:lnTo>
                  <a:lnTo>
                    <a:pt x="5609" y="80"/>
                  </a:lnTo>
                  <a:lnTo>
                    <a:pt x="5582" y="133"/>
                  </a:lnTo>
                  <a:lnTo>
                    <a:pt x="5582" y="213"/>
                  </a:lnTo>
                  <a:lnTo>
                    <a:pt x="5582" y="266"/>
                  </a:lnTo>
                  <a:lnTo>
                    <a:pt x="5609" y="319"/>
                  </a:lnTo>
                  <a:lnTo>
                    <a:pt x="5636" y="452"/>
                  </a:lnTo>
                  <a:lnTo>
                    <a:pt x="5636" y="585"/>
                  </a:lnTo>
                  <a:lnTo>
                    <a:pt x="5609" y="745"/>
                  </a:lnTo>
                  <a:lnTo>
                    <a:pt x="5556" y="878"/>
                  </a:lnTo>
                  <a:lnTo>
                    <a:pt x="5476" y="957"/>
                  </a:lnTo>
                  <a:lnTo>
                    <a:pt x="5370" y="1037"/>
                  </a:lnTo>
                  <a:lnTo>
                    <a:pt x="5263" y="1090"/>
                  </a:lnTo>
                  <a:lnTo>
                    <a:pt x="5131" y="1117"/>
                  </a:lnTo>
                  <a:lnTo>
                    <a:pt x="4891" y="1143"/>
                  </a:lnTo>
                  <a:lnTo>
                    <a:pt x="4652" y="1117"/>
                  </a:lnTo>
                  <a:lnTo>
                    <a:pt x="4067" y="1064"/>
                  </a:lnTo>
                  <a:lnTo>
                    <a:pt x="3562" y="1064"/>
                  </a:lnTo>
                  <a:lnTo>
                    <a:pt x="3137" y="1117"/>
                  </a:lnTo>
                  <a:lnTo>
                    <a:pt x="2765" y="1197"/>
                  </a:lnTo>
                  <a:lnTo>
                    <a:pt x="2472" y="1329"/>
                  </a:lnTo>
                  <a:lnTo>
                    <a:pt x="2233" y="1462"/>
                  </a:lnTo>
                  <a:lnTo>
                    <a:pt x="2047" y="1595"/>
                  </a:lnTo>
                  <a:lnTo>
                    <a:pt x="1914" y="1728"/>
                  </a:lnTo>
                  <a:lnTo>
                    <a:pt x="1728" y="1941"/>
                  </a:lnTo>
                  <a:lnTo>
                    <a:pt x="1622" y="2207"/>
                  </a:lnTo>
                  <a:lnTo>
                    <a:pt x="1542" y="2472"/>
                  </a:lnTo>
                  <a:lnTo>
                    <a:pt x="1515" y="2765"/>
                  </a:lnTo>
                  <a:lnTo>
                    <a:pt x="1409" y="2765"/>
                  </a:lnTo>
                  <a:lnTo>
                    <a:pt x="1329" y="2791"/>
                  </a:lnTo>
                  <a:lnTo>
                    <a:pt x="1276" y="2818"/>
                  </a:lnTo>
                  <a:lnTo>
                    <a:pt x="1223" y="2898"/>
                  </a:lnTo>
                  <a:lnTo>
                    <a:pt x="1223" y="2978"/>
                  </a:lnTo>
                  <a:lnTo>
                    <a:pt x="1223" y="3536"/>
                  </a:lnTo>
                  <a:lnTo>
                    <a:pt x="1143" y="3536"/>
                  </a:lnTo>
                  <a:lnTo>
                    <a:pt x="1064" y="3589"/>
                  </a:lnTo>
                  <a:lnTo>
                    <a:pt x="1037" y="3642"/>
                  </a:lnTo>
                  <a:lnTo>
                    <a:pt x="1010" y="3722"/>
                  </a:lnTo>
                  <a:lnTo>
                    <a:pt x="1037" y="3802"/>
                  </a:lnTo>
                  <a:lnTo>
                    <a:pt x="1064" y="3881"/>
                  </a:lnTo>
                  <a:lnTo>
                    <a:pt x="1143" y="3908"/>
                  </a:lnTo>
                  <a:lnTo>
                    <a:pt x="1223" y="3934"/>
                  </a:lnTo>
                  <a:lnTo>
                    <a:pt x="1223" y="4280"/>
                  </a:lnTo>
                  <a:lnTo>
                    <a:pt x="984" y="4307"/>
                  </a:lnTo>
                  <a:lnTo>
                    <a:pt x="745" y="4386"/>
                  </a:lnTo>
                  <a:lnTo>
                    <a:pt x="532" y="4493"/>
                  </a:lnTo>
                  <a:lnTo>
                    <a:pt x="346" y="4652"/>
                  </a:lnTo>
                  <a:lnTo>
                    <a:pt x="213" y="4812"/>
                  </a:lnTo>
                  <a:lnTo>
                    <a:pt x="107" y="5024"/>
                  </a:lnTo>
                  <a:lnTo>
                    <a:pt x="27" y="5264"/>
                  </a:lnTo>
                  <a:lnTo>
                    <a:pt x="0" y="5503"/>
                  </a:lnTo>
                  <a:lnTo>
                    <a:pt x="0" y="9144"/>
                  </a:lnTo>
                  <a:lnTo>
                    <a:pt x="27" y="9384"/>
                  </a:lnTo>
                  <a:lnTo>
                    <a:pt x="107" y="9623"/>
                  </a:lnTo>
                  <a:lnTo>
                    <a:pt x="213" y="9809"/>
                  </a:lnTo>
                  <a:lnTo>
                    <a:pt x="346" y="9995"/>
                  </a:lnTo>
                  <a:lnTo>
                    <a:pt x="532" y="10154"/>
                  </a:lnTo>
                  <a:lnTo>
                    <a:pt x="745" y="10261"/>
                  </a:lnTo>
                  <a:lnTo>
                    <a:pt x="984" y="10341"/>
                  </a:lnTo>
                  <a:lnTo>
                    <a:pt x="1223" y="10341"/>
                  </a:lnTo>
                  <a:lnTo>
                    <a:pt x="1223" y="11032"/>
                  </a:lnTo>
                  <a:lnTo>
                    <a:pt x="1223" y="11111"/>
                  </a:lnTo>
                  <a:lnTo>
                    <a:pt x="1250" y="11218"/>
                  </a:lnTo>
                  <a:lnTo>
                    <a:pt x="1303" y="11297"/>
                  </a:lnTo>
                  <a:lnTo>
                    <a:pt x="1356" y="11351"/>
                  </a:lnTo>
                  <a:lnTo>
                    <a:pt x="1436" y="11430"/>
                  </a:lnTo>
                  <a:lnTo>
                    <a:pt x="1515" y="11457"/>
                  </a:lnTo>
                  <a:lnTo>
                    <a:pt x="1622" y="11510"/>
                  </a:lnTo>
                  <a:lnTo>
                    <a:pt x="8028" y="11510"/>
                  </a:lnTo>
                  <a:lnTo>
                    <a:pt x="8134" y="11457"/>
                  </a:lnTo>
                  <a:lnTo>
                    <a:pt x="8214" y="11430"/>
                  </a:lnTo>
                  <a:lnTo>
                    <a:pt x="8267" y="11351"/>
                  </a:lnTo>
                  <a:lnTo>
                    <a:pt x="8347" y="11297"/>
                  </a:lnTo>
                  <a:lnTo>
                    <a:pt x="8373" y="11218"/>
                  </a:lnTo>
                  <a:lnTo>
                    <a:pt x="8427" y="11111"/>
                  </a:lnTo>
                  <a:lnTo>
                    <a:pt x="8427" y="11032"/>
                  </a:lnTo>
                  <a:lnTo>
                    <a:pt x="8427" y="10341"/>
                  </a:lnTo>
                  <a:lnTo>
                    <a:pt x="8666" y="10341"/>
                  </a:lnTo>
                  <a:lnTo>
                    <a:pt x="8905" y="10261"/>
                  </a:lnTo>
                  <a:lnTo>
                    <a:pt x="9091" y="10154"/>
                  </a:lnTo>
                  <a:lnTo>
                    <a:pt x="9277" y="9995"/>
                  </a:lnTo>
                  <a:lnTo>
                    <a:pt x="9437" y="9809"/>
                  </a:lnTo>
                  <a:lnTo>
                    <a:pt x="9543" y="9623"/>
                  </a:lnTo>
                  <a:lnTo>
                    <a:pt x="9623" y="9384"/>
                  </a:lnTo>
                  <a:lnTo>
                    <a:pt x="9649" y="9144"/>
                  </a:lnTo>
                  <a:lnTo>
                    <a:pt x="9649" y="5503"/>
                  </a:lnTo>
                  <a:lnTo>
                    <a:pt x="9623" y="5264"/>
                  </a:lnTo>
                  <a:lnTo>
                    <a:pt x="9543" y="5024"/>
                  </a:lnTo>
                  <a:lnTo>
                    <a:pt x="9437" y="4812"/>
                  </a:lnTo>
                  <a:lnTo>
                    <a:pt x="9277" y="4652"/>
                  </a:lnTo>
                  <a:lnTo>
                    <a:pt x="9091" y="4493"/>
                  </a:lnTo>
                  <a:lnTo>
                    <a:pt x="8905" y="4386"/>
                  </a:lnTo>
                  <a:lnTo>
                    <a:pt x="8666" y="4307"/>
                  </a:lnTo>
                  <a:lnTo>
                    <a:pt x="8427" y="4280"/>
                  </a:lnTo>
                  <a:lnTo>
                    <a:pt x="8427" y="3934"/>
                  </a:lnTo>
                  <a:lnTo>
                    <a:pt x="8506" y="3908"/>
                  </a:lnTo>
                  <a:lnTo>
                    <a:pt x="8560" y="3881"/>
                  </a:lnTo>
                  <a:lnTo>
                    <a:pt x="8613" y="3802"/>
                  </a:lnTo>
                  <a:lnTo>
                    <a:pt x="8639" y="3722"/>
                  </a:lnTo>
                  <a:lnTo>
                    <a:pt x="8613" y="3642"/>
                  </a:lnTo>
                  <a:lnTo>
                    <a:pt x="8560" y="3589"/>
                  </a:lnTo>
                  <a:lnTo>
                    <a:pt x="8506" y="3536"/>
                  </a:lnTo>
                  <a:lnTo>
                    <a:pt x="8427" y="3536"/>
                  </a:lnTo>
                  <a:lnTo>
                    <a:pt x="8427" y="2978"/>
                  </a:lnTo>
                  <a:lnTo>
                    <a:pt x="8400" y="2898"/>
                  </a:lnTo>
                  <a:lnTo>
                    <a:pt x="8373" y="2818"/>
                  </a:lnTo>
                  <a:lnTo>
                    <a:pt x="8294" y="2791"/>
                  </a:lnTo>
                  <a:lnTo>
                    <a:pt x="8214" y="2765"/>
                  </a:lnTo>
                  <a:lnTo>
                    <a:pt x="8081" y="2765"/>
                  </a:lnTo>
                  <a:lnTo>
                    <a:pt x="8108" y="2552"/>
                  </a:lnTo>
                  <a:lnTo>
                    <a:pt x="8108" y="2340"/>
                  </a:lnTo>
                  <a:lnTo>
                    <a:pt x="8081" y="2127"/>
                  </a:lnTo>
                  <a:lnTo>
                    <a:pt x="8055" y="1941"/>
                  </a:lnTo>
                  <a:lnTo>
                    <a:pt x="8001" y="1728"/>
                  </a:lnTo>
                  <a:lnTo>
                    <a:pt x="7922" y="1542"/>
                  </a:lnTo>
                  <a:lnTo>
                    <a:pt x="7815" y="1329"/>
                  </a:lnTo>
                  <a:lnTo>
                    <a:pt x="7709" y="1170"/>
                  </a:lnTo>
                  <a:lnTo>
                    <a:pt x="7576" y="984"/>
                  </a:lnTo>
                  <a:lnTo>
                    <a:pt x="7443" y="851"/>
                  </a:lnTo>
                  <a:lnTo>
                    <a:pt x="7151" y="585"/>
                  </a:lnTo>
                  <a:lnTo>
                    <a:pt x="6832" y="399"/>
                  </a:lnTo>
                  <a:lnTo>
                    <a:pt x="6539" y="240"/>
                  </a:lnTo>
                  <a:lnTo>
                    <a:pt x="6247" y="133"/>
                  </a:lnTo>
                  <a:lnTo>
                    <a:pt x="6034" y="54"/>
                  </a:lnTo>
                  <a:lnTo>
                    <a:pt x="579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62"/>
            <p:cNvSpPr/>
            <p:nvPr/>
          </p:nvSpPr>
          <p:spPr>
            <a:xfrm>
              <a:off x="1848950" y="2161375"/>
              <a:ext cx="94375" cy="93725"/>
            </a:xfrm>
            <a:custGeom>
              <a:rect b="b" l="l" r="r" t="t"/>
              <a:pathLst>
                <a:path extrusionOk="0" h="3749" w="3775">
                  <a:moveTo>
                    <a:pt x="824" y="718"/>
                  </a:moveTo>
                  <a:lnTo>
                    <a:pt x="824" y="984"/>
                  </a:lnTo>
                  <a:lnTo>
                    <a:pt x="824" y="1170"/>
                  </a:lnTo>
                  <a:lnTo>
                    <a:pt x="851" y="1383"/>
                  </a:lnTo>
                  <a:lnTo>
                    <a:pt x="904" y="1569"/>
                  </a:lnTo>
                  <a:lnTo>
                    <a:pt x="984" y="1755"/>
                  </a:lnTo>
                  <a:lnTo>
                    <a:pt x="1064" y="1914"/>
                  </a:lnTo>
                  <a:lnTo>
                    <a:pt x="1170" y="2074"/>
                  </a:lnTo>
                  <a:lnTo>
                    <a:pt x="1276" y="2233"/>
                  </a:lnTo>
                  <a:lnTo>
                    <a:pt x="1409" y="2366"/>
                  </a:lnTo>
                  <a:lnTo>
                    <a:pt x="1542" y="2499"/>
                  </a:lnTo>
                  <a:lnTo>
                    <a:pt x="1702" y="2605"/>
                  </a:lnTo>
                  <a:lnTo>
                    <a:pt x="1861" y="2712"/>
                  </a:lnTo>
                  <a:lnTo>
                    <a:pt x="2020" y="2792"/>
                  </a:lnTo>
                  <a:lnTo>
                    <a:pt x="2207" y="2871"/>
                  </a:lnTo>
                  <a:lnTo>
                    <a:pt x="2393" y="2924"/>
                  </a:lnTo>
                  <a:lnTo>
                    <a:pt x="2605" y="2951"/>
                  </a:lnTo>
                  <a:lnTo>
                    <a:pt x="2791" y="2951"/>
                  </a:lnTo>
                  <a:lnTo>
                    <a:pt x="3057" y="2924"/>
                  </a:lnTo>
                  <a:lnTo>
                    <a:pt x="3057" y="2924"/>
                  </a:lnTo>
                  <a:lnTo>
                    <a:pt x="2818" y="3111"/>
                  </a:lnTo>
                  <a:lnTo>
                    <a:pt x="2579" y="3243"/>
                  </a:lnTo>
                  <a:lnTo>
                    <a:pt x="2286" y="3323"/>
                  </a:lnTo>
                  <a:lnTo>
                    <a:pt x="1994" y="3350"/>
                  </a:lnTo>
                  <a:lnTo>
                    <a:pt x="1755" y="3350"/>
                  </a:lnTo>
                  <a:lnTo>
                    <a:pt x="1542" y="3297"/>
                  </a:lnTo>
                  <a:lnTo>
                    <a:pt x="1329" y="3217"/>
                  </a:lnTo>
                  <a:lnTo>
                    <a:pt x="1117" y="3111"/>
                  </a:lnTo>
                  <a:lnTo>
                    <a:pt x="957" y="2951"/>
                  </a:lnTo>
                  <a:lnTo>
                    <a:pt x="798" y="2792"/>
                  </a:lnTo>
                  <a:lnTo>
                    <a:pt x="665" y="2605"/>
                  </a:lnTo>
                  <a:lnTo>
                    <a:pt x="532" y="2419"/>
                  </a:lnTo>
                  <a:lnTo>
                    <a:pt x="479" y="2180"/>
                  </a:lnTo>
                  <a:lnTo>
                    <a:pt x="426" y="1968"/>
                  </a:lnTo>
                  <a:lnTo>
                    <a:pt x="426" y="1728"/>
                  </a:lnTo>
                  <a:lnTo>
                    <a:pt x="426" y="1516"/>
                  </a:lnTo>
                  <a:lnTo>
                    <a:pt x="479" y="1303"/>
                  </a:lnTo>
                  <a:lnTo>
                    <a:pt x="585" y="1090"/>
                  </a:lnTo>
                  <a:lnTo>
                    <a:pt x="691" y="878"/>
                  </a:lnTo>
                  <a:lnTo>
                    <a:pt x="824" y="718"/>
                  </a:lnTo>
                  <a:close/>
                  <a:moveTo>
                    <a:pt x="1117" y="1"/>
                  </a:moveTo>
                  <a:lnTo>
                    <a:pt x="851" y="187"/>
                  </a:lnTo>
                  <a:lnTo>
                    <a:pt x="612" y="373"/>
                  </a:lnTo>
                  <a:lnTo>
                    <a:pt x="399" y="612"/>
                  </a:lnTo>
                  <a:lnTo>
                    <a:pt x="240" y="878"/>
                  </a:lnTo>
                  <a:lnTo>
                    <a:pt x="107" y="1144"/>
                  </a:lnTo>
                  <a:lnTo>
                    <a:pt x="27" y="1462"/>
                  </a:lnTo>
                  <a:lnTo>
                    <a:pt x="0" y="1755"/>
                  </a:lnTo>
                  <a:lnTo>
                    <a:pt x="27" y="2074"/>
                  </a:lnTo>
                  <a:lnTo>
                    <a:pt x="107" y="2393"/>
                  </a:lnTo>
                  <a:lnTo>
                    <a:pt x="240" y="2685"/>
                  </a:lnTo>
                  <a:lnTo>
                    <a:pt x="399" y="2951"/>
                  </a:lnTo>
                  <a:lnTo>
                    <a:pt x="585" y="3190"/>
                  </a:lnTo>
                  <a:lnTo>
                    <a:pt x="824" y="3376"/>
                  </a:lnTo>
                  <a:lnTo>
                    <a:pt x="1090" y="3536"/>
                  </a:lnTo>
                  <a:lnTo>
                    <a:pt x="1383" y="3669"/>
                  </a:lnTo>
                  <a:lnTo>
                    <a:pt x="1675" y="3748"/>
                  </a:lnTo>
                  <a:lnTo>
                    <a:pt x="1994" y="3748"/>
                  </a:lnTo>
                  <a:lnTo>
                    <a:pt x="2313" y="3722"/>
                  </a:lnTo>
                  <a:lnTo>
                    <a:pt x="2605" y="3669"/>
                  </a:lnTo>
                  <a:lnTo>
                    <a:pt x="2898" y="3536"/>
                  </a:lnTo>
                  <a:lnTo>
                    <a:pt x="3163" y="3376"/>
                  </a:lnTo>
                  <a:lnTo>
                    <a:pt x="3403" y="3164"/>
                  </a:lnTo>
                  <a:lnTo>
                    <a:pt x="3589" y="2924"/>
                  </a:lnTo>
                  <a:lnTo>
                    <a:pt x="3748" y="2659"/>
                  </a:lnTo>
                  <a:lnTo>
                    <a:pt x="3775" y="2605"/>
                  </a:lnTo>
                  <a:lnTo>
                    <a:pt x="3775" y="2526"/>
                  </a:lnTo>
                  <a:lnTo>
                    <a:pt x="3748" y="2473"/>
                  </a:lnTo>
                  <a:lnTo>
                    <a:pt x="3722" y="2419"/>
                  </a:lnTo>
                  <a:lnTo>
                    <a:pt x="3669" y="2393"/>
                  </a:lnTo>
                  <a:lnTo>
                    <a:pt x="3615" y="2366"/>
                  </a:lnTo>
                  <a:lnTo>
                    <a:pt x="3562" y="2366"/>
                  </a:lnTo>
                  <a:lnTo>
                    <a:pt x="3482" y="2393"/>
                  </a:lnTo>
                  <a:lnTo>
                    <a:pt x="3323" y="2473"/>
                  </a:lnTo>
                  <a:lnTo>
                    <a:pt x="3163" y="2499"/>
                  </a:lnTo>
                  <a:lnTo>
                    <a:pt x="2977" y="2552"/>
                  </a:lnTo>
                  <a:lnTo>
                    <a:pt x="2632" y="2552"/>
                  </a:lnTo>
                  <a:lnTo>
                    <a:pt x="2472" y="2526"/>
                  </a:lnTo>
                  <a:lnTo>
                    <a:pt x="2180" y="2419"/>
                  </a:lnTo>
                  <a:lnTo>
                    <a:pt x="1914" y="2287"/>
                  </a:lnTo>
                  <a:lnTo>
                    <a:pt x="1675" y="2100"/>
                  </a:lnTo>
                  <a:lnTo>
                    <a:pt x="1489" y="1861"/>
                  </a:lnTo>
                  <a:lnTo>
                    <a:pt x="1356" y="1595"/>
                  </a:lnTo>
                  <a:lnTo>
                    <a:pt x="1250" y="1303"/>
                  </a:lnTo>
                  <a:lnTo>
                    <a:pt x="1223" y="1144"/>
                  </a:lnTo>
                  <a:lnTo>
                    <a:pt x="1223" y="984"/>
                  </a:lnTo>
                  <a:lnTo>
                    <a:pt x="1223" y="798"/>
                  </a:lnTo>
                  <a:lnTo>
                    <a:pt x="1250" y="612"/>
                  </a:lnTo>
                  <a:lnTo>
                    <a:pt x="1303" y="452"/>
                  </a:lnTo>
                  <a:lnTo>
                    <a:pt x="1383" y="293"/>
                  </a:lnTo>
                  <a:lnTo>
                    <a:pt x="1409" y="213"/>
                  </a:lnTo>
                  <a:lnTo>
                    <a:pt x="1409" y="160"/>
                  </a:lnTo>
                  <a:lnTo>
                    <a:pt x="1383" y="107"/>
                  </a:lnTo>
                  <a:lnTo>
                    <a:pt x="1356" y="54"/>
                  </a:lnTo>
                  <a:lnTo>
                    <a:pt x="130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3" name="Google Shape;833;p62"/>
          <p:cNvGrpSpPr/>
          <p:nvPr/>
        </p:nvGrpSpPr>
        <p:grpSpPr>
          <a:xfrm>
            <a:off x="4450061" y="3164555"/>
            <a:ext cx="243878" cy="302250"/>
            <a:chOff x="2543375" y="2029800"/>
            <a:chExt cx="235950" cy="292425"/>
          </a:xfrm>
        </p:grpSpPr>
        <p:sp>
          <p:nvSpPr>
            <p:cNvPr id="834" name="Google Shape;834;p62"/>
            <p:cNvSpPr/>
            <p:nvPr/>
          </p:nvSpPr>
          <p:spPr>
            <a:xfrm>
              <a:off x="2656350" y="2029800"/>
              <a:ext cx="122975" cy="292425"/>
            </a:xfrm>
            <a:custGeom>
              <a:rect b="b" l="l" r="r" t="t"/>
              <a:pathLst>
                <a:path extrusionOk="0" h="11697" w="4919">
                  <a:moveTo>
                    <a:pt x="3377" y="399"/>
                  </a:moveTo>
                  <a:lnTo>
                    <a:pt x="3377" y="984"/>
                  </a:lnTo>
                  <a:lnTo>
                    <a:pt x="1542" y="984"/>
                  </a:lnTo>
                  <a:lnTo>
                    <a:pt x="1542" y="399"/>
                  </a:lnTo>
                  <a:close/>
                  <a:moveTo>
                    <a:pt x="3137" y="1383"/>
                  </a:moveTo>
                  <a:lnTo>
                    <a:pt x="3137" y="1542"/>
                  </a:lnTo>
                  <a:lnTo>
                    <a:pt x="1782" y="1542"/>
                  </a:lnTo>
                  <a:lnTo>
                    <a:pt x="1782" y="1383"/>
                  </a:lnTo>
                  <a:close/>
                  <a:moveTo>
                    <a:pt x="3270" y="1941"/>
                  </a:moveTo>
                  <a:lnTo>
                    <a:pt x="3536" y="1967"/>
                  </a:lnTo>
                  <a:lnTo>
                    <a:pt x="3775" y="2047"/>
                  </a:lnTo>
                  <a:lnTo>
                    <a:pt x="3961" y="2154"/>
                  </a:lnTo>
                  <a:lnTo>
                    <a:pt x="4147" y="2313"/>
                  </a:lnTo>
                  <a:lnTo>
                    <a:pt x="4307" y="2499"/>
                  </a:lnTo>
                  <a:lnTo>
                    <a:pt x="4413" y="2712"/>
                  </a:lnTo>
                  <a:lnTo>
                    <a:pt x="4493" y="2951"/>
                  </a:lnTo>
                  <a:lnTo>
                    <a:pt x="4520" y="3190"/>
                  </a:lnTo>
                  <a:lnTo>
                    <a:pt x="4520" y="3988"/>
                  </a:lnTo>
                  <a:lnTo>
                    <a:pt x="399" y="3988"/>
                  </a:lnTo>
                  <a:lnTo>
                    <a:pt x="399" y="3190"/>
                  </a:lnTo>
                  <a:lnTo>
                    <a:pt x="426" y="2951"/>
                  </a:lnTo>
                  <a:lnTo>
                    <a:pt x="506" y="2712"/>
                  </a:lnTo>
                  <a:lnTo>
                    <a:pt x="612" y="2499"/>
                  </a:lnTo>
                  <a:lnTo>
                    <a:pt x="772" y="2313"/>
                  </a:lnTo>
                  <a:lnTo>
                    <a:pt x="958" y="2154"/>
                  </a:lnTo>
                  <a:lnTo>
                    <a:pt x="1170" y="2047"/>
                  </a:lnTo>
                  <a:lnTo>
                    <a:pt x="1410" y="1967"/>
                  </a:lnTo>
                  <a:lnTo>
                    <a:pt x="1649" y="1941"/>
                  </a:lnTo>
                  <a:close/>
                  <a:moveTo>
                    <a:pt x="4201" y="4386"/>
                  </a:moveTo>
                  <a:lnTo>
                    <a:pt x="4280" y="4413"/>
                  </a:lnTo>
                  <a:lnTo>
                    <a:pt x="4413" y="4493"/>
                  </a:lnTo>
                  <a:lnTo>
                    <a:pt x="4493" y="4626"/>
                  </a:lnTo>
                  <a:lnTo>
                    <a:pt x="4520" y="4705"/>
                  </a:lnTo>
                  <a:lnTo>
                    <a:pt x="4520" y="4785"/>
                  </a:lnTo>
                  <a:lnTo>
                    <a:pt x="4520" y="5742"/>
                  </a:lnTo>
                  <a:lnTo>
                    <a:pt x="4520" y="5822"/>
                  </a:lnTo>
                  <a:lnTo>
                    <a:pt x="4493" y="5901"/>
                  </a:lnTo>
                  <a:lnTo>
                    <a:pt x="4413" y="6008"/>
                  </a:lnTo>
                  <a:lnTo>
                    <a:pt x="4280" y="6114"/>
                  </a:lnTo>
                  <a:lnTo>
                    <a:pt x="4201" y="6114"/>
                  </a:lnTo>
                  <a:lnTo>
                    <a:pt x="4121" y="6141"/>
                  </a:lnTo>
                  <a:lnTo>
                    <a:pt x="798" y="6141"/>
                  </a:lnTo>
                  <a:lnTo>
                    <a:pt x="718" y="6114"/>
                  </a:lnTo>
                  <a:lnTo>
                    <a:pt x="639" y="6114"/>
                  </a:lnTo>
                  <a:lnTo>
                    <a:pt x="532" y="6008"/>
                  </a:lnTo>
                  <a:lnTo>
                    <a:pt x="426" y="5901"/>
                  </a:lnTo>
                  <a:lnTo>
                    <a:pt x="399" y="5822"/>
                  </a:lnTo>
                  <a:lnTo>
                    <a:pt x="399" y="5742"/>
                  </a:lnTo>
                  <a:lnTo>
                    <a:pt x="399" y="4785"/>
                  </a:lnTo>
                  <a:lnTo>
                    <a:pt x="399" y="4705"/>
                  </a:lnTo>
                  <a:lnTo>
                    <a:pt x="426" y="4626"/>
                  </a:lnTo>
                  <a:lnTo>
                    <a:pt x="532" y="4493"/>
                  </a:lnTo>
                  <a:lnTo>
                    <a:pt x="639" y="4413"/>
                  </a:lnTo>
                  <a:lnTo>
                    <a:pt x="718" y="4386"/>
                  </a:lnTo>
                  <a:close/>
                  <a:moveTo>
                    <a:pt x="4520" y="6539"/>
                  </a:moveTo>
                  <a:lnTo>
                    <a:pt x="4520" y="10261"/>
                  </a:lnTo>
                  <a:lnTo>
                    <a:pt x="4520" y="10420"/>
                  </a:lnTo>
                  <a:lnTo>
                    <a:pt x="4466" y="10580"/>
                  </a:lnTo>
                  <a:lnTo>
                    <a:pt x="4387" y="10713"/>
                  </a:lnTo>
                  <a:lnTo>
                    <a:pt x="4280" y="10846"/>
                  </a:lnTo>
                  <a:lnTo>
                    <a:pt x="4174" y="10925"/>
                  </a:lnTo>
                  <a:lnTo>
                    <a:pt x="4041" y="11005"/>
                  </a:lnTo>
                  <a:lnTo>
                    <a:pt x="3882" y="11058"/>
                  </a:lnTo>
                  <a:lnTo>
                    <a:pt x="3722" y="11085"/>
                  </a:lnTo>
                  <a:lnTo>
                    <a:pt x="3377" y="11085"/>
                  </a:lnTo>
                  <a:lnTo>
                    <a:pt x="3430" y="10952"/>
                  </a:lnTo>
                  <a:lnTo>
                    <a:pt x="3430" y="10819"/>
                  </a:lnTo>
                  <a:lnTo>
                    <a:pt x="3403" y="10739"/>
                  </a:lnTo>
                  <a:lnTo>
                    <a:pt x="3377" y="10660"/>
                  </a:lnTo>
                  <a:lnTo>
                    <a:pt x="3297" y="10633"/>
                  </a:lnTo>
                  <a:lnTo>
                    <a:pt x="3244" y="10606"/>
                  </a:lnTo>
                  <a:lnTo>
                    <a:pt x="3164" y="10633"/>
                  </a:lnTo>
                  <a:lnTo>
                    <a:pt x="3084" y="10660"/>
                  </a:lnTo>
                  <a:lnTo>
                    <a:pt x="3058" y="10739"/>
                  </a:lnTo>
                  <a:lnTo>
                    <a:pt x="3031" y="10819"/>
                  </a:lnTo>
                  <a:lnTo>
                    <a:pt x="3031" y="10899"/>
                  </a:lnTo>
                  <a:lnTo>
                    <a:pt x="3004" y="10979"/>
                  </a:lnTo>
                  <a:lnTo>
                    <a:pt x="2951" y="11058"/>
                  </a:lnTo>
                  <a:lnTo>
                    <a:pt x="2898" y="11138"/>
                  </a:lnTo>
                  <a:lnTo>
                    <a:pt x="2818" y="11218"/>
                  </a:lnTo>
                  <a:lnTo>
                    <a:pt x="2739" y="11244"/>
                  </a:lnTo>
                  <a:lnTo>
                    <a:pt x="2632" y="11297"/>
                  </a:lnTo>
                  <a:lnTo>
                    <a:pt x="2287" y="11297"/>
                  </a:lnTo>
                  <a:lnTo>
                    <a:pt x="2180" y="11244"/>
                  </a:lnTo>
                  <a:lnTo>
                    <a:pt x="2101" y="11218"/>
                  </a:lnTo>
                  <a:lnTo>
                    <a:pt x="2021" y="11138"/>
                  </a:lnTo>
                  <a:lnTo>
                    <a:pt x="1968" y="11058"/>
                  </a:lnTo>
                  <a:lnTo>
                    <a:pt x="1941" y="10979"/>
                  </a:lnTo>
                  <a:lnTo>
                    <a:pt x="1915" y="10899"/>
                  </a:lnTo>
                  <a:lnTo>
                    <a:pt x="1888" y="10819"/>
                  </a:lnTo>
                  <a:lnTo>
                    <a:pt x="1888" y="10739"/>
                  </a:lnTo>
                  <a:lnTo>
                    <a:pt x="1835" y="10660"/>
                  </a:lnTo>
                  <a:lnTo>
                    <a:pt x="1782" y="10633"/>
                  </a:lnTo>
                  <a:lnTo>
                    <a:pt x="1702" y="10606"/>
                  </a:lnTo>
                  <a:lnTo>
                    <a:pt x="1622" y="10633"/>
                  </a:lnTo>
                  <a:lnTo>
                    <a:pt x="1542" y="10660"/>
                  </a:lnTo>
                  <a:lnTo>
                    <a:pt x="1516" y="10739"/>
                  </a:lnTo>
                  <a:lnTo>
                    <a:pt x="1489" y="10819"/>
                  </a:lnTo>
                  <a:lnTo>
                    <a:pt x="1516" y="10952"/>
                  </a:lnTo>
                  <a:lnTo>
                    <a:pt x="1542" y="11085"/>
                  </a:lnTo>
                  <a:lnTo>
                    <a:pt x="1197" y="11085"/>
                  </a:lnTo>
                  <a:lnTo>
                    <a:pt x="1037" y="11058"/>
                  </a:lnTo>
                  <a:lnTo>
                    <a:pt x="904" y="11005"/>
                  </a:lnTo>
                  <a:lnTo>
                    <a:pt x="745" y="10925"/>
                  </a:lnTo>
                  <a:lnTo>
                    <a:pt x="639" y="10846"/>
                  </a:lnTo>
                  <a:lnTo>
                    <a:pt x="532" y="10713"/>
                  </a:lnTo>
                  <a:lnTo>
                    <a:pt x="479" y="10580"/>
                  </a:lnTo>
                  <a:lnTo>
                    <a:pt x="426" y="10420"/>
                  </a:lnTo>
                  <a:lnTo>
                    <a:pt x="399" y="10261"/>
                  </a:lnTo>
                  <a:lnTo>
                    <a:pt x="399" y="6539"/>
                  </a:lnTo>
                  <a:close/>
                  <a:moveTo>
                    <a:pt x="1356" y="0"/>
                  </a:moveTo>
                  <a:lnTo>
                    <a:pt x="1277" y="27"/>
                  </a:lnTo>
                  <a:lnTo>
                    <a:pt x="1223" y="54"/>
                  </a:lnTo>
                  <a:lnTo>
                    <a:pt x="1170" y="133"/>
                  </a:lnTo>
                  <a:lnTo>
                    <a:pt x="1144" y="186"/>
                  </a:lnTo>
                  <a:lnTo>
                    <a:pt x="1144" y="1197"/>
                  </a:lnTo>
                  <a:lnTo>
                    <a:pt x="1170" y="1276"/>
                  </a:lnTo>
                  <a:lnTo>
                    <a:pt x="1223" y="1329"/>
                  </a:lnTo>
                  <a:lnTo>
                    <a:pt x="1277" y="1383"/>
                  </a:lnTo>
                  <a:lnTo>
                    <a:pt x="1383" y="1383"/>
                  </a:lnTo>
                  <a:lnTo>
                    <a:pt x="1383" y="1569"/>
                  </a:lnTo>
                  <a:lnTo>
                    <a:pt x="1091" y="1648"/>
                  </a:lnTo>
                  <a:lnTo>
                    <a:pt x="825" y="1781"/>
                  </a:lnTo>
                  <a:lnTo>
                    <a:pt x="585" y="1941"/>
                  </a:lnTo>
                  <a:lnTo>
                    <a:pt x="399" y="2127"/>
                  </a:lnTo>
                  <a:lnTo>
                    <a:pt x="240" y="2366"/>
                  </a:lnTo>
                  <a:lnTo>
                    <a:pt x="107" y="2632"/>
                  </a:lnTo>
                  <a:lnTo>
                    <a:pt x="27" y="2898"/>
                  </a:lnTo>
                  <a:lnTo>
                    <a:pt x="1" y="3190"/>
                  </a:lnTo>
                  <a:lnTo>
                    <a:pt x="1" y="4174"/>
                  </a:lnTo>
                  <a:lnTo>
                    <a:pt x="1" y="4253"/>
                  </a:lnTo>
                  <a:lnTo>
                    <a:pt x="27" y="4307"/>
                  </a:lnTo>
                  <a:lnTo>
                    <a:pt x="80" y="4333"/>
                  </a:lnTo>
                  <a:lnTo>
                    <a:pt x="107" y="4360"/>
                  </a:lnTo>
                  <a:lnTo>
                    <a:pt x="27" y="4572"/>
                  </a:lnTo>
                  <a:lnTo>
                    <a:pt x="1" y="4785"/>
                  </a:lnTo>
                  <a:lnTo>
                    <a:pt x="1" y="5742"/>
                  </a:lnTo>
                  <a:lnTo>
                    <a:pt x="27" y="5955"/>
                  </a:lnTo>
                  <a:lnTo>
                    <a:pt x="107" y="6141"/>
                  </a:lnTo>
                  <a:lnTo>
                    <a:pt x="80" y="6194"/>
                  </a:lnTo>
                  <a:lnTo>
                    <a:pt x="27" y="6220"/>
                  </a:lnTo>
                  <a:lnTo>
                    <a:pt x="1" y="6274"/>
                  </a:lnTo>
                  <a:lnTo>
                    <a:pt x="1" y="6327"/>
                  </a:lnTo>
                  <a:lnTo>
                    <a:pt x="1" y="10261"/>
                  </a:lnTo>
                  <a:lnTo>
                    <a:pt x="27" y="10527"/>
                  </a:lnTo>
                  <a:lnTo>
                    <a:pt x="107" y="10739"/>
                  </a:lnTo>
                  <a:lnTo>
                    <a:pt x="213" y="10952"/>
                  </a:lnTo>
                  <a:lnTo>
                    <a:pt x="346" y="11111"/>
                  </a:lnTo>
                  <a:lnTo>
                    <a:pt x="532" y="11271"/>
                  </a:lnTo>
                  <a:lnTo>
                    <a:pt x="745" y="11377"/>
                  </a:lnTo>
                  <a:lnTo>
                    <a:pt x="958" y="11457"/>
                  </a:lnTo>
                  <a:lnTo>
                    <a:pt x="1197" y="11484"/>
                  </a:lnTo>
                  <a:lnTo>
                    <a:pt x="1808" y="11484"/>
                  </a:lnTo>
                  <a:lnTo>
                    <a:pt x="1941" y="11563"/>
                  </a:lnTo>
                  <a:lnTo>
                    <a:pt x="2074" y="11643"/>
                  </a:lnTo>
                  <a:lnTo>
                    <a:pt x="2234" y="11670"/>
                  </a:lnTo>
                  <a:lnTo>
                    <a:pt x="2393" y="11696"/>
                  </a:lnTo>
                  <a:lnTo>
                    <a:pt x="2553" y="11696"/>
                  </a:lnTo>
                  <a:lnTo>
                    <a:pt x="2712" y="11670"/>
                  </a:lnTo>
                  <a:lnTo>
                    <a:pt x="2845" y="11643"/>
                  </a:lnTo>
                  <a:lnTo>
                    <a:pt x="3004" y="11563"/>
                  </a:lnTo>
                  <a:lnTo>
                    <a:pt x="3137" y="11484"/>
                  </a:lnTo>
                  <a:lnTo>
                    <a:pt x="3722" y="11484"/>
                  </a:lnTo>
                  <a:lnTo>
                    <a:pt x="3961" y="11457"/>
                  </a:lnTo>
                  <a:lnTo>
                    <a:pt x="4201" y="11377"/>
                  </a:lnTo>
                  <a:lnTo>
                    <a:pt x="4387" y="11271"/>
                  </a:lnTo>
                  <a:lnTo>
                    <a:pt x="4573" y="11111"/>
                  </a:lnTo>
                  <a:lnTo>
                    <a:pt x="4706" y="10952"/>
                  </a:lnTo>
                  <a:lnTo>
                    <a:pt x="4839" y="10739"/>
                  </a:lnTo>
                  <a:lnTo>
                    <a:pt x="4892" y="10527"/>
                  </a:lnTo>
                  <a:lnTo>
                    <a:pt x="4918" y="10261"/>
                  </a:lnTo>
                  <a:lnTo>
                    <a:pt x="4918" y="6327"/>
                  </a:lnTo>
                  <a:lnTo>
                    <a:pt x="4918" y="6274"/>
                  </a:lnTo>
                  <a:lnTo>
                    <a:pt x="4892" y="6220"/>
                  </a:lnTo>
                  <a:lnTo>
                    <a:pt x="4865" y="6194"/>
                  </a:lnTo>
                  <a:lnTo>
                    <a:pt x="4812" y="6141"/>
                  </a:lnTo>
                  <a:lnTo>
                    <a:pt x="4892" y="5955"/>
                  </a:lnTo>
                  <a:lnTo>
                    <a:pt x="4918" y="5742"/>
                  </a:lnTo>
                  <a:lnTo>
                    <a:pt x="4918" y="4785"/>
                  </a:lnTo>
                  <a:lnTo>
                    <a:pt x="4892" y="4572"/>
                  </a:lnTo>
                  <a:lnTo>
                    <a:pt x="4812" y="4360"/>
                  </a:lnTo>
                  <a:lnTo>
                    <a:pt x="4865" y="4333"/>
                  </a:lnTo>
                  <a:lnTo>
                    <a:pt x="4892" y="4307"/>
                  </a:lnTo>
                  <a:lnTo>
                    <a:pt x="4918" y="4253"/>
                  </a:lnTo>
                  <a:lnTo>
                    <a:pt x="4918" y="4174"/>
                  </a:lnTo>
                  <a:lnTo>
                    <a:pt x="4918" y="3190"/>
                  </a:lnTo>
                  <a:lnTo>
                    <a:pt x="4892" y="2898"/>
                  </a:lnTo>
                  <a:lnTo>
                    <a:pt x="4812" y="2632"/>
                  </a:lnTo>
                  <a:lnTo>
                    <a:pt x="4706" y="2366"/>
                  </a:lnTo>
                  <a:lnTo>
                    <a:pt x="4520" y="2127"/>
                  </a:lnTo>
                  <a:lnTo>
                    <a:pt x="4333" y="1941"/>
                  </a:lnTo>
                  <a:lnTo>
                    <a:pt x="4094" y="1781"/>
                  </a:lnTo>
                  <a:lnTo>
                    <a:pt x="3828" y="1648"/>
                  </a:lnTo>
                  <a:lnTo>
                    <a:pt x="3536" y="1569"/>
                  </a:lnTo>
                  <a:lnTo>
                    <a:pt x="3536" y="1383"/>
                  </a:lnTo>
                  <a:lnTo>
                    <a:pt x="3642" y="1383"/>
                  </a:lnTo>
                  <a:lnTo>
                    <a:pt x="3722" y="1329"/>
                  </a:lnTo>
                  <a:lnTo>
                    <a:pt x="3749" y="1276"/>
                  </a:lnTo>
                  <a:lnTo>
                    <a:pt x="3775" y="1197"/>
                  </a:lnTo>
                  <a:lnTo>
                    <a:pt x="3775" y="186"/>
                  </a:lnTo>
                  <a:lnTo>
                    <a:pt x="3749" y="133"/>
                  </a:lnTo>
                  <a:lnTo>
                    <a:pt x="3722" y="54"/>
                  </a:lnTo>
                  <a:lnTo>
                    <a:pt x="3642" y="27"/>
                  </a:lnTo>
                  <a:lnTo>
                    <a:pt x="356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62"/>
            <p:cNvSpPr/>
            <p:nvPr/>
          </p:nvSpPr>
          <p:spPr>
            <a:xfrm>
              <a:off x="2702875" y="2144100"/>
              <a:ext cx="30600" cy="34575"/>
            </a:xfrm>
            <a:custGeom>
              <a:rect b="b" l="l" r="r" t="t"/>
              <a:pathLst>
                <a:path extrusionOk="0" h="1383" w="1224">
                  <a:moveTo>
                    <a:pt x="612" y="505"/>
                  </a:moveTo>
                  <a:lnTo>
                    <a:pt x="798" y="745"/>
                  </a:lnTo>
                  <a:lnTo>
                    <a:pt x="798" y="798"/>
                  </a:lnTo>
                  <a:lnTo>
                    <a:pt x="824" y="851"/>
                  </a:lnTo>
                  <a:lnTo>
                    <a:pt x="798" y="904"/>
                  </a:lnTo>
                  <a:lnTo>
                    <a:pt x="771" y="931"/>
                  </a:lnTo>
                  <a:lnTo>
                    <a:pt x="692" y="984"/>
                  </a:lnTo>
                  <a:lnTo>
                    <a:pt x="532" y="984"/>
                  </a:lnTo>
                  <a:lnTo>
                    <a:pt x="452" y="931"/>
                  </a:lnTo>
                  <a:lnTo>
                    <a:pt x="399" y="904"/>
                  </a:lnTo>
                  <a:lnTo>
                    <a:pt x="399" y="851"/>
                  </a:lnTo>
                  <a:lnTo>
                    <a:pt x="399" y="798"/>
                  </a:lnTo>
                  <a:lnTo>
                    <a:pt x="426" y="745"/>
                  </a:lnTo>
                  <a:lnTo>
                    <a:pt x="612" y="505"/>
                  </a:lnTo>
                  <a:close/>
                  <a:moveTo>
                    <a:pt x="505" y="0"/>
                  </a:moveTo>
                  <a:lnTo>
                    <a:pt x="452" y="54"/>
                  </a:lnTo>
                  <a:lnTo>
                    <a:pt x="107" y="505"/>
                  </a:lnTo>
                  <a:lnTo>
                    <a:pt x="54" y="612"/>
                  </a:lnTo>
                  <a:lnTo>
                    <a:pt x="0" y="692"/>
                  </a:lnTo>
                  <a:lnTo>
                    <a:pt x="0" y="798"/>
                  </a:lnTo>
                  <a:lnTo>
                    <a:pt x="0" y="904"/>
                  </a:lnTo>
                  <a:lnTo>
                    <a:pt x="27" y="1010"/>
                  </a:lnTo>
                  <a:lnTo>
                    <a:pt x="80" y="1117"/>
                  </a:lnTo>
                  <a:lnTo>
                    <a:pt x="133" y="1197"/>
                  </a:lnTo>
                  <a:lnTo>
                    <a:pt x="213" y="1276"/>
                  </a:lnTo>
                  <a:lnTo>
                    <a:pt x="293" y="1329"/>
                  </a:lnTo>
                  <a:lnTo>
                    <a:pt x="399" y="1356"/>
                  </a:lnTo>
                  <a:lnTo>
                    <a:pt x="612" y="1383"/>
                  </a:lnTo>
                  <a:lnTo>
                    <a:pt x="798" y="1356"/>
                  </a:lnTo>
                  <a:lnTo>
                    <a:pt x="904" y="1329"/>
                  </a:lnTo>
                  <a:lnTo>
                    <a:pt x="984" y="1276"/>
                  </a:lnTo>
                  <a:lnTo>
                    <a:pt x="1064" y="1197"/>
                  </a:lnTo>
                  <a:lnTo>
                    <a:pt x="1143" y="1117"/>
                  </a:lnTo>
                  <a:lnTo>
                    <a:pt x="1170" y="1010"/>
                  </a:lnTo>
                  <a:lnTo>
                    <a:pt x="1197" y="904"/>
                  </a:lnTo>
                  <a:lnTo>
                    <a:pt x="1223" y="798"/>
                  </a:lnTo>
                  <a:lnTo>
                    <a:pt x="1197" y="692"/>
                  </a:lnTo>
                  <a:lnTo>
                    <a:pt x="1170" y="612"/>
                  </a:lnTo>
                  <a:lnTo>
                    <a:pt x="1117" y="505"/>
                  </a:lnTo>
                  <a:lnTo>
                    <a:pt x="771" y="54"/>
                  </a:lnTo>
                  <a:lnTo>
                    <a:pt x="69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62"/>
            <p:cNvSpPr/>
            <p:nvPr/>
          </p:nvSpPr>
          <p:spPr>
            <a:xfrm>
              <a:off x="2543375" y="2183300"/>
              <a:ext cx="98375" cy="133600"/>
            </a:xfrm>
            <a:custGeom>
              <a:rect b="b" l="l" r="r" t="t"/>
              <a:pathLst>
                <a:path extrusionOk="0" h="5344" w="3935">
                  <a:moveTo>
                    <a:pt x="3510" y="399"/>
                  </a:moveTo>
                  <a:lnTo>
                    <a:pt x="3324" y="1808"/>
                  </a:lnTo>
                  <a:lnTo>
                    <a:pt x="3244" y="1835"/>
                  </a:lnTo>
                  <a:lnTo>
                    <a:pt x="3137" y="1861"/>
                  </a:lnTo>
                  <a:lnTo>
                    <a:pt x="2898" y="1835"/>
                  </a:lnTo>
                  <a:lnTo>
                    <a:pt x="2606" y="1782"/>
                  </a:lnTo>
                  <a:lnTo>
                    <a:pt x="2260" y="1702"/>
                  </a:lnTo>
                  <a:lnTo>
                    <a:pt x="1862" y="1569"/>
                  </a:lnTo>
                  <a:lnTo>
                    <a:pt x="1436" y="1489"/>
                  </a:lnTo>
                  <a:lnTo>
                    <a:pt x="1197" y="1463"/>
                  </a:lnTo>
                  <a:lnTo>
                    <a:pt x="772" y="1463"/>
                  </a:lnTo>
                  <a:lnTo>
                    <a:pt x="559" y="1489"/>
                  </a:lnTo>
                  <a:lnTo>
                    <a:pt x="426" y="399"/>
                  </a:lnTo>
                  <a:close/>
                  <a:moveTo>
                    <a:pt x="1170" y="1861"/>
                  </a:moveTo>
                  <a:lnTo>
                    <a:pt x="1383" y="1888"/>
                  </a:lnTo>
                  <a:lnTo>
                    <a:pt x="1782" y="1968"/>
                  </a:lnTo>
                  <a:lnTo>
                    <a:pt x="2154" y="2074"/>
                  </a:lnTo>
                  <a:lnTo>
                    <a:pt x="2446" y="2154"/>
                  </a:lnTo>
                  <a:lnTo>
                    <a:pt x="2765" y="2234"/>
                  </a:lnTo>
                  <a:lnTo>
                    <a:pt x="3031" y="2260"/>
                  </a:lnTo>
                  <a:lnTo>
                    <a:pt x="3297" y="2234"/>
                  </a:lnTo>
                  <a:lnTo>
                    <a:pt x="2978" y="4945"/>
                  </a:lnTo>
                  <a:lnTo>
                    <a:pt x="958" y="4945"/>
                  </a:lnTo>
                  <a:lnTo>
                    <a:pt x="586" y="1915"/>
                  </a:lnTo>
                  <a:lnTo>
                    <a:pt x="798" y="1861"/>
                  </a:lnTo>
                  <a:close/>
                  <a:moveTo>
                    <a:pt x="107" y="1"/>
                  </a:moveTo>
                  <a:lnTo>
                    <a:pt x="54" y="54"/>
                  </a:lnTo>
                  <a:lnTo>
                    <a:pt x="1" y="134"/>
                  </a:lnTo>
                  <a:lnTo>
                    <a:pt x="1" y="213"/>
                  </a:lnTo>
                  <a:lnTo>
                    <a:pt x="559" y="5157"/>
                  </a:lnTo>
                  <a:lnTo>
                    <a:pt x="586" y="5237"/>
                  </a:lnTo>
                  <a:lnTo>
                    <a:pt x="639" y="5290"/>
                  </a:lnTo>
                  <a:lnTo>
                    <a:pt x="692" y="5317"/>
                  </a:lnTo>
                  <a:lnTo>
                    <a:pt x="772" y="5344"/>
                  </a:lnTo>
                  <a:lnTo>
                    <a:pt x="3164" y="5344"/>
                  </a:lnTo>
                  <a:lnTo>
                    <a:pt x="3217" y="5317"/>
                  </a:lnTo>
                  <a:lnTo>
                    <a:pt x="3297" y="5290"/>
                  </a:lnTo>
                  <a:lnTo>
                    <a:pt x="3324" y="5237"/>
                  </a:lnTo>
                  <a:lnTo>
                    <a:pt x="3350" y="5157"/>
                  </a:lnTo>
                  <a:lnTo>
                    <a:pt x="3935" y="213"/>
                  </a:lnTo>
                  <a:lnTo>
                    <a:pt x="3908" y="134"/>
                  </a:lnTo>
                  <a:lnTo>
                    <a:pt x="3882" y="54"/>
                  </a:lnTo>
                  <a:lnTo>
                    <a:pt x="380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37" name="Google Shape;837;p62"/>
          <p:cNvSpPr/>
          <p:nvPr/>
        </p:nvSpPr>
        <p:spPr>
          <a:xfrm>
            <a:off x="6765693" y="3177954"/>
            <a:ext cx="266540" cy="275454"/>
          </a:xfrm>
          <a:custGeom>
            <a:rect b="b" l="l" r="r" t="t"/>
            <a:pathLst>
              <a:path extrusionOk="0" h="10660" w="10315">
                <a:moveTo>
                  <a:pt x="8161" y="399"/>
                </a:moveTo>
                <a:lnTo>
                  <a:pt x="7949" y="1011"/>
                </a:lnTo>
                <a:lnTo>
                  <a:pt x="7869" y="1170"/>
                </a:lnTo>
                <a:lnTo>
                  <a:pt x="7736" y="1277"/>
                </a:lnTo>
                <a:lnTo>
                  <a:pt x="7603" y="1356"/>
                </a:lnTo>
                <a:lnTo>
                  <a:pt x="7417" y="1383"/>
                </a:lnTo>
                <a:lnTo>
                  <a:pt x="2872" y="1383"/>
                </a:lnTo>
                <a:lnTo>
                  <a:pt x="2712" y="1356"/>
                </a:lnTo>
                <a:lnTo>
                  <a:pt x="2553" y="1277"/>
                </a:lnTo>
                <a:lnTo>
                  <a:pt x="2446" y="1170"/>
                </a:lnTo>
                <a:lnTo>
                  <a:pt x="2366" y="1011"/>
                </a:lnTo>
                <a:lnTo>
                  <a:pt x="2154" y="399"/>
                </a:lnTo>
                <a:close/>
                <a:moveTo>
                  <a:pt x="5131" y="6168"/>
                </a:moveTo>
                <a:lnTo>
                  <a:pt x="5290" y="6407"/>
                </a:lnTo>
                <a:lnTo>
                  <a:pt x="5450" y="6673"/>
                </a:lnTo>
                <a:lnTo>
                  <a:pt x="5530" y="6938"/>
                </a:lnTo>
                <a:lnTo>
                  <a:pt x="5530" y="7071"/>
                </a:lnTo>
                <a:lnTo>
                  <a:pt x="5530" y="7178"/>
                </a:lnTo>
                <a:lnTo>
                  <a:pt x="5503" y="7257"/>
                </a:lnTo>
                <a:lnTo>
                  <a:pt x="5450" y="7311"/>
                </a:lnTo>
                <a:lnTo>
                  <a:pt x="5370" y="7364"/>
                </a:lnTo>
                <a:lnTo>
                  <a:pt x="5290" y="7390"/>
                </a:lnTo>
                <a:lnTo>
                  <a:pt x="5290" y="7071"/>
                </a:lnTo>
                <a:lnTo>
                  <a:pt x="5290" y="6992"/>
                </a:lnTo>
                <a:lnTo>
                  <a:pt x="5237" y="6938"/>
                </a:lnTo>
                <a:lnTo>
                  <a:pt x="5184" y="6885"/>
                </a:lnTo>
                <a:lnTo>
                  <a:pt x="5104" y="6859"/>
                </a:lnTo>
                <a:lnTo>
                  <a:pt x="5025" y="6885"/>
                </a:lnTo>
                <a:lnTo>
                  <a:pt x="4971" y="6938"/>
                </a:lnTo>
                <a:lnTo>
                  <a:pt x="4918" y="6992"/>
                </a:lnTo>
                <a:lnTo>
                  <a:pt x="4892" y="7071"/>
                </a:lnTo>
                <a:lnTo>
                  <a:pt x="4892" y="7364"/>
                </a:lnTo>
                <a:lnTo>
                  <a:pt x="4812" y="7337"/>
                </a:lnTo>
                <a:lnTo>
                  <a:pt x="4759" y="7257"/>
                </a:lnTo>
                <a:lnTo>
                  <a:pt x="4732" y="7178"/>
                </a:lnTo>
                <a:lnTo>
                  <a:pt x="4706" y="7098"/>
                </a:lnTo>
                <a:lnTo>
                  <a:pt x="4706" y="6992"/>
                </a:lnTo>
                <a:lnTo>
                  <a:pt x="4732" y="6912"/>
                </a:lnTo>
                <a:lnTo>
                  <a:pt x="4812" y="6699"/>
                </a:lnTo>
                <a:lnTo>
                  <a:pt x="4945" y="6513"/>
                </a:lnTo>
                <a:lnTo>
                  <a:pt x="5051" y="6354"/>
                </a:lnTo>
                <a:lnTo>
                  <a:pt x="5131" y="6168"/>
                </a:lnTo>
                <a:close/>
                <a:moveTo>
                  <a:pt x="6008" y="8347"/>
                </a:moveTo>
                <a:lnTo>
                  <a:pt x="6008" y="8746"/>
                </a:lnTo>
                <a:lnTo>
                  <a:pt x="4307" y="8746"/>
                </a:lnTo>
                <a:lnTo>
                  <a:pt x="4307" y="8347"/>
                </a:lnTo>
                <a:close/>
                <a:moveTo>
                  <a:pt x="5344" y="5104"/>
                </a:moveTo>
                <a:lnTo>
                  <a:pt x="5530" y="5131"/>
                </a:lnTo>
                <a:lnTo>
                  <a:pt x="5716" y="5158"/>
                </a:lnTo>
                <a:lnTo>
                  <a:pt x="5875" y="5211"/>
                </a:lnTo>
                <a:lnTo>
                  <a:pt x="6061" y="5264"/>
                </a:lnTo>
                <a:lnTo>
                  <a:pt x="6221" y="5344"/>
                </a:lnTo>
                <a:lnTo>
                  <a:pt x="6380" y="5423"/>
                </a:lnTo>
                <a:lnTo>
                  <a:pt x="6513" y="5530"/>
                </a:lnTo>
                <a:lnTo>
                  <a:pt x="6646" y="5663"/>
                </a:lnTo>
                <a:lnTo>
                  <a:pt x="6779" y="5795"/>
                </a:lnTo>
                <a:lnTo>
                  <a:pt x="6885" y="5928"/>
                </a:lnTo>
                <a:lnTo>
                  <a:pt x="6965" y="6088"/>
                </a:lnTo>
                <a:lnTo>
                  <a:pt x="7045" y="6247"/>
                </a:lnTo>
                <a:lnTo>
                  <a:pt x="7125" y="6433"/>
                </a:lnTo>
                <a:lnTo>
                  <a:pt x="7151" y="6593"/>
                </a:lnTo>
                <a:lnTo>
                  <a:pt x="7178" y="6779"/>
                </a:lnTo>
                <a:lnTo>
                  <a:pt x="7204" y="6992"/>
                </a:lnTo>
                <a:lnTo>
                  <a:pt x="7204" y="8746"/>
                </a:lnTo>
                <a:lnTo>
                  <a:pt x="6407" y="8746"/>
                </a:lnTo>
                <a:lnTo>
                  <a:pt x="6407" y="8135"/>
                </a:lnTo>
                <a:lnTo>
                  <a:pt x="6380" y="8081"/>
                </a:lnTo>
                <a:lnTo>
                  <a:pt x="6354" y="8002"/>
                </a:lnTo>
                <a:lnTo>
                  <a:pt x="6274" y="7975"/>
                </a:lnTo>
                <a:lnTo>
                  <a:pt x="6194" y="7949"/>
                </a:lnTo>
                <a:lnTo>
                  <a:pt x="5290" y="7949"/>
                </a:lnTo>
                <a:lnTo>
                  <a:pt x="5290" y="7789"/>
                </a:lnTo>
                <a:lnTo>
                  <a:pt x="5450" y="7762"/>
                </a:lnTo>
                <a:lnTo>
                  <a:pt x="5583" y="7709"/>
                </a:lnTo>
                <a:lnTo>
                  <a:pt x="5663" y="7630"/>
                </a:lnTo>
                <a:lnTo>
                  <a:pt x="5742" y="7550"/>
                </a:lnTo>
                <a:lnTo>
                  <a:pt x="5849" y="7417"/>
                </a:lnTo>
                <a:lnTo>
                  <a:pt x="5902" y="7257"/>
                </a:lnTo>
                <a:lnTo>
                  <a:pt x="5928" y="7045"/>
                </a:lnTo>
                <a:lnTo>
                  <a:pt x="5902" y="6806"/>
                </a:lnTo>
                <a:lnTo>
                  <a:pt x="5822" y="6540"/>
                </a:lnTo>
                <a:lnTo>
                  <a:pt x="5716" y="6301"/>
                </a:lnTo>
                <a:lnTo>
                  <a:pt x="5583" y="6088"/>
                </a:lnTo>
                <a:lnTo>
                  <a:pt x="5423" y="5902"/>
                </a:lnTo>
                <a:lnTo>
                  <a:pt x="5237" y="5742"/>
                </a:lnTo>
                <a:lnTo>
                  <a:pt x="5078" y="5636"/>
                </a:lnTo>
                <a:lnTo>
                  <a:pt x="4971" y="5609"/>
                </a:lnTo>
                <a:lnTo>
                  <a:pt x="4865" y="5636"/>
                </a:lnTo>
                <a:lnTo>
                  <a:pt x="4812" y="5742"/>
                </a:lnTo>
                <a:lnTo>
                  <a:pt x="4785" y="5822"/>
                </a:lnTo>
                <a:lnTo>
                  <a:pt x="4785" y="5955"/>
                </a:lnTo>
                <a:lnTo>
                  <a:pt x="4759" y="6035"/>
                </a:lnTo>
                <a:lnTo>
                  <a:pt x="4599" y="6301"/>
                </a:lnTo>
                <a:lnTo>
                  <a:pt x="4466" y="6513"/>
                </a:lnTo>
                <a:lnTo>
                  <a:pt x="4360" y="6779"/>
                </a:lnTo>
                <a:lnTo>
                  <a:pt x="4307" y="6965"/>
                </a:lnTo>
                <a:lnTo>
                  <a:pt x="4307" y="7151"/>
                </a:lnTo>
                <a:lnTo>
                  <a:pt x="4360" y="7337"/>
                </a:lnTo>
                <a:lnTo>
                  <a:pt x="4440" y="7497"/>
                </a:lnTo>
                <a:lnTo>
                  <a:pt x="4520" y="7603"/>
                </a:lnTo>
                <a:lnTo>
                  <a:pt x="4652" y="7683"/>
                </a:lnTo>
                <a:lnTo>
                  <a:pt x="4759" y="7762"/>
                </a:lnTo>
                <a:lnTo>
                  <a:pt x="4892" y="7789"/>
                </a:lnTo>
                <a:lnTo>
                  <a:pt x="4892" y="7949"/>
                </a:lnTo>
                <a:lnTo>
                  <a:pt x="4094" y="7949"/>
                </a:lnTo>
                <a:lnTo>
                  <a:pt x="4015" y="7975"/>
                </a:lnTo>
                <a:lnTo>
                  <a:pt x="3961" y="8002"/>
                </a:lnTo>
                <a:lnTo>
                  <a:pt x="3908" y="8081"/>
                </a:lnTo>
                <a:lnTo>
                  <a:pt x="3908" y="8135"/>
                </a:lnTo>
                <a:lnTo>
                  <a:pt x="3908" y="8746"/>
                </a:lnTo>
                <a:lnTo>
                  <a:pt x="3111" y="8746"/>
                </a:lnTo>
                <a:lnTo>
                  <a:pt x="3111" y="6992"/>
                </a:lnTo>
                <a:lnTo>
                  <a:pt x="3111" y="6779"/>
                </a:lnTo>
                <a:lnTo>
                  <a:pt x="3137" y="6593"/>
                </a:lnTo>
                <a:lnTo>
                  <a:pt x="3191" y="6433"/>
                </a:lnTo>
                <a:lnTo>
                  <a:pt x="3244" y="6247"/>
                </a:lnTo>
                <a:lnTo>
                  <a:pt x="3323" y="6088"/>
                </a:lnTo>
                <a:lnTo>
                  <a:pt x="3430" y="5928"/>
                </a:lnTo>
                <a:lnTo>
                  <a:pt x="3536" y="5795"/>
                </a:lnTo>
                <a:lnTo>
                  <a:pt x="3642" y="5663"/>
                </a:lnTo>
                <a:lnTo>
                  <a:pt x="3775" y="5530"/>
                </a:lnTo>
                <a:lnTo>
                  <a:pt x="3935" y="5423"/>
                </a:lnTo>
                <a:lnTo>
                  <a:pt x="4068" y="5344"/>
                </a:lnTo>
                <a:lnTo>
                  <a:pt x="4254" y="5264"/>
                </a:lnTo>
                <a:lnTo>
                  <a:pt x="4413" y="5211"/>
                </a:lnTo>
                <a:lnTo>
                  <a:pt x="4599" y="5158"/>
                </a:lnTo>
                <a:lnTo>
                  <a:pt x="4785" y="5131"/>
                </a:lnTo>
                <a:lnTo>
                  <a:pt x="4971" y="5104"/>
                </a:lnTo>
                <a:close/>
                <a:moveTo>
                  <a:pt x="7098" y="1782"/>
                </a:moveTo>
                <a:lnTo>
                  <a:pt x="7098" y="2579"/>
                </a:lnTo>
                <a:lnTo>
                  <a:pt x="7125" y="2818"/>
                </a:lnTo>
                <a:lnTo>
                  <a:pt x="7151" y="3058"/>
                </a:lnTo>
                <a:lnTo>
                  <a:pt x="7204" y="3297"/>
                </a:lnTo>
                <a:lnTo>
                  <a:pt x="7284" y="3509"/>
                </a:lnTo>
                <a:lnTo>
                  <a:pt x="7390" y="3722"/>
                </a:lnTo>
                <a:lnTo>
                  <a:pt x="7523" y="3935"/>
                </a:lnTo>
                <a:lnTo>
                  <a:pt x="7656" y="4121"/>
                </a:lnTo>
                <a:lnTo>
                  <a:pt x="7816" y="4307"/>
                </a:lnTo>
                <a:lnTo>
                  <a:pt x="8028" y="4546"/>
                </a:lnTo>
                <a:lnTo>
                  <a:pt x="8188" y="4785"/>
                </a:lnTo>
                <a:lnTo>
                  <a:pt x="8347" y="5051"/>
                </a:lnTo>
                <a:lnTo>
                  <a:pt x="8480" y="5344"/>
                </a:lnTo>
                <a:lnTo>
                  <a:pt x="8587" y="5636"/>
                </a:lnTo>
                <a:lnTo>
                  <a:pt x="8666" y="5928"/>
                </a:lnTo>
                <a:lnTo>
                  <a:pt x="8693" y="6247"/>
                </a:lnTo>
                <a:lnTo>
                  <a:pt x="8719" y="6566"/>
                </a:lnTo>
                <a:lnTo>
                  <a:pt x="8719" y="8746"/>
                </a:lnTo>
                <a:lnTo>
                  <a:pt x="7603" y="8746"/>
                </a:lnTo>
                <a:lnTo>
                  <a:pt x="7603" y="6992"/>
                </a:lnTo>
                <a:lnTo>
                  <a:pt x="7576" y="6752"/>
                </a:lnTo>
                <a:lnTo>
                  <a:pt x="7550" y="6513"/>
                </a:lnTo>
                <a:lnTo>
                  <a:pt x="7497" y="6301"/>
                </a:lnTo>
                <a:lnTo>
                  <a:pt x="7417" y="6088"/>
                </a:lnTo>
                <a:lnTo>
                  <a:pt x="7337" y="5902"/>
                </a:lnTo>
                <a:lnTo>
                  <a:pt x="7204" y="5716"/>
                </a:lnTo>
                <a:lnTo>
                  <a:pt x="7071" y="5530"/>
                </a:lnTo>
                <a:lnTo>
                  <a:pt x="6938" y="5370"/>
                </a:lnTo>
                <a:lnTo>
                  <a:pt x="6779" y="5237"/>
                </a:lnTo>
                <a:lnTo>
                  <a:pt x="6593" y="5104"/>
                </a:lnTo>
                <a:lnTo>
                  <a:pt x="6407" y="4998"/>
                </a:lnTo>
                <a:lnTo>
                  <a:pt x="6221" y="4892"/>
                </a:lnTo>
                <a:lnTo>
                  <a:pt x="6008" y="4812"/>
                </a:lnTo>
                <a:lnTo>
                  <a:pt x="5795" y="4759"/>
                </a:lnTo>
                <a:lnTo>
                  <a:pt x="5556" y="4732"/>
                </a:lnTo>
                <a:lnTo>
                  <a:pt x="5344" y="4706"/>
                </a:lnTo>
                <a:lnTo>
                  <a:pt x="4971" y="4706"/>
                </a:lnTo>
                <a:lnTo>
                  <a:pt x="4732" y="4732"/>
                </a:lnTo>
                <a:lnTo>
                  <a:pt x="4520" y="4759"/>
                </a:lnTo>
                <a:lnTo>
                  <a:pt x="4307" y="4812"/>
                </a:lnTo>
                <a:lnTo>
                  <a:pt x="4094" y="4892"/>
                </a:lnTo>
                <a:lnTo>
                  <a:pt x="3882" y="4998"/>
                </a:lnTo>
                <a:lnTo>
                  <a:pt x="3696" y="5104"/>
                </a:lnTo>
                <a:lnTo>
                  <a:pt x="3536" y="5237"/>
                </a:lnTo>
                <a:lnTo>
                  <a:pt x="3377" y="5370"/>
                </a:lnTo>
                <a:lnTo>
                  <a:pt x="3217" y="5530"/>
                </a:lnTo>
                <a:lnTo>
                  <a:pt x="3084" y="5716"/>
                </a:lnTo>
                <a:lnTo>
                  <a:pt x="2978" y="5902"/>
                </a:lnTo>
                <a:lnTo>
                  <a:pt x="2872" y="6088"/>
                </a:lnTo>
                <a:lnTo>
                  <a:pt x="2818" y="6301"/>
                </a:lnTo>
                <a:lnTo>
                  <a:pt x="2739" y="6513"/>
                </a:lnTo>
                <a:lnTo>
                  <a:pt x="2712" y="6752"/>
                </a:lnTo>
                <a:lnTo>
                  <a:pt x="2712" y="6992"/>
                </a:lnTo>
                <a:lnTo>
                  <a:pt x="2712" y="8746"/>
                </a:lnTo>
                <a:lnTo>
                  <a:pt x="1596" y="8746"/>
                </a:lnTo>
                <a:lnTo>
                  <a:pt x="1596" y="6566"/>
                </a:lnTo>
                <a:lnTo>
                  <a:pt x="1596" y="6247"/>
                </a:lnTo>
                <a:lnTo>
                  <a:pt x="1649" y="5928"/>
                </a:lnTo>
                <a:lnTo>
                  <a:pt x="1729" y="5636"/>
                </a:lnTo>
                <a:lnTo>
                  <a:pt x="1808" y="5344"/>
                </a:lnTo>
                <a:lnTo>
                  <a:pt x="1941" y="5051"/>
                </a:lnTo>
                <a:lnTo>
                  <a:pt x="2101" y="4785"/>
                </a:lnTo>
                <a:lnTo>
                  <a:pt x="2287" y="4546"/>
                </a:lnTo>
                <a:lnTo>
                  <a:pt x="2499" y="4307"/>
                </a:lnTo>
                <a:lnTo>
                  <a:pt x="2659" y="4121"/>
                </a:lnTo>
                <a:lnTo>
                  <a:pt x="2792" y="3935"/>
                </a:lnTo>
                <a:lnTo>
                  <a:pt x="2898" y="3722"/>
                </a:lnTo>
                <a:lnTo>
                  <a:pt x="3004" y="3509"/>
                </a:lnTo>
                <a:lnTo>
                  <a:pt x="3084" y="3297"/>
                </a:lnTo>
                <a:lnTo>
                  <a:pt x="3137" y="3058"/>
                </a:lnTo>
                <a:lnTo>
                  <a:pt x="3191" y="2818"/>
                </a:lnTo>
                <a:lnTo>
                  <a:pt x="3191" y="2579"/>
                </a:lnTo>
                <a:lnTo>
                  <a:pt x="3191" y="1782"/>
                </a:lnTo>
                <a:close/>
                <a:moveTo>
                  <a:pt x="9464" y="9145"/>
                </a:moveTo>
                <a:lnTo>
                  <a:pt x="9570" y="9198"/>
                </a:lnTo>
                <a:lnTo>
                  <a:pt x="9676" y="9251"/>
                </a:lnTo>
                <a:lnTo>
                  <a:pt x="9756" y="9304"/>
                </a:lnTo>
                <a:lnTo>
                  <a:pt x="9809" y="9384"/>
                </a:lnTo>
                <a:lnTo>
                  <a:pt x="9862" y="9490"/>
                </a:lnTo>
                <a:lnTo>
                  <a:pt x="9916" y="9597"/>
                </a:lnTo>
                <a:lnTo>
                  <a:pt x="9916" y="9703"/>
                </a:lnTo>
                <a:lnTo>
                  <a:pt x="9916" y="9809"/>
                </a:lnTo>
                <a:lnTo>
                  <a:pt x="9862" y="9916"/>
                </a:lnTo>
                <a:lnTo>
                  <a:pt x="9809" y="9995"/>
                </a:lnTo>
                <a:lnTo>
                  <a:pt x="9756" y="10102"/>
                </a:lnTo>
                <a:lnTo>
                  <a:pt x="9676" y="10155"/>
                </a:lnTo>
                <a:lnTo>
                  <a:pt x="9570" y="10208"/>
                </a:lnTo>
                <a:lnTo>
                  <a:pt x="9464" y="10235"/>
                </a:lnTo>
                <a:lnTo>
                  <a:pt x="9357" y="10261"/>
                </a:lnTo>
                <a:lnTo>
                  <a:pt x="931" y="10261"/>
                </a:lnTo>
                <a:lnTo>
                  <a:pt x="825" y="10235"/>
                </a:lnTo>
                <a:lnTo>
                  <a:pt x="718" y="10208"/>
                </a:lnTo>
                <a:lnTo>
                  <a:pt x="639" y="10155"/>
                </a:lnTo>
                <a:lnTo>
                  <a:pt x="559" y="10102"/>
                </a:lnTo>
                <a:lnTo>
                  <a:pt x="479" y="9995"/>
                </a:lnTo>
                <a:lnTo>
                  <a:pt x="426" y="9916"/>
                </a:lnTo>
                <a:lnTo>
                  <a:pt x="399" y="9809"/>
                </a:lnTo>
                <a:lnTo>
                  <a:pt x="399" y="9703"/>
                </a:lnTo>
                <a:lnTo>
                  <a:pt x="399" y="9597"/>
                </a:lnTo>
                <a:lnTo>
                  <a:pt x="426" y="9490"/>
                </a:lnTo>
                <a:lnTo>
                  <a:pt x="479" y="9384"/>
                </a:lnTo>
                <a:lnTo>
                  <a:pt x="559" y="9304"/>
                </a:lnTo>
                <a:lnTo>
                  <a:pt x="639" y="9251"/>
                </a:lnTo>
                <a:lnTo>
                  <a:pt x="718" y="9198"/>
                </a:lnTo>
                <a:lnTo>
                  <a:pt x="825" y="9145"/>
                </a:lnTo>
                <a:close/>
                <a:moveTo>
                  <a:pt x="1782" y="1"/>
                </a:moveTo>
                <a:lnTo>
                  <a:pt x="1702" y="80"/>
                </a:lnTo>
                <a:lnTo>
                  <a:pt x="1675" y="160"/>
                </a:lnTo>
                <a:lnTo>
                  <a:pt x="1675" y="267"/>
                </a:lnTo>
                <a:lnTo>
                  <a:pt x="1994" y="1144"/>
                </a:lnTo>
                <a:lnTo>
                  <a:pt x="2048" y="1277"/>
                </a:lnTo>
                <a:lnTo>
                  <a:pt x="2101" y="1383"/>
                </a:lnTo>
                <a:lnTo>
                  <a:pt x="2207" y="1489"/>
                </a:lnTo>
                <a:lnTo>
                  <a:pt x="2287" y="1596"/>
                </a:lnTo>
                <a:lnTo>
                  <a:pt x="2420" y="1649"/>
                </a:lnTo>
                <a:lnTo>
                  <a:pt x="2526" y="1729"/>
                </a:lnTo>
                <a:lnTo>
                  <a:pt x="2659" y="1755"/>
                </a:lnTo>
                <a:lnTo>
                  <a:pt x="2792" y="1782"/>
                </a:lnTo>
                <a:lnTo>
                  <a:pt x="2792" y="2579"/>
                </a:lnTo>
                <a:lnTo>
                  <a:pt x="2792" y="2792"/>
                </a:lnTo>
                <a:lnTo>
                  <a:pt x="2765" y="2978"/>
                </a:lnTo>
                <a:lnTo>
                  <a:pt x="2712" y="3191"/>
                </a:lnTo>
                <a:lnTo>
                  <a:pt x="2632" y="3377"/>
                </a:lnTo>
                <a:lnTo>
                  <a:pt x="2553" y="3536"/>
                </a:lnTo>
                <a:lnTo>
                  <a:pt x="2446" y="3722"/>
                </a:lnTo>
                <a:lnTo>
                  <a:pt x="2340" y="3882"/>
                </a:lnTo>
                <a:lnTo>
                  <a:pt x="2207" y="4015"/>
                </a:lnTo>
                <a:lnTo>
                  <a:pt x="1968" y="4280"/>
                </a:lnTo>
                <a:lnTo>
                  <a:pt x="1755" y="4573"/>
                </a:lnTo>
                <a:lnTo>
                  <a:pt x="1596" y="4865"/>
                </a:lnTo>
                <a:lnTo>
                  <a:pt x="1436" y="5184"/>
                </a:lnTo>
                <a:lnTo>
                  <a:pt x="1330" y="5530"/>
                </a:lnTo>
                <a:lnTo>
                  <a:pt x="1250" y="5849"/>
                </a:lnTo>
                <a:lnTo>
                  <a:pt x="1197" y="6194"/>
                </a:lnTo>
                <a:lnTo>
                  <a:pt x="1197" y="6566"/>
                </a:lnTo>
                <a:lnTo>
                  <a:pt x="1197" y="8746"/>
                </a:lnTo>
                <a:lnTo>
                  <a:pt x="931" y="8746"/>
                </a:lnTo>
                <a:lnTo>
                  <a:pt x="745" y="8773"/>
                </a:lnTo>
                <a:lnTo>
                  <a:pt x="559" y="8826"/>
                </a:lnTo>
                <a:lnTo>
                  <a:pt x="399" y="8905"/>
                </a:lnTo>
                <a:lnTo>
                  <a:pt x="267" y="9012"/>
                </a:lnTo>
                <a:lnTo>
                  <a:pt x="160" y="9171"/>
                </a:lnTo>
                <a:lnTo>
                  <a:pt x="54" y="9331"/>
                </a:lnTo>
                <a:lnTo>
                  <a:pt x="1" y="9517"/>
                </a:lnTo>
                <a:lnTo>
                  <a:pt x="1" y="9703"/>
                </a:lnTo>
                <a:lnTo>
                  <a:pt x="1" y="9889"/>
                </a:lnTo>
                <a:lnTo>
                  <a:pt x="54" y="10075"/>
                </a:lnTo>
                <a:lnTo>
                  <a:pt x="160" y="10235"/>
                </a:lnTo>
                <a:lnTo>
                  <a:pt x="267" y="10367"/>
                </a:lnTo>
                <a:lnTo>
                  <a:pt x="399" y="10500"/>
                </a:lnTo>
                <a:lnTo>
                  <a:pt x="559" y="10580"/>
                </a:lnTo>
                <a:lnTo>
                  <a:pt x="745" y="10633"/>
                </a:lnTo>
                <a:lnTo>
                  <a:pt x="931" y="10660"/>
                </a:lnTo>
                <a:lnTo>
                  <a:pt x="9357" y="10660"/>
                </a:lnTo>
                <a:lnTo>
                  <a:pt x="9543" y="10633"/>
                </a:lnTo>
                <a:lnTo>
                  <a:pt x="9730" y="10580"/>
                </a:lnTo>
                <a:lnTo>
                  <a:pt x="9889" y="10500"/>
                </a:lnTo>
                <a:lnTo>
                  <a:pt x="10049" y="10367"/>
                </a:lnTo>
                <a:lnTo>
                  <a:pt x="10155" y="10235"/>
                </a:lnTo>
                <a:lnTo>
                  <a:pt x="10235" y="10075"/>
                </a:lnTo>
                <a:lnTo>
                  <a:pt x="10288" y="9889"/>
                </a:lnTo>
                <a:lnTo>
                  <a:pt x="10314" y="9703"/>
                </a:lnTo>
                <a:lnTo>
                  <a:pt x="10288" y="9517"/>
                </a:lnTo>
                <a:lnTo>
                  <a:pt x="10235" y="9331"/>
                </a:lnTo>
                <a:lnTo>
                  <a:pt x="10155" y="9171"/>
                </a:lnTo>
                <a:lnTo>
                  <a:pt x="10049" y="9012"/>
                </a:lnTo>
                <a:lnTo>
                  <a:pt x="9889" y="8905"/>
                </a:lnTo>
                <a:lnTo>
                  <a:pt x="9730" y="8826"/>
                </a:lnTo>
                <a:lnTo>
                  <a:pt x="9543" y="8773"/>
                </a:lnTo>
                <a:lnTo>
                  <a:pt x="9357" y="8746"/>
                </a:lnTo>
                <a:lnTo>
                  <a:pt x="9118" y="8746"/>
                </a:lnTo>
                <a:lnTo>
                  <a:pt x="9118" y="6566"/>
                </a:lnTo>
                <a:lnTo>
                  <a:pt x="9092" y="6194"/>
                </a:lnTo>
                <a:lnTo>
                  <a:pt x="9038" y="5849"/>
                </a:lnTo>
                <a:lnTo>
                  <a:pt x="8959" y="5530"/>
                </a:lnTo>
                <a:lnTo>
                  <a:pt x="8852" y="5184"/>
                </a:lnTo>
                <a:lnTo>
                  <a:pt x="8719" y="4865"/>
                </a:lnTo>
                <a:lnTo>
                  <a:pt x="8533" y="4573"/>
                </a:lnTo>
                <a:lnTo>
                  <a:pt x="8321" y="4280"/>
                </a:lnTo>
                <a:lnTo>
                  <a:pt x="8108" y="4015"/>
                </a:lnTo>
                <a:lnTo>
                  <a:pt x="7975" y="3882"/>
                </a:lnTo>
                <a:lnTo>
                  <a:pt x="7842" y="3722"/>
                </a:lnTo>
                <a:lnTo>
                  <a:pt x="7736" y="3536"/>
                </a:lnTo>
                <a:lnTo>
                  <a:pt x="7656" y="3377"/>
                </a:lnTo>
                <a:lnTo>
                  <a:pt x="7603" y="3191"/>
                </a:lnTo>
                <a:lnTo>
                  <a:pt x="7550" y="2978"/>
                </a:lnTo>
                <a:lnTo>
                  <a:pt x="7523" y="2792"/>
                </a:lnTo>
                <a:lnTo>
                  <a:pt x="7497" y="2579"/>
                </a:lnTo>
                <a:lnTo>
                  <a:pt x="7497" y="1782"/>
                </a:lnTo>
                <a:lnTo>
                  <a:pt x="7630" y="1755"/>
                </a:lnTo>
                <a:lnTo>
                  <a:pt x="7763" y="1729"/>
                </a:lnTo>
                <a:lnTo>
                  <a:pt x="7895" y="1649"/>
                </a:lnTo>
                <a:lnTo>
                  <a:pt x="8002" y="1596"/>
                </a:lnTo>
                <a:lnTo>
                  <a:pt x="8108" y="1489"/>
                </a:lnTo>
                <a:lnTo>
                  <a:pt x="8188" y="1383"/>
                </a:lnTo>
                <a:lnTo>
                  <a:pt x="8268" y="1277"/>
                </a:lnTo>
                <a:lnTo>
                  <a:pt x="8321" y="1144"/>
                </a:lnTo>
                <a:lnTo>
                  <a:pt x="8613" y="267"/>
                </a:lnTo>
                <a:lnTo>
                  <a:pt x="8640" y="160"/>
                </a:lnTo>
                <a:lnTo>
                  <a:pt x="8587" y="80"/>
                </a:lnTo>
                <a:lnTo>
                  <a:pt x="853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63"/>
          <p:cNvSpPr txBox="1"/>
          <p:nvPr>
            <p:ph type="title"/>
          </p:nvPr>
        </p:nvSpPr>
        <p:spPr>
          <a:xfrm>
            <a:off x="1280250" y="1426234"/>
            <a:ext cx="6583500" cy="2178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AWESOME WORDS</a:t>
            </a:r>
            <a:endParaRPr/>
          </a:p>
        </p:txBody>
      </p:sp>
      <p:cxnSp>
        <p:nvCxnSpPr>
          <p:cNvPr id="843" name="Google Shape;843;p63"/>
          <p:cNvCxnSpPr/>
          <p:nvPr/>
        </p:nvCxnSpPr>
        <p:spPr>
          <a:xfrm>
            <a:off x="2401350" y="3717266"/>
            <a:ext cx="4341300" cy="0"/>
          </a:xfrm>
          <a:prstGeom prst="straightConnector1">
            <a:avLst/>
          </a:prstGeom>
          <a:noFill/>
          <a:ln cap="flat" cmpd="sng" w="19050">
            <a:solidFill>
              <a:schemeClr val="dk1"/>
            </a:solidFill>
            <a:prstDash val="solid"/>
            <a:round/>
            <a:headEnd len="med" w="med" type="none"/>
            <a:tailEnd len="med" w="med" type="none"/>
          </a:ln>
        </p:spPr>
      </p:cxn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64"/>
          <p:cNvSpPr txBox="1"/>
          <p:nvPr>
            <p:ph type="title"/>
          </p:nvPr>
        </p:nvSpPr>
        <p:spPr>
          <a:xfrm>
            <a:off x="4294841" y="3375775"/>
            <a:ext cx="4104900" cy="4572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—SOMEONE FAMOUS</a:t>
            </a:r>
            <a:endParaRPr/>
          </a:p>
        </p:txBody>
      </p:sp>
      <p:sp>
        <p:nvSpPr>
          <p:cNvPr id="849" name="Google Shape;849;p64"/>
          <p:cNvSpPr txBox="1"/>
          <p:nvPr>
            <p:ph idx="1" type="subTitle"/>
          </p:nvPr>
        </p:nvSpPr>
        <p:spPr>
          <a:xfrm>
            <a:off x="4293150" y="1134200"/>
            <a:ext cx="4106700" cy="2258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“This is a quote, words full of wisdom that someone important said and can make the reader get inspire</a:t>
            </a:r>
            <a:r>
              <a:rPr lang="en"/>
              <a:t>d</a:t>
            </a:r>
            <a:r>
              <a:rPr lang="en"/>
              <a:t>”</a:t>
            </a:r>
            <a:endParaRPr/>
          </a:p>
        </p:txBody>
      </p:sp>
      <p:cxnSp>
        <p:nvCxnSpPr>
          <p:cNvPr id="850" name="Google Shape;850;p64"/>
          <p:cNvCxnSpPr/>
          <p:nvPr/>
        </p:nvCxnSpPr>
        <p:spPr>
          <a:xfrm>
            <a:off x="5119300" y="4009298"/>
            <a:ext cx="3280500" cy="0"/>
          </a:xfrm>
          <a:prstGeom prst="straightConnector1">
            <a:avLst/>
          </a:prstGeom>
          <a:noFill/>
          <a:ln cap="flat" cmpd="sng" w="19050">
            <a:solidFill>
              <a:schemeClr val="dk1"/>
            </a:solidFill>
            <a:prstDash val="solid"/>
            <a:round/>
            <a:headEnd len="med" w="med" type="none"/>
            <a:tailEnd len="med" w="med" type="none"/>
          </a:ln>
        </p:spPr>
      </p:cxnSp>
      <p:pic>
        <p:nvPicPr>
          <p:cNvPr id="851" name="Google Shape;851;p64"/>
          <p:cNvPicPr preferRelativeResize="0"/>
          <p:nvPr>
            <p:ph idx="2" type="pic"/>
          </p:nvPr>
        </p:nvPicPr>
        <p:blipFill rotWithShape="1">
          <a:blip r:embed="rId3">
            <a:alphaModFix/>
          </a:blip>
          <a:srcRect b="0" l="9807" r="45410" t="0"/>
          <a:stretch/>
        </p:blipFill>
        <p:spPr>
          <a:xfrm>
            <a:off x="713214" y="859800"/>
            <a:ext cx="2877600" cy="4283700"/>
          </a:xfrm>
          <a:prstGeom prst="round2SameRect">
            <a:avLst>
              <a:gd fmla="val 16667" name="adj1"/>
              <a:gd fmla="val 0" name="adj2"/>
            </a:avLst>
          </a:prstGeom>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5" name="Shape 855"/>
        <p:cNvGrpSpPr/>
        <p:nvPr/>
      </p:nvGrpSpPr>
      <p:grpSpPr>
        <a:xfrm>
          <a:off x="0" y="0"/>
          <a:ext cx="0" cy="0"/>
          <a:chOff x="0" y="0"/>
          <a:chExt cx="0" cy="0"/>
        </a:xfrm>
      </p:grpSpPr>
      <p:pic>
        <p:nvPicPr>
          <p:cNvPr id="856" name="Google Shape;856;p65"/>
          <p:cNvPicPr preferRelativeResize="0"/>
          <p:nvPr>
            <p:ph idx="2" type="pic"/>
          </p:nvPr>
        </p:nvPicPr>
        <p:blipFill rotWithShape="1">
          <a:blip r:embed="rId3">
            <a:alphaModFix/>
          </a:blip>
          <a:srcRect b="0" l="0" r="0" t="0"/>
          <a:stretch/>
        </p:blipFill>
        <p:spPr>
          <a:xfrm>
            <a:off x="0" y="0"/>
            <a:ext cx="9144000" cy="5143500"/>
          </a:xfrm>
          <a:prstGeom prst="rect">
            <a:avLst/>
          </a:prstGeom>
        </p:spPr>
      </p:pic>
      <p:sp>
        <p:nvSpPr>
          <p:cNvPr id="857" name="Google Shape;857;p65"/>
          <p:cNvSpPr txBox="1"/>
          <p:nvPr>
            <p:ph type="title"/>
          </p:nvPr>
        </p:nvSpPr>
        <p:spPr>
          <a:xfrm>
            <a:off x="3847075" y="3592925"/>
            <a:ext cx="4583700" cy="10065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A PICTURE IS WORTH A THOUSAND WORDS</a:t>
            </a:r>
            <a:endParaRPr>
              <a:solidFill>
                <a:schemeClr val="dk1"/>
              </a:solidFill>
            </a:endParaRPr>
          </a:p>
        </p:txBody>
      </p:sp>
      <p:pic>
        <p:nvPicPr>
          <p:cNvPr id="858" name="Google Shape;858;p65"/>
          <p:cNvPicPr preferRelativeResize="0"/>
          <p:nvPr/>
        </p:nvPicPr>
        <p:blipFill>
          <a:blip r:embed="rId4">
            <a:alphaModFix/>
          </a:blip>
          <a:stretch>
            <a:fillRect/>
          </a:stretch>
        </p:blipFill>
        <p:spPr>
          <a:xfrm>
            <a:off x="8154369" y="120269"/>
            <a:ext cx="842325" cy="1419425"/>
          </a:xfrm>
          <a:prstGeom prst="rect">
            <a:avLst/>
          </a:prstGeom>
          <a:noFill/>
          <a:ln>
            <a:noFill/>
          </a:ln>
        </p:spPr>
      </p:pic>
      <p:pic>
        <p:nvPicPr>
          <p:cNvPr id="859" name="Google Shape;859;p65"/>
          <p:cNvPicPr preferRelativeResize="0"/>
          <p:nvPr/>
        </p:nvPicPr>
        <p:blipFill>
          <a:blip r:embed="rId5">
            <a:alphaModFix/>
          </a:blip>
          <a:stretch>
            <a:fillRect/>
          </a:stretch>
        </p:blipFill>
        <p:spPr>
          <a:xfrm>
            <a:off x="190848" y="3724073"/>
            <a:ext cx="1044775" cy="115177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3" name="Shape 863"/>
        <p:cNvGrpSpPr/>
        <p:nvPr/>
      </p:nvGrpSpPr>
      <p:grpSpPr>
        <a:xfrm>
          <a:off x="0" y="0"/>
          <a:ext cx="0" cy="0"/>
          <a:chOff x="0" y="0"/>
          <a:chExt cx="0" cy="0"/>
        </a:xfrm>
      </p:grpSpPr>
      <p:sp>
        <p:nvSpPr>
          <p:cNvPr id="864" name="Google Shape;864;p66"/>
          <p:cNvSpPr txBox="1"/>
          <p:nvPr>
            <p:ph type="title"/>
          </p:nvPr>
        </p:nvSpPr>
        <p:spPr>
          <a:xfrm>
            <a:off x="4382538" y="1475263"/>
            <a:ext cx="4058400" cy="1445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 REINFORCE THE CONCEPT, TRY USING AN IMAGE</a:t>
            </a:r>
            <a:endParaRPr/>
          </a:p>
        </p:txBody>
      </p:sp>
      <p:sp>
        <p:nvSpPr>
          <p:cNvPr id="865" name="Google Shape;865;p66"/>
          <p:cNvSpPr txBox="1"/>
          <p:nvPr>
            <p:ph idx="1" type="subTitle"/>
          </p:nvPr>
        </p:nvSpPr>
        <p:spPr>
          <a:xfrm>
            <a:off x="4383370" y="2936837"/>
            <a:ext cx="4056900" cy="731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Images reveal large amounts of data, so remember: use an image instead of a long text. Your audience will appreciate it</a:t>
            </a:r>
            <a:endParaRPr/>
          </a:p>
        </p:txBody>
      </p:sp>
      <p:pic>
        <p:nvPicPr>
          <p:cNvPr id="866" name="Google Shape;866;p66"/>
          <p:cNvPicPr preferRelativeResize="0"/>
          <p:nvPr>
            <p:ph idx="2" type="pic"/>
          </p:nvPr>
        </p:nvPicPr>
        <p:blipFill rotWithShape="1">
          <a:blip r:embed="rId3">
            <a:alphaModFix/>
          </a:blip>
          <a:srcRect b="0" l="10994" r="44223" t="0"/>
          <a:stretch/>
        </p:blipFill>
        <p:spPr>
          <a:xfrm>
            <a:off x="717014" y="859900"/>
            <a:ext cx="2877600" cy="4283700"/>
          </a:xfrm>
          <a:prstGeom prst="round2SameRect">
            <a:avLst>
              <a:gd fmla="val 16667" name="adj1"/>
              <a:gd fmla="val 0" name="adj2"/>
            </a:avLst>
          </a:prstGeom>
        </p:spPr>
      </p:pic>
      <p:pic>
        <p:nvPicPr>
          <p:cNvPr id="867" name="Google Shape;867;p66"/>
          <p:cNvPicPr preferRelativeResize="0"/>
          <p:nvPr/>
        </p:nvPicPr>
        <p:blipFill rotWithShape="1">
          <a:blip r:embed="rId4">
            <a:alphaModFix amt="80000"/>
          </a:blip>
          <a:srcRect b="0" l="0" r="0" t="0"/>
          <a:stretch/>
        </p:blipFill>
        <p:spPr>
          <a:xfrm>
            <a:off x="74950" y="4065498"/>
            <a:ext cx="9143998" cy="3103053"/>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1" name="Shape 871"/>
        <p:cNvGrpSpPr/>
        <p:nvPr/>
      </p:nvGrpSpPr>
      <p:grpSpPr>
        <a:xfrm>
          <a:off x="0" y="0"/>
          <a:ext cx="0" cy="0"/>
          <a:chOff x="0" y="0"/>
          <a:chExt cx="0" cy="0"/>
        </a:xfrm>
      </p:grpSpPr>
      <p:sp>
        <p:nvSpPr>
          <p:cNvPr id="872" name="Google Shape;872;p67"/>
          <p:cNvSpPr txBox="1"/>
          <p:nvPr>
            <p:ph type="title"/>
          </p:nvPr>
        </p:nvSpPr>
        <p:spPr>
          <a:xfrm>
            <a:off x="998550" y="1653573"/>
            <a:ext cx="7146900" cy="1125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4,498,300,000</a:t>
            </a:r>
            <a:endParaRPr/>
          </a:p>
        </p:txBody>
      </p:sp>
      <p:sp>
        <p:nvSpPr>
          <p:cNvPr id="873" name="Google Shape;873;p67"/>
          <p:cNvSpPr txBox="1"/>
          <p:nvPr>
            <p:ph idx="1" type="subTitle"/>
          </p:nvPr>
        </p:nvSpPr>
        <p:spPr>
          <a:xfrm>
            <a:off x="996750" y="3124227"/>
            <a:ext cx="71505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Big numbers catch your audience’s attention</a:t>
            </a:r>
            <a:endParaRPr/>
          </a:p>
        </p:txBody>
      </p:sp>
      <p:cxnSp>
        <p:nvCxnSpPr>
          <p:cNvPr id="874" name="Google Shape;874;p67"/>
          <p:cNvCxnSpPr/>
          <p:nvPr/>
        </p:nvCxnSpPr>
        <p:spPr>
          <a:xfrm>
            <a:off x="1228500" y="3019319"/>
            <a:ext cx="6687000" cy="0"/>
          </a:xfrm>
          <a:prstGeom prst="straightConnector1">
            <a:avLst/>
          </a:prstGeom>
          <a:noFill/>
          <a:ln cap="flat" cmpd="sng" w="19050">
            <a:solidFill>
              <a:schemeClr val="dk1"/>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8" name="Shape 878"/>
        <p:cNvGrpSpPr/>
        <p:nvPr/>
      </p:nvGrpSpPr>
      <p:grpSpPr>
        <a:xfrm>
          <a:off x="0" y="0"/>
          <a:ext cx="0" cy="0"/>
          <a:chOff x="0" y="0"/>
          <a:chExt cx="0" cy="0"/>
        </a:xfrm>
      </p:grpSpPr>
      <p:sp>
        <p:nvSpPr>
          <p:cNvPr id="879" name="Google Shape;879;p68"/>
          <p:cNvSpPr txBox="1"/>
          <p:nvPr>
            <p:ph idx="3" type="subTitle"/>
          </p:nvPr>
        </p:nvSpPr>
        <p:spPr>
          <a:xfrm>
            <a:off x="832163" y="2841804"/>
            <a:ext cx="41988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The Sun’s mass compared to Earth’s</a:t>
            </a:r>
            <a:endParaRPr/>
          </a:p>
        </p:txBody>
      </p:sp>
      <p:sp>
        <p:nvSpPr>
          <p:cNvPr id="880" name="Google Shape;880;p68"/>
          <p:cNvSpPr txBox="1"/>
          <p:nvPr>
            <p:ph idx="1" type="subTitle"/>
          </p:nvPr>
        </p:nvSpPr>
        <p:spPr>
          <a:xfrm>
            <a:off x="832163" y="1462744"/>
            <a:ext cx="41988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Jupiter's rotation period</a:t>
            </a:r>
            <a:endParaRPr/>
          </a:p>
        </p:txBody>
      </p:sp>
      <p:sp>
        <p:nvSpPr>
          <p:cNvPr id="881" name="Google Shape;881;p68"/>
          <p:cNvSpPr txBox="1"/>
          <p:nvPr>
            <p:ph type="title"/>
          </p:nvPr>
        </p:nvSpPr>
        <p:spPr>
          <a:xfrm>
            <a:off x="832163" y="577237"/>
            <a:ext cx="4198800" cy="640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9H 55M 23S</a:t>
            </a:r>
            <a:endParaRPr/>
          </a:p>
        </p:txBody>
      </p:sp>
      <p:sp>
        <p:nvSpPr>
          <p:cNvPr id="882" name="Google Shape;882;p68"/>
          <p:cNvSpPr txBox="1"/>
          <p:nvPr>
            <p:ph idx="2" type="title"/>
          </p:nvPr>
        </p:nvSpPr>
        <p:spPr>
          <a:xfrm>
            <a:off x="832163" y="1948059"/>
            <a:ext cx="4198800" cy="640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333,000</a:t>
            </a:r>
            <a:endParaRPr/>
          </a:p>
        </p:txBody>
      </p:sp>
      <p:sp>
        <p:nvSpPr>
          <p:cNvPr id="883" name="Google Shape;883;p68"/>
          <p:cNvSpPr txBox="1"/>
          <p:nvPr>
            <p:ph idx="4" type="title"/>
          </p:nvPr>
        </p:nvSpPr>
        <p:spPr>
          <a:xfrm>
            <a:off x="832163" y="3314108"/>
            <a:ext cx="4198800" cy="640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386,000 KM</a:t>
            </a:r>
            <a:endParaRPr/>
          </a:p>
        </p:txBody>
      </p:sp>
      <p:sp>
        <p:nvSpPr>
          <p:cNvPr id="884" name="Google Shape;884;p68"/>
          <p:cNvSpPr txBox="1"/>
          <p:nvPr>
            <p:ph idx="5" type="subTitle"/>
          </p:nvPr>
        </p:nvSpPr>
        <p:spPr>
          <a:xfrm>
            <a:off x="832163" y="4200563"/>
            <a:ext cx="41988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Distance between Earth and the Moon</a:t>
            </a:r>
            <a:endParaRPr/>
          </a:p>
        </p:txBody>
      </p:sp>
      <p:cxnSp>
        <p:nvCxnSpPr>
          <p:cNvPr id="885" name="Google Shape;885;p68"/>
          <p:cNvCxnSpPr/>
          <p:nvPr/>
        </p:nvCxnSpPr>
        <p:spPr>
          <a:xfrm>
            <a:off x="1225763" y="1453700"/>
            <a:ext cx="3411600" cy="0"/>
          </a:xfrm>
          <a:prstGeom prst="straightConnector1">
            <a:avLst/>
          </a:prstGeom>
          <a:noFill/>
          <a:ln cap="flat" cmpd="sng" w="19050">
            <a:solidFill>
              <a:schemeClr val="dk1"/>
            </a:solidFill>
            <a:prstDash val="solid"/>
            <a:round/>
            <a:headEnd len="med" w="med" type="none"/>
            <a:tailEnd len="med" w="med" type="none"/>
          </a:ln>
        </p:spPr>
      </p:cxnSp>
      <p:cxnSp>
        <p:nvCxnSpPr>
          <p:cNvPr id="886" name="Google Shape;886;p68"/>
          <p:cNvCxnSpPr/>
          <p:nvPr/>
        </p:nvCxnSpPr>
        <p:spPr>
          <a:xfrm>
            <a:off x="1225763" y="2832594"/>
            <a:ext cx="3411600" cy="0"/>
          </a:xfrm>
          <a:prstGeom prst="straightConnector1">
            <a:avLst/>
          </a:prstGeom>
          <a:noFill/>
          <a:ln cap="flat" cmpd="sng" w="19050">
            <a:solidFill>
              <a:schemeClr val="dk1"/>
            </a:solidFill>
            <a:prstDash val="solid"/>
            <a:round/>
            <a:headEnd len="med" w="med" type="none"/>
            <a:tailEnd len="med" w="med" type="none"/>
          </a:ln>
        </p:spPr>
      </p:cxnSp>
      <p:cxnSp>
        <p:nvCxnSpPr>
          <p:cNvPr id="887" name="Google Shape;887;p68"/>
          <p:cNvCxnSpPr/>
          <p:nvPr/>
        </p:nvCxnSpPr>
        <p:spPr>
          <a:xfrm>
            <a:off x="1225763" y="4192050"/>
            <a:ext cx="3411600" cy="0"/>
          </a:xfrm>
          <a:prstGeom prst="straightConnector1">
            <a:avLst/>
          </a:prstGeom>
          <a:noFill/>
          <a:ln cap="flat" cmpd="sng" w="19050">
            <a:solidFill>
              <a:schemeClr val="dk1"/>
            </a:solidFill>
            <a:prstDash val="solid"/>
            <a:round/>
            <a:headEnd len="med" w="med" type="none"/>
            <a:tailEnd len="med" w="med" type="none"/>
          </a:ln>
        </p:spPr>
      </p:cxnSp>
      <p:pic>
        <p:nvPicPr>
          <p:cNvPr id="888" name="Google Shape;888;p68"/>
          <p:cNvPicPr preferRelativeResize="0"/>
          <p:nvPr>
            <p:ph idx="6" type="pic"/>
          </p:nvPr>
        </p:nvPicPr>
        <p:blipFill rotWithShape="1">
          <a:blip r:embed="rId3">
            <a:alphaModFix/>
          </a:blip>
          <a:srcRect b="0" l="44219" r="10970" t="0"/>
          <a:stretch/>
        </p:blipFill>
        <p:spPr>
          <a:xfrm>
            <a:off x="5553164" y="882800"/>
            <a:ext cx="2877600" cy="4283700"/>
          </a:xfrm>
          <a:prstGeom prst="round2SameRect">
            <a:avLst>
              <a:gd fmla="val 16667" name="adj1"/>
              <a:gd fmla="val 0" name="adj2"/>
            </a:avLst>
          </a:prstGeom>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2" name="Shape 892"/>
        <p:cNvGrpSpPr/>
        <p:nvPr/>
      </p:nvGrpSpPr>
      <p:grpSpPr>
        <a:xfrm>
          <a:off x="0" y="0"/>
          <a:ext cx="0" cy="0"/>
          <a:chOff x="0" y="0"/>
          <a:chExt cx="0" cy="0"/>
        </a:xfrm>
      </p:grpSpPr>
      <p:sp>
        <p:nvSpPr>
          <p:cNvPr id="893" name="Google Shape;893;p69"/>
          <p:cNvSpPr txBox="1"/>
          <p:nvPr>
            <p:ph idx="3" type="title"/>
          </p:nvPr>
        </p:nvSpPr>
        <p:spPr>
          <a:xfrm>
            <a:off x="2374131" y="1591321"/>
            <a:ext cx="759000" cy="759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25%</a:t>
            </a:r>
            <a:endParaRPr/>
          </a:p>
        </p:txBody>
      </p:sp>
      <p:sp>
        <p:nvSpPr>
          <p:cNvPr id="894" name="Google Shape;894;p69"/>
          <p:cNvSpPr txBox="1"/>
          <p:nvPr>
            <p:ph idx="4" type="title"/>
          </p:nvPr>
        </p:nvSpPr>
        <p:spPr>
          <a:xfrm>
            <a:off x="6010869" y="1591321"/>
            <a:ext cx="759000" cy="759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50%</a:t>
            </a:r>
            <a:endParaRPr/>
          </a:p>
        </p:txBody>
      </p:sp>
      <p:sp>
        <p:nvSpPr>
          <p:cNvPr id="895" name="Google Shape;895;p69"/>
          <p:cNvSpPr txBox="1"/>
          <p:nvPr>
            <p:ph idx="6"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LET’S USE SOME PERCENTAGES</a:t>
            </a:r>
            <a:endParaRPr/>
          </a:p>
        </p:txBody>
      </p:sp>
      <p:sp>
        <p:nvSpPr>
          <p:cNvPr id="896" name="Google Shape;896;p69"/>
          <p:cNvSpPr txBox="1"/>
          <p:nvPr>
            <p:ph type="title"/>
          </p:nvPr>
        </p:nvSpPr>
        <p:spPr>
          <a:xfrm>
            <a:off x="1280481" y="2919900"/>
            <a:ext cx="29463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897" name="Google Shape;897;p69"/>
          <p:cNvSpPr txBox="1"/>
          <p:nvPr>
            <p:ph idx="2" type="title"/>
          </p:nvPr>
        </p:nvSpPr>
        <p:spPr>
          <a:xfrm>
            <a:off x="4917219" y="2919900"/>
            <a:ext cx="29463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898" name="Google Shape;898;p69"/>
          <p:cNvSpPr txBox="1"/>
          <p:nvPr>
            <p:ph idx="1" type="subTitle"/>
          </p:nvPr>
        </p:nvSpPr>
        <p:spPr>
          <a:xfrm>
            <a:off x="1281381" y="3134204"/>
            <a:ext cx="2944500" cy="914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 and the smallest one in the entire Solar System. This planet’s name has nothing to do with the liquid metal</a:t>
            </a:r>
            <a:endParaRPr/>
          </a:p>
        </p:txBody>
      </p:sp>
      <p:sp>
        <p:nvSpPr>
          <p:cNvPr id="899" name="Google Shape;899;p69"/>
          <p:cNvSpPr txBox="1"/>
          <p:nvPr>
            <p:ph idx="5" type="subTitle"/>
          </p:nvPr>
        </p:nvSpPr>
        <p:spPr>
          <a:xfrm>
            <a:off x="4918119" y="3134204"/>
            <a:ext cx="2944500" cy="914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a beautiful name and is the second planet from the Sun. It’s terribly hot, even hotter than Mercury, and its atmosphere is extremely poisonous</a:t>
            </a:r>
            <a:endParaRPr/>
          </a:p>
        </p:txBody>
      </p:sp>
      <p:sp>
        <p:nvSpPr>
          <p:cNvPr id="900" name="Google Shape;900;p69"/>
          <p:cNvSpPr/>
          <p:nvPr/>
        </p:nvSpPr>
        <p:spPr>
          <a:xfrm>
            <a:off x="1841631" y="2521636"/>
            <a:ext cx="1824000" cy="2367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69"/>
          <p:cNvSpPr/>
          <p:nvPr/>
        </p:nvSpPr>
        <p:spPr>
          <a:xfrm>
            <a:off x="1841631" y="2521625"/>
            <a:ext cx="451500" cy="236700"/>
          </a:xfrm>
          <a:prstGeom prst="roundRect">
            <a:avLst>
              <a:gd fmla="val 0" name="adj"/>
            </a:avLst>
          </a:prstGeom>
          <a:solidFill>
            <a:schemeClr val="accen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69"/>
          <p:cNvSpPr/>
          <p:nvPr/>
        </p:nvSpPr>
        <p:spPr>
          <a:xfrm>
            <a:off x="5478369" y="2521636"/>
            <a:ext cx="1824000" cy="2367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69"/>
          <p:cNvSpPr/>
          <p:nvPr/>
        </p:nvSpPr>
        <p:spPr>
          <a:xfrm>
            <a:off x="5478369" y="2521625"/>
            <a:ext cx="907800" cy="236700"/>
          </a:xfrm>
          <a:prstGeom prst="roundRect">
            <a:avLst>
              <a:gd fmla="val 0" name="adj"/>
            </a:avLst>
          </a:pr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70"/>
          <p:cNvSpPr txBox="1"/>
          <p:nvPr>
            <p:ph type="title"/>
          </p:nvPr>
        </p:nvSpPr>
        <p:spPr>
          <a:xfrm>
            <a:off x="738368" y="2065450"/>
            <a:ext cx="4044600" cy="5487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COMPUTER MOCKUP</a:t>
            </a:r>
            <a:endParaRPr/>
          </a:p>
        </p:txBody>
      </p:sp>
      <p:sp>
        <p:nvSpPr>
          <p:cNvPr id="909" name="Google Shape;909;p70"/>
          <p:cNvSpPr txBox="1"/>
          <p:nvPr>
            <p:ph idx="1" type="subTitle"/>
          </p:nvPr>
        </p:nvSpPr>
        <p:spPr>
          <a:xfrm>
            <a:off x="739047" y="2529350"/>
            <a:ext cx="4043400" cy="5487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You can replace the image on the screen with your own work. Just right-click on it and select “Replace image”</a:t>
            </a:r>
            <a:endParaRPr/>
          </a:p>
        </p:txBody>
      </p:sp>
      <p:grpSp>
        <p:nvGrpSpPr>
          <p:cNvPr id="910" name="Google Shape;910;p70"/>
          <p:cNvGrpSpPr/>
          <p:nvPr/>
        </p:nvGrpSpPr>
        <p:grpSpPr>
          <a:xfrm>
            <a:off x="4972648" y="1323602"/>
            <a:ext cx="3432984" cy="2496295"/>
            <a:chOff x="331763" y="414153"/>
            <a:chExt cx="6903246" cy="5019697"/>
          </a:xfrm>
        </p:grpSpPr>
        <p:sp>
          <p:nvSpPr>
            <p:cNvPr id="911" name="Google Shape;911;p70"/>
            <p:cNvSpPr/>
            <p:nvPr/>
          </p:nvSpPr>
          <p:spPr>
            <a:xfrm>
              <a:off x="2953125" y="4725150"/>
              <a:ext cx="1660725" cy="708700"/>
            </a:xfrm>
            <a:custGeom>
              <a:rect b="b" l="l" r="r" t="t"/>
              <a:pathLst>
                <a:path extrusionOk="0" h="28348" w="66429">
                  <a:moveTo>
                    <a:pt x="6889" y="1"/>
                  </a:moveTo>
                  <a:lnTo>
                    <a:pt x="1" y="28347"/>
                  </a:lnTo>
                  <a:lnTo>
                    <a:pt x="66429" y="28347"/>
                  </a:lnTo>
                  <a:lnTo>
                    <a:pt x="59475" y="1"/>
                  </a:lnTo>
                  <a:lnTo>
                    <a:pt x="33182" y="464"/>
                  </a:lnTo>
                  <a:lnTo>
                    <a:pt x="6889" y="1"/>
                  </a:ln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70"/>
            <p:cNvSpPr/>
            <p:nvPr/>
          </p:nvSpPr>
          <p:spPr>
            <a:xfrm>
              <a:off x="331763" y="414153"/>
              <a:ext cx="6903246" cy="4353879"/>
            </a:xfrm>
            <a:custGeom>
              <a:rect b="b" l="l" r="r" t="t"/>
              <a:pathLst>
                <a:path extrusionOk="0" h="181204" w="248162">
                  <a:moveTo>
                    <a:pt x="4636" y="0"/>
                  </a:moveTo>
                  <a:cubicBezTo>
                    <a:pt x="2053" y="0"/>
                    <a:pt x="0" y="2053"/>
                    <a:pt x="0" y="4636"/>
                  </a:cubicBezTo>
                  <a:lnTo>
                    <a:pt x="0" y="176634"/>
                  </a:lnTo>
                  <a:cubicBezTo>
                    <a:pt x="0" y="179151"/>
                    <a:pt x="2053" y="181204"/>
                    <a:pt x="4636" y="181204"/>
                  </a:cubicBezTo>
                  <a:lnTo>
                    <a:pt x="243526" y="181204"/>
                  </a:lnTo>
                  <a:cubicBezTo>
                    <a:pt x="246109" y="181204"/>
                    <a:pt x="248162" y="179151"/>
                    <a:pt x="248162" y="176634"/>
                  </a:cubicBezTo>
                  <a:lnTo>
                    <a:pt x="248162" y="4636"/>
                  </a:lnTo>
                  <a:cubicBezTo>
                    <a:pt x="248162" y="2053"/>
                    <a:pt x="246109" y="0"/>
                    <a:pt x="243526"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70"/>
            <p:cNvSpPr/>
            <p:nvPr/>
          </p:nvSpPr>
          <p:spPr>
            <a:xfrm>
              <a:off x="2772650" y="5206975"/>
              <a:ext cx="2020025" cy="226875"/>
            </a:xfrm>
            <a:custGeom>
              <a:rect b="b" l="l" r="r" t="t"/>
              <a:pathLst>
                <a:path extrusionOk="0" h="9075" w="80801">
                  <a:moveTo>
                    <a:pt x="4571" y="1"/>
                  </a:moveTo>
                  <a:cubicBezTo>
                    <a:pt x="2054" y="1"/>
                    <a:pt x="1" y="2054"/>
                    <a:pt x="1" y="4570"/>
                  </a:cubicBezTo>
                  <a:cubicBezTo>
                    <a:pt x="1" y="7021"/>
                    <a:pt x="2054" y="9074"/>
                    <a:pt x="4571" y="9074"/>
                  </a:cubicBezTo>
                  <a:lnTo>
                    <a:pt x="76297" y="9074"/>
                  </a:lnTo>
                  <a:cubicBezTo>
                    <a:pt x="78814" y="9074"/>
                    <a:pt x="80801" y="7021"/>
                    <a:pt x="80801" y="4570"/>
                  </a:cubicBezTo>
                  <a:cubicBezTo>
                    <a:pt x="80801" y="2054"/>
                    <a:pt x="78814" y="1"/>
                    <a:pt x="76297"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914" name="Google Shape;914;p70"/>
          <p:cNvPicPr preferRelativeResize="0"/>
          <p:nvPr/>
        </p:nvPicPr>
        <p:blipFill rotWithShape="1">
          <a:blip r:embed="rId3">
            <a:alphaModFix/>
          </a:blip>
          <a:srcRect b="0" l="3892" r="3883" t="0"/>
          <a:stretch/>
        </p:blipFill>
        <p:spPr>
          <a:xfrm>
            <a:off x="5064546" y="1415829"/>
            <a:ext cx="3249110" cy="1981718"/>
          </a:xfrm>
          <a:prstGeom prst="rect">
            <a:avLst/>
          </a:prstGeom>
          <a:noFill/>
          <a:ln cap="flat" cmpd="sng" w="19050">
            <a:solidFill>
              <a:schemeClr val="dk1"/>
            </a:solidFill>
            <a:prstDash val="solid"/>
            <a:round/>
            <a:headEnd len="sm" w="sm" type="none"/>
            <a:tailEnd len="sm" w="sm" type="none"/>
          </a:ln>
        </p:spPr>
      </p:pic>
      <p:pic>
        <p:nvPicPr>
          <p:cNvPr id="915" name="Google Shape;915;p70"/>
          <p:cNvPicPr preferRelativeResize="0"/>
          <p:nvPr/>
        </p:nvPicPr>
        <p:blipFill>
          <a:blip r:embed="rId4">
            <a:alphaModFix/>
          </a:blip>
          <a:stretch>
            <a:fillRect/>
          </a:stretch>
        </p:blipFill>
        <p:spPr>
          <a:xfrm rot="7965888">
            <a:off x="6397240" y="928316"/>
            <a:ext cx="453855" cy="764816"/>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9" name="Shape 919"/>
        <p:cNvGrpSpPr/>
        <p:nvPr/>
      </p:nvGrpSpPr>
      <p:grpSpPr>
        <a:xfrm>
          <a:off x="0" y="0"/>
          <a:ext cx="0" cy="0"/>
          <a:chOff x="0" y="0"/>
          <a:chExt cx="0" cy="0"/>
        </a:xfrm>
      </p:grpSpPr>
      <p:sp>
        <p:nvSpPr>
          <p:cNvPr id="920" name="Google Shape;920;p71"/>
          <p:cNvSpPr txBox="1"/>
          <p:nvPr>
            <p:ph type="title"/>
          </p:nvPr>
        </p:nvSpPr>
        <p:spPr>
          <a:xfrm>
            <a:off x="3999495" y="2064228"/>
            <a:ext cx="40416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TABLET MOCKUP</a:t>
            </a:r>
            <a:endParaRPr/>
          </a:p>
        </p:txBody>
      </p:sp>
      <p:sp>
        <p:nvSpPr>
          <p:cNvPr id="921" name="Google Shape;921;p71"/>
          <p:cNvSpPr txBox="1"/>
          <p:nvPr>
            <p:ph idx="1" type="subTitle"/>
          </p:nvPr>
        </p:nvSpPr>
        <p:spPr>
          <a:xfrm>
            <a:off x="4000330" y="2530572"/>
            <a:ext cx="40407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replace the image on the screen with your own work. Just right-click on it and select “Replace image”</a:t>
            </a:r>
            <a:endParaRPr/>
          </a:p>
        </p:txBody>
      </p:sp>
      <p:grpSp>
        <p:nvGrpSpPr>
          <p:cNvPr id="922" name="Google Shape;922;p71"/>
          <p:cNvGrpSpPr/>
          <p:nvPr/>
        </p:nvGrpSpPr>
        <p:grpSpPr>
          <a:xfrm>
            <a:off x="1102905" y="735606"/>
            <a:ext cx="2697276" cy="3672287"/>
            <a:chOff x="1655550" y="790900"/>
            <a:chExt cx="2510262" cy="3417671"/>
          </a:xfrm>
        </p:grpSpPr>
        <p:sp>
          <p:nvSpPr>
            <p:cNvPr id="923" name="Google Shape;923;p71"/>
            <p:cNvSpPr/>
            <p:nvPr/>
          </p:nvSpPr>
          <p:spPr>
            <a:xfrm>
              <a:off x="1655550" y="790900"/>
              <a:ext cx="2510262" cy="3417671"/>
            </a:xfrm>
            <a:custGeom>
              <a:rect b="b" l="l" r="r" t="t"/>
              <a:pathLst>
                <a:path extrusionOk="0" h="190426" w="143096">
                  <a:moveTo>
                    <a:pt x="2914" y="0"/>
                  </a:moveTo>
                  <a:cubicBezTo>
                    <a:pt x="1280" y="0"/>
                    <a:pt x="0" y="1281"/>
                    <a:pt x="0" y="2914"/>
                  </a:cubicBezTo>
                  <a:lnTo>
                    <a:pt x="0" y="187512"/>
                  </a:lnTo>
                  <a:cubicBezTo>
                    <a:pt x="0" y="189101"/>
                    <a:pt x="1280" y="190426"/>
                    <a:pt x="2914" y="190426"/>
                  </a:cubicBezTo>
                  <a:lnTo>
                    <a:pt x="140182" y="190426"/>
                  </a:lnTo>
                  <a:cubicBezTo>
                    <a:pt x="141771" y="190426"/>
                    <a:pt x="143096" y="189101"/>
                    <a:pt x="143096" y="187512"/>
                  </a:cubicBezTo>
                  <a:lnTo>
                    <a:pt x="143096" y="2914"/>
                  </a:lnTo>
                  <a:cubicBezTo>
                    <a:pt x="143096" y="1281"/>
                    <a:pt x="141771" y="0"/>
                    <a:pt x="140182"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71"/>
            <p:cNvSpPr/>
            <p:nvPr/>
          </p:nvSpPr>
          <p:spPr>
            <a:xfrm>
              <a:off x="1735300" y="886765"/>
              <a:ext cx="2350730" cy="3115776"/>
            </a:xfrm>
            <a:custGeom>
              <a:rect b="b" l="l" r="r" t="t"/>
              <a:pathLst>
                <a:path extrusionOk="0" h="173605" w="134002">
                  <a:moveTo>
                    <a:pt x="1" y="1"/>
                  </a:moveTo>
                  <a:lnTo>
                    <a:pt x="1" y="53821"/>
                  </a:lnTo>
                  <a:lnTo>
                    <a:pt x="1" y="127599"/>
                  </a:lnTo>
                  <a:lnTo>
                    <a:pt x="1" y="173605"/>
                  </a:lnTo>
                  <a:lnTo>
                    <a:pt x="134001" y="173605"/>
                  </a:lnTo>
                  <a:lnTo>
                    <a:pt x="134001" y="34615"/>
                  </a:lnTo>
                  <a:lnTo>
                    <a:pt x="134001" y="1"/>
                  </a:ln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925" name="Google Shape;925;p71"/>
          <p:cNvPicPr preferRelativeResize="0"/>
          <p:nvPr/>
        </p:nvPicPr>
        <p:blipFill rotWithShape="1">
          <a:blip r:embed="rId3">
            <a:alphaModFix/>
          </a:blip>
          <a:srcRect b="0" l="9826" r="40144" t="0"/>
          <a:stretch/>
        </p:blipFill>
        <p:spPr>
          <a:xfrm>
            <a:off x="1196922" y="838613"/>
            <a:ext cx="2512490" cy="3347957"/>
          </a:xfrm>
          <a:prstGeom prst="rect">
            <a:avLst/>
          </a:prstGeom>
          <a:noFill/>
          <a:ln cap="flat" cmpd="sng" w="19050">
            <a:solidFill>
              <a:schemeClr val="dk1"/>
            </a:solidFill>
            <a:prstDash val="solid"/>
            <a:round/>
            <a:headEnd len="sm" w="sm" type="none"/>
            <a:tailEnd len="sm" w="sm" type="none"/>
          </a:ln>
        </p:spPr>
      </p:pic>
      <p:pic>
        <p:nvPicPr>
          <p:cNvPr id="926" name="Google Shape;926;p71"/>
          <p:cNvPicPr preferRelativeResize="0"/>
          <p:nvPr/>
        </p:nvPicPr>
        <p:blipFill>
          <a:blip r:embed="rId4">
            <a:alphaModFix/>
          </a:blip>
          <a:stretch>
            <a:fillRect/>
          </a:stretch>
        </p:blipFill>
        <p:spPr>
          <a:xfrm rot="7965888">
            <a:off x="2077652" y="302891"/>
            <a:ext cx="453855" cy="764816"/>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72"/>
          <p:cNvSpPr txBox="1"/>
          <p:nvPr>
            <p:ph type="title"/>
          </p:nvPr>
        </p:nvSpPr>
        <p:spPr>
          <a:xfrm>
            <a:off x="738368" y="2065450"/>
            <a:ext cx="4044600" cy="5487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PHONE MOCKUP</a:t>
            </a:r>
            <a:endParaRPr/>
          </a:p>
        </p:txBody>
      </p:sp>
      <p:sp>
        <p:nvSpPr>
          <p:cNvPr id="932" name="Google Shape;932;p72"/>
          <p:cNvSpPr txBox="1"/>
          <p:nvPr>
            <p:ph idx="1" type="subTitle"/>
          </p:nvPr>
        </p:nvSpPr>
        <p:spPr>
          <a:xfrm>
            <a:off x="739047" y="2529350"/>
            <a:ext cx="4043400" cy="5487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You can replace the image on the screen with your own work. Just right-click on it and select “Replace image”</a:t>
            </a:r>
            <a:endParaRPr/>
          </a:p>
        </p:txBody>
      </p:sp>
      <p:sp>
        <p:nvSpPr>
          <p:cNvPr id="933" name="Google Shape;933;p72"/>
          <p:cNvSpPr/>
          <p:nvPr/>
        </p:nvSpPr>
        <p:spPr>
          <a:xfrm>
            <a:off x="5500179" y="891931"/>
            <a:ext cx="1664618" cy="3176204"/>
          </a:xfrm>
          <a:custGeom>
            <a:rect b="b" l="l" r="r" t="t"/>
            <a:pathLst>
              <a:path extrusionOk="0" h="161331" w="84552">
                <a:moveTo>
                  <a:pt x="1" y="1"/>
                </a:moveTo>
                <a:lnTo>
                  <a:pt x="1" y="161331"/>
                </a:lnTo>
                <a:lnTo>
                  <a:pt x="84551" y="161331"/>
                </a:lnTo>
                <a:lnTo>
                  <a:pt x="84551" y="1"/>
                </a:lnTo>
                <a:close/>
              </a:path>
            </a:pathLst>
          </a:custGeom>
          <a:solidFill>
            <a:srgbClr val="9090F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34" name="Google Shape;934;p72"/>
          <p:cNvGrpSpPr/>
          <p:nvPr/>
        </p:nvGrpSpPr>
        <p:grpSpPr>
          <a:xfrm>
            <a:off x="5415001" y="709411"/>
            <a:ext cx="1834973" cy="3724678"/>
            <a:chOff x="5186401" y="494525"/>
            <a:chExt cx="1834973" cy="3724678"/>
          </a:xfrm>
        </p:grpSpPr>
        <p:sp>
          <p:nvSpPr>
            <p:cNvPr id="935" name="Google Shape;935;p72"/>
            <p:cNvSpPr/>
            <p:nvPr/>
          </p:nvSpPr>
          <p:spPr>
            <a:xfrm>
              <a:off x="5186401" y="494525"/>
              <a:ext cx="1834973" cy="3724678"/>
            </a:xfrm>
            <a:custGeom>
              <a:rect b="b" l="l" r="r" t="t"/>
              <a:pathLst>
                <a:path extrusionOk="0" h="189190" w="93205">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72"/>
            <p:cNvSpPr/>
            <p:nvPr/>
          </p:nvSpPr>
          <p:spPr>
            <a:xfrm>
              <a:off x="5890455" y="3969678"/>
              <a:ext cx="458108" cy="154724"/>
            </a:xfrm>
            <a:custGeom>
              <a:rect b="b" l="l" r="r" t="t"/>
              <a:pathLst>
                <a:path extrusionOk="0" h="7859" w="23269">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937" name="Google Shape;937;p72"/>
          <p:cNvPicPr preferRelativeResize="0"/>
          <p:nvPr/>
        </p:nvPicPr>
        <p:blipFill rotWithShape="1">
          <a:blip r:embed="rId3">
            <a:alphaModFix/>
          </a:blip>
          <a:srcRect b="0" l="10691" r="10699" t="0"/>
          <a:stretch/>
        </p:blipFill>
        <p:spPr>
          <a:xfrm>
            <a:off x="5500188" y="891935"/>
            <a:ext cx="1664599" cy="3176196"/>
          </a:xfrm>
          <a:prstGeom prst="rect">
            <a:avLst/>
          </a:prstGeom>
          <a:noFill/>
          <a:ln cap="flat" cmpd="sng" w="19050">
            <a:solidFill>
              <a:schemeClr val="dk1"/>
            </a:solidFill>
            <a:prstDash val="solid"/>
            <a:round/>
            <a:headEnd len="sm" w="sm" type="none"/>
            <a:tailEnd len="sm" w="sm" type="none"/>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sp>
        <p:nvSpPr>
          <p:cNvPr id="942" name="Google Shape;942;p73"/>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THIS IS A MAP</a:t>
            </a:r>
            <a:endParaRPr/>
          </a:p>
        </p:txBody>
      </p:sp>
      <p:sp>
        <p:nvSpPr>
          <p:cNvPr id="943" name="Google Shape;943;p73"/>
          <p:cNvSpPr txBox="1"/>
          <p:nvPr>
            <p:ph idx="4294967295" type="subTitle"/>
          </p:nvPr>
        </p:nvSpPr>
        <p:spPr>
          <a:xfrm>
            <a:off x="6067782" y="2035561"/>
            <a:ext cx="2258100" cy="731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a beautiful name and is the second planet from the Sun</a:t>
            </a:r>
            <a:endParaRPr/>
          </a:p>
        </p:txBody>
      </p:sp>
      <p:sp>
        <p:nvSpPr>
          <p:cNvPr id="944" name="Google Shape;944;p73"/>
          <p:cNvSpPr txBox="1"/>
          <p:nvPr>
            <p:ph idx="4294967295" type="title"/>
          </p:nvPr>
        </p:nvSpPr>
        <p:spPr>
          <a:xfrm>
            <a:off x="6067782" y="1822425"/>
            <a:ext cx="22581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VENUS</a:t>
            </a:r>
            <a:endParaRPr sz="2000">
              <a:solidFill>
                <a:schemeClr val="lt1"/>
              </a:solidFill>
            </a:endParaRPr>
          </a:p>
        </p:txBody>
      </p:sp>
      <p:grpSp>
        <p:nvGrpSpPr>
          <p:cNvPr id="945" name="Google Shape;945;p73"/>
          <p:cNvGrpSpPr/>
          <p:nvPr/>
        </p:nvGrpSpPr>
        <p:grpSpPr>
          <a:xfrm>
            <a:off x="818118" y="1525740"/>
            <a:ext cx="5053010" cy="2692022"/>
            <a:chOff x="-6278622" y="2442183"/>
            <a:chExt cx="13760920" cy="7331215"/>
          </a:xfrm>
        </p:grpSpPr>
        <p:sp>
          <p:nvSpPr>
            <p:cNvPr id="946" name="Google Shape;946;p73"/>
            <p:cNvSpPr/>
            <p:nvPr/>
          </p:nvSpPr>
          <p:spPr>
            <a:xfrm>
              <a:off x="1809660" y="6027249"/>
              <a:ext cx="2851319" cy="636466"/>
            </a:xfrm>
            <a:custGeom>
              <a:rect b="b" l="l" r="r" t="t"/>
              <a:pathLst>
                <a:path extrusionOk="0" h="13204" w="59156">
                  <a:moveTo>
                    <a:pt x="1" y="0"/>
                  </a:moveTo>
                  <a:lnTo>
                    <a:pt x="1" y="0"/>
                  </a:lnTo>
                  <a:close/>
                  <a:moveTo>
                    <a:pt x="59155" y="13203"/>
                  </a:move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73"/>
            <p:cNvSpPr/>
            <p:nvPr/>
          </p:nvSpPr>
          <p:spPr>
            <a:xfrm>
              <a:off x="-1119115" y="2686805"/>
              <a:ext cx="7940757" cy="5994897"/>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73"/>
            <p:cNvSpPr/>
            <p:nvPr/>
          </p:nvSpPr>
          <p:spPr>
            <a:xfrm>
              <a:off x="4673460" y="7404600"/>
              <a:ext cx="2138297" cy="1569232"/>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73"/>
            <p:cNvSpPr/>
            <p:nvPr/>
          </p:nvSpPr>
          <p:spPr>
            <a:xfrm>
              <a:off x="5692184" y="6856359"/>
              <a:ext cx="1102093" cy="601182"/>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73"/>
            <p:cNvSpPr/>
            <p:nvPr/>
          </p:nvSpPr>
          <p:spPr>
            <a:xfrm>
              <a:off x="4644299" y="6452480"/>
              <a:ext cx="543985" cy="614003"/>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73"/>
            <p:cNvSpPr/>
            <p:nvPr/>
          </p:nvSpPr>
          <p:spPr>
            <a:xfrm>
              <a:off x="3961246" y="6521890"/>
              <a:ext cx="1044590" cy="830433"/>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73"/>
            <p:cNvSpPr/>
            <p:nvPr/>
          </p:nvSpPr>
          <p:spPr>
            <a:xfrm>
              <a:off x="1733021" y="7419157"/>
              <a:ext cx="438186" cy="762419"/>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73"/>
            <p:cNvSpPr/>
            <p:nvPr/>
          </p:nvSpPr>
          <p:spPr>
            <a:xfrm>
              <a:off x="5684713" y="4263420"/>
              <a:ext cx="515644" cy="806476"/>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73"/>
            <p:cNvSpPr/>
            <p:nvPr/>
          </p:nvSpPr>
          <p:spPr>
            <a:xfrm>
              <a:off x="6578499" y="8749753"/>
              <a:ext cx="903798" cy="683608"/>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73"/>
            <p:cNvSpPr/>
            <p:nvPr/>
          </p:nvSpPr>
          <p:spPr>
            <a:xfrm>
              <a:off x="5429827" y="5730618"/>
              <a:ext cx="448983" cy="743138"/>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73"/>
            <p:cNvSpPr/>
            <p:nvPr/>
          </p:nvSpPr>
          <p:spPr>
            <a:xfrm>
              <a:off x="5109099" y="6740387"/>
              <a:ext cx="357403" cy="438498"/>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73"/>
            <p:cNvSpPr/>
            <p:nvPr/>
          </p:nvSpPr>
          <p:spPr>
            <a:xfrm>
              <a:off x="1600565" y="2692782"/>
              <a:ext cx="501521" cy="31428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73"/>
            <p:cNvSpPr/>
            <p:nvPr/>
          </p:nvSpPr>
          <p:spPr>
            <a:xfrm>
              <a:off x="223662" y="2573242"/>
              <a:ext cx="474818" cy="171167"/>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73"/>
            <p:cNvSpPr/>
            <p:nvPr/>
          </p:nvSpPr>
          <p:spPr>
            <a:xfrm>
              <a:off x="-633492" y="3721493"/>
              <a:ext cx="223311" cy="223322"/>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73"/>
            <p:cNvSpPr/>
            <p:nvPr/>
          </p:nvSpPr>
          <p:spPr>
            <a:xfrm>
              <a:off x="4999394" y="7279855"/>
              <a:ext cx="415195" cy="158827"/>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73"/>
            <p:cNvSpPr/>
            <p:nvPr/>
          </p:nvSpPr>
          <p:spPr>
            <a:xfrm>
              <a:off x="4312967" y="2740260"/>
              <a:ext cx="505473" cy="105708"/>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73"/>
            <p:cNvSpPr/>
            <p:nvPr/>
          </p:nvSpPr>
          <p:spPr>
            <a:xfrm>
              <a:off x="5799671" y="9079064"/>
              <a:ext cx="242398" cy="187749"/>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73"/>
            <p:cNvSpPr/>
            <p:nvPr/>
          </p:nvSpPr>
          <p:spPr>
            <a:xfrm>
              <a:off x="3557275" y="6215475"/>
              <a:ext cx="158289" cy="246893"/>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73"/>
            <p:cNvSpPr/>
            <p:nvPr/>
          </p:nvSpPr>
          <p:spPr>
            <a:xfrm>
              <a:off x="2659295" y="2535308"/>
              <a:ext cx="309926" cy="127544"/>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73"/>
            <p:cNvSpPr/>
            <p:nvPr/>
          </p:nvSpPr>
          <p:spPr>
            <a:xfrm>
              <a:off x="527712" y="2537091"/>
              <a:ext cx="227456" cy="107443"/>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73"/>
            <p:cNvSpPr/>
            <p:nvPr/>
          </p:nvSpPr>
          <p:spPr>
            <a:xfrm>
              <a:off x="5311542" y="7289158"/>
              <a:ext cx="246591" cy="147789"/>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73"/>
            <p:cNvSpPr/>
            <p:nvPr/>
          </p:nvSpPr>
          <p:spPr>
            <a:xfrm>
              <a:off x="5392471" y="5363325"/>
              <a:ext cx="130670" cy="180952"/>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73"/>
            <p:cNvSpPr/>
            <p:nvPr/>
          </p:nvSpPr>
          <p:spPr>
            <a:xfrm>
              <a:off x="5378156" y="6128857"/>
              <a:ext cx="145805" cy="187556"/>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73"/>
            <p:cNvSpPr/>
            <p:nvPr/>
          </p:nvSpPr>
          <p:spPr>
            <a:xfrm>
              <a:off x="1263208" y="2530343"/>
              <a:ext cx="214972" cy="91247"/>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73"/>
            <p:cNvSpPr/>
            <p:nvPr/>
          </p:nvSpPr>
          <p:spPr>
            <a:xfrm>
              <a:off x="7179563" y="7945033"/>
              <a:ext cx="142817" cy="154344"/>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73"/>
            <p:cNvSpPr/>
            <p:nvPr/>
          </p:nvSpPr>
          <p:spPr>
            <a:xfrm>
              <a:off x="5884698" y="6624318"/>
              <a:ext cx="127393" cy="153862"/>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73"/>
            <p:cNvSpPr/>
            <p:nvPr/>
          </p:nvSpPr>
          <p:spPr>
            <a:xfrm>
              <a:off x="1519781" y="2515353"/>
              <a:ext cx="168170" cy="96694"/>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73"/>
            <p:cNvSpPr/>
            <p:nvPr/>
          </p:nvSpPr>
          <p:spPr>
            <a:xfrm>
              <a:off x="5988088" y="2933547"/>
              <a:ext cx="156313" cy="80595"/>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73"/>
            <p:cNvSpPr/>
            <p:nvPr/>
          </p:nvSpPr>
          <p:spPr>
            <a:xfrm>
              <a:off x="2989422" y="2606790"/>
              <a:ext cx="157228" cy="90572"/>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73"/>
            <p:cNvSpPr/>
            <p:nvPr/>
          </p:nvSpPr>
          <p:spPr>
            <a:xfrm>
              <a:off x="5574140" y="6979320"/>
              <a:ext cx="149998" cy="77558"/>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73"/>
            <p:cNvSpPr/>
            <p:nvPr/>
          </p:nvSpPr>
          <p:spPr>
            <a:xfrm>
              <a:off x="1725550" y="2533669"/>
              <a:ext cx="119584" cy="76690"/>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73"/>
            <p:cNvSpPr/>
            <p:nvPr/>
          </p:nvSpPr>
          <p:spPr>
            <a:xfrm>
              <a:off x="-2678458" y="2548708"/>
              <a:ext cx="1002946" cy="183266"/>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73"/>
            <p:cNvSpPr/>
            <p:nvPr/>
          </p:nvSpPr>
          <p:spPr>
            <a:xfrm>
              <a:off x="-6278622" y="2442183"/>
              <a:ext cx="6232356" cy="7331215"/>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73"/>
            <p:cNvSpPr/>
            <p:nvPr/>
          </p:nvSpPr>
          <p:spPr>
            <a:xfrm>
              <a:off x="-3679685" y="2638603"/>
              <a:ext cx="545624" cy="176759"/>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73"/>
            <p:cNvSpPr/>
            <p:nvPr/>
          </p:nvSpPr>
          <p:spPr>
            <a:xfrm>
              <a:off x="-665980" y="3155803"/>
              <a:ext cx="411532" cy="184278"/>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73"/>
            <p:cNvSpPr/>
            <p:nvPr/>
          </p:nvSpPr>
          <p:spPr>
            <a:xfrm>
              <a:off x="-3927099" y="5449460"/>
              <a:ext cx="508173" cy="218068"/>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73"/>
            <p:cNvSpPr/>
            <p:nvPr/>
          </p:nvSpPr>
          <p:spPr>
            <a:xfrm>
              <a:off x="-3102432" y="2579268"/>
              <a:ext cx="312384" cy="21599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73"/>
            <p:cNvSpPr/>
            <p:nvPr/>
          </p:nvSpPr>
          <p:spPr>
            <a:xfrm>
              <a:off x="-3472277" y="5631565"/>
              <a:ext cx="318216" cy="142583"/>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73"/>
            <p:cNvSpPr/>
            <p:nvPr/>
          </p:nvSpPr>
          <p:spPr>
            <a:xfrm>
              <a:off x="-3022467" y="3205065"/>
              <a:ext cx="249917" cy="124411"/>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73"/>
            <p:cNvSpPr/>
            <p:nvPr/>
          </p:nvSpPr>
          <p:spPr>
            <a:xfrm>
              <a:off x="-3281546" y="2598934"/>
              <a:ext cx="181714" cy="86427"/>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73"/>
            <p:cNvSpPr/>
            <p:nvPr/>
          </p:nvSpPr>
          <p:spPr>
            <a:xfrm>
              <a:off x="-3122436" y="5700637"/>
              <a:ext cx="114186" cy="85463"/>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73"/>
            <p:cNvSpPr/>
            <p:nvPr/>
          </p:nvSpPr>
          <p:spPr>
            <a:xfrm>
              <a:off x="-2361924" y="9539097"/>
              <a:ext cx="120837" cy="75630"/>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73"/>
            <p:cNvSpPr/>
            <p:nvPr/>
          </p:nvSpPr>
          <p:spPr>
            <a:xfrm>
              <a:off x="-3635533" y="5712350"/>
              <a:ext cx="108305" cy="73798"/>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73"/>
            <p:cNvSpPr/>
            <p:nvPr/>
          </p:nvSpPr>
          <p:spPr>
            <a:xfrm>
              <a:off x="6855365" y="7136987"/>
              <a:ext cx="91339" cy="1032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73"/>
            <p:cNvSpPr/>
            <p:nvPr/>
          </p:nvSpPr>
          <p:spPr>
            <a:xfrm>
              <a:off x="1545616" y="3022816"/>
              <a:ext cx="105847" cy="73075"/>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73"/>
            <p:cNvSpPr/>
            <p:nvPr/>
          </p:nvSpPr>
          <p:spPr>
            <a:xfrm>
              <a:off x="5463134" y="7003228"/>
              <a:ext cx="96641" cy="71966"/>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73"/>
            <p:cNvSpPr/>
            <p:nvPr/>
          </p:nvSpPr>
          <p:spPr>
            <a:xfrm>
              <a:off x="6151151" y="4257443"/>
              <a:ext cx="88833" cy="81366"/>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73"/>
            <p:cNvSpPr/>
            <p:nvPr/>
          </p:nvSpPr>
          <p:spPr>
            <a:xfrm>
              <a:off x="117861" y="4382091"/>
              <a:ext cx="103341" cy="243278"/>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73"/>
            <p:cNvSpPr/>
            <p:nvPr/>
          </p:nvSpPr>
          <p:spPr>
            <a:xfrm>
              <a:off x="810072" y="4779414"/>
              <a:ext cx="180798" cy="87536"/>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73"/>
            <p:cNvSpPr/>
            <p:nvPr/>
          </p:nvSpPr>
          <p:spPr>
            <a:xfrm>
              <a:off x="1225756" y="4803322"/>
              <a:ext cx="97509" cy="72497"/>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73"/>
            <p:cNvSpPr/>
            <p:nvPr/>
          </p:nvSpPr>
          <p:spPr>
            <a:xfrm>
              <a:off x="-142809" y="4541975"/>
              <a:ext cx="86615" cy="7360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dk2"/>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7" name="Google Shape;997;p73"/>
          <p:cNvSpPr/>
          <p:nvPr/>
        </p:nvSpPr>
        <p:spPr>
          <a:xfrm>
            <a:off x="7137432" y="1604954"/>
            <a:ext cx="118800" cy="118800"/>
          </a:xfrm>
          <a:prstGeom prst="roundRect">
            <a:avLst>
              <a:gd fmla="val 0" name="adj"/>
            </a:avLst>
          </a:prstGeom>
          <a:noFill/>
          <a:ln cap="flat" cmpd="sng" w="1905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73"/>
          <p:cNvSpPr txBox="1"/>
          <p:nvPr>
            <p:ph idx="4294967295" type="subTitle"/>
          </p:nvPr>
        </p:nvSpPr>
        <p:spPr>
          <a:xfrm>
            <a:off x="6067782" y="3407154"/>
            <a:ext cx="2258100" cy="731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 and the smallest of them all</a:t>
            </a:r>
            <a:endParaRPr/>
          </a:p>
        </p:txBody>
      </p:sp>
      <p:sp>
        <p:nvSpPr>
          <p:cNvPr id="999" name="Google Shape;999;p73"/>
          <p:cNvSpPr txBox="1"/>
          <p:nvPr>
            <p:ph idx="4294967295" type="title"/>
          </p:nvPr>
        </p:nvSpPr>
        <p:spPr>
          <a:xfrm>
            <a:off x="6067782" y="3194018"/>
            <a:ext cx="22581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MERCURY</a:t>
            </a:r>
            <a:endParaRPr sz="2000">
              <a:solidFill>
                <a:schemeClr val="lt1"/>
              </a:solidFill>
            </a:endParaRPr>
          </a:p>
        </p:txBody>
      </p:sp>
      <p:sp>
        <p:nvSpPr>
          <p:cNvPr id="1000" name="Google Shape;1000;p73"/>
          <p:cNvSpPr/>
          <p:nvPr/>
        </p:nvSpPr>
        <p:spPr>
          <a:xfrm>
            <a:off x="7137432" y="2976554"/>
            <a:ext cx="118800" cy="118800"/>
          </a:xfrm>
          <a:prstGeom prst="roundRect">
            <a:avLst>
              <a:gd fmla="val 0" name="adj"/>
            </a:avLst>
          </a:prstGeom>
          <a:noFill/>
          <a:ln cap="flat" cmpd="sng" w="1905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73"/>
          <p:cNvSpPr/>
          <p:nvPr/>
        </p:nvSpPr>
        <p:spPr>
          <a:xfrm>
            <a:off x="5343543" y="3601654"/>
            <a:ext cx="118800" cy="118800"/>
          </a:xfrm>
          <a:prstGeom prst="roundRect">
            <a:avLst>
              <a:gd fmla="val 0" name="adj"/>
            </a:avLst>
          </a:prstGeom>
          <a:noFill/>
          <a:ln cap="flat" cmpd="sng" w="1905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73"/>
          <p:cNvSpPr/>
          <p:nvPr/>
        </p:nvSpPr>
        <p:spPr>
          <a:xfrm>
            <a:off x="4779818" y="2469329"/>
            <a:ext cx="118800" cy="118800"/>
          </a:xfrm>
          <a:prstGeom prst="roundRect">
            <a:avLst>
              <a:gd fmla="val 0" name="adj"/>
            </a:avLst>
          </a:prstGeom>
          <a:noFill/>
          <a:ln cap="flat" cmpd="sng" w="1905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73"/>
          <p:cNvSpPr/>
          <p:nvPr/>
        </p:nvSpPr>
        <p:spPr>
          <a:xfrm>
            <a:off x="4084893" y="2350529"/>
            <a:ext cx="118800" cy="118800"/>
          </a:xfrm>
          <a:prstGeom prst="roundRect">
            <a:avLst>
              <a:gd fmla="val 0" name="adj"/>
            </a:avLst>
          </a:prstGeom>
          <a:noFill/>
          <a:ln cap="flat" cmpd="sng" w="1905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73"/>
          <p:cNvSpPr/>
          <p:nvPr/>
        </p:nvSpPr>
        <p:spPr>
          <a:xfrm>
            <a:off x="3404543" y="3307879"/>
            <a:ext cx="118800" cy="118800"/>
          </a:xfrm>
          <a:prstGeom prst="roundRect">
            <a:avLst>
              <a:gd fmla="val 0" name="adj"/>
            </a:avLst>
          </a:prstGeom>
          <a:noFill/>
          <a:ln cap="flat" cmpd="sng" w="1905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73"/>
          <p:cNvSpPr/>
          <p:nvPr/>
        </p:nvSpPr>
        <p:spPr>
          <a:xfrm>
            <a:off x="2092418" y="3643629"/>
            <a:ext cx="118800" cy="118800"/>
          </a:xfrm>
          <a:prstGeom prst="roundRect">
            <a:avLst>
              <a:gd fmla="val 0" name="adj"/>
            </a:avLst>
          </a:prstGeom>
          <a:noFill/>
          <a:ln cap="flat" cmpd="sng" w="1905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73"/>
          <p:cNvSpPr/>
          <p:nvPr/>
        </p:nvSpPr>
        <p:spPr>
          <a:xfrm>
            <a:off x="1412068" y="2231729"/>
            <a:ext cx="118800" cy="118800"/>
          </a:xfrm>
          <a:prstGeom prst="roundRect">
            <a:avLst>
              <a:gd fmla="val 0" name="adj"/>
            </a:avLst>
          </a:prstGeom>
          <a:noFill/>
          <a:ln cap="flat" cmpd="sng" w="1905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73"/>
          <p:cNvSpPr/>
          <p:nvPr/>
        </p:nvSpPr>
        <p:spPr>
          <a:xfrm>
            <a:off x="3054643" y="2518454"/>
            <a:ext cx="118800" cy="118800"/>
          </a:xfrm>
          <a:prstGeom prst="roundRect">
            <a:avLst>
              <a:gd fmla="val 0" name="adj"/>
            </a:avLst>
          </a:prstGeom>
          <a:noFill/>
          <a:ln cap="flat" cmpd="sng" w="1905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73"/>
          <p:cNvSpPr/>
          <p:nvPr/>
        </p:nvSpPr>
        <p:spPr>
          <a:xfrm>
            <a:off x="4463943" y="2350529"/>
            <a:ext cx="118800" cy="118800"/>
          </a:xfrm>
          <a:prstGeom prst="roundRect">
            <a:avLst>
              <a:gd fmla="val 0" name="adj"/>
            </a:avLst>
          </a:prstGeom>
          <a:noFill/>
          <a:ln cap="flat" cmpd="sng" w="1905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73"/>
          <p:cNvSpPr/>
          <p:nvPr/>
        </p:nvSpPr>
        <p:spPr>
          <a:xfrm>
            <a:off x="3457993" y="2906729"/>
            <a:ext cx="118800" cy="118800"/>
          </a:xfrm>
          <a:prstGeom prst="roundRect">
            <a:avLst>
              <a:gd fmla="val 0" name="adj"/>
            </a:avLst>
          </a:prstGeom>
          <a:noFill/>
          <a:ln cap="flat" cmpd="sng" w="1905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73"/>
          <p:cNvSpPr/>
          <p:nvPr/>
        </p:nvSpPr>
        <p:spPr>
          <a:xfrm>
            <a:off x="2029243" y="3101129"/>
            <a:ext cx="118800" cy="118800"/>
          </a:xfrm>
          <a:prstGeom prst="roundRect">
            <a:avLst>
              <a:gd fmla="val 0" name="adj"/>
            </a:avLst>
          </a:prstGeom>
          <a:noFill/>
          <a:ln cap="flat" cmpd="sng" w="1905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73"/>
          <p:cNvSpPr/>
          <p:nvPr/>
        </p:nvSpPr>
        <p:spPr>
          <a:xfrm>
            <a:off x="1737643" y="2118304"/>
            <a:ext cx="118800" cy="118800"/>
          </a:xfrm>
          <a:prstGeom prst="roundRect">
            <a:avLst>
              <a:gd fmla="val 0" name="adj"/>
            </a:avLst>
          </a:prstGeom>
          <a:noFill/>
          <a:ln cap="flat" cmpd="sng" w="1905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73"/>
          <p:cNvSpPr/>
          <p:nvPr/>
        </p:nvSpPr>
        <p:spPr>
          <a:xfrm>
            <a:off x="3457993" y="1965729"/>
            <a:ext cx="118800" cy="118800"/>
          </a:xfrm>
          <a:prstGeom prst="roundRect">
            <a:avLst>
              <a:gd fmla="val 0" name="adj"/>
            </a:avLst>
          </a:prstGeom>
          <a:noFill/>
          <a:ln cap="flat" cmpd="sng" w="1905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6" name="Shape 1016"/>
        <p:cNvGrpSpPr/>
        <p:nvPr/>
      </p:nvGrpSpPr>
      <p:grpSpPr>
        <a:xfrm>
          <a:off x="0" y="0"/>
          <a:ext cx="0" cy="0"/>
          <a:chOff x="0" y="0"/>
          <a:chExt cx="0" cy="0"/>
        </a:xfrm>
      </p:grpSpPr>
      <p:sp>
        <p:nvSpPr>
          <p:cNvPr id="1017" name="Google Shape;1017;p74"/>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 TIMELINE ALWAYS WORKS WELL</a:t>
            </a:r>
            <a:endParaRPr/>
          </a:p>
        </p:txBody>
      </p:sp>
      <p:sp>
        <p:nvSpPr>
          <p:cNvPr id="1018" name="Google Shape;1018;p74"/>
          <p:cNvSpPr txBox="1"/>
          <p:nvPr>
            <p:ph idx="4294967295" type="subTitle"/>
          </p:nvPr>
        </p:nvSpPr>
        <p:spPr>
          <a:xfrm>
            <a:off x="759000" y="3737960"/>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a:t>
            </a:r>
            <a:endParaRPr/>
          </a:p>
        </p:txBody>
      </p:sp>
      <p:sp>
        <p:nvSpPr>
          <p:cNvPr id="1019" name="Google Shape;1019;p74"/>
          <p:cNvSpPr txBox="1"/>
          <p:nvPr>
            <p:ph idx="4294967295" type="title"/>
          </p:nvPr>
        </p:nvSpPr>
        <p:spPr>
          <a:xfrm>
            <a:off x="759000" y="3524823"/>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MERCURY</a:t>
            </a:r>
            <a:endParaRPr sz="2000">
              <a:solidFill>
                <a:schemeClr val="lt1"/>
              </a:solidFill>
            </a:endParaRPr>
          </a:p>
        </p:txBody>
      </p:sp>
      <p:sp>
        <p:nvSpPr>
          <p:cNvPr id="1020" name="Google Shape;1020;p74"/>
          <p:cNvSpPr txBox="1"/>
          <p:nvPr>
            <p:ph idx="4294967295" type="subTitle"/>
          </p:nvPr>
        </p:nvSpPr>
        <p:spPr>
          <a:xfrm>
            <a:off x="2703600" y="3737960"/>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Neptune is the farthest planet from the Sun</a:t>
            </a:r>
            <a:endParaRPr/>
          </a:p>
        </p:txBody>
      </p:sp>
      <p:sp>
        <p:nvSpPr>
          <p:cNvPr id="1021" name="Google Shape;1021;p74"/>
          <p:cNvSpPr txBox="1"/>
          <p:nvPr>
            <p:ph idx="4294967295" type="title"/>
          </p:nvPr>
        </p:nvSpPr>
        <p:spPr>
          <a:xfrm>
            <a:off x="2703600" y="3524823"/>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NEPTUNE</a:t>
            </a:r>
            <a:endParaRPr sz="2000">
              <a:solidFill>
                <a:schemeClr val="lt1"/>
              </a:solidFill>
            </a:endParaRPr>
          </a:p>
        </p:txBody>
      </p:sp>
      <p:sp>
        <p:nvSpPr>
          <p:cNvPr id="1022" name="Google Shape;1022;p74"/>
          <p:cNvSpPr txBox="1"/>
          <p:nvPr>
            <p:ph idx="4294967295" type="subTitle"/>
          </p:nvPr>
        </p:nvSpPr>
        <p:spPr>
          <a:xfrm>
            <a:off x="4648200" y="3737960"/>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Despite being red, Mars is actually cold</a:t>
            </a:r>
            <a:endParaRPr/>
          </a:p>
        </p:txBody>
      </p:sp>
      <p:sp>
        <p:nvSpPr>
          <p:cNvPr id="1023" name="Google Shape;1023;p74"/>
          <p:cNvSpPr txBox="1"/>
          <p:nvPr>
            <p:ph idx="4294967295" type="title"/>
          </p:nvPr>
        </p:nvSpPr>
        <p:spPr>
          <a:xfrm>
            <a:off x="4648200" y="3524823"/>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MARS</a:t>
            </a:r>
            <a:endParaRPr sz="2000">
              <a:solidFill>
                <a:schemeClr val="lt1"/>
              </a:solidFill>
            </a:endParaRPr>
          </a:p>
        </p:txBody>
      </p:sp>
      <p:sp>
        <p:nvSpPr>
          <p:cNvPr id="1024" name="Google Shape;1024;p74"/>
          <p:cNvSpPr txBox="1"/>
          <p:nvPr>
            <p:ph idx="4294967295" type="subTitle"/>
          </p:nvPr>
        </p:nvSpPr>
        <p:spPr>
          <a:xfrm>
            <a:off x="6592800" y="3737960"/>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Jupiter is the biggest planet of them all</a:t>
            </a:r>
            <a:endParaRPr/>
          </a:p>
        </p:txBody>
      </p:sp>
      <p:sp>
        <p:nvSpPr>
          <p:cNvPr id="1025" name="Google Shape;1025;p74"/>
          <p:cNvSpPr txBox="1"/>
          <p:nvPr>
            <p:ph idx="4294967295" type="title"/>
          </p:nvPr>
        </p:nvSpPr>
        <p:spPr>
          <a:xfrm>
            <a:off x="6592800" y="3524823"/>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JUPITER</a:t>
            </a:r>
            <a:endParaRPr sz="2000">
              <a:solidFill>
                <a:schemeClr val="lt1"/>
              </a:solidFill>
            </a:endParaRPr>
          </a:p>
        </p:txBody>
      </p:sp>
      <p:sp>
        <p:nvSpPr>
          <p:cNvPr id="1026" name="Google Shape;1026;p74"/>
          <p:cNvSpPr/>
          <p:nvPr/>
        </p:nvSpPr>
        <p:spPr>
          <a:xfrm>
            <a:off x="1275600" y="204272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74"/>
          <p:cNvSpPr/>
          <p:nvPr/>
        </p:nvSpPr>
        <p:spPr>
          <a:xfrm>
            <a:off x="3220200" y="204272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74"/>
          <p:cNvSpPr/>
          <p:nvPr/>
        </p:nvSpPr>
        <p:spPr>
          <a:xfrm>
            <a:off x="5164800" y="204272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74"/>
          <p:cNvSpPr/>
          <p:nvPr/>
        </p:nvSpPr>
        <p:spPr>
          <a:xfrm>
            <a:off x="7109400" y="204272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74"/>
          <p:cNvSpPr/>
          <p:nvPr/>
        </p:nvSpPr>
        <p:spPr>
          <a:xfrm>
            <a:off x="1595700" y="3314604"/>
            <a:ext cx="118800" cy="1188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74"/>
          <p:cNvSpPr/>
          <p:nvPr/>
        </p:nvSpPr>
        <p:spPr>
          <a:xfrm>
            <a:off x="3540300" y="3314604"/>
            <a:ext cx="118800" cy="1188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74"/>
          <p:cNvSpPr/>
          <p:nvPr/>
        </p:nvSpPr>
        <p:spPr>
          <a:xfrm>
            <a:off x="5484900" y="3314604"/>
            <a:ext cx="118800" cy="1188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74"/>
          <p:cNvSpPr/>
          <p:nvPr/>
        </p:nvSpPr>
        <p:spPr>
          <a:xfrm>
            <a:off x="7429500" y="3314604"/>
            <a:ext cx="118800" cy="1188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34" name="Google Shape;1034;p74"/>
          <p:cNvCxnSpPr>
            <a:stCxn id="1026" idx="2"/>
            <a:endCxn id="1030" idx="0"/>
          </p:cNvCxnSpPr>
          <p:nvPr/>
        </p:nvCxnSpPr>
        <p:spPr>
          <a:xfrm flipH="1" rot="-5400000">
            <a:off x="1398900" y="3057929"/>
            <a:ext cx="513000" cy="600"/>
          </a:xfrm>
          <a:prstGeom prst="bentConnector3">
            <a:avLst>
              <a:gd fmla="val 49988" name="adj1"/>
            </a:avLst>
          </a:prstGeom>
          <a:noFill/>
          <a:ln cap="flat" cmpd="sng" w="19050">
            <a:solidFill>
              <a:schemeClr val="dk1"/>
            </a:solidFill>
            <a:prstDash val="solid"/>
            <a:round/>
            <a:headEnd len="med" w="med" type="none"/>
            <a:tailEnd len="med" w="med" type="none"/>
          </a:ln>
        </p:spPr>
      </p:cxnSp>
      <p:cxnSp>
        <p:nvCxnSpPr>
          <p:cNvPr id="1035" name="Google Shape;1035;p74"/>
          <p:cNvCxnSpPr>
            <a:stCxn id="1027" idx="2"/>
            <a:endCxn id="1031" idx="0"/>
          </p:cNvCxnSpPr>
          <p:nvPr/>
        </p:nvCxnSpPr>
        <p:spPr>
          <a:xfrm flipH="1" rot="-5400000">
            <a:off x="3343500" y="3057929"/>
            <a:ext cx="513000" cy="600"/>
          </a:xfrm>
          <a:prstGeom prst="bentConnector3">
            <a:avLst>
              <a:gd fmla="val 49988" name="adj1"/>
            </a:avLst>
          </a:prstGeom>
          <a:noFill/>
          <a:ln cap="flat" cmpd="sng" w="19050">
            <a:solidFill>
              <a:schemeClr val="dk1"/>
            </a:solidFill>
            <a:prstDash val="solid"/>
            <a:round/>
            <a:headEnd len="med" w="med" type="none"/>
            <a:tailEnd len="med" w="med" type="none"/>
          </a:ln>
        </p:spPr>
      </p:cxnSp>
      <p:cxnSp>
        <p:nvCxnSpPr>
          <p:cNvPr id="1036" name="Google Shape;1036;p74"/>
          <p:cNvCxnSpPr>
            <a:stCxn id="1028" idx="2"/>
            <a:endCxn id="1032" idx="0"/>
          </p:cNvCxnSpPr>
          <p:nvPr/>
        </p:nvCxnSpPr>
        <p:spPr>
          <a:xfrm flipH="1" rot="-5400000">
            <a:off x="5288100" y="3057929"/>
            <a:ext cx="513000" cy="600"/>
          </a:xfrm>
          <a:prstGeom prst="bentConnector3">
            <a:avLst>
              <a:gd fmla="val 49988" name="adj1"/>
            </a:avLst>
          </a:prstGeom>
          <a:noFill/>
          <a:ln cap="flat" cmpd="sng" w="19050">
            <a:solidFill>
              <a:schemeClr val="dk1"/>
            </a:solidFill>
            <a:prstDash val="solid"/>
            <a:round/>
            <a:headEnd len="med" w="med" type="none"/>
            <a:tailEnd len="med" w="med" type="none"/>
          </a:ln>
        </p:spPr>
      </p:cxnSp>
      <p:cxnSp>
        <p:nvCxnSpPr>
          <p:cNvPr id="1037" name="Google Shape;1037;p74"/>
          <p:cNvCxnSpPr>
            <a:stCxn id="1029" idx="2"/>
            <a:endCxn id="1033" idx="0"/>
          </p:cNvCxnSpPr>
          <p:nvPr/>
        </p:nvCxnSpPr>
        <p:spPr>
          <a:xfrm flipH="1" rot="-5400000">
            <a:off x="7232700" y="3057929"/>
            <a:ext cx="513000" cy="600"/>
          </a:xfrm>
          <a:prstGeom prst="bentConnector3">
            <a:avLst>
              <a:gd fmla="val 49988" name="adj1"/>
            </a:avLst>
          </a:prstGeom>
          <a:noFill/>
          <a:ln cap="flat" cmpd="sng" w="19050">
            <a:solidFill>
              <a:schemeClr val="dk1"/>
            </a:solidFill>
            <a:prstDash val="solid"/>
            <a:round/>
            <a:headEnd len="med" w="med" type="none"/>
            <a:tailEnd len="med" w="med" type="none"/>
          </a:ln>
        </p:spPr>
      </p:cxnSp>
      <p:cxnSp>
        <p:nvCxnSpPr>
          <p:cNvPr id="1038" name="Google Shape;1038;p74"/>
          <p:cNvCxnSpPr>
            <a:stCxn id="1026" idx="0"/>
            <a:endCxn id="1027" idx="0"/>
          </p:cNvCxnSpPr>
          <p:nvPr/>
        </p:nvCxnSpPr>
        <p:spPr>
          <a:xfrm flipH="1" rot="-5400000">
            <a:off x="2627100" y="1070729"/>
            <a:ext cx="600" cy="1944600"/>
          </a:xfrm>
          <a:prstGeom prst="bentConnector3">
            <a:avLst>
              <a:gd fmla="val -39688554" name="adj1"/>
            </a:avLst>
          </a:prstGeom>
          <a:noFill/>
          <a:ln cap="flat" cmpd="sng" w="19050">
            <a:solidFill>
              <a:schemeClr val="dk1"/>
            </a:solidFill>
            <a:prstDash val="solid"/>
            <a:round/>
            <a:headEnd len="med" w="med" type="none"/>
            <a:tailEnd len="med" w="med" type="none"/>
          </a:ln>
        </p:spPr>
      </p:cxnSp>
      <p:cxnSp>
        <p:nvCxnSpPr>
          <p:cNvPr id="1039" name="Google Shape;1039;p74"/>
          <p:cNvCxnSpPr>
            <a:stCxn id="1027" idx="0"/>
            <a:endCxn id="1028" idx="0"/>
          </p:cNvCxnSpPr>
          <p:nvPr/>
        </p:nvCxnSpPr>
        <p:spPr>
          <a:xfrm flipH="1" rot="-5400000">
            <a:off x="4571700" y="1070729"/>
            <a:ext cx="600" cy="1944600"/>
          </a:xfrm>
          <a:prstGeom prst="bentConnector3">
            <a:avLst>
              <a:gd fmla="val -39688554" name="adj1"/>
            </a:avLst>
          </a:prstGeom>
          <a:noFill/>
          <a:ln cap="flat" cmpd="sng" w="19050">
            <a:solidFill>
              <a:schemeClr val="dk1"/>
            </a:solidFill>
            <a:prstDash val="solid"/>
            <a:round/>
            <a:headEnd len="med" w="med" type="none"/>
            <a:tailEnd len="med" w="med" type="none"/>
          </a:ln>
        </p:spPr>
      </p:cxnSp>
      <p:cxnSp>
        <p:nvCxnSpPr>
          <p:cNvPr id="1040" name="Google Shape;1040;p74"/>
          <p:cNvCxnSpPr>
            <a:stCxn id="1028" idx="0"/>
            <a:endCxn id="1029" idx="0"/>
          </p:cNvCxnSpPr>
          <p:nvPr/>
        </p:nvCxnSpPr>
        <p:spPr>
          <a:xfrm flipH="1" rot="-5400000">
            <a:off x="6516300" y="1070729"/>
            <a:ext cx="600" cy="1944600"/>
          </a:xfrm>
          <a:prstGeom prst="bentConnector3">
            <a:avLst>
              <a:gd fmla="val -39688554" name="adj1"/>
            </a:avLst>
          </a:prstGeom>
          <a:noFill/>
          <a:ln cap="flat" cmpd="sng" w="19050">
            <a:solidFill>
              <a:schemeClr val="dk1"/>
            </a:solidFill>
            <a:prstDash val="solid"/>
            <a:round/>
            <a:headEnd len="med" w="med" type="none"/>
            <a:tailEnd len="med" w="med" type="none"/>
          </a:ln>
        </p:spPr>
      </p:cxnSp>
      <p:sp>
        <p:nvSpPr>
          <p:cNvPr id="1041" name="Google Shape;1041;p74"/>
          <p:cNvSpPr txBox="1"/>
          <p:nvPr>
            <p:ph idx="4294967295" type="title"/>
          </p:nvPr>
        </p:nvSpPr>
        <p:spPr>
          <a:xfrm>
            <a:off x="759000" y="1391223"/>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STEP 1</a:t>
            </a:r>
            <a:endParaRPr sz="2000">
              <a:solidFill>
                <a:schemeClr val="lt1"/>
              </a:solidFill>
            </a:endParaRPr>
          </a:p>
        </p:txBody>
      </p:sp>
      <p:sp>
        <p:nvSpPr>
          <p:cNvPr id="1042" name="Google Shape;1042;p74"/>
          <p:cNvSpPr txBox="1"/>
          <p:nvPr>
            <p:ph idx="4294967295" type="title"/>
          </p:nvPr>
        </p:nvSpPr>
        <p:spPr>
          <a:xfrm>
            <a:off x="2703600" y="1391223"/>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STEP 2</a:t>
            </a:r>
            <a:endParaRPr sz="2000">
              <a:solidFill>
                <a:schemeClr val="lt1"/>
              </a:solidFill>
            </a:endParaRPr>
          </a:p>
        </p:txBody>
      </p:sp>
      <p:sp>
        <p:nvSpPr>
          <p:cNvPr id="1043" name="Google Shape;1043;p74"/>
          <p:cNvSpPr txBox="1"/>
          <p:nvPr>
            <p:ph idx="4294967295" type="title"/>
          </p:nvPr>
        </p:nvSpPr>
        <p:spPr>
          <a:xfrm>
            <a:off x="4648200" y="1391223"/>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STEP 3</a:t>
            </a:r>
            <a:endParaRPr sz="2000">
              <a:solidFill>
                <a:schemeClr val="lt1"/>
              </a:solidFill>
            </a:endParaRPr>
          </a:p>
        </p:txBody>
      </p:sp>
      <p:sp>
        <p:nvSpPr>
          <p:cNvPr id="1044" name="Google Shape;1044;p74"/>
          <p:cNvSpPr txBox="1"/>
          <p:nvPr>
            <p:ph idx="4294967295" type="title"/>
          </p:nvPr>
        </p:nvSpPr>
        <p:spPr>
          <a:xfrm>
            <a:off x="6592800" y="1391223"/>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STEP 4</a:t>
            </a:r>
            <a:endParaRPr sz="2000">
              <a:solidFill>
                <a:schemeClr val="lt1"/>
              </a:solidFill>
            </a:endParaRPr>
          </a:p>
        </p:txBody>
      </p:sp>
      <p:grpSp>
        <p:nvGrpSpPr>
          <p:cNvPr id="1045" name="Google Shape;1045;p74"/>
          <p:cNvGrpSpPr/>
          <p:nvPr/>
        </p:nvGrpSpPr>
        <p:grpSpPr>
          <a:xfrm>
            <a:off x="1507411" y="2299954"/>
            <a:ext cx="295377" cy="244550"/>
            <a:chOff x="4048550" y="1991250"/>
            <a:chExt cx="285775" cy="236600"/>
          </a:xfrm>
        </p:grpSpPr>
        <p:sp>
          <p:nvSpPr>
            <p:cNvPr id="1046" name="Google Shape;1046;p74"/>
            <p:cNvSpPr/>
            <p:nvPr/>
          </p:nvSpPr>
          <p:spPr>
            <a:xfrm>
              <a:off x="4048550" y="1991250"/>
              <a:ext cx="285775" cy="236600"/>
            </a:xfrm>
            <a:custGeom>
              <a:rect b="b" l="l" r="r" t="t"/>
              <a:pathLst>
                <a:path extrusionOk="0" h="9464" w="11431">
                  <a:moveTo>
                    <a:pt x="9995" y="639"/>
                  </a:moveTo>
                  <a:lnTo>
                    <a:pt x="10155" y="1144"/>
                  </a:lnTo>
                  <a:lnTo>
                    <a:pt x="10208" y="1223"/>
                  </a:lnTo>
                  <a:lnTo>
                    <a:pt x="10288" y="1277"/>
                  </a:lnTo>
                  <a:lnTo>
                    <a:pt x="10793" y="1436"/>
                  </a:lnTo>
                  <a:lnTo>
                    <a:pt x="10367" y="1728"/>
                  </a:lnTo>
                  <a:lnTo>
                    <a:pt x="10314" y="1808"/>
                  </a:lnTo>
                  <a:lnTo>
                    <a:pt x="10288" y="1915"/>
                  </a:lnTo>
                  <a:lnTo>
                    <a:pt x="10288" y="2420"/>
                  </a:lnTo>
                  <a:lnTo>
                    <a:pt x="9862" y="2127"/>
                  </a:lnTo>
                  <a:lnTo>
                    <a:pt x="9783" y="2074"/>
                  </a:lnTo>
                  <a:lnTo>
                    <a:pt x="9703" y="2074"/>
                  </a:lnTo>
                  <a:lnTo>
                    <a:pt x="9198" y="2260"/>
                  </a:lnTo>
                  <a:lnTo>
                    <a:pt x="9357" y="1755"/>
                  </a:lnTo>
                  <a:lnTo>
                    <a:pt x="9357" y="1675"/>
                  </a:lnTo>
                  <a:lnTo>
                    <a:pt x="9331" y="1569"/>
                  </a:lnTo>
                  <a:lnTo>
                    <a:pt x="9012" y="1170"/>
                  </a:lnTo>
                  <a:lnTo>
                    <a:pt x="9543" y="1170"/>
                  </a:lnTo>
                  <a:lnTo>
                    <a:pt x="9623" y="1144"/>
                  </a:lnTo>
                  <a:lnTo>
                    <a:pt x="9703" y="1091"/>
                  </a:lnTo>
                  <a:lnTo>
                    <a:pt x="9995" y="639"/>
                  </a:lnTo>
                  <a:close/>
                  <a:moveTo>
                    <a:pt x="2898" y="2765"/>
                  </a:moveTo>
                  <a:lnTo>
                    <a:pt x="2978" y="2978"/>
                  </a:lnTo>
                  <a:lnTo>
                    <a:pt x="3004" y="3190"/>
                  </a:lnTo>
                  <a:lnTo>
                    <a:pt x="2978" y="3377"/>
                  </a:lnTo>
                  <a:lnTo>
                    <a:pt x="2925" y="3563"/>
                  </a:lnTo>
                  <a:lnTo>
                    <a:pt x="2845" y="3722"/>
                  </a:lnTo>
                  <a:lnTo>
                    <a:pt x="2712" y="3855"/>
                  </a:lnTo>
                  <a:lnTo>
                    <a:pt x="2579" y="3988"/>
                  </a:lnTo>
                  <a:lnTo>
                    <a:pt x="2420" y="4068"/>
                  </a:lnTo>
                  <a:lnTo>
                    <a:pt x="2234" y="4121"/>
                  </a:lnTo>
                  <a:lnTo>
                    <a:pt x="2047" y="4147"/>
                  </a:lnTo>
                  <a:lnTo>
                    <a:pt x="1915" y="4147"/>
                  </a:lnTo>
                  <a:lnTo>
                    <a:pt x="1915" y="4121"/>
                  </a:lnTo>
                  <a:lnTo>
                    <a:pt x="1968" y="4041"/>
                  </a:lnTo>
                  <a:lnTo>
                    <a:pt x="2047" y="3882"/>
                  </a:lnTo>
                  <a:lnTo>
                    <a:pt x="2074" y="3802"/>
                  </a:lnTo>
                  <a:lnTo>
                    <a:pt x="2180" y="3642"/>
                  </a:lnTo>
                  <a:lnTo>
                    <a:pt x="2207" y="3589"/>
                  </a:lnTo>
                  <a:lnTo>
                    <a:pt x="2340" y="3377"/>
                  </a:lnTo>
                  <a:lnTo>
                    <a:pt x="2366" y="3377"/>
                  </a:lnTo>
                  <a:lnTo>
                    <a:pt x="2499" y="3190"/>
                  </a:lnTo>
                  <a:lnTo>
                    <a:pt x="2553" y="3137"/>
                  </a:lnTo>
                  <a:lnTo>
                    <a:pt x="2659" y="3004"/>
                  </a:lnTo>
                  <a:lnTo>
                    <a:pt x="2712" y="2951"/>
                  </a:lnTo>
                  <a:lnTo>
                    <a:pt x="2845" y="2818"/>
                  </a:lnTo>
                  <a:lnTo>
                    <a:pt x="2872" y="2765"/>
                  </a:lnTo>
                  <a:close/>
                  <a:moveTo>
                    <a:pt x="7071" y="2393"/>
                  </a:moveTo>
                  <a:lnTo>
                    <a:pt x="7231" y="2420"/>
                  </a:lnTo>
                  <a:lnTo>
                    <a:pt x="7390" y="2473"/>
                  </a:lnTo>
                  <a:lnTo>
                    <a:pt x="7523" y="2526"/>
                  </a:lnTo>
                  <a:lnTo>
                    <a:pt x="7683" y="2632"/>
                  </a:lnTo>
                  <a:lnTo>
                    <a:pt x="7630" y="2685"/>
                  </a:lnTo>
                  <a:lnTo>
                    <a:pt x="7603" y="2765"/>
                  </a:lnTo>
                  <a:lnTo>
                    <a:pt x="7523" y="2898"/>
                  </a:lnTo>
                  <a:lnTo>
                    <a:pt x="7497" y="2978"/>
                  </a:lnTo>
                  <a:lnTo>
                    <a:pt x="7417" y="3137"/>
                  </a:lnTo>
                  <a:lnTo>
                    <a:pt x="7390" y="3217"/>
                  </a:lnTo>
                  <a:lnTo>
                    <a:pt x="7311" y="3403"/>
                  </a:lnTo>
                  <a:lnTo>
                    <a:pt x="7311" y="3456"/>
                  </a:lnTo>
                  <a:lnTo>
                    <a:pt x="7231" y="3696"/>
                  </a:lnTo>
                  <a:lnTo>
                    <a:pt x="7231" y="3775"/>
                  </a:lnTo>
                  <a:lnTo>
                    <a:pt x="7178" y="3961"/>
                  </a:lnTo>
                  <a:lnTo>
                    <a:pt x="7178" y="4068"/>
                  </a:lnTo>
                  <a:lnTo>
                    <a:pt x="7151" y="4254"/>
                  </a:lnTo>
                  <a:lnTo>
                    <a:pt x="7151" y="4360"/>
                  </a:lnTo>
                  <a:lnTo>
                    <a:pt x="7125" y="4440"/>
                  </a:lnTo>
                  <a:lnTo>
                    <a:pt x="6832" y="4440"/>
                  </a:lnTo>
                  <a:lnTo>
                    <a:pt x="6673" y="4387"/>
                  </a:lnTo>
                  <a:lnTo>
                    <a:pt x="6513" y="4333"/>
                  </a:lnTo>
                  <a:lnTo>
                    <a:pt x="6380" y="4254"/>
                  </a:lnTo>
                  <a:lnTo>
                    <a:pt x="6247" y="4147"/>
                  </a:lnTo>
                  <a:lnTo>
                    <a:pt x="6141" y="4014"/>
                  </a:lnTo>
                  <a:lnTo>
                    <a:pt x="6061" y="3855"/>
                  </a:lnTo>
                  <a:lnTo>
                    <a:pt x="6008" y="3696"/>
                  </a:lnTo>
                  <a:lnTo>
                    <a:pt x="5955" y="3536"/>
                  </a:lnTo>
                  <a:lnTo>
                    <a:pt x="5955" y="3377"/>
                  </a:lnTo>
                  <a:lnTo>
                    <a:pt x="5982" y="3217"/>
                  </a:lnTo>
                  <a:lnTo>
                    <a:pt x="6035" y="3058"/>
                  </a:lnTo>
                  <a:lnTo>
                    <a:pt x="6088" y="2898"/>
                  </a:lnTo>
                  <a:lnTo>
                    <a:pt x="6194" y="2765"/>
                  </a:lnTo>
                  <a:lnTo>
                    <a:pt x="6301" y="2659"/>
                  </a:lnTo>
                  <a:lnTo>
                    <a:pt x="6433" y="2553"/>
                  </a:lnTo>
                  <a:lnTo>
                    <a:pt x="6593" y="2473"/>
                  </a:lnTo>
                  <a:lnTo>
                    <a:pt x="6752" y="2420"/>
                  </a:lnTo>
                  <a:lnTo>
                    <a:pt x="6912" y="2393"/>
                  </a:lnTo>
                  <a:close/>
                  <a:moveTo>
                    <a:pt x="6540" y="1516"/>
                  </a:moveTo>
                  <a:lnTo>
                    <a:pt x="6912" y="1542"/>
                  </a:lnTo>
                  <a:lnTo>
                    <a:pt x="7311" y="1569"/>
                  </a:lnTo>
                  <a:lnTo>
                    <a:pt x="7709" y="1622"/>
                  </a:lnTo>
                  <a:lnTo>
                    <a:pt x="8507" y="1782"/>
                  </a:lnTo>
                  <a:lnTo>
                    <a:pt x="8188" y="2021"/>
                  </a:lnTo>
                  <a:lnTo>
                    <a:pt x="7895" y="2313"/>
                  </a:lnTo>
                  <a:lnTo>
                    <a:pt x="7709" y="2180"/>
                  </a:lnTo>
                  <a:lnTo>
                    <a:pt x="7497" y="2074"/>
                  </a:lnTo>
                  <a:lnTo>
                    <a:pt x="7284" y="2021"/>
                  </a:lnTo>
                  <a:lnTo>
                    <a:pt x="7071" y="1994"/>
                  </a:lnTo>
                  <a:lnTo>
                    <a:pt x="6832" y="1994"/>
                  </a:lnTo>
                  <a:lnTo>
                    <a:pt x="6619" y="2047"/>
                  </a:lnTo>
                  <a:lnTo>
                    <a:pt x="6407" y="2101"/>
                  </a:lnTo>
                  <a:lnTo>
                    <a:pt x="6194" y="2234"/>
                  </a:lnTo>
                  <a:lnTo>
                    <a:pt x="6008" y="2366"/>
                  </a:lnTo>
                  <a:lnTo>
                    <a:pt x="5849" y="2553"/>
                  </a:lnTo>
                  <a:lnTo>
                    <a:pt x="5742" y="2739"/>
                  </a:lnTo>
                  <a:lnTo>
                    <a:pt x="5636" y="2925"/>
                  </a:lnTo>
                  <a:lnTo>
                    <a:pt x="5583" y="3164"/>
                  </a:lnTo>
                  <a:lnTo>
                    <a:pt x="5556" y="3377"/>
                  </a:lnTo>
                  <a:lnTo>
                    <a:pt x="5583" y="3616"/>
                  </a:lnTo>
                  <a:lnTo>
                    <a:pt x="5609" y="3828"/>
                  </a:lnTo>
                  <a:lnTo>
                    <a:pt x="5716" y="4041"/>
                  </a:lnTo>
                  <a:lnTo>
                    <a:pt x="5822" y="4254"/>
                  </a:lnTo>
                  <a:lnTo>
                    <a:pt x="5955" y="4413"/>
                  </a:lnTo>
                  <a:lnTo>
                    <a:pt x="6141" y="4573"/>
                  </a:lnTo>
                  <a:lnTo>
                    <a:pt x="6327" y="4679"/>
                  </a:lnTo>
                  <a:lnTo>
                    <a:pt x="6540" y="4785"/>
                  </a:lnTo>
                  <a:lnTo>
                    <a:pt x="6752" y="4839"/>
                  </a:lnTo>
                  <a:lnTo>
                    <a:pt x="7125" y="4839"/>
                  </a:lnTo>
                  <a:lnTo>
                    <a:pt x="7151" y="5476"/>
                  </a:lnTo>
                  <a:lnTo>
                    <a:pt x="7231" y="6114"/>
                  </a:lnTo>
                  <a:lnTo>
                    <a:pt x="7364" y="6752"/>
                  </a:lnTo>
                  <a:lnTo>
                    <a:pt x="7523" y="7364"/>
                  </a:lnTo>
                  <a:lnTo>
                    <a:pt x="1223" y="7364"/>
                  </a:lnTo>
                  <a:lnTo>
                    <a:pt x="1277" y="6566"/>
                  </a:lnTo>
                  <a:lnTo>
                    <a:pt x="1383" y="5849"/>
                  </a:lnTo>
                  <a:lnTo>
                    <a:pt x="1463" y="5476"/>
                  </a:lnTo>
                  <a:lnTo>
                    <a:pt x="1542" y="5157"/>
                  </a:lnTo>
                  <a:lnTo>
                    <a:pt x="1622" y="4812"/>
                  </a:lnTo>
                  <a:lnTo>
                    <a:pt x="1755" y="4520"/>
                  </a:lnTo>
                  <a:lnTo>
                    <a:pt x="1941" y="4546"/>
                  </a:lnTo>
                  <a:lnTo>
                    <a:pt x="2154" y="4546"/>
                  </a:lnTo>
                  <a:lnTo>
                    <a:pt x="2340" y="4520"/>
                  </a:lnTo>
                  <a:lnTo>
                    <a:pt x="2526" y="4466"/>
                  </a:lnTo>
                  <a:lnTo>
                    <a:pt x="2685" y="4387"/>
                  </a:lnTo>
                  <a:lnTo>
                    <a:pt x="2872" y="4280"/>
                  </a:lnTo>
                  <a:lnTo>
                    <a:pt x="3004" y="4147"/>
                  </a:lnTo>
                  <a:lnTo>
                    <a:pt x="3137" y="3988"/>
                  </a:lnTo>
                  <a:lnTo>
                    <a:pt x="3244" y="3828"/>
                  </a:lnTo>
                  <a:lnTo>
                    <a:pt x="3323" y="3642"/>
                  </a:lnTo>
                  <a:lnTo>
                    <a:pt x="3377" y="3456"/>
                  </a:lnTo>
                  <a:lnTo>
                    <a:pt x="3403" y="3244"/>
                  </a:lnTo>
                  <a:lnTo>
                    <a:pt x="3403" y="3058"/>
                  </a:lnTo>
                  <a:lnTo>
                    <a:pt x="3350" y="2871"/>
                  </a:lnTo>
                  <a:lnTo>
                    <a:pt x="3297" y="2685"/>
                  </a:lnTo>
                  <a:lnTo>
                    <a:pt x="3217" y="2499"/>
                  </a:lnTo>
                  <a:lnTo>
                    <a:pt x="3456" y="2313"/>
                  </a:lnTo>
                  <a:lnTo>
                    <a:pt x="3696" y="2154"/>
                  </a:lnTo>
                  <a:lnTo>
                    <a:pt x="3961" y="2021"/>
                  </a:lnTo>
                  <a:lnTo>
                    <a:pt x="4254" y="1888"/>
                  </a:lnTo>
                  <a:lnTo>
                    <a:pt x="4546" y="1782"/>
                  </a:lnTo>
                  <a:lnTo>
                    <a:pt x="4865" y="1702"/>
                  </a:lnTo>
                  <a:lnTo>
                    <a:pt x="5158" y="1622"/>
                  </a:lnTo>
                  <a:lnTo>
                    <a:pt x="5503" y="1569"/>
                  </a:lnTo>
                  <a:lnTo>
                    <a:pt x="5849" y="1542"/>
                  </a:lnTo>
                  <a:lnTo>
                    <a:pt x="6194" y="1516"/>
                  </a:lnTo>
                  <a:close/>
                  <a:moveTo>
                    <a:pt x="7816" y="7762"/>
                  </a:moveTo>
                  <a:lnTo>
                    <a:pt x="7922" y="7789"/>
                  </a:lnTo>
                  <a:lnTo>
                    <a:pt x="8055" y="7816"/>
                  </a:lnTo>
                  <a:lnTo>
                    <a:pt x="8161" y="7869"/>
                  </a:lnTo>
                  <a:lnTo>
                    <a:pt x="8268" y="7949"/>
                  </a:lnTo>
                  <a:lnTo>
                    <a:pt x="8347" y="8055"/>
                  </a:lnTo>
                  <a:lnTo>
                    <a:pt x="8400" y="8161"/>
                  </a:lnTo>
                  <a:lnTo>
                    <a:pt x="8427" y="8294"/>
                  </a:lnTo>
                  <a:lnTo>
                    <a:pt x="8454" y="8400"/>
                  </a:lnTo>
                  <a:lnTo>
                    <a:pt x="8427" y="8533"/>
                  </a:lnTo>
                  <a:lnTo>
                    <a:pt x="8400" y="8666"/>
                  </a:lnTo>
                  <a:lnTo>
                    <a:pt x="8347" y="8773"/>
                  </a:lnTo>
                  <a:lnTo>
                    <a:pt x="8268" y="8879"/>
                  </a:lnTo>
                  <a:lnTo>
                    <a:pt x="8161" y="8959"/>
                  </a:lnTo>
                  <a:lnTo>
                    <a:pt x="8055" y="9012"/>
                  </a:lnTo>
                  <a:lnTo>
                    <a:pt x="7922" y="9038"/>
                  </a:lnTo>
                  <a:lnTo>
                    <a:pt x="7789" y="9065"/>
                  </a:lnTo>
                  <a:lnTo>
                    <a:pt x="1037" y="9065"/>
                  </a:lnTo>
                  <a:lnTo>
                    <a:pt x="904" y="9038"/>
                  </a:lnTo>
                  <a:lnTo>
                    <a:pt x="772" y="9012"/>
                  </a:lnTo>
                  <a:lnTo>
                    <a:pt x="665" y="8959"/>
                  </a:lnTo>
                  <a:lnTo>
                    <a:pt x="586" y="8879"/>
                  </a:lnTo>
                  <a:lnTo>
                    <a:pt x="506" y="8773"/>
                  </a:lnTo>
                  <a:lnTo>
                    <a:pt x="426" y="8666"/>
                  </a:lnTo>
                  <a:lnTo>
                    <a:pt x="399" y="8533"/>
                  </a:lnTo>
                  <a:lnTo>
                    <a:pt x="399" y="8427"/>
                  </a:lnTo>
                  <a:lnTo>
                    <a:pt x="399" y="8294"/>
                  </a:lnTo>
                  <a:lnTo>
                    <a:pt x="426" y="8161"/>
                  </a:lnTo>
                  <a:lnTo>
                    <a:pt x="506" y="8055"/>
                  </a:lnTo>
                  <a:lnTo>
                    <a:pt x="586" y="7949"/>
                  </a:lnTo>
                  <a:lnTo>
                    <a:pt x="665" y="7869"/>
                  </a:lnTo>
                  <a:lnTo>
                    <a:pt x="772" y="7816"/>
                  </a:lnTo>
                  <a:lnTo>
                    <a:pt x="904" y="7789"/>
                  </a:lnTo>
                  <a:lnTo>
                    <a:pt x="1037" y="7762"/>
                  </a:lnTo>
                  <a:close/>
                  <a:moveTo>
                    <a:pt x="10102" y="1"/>
                  </a:moveTo>
                  <a:lnTo>
                    <a:pt x="9995" y="27"/>
                  </a:lnTo>
                  <a:lnTo>
                    <a:pt x="9916" y="80"/>
                  </a:lnTo>
                  <a:lnTo>
                    <a:pt x="9437" y="772"/>
                  </a:lnTo>
                  <a:lnTo>
                    <a:pt x="8613" y="772"/>
                  </a:lnTo>
                  <a:lnTo>
                    <a:pt x="8507" y="798"/>
                  </a:lnTo>
                  <a:lnTo>
                    <a:pt x="8427" y="878"/>
                  </a:lnTo>
                  <a:lnTo>
                    <a:pt x="8400" y="984"/>
                  </a:lnTo>
                  <a:lnTo>
                    <a:pt x="8454" y="1091"/>
                  </a:lnTo>
                  <a:lnTo>
                    <a:pt x="8693" y="1410"/>
                  </a:lnTo>
                  <a:lnTo>
                    <a:pt x="8241" y="1303"/>
                  </a:lnTo>
                  <a:lnTo>
                    <a:pt x="7789" y="1223"/>
                  </a:lnTo>
                  <a:lnTo>
                    <a:pt x="7364" y="1170"/>
                  </a:lnTo>
                  <a:lnTo>
                    <a:pt x="6912" y="1144"/>
                  </a:lnTo>
                  <a:lnTo>
                    <a:pt x="6513" y="1117"/>
                  </a:lnTo>
                  <a:lnTo>
                    <a:pt x="6114" y="1117"/>
                  </a:lnTo>
                  <a:lnTo>
                    <a:pt x="5716" y="1144"/>
                  </a:lnTo>
                  <a:lnTo>
                    <a:pt x="5344" y="1197"/>
                  </a:lnTo>
                  <a:lnTo>
                    <a:pt x="4971" y="1250"/>
                  </a:lnTo>
                  <a:lnTo>
                    <a:pt x="4626" y="1356"/>
                  </a:lnTo>
                  <a:lnTo>
                    <a:pt x="4280" y="1463"/>
                  </a:lnTo>
                  <a:lnTo>
                    <a:pt x="3961" y="1596"/>
                  </a:lnTo>
                  <a:lnTo>
                    <a:pt x="3642" y="1728"/>
                  </a:lnTo>
                  <a:lnTo>
                    <a:pt x="3350" y="1915"/>
                  </a:lnTo>
                  <a:lnTo>
                    <a:pt x="3084" y="2101"/>
                  </a:lnTo>
                  <a:lnTo>
                    <a:pt x="2792" y="2313"/>
                  </a:lnTo>
                  <a:lnTo>
                    <a:pt x="2606" y="2499"/>
                  </a:lnTo>
                  <a:lnTo>
                    <a:pt x="2234" y="2871"/>
                  </a:lnTo>
                  <a:lnTo>
                    <a:pt x="1941" y="3297"/>
                  </a:lnTo>
                  <a:lnTo>
                    <a:pt x="1675" y="3722"/>
                  </a:lnTo>
                  <a:lnTo>
                    <a:pt x="1436" y="4201"/>
                  </a:lnTo>
                  <a:lnTo>
                    <a:pt x="1303" y="4546"/>
                  </a:lnTo>
                  <a:lnTo>
                    <a:pt x="1197" y="4892"/>
                  </a:lnTo>
                  <a:lnTo>
                    <a:pt x="1091" y="5264"/>
                  </a:lnTo>
                  <a:lnTo>
                    <a:pt x="1011" y="5663"/>
                  </a:lnTo>
                  <a:lnTo>
                    <a:pt x="931" y="6088"/>
                  </a:lnTo>
                  <a:lnTo>
                    <a:pt x="878" y="6487"/>
                  </a:lnTo>
                  <a:lnTo>
                    <a:pt x="851" y="6938"/>
                  </a:lnTo>
                  <a:lnTo>
                    <a:pt x="825" y="7390"/>
                  </a:lnTo>
                  <a:lnTo>
                    <a:pt x="639" y="7443"/>
                  </a:lnTo>
                  <a:lnTo>
                    <a:pt x="479" y="7523"/>
                  </a:lnTo>
                  <a:lnTo>
                    <a:pt x="320" y="7656"/>
                  </a:lnTo>
                  <a:lnTo>
                    <a:pt x="187" y="7789"/>
                  </a:lnTo>
                  <a:lnTo>
                    <a:pt x="107" y="7949"/>
                  </a:lnTo>
                  <a:lnTo>
                    <a:pt x="27" y="8135"/>
                  </a:lnTo>
                  <a:lnTo>
                    <a:pt x="1" y="8321"/>
                  </a:lnTo>
                  <a:lnTo>
                    <a:pt x="1" y="8507"/>
                  </a:lnTo>
                  <a:lnTo>
                    <a:pt x="27" y="8719"/>
                  </a:lnTo>
                  <a:lnTo>
                    <a:pt x="107" y="8879"/>
                  </a:lnTo>
                  <a:lnTo>
                    <a:pt x="213" y="9038"/>
                  </a:lnTo>
                  <a:lnTo>
                    <a:pt x="320" y="9198"/>
                  </a:lnTo>
                  <a:lnTo>
                    <a:pt x="479" y="9304"/>
                  </a:lnTo>
                  <a:lnTo>
                    <a:pt x="639" y="9384"/>
                  </a:lnTo>
                  <a:lnTo>
                    <a:pt x="825" y="9437"/>
                  </a:lnTo>
                  <a:lnTo>
                    <a:pt x="1037" y="9464"/>
                  </a:lnTo>
                  <a:lnTo>
                    <a:pt x="7789" y="9464"/>
                  </a:lnTo>
                  <a:lnTo>
                    <a:pt x="8002" y="9437"/>
                  </a:lnTo>
                  <a:lnTo>
                    <a:pt x="8188" y="9384"/>
                  </a:lnTo>
                  <a:lnTo>
                    <a:pt x="8347" y="9304"/>
                  </a:lnTo>
                  <a:lnTo>
                    <a:pt x="8507" y="9171"/>
                  </a:lnTo>
                  <a:lnTo>
                    <a:pt x="8640" y="9038"/>
                  </a:lnTo>
                  <a:lnTo>
                    <a:pt x="8746" y="8879"/>
                  </a:lnTo>
                  <a:lnTo>
                    <a:pt x="8799" y="8693"/>
                  </a:lnTo>
                  <a:lnTo>
                    <a:pt x="8852" y="8480"/>
                  </a:lnTo>
                  <a:lnTo>
                    <a:pt x="8826" y="8294"/>
                  </a:lnTo>
                  <a:lnTo>
                    <a:pt x="8799" y="8108"/>
                  </a:lnTo>
                  <a:lnTo>
                    <a:pt x="8719" y="7922"/>
                  </a:lnTo>
                  <a:lnTo>
                    <a:pt x="8613" y="7762"/>
                  </a:lnTo>
                  <a:lnTo>
                    <a:pt x="8480" y="7630"/>
                  </a:lnTo>
                  <a:lnTo>
                    <a:pt x="8321" y="7497"/>
                  </a:lnTo>
                  <a:lnTo>
                    <a:pt x="8161" y="7417"/>
                  </a:lnTo>
                  <a:lnTo>
                    <a:pt x="7949" y="7390"/>
                  </a:lnTo>
                  <a:lnTo>
                    <a:pt x="7736" y="6619"/>
                  </a:lnTo>
                  <a:lnTo>
                    <a:pt x="7603" y="5902"/>
                  </a:lnTo>
                  <a:lnTo>
                    <a:pt x="7523" y="5237"/>
                  </a:lnTo>
                  <a:lnTo>
                    <a:pt x="7523" y="4918"/>
                  </a:lnTo>
                  <a:lnTo>
                    <a:pt x="7523" y="4626"/>
                  </a:lnTo>
                  <a:lnTo>
                    <a:pt x="7550" y="4333"/>
                  </a:lnTo>
                  <a:lnTo>
                    <a:pt x="7576" y="4068"/>
                  </a:lnTo>
                  <a:lnTo>
                    <a:pt x="7630" y="3802"/>
                  </a:lnTo>
                  <a:lnTo>
                    <a:pt x="7683" y="3563"/>
                  </a:lnTo>
                  <a:lnTo>
                    <a:pt x="7762" y="3350"/>
                  </a:lnTo>
                  <a:lnTo>
                    <a:pt x="7869" y="3137"/>
                  </a:lnTo>
                  <a:lnTo>
                    <a:pt x="7975" y="2925"/>
                  </a:lnTo>
                  <a:lnTo>
                    <a:pt x="8081" y="2739"/>
                  </a:lnTo>
                  <a:lnTo>
                    <a:pt x="8108" y="2712"/>
                  </a:lnTo>
                  <a:lnTo>
                    <a:pt x="8268" y="2526"/>
                  </a:lnTo>
                  <a:lnTo>
                    <a:pt x="8427" y="2340"/>
                  </a:lnTo>
                  <a:lnTo>
                    <a:pt x="8640" y="2180"/>
                  </a:lnTo>
                  <a:lnTo>
                    <a:pt x="8852" y="2047"/>
                  </a:lnTo>
                  <a:lnTo>
                    <a:pt x="8693" y="2526"/>
                  </a:lnTo>
                  <a:lnTo>
                    <a:pt x="8693" y="2632"/>
                  </a:lnTo>
                  <a:lnTo>
                    <a:pt x="8746" y="2712"/>
                  </a:lnTo>
                  <a:lnTo>
                    <a:pt x="8826" y="2765"/>
                  </a:lnTo>
                  <a:lnTo>
                    <a:pt x="8959" y="2765"/>
                  </a:lnTo>
                  <a:lnTo>
                    <a:pt x="9730" y="2499"/>
                  </a:lnTo>
                  <a:lnTo>
                    <a:pt x="10394" y="2978"/>
                  </a:lnTo>
                  <a:lnTo>
                    <a:pt x="10500" y="3031"/>
                  </a:lnTo>
                  <a:lnTo>
                    <a:pt x="10607" y="3004"/>
                  </a:lnTo>
                  <a:lnTo>
                    <a:pt x="10686" y="2925"/>
                  </a:lnTo>
                  <a:lnTo>
                    <a:pt x="10713" y="2818"/>
                  </a:lnTo>
                  <a:lnTo>
                    <a:pt x="10686" y="1994"/>
                  </a:lnTo>
                  <a:lnTo>
                    <a:pt x="11351" y="1516"/>
                  </a:lnTo>
                  <a:lnTo>
                    <a:pt x="11431" y="1436"/>
                  </a:lnTo>
                  <a:lnTo>
                    <a:pt x="11431" y="1330"/>
                  </a:lnTo>
                  <a:lnTo>
                    <a:pt x="11378" y="1223"/>
                  </a:lnTo>
                  <a:lnTo>
                    <a:pt x="11298" y="1170"/>
                  </a:lnTo>
                  <a:lnTo>
                    <a:pt x="10500" y="931"/>
                  </a:lnTo>
                  <a:lnTo>
                    <a:pt x="10261" y="134"/>
                  </a:lnTo>
                  <a:lnTo>
                    <a:pt x="10208" y="54"/>
                  </a:lnTo>
                  <a:lnTo>
                    <a:pt x="1010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74"/>
            <p:cNvSpPr/>
            <p:nvPr/>
          </p:nvSpPr>
          <p:spPr>
            <a:xfrm>
              <a:off x="4138275" y="2107550"/>
              <a:ext cx="46525" cy="47200"/>
            </a:xfrm>
            <a:custGeom>
              <a:rect b="b" l="l" r="r" t="t"/>
              <a:pathLst>
                <a:path extrusionOk="0" h="1888" w="1861">
                  <a:moveTo>
                    <a:pt x="931" y="399"/>
                  </a:moveTo>
                  <a:lnTo>
                    <a:pt x="1037" y="426"/>
                  </a:lnTo>
                  <a:lnTo>
                    <a:pt x="1143" y="452"/>
                  </a:lnTo>
                  <a:lnTo>
                    <a:pt x="1223" y="505"/>
                  </a:lnTo>
                  <a:lnTo>
                    <a:pt x="1303" y="559"/>
                  </a:lnTo>
                  <a:lnTo>
                    <a:pt x="1382" y="638"/>
                  </a:lnTo>
                  <a:lnTo>
                    <a:pt x="1436" y="745"/>
                  </a:lnTo>
                  <a:lnTo>
                    <a:pt x="1462" y="824"/>
                  </a:lnTo>
                  <a:lnTo>
                    <a:pt x="1462" y="957"/>
                  </a:lnTo>
                  <a:lnTo>
                    <a:pt x="1462" y="1064"/>
                  </a:lnTo>
                  <a:lnTo>
                    <a:pt x="1436" y="1143"/>
                  </a:lnTo>
                  <a:lnTo>
                    <a:pt x="1382" y="1250"/>
                  </a:lnTo>
                  <a:lnTo>
                    <a:pt x="1303" y="1330"/>
                  </a:lnTo>
                  <a:lnTo>
                    <a:pt x="1223" y="1383"/>
                  </a:lnTo>
                  <a:lnTo>
                    <a:pt x="1143" y="1436"/>
                  </a:lnTo>
                  <a:lnTo>
                    <a:pt x="1037" y="1462"/>
                  </a:lnTo>
                  <a:lnTo>
                    <a:pt x="931" y="1489"/>
                  </a:lnTo>
                  <a:lnTo>
                    <a:pt x="824" y="1462"/>
                  </a:lnTo>
                  <a:lnTo>
                    <a:pt x="718" y="1436"/>
                  </a:lnTo>
                  <a:lnTo>
                    <a:pt x="638" y="1383"/>
                  </a:lnTo>
                  <a:lnTo>
                    <a:pt x="558" y="1330"/>
                  </a:lnTo>
                  <a:lnTo>
                    <a:pt x="479" y="1250"/>
                  </a:lnTo>
                  <a:lnTo>
                    <a:pt x="426" y="1143"/>
                  </a:lnTo>
                  <a:lnTo>
                    <a:pt x="399" y="1064"/>
                  </a:lnTo>
                  <a:lnTo>
                    <a:pt x="399" y="957"/>
                  </a:lnTo>
                  <a:lnTo>
                    <a:pt x="399" y="824"/>
                  </a:lnTo>
                  <a:lnTo>
                    <a:pt x="426" y="745"/>
                  </a:lnTo>
                  <a:lnTo>
                    <a:pt x="479" y="638"/>
                  </a:lnTo>
                  <a:lnTo>
                    <a:pt x="558" y="559"/>
                  </a:lnTo>
                  <a:lnTo>
                    <a:pt x="638" y="505"/>
                  </a:lnTo>
                  <a:lnTo>
                    <a:pt x="718" y="452"/>
                  </a:lnTo>
                  <a:lnTo>
                    <a:pt x="824" y="426"/>
                  </a:lnTo>
                  <a:lnTo>
                    <a:pt x="931" y="399"/>
                  </a:lnTo>
                  <a:close/>
                  <a:moveTo>
                    <a:pt x="931" y="0"/>
                  </a:moveTo>
                  <a:lnTo>
                    <a:pt x="744" y="27"/>
                  </a:lnTo>
                  <a:lnTo>
                    <a:pt x="558" y="80"/>
                  </a:lnTo>
                  <a:lnTo>
                    <a:pt x="399" y="160"/>
                  </a:lnTo>
                  <a:lnTo>
                    <a:pt x="266" y="293"/>
                  </a:lnTo>
                  <a:lnTo>
                    <a:pt x="160" y="426"/>
                  </a:lnTo>
                  <a:lnTo>
                    <a:pt x="53" y="585"/>
                  </a:lnTo>
                  <a:lnTo>
                    <a:pt x="0" y="745"/>
                  </a:lnTo>
                  <a:lnTo>
                    <a:pt x="0" y="957"/>
                  </a:lnTo>
                  <a:lnTo>
                    <a:pt x="0" y="1143"/>
                  </a:lnTo>
                  <a:lnTo>
                    <a:pt x="53" y="1303"/>
                  </a:lnTo>
                  <a:lnTo>
                    <a:pt x="160" y="1462"/>
                  </a:lnTo>
                  <a:lnTo>
                    <a:pt x="266" y="1622"/>
                  </a:lnTo>
                  <a:lnTo>
                    <a:pt x="399" y="1728"/>
                  </a:lnTo>
                  <a:lnTo>
                    <a:pt x="558" y="1808"/>
                  </a:lnTo>
                  <a:lnTo>
                    <a:pt x="744" y="1861"/>
                  </a:lnTo>
                  <a:lnTo>
                    <a:pt x="931" y="1888"/>
                  </a:lnTo>
                  <a:lnTo>
                    <a:pt x="1117" y="1861"/>
                  </a:lnTo>
                  <a:lnTo>
                    <a:pt x="1303" y="1808"/>
                  </a:lnTo>
                  <a:lnTo>
                    <a:pt x="1462" y="1728"/>
                  </a:lnTo>
                  <a:lnTo>
                    <a:pt x="1595" y="1622"/>
                  </a:lnTo>
                  <a:lnTo>
                    <a:pt x="1701" y="1462"/>
                  </a:lnTo>
                  <a:lnTo>
                    <a:pt x="1808" y="1303"/>
                  </a:lnTo>
                  <a:lnTo>
                    <a:pt x="1861" y="1143"/>
                  </a:lnTo>
                  <a:lnTo>
                    <a:pt x="1861" y="957"/>
                  </a:lnTo>
                  <a:lnTo>
                    <a:pt x="1861" y="745"/>
                  </a:lnTo>
                  <a:lnTo>
                    <a:pt x="1808" y="585"/>
                  </a:lnTo>
                  <a:lnTo>
                    <a:pt x="1701" y="426"/>
                  </a:lnTo>
                  <a:lnTo>
                    <a:pt x="1595" y="293"/>
                  </a:lnTo>
                  <a:lnTo>
                    <a:pt x="1462" y="160"/>
                  </a:lnTo>
                  <a:lnTo>
                    <a:pt x="1303" y="80"/>
                  </a:lnTo>
                  <a:lnTo>
                    <a:pt x="1117" y="27"/>
                  </a:lnTo>
                  <a:lnTo>
                    <a:pt x="93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8" name="Google Shape;1048;p74"/>
          <p:cNvGrpSpPr/>
          <p:nvPr/>
        </p:nvGrpSpPr>
        <p:grpSpPr>
          <a:xfrm>
            <a:off x="3460939" y="2279347"/>
            <a:ext cx="277522" cy="285765"/>
            <a:chOff x="4822075" y="2015850"/>
            <a:chExt cx="268500" cy="276475"/>
          </a:xfrm>
        </p:grpSpPr>
        <p:sp>
          <p:nvSpPr>
            <p:cNvPr id="1049" name="Google Shape;1049;p74"/>
            <p:cNvSpPr/>
            <p:nvPr/>
          </p:nvSpPr>
          <p:spPr>
            <a:xfrm>
              <a:off x="4858625" y="2136125"/>
              <a:ext cx="107025" cy="107025"/>
            </a:xfrm>
            <a:custGeom>
              <a:rect b="b" l="l" r="r" t="t"/>
              <a:pathLst>
                <a:path extrusionOk="0" h="4281" w="4281">
                  <a:moveTo>
                    <a:pt x="2313" y="399"/>
                  </a:moveTo>
                  <a:lnTo>
                    <a:pt x="2499" y="426"/>
                  </a:lnTo>
                  <a:lnTo>
                    <a:pt x="2659" y="479"/>
                  </a:lnTo>
                  <a:lnTo>
                    <a:pt x="2818" y="532"/>
                  </a:lnTo>
                  <a:lnTo>
                    <a:pt x="2978" y="612"/>
                  </a:lnTo>
                  <a:lnTo>
                    <a:pt x="3110" y="692"/>
                  </a:lnTo>
                  <a:lnTo>
                    <a:pt x="3243" y="798"/>
                  </a:lnTo>
                  <a:lnTo>
                    <a:pt x="3376" y="904"/>
                  </a:lnTo>
                  <a:lnTo>
                    <a:pt x="3483" y="1037"/>
                  </a:lnTo>
                  <a:lnTo>
                    <a:pt x="3589" y="1170"/>
                  </a:lnTo>
                  <a:lnTo>
                    <a:pt x="3669" y="1303"/>
                  </a:lnTo>
                  <a:lnTo>
                    <a:pt x="3748" y="1462"/>
                  </a:lnTo>
                  <a:lnTo>
                    <a:pt x="3802" y="1622"/>
                  </a:lnTo>
                  <a:lnTo>
                    <a:pt x="3855" y="1781"/>
                  </a:lnTo>
                  <a:lnTo>
                    <a:pt x="3881" y="1967"/>
                  </a:lnTo>
                  <a:lnTo>
                    <a:pt x="3881" y="2154"/>
                  </a:lnTo>
                  <a:lnTo>
                    <a:pt x="3881" y="2313"/>
                  </a:lnTo>
                  <a:lnTo>
                    <a:pt x="3855" y="2499"/>
                  </a:lnTo>
                  <a:lnTo>
                    <a:pt x="3802" y="2659"/>
                  </a:lnTo>
                  <a:lnTo>
                    <a:pt x="3748" y="2818"/>
                  </a:lnTo>
                  <a:lnTo>
                    <a:pt x="3669" y="2978"/>
                  </a:lnTo>
                  <a:lnTo>
                    <a:pt x="3589" y="3110"/>
                  </a:lnTo>
                  <a:lnTo>
                    <a:pt x="3483" y="3243"/>
                  </a:lnTo>
                  <a:lnTo>
                    <a:pt x="3376" y="3376"/>
                  </a:lnTo>
                  <a:lnTo>
                    <a:pt x="3243" y="3483"/>
                  </a:lnTo>
                  <a:lnTo>
                    <a:pt x="3110" y="3589"/>
                  </a:lnTo>
                  <a:lnTo>
                    <a:pt x="2978" y="3669"/>
                  </a:lnTo>
                  <a:lnTo>
                    <a:pt x="2818" y="3748"/>
                  </a:lnTo>
                  <a:lnTo>
                    <a:pt x="2659" y="3802"/>
                  </a:lnTo>
                  <a:lnTo>
                    <a:pt x="2499" y="3855"/>
                  </a:lnTo>
                  <a:lnTo>
                    <a:pt x="2313" y="3881"/>
                  </a:lnTo>
                  <a:lnTo>
                    <a:pt x="1967" y="3881"/>
                  </a:lnTo>
                  <a:lnTo>
                    <a:pt x="1781" y="3855"/>
                  </a:lnTo>
                  <a:lnTo>
                    <a:pt x="1622" y="3802"/>
                  </a:lnTo>
                  <a:lnTo>
                    <a:pt x="1462" y="3748"/>
                  </a:lnTo>
                  <a:lnTo>
                    <a:pt x="1330" y="3669"/>
                  </a:lnTo>
                  <a:lnTo>
                    <a:pt x="1170" y="3589"/>
                  </a:lnTo>
                  <a:lnTo>
                    <a:pt x="1037" y="3483"/>
                  </a:lnTo>
                  <a:lnTo>
                    <a:pt x="904" y="3376"/>
                  </a:lnTo>
                  <a:lnTo>
                    <a:pt x="798" y="3243"/>
                  </a:lnTo>
                  <a:lnTo>
                    <a:pt x="692" y="3110"/>
                  </a:lnTo>
                  <a:lnTo>
                    <a:pt x="612" y="2978"/>
                  </a:lnTo>
                  <a:lnTo>
                    <a:pt x="532" y="2818"/>
                  </a:lnTo>
                  <a:lnTo>
                    <a:pt x="479" y="2659"/>
                  </a:lnTo>
                  <a:lnTo>
                    <a:pt x="452" y="2499"/>
                  </a:lnTo>
                  <a:lnTo>
                    <a:pt x="426" y="2313"/>
                  </a:lnTo>
                  <a:lnTo>
                    <a:pt x="399" y="2154"/>
                  </a:lnTo>
                  <a:lnTo>
                    <a:pt x="426" y="1967"/>
                  </a:lnTo>
                  <a:lnTo>
                    <a:pt x="452" y="1781"/>
                  </a:lnTo>
                  <a:lnTo>
                    <a:pt x="479" y="1622"/>
                  </a:lnTo>
                  <a:lnTo>
                    <a:pt x="532" y="1462"/>
                  </a:lnTo>
                  <a:lnTo>
                    <a:pt x="612" y="1303"/>
                  </a:lnTo>
                  <a:lnTo>
                    <a:pt x="692" y="1170"/>
                  </a:lnTo>
                  <a:lnTo>
                    <a:pt x="798" y="1037"/>
                  </a:lnTo>
                  <a:lnTo>
                    <a:pt x="904" y="904"/>
                  </a:lnTo>
                  <a:lnTo>
                    <a:pt x="1037" y="798"/>
                  </a:lnTo>
                  <a:lnTo>
                    <a:pt x="1170" y="692"/>
                  </a:lnTo>
                  <a:lnTo>
                    <a:pt x="1330" y="612"/>
                  </a:lnTo>
                  <a:lnTo>
                    <a:pt x="1462" y="532"/>
                  </a:lnTo>
                  <a:lnTo>
                    <a:pt x="1622" y="479"/>
                  </a:lnTo>
                  <a:lnTo>
                    <a:pt x="1808" y="426"/>
                  </a:lnTo>
                  <a:lnTo>
                    <a:pt x="1967" y="399"/>
                  </a:lnTo>
                  <a:close/>
                  <a:moveTo>
                    <a:pt x="2154" y="0"/>
                  </a:moveTo>
                  <a:lnTo>
                    <a:pt x="1914" y="27"/>
                  </a:lnTo>
                  <a:lnTo>
                    <a:pt x="1702" y="54"/>
                  </a:lnTo>
                  <a:lnTo>
                    <a:pt x="1516" y="107"/>
                  </a:lnTo>
                  <a:lnTo>
                    <a:pt x="1303" y="160"/>
                  </a:lnTo>
                  <a:lnTo>
                    <a:pt x="1117" y="266"/>
                  </a:lnTo>
                  <a:lnTo>
                    <a:pt x="957" y="373"/>
                  </a:lnTo>
                  <a:lnTo>
                    <a:pt x="771" y="479"/>
                  </a:lnTo>
                  <a:lnTo>
                    <a:pt x="638" y="638"/>
                  </a:lnTo>
                  <a:lnTo>
                    <a:pt x="505" y="771"/>
                  </a:lnTo>
                  <a:lnTo>
                    <a:pt x="373" y="957"/>
                  </a:lnTo>
                  <a:lnTo>
                    <a:pt x="266" y="1117"/>
                  </a:lnTo>
                  <a:lnTo>
                    <a:pt x="187" y="1303"/>
                  </a:lnTo>
                  <a:lnTo>
                    <a:pt x="107" y="1516"/>
                  </a:lnTo>
                  <a:lnTo>
                    <a:pt x="54" y="1702"/>
                  </a:lnTo>
                  <a:lnTo>
                    <a:pt x="27" y="1914"/>
                  </a:lnTo>
                  <a:lnTo>
                    <a:pt x="0" y="2154"/>
                  </a:lnTo>
                  <a:lnTo>
                    <a:pt x="27" y="2366"/>
                  </a:lnTo>
                  <a:lnTo>
                    <a:pt x="54" y="2579"/>
                  </a:lnTo>
                  <a:lnTo>
                    <a:pt x="107" y="2765"/>
                  </a:lnTo>
                  <a:lnTo>
                    <a:pt x="187" y="2978"/>
                  </a:lnTo>
                  <a:lnTo>
                    <a:pt x="266" y="3164"/>
                  </a:lnTo>
                  <a:lnTo>
                    <a:pt x="373" y="3350"/>
                  </a:lnTo>
                  <a:lnTo>
                    <a:pt x="505" y="3509"/>
                  </a:lnTo>
                  <a:lnTo>
                    <a:pt x="638" y="3642"/>
                  </a:lnTo>
                  <a:lnTo>
                    <a:pt x="771" y="3802"/>
                  </a:lnTo>
                  <a:lnTo>
                    <a:pt x="957" y="3908"/>
                  </a:lnTo>
                  <a:lnTo>
                    <a:pt x="1117" y="4014"/>
                  </a:lnTo>
                  <a:lnTo>
                    <a:pt x="1303" y="4121"/>
                  </a:lnTo>
                  <a:lnTo>
                    <a:pt x="1516" y="4174"/>
                  </a:lnTo>
                  <a:lnTo>
                    <a:pt x="1702" y="4227"/>
                  </a:lnTo>
                  <a:lnTo>
                    <a:pt x="1914" y="4280"/>
                  </a:lnTo>
                  <a:lnTo>
                    <a:pt x="2366" y="4280"/>
                  </a:lnTo>
                  <a:lnTo>
                    <a:pt x="2579" y="4227"/>
                  </a:lnTo>
                  <a:lnTo>
                    <a:pt x="2791" y="4174"/>
                  </a:lnTo>
                  <a:lnTo>
                    <a:pt x="2978" y="4121"/>
                  </a:lnTo>
                  <a:lnTo>
                    <a:pt x="3164" y="4014"/>
                  </a:lnTo>
                  <a:lnTo>
                    <a:pt x="3350" y="3908"/>
                  </a:lnTo>
                  <a:lnTo>
                    <a:pt x="3509" y="3802"/>
                  </a:lnTo>
                  <a:lnTo>
                    <a:pt x="3669" y="3642"/>
                  </a:lnTo>
                  <a:lnTo>
                    <a:pt x="3802" y="3509"/>
                  </a:lnTo>
                  <a:lnTo>
                    <a:pt x="3908" y="3350"/>
                  </a:lnTo>
                  <a:lnTo>
                    <a:pt x="4014" y="3164"/>
                  </a:lnTo>
                  <a:lnTo>
                    <a:pt x="4121" y="2978"/>
                  </a:lnTo>
                  <a:lnTo>
                    <a:pt x="4200" y="2765"/>
                  </a:lnTo>
                  <a:lnTo>
                    <a:pt x="4253" y="2579"/>
                  </a:lnTo>
                  <a:lnTo>
                    <a:pt x="4280" y="2366"/>
                  </a:lnTo>
                  <a:lnTo>
                    <a:pt x="4280" y="2154"/>
                  </a:lnTo>
                  <a:lnTo>
                    <a:pt x="4280" y="1914"/>
                  </a:lnTo>
                  <a:lnTo>
                    <a:pt x="4227" y="1702"/>
                  </a:lnTo>
                  <a:lnTo>
                    <a:pt x="4200" y="1516"/>
                  </a:lnTo>
                  <a:lnTo>
                    <a:pt x="4121" y="1303"/>
                  </a:lnTo>
                  <a:lnTo>
                    <a:pt x="4014" y="1117"/>
                  </a:lnTo>
                  <a:lnTo>
                    <a:pt x="3908" y="957"/>
                  </a:lnTo>
                  <a:lnTo>
                    <a:pt x="3802" y="771"/>
                  </a:lnTo>
                  <a:lnTo>
                    <a:pt x="3669" y="638"/>
                  </a:lnTo>
                  <a:lnTo>
                    <a:pt x="3509" y="505"/>
                  </a:lnTo>
                  <a:lnTo>
                    <a:pt x="3350" y="373"/>
                  </a:lnTo>
                  <a:lnTo>
                    <a:pt x="3164" y="266"/>
                  </a:lnTo>
                  <a:lnTo>
                    <a:pt x="2978" y="160"/>
                  </a:lnTo>
                  <a:lnTo>
                    <a:pt x="2791" y="107"/>
                  </a:lnTo>
                  <a:lnTo>
                    <a:pt x="2579" y="54"/>
                  </a:lnTo>
                  <a:lnTo>
                    <a:pt x="2366" y="27"/>
                  </a:lnTo>
                  <a:lnTo>
                    <a:pt x="215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74"/>
            <p:cNvSpPr/>
            <p:nvPr/>
          </p:nvSpPr>
          <p:spPr>
            <a:xfrm>
              <a:off x="4822075" y="2015850"/>
              <a:ext cx="268500" cy="276475"/>
            </a:xfrm>
            <a:custGeom>
              <a:rect b="b" l="l" r="r" t="t"/>
              <a:pathLst>
                <a:path extrusionOk="0" h="11059" w="10740">
                  <a:moveTo>
                    <a:pt x="1542" y="426"/>
                  </a:moveTo>
                  <a:lnTo>
                    <a:pt x="1542" y="1648"/>
                  </a:lnTo>
                  <a:lnTo>
                    <a:pt x="1197" y="1648"/>
                  </a:lnTo>
                  <a:lnTo>
                    <a:pt x="1197" y="426"/>
                  </a:lnTo>
                  <a:close/>
                  <a:moveTo>
                    <a:pt x="2286" y="426"/>
                  </a:moveTo>
                  <a:lnTo>
                    <a:pt x="2286" y="1648"/>
                  </a:lnTo>
                  <a:lnTo>
                    <a:pt x="1941" y="1648"/>
                  </a:lnTo>
                  <a:lnTo>
                    <a:pt x="1941" y="426"/>
                  </a:lnTo>
                  <a:close/>
                  <a:moveTo>
                    <a:pt x="3031" y="426"/>
                  </a:moveTo>
                  <a:lnTo>
                    <a:pt x="3031" y="1648"/>
                  </a:lnTo>
                  <a:lnTo>
                    <a:pt x="2685" y="1648"/>
                  </a:lnTo>
                  <a:lnTo>
                    <a:pt x="2685" y="426"/>
                  </a:lnTo>
                  <a:close/>
                  <a:moveTo>
                    <a:pt x="3775" y="426"/>
                  </a:moveTo>
                  <a:lnTo>
                    <a:pt x="3775" y="1648"/>
                  </a:lnTo>
                  <a:lnTo>
                    <a:pt x="3429" y="1648"/>
                  </a:lnTo>
                  <a:lnTo>
                    <a:pt x="3429" y="426"/>
                  </a:lnTo>
                  <a:close/>
                  <a:moveTo>
                    <a:pt x="4519" y="426"/>
                  </a:moveTo>
                  <a:lnTo>
                    <a:pt x="4519" y="1648"/>
                  </a:lnTo>
                  <a:lnTo>
                    <a:pt x="4174" y="1648"/>
                  </a:lnTo>
                  <a:lnTo>
                    <a:pt x="4174" y="426"/>
                  </a:lnTo>
                  <a:close/>
                  <a:moveTo>
                    <a:pt x="5264" y="426"/>
                  </a:moveTo>
                  <a:lnTo>
                    <a:pt x="5264" y="1648"/>
                  </a:lnTo>
                  <a:lnTo>
                    <a:pt x="4918" y="1648"/>
                  </a:lnTo>
                  <a:lnTo>
                    <a:pt x="4918" y="426"/>
                  </a:lnTo>
                  <a:close/>
                  <a:moveTo>
                    <a:pt x="6008" y="426"/>
                  </a:moveTo>
                  <a:lnTo>
                    <a:pt x="6008" y="1648"/>
                  </a:lnTo>
                  <a:lnTo>
                    <a:pt x="5689" y="1648"/>
                  </a:lnTo>
                  <a:lnTo>
                    <a:pt x="5689" y="426"/>
                  </a:lnTo>
                  <a:close/>
                  <a:moveTo>
                    <a:pt x="5583" y="2047"/>
                  </a:moveTo>
                  <a:lnTo>
                    <a:pt x="5583" y="2525"/>
                  </a:lnTo>
                  <a:lnTo>
                    <a:pt x="1649" y="2525"/>
                  </a:lnTo>
                  <a:lnTo>
                    <a:pt x="1649" y="2047"/>
                  </a:lnTo>
                  <a:close/>
                  <a:moveTo>
                    <a:pt x="8852" y="7523"/>
                  </a:moveTo>
                  <a:lnTo>
                    <a:pt x="9065" y="7549"/>
                  </a:lnTo>
                  <a:lnTo>
                    <a:pt x="9304" y="7602"/>
                  </a:lnTo>
                  <a:lnTo>
                    <a:pt x="9517" y="7682"/>
                  </a:lnTo>
                  <a:lnTo>
                    <a:pt x="9703" y="7815"/>
                  </a:lnTo>
                  <a:lnTo>
                    <a:pt x="9889" y="7975"/>
                  </a:lnTo>
                  <a:lnTo>
                    <a:pt x="10048" y="8161"/>
                  </a:lnTo>
                  <a:lnTo>
                    <a:pt x="10181" y="8347"/>
                  </a:lnTo>
                  <a:lnTo>
                    <a:pt x="10261" y="8559"/>
                  </a:lnTo>
                  <a:lnTo>
                    <a:pt x="10314" y="8799"/>
                  </a:lnTo>
                  <a:lnTo>
                    <a:pt x="10341" y="9011"/>
                  </a:lnTo>
                  <a:lnTo>
                    <a:pt x="10341" y="9251"/>
                  </a:lnTo>
                  <a:lnTo>
                    <a:pt x="10287" y="9490"/>
                  </a:lnTo>
                  <a:lnTo>
                    <a:pt x="10208" y="9702"/>
                  </a:lnTo>
                  <a:lnTo>
                    <a:pt x="8161" y="7656"/>
                  </a:lnTo>
                  <a:lnTo>
                    <a:pt x="8374" y="7576"/>
                  </a:lnTo>
                  <a:lnTo>
                    <a:pt x="8613" y="7523"/>
                  </a:lnTo>
                  <a:close/>
                  <a:moveTo>
                    <a:pt x="7815" y="7868"/>
                  </a:moveTo>
                  <a:lnTo>
                    <a:pt x="9995" y="10075"/>
                  </a:lnTo>
                  <a:lnTo>
                    <a:pt x="9889" y="10181"/>
                  </a:lnTo>
                  <a:lnTo>
                    <a:pt x="9756" y="10314"/>
                  </a:lnTo>
                  <a:lnTo>
                    <a:pt x="7550" y="8108"/>
                  </a:lnTo>
                  <a:lnTo>
                    <a:pt x="7576" y="8108"/>
                  </a:lnTo>
                  <a:lnTo>
                    <a:pt x="7682" y="7975"/>
                  </a:lnTo>
                  <a:lnTo>
                    <a:pt x="7815" y="7868"/>
                  </a:lnTo>
                  <a:close/>
                  <a:moveTo>
                    <a:pt x="5689" y="2924"/>
                  </a:moveTo>
                  <a:lnTo>
                    <a:pt x="6646" y="3934"/>
                  </a:lnTo>
                  <a:lnTo>
                    <a:pt x="6726" y="4041"/>
                  </a:lnTo>
                  <a:lnTo>
                    <a:pt x="6779" y="4120"/>
                  </a:lnTo>
                  <a:lnTo>
                    <a:pt x="6805" y="4227"/>
                  </a:lnTo>
                  <a:lnTo>
                    <a:pt x="6805" y="4333"/>
                  </a:lnTo>
                  <a:lnTo>
                    <a:pt x="6805" y="9942"/>
                  </a:lnTo>
                  <a:lnTo>
                    <a:pt x="6805" y="10075"/>
                  </a:lnTo>
                  <a:lnTo>
                    <a:pt x="6752" y="10207"/>
                  </a:lnTo>
                  <a:lnTo>
                    <a:pt x="6699" y="10340"/>
                  </a:lnTo>
                  <a:lnTo>
                    <a:pt x="6619" y="10447"/>
                  </a:lnTo>
                  <a:lnTo>
                    <a:pt x="6513" y="10526"/>
                  </a:lnTo>
                  <a:lnTo>
                    <a:pt x="6380" y="10606"/>
                  </a:lnTo>
                  <a:lnTo>
                    <a:pt x="6247" y="10633"/>
                  </a:lnTo>
                  <a:lnTo>
                    <a:pt x="6114" y="10659"/>
                  </a:lnTo>
                  <a:lnTo>
                    <a:pt x="1117" y="10659"/>
                  </a:lnTo>
                  <a:lnTo>
                    <a:pt x="957" y="10633"/>
                  </a:lnTo>
                  <a:lnTo>
                    <a:pt x="824" y="10606"/>
                  </a:lnTo>
                  <a:lnTo>
                    <a:pt x="718" y="10526"/>
                  </a:lnTo>
                  <a:lnTo>
                    <a:pt x="612" y="10447"/>
                  </a:lnTo>
                  <a:lnTo>
                    <a:pt x="506" y="10340"/>
                  </a:lnTo>
                  <a:lnTo>
                    <a:pt x="452" y="10207"/>
                  </a:lnTo>
                  <a:lnTo>
                    <a:pt x="399" y="10075"/>
                  </a:lnTo>
                  <a:lnTo>
                    <a:pt x="399" y="9942"/>
                  </a:lnTo>
                  <a:lnTo>
                    <a:pt x="399" y="4333"/>
                  </a:lnTo>
                  <a:lnTo>
                    <a:pt x="399" y="4227"/>
                  </a:lnTo>
                  <a:lnTo>
                    <a:pt x="426" y="4120"/>
                  </a:lnTo>
                  <a:lnTo>
                    <a:pt x="479" y="4041"/>
                  </a:lnTo>
                  <a:lnTo>
                    <a:pt x="559" y="3934"/>
                  </a:lnTo>
                  <a:lnTo>
                    <a:pt x="1516" y="2924"/>
                  </a:lnTo>
                  <a:close/>
                  <a:moveTo>
                    <a:pt x="7337" y="8453"/>
                  </a:moveTo>
                  <a:lnTo>
                    <a:pt x="9410" y="10526"/>
                  </a:lnTo>
                  <a:lnTo>
                    <a:pt x="9198" y="10606"/>
                  </a:lnTo>
                  <a:lnTo>
                    <a:pt x="8958" y="10633"/>
                  </a:lnTo>
                  <a:lnTo>
                    <a:pt x="8719" y="10659"/>
                  </a:lnTo>
                  <a:lnTo>
                    <a:pt x="8507" y="10633"/>
                  </a:lnTo>
                  <a:lnTo>
                    <a:pt x="8267" y="10553"/>
                  </a:lnTo>
                  <a:lnTo>
                    <a:pt x="8055" y="10473"/>
                  </a:lnTo>
                  <a:lnTo>
                    <a:pt x="7869" y="10340"/>
                  </a:lnTo>
                  <a:lnTo>
                    <a:pt x="7682" y="10181"/>
                  </a:lnTo>
                  <a:lnTo>
                    <a:pt x="7523" y="10021"/>
                  </a:lnTo>
                  <a:lnTo>
                    <a:pt x="7390" y="9809"/>
                  </a:lnTo>
                  <a:lnTo>
                    <a:pt x="7310" y="9596"/>
                  </a:lnTo>
                  <a:lnTo>
                    <a:pt x="7257" y="9383"/>
                  </a:lnTo>
                  <a:lnTo>
                    <a:pt x="7231" y="9144"/>
                  </a:lnTo>
                  <a:lnTo>
                    <a:pt x="7231" y="8905"/>
                  </a:lnTo>
                  <a:lnTo>
                    <a:pt x="7284" y="8692"/>
                  </a:lnTo>
                  <a:lnTo>
                    <a:pt x="7337" y="8453"/>
                  </a:lnTo>
                  <a:close/>
                  <a:moveTo>
                    <a:pt x="984" y="0"/>
                  </a:moveTo>
                  <a:lnTo>
                    <a:pt x="931" y="27"/>
                  </a:lnTo>
                  <a:lnTo>
                    <a:pt x="851" y="80"/>
                  </a:lnTo>
                  <a:lnTo>
                    <a:pt x="824" y="133"/>
                  </a:lnTo>
                  <a:lnTo>
                    <a:pt x="798" y="213"/>
                  </a:lnTo>
                  <a:lnTo>
                    <a:pt x="798" y="1861"/>
                  </a:lnTo>
                  <a:lnTo>
                    <a:pt x="824" y="1941"/>
                  </a:lnTo>
                  <a:lnTo>
                    <a:pt x="851" y="1994"/>
                  </a:lnTo>
                  <a:lnTo>
                    <a:pt x="931" y="2047"/>
                  </a:lnTo>
                  <a:lnTo>
                    <a:pt x="1250" y="2047"/>
                  </a:lnTo>
                  <a:lnTo>
                    <a:pt x="1250" y="2632"/>
                  </a:lnTo>
                  <a:lnTo>
                    <a:pt x="266" y="3668"/>
                  </a:lnTo>
                  <a:lnTo>
                    <a:pt x="160" y="3801"/>
                  </a:lnTo>
                  <a:lnTo>
                    <a:pt x="54" y="3987"/>
                  </a:lnTo>
                  <a:lnTo>
                    <a:pt x="27" y="4147"/>
                  </a:lnTo>
                  <a:lnTo>
                    <a:pt x="0" y="4333"/>
                  </a:lnTo>
                  <a:lnTo>
                    <a:pt x="0" y="9942"/>
                  </a:lnTo>
                  <a:lnTo>
                    <a:pt x="27" y="10154"/>
                  </a:lnTo>
                  <a:lnTo>
                    <a:pt x="80" y="10367"/>
                  </a:lnTo>
                  <a:lnTo>
                    <a:pt x="187" y="10553"/>
                  </a:lnTo>
                  <a:lnTo>
                    <a:pt x="319" y="10712"/>
                  </a:lnTo>
                  <a:lnTo>
                    <a:pt x="479" y="10872"/>
                  </a:lnTo>
                  <a:lnTo>
                    <a:pt x="665" y="10952"/>
                  </a:lnTo>
                  <a:lnTo>
                    <a:pt x="878" y="11031"/>
                  </a:lnTo>
                  <a:lnTo>
                    <a:pt x="1117" y="11058"/>
                  </a:lnTo>
                  <a:lnTo>
                    <a:pt x="6114" y="11058"/>
                  </a:lnTo>
                  <a:lnTo>
                    <a:pt x="6300" y="11031"/>
                  </a:lnTo>
                  <a:lnTo>
                    <a:pt x="6460" y="10978"/>
                  </a:lnTo>
                  <a:lnTo>
                    <a:pt x="6646" y="10925"/>
                  </a:lnTo>
                  <a:lnTo>
                    <a:pt x="6779" y="10819"/>
                  </a:lnTo>
                  <a:lnTo>
                    <a:pt x="6912" y="10686"/>
                  </a:lnTo>
                  <a:lnTo>
                    <a:pt x="7018" y="10553"/>
                  </a:lnTo>
                  <a:lnTo>
                    <a:pt x="7124" y="10394"/>
                  </a:lnTo>
                  <a:lnTo>
                    <a:pt x="7177" y="10207"/>
                  </a:lnTo>
                  <a:lnTo>
                    <a:pt x="7310" y="10367"/>
                  </a:lnTo>
                  <a:lnTo>
                    <a:pt x="7443" y="10500"/>
                  </a:lnTo>
                  <a:lnTo>
                    <a:pt x="7576" y="10633"/>
                  </a:lnTo>
                  <a:lnTo>
                    <a:pt x="7736" y="10739"/>
                  </a:lnTo>
                  <a:lnTo>
                    <a:pt x="7895" y="10845"/>
                  </a:lnTo>
                  <a:lnTo>
                    <a:pt x="8055" y="10899"/>
                  </a:lnTo>
                  <a:lnTo>
                    <a:pt x="8241" y="10978"/>
                  </a:lnTo>
                  <a:lnTo>
                    <a:pt x="8400" y="11005"/>
                  </a:lnTo>
                  <a:lnTo>
                    <a:pt x="8586" y="11031"/>
                  </a:lnTo>
                  <a:lnTo>
                    <a:pt x="8772" y="11058"/>
                  </a:lnTo>
                  <a:lnTo>
                    <a:pt x="8958" y="11031"/>
                  </a:lnTo>
                  <a:lnTo>
                    <a:pt x="9144" y="11005"/>
                  </a:lnTo>
                  <a:lnTo>
                    <a:pt x="9331" y="10978"/>
                  </a:lnTo>
                  <a:lnTo>
                    <a:pt x="9517" y="10925"/>
                  </a:lnTo>
                  <a:lnTo>
                    <a:pt x="9676" y="10845"/>
                  </a:lnTo>
                  <a:lnTo>
                    <a:pt x="9862" y="10739"/>
                  </a:lnTo>
                  <a:lnTo>
                    <a:pt x="10022" y="10606"/>
                  </a:lnTo>
                  <a:lnTo>
                    <a:pt x="10181" y="10473"/>
                  </a:lnTo>
                  <a:lnTo>
                    <a:pt x="10314" y="10314"/>
                  </a:lnTo>
                  <a:lnTo>
                    <a:pt x="10447" y="10154"/>
                  </a:lnTo>
                  <a:lnTo>
                    <a:pt x="10606" y="9835"/>
                  </a:lnTo>
                  <a:lnTo>
                    <a:pt x="10713" y="9516"/>
                  </a:lnTo>
                  <a:lnTo>
                    <a:pt x="10739" y="9197"/>
                  </a:lnTo>
                  <a:lnTo>
                    <a:pt x="10739" y="8878"/>
                  </a:lnTo>
                  <a:lnTo>
                    <a:pt x="10686" y="8559"/>
                  </a:lnTo>
                  <a:lnTo>
                    <a:pt x="10553" y="8240"/>
                  </a:lnTo>
                  <a:lnTo>
                    <a:pt x="10394" y="7948"/>
                  </a:lnTo>
                  <a:lnTo>
                    <a:pt x="10181" y="7682"/>
                  </a:lnTo>
                  <a:lnTo>
                    <a:pt x="9915" y="7470"/>
                  </a:lnTo>
                  <a:lnTo>
                    <a:pt x="9623" y="7310"/>
                  </a:lnTo>
                  <a:lnTo>
                    <a:pt x="9331" y="7177"/>
                  </a:lnTo>
                  <a:lnTo>
                    <a:pt x="8985" y="7124"/>
                  </a:lnTo>
                  <a:lnTo>
                    <a:pt x="8666" y="7124"/>
                  </a:lnTo>
                  <a:lnTo>
                    <a:pt x="8347" y="7177"/>
                  </a:lnTo>
                  <a:lnTo>
                    <a:pt x="8028" y="7257"/>
                  </a:lnTo>
                  <a:lnTo>
                    <a:pt x="7709" y="7416"/>
                  </a:lnTo>
                  <a:lnTo>
                    <a:pt x="7709" y="7443"/>
                  </a:lnTo>
                  <a:lnTo>
                    <a:pt x="7443" y="7629"/>
                  </a:lnTo>
                  <a:lnTo>
                    <a:pt x="7231" y="7895"/>
                  </a:lnTo>
                  <a:lnTo>
                    <a:pt x="7231" y="4333"/>
                  </a:lnTo>
                  <a:lnTo>
                    <a:pt x="7204" y="4147"/>
                  </a:lnTo>
                  <a:lnTo>
                    <a:pt x="7151" y="3987"/>
                  </a:lnTo>
                  <a:lnTo>
                    <a:pt x="7071" y="3801"/>
                  </a:lnTo>
                  <a:lnTo>
                    <a:pt x="6938" y="3668"/>
                  </a:lnTo>
                  <a:lnTo>
                    <a:pt x="5981" y="2632"/>
                  </a:lnTo>
                  <a:lnTo>
                    <a:pt x="5981" y="2047"/>
                  </a:lnTo>
                  <a:lnTo>
                    <a:pt x="6300" y="2047"/>
                  </a:lnTo>
                  <a:lnTo>
                    <a:pt x="6353" y="1994"/>
                  </a:lnTo>
                  <a:lnTo>
                    <a:pt x="6407" y="1941"/>
                  </a:lnTo>
                  <a:lnTo>
                    <a:pt x="6407" y="1861"/>
                  </a:lnTo>
                  <a:lnTo>
                    <a:pt x="6407" y="213"/>
                  </a:lnTo>
                  <a:lnTo>
                    <a:pt x="6407" y="133"/>
                  </a:lnTo>
                  <a:lnTo>
                    <a:pt x="6353" y="80"/>
                  </a:lnTo>
                  <a:lnTo>
                    <a:pt x="6300" y="27"/>
                  </a:lnTo>
                  <a:lnTo>
                    <a:pt x="622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74"/>
            <p:cNvSpPr/>
            <p:nvPr/>
          </p:nvSpPr>
          <p:spPr>
            <a:xfrm>
              <a:off x="4879225" y="2188625"/>
              <a:ext cx="29275" cy="27275"/>
            </a:xfrm>
            <a:custGeom>
              <a:rect b="b" l="l" r="r" t="t"/>
              <a:pathLst>
                <a:path extrusionOk="0" h="1091" w="1171">
                  <a:moveTo>
                    <a:pt x="187" y="0"/>
                  </a:moveTo>
                  <a:lnTo>
                    <a:pt x="107" y="27"/>
                  </a:lnTo>
                  <a:lnTo>
                    <a:pt x="54" y="80"/>
                  </a:lnTo>
                  <a:lnTo>
                    <a:pt x="0" y="133"/>
                  </a:lnTo>
                  <a:lnTo>
                    <a:pt x="0" y="213"/>
                  </a:lnTo>
                  <a:lnTo>
                    <a:pt x="0" y="293"/>
                  </a:lnTo>
                  <a:lnTo>
                    <a:pt x="54" y="346"/>
                  </a:lnTo>
                  <a:lnTo>
                    <a:pt x="107" y="399"/>
                  </a:lnTo>
                  <a:lnTo>
                    <a:pt x="187" y="399"/>
                  </a:lnTo>
                  <a:lnTo>
                    <a:pt x="426" y="426"/>
                  </a:lnTo>
                  <a:lnTo>
                    <a:pt x="80" y="745"/>
                  </a:lnTo>
                  <a:lnTo>
                    <a:pt x="54" y="798"/>
                  </a:lnTo>
                  <a:lnTo>
                    <a:pt x="27" y="851"/>
                  </a:lnTo>
                  <a:lnTo>
                    <a:pt x="27" y="904"/>
                  </a:lnTo>
                  <a:lnTo>
                    <a:pt x="54" y="957"/>
                  </a:lnTo>
                  <a:lnTo>
                    <a:pt x="80" y="1010"/>
                  </a:lnTo>
                  <a:lnTo>
                    <a:pt x="107" y="1064"/>
                  </a:lnTo>
                  <a:lnTo>
                    <a:pt x="160" y="1090"/>
                  </a:lnTo>
                  <a:lnTo>
                    <a:pt x="957" y="1090"/>
                  </a:lnTo>
                  <a:lnTo>
                    <a:pt x="1037" y="1064"/>
                  </a:lnTo>
                  <a:lnTo>
                    <a:pt x="1117" y="1037"/>
                  </a:lnTo>
                  <a:lnTo>
                    <a:pt x="1143" y="957"/>
                  </a:lnTo>
                  <a:lnTo>
                    <a:pt x="1170" y="878"/>
                  </a:lnTo>
                  <a:lnTo>
                    <a:pt x="1143" y="824"/>
                  </a:lnTo>
                  <a:lnTo>
                    <a:pt x="1117" y="745"/>
                  </a:lnTo>
                  <a:lnTo>
                    <a:pt x="1037" y="718"/>
                  </a:lnTo>
                  <a:lnTo>
                    <a:pt x="957" y="691"/>
                  </a:lnTo>
                  <a:lnTo>
                    <a:pt x="718" y="691"/>
                  </a:lnTo>
                  <a:lnTo>
                    <a:pt x="1064" y="346"/>
                  </a:lnTo>
                  <a:lnTo>
                    <a:pt x="1090" y="319"/>
                  </a:lnTo>
                  <a:lnTo>
                    <a:pt x="1117" y="266"/>
                  </a:lnTo>
                  <a:lnTo>
                    <a:pt x="1117" y="186"/>
                  </a:lnTo>
                  <a:lnTo>
                    <a:pt x="1090" y="133"/>
                  </a:lnTo>
                  <a:lnTo>
                    <a:pt x="1064" y="80"/>
                  </a:lnTo>
                  <a:lnTo>
                    <a:pt x="1037" y="54"/>
                  </a:lnTo>
                  <a:lnTo>
                    <a:pt x="984" y="27"/>
                  </a:lnTo>
                  <a:lnTo>
                    <a:pt x="904" y="27"/>
                  </a:lnTo>
                  <a:lnTo>
                    <a:pt x="18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74"/>
            <p:cNvSpPr/>
            <p:nvPr/>
          </p:nvSpPr>
          <p:spPr>
            <a:xfrm>
              <a:off x="4911125" y="2163375"/>
              <a:ext cx="34575" cy="31925"/>
            </a:xfrm>
            <a:custGeom>
              <a:rect b="b" l="l" r="r" t="t"/>
              <a:pathLst>
                <a:path extrusionOk="0" h="1277" w="1383">
                  <a:moveTo>
                    <a:pt x="213" y="0"/>
                  </a:moveTo>
                  <a:lnTo>
                    <a:pt x="133" y="27"/>
                  </a:lnTo>
                  <a:lnTo>
                    <a:pt x="54" y="53"/>
                  </a:lnTo>
                  <a:lnTo>
                    <a:pt x="27" y="133"/>
                  </a:lnTo>
                  <a:lnTo>
                    <a:pt x="0" y="186"/>
                  </a:lnTo>
                  <a:lnTo>
                    <a:pt x="27" y="266"/>
                  </a:lnTo>
                  <a:lnTo>
                    <a:pt x="54" y="346"/>
                  </a:lnTo>
                  <a:lnTo>
                    <a:pt x="133" y="372"/>
                  </a:lnTo>
                  <a:lnTo>
                    <a:pt x="213" y="399"/>
                  </a:lnTo>
                  <a:lnTo>
                    <a:pt x="638" y="399"/>
                  </a:lnTo>
                  <a:lnTo>
                    <a:pt x="107" y="931"/>
                  </a:lnTo>
                  <a:lnTo>
                    <a:pt x="80" y="984"/>
                  </a:lnTo>
                  <a:lnTo>
                    <a:pt x="54" y="1037"/>
                  </a:lnTo>
                  <a:lnTo>
                    <a:pt x="54" y="1090"/>
                  </a:lnTo>
                  <a:lnTo>
                    <a:pt x="80" y="1143"/>
                  </a:lnTo>
                  <a:lnTo>
                    <a:pt x="107" y="1196"/>
                  </a:lnTo>
                  <a:lnTo>
                    <a:pt x="160" y="1250"/>
                  </a:lnTo>
                  <a:lnTo>
                    <a:pt x="213" y="1250"/>
                  </a:lnTo>
                  <a:lnTo>
                    <a:pt x="266" y="1276"/>
                  </a:lnTo>
                  <a:lnTo>
                    <a:pt x="1170" y="1276"/>
                  </a:lnTo>
                  <a:lnTo>
                    <a:pt x="1250" y="1250"/>
                  </a:lnTo>
                  <a:lnTo>
                    <a:pt x="1329" y="1196"/>
                  </a:lnTo>
                  <a:lnTo>
                    <a:pt x="1356" y="1143"/>
                  </a:lnTo>
                  <a:lnTo>
                    <a:pt x="1383" y="1064"/>
                  </a:lnTo>
                  <a:lnTo>
                    <a:pt x="1356" y="984"/>
                  </a:lnTo>
                  <a:lnTo>
                    <a:pt x="1329" y="931"/>
                  </a:lnTo>
                  <a:lnTo>
                    <a:pt x="1250" y="877"/>
                  </a:lnTo>
                  <a:lnTo>
                    <a:pt x="745" y="877"/>
                  </a:lnTo>
                  <a:lnTo>
                    <a:pt x="1276" y="346"/>
                  </a:lnTo>
                  <a:lnTo>
                    <a:pt x="1303" y="293"/>
                  </a:lnTo>
                  <a:lnTo>
                    <a:pt x="1329" y="239"/>
                  </a:lnTo>
                  <a:lnTo>
                    <a:pt x="1329" y="186"/>
                  </a:lnTo>
                  <a:lnTo>
                    <a:pt x="1329" y="133"/>
                  </a:lnTo>
                  <a:lnTo>
                    <a:pt x="1303" y="80"/>
                  </a:lnTo>
                  <a:lnTo>
                    <a:pt x="1250" y="27"/>
                  </a:lnTo>
                  <a:lnTo>
                    <a:pt x="11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3" name="Google Shape;1053;p74"/>
          <p:cNvGrpSpPr/>
          <p:nvPr/>
        </p:nvGrpSpPr>
        <p:grpSpPr>
          <a:xfrm>
            <a:off x="5407942" y="2315406"/>
            <a:ext cx="272715" cy="213645"/>
            <a:chOff x="5589600" y="2038425"/>
            <a:chExt cx="263850" cy="206700"/>
          </a:xfrm>
        </p:grpSpPr>
        <p:sp>
          <p:nvSpPr>
            <p:cNvPr id="1054" name="Google Shape;1054;p74"/>
            <p:cNvSpPr/>
            <p:nvPr/>
          </p:nvSpPr>
          <p:spPr>
            <a:xfrm>
              <a:off x="5589600" y="2038425"/>
              <a:ext cx="263850" cy="206700"/>
            </a:xfrm>
            <a:custGeom>
              <a:rect b="b" l="l" r="r" t="t"/>
              <a:pathLst>
                <a:path extrusionOk="0" h="8268" w="10554">
                  <a:moveTo>
                    <a:pt x="1862" y="1782"/>
                  </a:moveTo>
                  <a:lnTo>
                    <a:pt x="2021" y="1809"/>
                  </a:lnTo>
                  <a:lnTo>
                    <a:pt x="2154" y="1862"/>
                  </a:lnTo>
                  <a:lnTo>
                    <a:pt x="2260" y="1941"/>
                  </a:lnTo>
                  <a:lnTo>
                    <a:pt x="2367" y="2021"/>
                  </a:lnTo>
                  <a:lnTo>
                    <a:pt x="2473" y="2127"/>
                  </a:lnTo>
                  <a:lnTo>
                    <a:pt x="2526" y="2260"/>
                  </a:lnTo>
                  <a:lnTo>
                    <a:pt x="2579" y="2393"/>
                  </a:lnTo>
                  <a:lnTo>
                    <a:pt x="2606" y="2553"/>
                  </a:lnTo>
                  <a:lnTo>
                    <a:pt x="2579" y="2686"/>
                  </a:lnTo>
                  <a:lnTo>
                    <a:pt x="2553" y="2845"/>
                  </a:lnTo>
                  <a:lnTo>
                    <a:pt x="2500" y="2978"/>
                  </a:lnTo>
                  <a:lnTo>
                    <a:pt x="2420" y="3084"/>
                  </a:lnTo>
                  <a:lnTo>
                    <a:pt x="2340" y="3191"/>
                  </a:lnTo>
                  <a:lnTo>
                    <a:pt x="2234" y="3297"/>
                  </a:lnTo>
                  <a:lnTo>
                    <a:pt x="2101" y="3350"/>
                  </a:lnTo>
                  <a:lnTo>
                    <a:pt x="1968" y="3403"/>
                  </a:lnTo>
                  <a:lnTo>
                    <a:pt x="1809" y="3430"/>
                  </a:lnTo>
                  <a:lnTo>
                    <a:pt x="1676" y="3430"/>
                  </a:lnTo>
                  <a:lnTo>
                    <a:pt x="1543" y="3403"/>
                  </a:lnTo>
                  <a:lnTo>
                    <a:pt x="1410" y="3350"/>
                  </a:lnTo>
                  <a:lnTo>
                    <a:pt x="1277" y="3270"/>
                  </a:lnTo>
                  <a:lnTo>
                    <a:pt x="1171" y="3164"/>
                  </a:lnTo>
                  <a:lnTo>
                    <a:pt x="1091" y="3058"/>
                  </a:lnTo>
                  <a:lnTo>
                    <a:pt x="1011" y="2925"/>
                  </a:lnTo>
                  <a:lnTo>
                    <a:pt x="1091" y="2765"/>
                  </a:lnTo>
                  <a:lnTo>
                    <a:pt x="1197" y="2606"/>
                  </a:lnTo>
                  <a:lnTo>
                    <a:pt x="1250" y="2526"/>
                  </a:lnTo>
                  <a:lnTo>
                    <a:pt x="1383" y="2314"/>
                  </a:lnTo>
                  <a:lnTo>
                    <a:pt x="1410" y="2314"/>
                  </a:lnTo>
                  <a:lnTo>
                    <a:pt x="1543" y="2127"/>
                  </a:lnTo>
                  <a:lnTo>
                    <a:pt x="1596" y="2074"/>
                  </a:lnTo>
                  <a:lnTo>
                    <a:pt x="1755" y="1888"/>
                  </a:lnTo>
                  <a:lnTo>
                    <a:pt x="1809" y="1835"/>
                  </a:lnTo>
                  <a:lnTo>
                    <a:pt x="1862" y="1782"/>
                  </a:lnTo>
                  <a:close/>
                  <a:moveTo>
                    <a:pt x="9251" y="2446"/>
                  </a:moveTo>
                  <a:lnTo>
                    <a:pt x="9251" y="2473"/>
                  </a:lnTo>
                  <a:lnTo>
                    <a:pt x="9411" y="2686"/>
                  </a:lnTo>
                  <a:lnTo>
                    <a:pt x="9411" y="2712"/>
                  </a:lnTo>
                  <a:lnTo>
                    <a:pt x="9544" y="2952"/>
                  </a:lnTo>
                  <a:lnTo>
                    <a:pt x="9677" y="3191"/>
                  </a:lnTo>
                  <a:lnTo>
                    <a:pt x="9677" y="3217"/>
                  </a:lnTo>
                  <a:lnTo>
                    <a:pt x="9783" y="3483"/>
                  </a:lnTo>
                  <a:lnTo>
                    <a:pt x="9730" y="3589"/>
                  </a:lnTo>
                  <a:lnTo>
                    <a:pt x="9650" y="3669"/>
                  </a:lnTo>
                  <a:lnTo>
                    <a:pt x="9544" y="3749"/>
                  </a:lnTo>
                  <a:lnTo>
                    <a:pt x="9437" y="3802"/>
                  </a:lnTo>
                  <a:lnTo>
                    <a:pt x="9304" y="3855"/>
                  </a:lnTo>
                  <a:lnTo>
                    <a:pt x="9065" y="3855"/>
                  </a:lnTo>
                  <a:lnTo>
                    <a:pt x="8932" y="3829"/>
                  </a:lnTo>
                  <a:lnTo>
                    <a:pt x="8826" y="3776"/>
                  </a:lnTo>
                  <a:lnTo>
                    <a:pt x="8720" y="3696"/>
                  </a:lnTo>
                  <a:lnTo>
                    <a:pt x="8640" y="3616"/>
                  </a:lnTo>
                  <a:lnTo>
                    <a:pt x="8560" y="3510"/>
                  </a:lnTo>
                  <a:lnTo>
                    <a:pt x="8507" y="3403"/>
                  </a:lnTo>
                  <a:lnTo>
                    <a:pt x="8480" y="3297"/>
                  </a:lnTo>
                  <a:lnTo>
                    <a:pt x="8454" y="3164"/>
                  </a:lnTo>
                  <a:lnTo>
                    <a:pt x="8480" y="3031"/>
                  </a:lnTo>
                  <a:lnTo>
                    <a:pt x="8507" y="2925"/>
                  </a:lnTo>
                  <a:lnTo>
                    <a:pt x="8560" y="2792"/>
                  </a:lnTo>
                  <a:lnTo>
                    <a:pt x="8613" y="2712"/>
                  </a:lnTo>
                  <a:lnTo>
                    <a:pt x="8720" y="2606"/>
                  </a:lnTo>
                  <a:lnTo>
                    <a:pt x="8799" y="2553"/>
                  </a:lnTo>
                  <a:lnTo>
                    <a:pt x="8932" y="2500"/>
                  </a:lnTo>
                  <a:lnTo>
                    <a:pt x="9039" y="2473"/>
                  </a:lnTo>
                  <a:lnTo>
                    <a:pt x="9172" y="2446"/>
                  </a:lnTo>
                  <a:close/>
                  <a:moveTo>
                    <a:pt x="7550" y="5105"/>
                  </a:moveTo>
                  <a:lnTo>
                    <a:pt x="7656" y="5158"/>
                  </a:lnTo>
                  <a:lnTo>
                    <a:pt x="7763" y="5184"/>
                  </a:lnTo>
                  <a:lnTo>
                    <a:pt x="7842" y="5264"/>
                  </a:lnTo>
                  <a:lnTo>
                    <a:pt x="7922" y="5344"/>
                  </a:lnTo>
                  <a:lnTo>
                    <a:pt x="8002" y="5450"/>
                  </a:lnTo>
                  <a:lnTo>
                    <a:pt x="8029" y="5556"/>
                  </a:lnTo>
                  <a:lnTo>
                    <a:pt x="8055" y="5663"/>
                  </a:lnTo>
                  <a:lnTo>
                    <a:pt x="8055" y="5769"/>
                  </a:lnTo>
                  <a:lnTo>
                    <a:pt x="8029" y="5902"/>
                  </a:lnTo>
                  <a:lnTo>
                    <a:pt x="7975" y="6008"/>
                  </a:lnTo>
                  <a:lnTo>
                    <a:pt x="7922" y="6088"/>
                  </a:lnTo>
                  <a:lnTo>
                    <a:pt x="7842" y="6168"/>
                  </a:lnTo>
                  <a:lnTo>
                    <a:pt x="7736" y="6248"/>
                  </a:lnTo>
                  <a:lnTo>
                    <a:pt x="7630" y="6274"/>
                  </a:lnTo>
                  <a:lnTo>
                    <a:pt x="7524" y="6301"/>
                  </a:lnTo>
                  <a:lnTo>
                    <a:pt x="7417" y="6301"/>
                  </a:lnTo>
                  <a:lnTo>
                    <a:pt x="7444" y="6194"/>
                  </a:lnTo>
                  <a:lnTo>
                    <a:pt x="7470" y="6035"/>
                  </a:lnTo>
                  <a:lnTo>
                    <a:pt x="7497" y="5982"/>
                  </a:lnTo>
                  <a:lnTo>
                    <a:pt x="7497" y="5902"/>
                  </a:lnTo>
                  <a:lnTo>
                    <a:pt x="7524" y="5849"/>
                  </a:lnTo>
                  <a:lnTo>
                    <a:pt x="7524" y="5769"/>
                  </a:lnTo>
                  <a:lnTo>
                    <a:pt x="7550" y="5689"/>
                  </a:lnTo>
                  <a:lnTo>
                    <a:pt x="7550" y="5610"/>
                  </a:lnTo>
                  <a:lnTo>
                    <a:pt x="7550" y="5556"/>
                  </a:lnTo>
                  <a:lnTo>
                    <a:pt x="7550" y="5477"/>
                  </a:lnTo>
                  <a:lnTo>
                    <a:pt x="7550" y="5397"/>
                  </a:lnTo>
                  <a:lnTo>
                    <a:pt x="7550" y="5344"/>
                  </a:lnTo>
                  <a:lnTo>
                    <a:pt x="7550" y="5264"/>
                  </a:lnTo>
                  <a:lnTo>
                    <a:pt x="7550" y="5237"/>
                  </a:lnTo>
                  <a:lnTo>
                    <a:pt x="7550" y="5105"/>
                  </a:lnTo>
                  <a:close/>
                  <a:moveTo>
                    <a:pt x="506" y="5291"/>
                  </a:moveTo>
                  <a:lnTo>
                    <a:pt x="612" y="5344"/>
                  </a:lnTo>
                  <a:lnTo>
                    <a:pt x="692" y="5397"/>
                  </a:lnTo>
                  <a:lnTo>
                    <a:pt x="772" y="5450"/>
                  </a:lnTo>
                  <a:lnTo>
                    <a:pt x="852" y="5530"/>
                  </a:lnTo>
                  <a:lnTo>
                    <a:pt x="905" y="5610"/>
                  </a:lnTo>
                  <a:lnTo>
                    <a:pt x="931" y="5716"/>
                  </a:lnTo>
                  <a:lnTo>
                    <a:pt x="958" y="5822"/>
                  </a:lnTo>
                  <a:lnTo>
                    <a:pt x="958" y="5929"/>
                  </a:lnTo>
                  <a:lnTo>
                    <a:pt x="931" y="6035"/>
                  </a:lnTo>
                  <a:lnTo>
                    <a:pt x="905" y="6141"/>
                  </a:lnTo>
                  <a:lnTo>
                    <a:pt x="852" y="6221"/>
                  </a:lnTo>
                  <a:lnTo>
                    <a:pt x="772" y="6301"/>
                  </a:lnTo>
                  <a:lnTo>
                    <a:pt x="692" y="6380"/>
                  </a:lnTo>
                  <a:lnTo>
                    <a:pt x="612" y="6434"/>
                  </a:lnTo>
                  <a:lnTo>
                    <a:pt x="506" y="6460"/>
                  </a:lnTo>
                  <a:lnTo>
                    <a:pt x="479" y="6407"/>
                  </a:lnTo>
                  <a:lnTo>
                    <a:pt x="453" y="6248"/>
                  </a:lnTo>
                  <a:lnTo>
                    <a:pt x="426" y="6115"/>
                  </a:lnTo>
                  <a:lnTo>
                    <a:pt x="426" y="5955"/>
                  </a:lnTo>
                  <a:lnTo>
                    <a:pt x="400" y="5796"/>
                  </a:lnTo>
                  <a:lnTo>
                    <a:pt x="400" y="5636"/>
                  </a:lnTo>
                  <a:lnTo>
                    <a:pt x="400" y="5503"/>
                  </a:lnTo>
                  <a:lnTo>
                    <a:pt x="400" y="5344"/>
                  </a:lnTo>
                  <a:lnTo>
                    <a:pt x="400" y="5291"/>
                  </a:lnTo>
                  <a:close/>
                  <a:moveTo>
                    <a:pt x="3031" y="5929"/>
                  </a:moveTo>
                  <a:lnTo>
                    <a:pt x="3058" y="5982"/>
                  </a:lnTo>
                  <a:lnTo>
                    <a:pt x="3058" y="6035"/>
                  </a:lnTo>
                  <a:lnTo>
                    <a:pt x="3111" y="6194"/>
                  </a:lnTo>
                  <a:lnTo>
                    <a:pt x="3138" y="6301"/>
                  </a:lnTo>
                  <a:lnTo>
                    <a:pt x="3138" y="6327"/>
                  </a:lnTo>
                  <a:lnTo>
                    <a:pt x="3164" y="6593"/>
                  </a:lnTo>
                  <a:lnTo>
                    <a:pt x="3111" y="6859"/>
                  </a:lnTo>
                  <a:lnTo>
                    <a:pt x="3058" y="7018"/>
                  </a:lnTo>
                  <a:lnTo>
                    <a:pt x="3005" y="7178"/>
                  </a:lnTo>
                  <a:lnTo>
                    <a:pt x="2872" y="7045"/>
                  </a:lnTo>
                  <a:lnTo>
                    <a:pt x="2792" y="6886"/>
                  </a:lnTo>
                  <a:lnTo>
                    <a:pt x="2739" y="6699"/>
                  </a:lnTo>
                  <a:lnTo>
                    <a:pt x="2739" y="6540"/>
                  </a:lnTo>
                  <a:lnTo>
                    <a:pt x="2765" y="6354"/>
                  </a:lnTo>
                  <a:lnTo>
                    <a:pt x="2819" y="6194"/>
                  </a:lnTo>
                  <a:lnTo>
                    <a:pt x="2925" y="6062"/>
                  </a:lnTo>
                  <a:lnTo>
                    <a:pt x="3031" y="5929"/>
                  </a:lnTo>
                  <a:close/>
                  <a:moveTo>
                    <a:pt x="10022" y="6540"/>
                  </a:moveTo>
                  <a:lnTo>
                    <a:pt x="10022" y="6593"/>
                  </a:lnTo>
                  <a:lnTo>
                    <a:pt x="9996" y="6673"/>
                  </a:lnTo>
                  <a:lnTo>
                    <a:pt x="9942" y="6939"/>
                  </a:lnTo>
                  <a:lnTo>
                    <a:pt x="9889" y="7072"/>
                  </a:lnTo>
                  <a:lnTo>
                    <a:pt x="9863" y="7098"/>
                  </a:lnTo>
                  <a:lnTo>
                    <a:pt x="9810" y="7231"/>
                  </a:lnTo>
                  <a:lnTo>
                    <a:pt x="9783" y="7258"/>
                  </a:lnTo>
                  <a:lnTo>
                    <a:pt x="9730" y="7364"/>
                  </a:lnTo>
                  <a:lnTo>
                    <a:pt x="9703" y="7391"/>
                  </a:lnTo>
                  <a:lnTo>
                    <a:pt x="9597" y="7497"/>
                  </a:lnTo>
                  <a:lnTo>
                    <a:pt x="9544" y="7417"/>
                  </a:lnTo>
                  <a:lnTo>
                    <a:pt x="9517" y="7337"/>
                  </a:lnTo>
                  <a:lnTo>
                    <a:pt x="9491" y="7231"/>
                  </a:lnTo>
                  <a:lnTo>
                    <a:pt x="9464" y="7125"/>
                  </a:lnTo>
                  <a:lnTo>
                    <a:pt x="9491" y="7018"/>
                  </a:lnTo>
                  <a:lnTo>
                    <a:pt x="9517" y="6912"/>
                  </a:lnTo>
                  <a:lnTo>
                    <a:pt x="9570" y="6806"/>
                  </a:lnTo>
                  <a:lnTo>
                    <a:pt x="9623" y="6726"/>
                  </a:lnTo>
                  <a:lnTo>
                    <a:pt x="9730" y="6646"/>
                  </a:lnTo>
                  <a:lnTo>
                    <a:pt x="9810" y="6593"/>
                  </a:lnTo>
                  <a:lnTo>
                    <a:pt x="9916" y="6540"/>
                  </a:lnTo>
                  <a:close/>
                  <a:moveTo>
                    <a:pt x="5264" y="400"/>
                  </a:moveTo>
                  <a:lnTo>
                    <a:pt x="5822" y="426"/>
                  </a:lnTo>
                  <a:lnTo>
                    <a:pt x="6354" y="506"/>
                  </a:lnTo>
                  <a:lnTo>
                    <a:pt x="6832" y="639"/>
                  </a:lnTo>
                  <a:lnTo>
                    <a:pt x="7337" y="825"/>
                  </a:lnTo>
                  <a:lnTo>
                    <a:pt x="7789" y="1064"/>
                  </a:lnTo>
                  <a:lnTo>
                    <a:pt x="8188" y="1357"/>
                  </a:lnTo>
                  <a:lnTo>
                    <a:pt x="8587" y="1702"/>
                  </a:lnTo>
                  <a:lnTo>
                    <a:pt x="8959" y="2074"/>
                  </a:lnTo>
                  <a:lnTo>
                    <a:pt x="8773" y="2127"/>
                  </a:lnTo>
                  <a:lnTo>
                    <a:pt x="8640" y="2181"/>
                  </a:lnTo>
                  <a:lnTo>
                    <a:pt x="8480" y="2287"/>
                  </a:lnTo>
                  <a:lnTo>
                    <a:pt x="8374" y="2393"/>
                  </a:lnTo>
                  <a:lnTo>
                    <a:pt x="8268" y="2526"/>
                  </a:lnTo>
                  <a:lnTo>
                    <a:pt x="8161" y="2686"/>
                  </a:lnTo>
                  <a:lnTo>
                    <a:pt x="8108" y="2845"/>
                  </a:lnTo>
                  <a:lnTo>
                    <a:pt x="8082" y="3005"/>
                  </a:lnTo>
                  <a:lnTo>
                    <a:pt x="8055" y="3191"/>
                  </a:lnTo>
                  <a:lnTo>
                    <a:pt x="8082" y="3350"/>
                  </a:lnTo>
                  <a:lnTo>
                    <a:pt x="8135" y="3510"/>
                  </a:lnTo>
                  <a:lnTo>
                    <a:pt x="8188" y="3669"/>
                  </a:lnTo>
                  <a:lnTo>
                    <a:pt x="8294" y="3829"/>
                  </a:lnTo>
                  <a:lnTo>
                    <a:pt x="8401" y="3935"/>
                  </a:lnTo>
                  <a:lnTo>
                    <a:pt x="8534" y="4068"/>
                  </a:lnTo>
                  <a:lnTo>
                    <a:pt x="8667" y="4148"/>
                  </a:lnTo>
                  <a:lnTo>
                    <a:pt x="8853" y="4201"/>
                  </a:lnTo>
                  <a:lnTo>
                    <a:pt x="9012" y="4254"/>
                  </a:lnTo>
                  <a:lnTo>
                    <a:pt x="9358" y="4254"/>
                  </a:lnTo>
                  <a:lnTo>
                    <a:pt x="9517" y="4201"/>
                  </a:lnTo>
                  <a:lnTo>
                    <a:pt x="9677" y="4148"/>
                  </a:lnTo>
                  <a:lnTo>
                    <a:pt x="9810" y="4041"/>
                  </a:lnTo>
                  <a:lnTo>
                    <a:pt x="9942" y="3935"/>
                  </a:lnTo>
                  <a:lnTo>
                    <a:pt x="10075" y="4467"/>
                  </a:lnTo>
                  <a:lnTo>
                    <a:pt x="10155" y="5025"/>
                  </a:lnTo>
                  <a:lnTo>
                    <a:pt x="10155" y="5583"/>
                  </a:lnTo>
                  <a:lnTo>
                    <a:pt x="10102" y="6141"/>
                  </a:lnTo>
                  <a:lnTo>
                    <a:pt x="10075" y="6115"/>
                  </a:lnTo>
                  <a:lnTo>
                    <a:pt x="9942" y="6141"/>
                  </a:lnTo>
                  <a:lnTo>
                    <a:pt x="9783" y="6168"/>
                  </a:lnTo>
                  <a:lnTo>
                    <a:pt x="9677" y="6221"/>
                  </a:lnTo>
                  <a:lnTo>
                    <a:pt x="9544" y="6274"/>
                  </a:lnTo>
                  <a:lnTo>
                    <a:pt x="9437" y="6354"/>
                  </a:lnTo>
                  <a:lnTo>
                    <a:pt x="9331" y="6460"/>
                  </a:lnTo>
                  <a:lnTo>
                    <a:pt x="9251" y="6567"/>
                  </a:lnTo>
                  <a:lnTo>
                    <a:pt x="9172" y="6699"/>
                  </a:lnTo>
                  <a:lnTo>
                    <a:pt x="9118" y="6832"/>
                  </a:lnTo>
                  <a:lnTo>
                    <a:pt x="9092" y="6965"/>
                  </a:lnTo>
                  <a:lnTo>
                    <a:pt x="9065" y="7098"/>
                  </a:lnTo>
                  <a:lnTo>
                    <a:pt x="9092" y="7231"/>
                  </a:lnTo>
                  <a:lnTo>
                    <a:pt x="9092" y="7364"/>
                  </a:lnTo>
                  <a:lnTo>
                    <a:pt x="9145" y="7497"/>
                  </a:lnTo>
                  <a:lnTo>
                    <a:pt x="9198" y="7630"/>
                  </a:lnTo>
                  <a:lnTo>
                    <a:pt x="9278" y="7736"/>
                  </a:lnTo>
                  <a:lnTo>
                    <a:pt x="9278" y="7763"/>
                  </a:lnTo>
                  <a:lnTo>
                    <a:pt x="9039" y="7842"/>
                  </a:lnTo>
                  <a:lnTo>
                    <a:pt x="8799" y="7869"/>
                  </a:lnTo>
                  <a:lnTo>
                    <a:pt x="8560" y="7869"/>
                  </a:lnTo>
                  <a:lnTo>
                    <a:pt x="8321" y="7816"/>
                  </a:lnTo>
                  <a:lnTo>
                    <a:pt x="8135" y="7736"/>
                  </a:lnTo>
                  <a:lnTo>
                    <a:pt x="7975" y="7630"/>
                  </a:lnTo>
                  <a:lnTo>
                    <a:pt x="7842" y="7523"/>
                  </a:lnTo>
                  <a:lnTo>
                    <a:pt x="7710" y="7391"/>
                  </a:lnTo>
                  <a:lnTo>
                    <a:pt x="7603" y="7231"/>
                  </a:lnTo>
                  <a:lnTo>
                    <a:pt x="7497" y="7072"/>
                  </a:lnTo>
                  <a:lnTo>
                    <a:pt x="7444" y="6912"/>
                  </a:lnTo>
                  <a:lnTo>
                    <a:pt x="7391" y="6699"/>
                  </a:lnTo>
                  <a:lnTo>
                    <a:pt x="7470" y="6726"/>
                  </a:lnTo>
                  <a:lnTo>
                    <a:pt x="7656" y="6699"/>
                  </a:lnTo>
                  <a:lnTo>
                    <a:pt x="7842" y="6646"/>
                  </a:lnTo>
                  <a:lnTo>
                    <a:pt x="8029" y="6540"/>
                  </a:lnTo>
                  <a:lnTo>
                    <a:pt x="8161" y="6434"/>
                  </a:lnTo>
                  <a:lnTo>
                    <a:pt x="8294" y="6274"/>
                  </a:lnTo>
                  <a:lnTo>
                    <a:pt x="8374" y="6115"/>
                  </a:lnTo>
                  <a:lnTo>
                    <a:pt x="8454" y="5929"/>
                  </a:lnTo>
                  <a:lnTo>
                    <a:pt x="8454" y="5716"/>
                  </a:lnTo>
                  <a:lnTo>
                    <a:pt x="8454" y="5503"/>
                  </a:lnTo>
                  <a:lnTo>
                    <a:pt x="8374" y="5317"/>
                  </a:lnTo>
                  <a:lnTo>
                    <a:pt x="8294" y="5158"/>
                  </a:lnTo>
                  <a:lnTo>
                    <a:pt x="8161" y="4998"/>
                  </a:lnTo>
                  <a:lnTo>
                    <a:pt x="8029" y="4892"/>
                  </a:lnTo>
                  <a:lnTo>
                    <a:pt x="7842" y="4786"/>
                  </a:lnTo>
                  <a:lnTo>
                    <a:pt x="7656" y="4732"/>
                  </a:lnTo>
                  <a:lnTo>
                    <a:pt x="7470" y="4706"/>
                  </a:lnTo>
                  <a:lnTo>
                    <a:pt x="7391" y="4493"/>
                  </a:lnTo>
                  <a:lnTo>
                    <a:pt x="7311" y="4281"/>
                  </a:lnTo>
                  <a:lnTo>
                    <a:pt x="7205" y="4068"/>
                  </a:lnTo>
                  <a:lnTo>
                    <a:pt x="7072" y="3882"/>
                  </a:lnTo>
                  <a:lnTo>
                    <a:pt x="6939" y="3722"/>
                  </a:lnTo>
                  <a:lnTo>
                    <a:pt x="6806" y="3563"/>
                  </a:lnTo>
                  <a:lnTo>
                    <a:pt x="6620" y="3430"/>
                  </a:lnTo>
                  <a:lnTo>
                    <a:pt x="6407" y="3297"/>
                  </a:lnTo>
                  <a:lnTo>
                    <a:pt x="6168" y="3191"/>
                  </a:lnTo>
                  <a:lnTo>
                    <a:pt x="5902" y="3084"/>
                  </a:lnTo>
                  <a:lnTo>
                    <a:pt x="5610" y="3031"/>
                  </a:lnTo>
                  <a:lnTo>
                    <a:pt x="5264" y="3005"/>
                  </a:lnTo>
                  <a:lnTo>
                    <a:pt x="4945" y="3031"/>
                  </a:lnTo>
                  <a:lnTo>
                    <a:pt x="4626" y="3084"/>
                  </a:lnTo>
                  <a:lnTo>
                    <a:pt x="4360" y="3191"/>
                  </a:lnTo>
                  <a:lnTo>
                    <a:pt x="4121" y="3297"/>
                  </a:lnTo>
                  <a:lnTo>
                    <a:pt x="3935" y="3430"/>
                  </a:lnTo>
                  <a:lnTo>
                    <a:pt x="3749" y="3563"/>
                  </a:lnTo>
                  <a:lnTo>
                    <a:pt x="3616" y="3722"/>
                  </a:lnTo>
                  <a:lnTo>
                    <a:pt x="3483" y="3882"/>
                  </a:lnTo>
                  <a:lnTo>
                    <a:pt x="3377" y="4041"/>
                  </a:lnTo>
                  <a:lnTo>
                    <a:pt x="3270" y="4227"/>
                  </a:lnTo>
                  <a:lnTo>
                    <a:pt x="3164" y="4440"/>
                  </a:lnTo>
                  <a:lnTo>
                    <a:pt x="3111" y="4626"/>
                  </a:lnTo>
                  <a:lnTo>
                    <a:pt x="3058" y="4839"/>
                  </a:lnTo>
                  <a:lnTo>
                    <a:pt x="3005" y="5051"/>
                  </a:lnTo>
                  <a:lnTo>
                    <a:pt x="3005" y="5264"/>
                  </a:lnTo>
                  <a:lnTo>
                    <a:pt x="3005" y="5477"/>
                  </a:lnTo>
                  <a:lnTo>
                    <a:pt x="2872" y="5556"/>
                  </a:lnTo>
                  <a:lnTo>
                    <a:pt x="2739" y="5636"/>
                  </a:lnTo>
                  <a:lnTo>
                    <a:pt x="2633" y="5743"/>
                  </a:lnTo>
                  <a:lnTo>
                    <a:pt x="2553" y="5875"/>
                  </a:lnTo>
                  <a:lnTo>
                    <a:pt x="2473" y="5982"/>
                  </a:lnTo>
                  <a:lnTo>
                    <a:pt x="2420" y="6115"/>
                  </a:lnTo>
                  <a:lnTo>
                    <a:pt x="2367" y="6274"/>
                  </a:lnTo>
                  <a:lnTo>
                    <a:pt x="2340" y="6407"/>
                  </a:lnTo>
                  <a:lnTo>
                    <a:pt x="2340" y="6567"/>
                  </a:lnTo>
                  <a:lnTo>
                    <a:pt x="2340" y="6726"/>
                  </a:lnTo>
                  <a:lnTo>
                    <a:pt x="2367" y="6859"/>
                  </a:lnTo>
                  <a:lnTo>
                    <a:pt x="2420" y="6992"/>
                  </a:lnTo>
                  <a:lnTo>
                    <a:pt x="2473" y="7125"/>
                  </a:lnTo>
                  <a:lnTo>
                    <a:pt x="2553" y="7258"/>
                  </a:lnTo>
                  <a:lnTo>
                    <a:pt x="2659" y="7391"/>
                  </a:lnTo>
                  <a:lnTo>
                    <a:pt x="2765" y="7497"/>
                  </a:lnTo>
                  <a:lnTo>
                    <a:pt x="2633" y="7577"/>
                  </a:lnTo>
                  <a:lnTo>
                    <a:pt x="2500" y="7683"/>
                  </a:lnTo>
                  <a:lnTo>
                    <a:pt x="2367" y="7736"/>
                  </a:lnTo>
                  <a:lnTo>
                    <a:pt x="2234" y="7816"/>
                  </a:lnTo>
                  <a:lnTo>
                    <a:pt x="1995" y="7869"/>
                  </a:lnTo>
                  <a:lnTo>
                    <a:pt x="1755" y="7869"/>
                  </a:lnTo>
                  <a:lnTo>
                    <a:pt x="1516" y="7842"/>
                  </a:lnTo>
                  <a:lnTo>
                    <a:pt x="1277" y="7763"/>
                  </a:lnTo>
                  <a:lnTo>
                    <a:pt x="1038" y="7603"/>
                  </a:lnTo>
                  <a:lnTo>
                    <a:pt x="852" y="7417"/>
                  </a:lnTo>
                  <a:lnTo>
                    <a:pt x="719" y="7178"/>
                  </a:lnTo>
                  <a:lnTo>
                    <a:pt x="612" y="6939"/>
                  </a:lnTo>
                  <a:lnTo>
                    <a:pt x="586" y="6859"/>
                  </a:lnTo>
                  <a:lnTo>
                    <a:pt x="772" y="6806"/>
                  </a:lnTo>
                  <a:lnTo>
                    <a:pt x="931" y="6699"/>
                  </a:lnTo>
                  <a:lnTo>
                    <a:pt x="1064" y="6593"/>
                  </a:lnTo>
                  <a:lnTo>
                    <a:pt x="1171" y="6460"/>
                  </a:lnTo>
                  <a:lnTo>
                    <a:pt x="1250" y="6301"/>
                  </a:lnTo>
                  <a:lnTo>
                    <a:pt x="1330" y="6141"/>
                  </a:lnTo>
                  <a:lnTo>
                    <a:pt x="1357" y="5982"/>
                  </a:lnTo>
                  <a:lnTo>
                    <a:pt x="1357" y="5796"/>
                  </a:lnTo>
                  <a:lnTo>
                    <a:pt x="1330" y="5610"/>
                  </a:lnTo>
                  <a:lnTo>
                    <a:pt x="1250" y="5450"/>
                  </a:lnTo>
                  <a:lnTo>
                    <a:pt x="1171" y="5291"/>
                  </a:lnTo>
                  <a:lnTo>
                    <a:pt x="1064" y="5158"/>
                  </a:lnTo>
                  <a:lnTo>
                    <a:pt x="905" y="5051"/>
                  </a:lnTo>
                  <a:lnTo>
                    <a:pt x="772" y="4972"/>
                  </a:lnTo>
                  <a:lnTo>
                    <a:pt x="586" y="4919"/>
                  </a:lnTo>
                  <a:lnTo>
                    <a:pt x="426" y="4892"/>
                  </a:lnTo>
                  <a:lnTo>
                    <a:pt x="479" y="4493"/>
                  </a:lnTo>
                  <a:lnTo>
                    <a:pt x="559" y="4095"/>
                  </a:lnTo>
                  <a:lnTo>
                    <a:pt x="666" y="3722"/>
                  </a:lnTo>
                  <a:lnTo>
                    <a:pt x="798" y="3350"/>
                  </a:lnTo>
                  <a:lnTo>
                    <a:pt x="931" y="3510"/>
                  </a:lnTo>
                  <a:lnTo>
                    <a:pt x="1091" y="3616"/>
                  </a:lnTo>
                  <a:lnTo>
                    <a:pt x="1250" y="3696"/>
                  </a:lnTo>
                  <a:lnTo>
                    <a:pt x="1410" y="3776"/>
                  </a:lnTo>
                  <a:lnTo>
                    <a:pt x="1596" y="3802"/>
                  </a:lnTo>
                  <a:lnTo>
                    <a:pt x="1782" y="3829"/>
                  </a:lnTo>
                  <a:lnTo>
                    <a:pt x="1968" y="3802"/>
                  </a:lnTo>
                  <a:lnTo>
                    <a:pt x="2154" y="3776"/>
                  </a:lnTo>
                  <a:lnTo>
                    <a:pt x="2340" y="3696"/>
                  </a:lnTo>
                  <a:lnTo>
                    <a:pt x="2500" y="3589"/>
                  </a:lnTo>
                  <a:lnTo>
                    <a:pt x="2633" y="3483"/>
                  </a:lnTo>
                  <a:lnTo>
                    <a:pt x="2765" y="3324"/>
                  </a:lnTo>
                  <a:lnTo>
                    <a:pt x="2845" y="3164"/>
                  </a:lnTo>
                  <a:lnTo>
                    <a:pt x="2925" y="3005"/>
                  </a:lnTo>
                  <a:lnTo>
                    <a:pt x="2978" y="2819"/>
                  </a:lnTo>
                  <a:lnTo>
                    <a:pt x="3005" y="2633"/>
                  </a:lnTo>
                  <a:lnTo>
                    <a:pt x="2978" y="2446"/>
                  </a:lnTo>
                  <a:lnTo>
                    <a:pt x="2952" y="2260"/>
                  </a:lnTo>
                  <a:lnTo>
                    <a:pt x="2898" y="2074"/>
                  </a:lnTo>
                  <a:lnTo>
                    <a:pt x="2792" y="1915"/>
                  </a:lnTo>
                  <a:lnTo>
                    <a:pt x="2686" y="1782"/>
                  </a:lnTo>
                  <a:lnTo>
                    <a:pt x="2553" y="1649"/>
                  </a:lnTo>
                  <a:lnTo>
                    <a:pt x="2393" y="1543"/>
                  </a:lnTo>
                  <a:lnTo>
                    <a:pt x="2234" y="1463"/>
                  </a:lnTo>
                  <a:lnTo>
                    <a:pt x="2553" y="1197"/>
                  </a:lnTo>
                  <a:lnTo>
                    <a:pt x="2925" y="984"/>
                  </a:lnTo>
                  <a:lnTo>
                    <a:pt x="3270" y="825"/>
                  </a:lnTo>
                  <a:lnTo>
                    <a:pt x="3669" y="666"/>
                  </a:lnTo>
                  <a:lnTo>
                    <a:pt x="4041" y="559"/>
                  </a:lnTo>
                  <a:lnTo>
                    <a:pt x="4440" y="479"/>
                  </a:lnTo>
                  <a:lnTo>
                    <a:pt x="4865" y="426"/>
                  </a:lnTo>
                  <a:lnTo>
                    <a:pt x="5264" y="400"/>
                  </a:lnTo>
                  <a:close/>
                  <a:moveTo>
                    <a:pt x="5264" y="1"/>
                  </a:moveTo>
                  <a:lnTo>
                    <a:pt x="4732" y="28"/>
                  </a:lnTo>
                  <a:lnTo>
                    <a:pt x="4227" y="107"/>
                  </a:lnTo>
                  <a:lnTo>
                    <a:pt x="3749" y="214"/>
                  </a:lnTo>
                  <a:lnTo>
                    <a:pt x="3270" y="373"/>
                  </a:lnTo>
                  <a:lnTo>
                    <a:pt x="2819" y="586"/>
                  </a:lnTo>
                  <a:lnTo>
                    <a:pt x="2393" y="852"/>
                  </a:lnTo>
                  <a:lnTo>
                    <a:pt x="1968" y="1144"/>
                  </a:lnTo>
                  <a:lnTo>
                    <a:pt x="1596" y="1463"/>
                  </a:lnTo>
                  <a:lnTo>
                    <a:pt x="1490" y="1569"/>
                  </a:lnTo>
                  <a:lnTo>
                    <a:pt x="1410" y="1676"/>
                  </a:lnTo>
                  <a:lnTo>
                    <a:pt x="1303" y="1782"/>
                  </a:lnTo>
                  <a:lnTo>
                    <a:pt x="1250" y="1862"/>
                  </a:lnTo>
                  <a:lnTo>
                    <a:pt x="1064" y="2074"/>
                  </a:lnTo>
                  <a:lnTo>
                    <a:pt x="931" y="2314"/>
                  </a:lnTo>
                  <a:lnTo>
                    <a:pt x="852" y="2393"/>
                  </a:lnTo>
                  <a:lnTo>
                    <a:pt x="798" y="2526"/>
                  </a:lnTo>
                  <a:lnTo>
                    <a:pt x="612" y="2819"/>
                  </a:lnTo>
                  <a:lnTo>
                    <a:pt x="373" y="3377"/>
                  </a:lnTo>
                  <a:lnTo>
                    <a:pt x="187" y="3935"/>
                  </a:lnTo>
                  <a:lnTo>
                    <a:pt x="54" y="4493"/>
                  </a:lnTo>
                  <a:lnTo>
                    <a:pt x="1" y="5078"/>
                  </a:lnTo>
                  <a:lnTo>
                    <a:pt x="1" y="5370"/>
                  </a:lnTo>
                  <a:lnTo>
                    <a:pt x="1" y="5450"/>
                  </a:lnTo>
                  <a:lnTo>
                    <a:pt x="1" y="5716"/>
                  </a:lnTo>
                  <a:lnTo>
                    <a:pt x="1" y="5769"/>
                  </a:lnTo>
                  <a:lnTo>
                    <a:pt x="28" y="6035"/>
                  </a:lnTo>
                  <a:lnTo>
                    <a:pt x="28" y="6088"/>
                  </a:lnTo>
                  <a:lnTo>
                    <a:pt x="81" y="6354"/>
                  </a:lnTo>
                  <a:lnTo>
                    <a:pt x="81" y="6434"/>
                  </a:lnTo>
                  <a:lnTo>
                    <a:pt x="134" y="6699"/>
                  </a:lnTo>
                  <a:lnTo>
                    <a:pt x="134" y="6726"/>
                  </a:lnTo>
                  <a:lnTo>
                    <a:pt x="240" y="7045"/>
                  </a:lnTo>
                  <a:lnTo>
                    <a:pt x="293" y="7205"/>
                  </a:lnTo>
                  <a:lnTo>
                    <a:pt x="373" y="7364"/>
                  </a:lnTo>
                  <a:lnTo>
                    <a:pt x="453" y="7523"/>
                  </a:lnTo>
                  <a:lnTo>
                    <a:pt x="559" y="7656"/>
                  </a:lnTo>
                  <a:lnTo>
                    <a:pt x="666" y="7789"/>
                  </a:lnTo>
                  <a:lnTo>
                    <a:pt x="798" y="7922"/>
                  </a:lnTo>
                  <a:lnTo>
                    <a:pt x="931" y="8029"/>
                  </a:lnTo>
                  <a:lnTo>
                    <a:pt x="1091" y="8108"/>
                  </a:lnTo>
                  <a:lnTo>
                    <a:pt x="1250" y="8188"/>
                  </a:lnTo>
                  <a:lnTo>
                    <a:pt x="1383" y="8215"/>
                  </a:lnTo>
                  <a:lnTo>
                    <a:pt x="1543" y="8268"/>
                  </a:lnTo>
                  <a:lnTo>
                    <a:pt x="2048" y="8268"/>
                  </a:lnTo>
                  <a:lnTo>
                    <a:pt x="2207" y="8241"/>
                  </a:lnTo>
                  <a:lnTo>
                    <a:pt x="2340" y="8188"/>
                  </a:lnTo>
                  <a:lnTo>
                    <a:pt x="2633" y="8055"/>
                  </a:lnTo>
                  <a:lnTo>
                    <a:pt x="2898" y="7896"/>
                  </a:lnTo>
                  <a:lnTo>
                    <a:pt x="3138" y="7683"/>
                  </a:lnTo>
                  <a:lnTo>
                    <a:pt x="3324" y="7417"/>
                  </a:lnTo>
                  <a:lnTo>
                    <a:pt x="3324" y="7391"/>
                  </a:lnTo>
                  <a:lnTo>
                    <a:pt x="3377" y="7284"/>
                  </a:lnTo>
                  <a:lnTo>
                    <a:pt x="3430" y="7231"/>
                  </a:lnTo>
                  <a:lnTo>
                    <a:pt x="3430" y="7178"/>
                  </a:lnTo>
                  <a:lnTo>
                    <a:pt x="3483" y="7072"/>
                  </a:lnTo>
                  <a:lnTo>
                    <a:pt x="3483" y="7045"/>
                  </a:lnTo>
                  <a:lnTo>
                    <a:pt x="3510" y="6912"/>
                  </a:lnTo>
                  <a:lnTo>
                    <a:pt x="3536" y="6886"/>
                  </a:lnTo>
                  <a:lnTo>
                    <a:pt x="3563" y="6726"/>
                  </a:lnTo>
                  <a:lnTo>
                    <a:pt x="3563" y="6407"/>
                  </a:lnTo>
                  <a:lnTo>
                    <a:pt x="3563" y="6380"/>
                  </a:lnTo>
                  <a:lnTo>
                    <a:pt x="3536" y="6248"/>
                  </a:lnTo>
                  <a:lnTo>
                    <a:pt x="3536" y="6221"/>
                  </a:lnTo>
                  <a:lnTo>
                    <a:pt x="3483" y="6062"/>
                  </a:lnTo>
                  <a:lnTo>
                    <a:pt x="3457" y="5955"/>
                  </a:lnTo>
                  <a:lnTo>
                    <a:pt x="3430" y="5849"/>
                  </a:lnTo>
                  <a:lnTo>
                    <a:pt x="3430" y="5822"/>
                  </a:lnTo>
                  <a:lnTo>
                    <a:pt x="3403" y="5583"/>
                  </a:lnTo>
                  <a:lnTo>
                    <a:pt x="3403" y="5397"/>
                  </a:lnTo>
                  <a:lnTo>
                    <a:pt x="3403" y="5184"/>
                  </a:lnTo>
                  <a:lnTo>
                    <a:pt x="3430" y="4998"/>
                  </a:lnTo>
                  <a:lnTo>
                    <a:pt x="3483" y="4812"/>
                  </a:lnTo>
                  <a:lnTo>
                    <a:pt x="3536" y="4626"/>
                  </a:lnTo>
                  <a:lnTo>
                    <a:pt x="3616" y="4440"/>
                  </a:lnTo>
                  <a:lnTo>
                    <a:pt x="3696" y="4281"/>
                  </a:lnTo>
                  <a:lnTo>
                    <a:pt x="3802" y="4121"/>
                  </a:lnTo>
                  <a:lnTo>
                    <a:pt x="3908" y="3988"/>
                  </a:lnTo>
                  <a:lnTo>
                    <a:pt x="4015" y="3855"/>
                  </a:lnTo>
                  <a:lnTo>
                    <a:pt x="4174" y="3749"/>
                  </a:lnTo>
                  <a:lnTo>
                    <a:pt x="4334" y="3643"/>
                  </a:lnTo>
                  <a:lnTo>
                    <a:pt x="4520" y="3563"/>
                  </a:lnTo>
                  <a:lnTo>
                    <a:pt x="4759" y="3483"/>
                  </a:lnTo>
                  <a:lnTo>
                    <a:pt x="4998" y="3430"/>
                  </a:lnTo>
                  <a:lnTo>
                    <a:pt x="5264" y="3403"/>
                  </a:lnTo>
                  <a:lnTo>
                    <a:pt x="5556" y="3430"/>
                  </a:lnTo>
                  <a:lnTo>
                    <a:pt x="5796" y="3483"/>
                  </a:lnTo>
                  <a:lnTo>
                    <a:pt x="6008" y="3563"/>
                  </a:lnTo>
                  <a:lnTo>
                    <a:pt x="6221" y="3643"/>
                  </a:lnTo>
                  <a:lnTo>
                    <a:pt x="6381" y="3749"/>
                  </a:lnTo>
                  <a:lnTo>
                    <a:pt x="6513" y="3855"/>
                  </a:lnTo>
                  <a:lnTo>
                    <a:pt x="6646" y="3988"/>
                  </a:lnTo>
                  <a:lnTo>
                    <a:pt x="6753" y="4121"/>
                  </a:lnTo>
                  <a:lnTo>
                    <a:pt x="6859" y="4307"/>
                  </a:lnTo>
                  <a:lnTo>
                    <a:pt x="6965" y="4520"/>
                  </a:lnTo>
                  <a:lnTo>
                    <a:pt x="7045" y="4732"/>
                  </a:lnTo>
                  <a:lnTo>
                    <a:pt x="7098" y="4972"/>
                  </a:lnTo>
                  <a:lnTo>
                    <a:pt x="7151" y="5237"/>
                  </a:lnTo>
                  <a:lnTo>
                    <a:pt x="7151" y="5530"/>
                  </a:lnTo>
                  <a:lnTo>
                    <a:pt x="7151" y="5663"/>
                  </a:lnTo>
                  <a:lnTo>
                    <a:pt x="7125" y="5769"/>
                  </a:lnTo>
                  <a:lnTo>
                    <a:pt x="7125" y="5796"/>
                  </a:lnTo>
                  <a:lnTo>
                    <a:pt x="7098" y="5902"/>
                  </a:lnTo>
                  <a:lnTo>
                    <a:pt x="7098" y="5929"/>
                  </a:lnTo>
                  <a:lnTo>
                    <a:pt x="7045" y="6062"/>
                  </a:lnTo>
                  <a:lnTo>
                    <a:pt x="7018" y="6248"/>
                  </a:lnTo>
                  <a:lnTo>
                    <a:pt x="7018" y="6274"/>
                  </a:lnTo>
                  <a:lnTo>
                    <a:pt x="6992" y="6460"/>
                  </a:lnTo>
                  <a:lnTo>
                    <a:pt x="6992" y="6753"/>
                  </a:lnTo>
                  <a:lnTo>
                    <a:pt x="7045" y="7018"/>
                  </a:lnTo>
                  <a:lnTo>
                    <a:pt x="7151" y="7284"/>
                  </a:lnTo>
                  <a:lnTo>
                    <a:pt x="7311" y="7523"/>
                  </a:lnTo>
                  <a:lnTo>
                    <a:pt x="7470" y="7736"/>
                  </a:lnTo>
                  <a:lnTo>
                    <a:pt x="7683" y="7922"/>
                  </a:lnTo>
                  <a:lnTo>
                    <a:pt x="7922" y="8082"/>
                  </a:lnTo>
                  <a:lnTo>
                    <a:pt x="8188" y="8188"/>
                  </a:lnTo>
                  <a:lnTo>
                    <a:pt x="8480" y="8241"/>
                  </a:lnTo>
                  <a:lnTo>
                    <a:pt x="8746" y="8268"/>
                  </a:lnTo>
                  <a:lnTo>
                    <a:pt x="8932" y="8268"/>
                  </a:lnTo>
                  <a:lnTo>
                    <a:pt x="9118" y="8241"/>
                  </a:lnTo>
                  <a:lnTo>
                    <a:pt x="9304" y="8188"/>
                  </a:lnTo>
                  <a:lnTo>
                    <a:pt x="9464" y="8108"/>
                  </a:lnTo>
                  <a:lnTo>
                    <a:pt x="9597" y="8029"/>
                  </a:lnTo>
                  <a:lnTo>
                    <a:pt x="9730" y="7922"/>
                  </a:lnTo>
                  <a:lnTo>
                    <a:pt x="9756" y="7896"/>
                  </a:lnTo>
                  <a:lnTo>
                    <a:pt x="9863" y="7816"/>
                  </a:lnTo>
                  <a:lnTo>
                    <a:pt x="9889" y="7789"/>
                  </a:lnTo>
                  <a:lnTo>
                    <a:pt x="9969" y="7710"/>
                  </a:lnTo>
                  <a:lnTo>
                    <a:pt x="9996" y="7656"/>
                  </a:lnTo>
                  <a:lnTo>
                    <a:pt x="10049" y="7577"/>
                  </a:lnTo>
                  <a:lnTo>
                    <a:pt x="10128" y="7470"/>
                  </a:lnTo>
                  <a:lnTo>
                    <a:pt x="10155" y="7391"/>
                  </a:lnTo>
                  <a:lnTo>
                    <a:pt x="10208" y="7337"/>
                  </a:lnTo>
                  <a:lnTo>
                    <a:pt x="10235" y="7258"/>
                  </a:lnTo>
                  <a:lnTo>
                    <a:pt x="10261" y="7178"/>
                  </a:lnTo>
                  <a:lnTo>
                    <a:pt x="10315" y="7045"/>
                  </a:lnTo>
                  <a:lnTo>
                    <a:pt x="10394" y="6726"/>
                  </a:lnTo>
                  <a:lnTo>
                    <a:pt x="10474" y="6380"/>
                  </a:lnTo>
                  <a:lnTo>
                    <a:pt x="10527" y="6008"/>
                  </a:lnTo>
                  <a:lnTo>
                    <a:pt x="10554" y="5636"/>
                  </a:lnTo>
                  <a:lnTo>
                    <a:pt x="10554" y="5264"/>
                  </a:lnTo>
                  <a:lnTo>
                    <a:pt x="10527" y="4892"/>
                  </a:lnTo>
                  <a:lnTo>
                    <a:pt x="10474" y="4520"/>
                  </a:lnTo>
                  <a:lnTo>
                    <a:pt x="10421" y="4148"/>
                  </a:lnTo>
                  <a:lnTo>
                    <a:pt x="10315" y="3776"/>
                  </a:lnTo>
                  <a:lnTo>
                    <a:pt x="10208" y="3430"/>
                  </a:lnTo>
                  <a:lnTo>
                    <a:pt x="10208" y="3403"/>
                  </a:lnTo>
                  <a:lnTo>
                    <a:pt x="10075" y="3084"/>
                  </a:lnTo>
                  <a:lnTo>
                    <a:pt x="10049" y="3058"/>
                  </a:lnTo>
                  <a:lnTo>
                    <a:pt x="9916" y="2765"/>
                  </a:lnTo>
                  <a:lnTo>
                    <a:pt x="9889" y="2739"/>
                  </a:lnTo>
                  <a:lnTo>
                    <a:pt x="9730" y="2473"/>
                  </a:lnTo>
                  <a:lnTo>
                    <a:pt x="9730" y="2446"/>
                  </a:lnTo>
                  <a:lnTo>
                    <a:pt x="9517" y="2154"/>
                  </a:lnTo>
                  <a:lnTo>
                    <a:pt x="9464" y="2074"/>
                  </a:lnTo>
                  <a:lnTo>
                    <a:pt x="9278" y="1835"/>
                  </a:lnTo>
                  <a:lnTo>
                    <a:pt x="9065" y="1596"/>
                  </a:lnTo>
                  <a:lnTo>
                    <a:pt x="8853" y="1383"/>
                  </a:lnTo>
                  <a:lnTo>
                    <a:pt x="8640" y="1197"/>
                  </a:lnTo>
                  <a:lnTo>
                    <a:pt x="8401" y="1011"/>
                  </a:lnTo>
                  <a:lnTo>
                    <a:pt x="8161" y="825"/>
                  </a:lnTo>
                  <a:lnTo>
                    <a:pt x="7896" y="692"/>
                  </a:lnTo>
                  <a:lnTo>
                    <a:pt x="7630" y="533"/>
                  </a:lnTo>
                  <a:lnTo>
                    <a:pt x="7364" y="426"/>
                  </a:lnTo>
                  <a:lnTo>
                    <a:pt x="7098" y="320"/>
                  </a:lnTo>
                  <a:lnTo>
                    <a:pt x="6806" y="214"/>
                  </a:lnTo>
                  <a:lnTo>
                    <a:pt x="6513" y="134"/>
                  </a:lnTo>
                  <a:lnTo>
                    <a:pt x="6221" y="81"/>
                  </a:lnTo>
                  <a:lnTo>
                    <a:pt x="5902" y="54"/>
                  </a:lnTo>
                  <a:lnTo>
                    <a:pt x="5583" y="28"/>
                  </a:lnTo>
                  <a:lnTo>
                    <a:pt x="526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74"/>
            <p:cNvSpPr/>
            <p:nvPr/>
          </p:nvSpPr>
          <p:spPr>
            <a:xfrm>
              <a:off x="5705250" y="2057050"/>
              <a:ext cx="50525" cy="50525"/>
            </a:xfrm>
            <a:custGeom>
              <a:rect b="b" l="l" r="r" t="t"/>
              <a:pathLst>
                <a:path extrusionOk="0" h="2021" w="2021">
                  <a:moveTo>
                    <a:pt x="1010" y="399"/>
                  </a:moveTo>
                  <a:lnTo>
                    <a:pt x="1117" y="426"/>
                  </a:lnTo>
                  <a:lnTo>
                    <a:pt x="1249" y="452"/>
                  </a:lnTo>
                  <a:lnTo>
                    <a:pt x="1356" y="505"/>
                  </a:lnTo>
                  <a:lnTo>
                    <a:pt x="1436" y="585"/>
                  </a:lnTo>
                  <a:lnTo>
                    <a:pt x="1515" y="665"/>
                  </a:lnTo>
                  <a:lnTo>
                    <a:pt x="1568" y="771"/>
                  </a:lnTo>
                  <a:lnTo>
                    <a:pt x="1595" y="877"/>
                  </a:lnTo>
                  <a:lnTo>
                    <a:pt x="1622" y="1010"/>
                  </a:lnTo>
                  <a:lnTo>
                    <a:pt x="1595" y="1117"/>
                  </a:lnTo>
                  <a:lnTo>
                    <a:pt x="1568" y="1250"/>
                  </a:lnTo>
                  <a:lnTo>
                    <a:pt x="1515" y="1356"/>
                  </a:lnTo>
                  <a:lnTo>
                    <a:pt x="1436" y="1436"/>
                  </a:lnTo>
                  <a:lnTo>
                    <a:pt x="1356" y="1515"/>
                  </a:lnTo>
                  <a:lnTo>
                    <a:pt x="1249" y="1569"/>
                  </a:lnTo>
                  <a:lnTo>
                    <a:pt x="1117" y="1595"/>
                  </a:lnTo>
                  <a:lnTo>
                    <a:pt x="1010" y="1622"/>
                  </a:lnTo>
                  <a:lnTo>
                    <a:pt x="877" y="1595"/>
                  </a:lnTo>
                  <a:lnTo>
                    <a:pt x="771" y="1569"/>
                  </a:lnTo>
                  <a:lnTo>
                    <a:pt x="665" y="1515"/>
                  </a:lnTo>
                  <a:lnTo>
                    <a:pt x="585" y="1436"/>
                  </a:lnTo>
                  <a:lnTo>
                    <a:pt x="505" y="1356"/>
                  </a:lnTo>
                  <a:lnTo>
                    <a:pt x="452" y="1250"/>
                  </a:lnTo>
                  <a:lnTo>
                    <a:pt x="399" y="1143"/>
                  </a:lnTo>
                  <a:lnTo>
                    <a:pt x="399" y="1010"/>
                  </a:lnTo>
                  <a:lnTo>
                    <a:pt x="399" y="877"/>
                  </a:lnTo>
                  <a:lnTo>
                    <a:pt x="452" y="771"/>
                  </a:lnTo>
                  <a:lnTo>
                    <a:pt x="505" y="665"/>
                  </a:lnTo>
                  <a:lnTo>
                    <a:pt x="585" y="585"/>
                  </a:lnTo>
                  <a:lnTo>
                    <a:pt x="665" y="505"/>
                  </a:lnTo>
                  <a:lnTo>
                    <a:pt x="771" y="452"/>
                  </a:lnTo>
                  <a:lnTo>
                    <a:pt x="877" y="426"/>
                  </a:lnTo>
                  <a:lnTo>
                    <a:pt x="1010" y="399"/>
                  </a:lnTo>
                  <a:close/>
                  <a:moveTo>
                    <a:pt x="1010" y="0"/>
                  </a:moveTo>
                  <a:lnTo>
                    <a:pt x="798" y="27"/>
                  </a:lnTo>
                  <a:lnTo>
                    <a:pt x="612" y="80"/>
                  </a:lnTo>
                  <a:lnTo>
                    <a:pt x="452" y="160"/>
                  </a:lnTo>
                  <a:lnTo>
                    <a:pt x="293" y="293"/>
                  </a:lnTo>
                  <a:lnTo>
                    <a:pt x="160" y="452"/>
                  </a:lnTo>
                  <a:lnTo>
                    <a:pt x="80" y="612"/>
                  </a:lnTo>
                  <a:lnTo>
                    <a:pt x="27" y="798"/>
                  </a:lnTo>
                  <a:lnTo>
                    <a:pt x="0" y="1010"/>
                  </a:lnTo>
                  <a:lnTo>
                    <a:pt x="27" y="1223"/>
                  </a:lnTo>
                  <a:lnTo>
                    <a:pt x="80" y="1409"/>
                  </a:lnTo>
                  <a:lnTo>
                    <a:pt x="160" y="1569"/>
                  </a:lnTo>
                  <a:lnTo>
                    <a:pt x="293" y="1728"/>
                  </a:lnTo>
                  <a:lnTo>
                    <a:pt x="452" y="1834"/>
                  </a:lnTo>
                  <a:lnTo>
                    <a:pt x="612" y="1941"/>
                  </a:lnTo>
                  <a:lnTo>
                    <a:pt x="798" y="1994"/>
                  </a:lnTo>
                  <a:lnTo>
                    <a:pt x="1010" y="2020"/>
                  </a:lnTo>
                  <a:lnTo>
                    <a:pt x="1196" y="1994"/>
                  </a:lnTo>
                  <a:lnTo>
                    <a:pt x="1409" y="1941"/>
                  </a:lnTo>
                  <a:lnTo>
                    <a:pt x="1568" y="1834"/>
                  </a:lnTo>
                  <a:lnTo>
                    <a:pt x="1728" y="1728"/>
                  </a:lnTo>
                  <a:lnTo>
                    <a:pt x="1834" y="1569"/>
                  </a:lnTo>
                  <a:lnTo>
                    <a:pt x="1941" y="1409"/>
                  </a:lnTo>
                  <a:lnTo>
                    <a:pt x="1994" y="1223"/>
                  </a:lnTo>
                  <a:lnTo>
                    <a:pt x="2020" y="1010"/>
                  </a:lnTo>
                  <a:lnTo>
                    <a:pt x="1994" y="798"/>
                  </a:lnTo>
                  <a:lnTo>
                    <a:pt x="1941" y="612"/>
                  </a:lnTo>
                  <a:lnTo>
                    <a:pt x="1834" y="452"/>
                  </a:lnTo>
                  <a:lnTo>
                    <a:pt x="1728" y="293"/>
                  </a:lnTo>
                  <a:lnTo>
                    <a:pt x="1568" y="160"/>
                  </a:lnTo>
                  <a:lnTo>
                    <a:pt x="1409" y="80"/>
                  </a:lnTo>
                  <a:lnTo>
                    <a:pt x="1196" y="27"/>
                  </a:lnTo>
                  <a:lnTo>
                    <a:pt x="101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6" name="Google Shape;1056;p74"/>
          <p:cNvGrpSpPr/>
          <p:nvPr/>
        </p:nvGrpSpPr>
        <p:grpSpPr>
          <a:xfrm>
            <a:off x="7332284" y="2301324"/>
            <a:ext cx="313232" cy="241811"/>
            <a:chOff x="4804800" y="2770750"/>
            <a:chExt cx="303050" cy="233950"/>
          </a:xfrm>
        </p:grpSpPr>
        <p:sp>
          <p:nvSpPr>
            <p:cNvPr id="1057" name="Google Shape;1057;p74"/>
            <p:cNvSpPr/>
            <p:nvPr/>
          </p:nvSpPr>
          <p:spPr>
            <a:xfrm>
              <a:off x="4851975" y="2770750"/>
              <a:ext cx="45225" cy="44550"/>
            </a:xfrm>
            <a:custGeom>
              <a:rect b="b" l="l" r="r" t="t"/>
              <a:pathLst>
                <a:path extrusionOk="0" h="1782" w="1809">
                  <a:moveTo>
                    <a:pt x="213" y="1"/>
                  </a:moveTo>
                  <a:lnTo>
                    <a:pt x="160" y="27"/>
                  </a:lnTo>
                  <a:lnTo>
                    <a:pt x="107" y="80"/>
                  </a:lnTo>
                  <a:lnTo>
                    <a:pt x="80" y="160"/>
                  </a:lnTo>
                  <a:lnTo>
                    <a:pt x="80" y="240"/>
                  </a:lnTo>
                  <a:lnTo>
                    <a:pt x="107" y="320"/>
                  </a:lnTo>
                  <a:lnTo>
                    <a:pt x="187" y="373"/>
                  </a:lnTo>
                  <a:lnTo>
                    <a:pt x="240" y="399"/>
                  </a:lnTo>
                  <a:lnTo>
                    <a:pt x="1064" y="506"/>
                  </a:lnTo>
                  <a:lnTo>
                    <a:pt x="80" y="1250"/>
                  </a:lnTo>
                  <a:lnTo>
                    <a:pt x="27" y="1303"/>
                  </a:lnTo>
                  <a:lnTo>
                    <a:pt x="1" y="1356"/>
                  </a:lnTo>
                  <a:lnTo>
                    <a:pt x="1" y="1409"/>
                  </a:lnTo>
                  <a:lnTo>
                    <a:pt x="1" y="1463"/>
                  </a:lnTo>
                  <a:lnTo>
                    <a:pt x="27" y="1516"/>
                  </a:lnTo>
                  <a:lnTo>
                    <a:pt x="54" y="1569"/>
                  </a:lnTo>
                  <a:lnTo>
                    <a:pt x="107" y="1596"/>
                  </a:lnTo>
                  <a:lnTo>
                    <a:pt x="160" y="1622"/>
                  </a:lnTo>
                  <a:lnTo>
                    <a:pt x="1569" y="1782"/>
                  </a:lnTo>
                  <a:lnTo>
                    <a:pt x="1675" y="1782"/>
                  </a:lnTo>
                  <a:lnTo>
                    <a:pt x="1728" y="1728"/>
                  </a:lnTo>
                  <a:lnTo>
                    <a:pt x="1782" y="1675"/>
                  </a:lnTo>
                  <a:lnTo>
                    <a:pt x="1808" y="1596"/>
                  </a:lnTo>
                  <a:lnTo>
                    <a:pt x="1782" y="1516"/>
                  </a:lnTo>
                  <a:lnTo>
                    <a:pt x="1755" y="1463"/>
                  </a:lnTo>
                  <a:lnTo>
                    <a:pt x="1702" y="1409"/>
                  </a:lnTo>
                  <a:lnTo>
                    <a:pt x="1622" y="1383"/>
                  </a:lnTo>
                  <a:lnTo>
                    <a:pt x="692" y="1277"/>
                  </a:lnTo>
                  <a:lnTo>
                    <a:pt x="1702" y="532"/>
                  </a:lnTo>
                  <a:lnTo>
                    <a:pt x="1728" y="479"/>
                  </a:lnTo>
                  <a:lnTo>
                    <a:pt x="1755" y="426"/>
                  </a:lnTo>
                  <a:lnTo>
                    <a:pt x="1782" y="373"/>
                  </a:lnTo>
                  <a:lnTo>
                    <a:pt x="1755" y="320"/>
                  </a:lnTo>
                  <a:lnTo>
                    <a:pt x="1728" y="266"/>
                  </a:lnTo>
                  <a:lnTo>
                    <a:pt x="1702" y="213"/>
                  </a:lnTo>
                  <a:lnTo>
                    <a:pt x="1649" y="187"/>
                  </a:lnTo>
                  <a:lnTo>
                    <a:pt x="1596" y="160"/>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74"/>
            <p:cNvSpPr/>
            <p:nvPr/>
          </p:nvSpPr>
          <p:spPr>
            <a:xfrm>
              <a:off x="4909800" y="2798000"/>
              <a:ext cx="41225" cy="39900"/>
            </a:xfrm>
            <a:custGeom>
              <a:rect b="b" l="l" r="r" t="t"/>
              <a:pathLst>
                <a:path extrusionOk="0" h="1596" w="1649">
                  <a:moveTo>
                    <a:pt x="239" y="0"/>
                  </a:moveTo>
                  <a:lnTo>
                    <a:pt x="160" y="27"/>
                  </a:lnTo>
                  <a:lnTo>
                    <a:pt x="107" y="80"/>
                  </a:lnTo>
                  <a:lnTo>
                    <a:pt x="80" y="160"/>
                  </a:lnTo>
                  <a:lnTo>
                    <a:pt x="80" y="240"/>
                  </a:lnTo>
                  <a:lnTo>
                    <a:pt x="133" y="319"/>
                  </a:lnTo>
                  <a:lnTo>
                    <a:pt x="186" y="373"/>
                  </a:lnTo>
                  <a:lnTo>
                    <a:pt x="266" y="373"/>
                  </a:lnTo>
                  <a:lnTo>
                    <a:pt x="904" y="479"/>
                  </a:lnTo>
                  <a:lnTo>
                    <a:pt x="80" y="1090"/>
                  </a:lnTo>
                  <a:lnTo>
                    <a:pt x="53" y="1143"/>
                  </a:lnTo>
                  <a:lnTo>
                    <a:pt x="27" y="1197"/>
                  </a:lnTo>
                  <a:lnTo>
                    <a:pt x="0" y="1250"/>
                  </a:lnTo>
                  <a:lnTo>
                    <a:pt x="27" y="1303"/>
                  </a:lnTo>
                  <a:lnTo>
                    <a:pt x="53" y="1356"/>
                  </a:lnTo>
                  <a:lnTo>
                    <a:pt x="80" y="1409"/>
                  </a:lnTo>
                  <a:lnTo>
                    <a:pt x="133" y="1436"/>
                  </a:lnTo>
                  <a:lnTo>
                    <a:pt x="186" y="1436"/>
                  </a:lnTo>
                  <a:lnTo>
                    <a:pt x="1409" y="1595"/>
                  </a:lnTo>
                  <a:lnTo>
                    <a:pt x="1515" y="1595"/>
                  </a:lnTo>
                  <a:lnTo>
                    <a:pt x="1569" y="1542"/>
                  </a:lnTo>
                  <a:lnTo>
                    <a:pt x="1622" y="1489"/>
                  </a:lnTo>
                  <a:lnTo>
                    <a:pt x="1648" y="1409"/>
                  </a:lnTo>
                  <a:lnTo>
                    <a:pt x="1622" y="1330"/>
                  </a:lnTo>
                  <a:lnTo>
                    <a:pt x="1595" y="1276"/>
                  </a:lnTo>
                  <a:lnTo>
                    <a:pt x="1542" y="1223"/>
                  </a:lnTo>
                  <a:lnTo>
                    <a:pt x="1462" y="1197"/>
                  </a:lnTo>
                  <a:lnTo>
                    <a:pt x="718" y="1117"/>
                  </a:lnTo>
                  <a:lnTo>
                    <a:pt x="1542" y="506"/>
                  </a:lnTo>
                  <a:lnTo>
                    <a:pt x="1569" y="452"/>
                  </a:lnTo>
                  <a:lnTo>
                    <a:pt x="1595" y="399"/>
                  </a:lnTo>
                  <a:lnTo>
                    <a:pt x="1622" y="346"/>
                  </a:lnTo>
                  <a:lnTo>
                    <a:pt x="1595" y="293"/>
                  </a:lnTo>
                  <a:lnTo>
                    <a:pt x="1569" y="240"/>
                  </a:lnTo>
                  <a:lnTo>
                    <a:pt x="1542" y="187"/>
                  </a:lnTo>
                  <a:lnTo>
                    <a:pt x="1489" y="160"/>
                  </a:lnTo>
                  <a:lnTo>
                    <a:pt x="1436" y="133"/>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74"/>
            <p:cNvSpPr/>
            <p:nvPr/>
          </p:nvSpPr>
          <p:spPr>
            <a:xfrm>
              <a:off x="4804800" y="2782725"/>
              <a:ext cx="303050" cy="221975"/>
            </a:xfrm>
            <a:custGeom>
              <a:rect b="b" l="l" r="r" t="t"/>
              <a:pathLst>
                <a:path extrusionOk="0" h="8879" w="12122">
                  <a:moveTo>
                    <a:pt x="10234" y="665"/>
                  </a:moveTo>
                  <a:lnTo>
                    <a:pt x="10553" y="930"/>
                  </a:lnTo>
                  <a:lnTo>
                    <a:pt x="10872" y="1249"/>
                  </a:lnTo>
                  <a:lnTo>
                    <a:pt x="11111" y="1568"/>
                  </a:lnTo>
                  <a:lnTo>
                    <a:pt x="11324" y="1941"/>
                  </a:lnTo>
                  <a:lnTo>
                    <a:pt x="11510" y="2313"/>
                  </a:lnTo>
                  <a:lnTo>
                    <a:pt x="11616" y="2738"/>
                  </a:lnTo>
                  <a:lnTo>
                    <a:pt x="11696" y="3137"/>
                  </a:lnTo>
                  <a:lnTo>
                    <a:pt x="11723" y="3589"/>
                  </a:lnTo>
                  <a:lnTo>
                    <a:pt x="11696" y="3987"/>
                  </a:lnTo>
                  <a:lnTo>
                    <a:pt x="11643" y="4386"/>
                  </a:lnTo>
                  <a:lnTo>
                    <a:pt x="11510" y="4785"/>
                  </a:lnTo>
                  <a:lnTo>
                    <a:pt x="11377" y="5157"/>
                  </a:lnTo>
                  <a:lnTo>
                    <a:pt x="11165" y="5502"/>
                  </a:lnTo>
                  <a:lnTo>
                    <a:pt x="10925" y="5821"/>
                  </a:lnTo>
                  <a:lnTo>
                    <a:pt x="10659" y="6114"/>
                  </a:lnTo>
                  <a:lnTo>
                    <a:pt x="10367" y="6406"/>
                  </a:lnTo>
                  <a:lnTo>
                    <a:pt x="10314" y="6380"/>
                  </a:lnTo>
                  <a:lnTo>
                    <a:pt x="10287" y="6353"/>
                  </a:lnTo>
                  <a:lnTo>
                    <a:pt x="10208" y="6300"/>
                  </a:lnTo>
                  <a:lnTo>
                    <a:pt x="10101" y="6247"/>
                  </a:lnTo>
                  <a:lnTo>
                    <a:pt x="10075" y="6247"/>
                  </a:lnTo>
                  <a:lnTo>
                    <a:pt x="9995" y="6220"/>
                  </a:lnTo>
                  <a:lnTo>
                    <a:pt x="9968" y="6220"/>
                  </a:lnTo>
                  <a:lnTo>
                    <a:pt x="9889" y="6194"/>
                  </a:lnTo>
                  <a:lnTo>
                    <a:pt x="9862" y="6194"/>
                  </a:lnTo>
                  <a:lnTo>
                    <a:pt x="9782" y="6167"/>
                  </a:lnTo>
                  <a:lnTo>
                    <a:pt x="9623" y="6167"/>
                  </a:lnTo>
                  <a:lnTo>
                    <a:pt x="9570" y="5981"/>
                  </a:lnTo>
                  <a:lnTo>
                    <a:pt x="9516" y="5901"/>
                  </a:lnTo>
                  <a:lnTo>
                    <a:pt x="9463" y="5795"/>
                  </a:lnTo>
                  <a:lnTo>
                    <a:pt x="9410" y="5742"/>
                  </a:lnTo>
                  <a:lnTo>
                    <a:pt x="9330" y="5609"/>
                  </a:lnTo>
                  <a:lnTo>
                    <a:pt x="9304" y="5556"/>
                  </a:lnTo>
                  <a:lnTo>
                    <a:pt x="9171" y="5423"/>
                  </a:lnTo>
                  <a:lnTo>
                    <a:pt x="9144" y="5396"/>
                  </a:lnTo>
                  <a:lnTo>
                    <a:pt x="9038" y="5290"/>
                  </a:lnTo>
                  <a:lnTo>
                    <a:pt x="8985" y="5237"/>
                  </a:lnTo>
                  <a:lnTo>
                    <a:pt x="8852" y="5157"/>
                  </a:lnTo>
                  <a:lnTo>
                    <a:pt x="8799" y="5104"/>
                  </a:lnTo>
                  <a:lnTo>
                    <a:pt x="8772" y="5077"/>
                  </a:lnTo>
                  <a:lnTo>
                    <a:pt x="9144" y="4785"/>
                  </a:lnTo>
                  <a:lnTo>
                    <a:pt x="9463" y="4439"/>
                  </a:lnTo>
                  <a:lnTo>
                    <a:pt x="9729" y="4067"/>
                  </a:lnTo>
                  <a:lnTo>
                    <a:pt x="9968" y="3668"/>
                  </a:lnTo>
                  <a:lnTo>
                    <a:pt x="10154" y="3243"/>
                  </a:lnTo>
                  <a:lnTo>
                    <a:pt x="10287" y="2791"/>
                  </a:lnTo>
                  <a:lnTo>
                    <a:pt x="10394" y="2339"/>
                  </a:lnTo>
                  <a:lnTo>
                    <a:pt x="10420" y="1861"/>
                  </a:lnTo>
                  <a:lnTo>
                    <a:pt x="10394" y="1568"/>
                  </a:lnTo>
                  <a:lnTo>
                    <a:pt x="10367" y="1249"/>
                  </a:lnTo>
                  <a:lnTo>
                    <a:pt x="10314" y="957"/>
                  </a:lnTo>
                  <a:lnTo>
                    <a:pt x="10234" y="665"/>
                  </a:lnTo>
                  <a:close/>
                  <a:moveTo>
                    <a:pt x="4785" y="3403"/>
                  </a:moveTo>
                  <a:lnTo>
                    <a:pt x="5184" y="3456"/>
                  </a:lnTo>
                  <a:lnTo>
                    <a:pt x="5556" y="3535"/>
                  </a:lnTo>
                  <a:lnTo>
                    <a:pt x="5928" y="3695"/>
                  </a:lnTo>
                  <a:lnTo>
                    <a:pt x="6247" y="3881"/>
                  </a:lnTo>
                  <a:lnTo>
                    <a:pt x="6539" y="4120"/>
                  </a:lnTo>
                  <a:lnTo>
                    <a:pt x="6805" y="4413"/>
                  </a:lnTo>
                  <a:lnTo>
                    <a:pt x="6991" y="4732"/>
                  </a:lnTo>
                  <a:lnTo>
                    <a:pt x="7151" y="5104"/>
                  </a:lnTo>
                  <a:lnTo>
                    <a:pt x="7204" y="5157"/>
                  </a:lnTo>
                  <a:lnTo>
                    <a:pt x="7257" y="5210"/>
                  </a:lnTo>
                  <a:lnTo>
                    <a:pt x="7310" y="5237"/>
                  </a:lnTo>
                  <a:lnTo>
                    <a:pt x="7390" y="5237"/>
                  </a:lnTo>
                  <a:lnTo>
                    <a:pt x="7549" y="5210"/>
                  </a:lnTo>
                  <a:lnTo>
                    <a:pt x="7709" y="5183"/>
                  </a:lnTo>
                  <a:lnTo>
                    <a:pt x="8001" y="5210"/>
                  </a:lnTo>
                  <a:lnTo>
                    <a:pt x="8294" y="5290"/>
                  </a:lnTo>
                  <a:lnTo>
                    <a:pt x="8480" y="5396"/>
                  </a:lnTo>
                  <a:lnTo>
                    <a:pt x="8639" y="5476"/>
                  </a:lnTo>
                  <a:lnTo>
                    <a:pt x="8799" y="5609"/>
                  </a:lnTo>
                  <a:lnTo>
                    <a:pt x="8932" y="5742"/>
                  </a:lnTo>
                  <a:lnTo>
                    <a:pt x="9038" y="5875"/>
                  </a:lnTo>
                  <a:lnTo>
                    <a:pt x="9144" y="6061"/>
                  </a:lnTo>
                  <a:lnTo>
                    <a:pt x="9224" y="6220"/>
                  </a:lnTo>
                  <a:lnTo>
                    <a:pt x="9304" y="6406"/>
                  </a:lnTo>
                  <a:lnTo>
                    <a:pt x="9330" y="6486"/>
                  </a:lnTo>
                  <a:lnTo>
                    <a:pt x="9384" y="6513"/>
                  </a:lnTo>
                  <a:lnTo>
                    <a:pt x="9437" y="6566"/>
                  </a:lnTo>
                  <a:lnTo>
                    <a:pt x="9676" y="6566"/>
                  </a:lnTo>
                  <a:lnTo>
                    <a:pt x="9862" y="6592"/>
                  </a:lnTo>
                  <a:lnTo>
                    <a:pt x="10022" y="6672"/>
                  </a:lnTo>
                  <a:lnTo>
                    <a:pt x="10181" y="6752"/>
                  </a:lnTo>
                  <a:lnTo>
                    <a:pt x="10287" y="6858"/>
                  </a:lnTo>
                  <a:lnTo>
                    <a:pt x="10394" y="7018"/>
                  </a:lnTo>
                  <a:lnTo>
                    <a:pt x="10473" y="7150"/>
                  </a:lnTo>
                  <a:lnTo>
                    <a:pt x="10527" y="7337"/>
                  </a:lnTo>
                  <a:lnTo>
                    <a:pt x="10553" y="7523"/>
                  </a:lnTo>
                  <a:lnTo>
                    <a:pt x="10527" y="7709"/>
                  </a:lnTo>
                  <a:lnTo>
                    <a:pt x="10473" y="7895"/>
                  </a:lnTo>
                  <a:lnTo>
                    <a:pt x="10394" y="8054"/>
                  </a:lnTo>
                  <a:lnTo>
                    <a:pt x="10261" y="8187"/>
                  </a:lnTo>
                  <a:lnTo>
                    <a:pt x="10128" y="8293"/>
                  </a:lnTo>
                  <a:lnTo>
                    <a:pt x="9968" y="8400"/>
                  </a:lnTo>
                  <a:lnTo>
                    <a:pt x="9782" y="8453"/>
                  </a:lnTo>
                  <a:lnTo>
                    <a:pt x="9596" y="8480"/>
                  </a:lnTo>
                  <a:lnTo>
                    <a:pt x="2047" y="8480"/>
                  </a:lnTo>
                  <a:lnTo>
                    <a:pt x="1834" y="8453"/>
                  </a:lnTo>
                  <a:lnTo>
                    <a:pt x="1622" y="8426"/>
                  </a:lnTo>
                  <a:lnTo>
                    <a:pt x="1409" y="8347"/>
                  </a:lnTo>
                  <a:lnTo>
                    <a:pt x="1223" y="8267"/>
                  </a:lnTo>
                  <a:lnTo>
                    <a:pt x="1064" y="8134"/>
                  </a:lnTo>
                  <a:lnTo>
                    <a:pt x="878" y="8001"/>
                  </a:lnTo>
                  <a:lnTo>
                    <a:pt x="745" y="7842"/>
                  </a:lnTo>
                  <a:lnTo>
                    <a:pt x="612" y="7656"/>
                  </a:lnTo>
                  <a:lnTo>
                    <a:pt x="532" y="7469"/>
                  </a:lnTo>
                  <a:lnTo>
                    <a:pt x="452" y="7257"/>
                  </a:lnTo>
                  <a:lnTo>
                    <a:pt x="426" y="7044"/>
                  </a:lnTo>
                  <a:lnTo>
                    <a:pt x="399" y="6832"/>
                  </a:lnTo>
                  <a:lnTo>
                    <a:pt x="426" y="6619"/>
                  </a:lnTo>
                  <a:lnTo>
                    <a:pt x="452" y="6406"/>
                  </a:lnTo>
                  <a:lnTo>
                    <a:pt x="532" y="6194"/>
                  </a:lnTo>
                  <a:lnTo>
                    <a:pt x="612" y="6007"/>
                  </a:lnTo>
                  <a:lnTo>
                    <a:pt x="745" y="5821"/>
                  </a:lnTo>
                  <a:lnTo>
                    <a:pt x="878" y="5662"/>
                  </a:lnTo>
                  <a:lnTo>
                    <a:pt x="1064" y="5529"/>
                  </a:lnTo>
                  <a:lnTo>
                    <a:pt x="1223" y="5423"/>
                  </a:lnTo>
                  <a:lnTo>
                    <a:pt x="1409" y="5316"/>
                  </a:lnTo>
                  <a:lnTo>
                    <a:pt x="1622" y="5263"/>
                  </a:lnTo>
                  <a:lnTo>
                    <a:pt x="1834" y="5210"/>
                  </a:lnTo>
                  <a:lnTo>
                    <a:pt x="2047" y="5183"/>
                  </a:lnTo>
                  <a:lnTo>
                    <a:pt x="2207" y="5210"/>
                  </a:lnTo>
                  <a:lnTo>
                    <a:pt x="2260" y="5210"/>
                  </a:lnTo>
                  <a:lnTo>
                    <a:pt x="2340" y="5183"/>
                  </a:lnTo>
                  <a:lnTo>
                    <a:pt x="2366" y="5130"/>
                  </a:lnTo>
                  <a:lnTo>
                    <a:pt x="2419" y="5077"/>
                  </a:lnTo>
                  <a:lnTo>
                    <a:pt x="2579" y="4705"/>
                  </a:lnTo>
                  <a:lnTo>
                    <a:pt x="2791" y="4386"/>
                  </a:lnTo>
                  <a:lnTo>
                    <a:pt x="3031" y="4120"/>
                  </a:lnTo>
                  <a:lnTo>
                    <a:pt x="3350" y="3854"/>
                  </a:lnTo>
                  <a:lnTo>
                    <a:pt x="3669" y="3668"/>
                  </a:lnTo>
                  <a:lnTo>
                    <a:pt x="4014" y="3535"/>
                  </a:lnTo>
                  <a:lnTo>
                    <a:pt x="4413" y="3456"/>
                  </a:lnTo>
                  <a:lnTo>
                    <a:pt x="4785" y="3403"/>
                  </a:lnTo>
                  <a:close/>
                  <a:moveTo>
                    <a:pt x="9729" y="0"/>
                  </a:moveTo>
                  <a:lnTo>
                    <a:pt x="9676" y="53"/>
                  </a:lnTo>
                  <a:lnTo>
                    <a:pt x="9649" y="106"/>
                  </a:lnTo>
                  <a:lnTo>
                    <a:pt x="9623" y="160"/>
                  </a:lnTo>
                  <a:lnTo>
                    <a:pt x="9623" y="213"/>
                  </a:lnTo>
                  <a:lnTo>
                    <a:pt x="9649" y="266"/>
                  </a:lnTo>
                  <a:lnTo>
                    <a:pt x="9809" y="665"/>
                  </a:lnTo>
                  <a:lnTo>
                    <a:pt x="9915" y="1037"/>
                  </a:lnTo>
                  <a:lnTo>
                    <a:pt x="9995" y="1462"/>
                  </a:lnTo>
                  <a:lnTo>
                    <a:pt x="10022" y="1861"/>
                  </a:lnTo>
                  <a:lnTo>
                    <a:pt x="9968" y="2313"/>
                  </a:lnTo>
                  <a:lnTo>
                    <a:pt x="9889" y="2765"/>
                  </a:lnTo>
                  <a:lnTo>
                    <a:pt x="9756" y="3190"/>
                  </a:lnTo>
                  <a:lnTo>
                    <a:pt x="9570" y="3589"/>
                  </a:lnTo>
                  <a:lnTo>
                    <a:pt x="9330" y="3961"/>
                  </a:lnTo>
                  <a:lnTo>
                    <a:pt x="9038" y="4306"/>
                  </a:lnTo>
                  <a:lnTo>
                    <a:pt x="8719" y="4625"/>
                  </a:lnTo>
                  <a:lnTo>
                    <a:pt x="8347" y="4891"/>
                  </a:lnTo>
                  <a:lnTo>
                    <a:pt x="8028" y="4811"/>
                  </a:lnTo>
                  <a:lnTo>
                    <a:pt x="7709" y="4785"/>
                  </a:lnTo>
                  <a:lnTo>
                    <a:pt x="7470" y="4811"/>
                  </a:lnTo>
                  <a:lnTo>
                    <a:pt x="7390" y="4599"/>
                  </a:lnTo>
                  <a:lnTo>
                    <a:pt x="7284" y="4413"/>
                  </a:lnTo>
                  <a:lnTo>
                    <a:pt x="7044" y="4067"/>
                  </a:lnTo>
                  <a:lnTo>
                    <a:pt x="6725" y="3775"/>
                  </a:lnTo>
                  <a:lnTo>
                    <a:pt x="6406" y="3509"/>
                  </a:lnTo>
                  <a:lnTo>
                    <a:pt x="6034" y="3296"/>
                  </a:lnTo>
                  <a:lnTo>
                    <a:pt x="5636" y="3137"/>
                  </a:lnTo>
                  <a:lnTo>
                    <a:pt x="5210" y="3057"/>
                  </a:lnTo>
                  <a:lnTo>
                    <a:pt x="4998" y="3030"/>
                  </a:lnTo>
                  <a:lnTo>
                    <a:pt x="4785" y="3004"/>
                  </a:lnTo>
                  <a:lnTo>
                    <a:pt x="4572" y="3030"/>
                  </a:lnTo>
                  <a:lnTo>
                    <a:pt x="4360" y="3057"/>
                  </a:lnTo>
                  <a:lnTo>
                    <a:pt x="3934" y="3137"/>
                  </a:lnTo>
                  <a:lnTo>
                    <a:pt x="3536" y="3296"/>
                  </a:lnTo>
                  <a:lnTo>
                    <a:pt x="3164" y="3509"/>
                  </a:lnTo>
                  <a:lnTo>
                    <a:pt x="2845" y="3748"/>
                  </a:lnTo>
                  <a:lnTo>
                    <a:pt x="2552" y="4067"/>
                  </a:lnTo>
                  <a:lnTo>
                    <a:pt x="2286" y="4413"/>
                  </a:lnTo>
                  <a:lnTo>
                    <a:pt x="2180" y="4599"/>
                  </a:lnTo>
                  <a:lnTo>
                    <a:pt x="2100" y="4785"/>
                  </a:lnTo>
                  <a:lnTo>
                    <a:pt x="2047" y="4785"/>
                  </a:lnTo>
                  <a:lnTo>
                    <a:pt x="1781" y="4811"/>
                  </a:lnTo>
                  <a:lnTo>
                    <a:pt x="1515" y="4864"/>
                  </a:lnTo>
                  <a:lnTo>
                    <a:pt x="1276" y="4944"/>
                  </a:lnTo>
                  <a:lnTo>
                    <a:pt x="1037" y="5077"/>
                  </a:lnTo>
                  <a:lnTo>
                    <a:pt x="798" y="5210"/>
                  </a:lnTo>
                  <a:lnTo>
                    <a:pt x="612" y="5396"/>
                  </a:lnTo>
                  <a:lnTo>
                    <a:pt x="426" y="5582"/>
                  </a:lnTo>
                  <a:lnTo>
                    <a:pt x="266" y="5821"/>
                  </a:lnTo>
                  <a:lnTo>
                    <a:pt x="160" y="6061"/>
                  </a:lnTo>
                  <a:lnTo>
                    <a:pt x="80" y="6300"/>
                  </a:lnTo>
                  <a:lnTo>
                    <a:pt x="27" y="6566"/>
                  </a:lnTo>
                  <a:lnTo>
                    <a:pt x="0" y="6832"/>
                  </a:lnTo>
                  <a:lnTo>
                    <a:pt x="27" y="7097"/>
                  </a:lnTo>
                  <a:lnTo>
                    <a:pt x="80" y="7363"/>
                  </a:lnTo>
                  <a:lnTo>
                    <a:pt x="160" y="7602"/>
                  </a:lnTo>
                  <a:lnTo>
                    <a:pt x="266" y="7868"/>
                  </a:lnTo>
                  <a:lnTo>
                    <a:pt x="426" y="8081"/>
                  </a:lnTo>
                  <a:lnTo>
                    <a:pt x="612" y="8293"/>
                  </a:lnTo>
                  <a:lnTo>
                    <a:pt x="798" y="8453"/>
                  </a:lnTo>
                  <a:lnTo>
                    <a:pt x="1037" y="8612"/>
                  </a:lnTo>
                  <a:lnTo>
                    <a:pt x="1276" y="8719"/>
                  </a:lnTo>
                  <a:lnTo>
                    <a:pt x="1515" y="8799"/>
                  </a:lnTo>
                  <a:lnTo>
                    <a:pt x="1781" y="8852"/>
                  </a:lnTo>
                  <a:lnTo>
                    <a:pt x="2047" y="8878"/>
                  </a:lnTo>
                  <a:lnTo>
                    <a:pt x="9596" y="8878"/>
                  </a:lnTo>
                  <a:lnTo>
                    <a:pt x="9782" y="8852"/>
                  </a:lnTo>
                  <a:lnTo>
                    <a:pt x="9968" y="8825"/>
                  </a:lnTo>
                  <a:lnTo>
                    <a:pt x="10154" y="8745"/>
                  </a:lnTo>
                  <a:lnTo>
                    <a:pt x="10314" y="8666"/>
                  </a:lnTo>
                  <a:lnTo>
                    <a:pt x="10473" y="8559"/>
                  </a:lnTo>
                  <a:lnTo>
                    <a:pt x="10606" y="8426"/>
                  </a:lnTo>
                  <a:lnTo>
                    <a:pt x="10713" y="8267"/>
                  </a:lnTo>
                  <a:lnTo>
                    <a:pt x="10819" y="8107"/>
                  </a:lnTo>
                  <a:lnTo>
                    <a:pt x="10872" y="7921"/>
                  </a:lnTo>
                  <a:lnTo>
                    <a:pt x="10925" y="7735"/>
                  </a:lnTo>
                  <a:lnTo>
                    <a:pt x="10952" y="7549"/>
                  </a:lnTo>
                  <a:lnTo>
                    <a:pt x="10952" y="7363"/>
                  </a:lnTo>
                  <a:lnTo>
                    <a:pt x="10899" y="7177"/>
                  </a:lnTo>
                  <a:lnTo>
                    <a:pt x="10846" y="7018"/>
                  </a:lnTo>
                  <a:lnTo>
                    <a:pt x="10766" y="6832"/>
                  </a:lnTo>
                  <a:lnTo>
                    <a:pt x="10659" y="6672"/>
                  </a:lnTo>
                  <a:lnTo>
                    <a:pt x="10978" y="6380"/>
                  </a:lnTo>
                  <a:lnTo>
                    <a:pt x="11271" y="6034"/>
                  </a:lnTo>
                  <a:lnTo>
                    <a:pt x="11537" y="5689"/>
                  </a:lnTo>
                  <a:lnTo>
                    <a:pt x="11749" y="5290"/>
                  </a:lnTo>
                  <a:lnTo>
                    <a:pt x="11909" y="4891"/>
                  </a:lnTo>
                  <a:lnTo>
                    <a:pt x="12042" y="4466"/>
                  </a:lnTo>
                  <a:lnTo>
                    <a:pt x="12095" y="4014"/>
                  </a:lnTo>
                  <a:lnTo>
                    <a:pt x="12121" y="3589"/>
                  </a:lnTo>
                  <a:lnTo>
                    <a:pt x="12121" y="3296"/>
                  </a:lnTo>
                  <a:lnTo>
                    <a:pt x="12095" y="3030"/>
                  </a:lnTo>
                  <a:lnTo>
                    <a:pt x="12042" y="2738"/>
                  </a:lnTo>
                  <a:lnTo>
                    <a:pt x="11989" y="2472"/>
                  </a:lnTo>
                  <a:lnTo>
                    <a:pt x="11882" y="2206"/>
                  </a:lnTo>
                  <a:lnTo>
                    <a:pt x="11776" y="1967"/>
                  </a:lnTo>
                  <a:lnTo>
                    <a:pt x="11670" y="1701"/>
                  </a:lnTo>
                  <a:lnTo>
                    <a:pt x="11537" y="1462"/>
                  </a:lnTo>
                  <a:lnTo>
                    <a:pt x="11377" y="1249"/>
                  </a:lnTo>
                  <a:lnTo>
                    <a:pt x="11218" y="1037"/>
                  </a:lnTo>
                  <a:lnTo>
                    <a:pt x="11032" y="824"/>
                  </a:lnTo>
                  <a:lnTo>
                    <a:pt x="10819" y="638"/>
                  </a:lnTo>
                  <a:lnTo>
                    <a:pt x="10633" y="452"/>
                  </a:lnTo>
                  <a:lnTo>
                    <a:pt x="10394" y="292"/>
                  </a:lnTo>
                  <a:lnTo>
                    <a:pt x="10154" y="133"/>
                  </a:lnTo>
                  <a:lnTo>
                    <a:pt x="99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74"/>
            <p:cNvSpPr/>
            <p:nvPr/>
          </p:nvSpPr>
          <p:spPr>
            <a:xfrm>
              <a:off x="4960300" y="2796000"/>
              <a:ext cx="70475" cy="68475"/>
            </a:xfrm>
            <a:custGeom>
              <a:rect b="b" l="l" r="r" t="t"/>
              <a:pathLst>
                <a:path extrusionOk="0" h="2739" w="2819">
                  <a:moveTo>
                    <a:pt x="1409" y="665"/>
                  </a:moveTo>
                  <a:lnTo>
                    <a:pt x="1595" y="1064"/>
                  </a:lnTo>
                  <a:lnTo>
                    <a:pt x="1675" y="1144"/>
                  </a:lnTo>
                  <a:lnTo>
                    <a:pt x="1755" y="1170"/>
                  </a:lnTo>
                  <a:lnTo>
                    <a:pt x="2207" y="1250"/>
                  </a:lnTo>
                  <a:lnTo>
                    <a:pt x="1888" y="1542"/>
                  </a:lnTo>
                  <a:lnTo>
                    <a:pt x="1835" y="1622"/>
                  </a:lnTo>
                  <a:lnTo>
                    <a:pt x="1808" y="1729"/>
                  </a:lnTo>
                  <a:lnTo>
                    <a:pt x="1888" y="2154"/>
                  </a:lnTo>
                  <a:lnTo>
                    <a:pt x="1489" y="1968"/>
                  </a:lnTo>
                  <a:lnTo>
                    <a:pt x="1409" y="1941"/>
                  </a:lnTo>
                  <a:lnTo>
                    <a:pt x="1303" y="1968"/>
                  </a:lnTo>
                  <a:lnTo>
                    <a:pt x="931" y="2154"/>
                  </a:lnTo>
                  <a:lnTo>
                    <a:pt x="984" y="1729"/>
                  </a:lnTo>
                  <a:lnTo>
                    <a:pt x="984" y="1622"/>
                  </a:lnTo>
                  <a:lnTo>
                    <a:pt x="931" y="1542"/>
                  </a:lnTo>
                  <a:lnTo>
                    <a:pt x="612" y="1250"/>
                  </a:lnTo>
                  <a:lnTo>
                    <a:pt x="1064" y="1170"/>
                  </a:lnTo>
                  <a:lnTo>
                    <a:pt x="1143" y="1144"/>
                  </a:lnTo>
                  <a:lnTo>
                    <a:pt x="1223" y="1064"/>
                  </a:lnTo>
                  <a:lnTo>
                    <a:pt x="1409" y="665"/>
                  </a:lnTo>
                  <a:close/>
                  <a:moveTo>
                    <a:pt x="1409" y="1"/>
                  </a:moveTo>
                  <a:lnTo>
                    <a:pt x="1303" y="54"/>
                  </a:lnTo>
                  <a:lnTo>
                    <a:pt x="1223" y="134"/>
                  </a:lnTo>
                  <a:lnTo>
                    <a:pt x="904" y="798"/>
                  </a:lnTo>
                  <a:lnTo>
                    <a:pt x="160" y="904"/>
                  </a:lnTo>
                  <a:lnTo>
                    <a:pt x="54" y="958"/>
                  </a:lnTo>
                  <a:lnTo>
                    <a:pt x="0" y="1037"/>
                  </a:lnTo>
                  <a:lnTo>
                    <a:pt x="0" y="1144"/>
                  </a:lnTo>
                  <a:lnTo>
                    <a:pt x="54" y="1250"/>
                  </a:lnTo>
                  <a:lnTo>
                    <a:pt x="585" y="1755"/>
                  </a:lnTo>
                  <a:lnTo>
                    <a:pt x="452" y="2499"/>
                  </a:lnTo>
                  <a:lnTo>
                    <a:pt x="479" y="2606"/>
                  </a:lnTo>
                  <a:lnTo>
                    <a:pt x="532" y="2685"/>
                  </a:lnTo>
                  <a:lnTo>
                    <a:pt x="638" y="2739"/>
                  </a:lnTo>
                  <a:lnTo>
                    <a:pt x="745" y="2712"/>
                  </a:lnTo>
                  <a:lnTo>
                    <a:pt x="1409" y="2366"/>
                  </a:lnTo>
                  <a:lnTo>
                    <a:pt x="2074" y="2712"/>
                  </a:lnTo>
                  <a:lnTo>
                    <a:pt x="2180" y="2739"/>
                  </a:lnTo>
                  <a:lnTo>
                    <a:pt x="2286" y="2685"/>
                  </a:lnTo>
                  <a:lnTo>
                    <a:pt x="2340" y="2606"/>
                  </a:lnTo>
                  <a:lnTo>
                    <a:pt x="2366" y="2499"/>
                  </a:lnTo>
                  <a:lnTo>
                    <a:pt x="2233" y="1755"/>
                  </a:lnTo>
                  <a:lnTo>
                    <a:pt x="2765" y="1250"/>
                  </a:lnTo>
                  <a:lnTo>
                    <a:pt x="2818" y="1144"/>
                  </a:lnTo>
                  <a:lnTo>
                    <a:pt x="2818" y="1037"/>
                  </a:lnTo>
                  <a:lnTo>
                    <a:pt x="2765" y="958"/>
                  </a:lnTo>
                  <a:lnTo>
                    <a:pt x="2659" y="904"/>
                  </a:lnTo>
                  <a:lnTo>
                    <a:pt x="1914" y="798"/>
                  </a:lnTo>
                  <a:lnTo>
                    <a:pt x="1595" y="134"/>
                  </a:lnTo>
                  <a:lnTo>
                    <a:pt x="1516" y="54"/>
                  </a:lnTo>
                  <a:lnTo>
                    <a:pt x="140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4" name="Shape 1064"/>
        <p:cNvGrpSpPr/>
        <p:nvPr/>
      </p:nvGrpSpPr>
      <p:grpSpPr>
        <a:xfrm>
          <a:off x="0" y="0"/>
          <a:ext cx="0" cy="0"/>
          <a:chOff x="0" y="0"/>
          <a:chExt cx="0" cy="0"/>
        </a:xfrm>
      </p:grpSpPr>
      <p:sp>
        <p:nvSpPr>
          <p:cNvPr id="1065" name="Google Shape;1065;p75"/>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THIS IS A INFOGRAPHIC</a:t>
            </a:r>
            <a:endParaRPr/>
          </a:p>
        </p:txBody>
      </p:sp>
      <p:sp>
        <p:nvSpPr>
          <p:cNvPr id="1066" name="Google Shape;1066;p75"/>
          <p:cNvSpPr txBox="1"/>
          <p:nvPr>
            <p:ph idx="4294967295" type="subTitle"/>
          </p:nvPr>
        </p:nvSpPr>
        <p:spPr>
          <a:xfrm>
            <a:off x="2741700" y="3974523"/>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a:t>
            </a:r>
            <a:endParaRPr/>
          </a:p>
        </p:txBody>
      </p:sp>
      <p:sp>
        <p:nvSpPr>
          <p:cNvPr id="1067" name="Google Shape;1067;p75"/>
          <p:cNvSpPr txBox="1"/>
          <p:nvPr>
            <p:ph idx="4294967295" type="title"/>
          </p:nvPr>
        </p:nvSpPr>
        <p:spPr>
          <a:xfrm>
            <a:off x="2741700" y="3761386"/>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MERCURY</a:t>
            </a:r>
            <a:endParaRPr sz="2000">
              <a:solidFill>
                <a:schemeClr val="lt1"/>
              </a:solidFill>
            </a:endParaRPr>
          </a:p>
        </p:txBody>
      </p:sp>
      <p:sp>
        <p:nvSpPr>
          <p:cNvPr id="1068" name="Google Shape;1068;p75"/>
          <p:cNvSpPr txBox="1"/>
          <p:nvPr>
            <p:ph idx="4294967295" type="subTitle"/>
          </p:nvPr>
        </p:nvSpPr>
        <p:spPr>
          <a:xfrm>
            <a:off x="873300" y="3974523"/>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Neptune is the farthest planet from the Sun</a:t>
            </a:r>
            <a:endParaRPr/>
          </a:p>
        </p:txBody>
      </p:sp>
      <p:sp>
        <p:nvSpPr>
          <p:cNvPr id="1069" name="Google Shape;1069;p75"/>
          <p:cNvSpPr txBox="1"/>
          <p:nvPr>
            <p:ph idx="4294967295" type="title"/>
          </p:nvPr>
        </p:nvSpPr>
        <p:spPr>
          <a:xfrm>
            <a:off x="873300" y="3761386"/>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NEPTUNE</a:t>
            </a:r>
            <a:endParaRPr sz="2000">
              <a:solidFill>
                <a:schemeClr val="lt1"/>
              </a:solidFill>
            </a:endParaRPr>
          </a:p>
        </p:txBody>
      </p:sp>
      <p:sp>
        <p:nvSpPr>
          <p:cNvPr id="1070" name="Google Shape;1070;p75"/>
          <p:cNvSpPr txBox="1"/>
          <p:nvPr>
            <p:ph idx="4294967295" type="subTitle"/>
          </p:nvPr>
        </p:nvSpPr>
        <p:spPr>
          <a:xfrm>
            <a:off x="4610100" y="3974523"/>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Despite being red, Mars is very cold</a:t>
            </a:r>
            <a:endParaRPr/>
          </a:p>
        </p:txBody>
      </p:sp>
      <p:sp>
        <p:nvSpPr>
          <p:cNvPr id="1071" name="Google Shape;1071;p75"/>
          <p:cNvSpPr txBox="1"/>
          <p:nvPr>
            <p:ph idx="4294967295" type="title"/>
          </p:nvPr>
        </p:nvSpPr>
        <p:spPr>
          <a:xfrm>
            <a:off x="4610100" y="3761386"/>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MARS</a:t>
            </a:r>
            <a:endParaRPr sz="2000">
              <a:solidFill>
                <a:schemeClr val="lt1"/>
              </a:solidFill>
            </a:endParaRPr>
          </a:p>
        </p:txBody>
      </p:sp>
      <p:sp>
        <p:nvSpPr>
          <p:cNvPr id="1072" name="Google Shape;1072;p75"/>
          <p:cNvSpPr txBox="1"/>
          <p:nvPr>
            <p:ph idx="4294967295" type="subTitle"/>
          </p:nvPr>
        </p:nvSpPr>
        <p:spPr>
          <a:xfrm>
            <a:off x="6478500" y="3974523"/>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Jupiter is the biggest planet of them all</a:t>
            </a:r>
            <a:endParaRPr/>
          </a:p>
        </p:txBody>
      </p:sp>
      <p:sp>
        <p:nvSpPr>
          <p:cNvPr id="1073" name="Google Shape;1073;p75"/>
          <p:cNvSpPr txBox="1"/>
          <p:nvPr>
            <p:ph idx="4294967295" type="title"/>
          </p:nvPr>
        </p:nvSpPr>
        <p:spPr>
          <a:xfrm>
            <a:off x="6478500" y="3761386"/>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JUPITER</a:t>
            </a:r>
            <a:endParaRPr sz="2000">
              <a:solidFill>
                <a:schemeClr val="lt1"/>
              </a:solidFill>
            </a:endParaRPr>
          </a:p>
        </p:txBody>
      </p:sp>
      <p:sp>
        <p:nvSpPr>
          <p:cNvPr id="1074" name="Google Shape;1074;p75"/>
          <p:cNvSpPr txBox="1"/>
          <p:nvPr>
            <p:ph idx="4294967295" type="subTitle"/>
          </p:nvPr>
        </p:nvSpPr>
        <p:spPr>
          <a:xfrm>
            <a:off x="3675900" y="2268313"/>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Saturn is a gas giant and has rings</a:t>
            </a:r>
            <a:endParaRPr/>
          </a:p>
        </p:txBody>
      </p:sp>
      <p:sp>
        <p:nvSpPr>
          <p:cNvPr id="1075" name="Google Shape;1075;p75"/>
          <p:cNvSpPr txBox="1"/>
          <p:nvPr>
            <p:ph idx="4294967295" type="title"/>
          </p:nvPr>
        </p:nvSpPr>
        <p:spPr>
          <a:xfrm>
            <a:off x="3675900" y="2055176"/>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SATURN</a:t>
            </a:r>
            <a:endParaRPr sz="2000">
              <a:solidFill>
                <a:schemeClr val="lt1"/>
              </a:solidFill>
            </a:endParaRPr>
          </a:p>
        </p:txBody>
      </p:sp>
      <p:sp>
        <p:nvSpPr>
          <p:cNvPr id="1076" name="Google Shape;1076;p75"/>
          <p:cNvSpPr/>
          <p:nvPr/>
        </p:nvSpPr>
        <p:spPr>
          <a:xfrm>
            <a:off x="4192500" y="1138116"/>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75"/>
          <p:cNvSpPr/>
          <p:nvPr/>
        </p:nvSpPr>
        <p:spPr>
          <a:xfrm>
            <a:off x="1710000" y="3566379"/>
            <a:ext cx="118800" cy="1188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75"/>
          <p:cNvSpPr/>
          <p:nvPr/>
        </p:nvSpPr>
        <p:spPr>
          <a:xfrm>
            <a:off x="3578400" y="3566379"/>
            <a:ext cx="118800" cy="1188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75"/>
          <p:cNvSpPr/>
          <p:nvPr/>
        </p:nvSpPr>
        <p:spPr>
          <a:xfrm>
            <a:off x="5446800" y="3566379"/>
            <a:ext cx="118800" cy="1188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75"/>
          <p:cNvSpPr/>
          <p:nvPr/>
        </p:nvSpPr>
        <p:spPr>
          <a:xfrm>
            <a:off x="7315200" y="3566379"/>
            <a:ext cx="118800" cy="1188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75"/>
          <p:cNvSpPr/>
          <p:nvPr/>
        </p:nvSpPr>
        <p:spPr>
          <a:xfrm>
            <a:off x="4512600" y="2841318"/>
            <a:ext cx="118800" cy="1188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82" name="Google Shape;1082;p75"/>
          <p:cNvCxnSpPr>
            <a:stCxn id="1081" idx="2"/>
            <a:endCxn id="1077" idx="0"/>
          </p:cNvCxnSpPr>
          <p:nvPr/>
        </p:nvCxnSpPr>
        <p:spPr>
          <a:xfrm rot="5400000">
            <a:off x="2867550" y="1861968"/>
            <a:ext cx="606300" cy="2802600"/>
          </a:xfrm>
          <a:prstGeom prst="bentConnector3">
            <a:avLst>
              <a:gd fmla="val 49997" name="adj1"/>
            </a:avLst>
          </a:prstGeom>
          <a:noFill/>
          <a:ln cap="flat" cmpd="sng" w="19050">
            <a:solidFill>
              <a:schemeClr val="dk1"/>
            </a:solidFill>
            <a:prstDash val="solid"/>
            <a:round/>
            <a:headEnd len="med" w="med" type="none"/>
            <a:tailEnd len="med" w="med" type="none"/>
          </a:ln>
        </p:spPr>
      </p:cxnSp>
      <p:cxnSp>
        <p:nvCxnSpPr>
          <p:cNvPr id="1083" name="Google Shape;1083;p75"/>
          <p:cNvCxnSpPr>
            <a:stCxn id="1081" idx="2"/>
            <a:endCxn id="1078" idx="0"/>
          </p:cNvCxnSpPr>
          <p:nvPr/>
        </p:nvCxnSpPr>
        <p:spPr>
          <a:xfrm rot="5400000">
            <a:off x="3801750" y="2796168"/>
            <a:ext cx="606300" cy="934200"/>
          </a:xfrm>
          <a:prstGeom prst="bentConnector3">
            <a:avLst>
              <a:gd fmla="val 49997" name="adj1"/>
            </a:avLst>
          </a:prstGeom>
          <a:noFill/>
          <a:ln cap="flat" cmpd="sng" w="19050">
            <a:solidFill>
              <a:schemeClr val="dk1"/>
            </a:solidFill>
            <a:prstDash val="solid"/>
            <a:round/>
            <a:headEnd len="med" w="med" type="none"/>
            <a:tailEnd len="med" w="med" type="none"/>
          </a:ln>
        </p:spPr>
      </p:cxnSp>
      <p:cxnSp>
        <p:nvCxnSpPr>
          <p:cNvPr id="1084" name="Google Shape;1084;p75"/>
          <p:cNvCxnSpPr>
            <a:stCxn id="1081" idx="2"/>
            <a:endCxn id="1079" idx="0"/>
          </p:cNvCxnSpPr>
          <p:nvPr/>
        </p:nvCxnSpPr>
        <p:spPr>
          <a:xfrm flipH="1" rot="-5400000">
            <a:off x="4735950" y="2796168"/>
            <a:ext cx="606300" cy="934200"/>
          </a:xfrm>
          <a:prstGeom prst="bentConnector3">
            <a:avLst>
              <a:gd fmla="val 49997" name="adj1"/>
            </a:avLst>
          </a:prstGeom>
          <a:noFill/>
          <a:ln cap="flat" cmpd="sng" w="19050">
            <a:solidFill>
              <a:schemeClr val="dk1"/>
            </a:solidFill>
            <a:prstDash val="solid"/>
            <a:round/>
            <a:headEnd len="med" w="med" type="none"/>
            <a:tailEnd len="med" w="med" type="none"/>
          </a:ln>
        </p:spPr>
      </p:cxnSp>
      <p:cxnSp>
        <p:nvCxnSpPr>
          <p:cNvPr id="1085" name="Google Shape;1085;p75"/>
          <p:cNvCxnSpPr>
            <a:stCxn id="1081" idx="2"/>
            <a:endCxn id="1080" idx="0"/>
          </p:cNvCxnSpPr>
          <p:nvPr/>
        </p:nvCxnSpPr>
        <p:spPr>
          <a:xfrm flipH="1" rot="-5400000">
            <a:off x="5670150" y="1861968"/>
            <a:ext cx="606300" cy="2802600"/>
          </a:xfrm>
          <a:prstGeom prst="bentConnector3">
            <a:avLst>
              <a:gd fmla="val 49997" name="adj1"/>
            </a:avLst>
          </a:prstGeom>
          <a:noFill/>
          <a:ln cap="flat" cmpd="sng" w="19050">
            <a:solidFill>
              <a:schemeClr val="dk1"/>
            </a:solidFill>
            <a:prstDash val="solid"/>
            <a:round/>
            <a:headEnd len="med" w="med" type="none"/>
            <a:tailEnd len="med" w="med" type="none"/>
          </a:ln>
        </p:spPr>
      </p:cxnSp>
      <p:grpSp>
        <p:nvGrpSpPr>
          <p:cNvPr id="1086" name="Google Shape;1086;p75"/>
          <p:cNvGrpSpPr/>
          <p:nvPr/>
        </p:nvGrpSpPr>
        <p:grpSpPr>
          <a:xfrm>
            <a:off x="4424660" y="1400497"/>
            <a:ext cx="294679" cy="234240"/>
            <a:chOff x="3283675" y="2774075"/>
            <a:chExt cx="285100" cy="226625"/>
          </a:xfrm>
        </p:grpSpPr>
        <p:sp>
          <p:nvSpPr>
            <p:cNvPr id="1087" name="Google Shape;1087;p75"/>
            <p:cNvSpPr/>
            <p:nvPr/>
          </p:nvSpPr>
          <p:spPr>
            <a:xfrm>
              <a:off x="3330850" y="2915625"/>
              <a:ext cx="74450" cy="24600"/>
            </a:xfrm>
            <a:custGeom>
              <a:rect b="b" l="l" r="r" t="t"/>
              <a:pathLst>
                <a:path extrusionOk="0" h="984" w="2978">
                  <a:moveTo>
                    <a:pt x="160" y="0"/>
                  </a:moveTo>
                  <a:lnTo>
                    <a:pt x="81" y="54"/>
                  </a:lnTo>
                  <a:lnTo>
                    <a:pt x="27" y="133"/>
                  </a:lnTo>
                  <a:lnTo>
                    <a:pt x="1" y="240"/>
                  </a:lnTo>
                  <a:lnTo>
                    <a:pt x="54" y="346"/>
                  </a:lnTo>
                  <a:lnTo>
                    <a:pt x="187" y="479"/>
                  </a:lnTo>
                  <a:lnTo>
                    <a:pt x="346" y="612"/>
                  </a:lnTo>
                  <a:lnTo>
                    <a:pt x="506" y="718"/>
                  </a:lnTo>
                  <a:lnTo>
                    <a:pt x="692" y="824"/>
                  </a:lnTo>
                  <a:lnTo>
                    <a:pt x="878" y="878"/>
                  </a:lnTo>
                  <a:lnTo>
                    <a:pt x="1091" y="931"/>
                  </a:lnTo>
                  <a:lnTo>
                    <a:pt x="1277" y="957"/>
                  </a:lnTo>
                  <a:lnTo>
                    <a:pt x="1489" y="984"/>
                  </a:lnTo>
                  <a:lnTo>
                    <a:pt x="1702" y="957"/>
                  </a:lnTo>
                  <a:lnTo>
                    <a:pt x="1888" y="931"/>
                  </a:lnTo>
                  <a:lnTo>
                    <a:pt x="2074" y="878"/>
                  </a:lnTo>
                  <a:lnTo>
                    <a:pt x="2287" y="824"/>
                  </a:lnTo>
                  <a:lnTo>
                    <a:pt x="2446" y="718"/>
                  </a:lnTo>
                  <a:lnTo>
                    <a:pt x="2632" y="612"/>
                  </a:lnTo>
                  <a:lnTo>
                    <a:pt x="2765" y="479"/>
                  </a:lnTo>
                  <a:lnTo>
                    <a:pt x="2925" y="346"/>
                  </a:lnTo>
                  <a:lnTo>
                    <a:pt x="2951" y="266"/>
                  </a:lnTo>
                  <a:lnTo>
                    <a:pt x="2978" y="186"/>
                  </a:lnTo>
                  <a:lnTo>
                    <a:pt x="2951" y="107"/>
                  </a:lnTo>
                  <a:lnTo>
                    <a:pt x="2898" y="54"/>
                  </a:lnTo>
                  <a:lnTo>
                    <a:pt x="2818" y="27"/>
                  </a:lnTo>
                  <a:lnTo>
                    <a:pt x="2659" y="27"/>
                  </a:lnTo>
                  <a:lnTo>
                    <a:pt x="2606" y="80"/>
                  </a:lnTo>
                  <a:lnTo>
                    <a:pt x="2499" y="213"/>
                  </a:lnTo>
                  <a:lnTo>
                    <a:pt x="2367" y="293"/>
                  </a:lnTo>
                  <a:lnTo>
                    <a:pt x="2234" y="399"/>
                  </a:lnTo>
                  <a:lnTo>
                    <a:pt x="2101" y="452"/>
                  </a:lnTo>
                  <a:lnTo>
                    <a:pt x="1968" y="505"/>
                  </a:lnTo>
                  <a:lnTo>
                    <a:pt x="1808" y="559"/>
                  </a:lnTo>
                  <a:lnTo>
                    <a:pt x="1649" y="559"/>
                  </a:lnTo>
                  <a:lnTo>
                    <a:pt x="1489" y="585"/>
                  </a:lnTo>
                  <a:lnTo>
                    <a:pt x="1330" y="559"/>
                  </a:lnTo>
                  <a:lnTo>
                    <a:pt x="1170" y="559"/>
                  </a:lnTo>
                  <a:lnTo>
                    <a:pt x="1011" y="505"/>
                  </a:lnTo>
                  <a:lnTo>
                    <a:pt x="878" y="452"/>
                  </a:lnTo>
                  <a:lnTo>
                    <a:pt x="719" y="399"/>
                  </a:lnTo>
                  <a:lnTo>
                    <a:pt x="586" y="293"/>
                  </a:lnTo>
                  <a:lnTo>
                    <a:pt x="479" y="213"/>
                  </a:lnTo>
                  <a:lnTo>
                    <a:pt x="373" y="80"/>
                  </a:lnTo>
                  <a:lnTo>
                    <a:pt x="267" y="27"/>
                  </a:lnTo>
                  <a:lnTo>
                    <a:pt x="16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75"/>
            <p:cNvSpPr/>
            <p:nvPr/>
          </p:nvSpPr>
          <p:spPr>
            <a:xfrm>
              <a:off x="3447825" y="2916275"/>
              <a:ext cx="73775" cy="23950"/>
            </a:xfrm>
            <a:custGeom>
              <a:rect b="b" l="l" r="r" t="t"/>
              <a:pathLst>
                <a:path extrusionOk="0" h="958" w="2951">
                  <a:moveTo>
                    <a:pt x="133" y="1"/>
                  </a:moveTo>
                  <a:lnTo>
                    <a:pt x="80" y="28"/>
                  </a:lnTo>
                  <a:lnTo>
                    <a:pt x="27" y="107"/>
                  </a:lnTo>
                  <a:lnTo>
                    <a:pt x="0" y="160"/>
                  </a:lnTo>
                  <a:lnTo>
                    <a:pt x="0" y="240"/>
                  </a:lnTo>
                  <a:lnTo>
                    <a:pt x="53" y="320"/>
                  </a:lnTo>
                  <a:lnTo>
                    <a:pt x="186" y="453"/>
                  </a:lnTo>
                  <a:lnTo>
                    <a:pt x="346" y="586"/>
                  </a:lnTo>
                  <a:lnTo>
                    <a:pt x="505" y="692"/>
                  </a:lnTo>
                  <a:lnTo>
                    <a:pt x="691" y="772"/>
                  </a:lnTo>
                  <a:lnTo>
                    <a:pt x="877" y="852"/>
                  </a:lnTo>
                  <a:lnTo>
                    <a:pt x="1063" y="905"/>
                  </a:lnTo>
                  <a:lnTo>
                    <a:pt x="1276" y="931"/>
                  </a:lnTo>
                  <a:lnTo>
                    <a:pt x="1489" y="958"/>
                  </a:lnTo>
                  <a:lnTo>
                    <a:pt x="1675" y="931"/>
                  </a:lnTo>
                  <a:lnTo>
                    <a:pt x="1887" y="905"/>
                  </a:lnTo>
                  <a:lnTo>
                    <a:pt x="2073" y="852"/>
                  </a:lnTo>
                  <a:lnTo>
                    <a:pt x="2260" y="772"/>
                  </a:lnTo>
                  <a:lnTo>
                    <a:pt x="2446" y="692"/>
                  </a:lnTo>
                  <a:lnTo>
                    <a:pt x="2605" y="586"/>
                  </a:lnTo>
                  <a:lnTo>
                    <a:pt x="2765" y="453"/>
                  </a:lnTo>
                  <a:lnTo>
                    <a:pt x="2924" y="320"/>
                  </a:lnTo>
                  <a:lnTo>
                    <a:pt x="2951" y="240"/>
                  </a:lnTo>
                  <a:lnTo>
                    <a:pt x="2951" y="160"/>
                  </a:lnTo>
                  <a:lnTo>
                    <a:pt x="2924" y="107"/>
                  </a:lnTo>
                  <a:lnTo>
                    <a:pt x="2898" y="28"/>
                  </a:lnTo>
                  <a:lnTo>
                    <a:pt x="2818" y="1"/>
                  </a:lnTo>
                  <a:lnTo>
                    <a:pt x="2658" y="1"/>
                  </a:lnTo>
                  <a:lnTo>
                    <a:pt x="2605" y="54"/>
                  </a:lnTo>
                  <a:lnTo>
                    <a:pt x="2499" y="187"/>
                  </a:lnTo>
                  <a:lnTo>
                    <a:pt x="2366" y="267"/>
                  </a:lnTo>
                  <a:lnTo>
                    <a:pt x="2233" y="373"/>
                  </a:lnTo>
                  <a:lnTo>
                    <a:pt x="2100" y="426"/>
                  </a:lnTo>
                  <a:lnTo>
                    <a:pt x="1941" y="479"/>
                  </a:lnTo>
                  <a:lnTo>
                    <a:pt x="1808" y="533"/>
                  </a:lnTo>
                  <a:lnTo>
                    <a:pt x="1648" y="533"/>
                  </a:lnTo>
                  <a:lnTo>
                    <a:pt x="1489" y="559"/>
                  </a:lnTo>
                  <a:lnTo>
                    <a:pt x="1329" y="533"/>
                  </a:lnTo>
                  <a:lnTo>
                    <a:pt x="1170" y="533"/>
                  </a:lnTo>
                  <a:lnTo>
                    <a:pt x="1010" y="479"/>
                  </a:lnTo>
                  <a:lnTo>
                    <a:pt x="851" y="426"/>
                  </a:lnTo>
                  <a:lnTo>
                    <a:pt x="718" y="373"/>
                  </a:lnTo>
                  <a:lnTo>
                    <a:pt x="585" y="267"/>
                  </a:lnTo>
                  <a:lnTo>
                    <a:pt x="479" y="187"/>
                  </a:lnTo>
                  <a:lnTo>
                    <a:pt x="346" y="54"/>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75"/>
            <p:cNvSpPr/>
            <p:nvPr/>
          </p:nvSpPr>
          <p:spPr>
            <a:xfrm>
              <a:off x="3283675" y="2774075"/>
              <a:ext cx="285100" cy="226625"/>
            </a:xfrm>
            <a:custGeom>
              <a:rect b="b" l="l" r="r" t="t"/>
              <a:pathLst>
                <a:path extrusionOk="0" h="9065" w="11404">
                  <a:moveTo>
                    <a:pt x="6805" y="399"/>
                  </a:moveTo>
                  <a:lnTo>
                    <a:pt x="6938" y="452"/>
                  </a:lnTo>
                  <a:lnTo>
                    <a:pt x="7018" y="506"/>
                  </a:lnTo>
                  <a:lnTo>
                    <a:pt x="7124" y="559"/>
                  </a:lnTo>
                  <a:lnTo>
                    <a:pt x="7178" y="665"/>
                  </a:lnTo>
                  <a:lnTo>
                    <a:pt x="7257" y="771"/>
                  </a:lnTo>
                  <a:lnTo>
                    <a:pt x="7284" y="878"/>
                  </a:lnTo>
                  <a:lnTo>
                    <a:pt x="7284" y="984"/>
                  </a:lnTo>
                  <a:lnTo>
                    <a:pt x="7284" y="1117"/>
                  </a:lnTo>
                  <a:lnTo>
                    <a:pt x="7257" y="1223"/>
                  </a:lnTo>
                  <a:lnTo>
                    <a:pt x="7178" y="1330"/>
                  </a:lnTo>
                  <a:lnTo>
                    <a:pt x="7124" y="1409"/>
                  </a:lnTo>
                  <a:lnTo>
                    <a:pt x="7018" y="1489"/>
                  </a:lnTo>
                  <a:lnTo>
                    <a:pt x="6938" y="1542"/>
                  </a:lnTo>
                  <a:lnTo>
                    <a:pt x="6805" y="1569"/>
                  </a:lnTo>
                  <a:lnTo>
                    <a:pt x="6699" y="1595"/>
                  </a:lnTo>
                  <a:lnTo>
                    <a:pt x="4732" y="1595"/>
                  </a:lnTo>
                  <a:lnTo>
                    <a:pt x="4626" y="1569"/>
                  </a:lnTo>
                  <a:lnTo>
                    <a:pt x="4519" y="1542"/>
                  </a:lnTo>
                  <a:lnTo>
                    <a:pt x="4440" y="1516"/>
                  </a:lnTo>
                  <a:lnTo>
                    <a:pt x="4333" y="1463"/>
                  </a:lnTo>
                  <a:lnTo>
                    <a:pt x="4280" y="1383"/>
                  </a:lnTo>
                  <a:lnTo>
                    <a:pt x="4200" y="1303"/>
                  </a:lnTo>
                  <a:lnTo>
                    <a:pt x="4174" y="1197"/>
                  </a:lnTo>
                  <a:lnTo>
                    <a:pt x="4147" y="1117"/>
                  </a:lnTo>
                  <a:lnTo>
                    <a:pt x="4121" y="984"/>
                  </a:lnTo>
                  <a:lnTo>
                    <a:pt x="4147" y="878"/>
                  </a:lnTo>
                  <a:lnTo>
                    <a:pt x="4174" y="771"/>
                  </a:lnTo>
                  <a:lnTo>
                    <a:pt x="4227" y="665"/>
                  </a:lnTo>
                  <a:lnTo>
                    <a:pt x="4307" y="559"/>
                  </a:lnTo>
                  <a:lnTo>
                    <a:pt x="4386" y="506"/>
                  </a:lnTo>
                  <a:lnTo>
                    <a:pt x="4493" y="452"/>
                  </a:lnTo>
                  <a:lnTo>
                    <a:pt x="4599" y="399"/>
                  </a:lnTo>
                  <a:close/>
                  <a:moveTo>
                    <a:pt x="7603" y="1409"/>
                  </a:moveTo>
                  <a:lnTo>
                    <a:pt x="8108" y="1622"/>
                  </a:lnTo>
                  <a:lnTo>
                    <a:pt x="8586" y="1914"/>
                  </a:lnTo>
                  <a:lnTo>
                    <a:pt x="9038" y="2233"/>
                  </a:lnTo>
                  <a:lnTo>
                    <a:pt x="9464" y="2606"/>
                  </a:lnTo>
                  <a:lnTo>
                    <a:pt x="9836" y="3031"/>
                  </a:lnTo>
                  <a:lnTo>
                    <a:pt x="10155" y="3456"/>
                  </a:lnTo>
                  <a:lnTo>
                    <a:pt x="10447" y="3961"/>
                  </a:lnTo>
                  <a:lnTo>
                    <a:pt x="10660" y="4466"/>
                  </a:lnTo>
                  <a:lnTo>
                    <a:pt x="10500" y="4280"/>
                  </a:lnTo>
                  <a:lnTo>
                    <a:pt x="10288" y="4121"/>
                  </a:lnTo>
                  <a:lnTo>
                    <a:pt x="10101" y="3988"/>
                  </a:lnTo>
                  <a:lnTo>
                    <a:pt x="9862" y="3855"/>
                  </a:lnTo>
                  <a:lnTo>
                    <a:pt x="9650" y="3749"/>
                  </a:lnTo>
                  <a:lnTo>
                    <a:pt x="9410" y="3669"/>
                  </a:lnTo>
                  <a:lnTo>
                    <a:pt x="9145" y="3616"/>
                  </a:lnTo>
                  <a:lnTo>
                    <a:pt x="8905" y="3589"/>
                  </a:lnTo>
                  <a:lnTo>
                    <a:pt x="7310" y="3509"/>
                  </a:lnTo>
                  <a:lnTo>
                    <a:pt x="5716" y="3483"/>
                  </a:lnTo>
                  <a:lnTo>
                    <a:pt x="4121" y="3509"/>
                  </a:lnTo>
                  <a:lnTo>
                    <a:pt x="2526" y="3589"/>
                  </a:lnTo>
                  <a:lnTo>
                    <a:pt x="2260" y="3616"/>
                  </a:lnTo>
                  <a:lnTo>
                    <a:pt x="2021" y="3669"/>
                  </a:lnTo>
                  <a:lnTo>
                    <a:pt x="1781" y="3749"/>
                  </a:lnTo>
                  <a:lnTo>
                    <a:pt x="1542" y="3855"/>
                  </a:lnTo>
                  <a:lnTo>
                    <a:pt x="1330" y="3988"/>
                  </a:lnTo>
                  <a:lnTo>
                    <a:pt x="1117" y="4121"/>
                  </a:lnTo>
                  <a:lnTo>
                    <a:pt x="931" y="4280"/>
                  </a:lnTo>
                  <a:lnTo>
                    <a:pt x="745" y="4466"/>
                  </a:lnTo>
                  <a:lnTo>
                    <a:pt x="984" y="3961"/>
                  </a:lnTo>
                  <a:lnTo>
                    <a:pt x="1250" y="3456"/>
                  </a:lnTo>
                  <a:lnTo>
                    <a:pt x="1595" y="3004"/>
                  </a:lnTo>
                  <a:lnTo>
                    <a:pt x="1968" y="2606"/>
                  </a:lnTo>
                  <a:lnTo>
                    <a:pt x="2366" y="2233"/>
                  </a:lnTo>
                  <a:lnTo>
                    <a:pt x="2818" y="1914"/>
                  </a:lnTo>
                  <a:lnTo>
                    <a:pt x="3297" y="1622"/>
                  </a:lnTo>
                  <a:lnTo>
                    <a:pt x="3828" y="1409"/>
                  </a:lnTo>
                  <a:lnTo>
                    <a:pt x="3881" y="1542"/>
                  </a:lnTo>
                  <a:lnTo>
                    <a:pt x="3961" y="1649"/>
                  </a:lnTo>
                  <a:lnTo>
                    <a:pt x="4067" y="1755"/>
                  </a:lnTo>
                  <a:lnTo>
                    <a:pt x="4174" y="1835"/>
                  </a:lnTo>
                  <a:lnTo>
                    <a:pt x="4307" y="1888"/>
                  </a:lnTo>
                  <a:lnTo>
                    <a:pt x="4440" y="1941"/>
                  </a:lnTo>
                  <a:lnTo>
                    <a:pt x="4573" y="1968"/>
                  </a:lnTo>
                  <a:lnTo>
                    <a:pt x="4732" y="1994"/>
                  </a:lnTo>
                  <a:lnTo>
                    <a:pt x="6699" y="1994"/>
                  </a:lnTo>
                  <a:lnTo>
                    <a:pt x="6832" y="1968"/>
                  </a:lnTo>
                  <a:lnTo>
                    <a:pt x="6991" y="1941"/>
                  </a:lnTo>
                  <a:lnTo>
                    <a:pt x="7124" y="1888"/>
                  </a:lnTo>
                  <a:lnTo>
                    <a:pt x="7231" y="1835"/>
                  </a:lnTo>
                  <a:lnTo>
                    <a:pt x="7337" y="1755"/>
                  </a:lnTo>
                  <a:lnTo>
                    <a:pt x="7443" y="1649"/>
                  </a:lnTo>
                  <a:lnTo>
                    <a:pt x="7523" y="1542"/>
                  </a:lnTo>
                  <a:lnTo>
                    <a:pt x="7603" y="1409"/>
                  </a:lnTo>
                  <a:close/>
                  <a:moveTo>
                    <a:pt x="5716" y="3881"/>
                  </a:moveTo>
                  <a:lnTo>
                    <a:pt x="7284" y="3908"/>
                  </a:lnTo>
                  <a:lnTo>
                    <a:pt x="8879" y="3988"/>
                  </a:lnTo>
                  <a:lnTo>
                    <a:pt x="9091" y="4014"/>
                  </a:lnTo>
                  <a:lnTo>
                    <a:pt x="9304" y="4067"/>
                  </a:lnTo>
                  <a:lnTo>
                    <a:pt x="9517" y="4147"/>
                  </a:lnTo>
                  <a:lnTo>
                    <a:pt x="9703" y="4227"/>
                  </a:lnTo>
                  <a:lnTo>
                    <a:pt x="9915" y="4333"/>
                  </a:lnTo>
                  <a:lnTo>
                    <a:pt x="10075" y="4466"/>
                  </a:lnTo>
                  <a:lnTo>
                    <a:pt x="10234" y="4599"/>
                  </a:lnTo>
                  <a:lnTo>
                    <a:pt x="10394" y="4759"/>
                  </a:lnTo>
                  <a:lnTo>
                    <a:pt x="10527" y="4918"/>
                  </a:lnTo>
                  <a:lnTo>
                    <a:pt x="10660" y="5104"/>
                  </a:lnTo>
                  <a:lnTo>
                    <a:pt x="10766" y="5317"/>
                  </a:lnTo>
                  <a:lnTo>
                    <a:pt x="10846" y="5503"/>
                  </a:lnTo>
                  <a:lnTo>
                    <a:pt x="10925" y="5742"/>
                  </a:lnTo>
                  <a:lnTo>
                    <a:pt x="10979" y="5955"/>
                  </a:lnTo>
                  <a:lnTo>
                    <a:pt x="11005" y="6194"/>
                  </a:lnTo>
                  <a:lnTo>
                    <a:pt x="11005" y="6433"/>
                  </a:lnTo>
                  <a:lnTo>
                    <a:pt x="11005" y="6672"/>
                  </a:lnTo>
                  <a:lnTo>
                    <a:pt x="10979" y="6938"/>
                  </a:lnTo>
                  <a:lnTo>
                    <a:pt x="10925" y="7178"/>
                  </a:lnTo>
                  <a:lnTo>
                    <a:pt x="10846" y="7390"/>
                  </a:lnTo>
                  <a:lnTo>
                    <a:pt x="10739" y="7603"/>
                  </a:lnTo>
                  <a:lnTo>
                    <a:pt x="10607" y="7815"/>
                  </a:lnTo>
                  <a:lnTo>
                    <a:pt x="10474" y="8002"/>
                  </a:lnTo>
                  <a:lnTo>
                    <a:pt x="10314" y="8161"/>
                  </a:lnTo>
                  <a:lnTo>
                    <a:pt x="10155" y="8294"/>
                  </a:lnTo>
                  <a:lnTo>
                    <a:pt x="9995" y="8400"/>
                  </a:lnTo>
                  <a:lnTo>
                    <a:pt x="9809" y="8507"/>
                  </a:lnTo>
                  <a:lnTo>
                    <a:pt x="9650" y="8560"/>
                  </a:lnTo>
                  <a:lnTo>
                    <a:pt x="9437" y="8613"/>
                  </a:lnTo>
                  <a:lnTo>
                    <a:pt x="9251" y="8666"/>
                  </a:lnTo>
                  <a:lnTo>
                    <a:pt x="8852" y="8666"/>
                  </a:lnTo>
                  <a:lnTo>
                    <a:pt x="8374" y="8613"/>
                  </a:lnTo>
                  <a:lnTo>
                    <a:pt x="7895" y="8507"/>
                  </a:lnTo>
                  <a:lnTo>
                    <a:pt x="7470" y="8374"/>
                  </a:lnTo>
                  <a:lnTo>
                    <a:pt x="7071" y="8241"/>
                  </a:lnTo>
                  <a:lnTo>
                    <a:pt x="6699" y="8134"/>
                  </a:lnTo>
                  <a:lnTo>
                    <a:pt x="6353" y="8028"/>
                  </a:lnTo>
                  <a:lnTo>
                    <a:pt x="6035" y="7948"/>
                  </a:lnTo>
                  <a:lnTo>
                    <a:pt x="5716" y="7922"/>
                  </a:lnTo>
                  <a:lnTo>
                    <a:pt x="5397" y="7948"/>
                  </a:lnTo>
                  <a:lnTo>
                    <a:pt x="5078" y="8028"/>
                  </a:lnTo>
                  <a:lnTo>
                    <a:pt x="4732" y="8134"/>
                  </a:lnTo>
                  <a:lnTo>
                    <a:pt x="4360" y="8241"/>
                  </a:lnTo>
                  <a:lnTo>
                    <a:pt x="3961" y="8374"/>
                  </a:lnTo>
                  <a:lnTo>
                    <a:pt x="3509" y="8507"/>
                  </a:lnTo>
                  <a:lnTo>
                    <a:pt x="3057" y="8613"/>
                  </a:lnTo>
                  <a:lnTo>
                    <a:pt x="2552" y="8666"/>
                  </a:lnTo>
                  <a:lnTo>
                    <a:pt x="2154" y="8666"/>
                  </a:lnTo>
                  <a:lnTo>
                    <a:pt x="1968" y="8613"/>
                  </a:lnTo>
                  <a:lnTo>
                    <a:pt x="1781" y="8560"/>
                  </a:lnTo>
                  <a:lnTo>
                    <a:pt x="1595" y="8507"/>
                  </a:lnTo>
                  <a:lnTo>
                    <a:pt x="1436" y="8400"/>
                  </a:lnTo>
                  <a:lnTo>
                    <a:pt x="1250" y="8294"/>
                  </a:lnTo>
                  <a:lnTo>
                    <a:pt x="1117" y="8161"/>
                  </a:lnTo>
                  <a:lnTo>
                    <a:pt x="957" y="8002"/>
                  </a:lnTo>
                  <a:lnTo>
                    <a:pt x="798" y="7815"/>
                  </a:lnTo>
                  <a:lnTo>
                    <a:pt x="692" y="7603"/>
                  </a:lnTo>
                  <a:lnTo>
                    <a:pt x="585" y="7390"/>
                  </a:lnTo>
                  <a:lnTo>
                    <a:pt x="506" y="7178"/>
                  </a:lnTo>
                  <a:lnTo>
                    <a:pt x="452" y="6938"/>
                  </a:lnTo>
                  <a:lnTo>
                    <a:pt x="426" y="6672"/>
                  </a:lnTo>
                  <a:lnTo>
                    <a:pt x="399" y="6433"/>
                  </a:lnTo>
                  <a:lnTo>
                    <a:pt x="426" y="6194"/>
                  </a:lnTo>
                  <a:lnTo>
                    <a:pt x="452" y="5955"/>
                  </a:lnTo>
                  <a:lnTo>
                    <a:pt x="506" y="5742"/>
                  </a:lnTo>
                  <a:lnTo>
                    <a:pt x="559" y="5503"/>
                  </a:lnTo>
                  <a:lnTo>
                    <a:pt x="665" y="5317"/>
                  </a:lnTo>
                  <a:lnTo>
                    <a:pt x="771" y="5104"/>
                  </a:lnTo>
                  <a:lnTo>
                    <a:pt x="878" y="4918"/>
                  </a:lnTo>
                  <a:lnTo>
                    <a:pt x="1011" y="4759"/>
                  </a:lnTo>
                  <a:lnTo>
                    <a:pt x="1170" y="4599"/>
                  </a:lnTo>
                  <a:lnTo>
                    <a:pt x="1330" y="4466"/>
                  </a:lnTo>
                  <a:lnTo>
                    <a:pt x="1516" y="4333"/>
                  </a:lnTo>
                  <a:lnTo>
                    <a:pt x="1702" y="4227"/>
                  </a:lnTo>
                  <a:lnTo>
                    <a:pt x="1914" y="4147"/>
                  </a:lnTo>
                  <a:lnTo>
                    <a:pt x="2100" y="4067"/>
                  </a:lnTo>
                  <a:lnTo>
                    <a:pt x="2313" y="4014"/>
                  </a:lnTo>
                  <a:lnTo>
                    <a:pt x="2552" y="3988"/>
                  </a:lnTo>
                  <a:lnTo>
                    <a:pt x="4121" y="3908"/>
                  </a:lnTo>
                  <a:lnTo>
                    <a:pt x="5716" y="3881"/>
                  </a:lnTo>
                  <a:close/>
                  <a:moveTo>
                    <a:pt x="4732" y="1"/>
                  </a:moveTo>
                  <a:lnTo>
                    <a:pt x="4519" y="27"/>
                  </a:lnTo>
                  <a:lnTo>
                    <a:pt x="4333" y="80"/>
                  </a:lnTo>
                  <a:lnTo>
                    <a:pt x="4174" y="160"/>
                  </a:lnTo>
                  <a:lnTo>
                    <a:pt x="4014" y="293"/>
                  </a:lnTo>
                  <a:lnTo>
                    <a:pt x="3881" y="452"/>
                  </a:lnTo>
                  <a:lnTo>
                    <a:pt x="3802" y="612"/>
                  </a:lnTo>
                  <a:lnTo>
                    <a:pt x="3749" y="798"/>
                  </a:lnTo>
                  <a:lnTo>
                    <a:pt x="3722" y="984"/>
                  </a:lnTo>
                  <a:lnTo>
                    <a:pt x="3722" y="1011"/>
                  </a:lnTo>
                  <a:lnTo>
                    <a:pt x="3323" y="1170"/>
                  </a:lnTo>
                  <a:lnTo>
                    <a:pt x="2924" y="1383"/>
                  </a:lnTo>
                  <a:lnTo>
                    <a:pt x="2552" y="1595"/>
                  </a:lnTo>
                  <a:lnTo>
                    <a:pt x="2207" y="1861"/>
                  </a:lnTo>
                  <a:lnTo>
                    <a:pt x="1861" y="2127"/>
                  </a:lnTo>
                  <a:lnTo>
                    <a:pt x="1569" y="2446"/>
                  </a:lnTo>
                  <a:lnTo>
                    <a:pt x="1276" y="2765"/>
                  </a:lnTo>
                  <a:lnTo>
                    <a:pt x="1037" y="3111"/>
                  </a:lnTo>
                  <a:lnTo>
                    <a:pt x="798" y="3456"/>
                  </a:lnTo>
                  <a:lnTo>
                    <a:pt x="585" y="3828"/>
                  </a:lnTo>
                  <a:lnTo>
                    <a:pt x="426" y="4227"/>
                  </a:lnTo>
                  <a:lnTo>
                    <a:pt x="266" y="4626"/>
                  </a:lnTo>
                  <a:lnTo>
                    <a:pt x="160" y="5051"/>
                  </a:lnTo>
                  <a:lnTo>
                    <a:pt x="80" y="5476"/>
                  </a:lnTo>
                  <a:lnTo>
                    <a:pt x="27" y="5928"/>
                  </a:lnTo>
                  <a:lnTo>
                    <a:pt x="1" y="6353"/>
                  </a:lnTo>
                  <a:lnTo>
                    <a:pt x="1" y="6433"/>
                  </a:lnTo>
                  <a:lnTo>
                    <a:pt x="27" y="6726"/>
                  </a:lnTo>
                  <a:lnTo>
                    <a:pt x="54" y="7018"/>
                  </a:lnTo>
                  <a:lnTo>
                    <a:pt x="133" y="7284"/>
                  </a:lnTo>
                  <a:lnTo>
                    <a:pt x="213" y="7550"/>
                  </a:lnTo>
                  <a:lnTo>
                    <a:pt x="346" y="7815"/>
                  </a:lnTo>
                  <a:lnTo>
                    <a:pt x="479" y="8055"/>
                  </a:lnTo>
                  <a:lnTo>
                    <a:pt x="638" y="8267"/>
                  </a:lnTo>
                  <a:lnTo>
                    <a:pt x="825" y="8453"/>
                  </a:lnTo>
                  <a:lnTo>
                    <a:pt x="1011" y="8613"/>
                  </a:lnTo>
                  <a:lnTo>
                    <a:pt x="1223" y="8746"/>
                  </a:lnTo>
                  <a:lnTo>
                    <a:pt x="1436" y="8852"/>
                  </a:lnTo>
                  <a:lnTo>
                    <a:pt x="1649" y="8958"/>
                  </a:lnTo>
                  <a:lnTo>
                    <a:pt x="1888" y="9012"/>
                  </a:lnTo>
                  <a:lnTo>
                    <a:pt x="2100" y="9065"/>
                  </a:lnTo>
                  <a:lnTo>
                    <a:pt x="2579" y="9065"/>
                  </a:lnTo>
                  <a:lnTo>
                    <a:pt x="3111" y="9012"/>
                  </a:lnTo>
                  <a:lnTo>
                    <a:pt x="3589" y="8905"/>
                  </a:lnTo>
                  <a:lnTo>
                    <a:pt x="4067" y="8772"/>
                  </a:lnTo>
                  <a:lnTo>
                    <a:pt x="4493" y="8613"/>
                  </a:lnTo>
                  <a:lnTo>
                    <a:pt x="5131" y="8427"/>
                  </a:lnTo>
                  <a:lnTo>
                    <a:pt x="5450" y="8347"/>
                  </a:lnTo>
                  <a:lnTo>
                    <a:pt x="5716" y="8321"/>
                  </a:lnTo>
                  <a:lnTo>
                    <a:pt x="5981" y="8347"/>
                  </a:lnTo>
                  <a:lnTo>
                    <a:pt x="6274" y="8427"/>
                  </a:lnTo>
                  <a:lnTo>
                    <a:pt x="6938" y="8613"/>
                  </a:lnTo>
                  <a:lnTo>
                    <a:pt x="7364" y="8772"/>
                  </a:lnTo>
                  <a:lnTo>
                    <a:pt x="7815" y="8905"/>
                  </a:lnTo>
                  <a:lnTo>
                    <a:pt x="8294" y="9012"/>
                  </a:lnTo>
                  <a:lnTo>
                    <a:pt x="8826" y="9065"/>
                  </a:lnTo>
                  <a:lnTo>
                    <a:pt x="9224" y="9065"/>
                  </a:lnTo>
                  <a:lnTo>
                    <a:pt x="9437" y="9038"/>
                  </a:lnTo>
                  <a:lnTo>
                    <a:pt x="9650" y="8985"/>
                  </a:lnTo>
                  <a:lnTo>
                    <a:pt x="9862" y="8905"/>
                  </a:lnTo>
                  <a:lnTo>
                    <a:pt x="10048" y="8826"/>
                  </a:lnTo>
                  <a:lnTo>
                    <a:pt x="10234" y="8719"/>
                  </a:lnTo>
                  <a:lnTo>
                    <a:pt x="10420" y="8613"/>
                  </a:lnTo>
                  <a:lnTo>
                    <a:pt x="10580" y="8453"/>
                  </a:lnTo>
                  <a:lnTo>
                    <a:pt x="10766" y="8267"/>
                  </a:lnTo>
                  <a:lnTo>
                    <a:pt x="10952" y="8055"/>
                  </a:lnTo>
                  <a:lnTo>
                    <a:pt x="11085" y="7815"/>
                  </a:lnTo>
                  <a:lnTo>
                    <a:pt x="11191" y="7550"/>
                  </a:lnTo>
                  <a:lnTo>
                    <a:pt x="11298" y="7284"/>
                  </a:lnTo>
                  <a:lnTo>
                    <a:pt x="11351" y="7018"/>
                  </a:lnTo>
                  <a:lnTo>
                    <a:pt x="11404" y="6726"/>
                  </a:lnTo>
                  <a:lnTo>
                    <a:pt x="11404" y="6433"/>
                  </a:lnTo>
                  <a:lnTo>
                    <a:pt x="11404" y="6380"/>
                  </a:lnTo>
                  <a:lnTo>
                    <a:pt x="11404" y="6353"/>
                  </a:lnTo>
                  <a:lnTo>
                    <a:pt x="11377" y="5795"/>
                  </a:lnTo>
                  <a:lnTo>
                    <a:pt x="11298" y="5237"/>
                  </a:lnTo>
                  <a:lnTo>
                    <a:pt x="11165" y="4705"/>
                  </a:lnTo>
                  <a:lnTo>
                    <a:pt x="10979" y="4174"/>
                  </a:lnTo>
                  <a:lnTo>
                    <a:pt x="10739" y="3669"/>
                  </a:lnTo>
                  <a:lnTo>
                    <a:pt x="10447" y="3190"/>
                  </a:lnTo>
                  <a:lnTo>
                    <a:pt x="10128" y="2738"/>
                  </a:lnTo>
                  <a:lnTo>
                    <a:pt x="9756" y="2313"/>
                  </a:lnTo>
                  <a:lnTo>
                    <a:pt x="9517" y="2127"/>
                  </a:lnTo>
                  <a:lnTo>
                    <a:pt x="9277" y="1914"/>
                  </a:lnTo>
                  <a:lnTo>
                    <a:pt x="9038" y="1728"/>
                  </a:lnTo>
                  <a:lnTo>
                    <a:pt x="8799" y="1569"/>
                  </a:lnTo>
                  <a:lnTo>
                    <a:pt x="8533" y="1409"/>
                  </a:lnTo>
                  <a:lnTo>
                    <a:pt x="8267" y="1250"/>
                  </a:lnTo>
                  <a:lnTo>
                    <a:pt x="7975" y="1117"/>
                  </a:lnTo>
                  <a:lnTo>
                    <a:pt x="7683" y="1011"/>
                  </a:lnTo>
                  <a:lnTo>
                    <a:pt x="7683" y="984"/>
                  </a:lnTo>
                  <a:lnTo>
                    <a:pt x="7683" y="798"/>
                  </a:lnTo>
                  <a:lnTo>
                    <a:pt x="7603" y="612"/>
                  </a:lnTo>
                  <a:lnTo>
                    <a:pt x="7523" y="426"/>
                  </a:lnTo>
                  <a:lnTo>
                    <a:pt x="7390" y="293"/>
                  </a:lnTo>
                  <a:lnTo>
                    <a:pt x="7257" y="160"/>
                  </a:lnTo>
                  <a:lnTo>
                    <a:pt x="7071" y="80"/>
                  </a:lnTo>
                  <a:lnTo>
                    <a:pt x="6885" y="27"/>
                  </a:lnTo>
                  <a:lnTo>
                    <a:pt x="669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3" name="Shape 1093"/>
        <p:cNvGrpSpPr/>
        <p:nvPr/>
      </p:nvGrpSpPr>
      <p:grpSpPr>
        <a:xfrm>
          <a:off x="0" y="0"/>
          <a:ext cx="0" cy="0"/>
          <a:chOff x="0" y="0"/>
          <a:chExt cx="0" cy="0"/>
        </a:xfrm>
      </p:grpSpPr>
      <p:sp>
        <p:nvSpPr>
          <p:cNvPr id="1094" name="Google Shape;1094;p76"/>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SLEEP JOURNAL</a:t>
            </a:r>
            <a:endParaRPr/>
          </a:p>
        </p:txBody>
      </p:sp>
      <p:graphicFrame>
        <p:nvGraphicFramePr>
          <p:cNvPr id="1095" name="Google Shape;1095;p76"/>
          <p:cNvGraphicFramePr/>
          <p:nvPr/>
        </p:nvGraphicFramePr>
        <p:xfrm>
          <a:off x="1277738" y="1103550"/>
          <a:ext cx="3000000" cy="3000000"/>
        </p:xfrm>
        <a:graphic>
          <a:graphicData uri="http://schemas.openxmlformats.org/drawingml/2006/table">
            <a:tbl>
              <a:tblPr>
                <a:noFill/>
                <a:tableStyleId>{04D0B651-03DF-4497-BCE3-E2327ABBB25E}</a:tableStyleId>
              </a:tblPr>
              <a:tblGrid>
                <a:gridCol w="2196175"/>
                <a:gridCol w="2196175"/>
                <a:gridCol w="2196175"/>
              </a:tblGrid>
              <a:tr h="436975">
                <a:tc>
                  <a:txBody>
                    <a:bodyPr/>
                    <a:lstStyle/>
                    <a:p>
                      <a:pPr indent="0" lvl="0" marL="0" rtl="0" algn="ctr">
                        <a:spcBef>
                          <a:spcPts val="0"/>
                        </a:spcBef>
                        <a:spcAft>
                          <a:spcPts val="0"/>
                        </a:spcAft>
                        <a:buNone/>
                      </a:pPr>
                      <a:r>
                        <a:rPr lang="en" sz="1800">
                          <a:solidFill>
                            <a:schemeClr val="dk1"/>
                          </a:solidFill>
                          <a:latin typeface="Jost"/>
                          <a:ea typeface="Jost"/>
                          <a:cs typeface="Jost"/>
                          <a:sym typeface="Jost"/>
                        </a:rPr>
                        <a:t>DAY</a:t>
                      </a:r>
                      <a:endParaRPr sz="1800">
                        <a:solidFill>
                          <a:schemeClr val="dk1"/>
                        </a:solidFill>
                        <a:latin typeface="Jost"/>
                        <a:ea typeface="Jost"/>
                        <a:cs typeface="Jost"/>
                        <a:sym typeface="Jost"/>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800">
                          <a:solidFill>
                            <a:schemeClr val="dk1"/>
                          </a:solidFill>
                          <a:latin typeface="Jost"/>
                          <a:ea typeface="Jost"/>
                          <a:cs typeface="Jost"/>
                          <a:sym typeface="Jost"/>
                        </a:rPr>
                        <a:t>SLEEP</a:t>
                      </a:r>
                      <a:endParaRPr sz="1800">
                        <a:solidFill>
                          <a:schemeClr val="dk1"/>
                        </a:solidFill>
                        <a:latin typeface="Jost"/>
                        <a:ea typeface="Jost"/>
                        <a:cs typeface="Jost"/>
                        <a:sym typeface="Jost"/>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800">
                          <a:solidFill>
                            <a:schemeClr val="dk1"/>
                          </a:solidFill>
                          <a:latin typeface="Jost"/>
                          <a:ea typeface="Jost"/>
                          <a:cs typeface="Jost"/>
                          <a:sym typeface="Jost"/>
                        </a:rPr>
                        <a:t>WAKE UP</a:t>
                      </a:r>
                      <a:endParaRPr sz="1800">
                        <a:solidFill>
                          <a:schemeClr val="dk1"/>
                        </a:solidFill>
                        <a:latin typeface="Jost"/>
                        <a:ea typeface="Jost"/>
                        <a:cs typeface="Jost"/>
                        <a:sym typeface="Jost"/>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r>
              <a:tr h="436975">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1</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10:15 pm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6:00 am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436975">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2</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10:00 pm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6:15 am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436975">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3</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10:05 pm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6:20 am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436975">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4</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10:45 pm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6:00 am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436975">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5</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9:50 pm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6:05 am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436975">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6</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10:00 pm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6:15 am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436975">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7</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10:05 pm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6:20 am</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9" name="Shape 1099"/>
        <p:cNvGrpSpPr/>
        <p:nvPr/>
      </p:nvGrpSpPr>
      <p:grpSpPr>
        <a:xfrm>
          <a:off x="0" y="0"/>
          <a:ext cx="0" cy="0"/>
          <a:chOff x="0" y="0"/>
          <a:chExt cx="0" cy="0"/>
        </a:xfrm>
      </p:grpSpPr>
      <p:pic>
        <p:nvPicPr>
          <p:cNvPr id="1100" name="Google Shape;1100;p77" title="Chart">
            <a:hlinkClick r:id="rId3"/>
          </p:cNvPr>
          <p:cNvPicPr preferRelativeResize="0"/>
          <p:nvPr/>
        </p:nvPicPr>
        <p:blipFill rotWithShape="1">
          <a:blip r:embed="rId4">
            <a:alphaModFix/>
          </a:blip>
          <a:srcRect b="5800" l="0" r="0" t="4835"/>
          <a:stretch/>
        </p:blipFill>
        <p:spPr>
          <a:xfrm>
            <a:off x="766651" y="1526459"/>
            <a:ext cx="2995050" cy="2221991"/>
          </a:xfrm>
          <a:prstGeom prst="rect">
            <a:avLst/>
          </a:prstGeom>
          <a:noFill/>
          <a:ln>
            <a:noFill/>
          </a:ln>
        </p:spPr>
      </p:pic>
      <p:sp>
        <p:nvSpPr>
          <p:cNvPr id="1101" name="Google Shape;1101;p77"/>
          <p:cNvSpPr txBox="1"/>
          <p:nvPr>
            <p:ph idx="4294967295" type="title"/>
          </p:nvPr>
        </p:nvSpPr>
        <p:spPr>
          <a:xfrm flipH="1">
            <a:off x="4855499" y="2917366"/>
            <a:ext cx="35205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lt1"/>
                </a:solidFill>
              </a:rPr>
              <a:t>VENUS</a:t>
            </a:r>
            <a:endParaRPr sz="2000">
              <a:solidFill>
                <a:schemeClr val="lt1"/>
              </a:solidFill>
            </a:endParaRPr>
          </a:p>
        </p:txBody>
      </p:sp>
      <p:sp>
        <p:nvSpPr>
          <p:cNvPr id="1102" name="Google Shape;1102;p77"/>
          <p:cNvSpPr txBox="1"/>
          <p:nvPr>
            <p:ph idx="4294967295" type="title"/>
          </p:nvPr>
        </p:nvSpPr>
        <p:spPr>
          <a:xfrm flipH="1">
            <a:off x="4856849" y="1597038"/>
            <a:ext cx="35205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lt1"/>
                </a:solidFill>
              </a:rPr>
              <a:t>MERCURY</a:t>
            </a:r>
            <a:endParaRPr sz="2000">
              <a:solidFill>
                <a:schemeClr val="lt1"/>
              </a:solidFill>
            </a:endParaRPr>
          </a:p>
        </p:txBody>
      </p:sp>
      <p:sp>
        <p:nvSpPr>
          <p:cNvPr id="1103" name="Google Shape;1103;p77"/>
          <p:cNvSpPr txBox="1"/>
          <p:nvPr>
            <p:ph idx="4294967295" type="subTitle"/>
          </p:nvPr>
        </p:nvSpPr>
        <p:spPr>
          <a:xfrm>
            <a:off x="4858199" y="3129166"/>
            <a:ext cx="3517800" cy="548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Venus has a beautiful name and is the second planet from the Sun</a:t>
            </a:r>
            <a:endParaRPr/>
          </a:p>
        </p:txBody>
      </p:sp>
      <p:sp>
        <p:nvSpPr>
          <p:cNvPr id="1104" name="Google Shape;1104;p77"/>
          <p:cNvSpPr txBox="1"/>
          <p:nvPr>
            <p:ph idx="4294967295" type="subTitle"/>
          </p:nvPr>
        </p:nvSpPr>
        <p:spPr>
          <a:xfrm>
            <a:off x="4859549" y="1807819"/>
            <a:ext cx="3517800" cy="548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Mercury is the closest planet to the Sun and the smallest in the Solar System</a:t>
            </a:r>
            <a:endParaRPr/>
          </a:p>
        </p:txBody>
      </p:sp>
      <p:sp>
        <p:nvSpPr>
          <p:cNvPr id="1105" name="Google Shape;1105;p77"/>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USE THIS GRAPH</a:t>
            </a:r>
            <a:endParaRPr/>
          </a:p>
        </p:txBody>
      </p:sp>
      <p:sp>
        <p:nvSpPr>
          <p:cNvPr id="1106" name="Google Shape;1106;p77"/>
          <p:cNvSpPr txBox="1"/>
          <p:nvPr>
            <p:ph idx="4294967295" type="subTitle"/>
          </p:nvPr>
        </p:nvSpPr>
        <p:spPr>
          <a:xfrm>
            <a:off x="720000" y="4080647"/>
            <a:ext cx="7704000" cy="365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t>Follow the link in the graph to modify its data and then paste the new one here. </a:t>
            </a:r>
            <a:r>
              <a:rPr b="1" lang="en" sz="1000" u="sng">
                <a:hlinkClick r:id="rId5"/>
              </a:rPr>
              <a:t>For more info, click here</a:t>
            </a:r>
            <a:endParaRPr b="1" sz="1000" u="sng"/>
          </a:p>
        </p:txBody>
      </p:sp>
      <p:sp>
        <p:nvSpPr>
          <p:cNvPr id="1107" name="Google Shape;1107;p77"/>
          <p:cNvSpPr txBox="1"/>
          <p:nvPr/>
        </p:nvSpPr>
        <p:spPr>
          <a:xfrm>
            <a:off x="3942763" y="1597271"/>
            <a:ext cx="759000" cy="759000"/>
          </a:xfrm>
          <a:prstGeom prst="rect">
            <a:avLst/>
          </a:prstGeom>
          <a:solidFill>
            <a:schemeClr val="dk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500">
                <a:solidFill>
                  <a:schemeClr val="dk2"/>
                </a:solidFill>
                <a:latin typeface="Jost Medium"/>
                <a:ea typeface="Jost Medium"/>
                <a:cs typeface="Jost Medium"/>
                <a:sym typeface="Jost Medium"/>
              </a:rPr>
              <a:t>85</a:t>
            </a:r>
            <a:r>
              <a:rPr lang="en" sz="1500">
                <a:solidFill>
                  <a:schemeClr val="dk2"/>
                </a:solidFill>
                <a:latin typeface="Jost Medium"/>
                <a:ea typeface="Jost Medium"/>
                <a:cs typeface="Jost Medium"/>
                <a:sym typeface="Jost Medium"/>
              </a:rPr>
              <a:t>%</a:t>
            </a:r>
            <a:endParaRPr sz="1500">
              <a:solidFill>
                <a:schemeClr val="dk2"/>
              </a:solidFill>
              <a:latin typeface="Jost Medium"/>
              <a:ea typeface="Jost Medium"/>
              <a:cs typeface="Jost Medium"/>
              <a:sym typeface="Jost Medium"/>
            </a:endParaRPr>
          </a:p>
        </p:txBody>
      </p:sp>
      <p:sp>
        <p:nvSpPr>
          <p:cNvPr id="1108" name="Google Shape;1108;p77"/>
          <p:cNvSpPr txBox="1"/>
          <p:nvPr/>
        </p:nvSpPr>
        <p:spPr>
          <a:xfrm>
            <a:off x="3942763" y="2918133"/>
            <a:ext cx="759000" cy="759000"/>
          </a:xfrm>
          <a:prstGeom prst="rect">
            <a:avLst/>
          </a:prstGeom>
          <a:solidFill>
            <a:schemeClr val="accent1"/>
          </a:solidFill>
          <a:ln cap="flat" cmpd="sng" w="1905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500">
                <a:solidFill>
                  <a:schemeClr val="dk2"/>
                </a:solidFill>
                <a:latin typeface="Jost Medium"/>
                <a:ea typeface="Jost Medium"/>
                <a:cs typeface="Jost Medium"/>
                <a:sym typeface="Jost Medium"/>
              </a:rPr>
              <a:t>65</a:t>
            </a:r>
            <a:r>
              <a:rPr lang="en" sz="1500">
                <a:solidFill>
                  <a:schemeClr val="dk2"/>
                </a:solidFill>
                <a:latin typeface="Jost Medium"/>
                <a:ea typeface="Jost Medium"/>
                <a:cs typeface="Jost Medium"/>
                <a:sym typeface="Jost Medium"/>
              </a:rPr>
              <a:t>%</a:t>
            </a:r>
            <a:endParaRPr sz="1500">
              <a:solidFill>
                <a:schemeClr val="dk2"/>
              </a:solidFill>
              <a:latin typeface="Jost Medium"/>
              <a:ea typeface="Jost Medium"/>
              <a:cs typeface="Jost Medium"/>
              <a:sym typeface="Jost Medium"/>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112" name="Shape 1112"/>
        <p:cNvGrpSpPr/>
        <p:nvPr/>
      </p:nvGrpSpPr>
      <p:grpSpPr>
        <a:xfrm>
          <a:off x="0" y="0"/>
          <a:ext cx="0" cy="0"/>
          <a:chOff x="0" y="0"/>
          <a:chExt cx="0" cy="0"/>
        </a:xfrm>
      </p:grpSpPr>
      <p:sp>
        <p:nvSpPr>
          <p:cNvPr id="1113" name="Google Shape;1113;p78"/>
          <p:cNvSpPr txBox="1"/>
          <p:nvPr>
            <p:ph idx="4" type="title"/>
          </p:nvPr>
        </p:nvSpPr>
        <p:spPr>
          <a:xfrm>
            <a:off x="719929" y="3517644"/>
            <a:ext cx="25056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SOFIA HILL</a:t>
            </a:r>
            <a:endParaRPr/>
          </a:p>
        </p:txBody>
      </p:sp>
      <p:sp>
        <p:nvSpPr>
          <p:cNvPr id="1114" name="Google Shape;1114;p78"/>
          <p:cNvSpPr txBox="1"/>
          <p:nvPr>
            <p:ph idx="5" type="title"/>
          </p:nvPr>
        </p:nvSpPr>
        <p:spPr>
          <a:xfrm>
            <a:off x="3319200" y="3517644"/>
            <a:ext cx="25056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TIMMY JIMMY</a:t>
            </a:r>
            <a:endParaRPr/>
          </a:p>
        </p:txBody>
      </p:sp>
      <p:sp>
        <p:nvSpPr>
          <p:cNvPr id="1115" name="Google Shape;1115;p78"/>
          <p:cNvSpPr txBox="1"/>
          <p:nvPr>
            <p:ph idx="6" type="title"/>
          </p:nvPr>
        </p:nvSpPr>
        <p:spPr>
          <a:xfrm>
            <a:off x="5918471" y="3517644"/>
            <a:ext cx="25056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SUSAN SMITH</a:t>
            </a:r>
            <a:endParaRPr/>
          </a:p>
        </p:txBody>
      </p:sp>
      <p:sp>
        <p:nvSpPr>
          <p:cNvPr id="1116" name="Google Shape;1116;p78"/>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OUR TEAM</a:t>
            </a:r>
            <a:endParaRPr/>
          </a:p>
        </p:txBody>
      </p:sp>
      <p:sp>
        <p:nvSpPr>
          <p:cNvPr id="1117" name="Google Shape;1117;p78"/>
          <p:cNvSpPr txBox="1"/>
          <p:nvPr>
            <p:ph idx="1" type="subTitle"/>
          </p:nvPr>
        </p:nvSpPr>
        <p:spPr>
          <a:xfrm>
            <a:off x="721879" y="3737100"/>
            <a:ext cx="25017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sp>
        <p:nvSpPr>
          <p:cNvPr id="1118" name="Google Shape;1118;p78"/>
          <p:cNvSpPr txBox="1"/>
          <p:nvPr>
            <p:ph idx="2" type="subTitle"/>
          </p:nvPr>
        </p:nvSpPr>
        <p:spPr>
          <a:xfrm>
            <a:off x="3321150" y="3737100"/>
            <a:ext cx="25017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sp>
        <p:nvSpPr>
          <p:cNvPr id="1119" name="Google Shape;1119;p78"/>
          <p:cNvSpPr txBox="1"/>
          <p:nvPr>
            <p:ph idx="3" type="subTitle"/>
          </p:nvPr>
        </p:nvSpPr>
        <p:spPr>
          <a:xfrm>
            <a:off x="5920421" y="3737100"/>
            <a:ext cx="25017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pic>
        <p:nvPicPr>
          <p:cNvPr id="1120" name="Google Shape;1120;p78"/>
          <p:cNvPicPr preferRelativeResize="0"/>
          <p:nvPr>
            <p:ph idx="2" type="pic"/>
          </p:nvPr>
        </p:nvPicPr>
        <p:blipFill rotWithShape="1">
          <a:blip r:embed="rId3">
            <a:alphaModFix/>
          </a:blip>
          <a:srcRect b="0" l="16410" r="16417" t="0"/>
          <a:stretch/>
        </p:blipFill>
        <p:spPr>
          <a:xfrm>
            <a:off x="1344379" y="1408575"/>
            <a:ext cx="1256700" cy="18708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pic>
      <p:pic>
        <p:nvPicPr>
          <p:cNvPr id="1121" name="Google Shape;1121;p78"/>
          <p:cNvPicPr preferRelativeResize="0"/>
          <p:nvPr>
            <p:ph idx="3" type="pic"/>
          </p:nvPr>
        </p:nvPicPr>
        <p:blipFill rotWithShape="1">
          <a:blip r:embed="rId4">
            <a:alphaModFix/>
          </a:blip>
          <a:srcRect b="0" l="16410" r="16417" t="0"/>
          <a:stretch/>
        </p:blipFill>
        <p:spPr>
          <a:xfrm>
            <a:off x="3943650" y="1408575"/>
            <a:ext cx="1256700" cy="18708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pic>
      <p:pic>
        <p:nvPicPr>
          <p:cNvPr id="1122" name="Google Shape;1122;p78"/>
          <p:cNvPicPr preferRelativeResize="0"/>
          <p:nvPr>
            <p:ph idx="4" type="pic"/>
          </p:nvPr>
        </p:nvPicPr>
        <p:blipFill rotWithShape="1">
          <a:blip r:embed="rId5">
            <a:alphaModFix/>
          </a:blip>
          <a:srcRect b="0" l="16410" r="16417" t="0"/>
          <a:stretch/>
        </p:blipFill>
        <p:spPr>
          <a:xfrm>
            <a:off x="6542921" y="1408575"/>
            <a:ext cx="1256700" cy="1870800"/>
          </a:xfrm>
          <a:prstGeom prst="round2SameRect">
            <a:avLst>
              <a:gd fmla="val 50000" name="adj1"/>
              <a:gd fmla="val 0" name="adj2"/>
            </a:avLst>
          </a:prstGeom>
          <a:noFill/>
          <a:ln cap="flat" cmpd="sng" w="19050">
            <a:solidFill>
              <a:schemeClr val="dk1"/>
            </a:solidFill>
            <a:prstDash val="solid"/>
            <a:round/>
            <a:headEnd len="sm" w="sm" type="none"/>
            <a:tailEnd len="sm" w="sm" type="none"/>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6" name="Shape 1126"/>
        <p:cNvGrpSpPr/>
        <p:nvPr/>
      </p:nvGrpSpPr>
      <p:grpSpPr>
        <a:xfrm>
          <a:off x="0" y="0"/>
          <a:ext cx="0" cy="0"/>
          <a:chOff x="0" y="0"/>
          <a:chExt cx="0" cy="0"/>
        </a:xfrm>
      </p:grpSpPr>
      <p:sp>
        <p:nvSpPr>
          <p:cNvPr id="1127" name="Google Shape;1127;p79"/>
          <p:cNvSpPr txBox="1"/>
          <p:nvPr>
            <p:ph type="title"/>
          </p:nvPr>
        </p:nvSpPr>
        <p:spPr>
          <a:xfrm>
            <a:off x="2992087" y="1894218"/>
            <a:ext cx="4411500" cy="73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SECTION</a:t>
            </a:r>
            <a:endParaRPr/>
          </a:p>
        </p:txBody>
      </p:sp>
      <p:sp>
        <p:nvSpPr>
          <p:cNvPr id="1128" name="Google Shape;1128;p79"/>
          <p:cNvSpPr txBox="1"/>
          <p:nvPr>
            <p:ph idx="2" type="title"/>
          </p:nvPr>
        </p:nvSpPr>
        <p:spPr>
          <a:xfrm>
            <a:off x="1740413" y="2023050"/>
            <a:ext cx="1097400" cy="109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a:t>
            </a:r>
            <a:endParaRPr/>
          </a:p>
        </p:txBody>
      </p:sp>
      <p:sp>
        <p:nvSpPr>
          <p:cNvPr id="1129" name="Google Shape;1129;p79"/>
          <p:cNvSpPr txBox="1"/>
          <p:nvPr>
            <p:ph idx="1" type="subTitle"/>
          </p:nvPr>
        </p:nvSpPr>
        <p:spPr>
          <a:xfrm>
            <a:off x="2992087" y="2883582"/>
            <a:ext cx="44088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You can enter a subtitle here if you need it</a:t>
            </a:r>
            <a:endParaRPr/>
          </a:p>
        </p:txBody>
      </p:sp>
      <p:cxnSp>
        <p:nvCxnSpPr>
          <p:cNvPr id="1130" name="Google Shape;1130;p79"/>
          <p:cNvCxnSpPr/>
          <p:nvPr/>
        </p:nvCxnSpPr>
        <p:spPr>
          <a:xfrm>
            <a:off x="3088138" y="2748547"/>
            <a:ext cx="3926700" cy="0"/>
          </a:xfrm>
          <a:prstGeom prst="straightConnector1">
            <a:avLst/>
          </a:prstGeom>
          <a:noFill/>
          <a:ln cap="flat" cmpd="sng" w="19050">
            <a:solidFill>
              <a:schemeClr val="dk1"/>
            </a:solidFill>
            <a:prstDash val="solid"/>
            <a:round/>
            <a:headEnd len="med" w="med" type="none"/>
            <a:tailEnd len="med" w="med" type="none"/>
          </a:ln>
        </p:spPr>
      </p:cxn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80"/>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p>
            <a:pPr indent="0" lvl="0" marL="0" rtl="0" algn="ctr">
              <a:spcBef>
                <a:spcPts val="0"/>
              </a:spcBef>
              <a:spcAft>
                <a:spcPts val="0"/>
              </a:spcAft>
              <a:buNone/>
            </a:pPr>
            <a:r>
              <a:rPr lang="en"/>
              <a:t>THIS IS </a:t>
            </a:r>
            <a:r>
              <a:rPr lang="en"/>
              <a:t>ANOTHER</a:t>
            </a:r>
            <a:r>
              <a:rPr lang="en"/>
              <a:t> INFOGRAPHIC</a:t>
            </a:r>
            <a:endParaRPr/>
          </a:p>
        </p:txBody>
      </p:sp>
      <p:sp>
        <p:nvSpPr>
          <p:cNvPr id="1136" name="Google Shape;1136;p80"/>
          <p:cNvSpPr txBox="1"/>
          <p:nvPr>
            <p:ph idx="4294967295" type="title"/>
          </p:nvPr>
        </p:nvSpPr>
        <p:spPr>
          <a:xfrm>
            <a:off x="5634889" y="1609250"/>
            <a:ext cx="23856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lt1"/>
                </a:solidFill>
              </a:rPr>
              <a:t>SATURN</a:t>
            </a:r>
            <a:endParaRPr sz="2000">
              <a:solidFill>
                <a:schemeClr val="lt1"/>
              </a:solidFill>
            </a:endParaRPr>
          </a:p>
        </p:txBody>
      </p:sp>
      <p:sp>
        <p:nvSpPr>
          <p:cNvPr id="1137" name="Google Shape;1137;p80"/>
          <p:cNvSpPr txBox="1"/>
          <p:nvPr>
            <p:ph idx="4294967295" type="subTitle"/>
          </p:nvPr>
        </p:nvSpPr>
        <p:spPr>
          <a:xfrm>
            <a:off x="5634889" y="1822453"/>
            <a:ext cx="2385300" cy="548700"/>
          </a:xfrm>
          <a:prstGeom prst="rect">
            <a:avLst/>
          </a:prstGeom>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a:t>Saturn is a gas giant and has several rings</a:t>
            </a:r>
            <a:endParaRPr/>
          </a:p>
        </p:txBody>
      </p:sp>
      <p:sp>
        <p:nvSpPr>
          <p:cNvPr id="1138" name="Google Shape;1138;p80"/>
          <p:cNvSpPr txBox="1"/>
          <p:nvPr>
            <p:ph idx="4294967295" type="title"/>
          </p:nvPr>
        </p:nvSpPr>
        <p:spPr>
          <a:xfrm>
            <a:off x="5634889" y="3288008"/>
            <a:ext cx="23856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lt1"/>
                </a:solidFill>
              </a:rPr>
              <a:t>MARS</a:t>
            </a:r>
            <a:endParaRPr sz="2000">
              <a:solidFill>
                <a:schemeClr val="lt1"/>
              </a:solidFill>
            </a:endParaRPr>
          </a:p>
        </p:txBody>
      </p:sp>
      <p:sp>
        <p:nvSpPr>
          <p:cNvPr id="1139" name="Google Shape;1139;p80"/>
          <p:cNvSpPr txBox="1"/>
          <p:nvPr>
            <p:ph idx="4294967295" type="subTitle"/>
          </p:nvPr>
        </p:nvSpPr>
        <p:spPr>
          <a:xfrm>
            <a:off x="5634889" y="3501210"/>
            <a:ext cx="2385300" cy="548700"/>
          </a:xfrm>
          <a:prstGeom prst="rect">
            <a:avLst/>
          </a:prstGeom>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a:t>Despite being red, Mars is actually a cold place</a:t>
            </a:r>
            <a:endParaRPr/>
          </a:p>
        </p:txBody>
      </p:sp>
      <p:sp>
        <p:nvSpPr>
          <p:cNvPr id="1140" name="Google Shape;1140;p80"/>
          <p:cNvSpPr txBox="1"/>
          <p:nvPr>
            <p:ph idx="4294967295" type="title"/>
          </p:nvPr>
        </p:nvSpPr>
        <p:spPr>
          <a:xfrm>
            <a:off x="1123511" y="1609250"/>
            <a:ext cx="23853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lt1"/>
                </a:solidFill>
              </a:rPr>
              <a:t>VENUS</a:t>
            </a:r>
            <a:endParaRPr sz="2000">
              <a:solidFill>
                <a:schemeClr val="lt1"/>
              </a:solidFill>
            </a:endParaRPr>
          </a:p>
        </p:txBody>
      </p:sp>
      <p:sp>
        <p:nvSpPr>
          <p:cNvPr id="1141" name="Google Shape;1141;p80"/>
          <p:cNvSpPr txBox="1"/>
          <p:nvPr>
            <p:ph idx="4294967295" type="subTitle"/>
          </p:nvPr>
        </p:nvSpPr>
        <p:spPr>
          <a:xfrm>
            <a:off x="1123926" y="1822453"/>
            <a:ext cx="2385000" cy="548700"/>
          </a:xfrm>
          <a:prstGeom prst="rect">
            <a:avLst/>
          </a:prstGeom>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None/>
            </a:pPr>
            <a:r>
              <a:rPr lang="en"/>
              <a:t>Venus is the second planet from the Sun</a:t>
            </a:r>
            <a:endParaRPr/>
          </a:p>
        </p:txBody>
      </p:sp>
      <p:sp>
        <p:nvSpPr>
          <p:cNvPr id="1142" name="Google Shape;1142;p80"/>
          <p:cNvSpPr txBox="1"/>
          <p:nvPr>
            <p:ph idx="4294967295" type="title"/>
          </p:nvPr>
        </p:nvSpPr>
        <p:spPr>
          <a:xfrm>
            <a:off x="1123511" y="3288008"/>
            <a:ext cx="23853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lt1"/>
                </a:solidFill>
              </a:rPr>
              <a:t>JUPITER</a:t>
            </a:r>
            <a:endParaRPr sz="2000">
              <a:solidFill>
                <a:schemeClr val="lt1"/>
              </a:solidFill>
            </a:endParaRPr>
          </a:p>
        </p:txBody>
      </p:sp>
      <p:sp>
        <p:nvSpPr>
          <p:cNvPr id="1143" name="Google Shape;1143;p80"/>
          <p:cNvSpPr txBox="1"/>
          <p:nvPr>
            <p:ph idx="4294967295" type="subTitle"/>
          </p:nvPr>
        </p:nvSpPr>
        <p:spPr>
          <a:xfrm>
            <a:off x="1123926" y="3501210"/>
            <a:ext cx="2385000" cy="548700"/>
          </a:xfrm>
          <a:prstGeom prst="rect">
            <a:avLst/>
          </a:prstGeom>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None/>
            </a:pPr>
            <a:r>
              <a:rPr lang="en"/>
              <a:t>Jupiter is a gas giant and the biggest planet of them all</a:t>
            </a:r>
            <a:endParaRPr/>
          </a:p>
        </p:txBody>
      </p:sp>
      <p:sp>
        <p:nvSpPr>
          <p:cNvPr id="1144" name="Google Shape;1144;p80"/>
          <p:cNvSpPr/>
          <p:nvPr/>
        </p:nvSpPr>
        <p:spPr>
          <a:xfrm>
            <a:off x="3662891" y="1609254"/>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80"/>
          <p:cNvSpPr/>
          <p:nvPr/>
        </p:nvSpPr>
        <p:spPr>
          <a:xfrm>
            <a:off x="3662891" y="3288015"/>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80"/>
          <p:cNvSpPr/>
          <p:nvPr/>
        </p:nvSpPr>
        <p:spPr>
          <a:xfrm>
            <a:off x="4724832" y="1609254"/>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80"/>
          <p:cNvSpPr/>
          <p:nvPr/>
        </p:nvSpPr>
        <p:spPr>
          <a:xfrm>
            <a:off x="4724832" y="3288015"/>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48" name="Google Shape;1148;p80"/>
          <p:cNvCxnSpPr>
            <a:stCxn id="1144" idx="0"/>
            <a:endCxn id="1146" idx="0"/>
          </p:cNvCxnSpPr>
          <p:nvPr/>
        </p:nvCxnSpPr>
        <p:spPr>
          <a:xfrm flipH="1" rot="-5400000">
            <a:off x="4573091" y="1078554"/>
            <a:ext cx="600" cy="1062000"/>
          </a:xfrm>
          <a:prstGeom prst="bentConnector3">
            <a:avLst>
              <a:gd fmla="val -39688554" name="adj1"/>
            </a:avLst>
          </a:prstGeom>
          <a:noFill/>
          <a:ln cap="flat" cmpd="sng" w="19050">
            <a:solidFill>
              <a:schemeClr val="dk1"/>
            </a:solidFill>
            <a:prstDash val="solid"/>
            <a:round/>
            <a:headEnd len="med" w="med" type="none"/>
            <a:tailEnd len="med" w="med" type="none"/>
          </a:ln>
        </p:spPr>
      </p:cxnSp>
      <p:cxnSp>
        <p:nvCxnSpPr>
          <p:cNvPr id="1149" name="Google Shape;1149;p80"/>
          <p:cNvCxnSpPr>
            <a:stCxn id="1146" idx="2"/>
            <a:endCxn id="1147" idx="0"/>
          </p:cNvCxnSpPr>
          <p:nvPr/>
        </p:nvCxnSpPr>
        <p:spPr>
          <a:xfrm flipH="1" rot="-5400000">
            <a:off x="4644732" y="2827854"/>
            <a:ext cx="919800" cy="600"/>
          </a:xfrm>
          <a:prstGeom prst="bentConnector3">
            <a:avLst>
              <a:gd fmla="val 49998" name="adj1"/>
            </a:avLst>
          </a:prstGeom>
          <a:noFill/>
          <a:ln cap="flat" cmpd="sng" w="19050">
            <a:solidFill>
              <a:schemeClr val="dk1"/>
            </a:solidFill>
            <a:prstDash val="solid"/>
            <a:round/>
            <a:headEnd len="med" w="med" type="none"/>
            <a:tailEnd len="med" w="med" type="none"/>
          </a:ln>
        </p:spPr>
      </p:cxnSp>
      <p:cxnSp>
        <p:nvCxnSpPr>
          <p:cNvPr id="1150" name="Google Shape;1150;p80"/>
          <p:cNvCxnSpPr>
            <a:stCxn id="1147" idx="2"/>
            <a:endCxn id="1145" idx="2"/>
          </p:cNvCxnSpPr>
          <p:nvPr/>
        </p:nvCxnSpPr>
        <p:spPr>
          <a:xfrm rot="5400000">
            <a:off x="4573032" y="3516315"/>
            <a:ext cx="600" cy="1062000"/>
          </a:xfrm>
          <a:prstGeom prst="bentConnector3">
            <a:avLst>
              <a:gd fmla="val 39688554" name="adj1"/>
            </a:avLst>
          </a:prstGeom>
          <a:noFill/>
          <a:ln cap="flat" cmpd="sng" w="19050">
            <a:solidFill>
              <a:schemeClr val="dk1"/>
            </a:solidFill>
            <a:prstDash val="solid"/>
            <a:round/>
            <a:headEnd len="med" w="med" type="none"/>
            <a:tailEnd len="med" w="med" type="none"/>
          </a:ln>
        </p:spPr>
      </p:cxnSp>
      <p:cxnSp>
        <p:nvCxnSpPr>
          <p:cNvPr id="1151" name="Google Shape;1151;p80"/>
          <p:cNvCxnSpPr>
            <a:stCxn id="1145" idx="0"/>
            <a:endCxn id="1144" idx="2"/>
          </p:cNvCxnSpPr>
          <p:nvPr/>
        </p:nvCxnSpPr>
        <p:spPr>
          <a:xfrm rot="-5400000">
            <a:off x="3582791" y="2827815"/>
            <a:ext cx="919800" cy="600"/>
          </a:xfrm>
          <a:prstGeom prst="bentConnector3">
            <a:avLst>
              <a:gd fmla="val 49998" name="adj1"/>
            </a:avLst>
          </a:prstGeom>
          <a:noFill/>
          <a:ln cap="flat" cmpd="sng" w="19050">
            <a:solidFill>
              <a:schemeClr val="dk1"/>
            </a:solidFill>
            <a:prstDash val="solid"/>
            <a:round/>
            <a:headEnd len="med" w="med" type="none"/>
            <a:tailEnd len="med" w="med" type="none"/>
          </a:ln>
        </p:spPr>
      </p:cxnSp>
      <p:grpSp>
        <p:nvGrpSpPr>
          <p:cNvPr id="1152" name="Google Shape;1152;p80"/>
          <p:cNvGrpSpPr/>
          <p:nvPr/>
        </p:nvGrpSpPr>
        <p:grpSpPr>
          <a:xfrm>
            <a:off x="4971760" y="1839347"/>
            <a:ext cx="265144" cy="298814"/>
            <a:chOff x="238125" y="2742850"/>
            <a:chExt cx="256525" cy="289100"/>
          </a:xfrm>
        </p:grpSpPr>
        <p:sp>
          <p:nvSpPr>
            <p:cNvPr id="1153" name="Google Shape;1153;p80"/>
            <p:cNvSpPr/>
            <p:nvPr/>
          </p:nvSpPr>
          <p:spPr>
            <a:xfrm>
              <a:off x="238125" y="2825900"/>
              <a:ext cx="256525" cy="206050"/>
            </a:xfrm>
            <a:custGeom>
              <a:rect b="b" l="l" r="r" t="t"/>
              <a:pathLst>
                <a:path extrusionOk="0" h="8242" w="10261">
                  <a:moveTo>
                    <a:pt x="9038" y="1862"/>
                  </a:moveTo>
                  <a:lnTo>
                    <a:pt x="9038" y="2101"/>
                  </a:lnTo>
                  <a:lnTo>
                    <a:pt x="9011" y="2313"/>
                  </a:lnTo>
                  <a:lnTo>
                    <a:pt x="8985" y="2526"/>
                  </a:lnTo>
                  <a:lnTo>
                    <a:pt x="8905" y="2739"/>
                  </a:lnTo>
                  <a:lnTo>
                    <a:pt x="8798" y="2925"/>
                  </a:lnTo>
                  <a:lnTo>
                    <a:pt x="8666" y="3084"/>
                  </a:lnTo>
                  <a:lnTo>
                    <a:pt x="8533" y="3244"/>
                  </a:lnTo>
                  <a:lnTo>
                    <a:pt x="8347" y="3377"/>
                  </a:lnTo>
                  <a:lnTo>
                    <a:pt x="8160" y="3483"/>
                  </a:lnTo>
                  <a:lnTo>
                    <a:pt x="8160" y="3350"/>
                  </a:lnTo>
                  <a:lnTo>
                    <a:pt x="8160" y="1862"/>
                  </a:lnTo>
                  <a:close/>
                  <a:moveTo>
                    <a:pt x="9649" y="1038"/>
                  </a:moveTo>
                  <a:lnTo>
                    <a:pt x="9729" y="1064"/>
                  </a:lnTo>
                  <a:lnTo>
                    <a:pt x="9782" y="1091"/>
                  </a:lnTo>
                  <a:lnTo>
                    <a:pt x="9835" y="1170"/>
                  </a:lnTo>
                  <a:lnTo>
                    <a:pt x="9862" y="1250"/>
                  </a:lnTo>
                  <a:lnTo>
                    <a:pt x="9862" y="2101"/>
                  </a:lnTo>
                  <a:lnTo>
                    <a:pt x="9835" y="2287"/>
                  </a:lnTo>
                  <a:lnTo>
                    <a:pt x="9809" y="2500"/>
                  </a:lnTo>
                  <a:lnTo>
                    <a:pt x="9782" y="2686"/>
                  </a:lnTo>
                  <a:lnTo>
                    <a:pt x="9702" y="2898"/>
                  </a:lnTo>
                  <a:lnTo>
                    <a:pt x="9649" y="3084"/>
                  </a:lnTo>
                  <a:lnTo>
                    <a:pt x="9543" y="3244"/>
                  </a:lnTo>
                  <a:lnTo>
                    <a:pt x="9436" y="3430"/>
                  </a:lnTo>
                  <a:lnTo>
                    <a:pt x="9330" y="3563"/>
                  </a:lnTo>
                  <a:lnTo>
                    <a:pt x="9197" y="3722"/>
                  </a:lnTo>
                  <a:lnTo>
                    <a:pt x="9064" y="3855"/>
                  </a:lnTo>
                  <a:lnTo>
                    <a:pt x="8905" y="3988"/>
                  </a:lnTo>
                  <a:lnTo>
                    <a:pt x="8745" y="4094"/>
                  </a:lnTo>
                  <a:lnTo>
                    <a:pt x="8559" y="4201"/>
                  </a:lnTo>
                  <a:lnTo>
                    <a:pt x="8400" y="4280"/>
                  </a:lnTo>
                  <a:lnTo>
                    <a:pt x="8187" y="4360"/>
                  </a:lnTo>
                  <a:lnTo>
                    <a:pt x="8001" y="4413"/>
                  </a:lnTo>
                  <a:lnTo>
                    <a:pt x="8001" y="4387"/>
                  </a:lnTo>
                  <a:lnTo>
                    <a:pt x="8107" y="3962"/>
                  </a:lnTo>
                  <a:lnTo>
                    <a:pt x="8400" y="3829"/>
                  </a:lnTo>
                  <a:lnTo>
                    <a:pt x="8666" y="3669"/>
                  </a:lnTo>
                  <a:lnTo>
                    <a:pt x="8878" y="3456"/>
                  </a:lnTo>
                  <a:lnTo>
                    <a:pt x="9064" y="3244"/>
                  </a:lnTo>
                  <a:lnTo>
                    <a:pt x="9224" y="2978"/>
                  </a:lnTo>
                  <a:lnTo>
                    <a:pt x="9330" y="2686"/>
                  </a:lnTo>
                  <a:lnTo>
                    <a:pt x="9410" y="2393"/>
                  </a:lnTo>
                  <a:lnTo>
                    <a:pt x="9436" y="2101"/>
                  </a:lnTo>
                  <a:lnTo>
                    <a:pt x="9436" y="1649"/>
                  </a:lnTo>
                  <a:lnTo>
                    <a:pt x="9436" y="1569"/>
                  </a:lnTo>
                  <a:lnTo>
                    <a:pt x="9383" y="1516"/>
                  </a:lnTo>
                  <a:lnTo>
                    <a:pt x="9330" y="1463"/>
                  </a:lnTo>
                  <a:lnTo>
                    <a:pt x="8160" y="1463"/>
                  </a:lnTo>
                  <a:lnTo>
                    <a:pt x="8160" y="1038"/>
                  </a:lnTo>
                  <a:close/>
                  <a:moveTo>
                    <a:pt x="7762" y="400"/>
                  </a:moveTo>
                  <a:lnTo>
                    <a:pt x="7762" y="3350"/>
                  </a:lnTo>
                  <a:lnTo>
                    <a:pt x="7735" y="3775"/>
                  </a:lnTo>
                  <a:lnTo>
                    <a:pt x="7709" y="3962"/>
                  </a:lnTo>
                  <a:lnTo>
                    <a:pt x="7709" y="3988"/>
                  </a:lnTo>
                  <a:lnTo>
                    <a:pt x="7655" y="4174"/>
                  </a:lnTo>
                  <a:lnTo>
                    <a:pt x="7655" y="4201"/>
                  </a:lnTo>
                  <a:lnTo>
                    <a:pt x="7576" y="4387"/>
                  </a:lnTo>
                  <a:lnTo>
                    <a:pt x="7576" y="4413"/>
                  </a:lnTo>
                  <a:lnTo>
                    <a:pt x="7523" y="4546"/>
                  </a:lnTo>
                  <a:lnTo>
                    <a:pt x="7310" y="4918"/>
                  </a:lnTo>
                  <a:lnTo>
                    <a:pt x="7044" y="5264"/>
                  </a:lnTo>
                  <a:lnTo>
                    <a:pt x="6752" y="5556"/>
                  </a:lnTo>
                  <a:lnTo>
                    <a:pt x="6433" y="5822"/>
                  </a:lnTo>
                  <a:lnTo>
                    <a:pt x="6061" y="6008"/>
                  </a:lnTo>
                  <a:lnTo>
                    <a:pt x="5662" y="6168"/>
                  </a:lnTo>
                  <a:lnTo>
                    <a:pt x="5263" y="6248"/>
                  </a:lnTo>
                  <a:lnTo>
                    <a:pt x="4838" y="6301"/>
                  </a:lnTo>
                  <a:lnTo>
                    <a:pt x="4519" y="6274"/>
                  </a:lnTo>
                  <a:lnTo>
                    <a:pt x="4226" y="6221"/>
                  </a:lnTo>
                  <a:lnTo>
                    <a:pt x="3961" y="6168"/>
                  </a:lnTo>
                  <a:lnTo>
                    <a:pt x="3695" y="6061"/>
                  </a:lnTo>
                  <a:lnTo>
                    <a:pt x="3429" y="5929"/>
                  </a:lnTo>
                  <a:lnTo>
                    <a:pt x="3190" y="5796"/>
                  </a:lnTo>
                  <a:lnTo>
                    <a:pt x="2951" y="5610"/>
                  </a:lnTo>
                  <a:lnTo>
                    <a:pt x="2738" y="5423"/>
                  </a:lnTo>
                  <a:lnTo>
                    <a:pt x="2552" y="5211"/>
                  </a:lnTo>
                  <a:lnTo>
                    <a:pt x="2392" y="4998"/>
                  </a:lnTo>
                  <a:lnTo>
                    <a:pt x="2233" y="4759"/>
                  </a:lnTo>
                  <a:lnTo>
                    <a:pt x="2127" y="4493"/>
                  </a:lnTo>
                  <a:lnTo>
                    <a:pt x="2020" y="4227"/>
                  </a:lnTo>
                  <a:lnTo>
                    <a:pt x="1940" y="3935"/>
                  </a:lnTo>
                  <a:lnTo>
                    <a:pt x="1887" y="3643"/>
                  </a:lnTo>
                  <a:lnTo>
                    <a:pt x="1887" y="3350"/>
                  </a:lnTo>
                  <a:lnTo>
                    <a:pt x="1887" y="400"/>
                  </a:lnTo>
                  <a:close/>
                  <a:moveTo>
                    <a:pt x="9171" y="6699"/>
                  </a:moveTo>
                  <a:lnTo>
                    <a:pt x="9197" y="6726"/>
                  </a:lnTo>
                  <a:lnTo>
                    <a:pt x="9250" y="6779"/>
                  </a:lnTo>
                  <a:lnTo>
                    <a:pt x="9250" y="6832"/>
                  </a:lnTo>
                  <a:lnTo>
                    <a:pt x="9250" y="6912"/>
                  </a:lnTo>
                  <a:lnTo>
                    <a:pt x="9197" y="6939"/>
                  </a:lnTo>
                  <a:lnTo>
                    <a:pt x="9171" y="6992"/>
                  </a:lnTo>
                  <a:lnTo>
                    <a:pt x="505" y="6992"/>
                  </a:lnTo>
                  <a:lnTo>
                    <a:pt x="452" y="6939"/>
                  </a:lnTo>
                  <a:lnTo>
                    <a:pt x="425" y="6912"/>
                  </a:lnTo>
                  <a:lnTo>
                    <a:pt x="399" y="6832"/>
                  </a:lnTo>
                  <a:lnTo>
                    <a:pt x="425" y="6779"/>
                  </a:lnTo>
                  <a:lnTo>
                    <a:pt x="452" y="6726"/>
                  </a:lnTo>
                  <a:lnTo>
                    <a:pt x="505" y="6699"/>
                  </a:lnTo>
                  <a:close/>
                  <a:moveTo>
                    <a:pt x="7283" y="7391"/>
                  </a:moveTo>
                  <a:lnTo>
                    <a:pt x="7071" y="7577"/>
                  </a:lnTo>
                  <a:lnTo>
                    <a:pt x="6831" y="7736"/>
                  </a:lnTo>
                  <a:lnTo>
                    <a:pt x="6566" y="7816"/>
                  </a:lnTo>
                  <a:lnTo>
                    <a:pt x="6300" y="7842"/>
                  </a:lnTo>
                  <a:lnTo>
                    <a:pt x="3376" y="7842"/>
                  </a:lnTo>
                  <a:lnTo>
                    <a:pt x="3083" y="7816"/>
                  </a:lnTo>
                  <a:lnTo>
                    <a:pt x="2818" y="7736"/>
                  </a:lnTo>
                  <a:lnTo>
                    <a:pt x="2578" y="7577"/>
                  </a:lnTo>
                  <a:lnTo>
                    <a:pt x="2366" y="7391"/>
                  </a:lnTo>
                  <a:close/>
                  <a:moveTo>
                    <a:pt x="1675" y="1"/>
                  </a:moveTo>
                  <a:lnTo>
                    <a:pt x="1595" y="27"/>
                  </a:lnTo>
                  <a:lnTo>
                    <a:pt x="1542" y="54"/>
                  </a:lnTo>
                  <a:lnTo>
                    <a:pt x="1489" y="134"/>
                  </a:lnTo>
                  <a:lnTo>
                    <a:pt x="1489" y="187"/>
                  </a:lnTo>
                  <a:lnTo>
                    <a:pt x="1489" y="3350"/>
                  </a:lnTo>
                  <a:lnTo>
                    <a:pt x="1515" y="3802"/>
                  </a:lnTo>
                  <a:lnTo>
                    <a:pt x="1595" y="4227"/>
                  </a:lnTo>
                  <a:lnTo>
                    <a:pt x="1754" y="4653"/>
                  </a:lnTo>
                  <a:lnTo>
                    <a:pt x="1967" y="5051"/>
                  </a:lnTo>
                  <a:lnTo>
                    <a:pt x="2206" y="5423"/>
                  </a:lnTo>
                  <a:lnTo>
                    <a:pt x="2499" y="5742"/>
                  </a:lnTo>
                  <a:lnTo>
                    <a:pt x="2844" y="6035"/>
                  </a:lnTo>
                  <a:lnTo>
                    <a:pt x="3243" y="6301"/>
                  </a:lnTo>
                  <a:lnTo>
                    <a:pt x="452" y="6301"/>
                  </a:lnTo>
                  <a:lnTo>
                    <a:pt x="346" y="6327"/>
                  </a:lnTo>
                  <a:lnTo>
                    <a:pt x="239" y="6380"/>
                  </a:lnTo>
                  <a:lnTo>
                    <a:pt x="159" y="6460"/>
                  </a:lnTo>
                  <a:lnTo>
                    <a:pt x="106" y="6540"/>
                  </a:lnTo>
                  <a:lnTo>
                    <a:pt x="53" y="6620"/>
                  </a:lnTo>
                  <a:lnTo>
                    <a:pt x="27" y="6726"/>
                  </a:lnTo>
                  <a:lnTo>
                    <a:pt x="0" y="6832"/>
                  </a:lnTo>
                  <a:lnTo>
                    <a:pt x="27" y="6965"/>
                  </a:lnTo>
                  <a:lnTo>
                    <a:pt x="53" y="7045"/>
                  </a:lnTo>
                  <a:lnTo>
                    <a:pt x="106" y="7151"/>
                  </a:lnTo>
                  <a:lnTo>
                    <a:pt x="159" y="7231"/>
                  </a:lnTo>
                  <a:lnTo>
                    <a:pt x="239" y="7311"/>
                  </a:lnTo>
                  <a:lnTo>
                    <a:pt x="346" y="7337"/>
                  </a:lnTo>
                  <a:lnTo>
                    <a:pt x="452" y="7391"/>
                  </a:lnTo>
                  <a:lnTo>
                    <a:pt x="1887" y="7391"/>
                  </a:lnTo>
                  <a:lnTo>
                    <a:pt x="1994" y="7577"/>
                  </a:lnTo>
                  <a:lnTo>
                    <a:pt x="2153" y="7736"/>
                  </a:lnTo>
                  <a:lnTo>
                    <a:pt x="2313" y="7896"/>
                  </a:lnTo>
                  <a:lnTo>
                    <a:pt x="2499" y="8028"/>
                  </a:lnTo>
                  <a:lnTo>
                    <a:pt x="2711" y="8108"/>
                  </a:lnTo>
                  <a:lnTo>
                    <a:pt x="2924" y="8188"/>
                  </a:lnTo>
                  <a:lnTo>
                    <a:pt x="3137" y="8241"/>
                  </a:lnTo>
                  <a:lnTo>
                    <a:pt x="6512" y="8241"/>
                  </a:lnTo>
                  <a:lnTo>
                    <a:pt x="6752" y="8188"/>
                  </a:lnTo>
                  <a:lnTo>
                    <a:pt x="6938" y="8108"/>
                  </a:lnTo>
                  <a:lnTo>
                    <a:pt x="7150" y="8028"/>
                  </a:lnTo>
                  <a:lnTo>
                    <a:pt x="7336" y="7896"/>
                  </a:lnTo>
                  <a:lnTo>
                    <a:pt x="7496" y="7736"/>
                  </a:lnTo>
                  <a:lnTo>
                    <a:pt x="7655" y="7577"/>
                  </a:lnTo>
                  <a:lnTo>
                    <a:pt x="7788" y="7391"/>
                  </a:lnTo>
                  <a:lnTo>
                    <a:pt x="9197" y="7391"/>
                  </a:lnTo>
                  <a:lnTo>
                    <a:pt x="9303" y="7337"/>
                  </a:lnTo>
                  <a:lnTo>
                    <a:pt x="9410" y="7311"/>
                  </a:lnTo>
                  <a:lnTo>
                    <a:pt x="9490" y="7231"/>
                  </a:lnTo>
                  <a:lnTo>
                    <a:pt x="9569" y="7151"/>
                  </a:lnTo>
                  <a:lnTo>
                    <a:pt x="9596" y="7045"/>
                  </a:lnTo>
                  <a:lnTo>
                    <a:pt x="9649" y="6965"/>
                  </a:lnTo>
                  <a:lnTo>
                    <a:pt x="9649" y="6832"/>
                  </a:lnTo>
                  <a:lnTo>
                    <a:pt x="9649" y="6726"/>
                  </a:lnTo>
                  <a:lnTo>
                    <a:pt x="9596" y="6620"/>
                  </a:lnTo>
                  <a:lnTo>
                    <a:pt x="9569" y="6540"/>
                  </a:lnTo>
                  <a:lnTo>
                    <a:pt x="9490" y="6460"/>
                  </a:lnTo>
                  <a:lnTo>
                    <a:pt x="9410" y="6380"/>
                  </a:lnTo>
                  <a:lnTo>
                    <a:pt x="9303" y="6327"/>
                  </a:lnTo>
                  <a:lnTo>
                    <a:pt x="9197" y="6301"/>
                  </a:lnTo>
                  <a:lnTo>
                    <a:pt x="6406" y="6301"/>
                  </a:lnTo>
                  <a:lnTo>
                    <a:pt x="6645" y="6168"/>
                  </a:lnTo>
                  <a:lnTo>
                    <a:pt x="6831" y="6008"/>
                  </a:lnTo>
                  <a:lnTo>
                    <a:pt x="7044" y="5849"/>
                  </a:lnTo>
                  <a:lnTo>
                    <a:pt x="7230" y="5689"/>
                  </a:lnTo>
                  <a:lnTo>
                    <a:pt x="7390" y="5477"/>
                  </a:lnTo>
                  <a:lnTo>
                    <a:pt x="7549" y="5291"/>
                  </a:lnTo>
                  <a:lnTo>
                    <a:pt x="7682" y="5078"/>
                  </a:lnTo>
                  <a:lnTo>
                    <a:pt x="7815" y="4865"/>
                  </a:lnTo>
                  <a:lnTo>
                    <a:pt x="8081" y="4812"/>
                  </a:lnTo>
                  <a:lnTo>
                    <a:pt x="8320" y="4732"/>
                  </a:lnTo>
                  <a:lnTo>
                    <a:pt x="8559" y="4653"/>
                  </a:lnTo>
                  <a:lnTo>
                    <a:pt x="8772" y="4546"/>
                  </a:lnTo>
                  <a:lnTo>
                    <a:pt x="8985" y="4413"/>
                  </a:lnTo>
                  <a:lnTo>
                    <a:pt x="9197" y="4280"/>
                  </a:lnTo>
                  <a:lnTo>
                    <a:pt x="9383" y="4121"/>
                  </a:lnTo>
                  <a:lnTo>
                    <a:pt x="9543" y="3935"/>
                  </a:lnTo>
                  <a:lnTo>
                    <a:pt x="9702" y="3749"/>
                  </a:lnTo>
                  <a:lnTo>
                    <a:pt x="9835" y="3536"/>
                  </a:lnTo>
                  <a:lnTo>
                    <a:pt x="9968" y="3324"/>
                  </a:lnTo>
                  <a:lnTo>
                    <a:pt x="10074" y="3084"/>
                  </a:lnTo>
                  <a:lnTo>
                    <a:pt x="10154" y="2845"/>
                  </a:lnTo>
                  <a:lnTo>
                    <a:pt x="10207" y="2606"/>
                  </a:lnTo>
                  <a:lnTo>
                    <a:pt x="10234" y="2340"/>
                  </a:lnTo>
                  <a:lnTo>
                    <a:pt x="10260" y="2101"/>
                  </a:lnTo>
                  <a:lnTo>
                    <a:pt x="10260" y="1250"/>
                  </a:lnTo>
                  <a:lnTo>
                    <a:pt x="10234" y="1117"/>
                  </a:lnTo>
                  <a:lnTo>
                    <a:pt x="10207" y="1011"/>
                  </a:lnTo>
                  <a:lnTo>
                    <a:pt x="10154" y="905"/>
                  </a:lnTo>
                  <a:lnTo>
                    <a:pt x="10074" y="825"/>
                  </a:lnTo>
                  <a:lnTo>
                    <a:pt x="9995" y="745"/>
                  </a:lnTo>
                  <a:lnTo>
                    <a:pt x="9888" y="692"/>
                  </a:lnTo>
                  <a:lnTo>
                    <a:pt x="9755" y="665"/>
                  </a:lnTo>
                  <a:lnTo>
                    <a:pt x="9649" y="639"/>
                  </a:lnTo>
                  <a:lnTo>
                    <a:pt x="8160" y="639"/>
                  </a:lnTo>
                  <a:lnTo>
                    <a:pt x="8160" y="187"/>
                  </a:lnTo>
                  <a:lnTo>
                    <a:pt x="8160" y="134"/>
                  </a:lnTo>
                  <a:lnTo>
                    <a:pt x="8107" y="54"/>
                  </a:lnTo>
                  <a:lnTo>
                    <a:pt x="8054" y="27"/>
                  </a:lnTo>
                  <a:lnTo>
                    <a:pt x="797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80"/>
            <p:cNvSpPr/>
            <p:nvPr/>
          </p:nvSpPr>
          <p:spPr>
            <a:xfrm>
              <a:off x="326500" y="2742850"/>
              <a:ext cx="24600" cy="73125"/>
            </a:xfrm>
            <a:custGeom>
              <a:rect b="b" l="l" r="r" t="t"/>
              <a:pathLst>
                <a:path extrusionOk="0" h="2925" w="984">
                  <a:moveTo>
                    <a:pt x="585" y="0"/>
                  </a:moveTo>
                  <a:lnTo>
                    <a:pt x="479" y="27"/>
                  </a:lnTo>
                  <a:lnTo>
                    <a:pt x="426" y="107"/>
                  </a:lnTo>
                  <a:lnTo>
                    <a:pt x="399" y="213"/>
                  </a:lnTo>
                  <a:lnTo>
                    <a:pt x="452" y="319"/>
                  </a:lnTo>
                  <a:lnTo>
                    <a:pt x="532" y="452"/>
                  </a:lnTo>
                  <a:lnTo>
                    <a:pt x="559" y="558"/>
                  </a:lnTo>
                  <a:lnTo>
                    <a:pt x="585" y="665"/>
                  </a:lnTo>
                  <a:lnTo>
                    <a:pt x="585" y="771"/>
                  </a:lnTo>
                  <a:lnTo>
                    <a:pt x="532" y="877"/>
                  </a:lnTo>
                  <a:lnTo>
                    <a:pt x="479" y="957"/>
                  </a:lnTo>
                  <a:lnTo>
                    <a:pt x="346" y="1170"/>
                  </a:lnTo>
                  <a:lnTo>
                    <a:pt x="240" y="1329"/>
                  </a:lnTo>
                  <a:lnTo>
                    <a:pt x="133" y="1489"/>
                  </a:lnTo>
                  <a:lnTo>
                    <a:pt x="53" y="1648"/>
                  </a:lnTo>
                  <a:lnTo>
                    <a:pt x="0" y="1834"/>
                  </a:lnTo>
                  <a:lnTo>
                    <a:pt x="0" y="2074"/>
                  </a:lnTo>
                  <a:lnTo>
                    <a:pt x="27" y="2180"/>
                  </a:lnTo>
                  <a:lnTo>
                    <a:pt x="80" y="2313"/>
                  </a:lnTo>
                  <a:lnTo>
                    <a:pt x="133" y="2446"/>
                  </a:lnTo>
                  <a:lnTo>
                    <a:pt x="213" y="2579"/>
                  </a:lnTo>
                  <a:lnTo>
                    <a:pt x="452" y="2871"/>
                  </a:lnTo>
                  <a:lnTo>
                    <a:pt x="532" y="2924"/>
                  </a:lnTo>
                  <a:lnTo>
                    <a:pt x="665" y="2924"/>
                  </a:lnTo>
                  <a:lnTo>
                    <a:pt x="718" y="2898"/>
                  </a:lnTo>
                  <a:lnTo>
                    <a:pt x="771" y="2871"/>
                  </a:lnTo>
                  <a:lnTo>
                    <a:pt x="798" y="2818"/>
                  </a:lnTo>
                  <a:lnTo>
                    <a:pt x="798" y="2765"/>
                  </a:lnTo>
                  <a:lnTo>
                    <a:pt x="798" y="2685"/>
                  </a:lnTo>
                  <a:lnTo>
                    <a:pt x="798" y="2632"/>
                  </a:lnTo>
                  <a:lnTo>
                    <a:pt x="745" y="2605"/>
                  </a:lnTo>
                  <a:lnTo>
                    <a:pt x="585" y="2393"/>
                  </a:lnTo>
                  <a:lnTo>
                    <a:pt x="452" y="2206"/>
                  </a:lnTo>
                  <a:lnTo>
                    <a:pt x="399" y="2047"/>
                  </a:lnTo>
                  <a:lnTo>
                    <a:pt x="399" y="1914"/>
                  </a:lnTo>
                  <a:lnTo>
                    <a:pt x="426" y="1781"/>
                  </a:lnTo>
                  <a:lnTo>
                    <a:pt x="479" y="1675"/>
                  </a:lnTo>
                  <a:lnTo>
                    <a:pt x="638" y="1409"/>
                  </a:lnTo>
                  <a:lnTo>
                    <a:pt x="824" y="1170"/>
                  </a:lnTo>
                  <a:lnTo>
                    <a:pt x="904" y="1037"/>
                  </a:lnTo>
                  <a:lnTo>
                    <a:pt x="957" y="877"/>
                  </a:lnTo>
                  <a:lnTo>
                    <a:pt x="984" y="691"/>
                  </a:lnTo>
                  <a:lnTo>
                    <a:pt x="957" y="505"/>
                  </a:lnTo>
                  <a:lnTo>
                    <a:pt x="904" y="319"/>
                  </a:lnTo>
                  <a:lnTo>
                    <a:pt x="771" y="80"/>
                  </a:lnTo>
                  <a:lnTo>
                    <a:pt x="691" y="27"/>
                  </a:lnTo>
                  <a:lnTo>
                    <a:pt x="58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80"/>
            <p:cNvSpPr/>
            <p:nvPr/>
          </p:nvSpPr>
          <p:spPr>
            <a:xfrm>
              <a:off x="366375" y="2742850"/>
              <a:ext cx="25275" cy="73125"/>
            </a:xfrm>
            <a:custGeom>
              <a:rect b="b" l="l" r="r" t="t"/>
              <a:pathLst>
                <a:path extrusionOk="0" h="2925" w="1011">
                  <a:moveTo>
                    <a:pt x="665" y="0"/>
                  </a:moveTo>
                  <a:lnTo>
                    <a:pt x="585" y="27"/>
                  </a:lnTo>
                  <a:lnTo>
                    <a:pt x="505" y="53"/>
                  </a:lnTo>
                  <a:lnTo>
                    <a:pt x="452" y="107"/>
                  </a:lnTo>
                  <a:lnTo>
                    <a:pt x="426" y="160"/>
                  </a:lnTo>
                  <a:lnTo>
                    <a:pt x="426" y="239"/>
                  </a:lnTo>
                  <a:lnTo>
                    <a:pt x="452" y="319"/>
                  </a:lnTo>
                  <a:lnTo>
                    <a:pt x="532" y="452"/>
                  </a:lnTo>
                  <a:lnTo>
                    <a:pt x="585" y="558"/>
                  </a:lnTo>
                  <a:lnTo>
                    <a:pt x="612" y="665"/>
                  </a:lnTo>
                  <a:lnTo>
                    <a:pt x="585" y="771"/>
                  </a:lnTo>
                  <a:lnTo>
                    <a:pt x="558" y="877"/>
                  </a:lnTo>
                  <a:lnTo>
                    <a:pt x="505" y="957"/>
                  </a:lnTo>
                  <a:lnTo>
                    <a:pt x="346" y="1170"/>
                  </a:lnTo>
                  <a:lnTo>
                    <a:pt x="239" y="1329"/>
                  </a:lnTo>
                  <a:lnTo>
                    <a:pt x="133" y="1489"/>
                  </a:lnTo>
                  <a:lnTo>
                    <a:pt x="53" y="1648"/>
                  </a:lnTo>
                  <a:lnTo>
                    <a:pt x="0" y="1834"/>
                  </a:lnTo>
                  <a:lnTo>
                    <a:pt x="27" y="2074"/>
                  </a:lnTo>
                  <a:lnTo>
                    <a:pt x="53" y="2180"/>
                  </a:lnTo>
                  <a:lnTo>
                    <a:pt x="80" y="2313"/>
                  </a:lnTo>
                  <a:lnTo>
                    <a:pt x="160" y="2446"/>
                  </a:lnTo>
                  <a:lnTo>
                    <a:pt x="239" y="2579"/>
                  </a:lnTo>
                  <a:lnTo>
                    <a:pt x="479" y="2871"/>
                  </a:lnTo>
                  <a:lnTo>
                    <a:pt x="558" y="2924"/>
                  </a:lnTo>
                  <a:lnTo>
                    <a:pt x="691" y="2924"/>
                  </a:lnTo>
                  <a:lnTo>
                    <a:pt x="744" y="2898"/>
                  </a:lnTo>
                  <a:lnTo>
                    <a:pt x="771" y="2871"/>
                  </a:lnTo>
                  <a:lnTo>
                    <a:pt x="798" y="2818"/>
                  </a:lnTo>
                  <a:lnTo>
                    <a:pt x="824" y="2765"/>
                  </a:lnTo>
                  <a:lnTo>
                    <a:pt x="824" y="2685"/>
                  </a:lnTo>
                  <a:lnTo>
                    <a:pt x="798" y="2632"/>
                  </a:lnTo>
                  <a:lnTo>
                    <a:pt x="771" y="2605"/>
                  </a:lnTo>
                  <a:lnTo>
                    <a:pt x="585" y="2393"/>
                  </a:lnTo>
                  <a:lnTo>
                    <a:pt x="479" y="2206"/>
                  </a:lnTo>
                  <a:lnTo>
                    <a:pt x="426" y="2047"/>
                  </a:lnTo>
                  <a:lnTo>
                    <a:pt x="399" y="1914"/>
                  </a:lnTo>
                  <a:lnTo>
                    <a:pt x="426" y="1781"/>
                  </a:lnTo>
                  <a:lnTo>
                    <a:pt x="479" y="1675"/>
                  </a:lnTo>
                  <a:lnTo>
                    <a:pt x="665" y="1409"/>
                  </a:lnTo>
                  <a:lnTo>
                    <a:pt x="851" y="1170"/>
                  </a:lnTo>
                  <a:lnTo>
                    <a:pt x="931" y="1037"/>
                  </a:lnTo>
                  <a:lnTo>
                    <a:pt x="984" y="877"/>
                  </a:lnTo>
                  <a:lnTo>
                    <a:pt x="1010" y="691"/>
                  </a:lnTo>
                  <a:lnTo>
                    <a:pt x="984" y="505"/>
                  </a:lnTo>
                  <a:lnTo>
                    <a:pt x="904" y="319"/>
                  </a:lnTo>
                  <a:lnTo>
                    <a:pt x="798" y="80"/>
                  </a:lnTo>
                  <a:lnTo>
                    <a:pt x="718" y="27"/>
                  </a:lnTo>
                  <a:lnTo>
                    <a:pt x="66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56" name="Google Shape;1156;p80"/>
          <p:cNvSpPr/>
          <p:nvPr/>
        </p:nvSpPr>
        <p:spPr>
          <a:xfrm>
            <a:off x="3890581" y="1859270"/>
            <a:ext cx="303620" cy="258968"/>
          </a:xfrm>
          <a:custGeom>
            <a:rect b="b" l="l" r="r" t="t"/>
            <a:pathLst>
              <a:path extrusionOk="0" h="10022" w="11750">
                <a:moveTo>
                  <a:pt x="8959" y="1808"/>
                </a:moveTo>
                <a:lnTo>
                  <a:pt x="8959" y="2047"/>
                </a:lnTo>
                <a:lnTo>
                  <a:pt x="7975" y="2047"/>
                </a:lnTo>
                <a:lnTo>
                  <a:pt x="7975" y="1808"/>
                </a:lnTo>
                <a:close/>
                <a:moveTo>
                  <a:pt x="9996" y="425"/>
                </a:moveTo>
                <a:lnTo>
                  <a:pt x="10102" y="452"/>
                </a:lnTo>
                <a:lnTo>
                  <a:pt x="10208" y="532"/>
                </a:lnTo>
                <a:lnTo>
                  <a:pt x="10314" y="585"/>
                </a:lnTo>
                <a:lnTo>
                  <a:pt x="10368" y="691"/>
                </a:lnTo>
                <a:lnTo>
                  <a:pt x="10447" y="798"/>
                </a:lnTo>
                <a:lnTo>
                  <a:pt x="10474" y="904"/>
                </a:lnTo>
                <a:lnTo>
                  <a:pt x="10474" y="1037"/>
                </a:lnTo>
                <a:lnTo>
                  <a:pt x="10474" y="3456"/>
                </a:lnTo>
                <a:lnTo>
                  <a:pt x="10075" y="3456"/>
                </a:lnTo>
                <a:lnTo>
                  <a:pt x="10075" y="1037"/>
                </a:lnTo>
                <a:lnTo>
                  <a:pt x="10075" y="957"/>
                </a:lnTo>
                <a:lnTo>
                  <a:pt x="10022" y="877"/>
                </a:lnTo>
                <a:lnTo>
                  <a:pt x="9942" y="824"/>
                </a:lnTo>
                <a:lnTo>
                  <a:pt x="8826" y="824"/>
                </a:lnTo>
                <a:lnTo>
                  <a:pt x="8746" y="877"/>
                </a:lnTo>
                <a:lnTo>
                  <a:pt x="8693" y="957"/>
                </a:lnTo>
                <a:lnTo>
                  <a:pt x="8693" y="1037"/>
                </a:lnTo>
                <a:lnTo>
                  <a:pt x="8693" y="1409"/>
                </a:lnTo>
                <a:lnTo>
                  <a:pt x="8268" y="1409"/>
                </a:lnTo>
                <a:lnTo>
                  <a:pt x="8268" y="1037"/>
                </a:lnTo>
                <a:lnTo>
                  <a:pt x="8294" y="904"/>
                </a:lnTo>
                <a:lnTo>
                  <a:pt x="8321" y="798"/>
                </a:lnTo>
                <a:lnTo>
                  <a:pt x="8374" y="691"/>
                </a:lnTo>
                <a:lnTo>
                  <a:pt x="8454" y="585"/>
                </a:lnTo>
                <a:lnTo>
                  <a:pt x="8560" y="532"/>
                </a:lnTo>
                <a:lnTo>
                  <a:pt x="8666" y="452"/>
                </a:lnTo>
                <a:lnTo>
                  <a:pt x="8773" y="425"/>
                </a:lnTo>
                <a:close/>
                <a:moveTo>
                  <a:pt x="11192" y="3854"/>
                </a:moveTo>
                <a:lnTo>
                  <a:pt x="11271" y="3908"/>
                </a:lnTo>
                <a:lnTo>
                  <a:pt x="11325" y="3987"/>
                </a:lnTo>
                <a:lnTo>
                  <a:pt x="11351" y="4094"/>
                </a:lnTo>
                <a:lnTo>
                  <a:pt x="11325" y="4200"/>
                </a:lnTo>
                <a:lnTo>
                  <a:pt x="11271" y="4280"/>
                </a:lnTo>
                <a:lnTo>
                  <a:pt x="11192" y="4333"/>
                </a:lnTo>
                <a:lnTo>
                  <a:pt x="9384" y="4333"/>
                </a:lnTo>
                <a:lnTo>
                  <a:pt x="9304" y="4359"/>
                </a:lnTo>
                <a:lnTo>
                  <a:pt x="9251" y="4386"/>
                </a:lnTo>
                <a:lnTo>
                  <a:pt x="9225" y="4413"/>
                </a:lnTo>
                <a:lnTo>
                  <a:pt x="9198" y="4466"/>
                </a:lnTo>
                <a:lnTo>
                  <a:pt x="9092" y="4625"/>
                </a:lnTo>
                <a:lnTo>
                  <a:pt x="8985" y="4785"/>
                </a:lnTo>
                <a:lnTo>
                  <a:pt x="8853" y="4918"/>
                </a:lnTo>
                <a:lnTo>
                  <a:pt x="8720" y="5051"/>
                </a:lnTo>
                <a:lnTo>
                  <a:pt x="8560" y="5130"/>
                </a:lnTo>
                <a:lnTo>
                  <a:pt x="8374" y="5210"/>
                </a:lnTo>
                <a:lnTo>
                  <a:pt x="8188" y="5237"/>
                </a:lnTo>
                <a:lnTo>
                  <a:pt x="8002" y="5263"/>
                </a:lnTo>
                <a:lnTo>
                  <a:pt x="3749" y="5263"/>
                </a:lnTo>
                <a:lnTo>
                  <a:pt x="3563" y="5237"/>
                </a:lnTo>
                <a:lnTo>
                  <a:pt x="3377" y="5210"/>
                </a:lnTo>
                <a:lnTo>
                  <a:pt x="3217" y="5130"/>
                </a:lnTo>
                <a:lnTo>
                  <a:pt x="3031" y="5051"/>
                </a:lnTo>
                <a:lnTo>
                  <a:pt x="2898" y="4918"/>
                </a:lnTo>
                <a:lnTo>
                  <a:pt x="2765" y="4785"/>
                </a:lnTo>
                <a:lnTo>
                  <a:pt x="2659" y="4625"/>
                </a:lnTo>
                <a:lnTo>
                  <a:pt x="2579" y="4466"/>
                </a:lnTo>
                <a:lnTo>
                  <a:pt x="2553" y="4413"/>
                </a:lnTo>
                <a:lnTo>
                  <a:pt x="2500" y="4386"/>
                </a:lnTo>
                <a:lnTo>
                  <a:pt x="2446" y="4359"/>
                </a:lnTo>
                <a:lnTo>
                  <a:pt x="2393" y="4333"/>
                </a:lnTo>
                <a:lnTo>
                  <a:pt x="559" y="4333"/>
                </a:lnTo>
                <a:lnTo>
                  <a:pt x="479" y="4280"/>
                </a:lnTo>
                <a:lnTo>
                  <a:pt x="426" y="4200"/>
                </a:lnTo>
                <a:lnTo>
                  <a:pt x="400" y="4094"/>
                </a:lnTo>
                <a:lnTo>
                  <a:pt x="426" y="3987"/>
                </a:lnTo>
                <a:lnTo>
                  <a:pt x="479" y="3908"/>
                </a:lnTo>
                <a:lnTo>
                  <a:pt x="559" y="3854"/>
                </a:lnTo>
                <a:lnTo>
                  <a:pt x="2526" y="3854"/>
                </a:lnTo>
                <a:lnTo>
                  <a:pt x="2686" y="3881"/>
                </a:lnTo>
                <a:lnTo>
                  <a:pt x="2819" y="3934"/>
                </a:lnTo>
                <a:lnTo>
                  <a:pt x="2925" y="4067"/>
                </a:lnTo>
                <a:lnTo>
                  <a:pt x="3005" y="4200"/>
                </a:lnTo>
                <a:lnTo>
                  <a:pt x="3058" y="4333"/>
                </a:lnTo>
                <a:lnTo>
                  <a:pt x="3111" y="4439"/>
                </a:lnTo>
                <a:lnTo>
                  <a:pt x="3191" y="4519"/>
                </a:lnTo>
                <a:lnTo>
                  <a:pt x="3297" y="4599"/>
                </a:lnTo>
                <a:lnTo>
                  <a:pt x="3403" y="4678"/>
                </a:lnTo>
                <a:lnTo>
                  <a:pt x="3510" y="4732"/>
                </a:lnTo>
                <a:lnTo>
                  <a:pt x="3616" y="4758"/>
                </a:lnTo>
                <a:lnTo>
                  <a:pt x="8135" y="4758"/>
                </a:lnTo>
                <a:lnTo>
                  <a:pt x="8241" y="4732"/>
                </a:lnTo>
                <a:lnTo>
                  <a:pt x="8374" y="4678"/>
                </a:lnTo>
                <a:lnTo>
                  <a:pt x="8480" y="4599"/>
                </a:lnTo>
                <a:lnTo>
                  <a:pt x="8560" y="4519"/>
                </a:lnTo>
                <a:lnTo>
                  <a:pt x="8640" y="4439"/>
                </a:lnTo>
                <a:lnTo>
                  <a:pt x="8720" y="4333"/>
                </a:lnTo>
                <a:lnTo>
                  <a:pt x="8746" y="4200"/>
                </a:lnTo>
                <a:lnTo>
                  <a:pt x="8826" y="4067"/>
                </a:lnTo>
                <a:lnTo>
                  <a:pt x="8932" y="3934"/>
                </a:lnTo>
                <a:lnTo>
                  <a:pt x="9092" y="3881"/>
                </a:lnTo>
                <a:lnTo>
                  <a:pt x="9251" y="3854"/>
                </a:lnTo>
                <a:close/>
                <a:moveTo>
                  <a:pt x="10820" y="4732"/>
                </a:moveTo>
                <a:lnTo>
                  <a:pt x="10580" y="7071"/>
                </a:lnTo>
                <a:lnTo>
                  <a:pt x="10501" y="7363"/>
                </a:lnTo>
                <a:lnTo>
                  <a:pt x="10421" y="7629"/>
                </a:lnTo>
                <a:lnTo>
                  <a:pt x="10288" y="7868"/>
                </a:lnTo>
                <a:lnTo>
                  <a:pt x="10128" y="8107"/>
                </a:lnTo>
                <a:lnTo>
                  <a:pt x="9916" y="8293"/>
                </a:lnTo>
                <a:lnTo>
                  <a:pt x="9703" y="8480"/>
                </a:lnTo>
                <a:lnTo>
                  <a:pt x="9464" y="8612"/>
                </a:lnTo>
                <a:lnTo>
                  <a:pt x="9171" y="8719"/>
                </a:lnTo>
                <a:lnTo>
                  <a:pt x="8906" y="8772"/>
                </a:lnTo>
                <a:lnTo>
                  <a:pt x="8640" y="8799"/>
                </a:lnTo>
                <a:lnTo>
                  <a:pt x="3111" y="8799"/>
                </a:lnTo>
                <a:lnTo>
                  <a:pt x="2845" y="8772"/>
                </a:lnTo>
                <a:lnTo>
                  <a:pt x="2579" y="8719"/>
                </a:lnTo>
                <a:lnTo>
                  <a:pt x="2367" y="8639"/>
                </a:lnTo>
                <a:lnTo>
                  <a:pt x="2127" y="8533"/>
                </a:lnTo>
                <a:lnTo>
                  <a:pt x="1915" y="8373"/>
                </a:lnTo>
                <a:lnTo>
                  <a:pt x="1729" y="8214"/>
                </a:lnTo>
                <a:lnTo>
                  <a:pt x="1569" y="8028"/>
                </a:lnTo>
                <a:lnTo>
                  <a:pt x="1436" y="7815"/>
                </a:lnTo>
                <a:lnTo>
                  <a:pt x="1330" y="7576"/>
                </a:lnTo>
                <a:lnTo>
                  <a:pt x="1250" y="7337"/>
                </a:lnTo>
                <a:lnTo>
                  <a:pt x="1197" y="7071"/>
                </a:lnTo>
                <a:lnTo>
                  <a:pt x="931" y="4732"/>
                </a:lnTo>
                <a:lnTo>
                  <a:pt x="2260" y="4732"/>
                </a:lnTo>
                <a:lnTo>
                  <a:pt x="2367" y="4944"/>
                </a:lnTo>
                <a:lnTo>
                  <a:pt x="2526" y="5130"/>
                </a:lnTo>
                <a:lnTo>
                  <a:pt x="2686" y="5290"/>
                </a:lnTo>
                <a:lnTo>
                  <a:pt x="2872" y="5423"/>
                </a:lnTo>
                <a:lnTo>
                  <a:pt x="3084" y="5529"/>
                </a:lnTo>
                <a:lnTo>
                  <a:pt x="3297" y="5582"/>
                </a:lnTo>
                <a:lnTo>
                  <a:pt x="3510" y="5635"/>
                </a:lnTo>
                <a:lnTo>
                  <a:pt x="3749" y="5662"/>
                </a:lnTo>
                <a:lnTo>
                  <a:pt x="8002" y="5662"/>
                </a:lnTo>
                <a:lnTo>
                  <a:pt x="8241" y="5635"/>
                </a:lnTo>
                <a:lnTo>
                  <a:pt x="8454" y="5582"/>
                </a:lnTo>
                <a:lnTo>
                  <a:pt x="8666" y="5529"/>
                </a:lnTo>
                <a:lnTo>
                  <a:pt x="8879" y="5423"/>
                </a:lnTo>
                <a:lnTo>
                  <a:pt x="9065" y="5290"/>
                </a:lnTo>
                <a:lnTo>
                  <a:pt x="9225" y="5130"/>
                </a:lnTo>
                <a:lnTo>
                  <a:pt x="9384" y="4944"/>
                </a:lnTo>
                <a:lnTo>
                  <a:pt x="9490" y="4732"/>
                </a:lnTo>
                <a:close/>
                <a:moveTo>
                  <a:pt x="1729" y="8719"/>
                </a:moveTo>
                <a:lnTo>
                  <a:pt x="1755" y="8745"/>
                </a:lnTo>
                <a:lnTo>
                  <a:pt x="1782" y="8772"/>
                </a:lnTo>
                <a:lnTo>
                  <a:pt x="1862" y="8825"/>
                </a:lnTo>
                <a:lnTo>
                  <a:pt x="1888" y="8852"/>
                </a:lnTo>
                <a:lnTo>
                  <a:pt x="1968" y="8878"/>
                </a:lnTo>
                <a:lnTo>
                  <a:pt x="1995" y="8905"/>
                </a:lnTo>
                <a:lnTo>
                  <a:pt x="2074" y="8931"/>
                </a:lnTo>
                <a:lnTo>
                  <a:pt x="2127" y="8958"/>
                </a:lnTo>
                <a:lnTo>
                  <a:pt x="2127" y="8985"/>
                </a:lnTo>
                <a:lnTo>
                  <a:pt x="1463" y="9569"/>
                </a:lnTo>
                <a:lnTo>
                  <a:pt x="1410" y="9596"/>
                </a:lnTo>
                <a:lnTo>
                  <a:pt x="1330" y="9623"/>
                </a:lnTo>
                <a:lnTo>
                  <a:pt x="1277" y="9596"/>
                </a:lnTo>
                <a:lnTo>
                  <a:pt x="1224" y="9569"/>
                </a:lnTo>
                <a:lnTo>
                  <a:pt x="1170" y="9516"/>
                </a:lnTo>
                <a:lnTo>
                  <a:pt x="1170" y="9436"/>
                </a:lnTo>
                <a:lnTo>
                  <a:pt x="1170" y="9357"/>
                </a:lnTo>
                <a:lnTo>
                  <a:pt x="1197" y="9304"/>
                </a:lnTo>
                <a:lnTo>
                  <a:pt x="1729" y="8719"/>
                </a:lnTo>
                <a:close/>
                <a:moveTo>
                  <a:pt x="10049" y="8719"/>
                </a:moveTo>
                <a:lnTo>
                  <a:pt x="10554" y="9304"/>
                </a:lnTo>
                <a:lnTo>
                  <a:pt x="10580" y="9357"/>
                </a:lnTo>
                <a:lnTo>
                  <a:pt x="10607" y="9436"/>
                </a:lnTo>
                <a:lnTo>
                  <a:pt x="10580" y="9516"/>
                </a:lnTo>
                <a:lnTo>
                  <a:pt x="10554" y="9569"/>
                </a:lnTo>
                <a:lnTo>
                  <a:pt x="10474" y="9596"/>
                </a:lnTo>
                <a:lnTo>
                  <a:pt x="10421" y="9623"/>
                </a:lnTo>
                <a:lnTo>
                  <a:pt x="10341" y="9596"/>
                </a:lnTo>
                <a:lnTo>
                  <a:pt x="10288" y="9569"/>
                </a:lnTo>
                <a:lnTo>
                  <a:pt x="9623" y="8985"/>
                </a:lnTo>
                <a:lnTo>
                  <a:pt x="9650" y="8958"/>
                </a:lnTo>
                <a:lnTo>
                  <a:pt x="9677" y="8931"/>
                </a:lnTo>
                <a:lnTo>
                  <a:pt x="9756" y="8905"/>
                </a:lnTo>
                <a:lnTo>
                  <a:pt x="9809" y="8878"/>
                </a:lnTo>
                <a:lnTo>
                  <a:pt x="9863" y="8852"/>
                </a:lnTo>
                <a:lnTo>
                  <a:pt x="9916" y="8825"/>
                </a:lnTo>
                <a:lnTo>
                  <a:pt x="9969" y="8772"/>
                </a:lnTo>
                <a:lnTo>
                  <a:pt x="10022" y="8745"/>
                </a:lnTo>
                <a:lnTo>
                  <a:pt x="10049" y="8719"/>
                </a:lnTo>
                <a:close/>
                <a:moveTo>
                  <a:pt x="8906" y="0"/>
                </a:moveTo>
                <a:lnTo>
                  <a:pt x="8693" y="27"/>
                </a:lnTo>
                <a:lnTo>
                  <a:pt x="8507" y="80"/>
                </a:lnTo>
                <a:lnTo>
                  <a:pt x="8321" y="186"/>
                </a:lnTo>
                <a:lnTo>
                  <a:pt x="8188" y="319"/>
                </a:lnTo>
                <a:lnTo>
                  <a:pt x="8055" y="452"/>
                </a:lnTo>
                <a:lnTo>
                  <a:pt x="7949" y="638"/>
                </a:lnTo>
                <a:lnTo>
                  <a:pt x="7896" y="824"/>
                </a:lnTo>
                <a:lnTo>
                  <a:pt x="7869" y="1037"/>
                </a:lnTo>
                <a:lnTo>
                  <a:pt x="7869" y="1409"/>
                </a:lnTo>
                <a:lnTo>
                  <a:pt x="7683" y="1409"/>
                </a:lnTo>
                <a:lnTo>
                  <a:pt x="7630" y="1462"/>
                </a:lnTo>
                <a:lnTo>
                  <a:pt x="7577" y="1515"/>
                </a:lnTo>
                <a:lnTo>
                  <a:pt x="7577" y="1595"/>
                </a:lnTo>
                <a:lnTo>
                  <a:pt x="7577" y="2259"/>
                </a:lnTo>
                <a:lnTo>
                  <a:pt x="7577" y="2339"/>
                </a:lnTo>
                <a:lnTo>
                  <a:pt x="7630" y="2392"/>
                </a:lnTo>
                <a:lnTo>
                  <a:pt x="7683" y="2446"/>
                </a:lnTo>
                <a:lnTo>
                  <a:pt x="9251" y="2446"/>
                </a:lnTo>
                <a:lnTo>
                  <a:pt x="9304" y="2392"/>
                </a:lnTo>
                <a:lnTo>
                  <a:pt x="9358" y="2339"/>
                </a:lnTo>
                <a:lnTo>
                  <a:pt x="9358" y="2259"/>
                </a:lnTo>
                <a:lnTo>
                  <a:pt x="9358" y="1595"/>
                </a:lnTo>
                <a:lnTo>
                  <a:pt x="9358" y="1515"/>
                </a:lnTo>
                <a:lnTo>
                  <a:pt x="9304" y="1462"/>
                </a:lnTo>
                <a:lnTo>
                  <a:pt x="9251" y="1409"/>
                </a:lnTo>
                <a:lnTo>
                  <a:pt x="9092" y="1409"/>
                </a:lnTo>
                <a:lnTo>
                  <a:pt x="9092" y="1223"/>
                </a:lnTo>
                <a:lnTo>
                  <a:pt x="9677" y="1223"/>
                </a:lnTo>
                <a:lnTo>
                  <a:pt x="9677" y="3456"/>
                </a:lnTo>
                <a:lnTo>
                  <a:pt x="9092" y="3456"/>
                </a:lnTo>
                <a:lnTo>
                  <a:pt x="8959" y="3482"/>
                </a:lnTo>
                <a:lnTo>
                  <a:pt x="8826" y="3535"/>
                </a:lnTo>
                <a:lnTo>
                  <a:pt x="8693" y="3615"/>
                </a:lnTo>
                <a:lnTo>
                  <a:pt x="8587" y="3721"/>
                </a:lnTo>
                <a:lnTo>
                  <a:pt x="8507" y="3828"/>
                </a:lnTo>
                <a:lnTo>
                  <a:pt x="8427" y="3961"/>
                </a:lnTo>
                <a:lnTo>
                  <a:pt x="8374" y="4094"/>
                </a:lnTo>
                <a:lnTo>
                  <a:pt x="8321" y="4200"/>
                </a:lnTo>
                <a:lnTo>
                  <a:pt x="8241" y="4280"/>
                </a:lnTo>
                <a:lnTo>
                  <a:pt x="8135" y="4333"/>
                </a:lnTo>
                <a:lnTo>
                  <a:pt x="8002" y="4359"/>
                </a:lnTo>
                <a:lnTo>
                  <a:pt x="3749" y="4359"/>
                </a:lnTo>
                <a:lnTo>
                  <a:pt x="3643" y="4333"/>
                </a:lnTo>
                <a:lnTo>
                  <a:pt x="3536" y="4280"/>
                </a:lnTo>
                <a:lnTo>
                  <a:pt x="3430" y="4200"/>
                </a:lnTo>
                <a:lnTo>
                  <a:pt x="3377" y="4094"/>
                </a:lnTo>
                <a:lnTo>
                  <a:pt x="3324" y="3961"/>
                </a:lnTo>
                <a:lnTo>
                  <a:pt x="3270" y="3828"/>
                </a:lnTo>
                <a:lnTo>
                  <a:pt x="3164" y="3721"/>
                </a:lnTo>
                <a:lnTo>
                  <a:pt x="3058" y="3615"/>
                </a:lnTo>
                <a:lnTo>
                  <a:pt x="2951" y="3535"/>
                </a:lnTo>
                <a:lnTo>
                  <a:pt x="2819" y="3482"/>
                </a:lnTo>
                <a:lnTo>
                  <a:pt x="2659" y="3456"/>
                </a:lnTo>
                <a:lnTo>
                  <a:pt x="533" y="3456"/>
                </a:lnTo>
                <a:lnTo>
                  <a:pt x="426" y="3482"/>
                </a:lnTo>
                <a:lnTo>
                  <a:pt x="320" y="3535"/>
                </a:lnTo>
                <a:lnTo>
                  <a:pt x="214" y="3615"/>
                </a:lnTo>
                <a:lnTo>
                  <a:pt x="134" y="3695"/>
                </a:lnTo>
                <a:lnTo>
                  <a:pt x="81" y="3801"/>
                </a:lnTo>
                <a:lnTo>
                  <a:pt x="27" y="3908"/>
                </a:lnTo>
                <a:lnTo>
                  <a:pt x="1" y="4014"/>
                </a:lnTo>
                <a:lnTo>
                  <a:pt x="1" y="4147"/>
                </a:lnTo>
                <a:lnTo>
                  <a:pt x="27" y="4280"/>
                </a:lnTo>
                <a:lnTo>
                  <a:pt x="81" y="4386"/>
                </a:lnTo>
                <a:lnTo>
                  <a:pt x="134" y="4466"/>
                </a:lnTo>
                <a:lnTo>
                  <a:pt x="214" y="4572"/>
                </a:lnTo>
                <a:lnTo>
                  <a:pt x="293" y="4625"/>
                </a:lnTo>
                <a:lnTo>
                  <a:pt x="400" y="4705"/>
                </a:lnTo>
                <a:lnTo>
                  <a:pt x="533" y="4732"/>
                </a:lnTo>
                <a:lnTo>
                  <a:pt x="798" y="7124"/>
                </a:lnTo>
                <a:lnTo>
                  <a:pt x="878" y="7496"/>
                </a:lnTo>
                <a:lnTo>
                  <a:pt x="984" y="7842"/>
                </a:lnTo>
                <a:lnTo>
                  <a:pt x="1170" y="8161"/>
                </a:lnTo>
                <a:lnTo>
                  <a:pt x="1410" y="8453"/>
                </a:lnTo>
                <a:lnTo>
                  <a:pt x="905" y="9038"/>
                </a:lnTo>
                <a:lnTo>
                  <a:pt x="825" y="9197"/>
                </a:lnTo>
                <a:lnTo>
                  <a:pt x="772" y="9357"/>
                </a:lnTo>
                <a:lnTo>
                  <a:pt x="772" y="9516"/>
                </a:lnTo>
                <a:lnTo>
                  <a:pt x="798" y="9676"/>
                </a:lnTo>
                <a:lnTo>
                  <a:pt x="905" y="9809"/>
                </a:lnTo>
                <a:lnTo>
                  <a:pt x="1038" y="9915"/>
                </a:lnTo>
                <a:lnTo>
                  <a:pt x="1170" y="9995"/>
                </a:lnTo>
                <a:lnTo>
                  <a:pt x="1357" y="10021"/>
                </a:lnTo>
                <a:lnTo>
                  <a:pt x="1463" y="9995"/>
                </a:lnTo>
                <a:lnTo>
                  <a:pt x="1543" y="9968"/>
                </a:lnTo>
                <a:lnTo>
                  <a:pt x="1649" y="9942"/>
                </a:lnTo>
                <a:lnTo>
                  <a:pt x="1729" y="9862"/>
                </a:lnTo>
                <a:lnTo>
                  <a:pt x="2579" y="9117"/>
                </a:lnTo>
                <a:lnTo>
                  <a:pt x="2845" y="9171"/>
                </a:lnTo>
                <a:lnTo>
                  <a:pt x="3111" y="9197"/>
                </a:lnTo>
                <a:lnTo>
                  <a:pt x="8640" y="9197"/>
                </a:lnTo>
                <a:lnTo>
                  <a:pt x="8906" y="9171"/>
                </a:lnTo>
                <a:lnTo>
                  <a:pt x="9171" y="9117"/>
                </a:lnTo>
                <a:lnTo>
                  <a:pt x="10022" y="9862"/>
                </a:lnTo>
                <a:lnTo>
                  <a:pt x="10128" y="9942"/>
                </a:lnTo>
                <a:lnTo>
                  <a:pt x="10208" y="9995"/>
                </a:lnTo>
                <a:lnTo>
                  <a:pt x="10314" y="10021"/>
                </a:lnTo>
                <a:lnTo>
                  <a:pt x="10421" y="10021"/>
                </a:lnTo>
                <a:lnTo>
                  <a:pt x="10527" y="9995"/>
                </a:lnTo>
                <a:lnTo>
                  <a:pt x="10633" y="9968"/>
                </a:lnTo>
                <a:lnTo>
                  <a:pt x="10740" y="9915"/>
                </a:lnTo>
                <a:lnTo>
                  <a:pt x="10820" y="9835"/>
                </a:lnTo>
                <a:lnTo>
                  <a:pt x="10899" y="9755"/>
                </a:lnTo>
                <a:lnTo>
                  <a:pt x="10952" y="9649"/>
                </a:lnTo>
                <a:lnTo>
                  <a:pt x="10979" y="9569"/>
                </a:lnTo>
                <a:lnTo>
                  <a:pt x="11006" y="9436"/>
                </a:lnTo>
                <a:lnTo>
                  <a:pt x="10979" y="9330"/>
                </a:lnTo>
                <a:lnTo>
                  <a:pt x="10979" y="9224"/>
                </a:lnTo>
                <a:lnTo>
                  <a:pt x="10926" y="9144"/>
                </a:lnTo>
                <a:lnTo>
                  <a:pt x="10846" y="9038"/>
                </a:lnTo>
                <a:lnTo>
                  <a:pt x="10341" y="8453"/>
                </a:lnTo>
                <a:lnTo>
                  <a:pt x="10580" y="8161"/>
                </a:lnTo>
                <a:lnTo>
                  <a:pt x="10766" y="7842"/>
                </a:lnTo>
                <a:lnTo>
                  <a:pt x="10899" y="7496"/>
                </a:lnTo>
                <a:lnTo>
                  <a:pt x="10952" y="7124"/>
                </a:lnTo>
                <a:lnTo>
                  <a:pt x="11245" y="4732"/>
                </a:lnTo>
                <a:lnTo>
                  <a:pt x="11351" y="4705"/>
                </a:lnTo>
                <a:lnTo>
                  <a:pt x="11457" y="4625"/>
                </a:lnTo>
                <a:lnTo>
                  <a:pt x="11564" y="4572"/>
                </a:lnTo>
                <a:lnTo>
                  <a:pt x="11617" y="4466"/>
                </a:lnTo>
                <a:lnTo>
                  <a:pt x="11697" y="4386"/>
                </a:lnTo>
                <a:lnTo>
                  <a:pt x="11723" y="4280"/>
                </a:lnTo>
                <a:lnTo>
                  <a:pt x="11750" y="4147"/>
                </a:lnTo>
                <a:lnTo>
                  <a:pt x="11750" y="4014"/>
                </a:lnTo>
                <a:lnTo>
                  <a:pt x="11723" y="3908"/>
                </a:lnTo>
                <a:lnTo>
                  <a:pt x="11697" y="3801"/>
                </a:lnTo>
                <a:lnTo>
                  <a:pt x="11617" y="3695"/>
                </a:lnTo>
                <a:lnTo>
                  <a:pt x="11537" y="3615"/>
                </a:lnTo>
                <a:lnTo>
                  <a:pt x="11457" y="3535"/>
                </a:lnTo>
                <a:lnTo>
                  <a:pt x="11351" y="3482"/>
                </a:lnTo>
                <a:lnTo>
                  <a:pt x="11218" y="3456"/>
                </a:lnTo>
                <a:lnTo>
                  <a:pt x="10899" y="3456"/>
                </a:lnTo>
                <a:lnTo>
                  <a:pt x="10899" y="1037"/>
                </a:lnTo>
                <a:lnTo>
                  <a:pt x="10873" y="824"/>
                </a:lnTo>
                <a:lnTo>
                  <a:pt x="10793" y="638"/>
                </a:lnTo>
                <a:lnTo>
                  <a:pt x="10713" y="452"/>
                </a:lnTo>
                <a:lnTo>
                  <a:pt x="10580" y="319"/>
                </a:lnTo>
                <a:lnTo>
                  <a:pt x="10447" y="186"/>
                </a:lnTo>
                <a:lnTo>
                  <a:pt x="10261" y="80"/>
                </a:lnTo>
                <a:lnTo>
                  <a:pt x="10075" y="27"/>
                </a:lnTo>
                <a:lnTo>
                  <a:pt x="986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57" name="Google Shape;1157;p80"/>
          <p:cNvGrpSpPr/>
          <p:nvPr/>
        </p:nvGrpSpPr>
        <p:grpSpPr>
          <a:xfrm>
            <a:off x="5037703" y="3524297"/>
            <a:ext cx="133257" cy="286436"/>
            <a:chOff x="1831675" y="2748825"/>
            <a:chExt cx="128925" cy="277125"/>
          </a:xfrm>
        </p:grpSpPr>
        <p:sp>
          <p:nvSpPr>
            <p:cNvPr id="1158" name="Google Shape;1158;p80"/>
            <p:cNvSpPr/>
            <p:nvPr/>
          </p:nvSpPr>
          <p:spPr>
            <a:xfrm>
              <a:off x="1831675" y="2748825"/>
              <a:ext cx="128925" cy="277125"/>
            </a:xfrm>
            <a:custGeom>
              <a:rect b="b" l="l" r="r" t="t"/>
              <a:pathLst>
                <a:path extrusionOk="0" h="11085" w="5157">
                  <a:moveTo>
                    <a:pt x="4253" y="399"/>
                  </a:moveTo>
                  <a:lnTo>
                    <a:pt x="4360" y="426"/>
                  </a:lnTo>
                  <a:lnTo>
                    <a:pt x="4466" y="452"/>
                  </a:lnTo>
                  <a:lnTo>
                    <a:pt x="4546" y="505"/>
                  </a:lnTo>
                  <a:lnTo>
                    <a:pt x="4625" y="559"/>
                  </a:lnTo>
                  <a:lnTo>
                    <a:pt x="4679" y="638"/>
                  </a:lnTo>
                  <a:lnTo>
                    <a:pt x="4732" y="718"/>
                  </a:lnTo>
                  <a:lnTo>
                    <a:pt x="4758" y="824"/>
                  </a:lnTo>
                  <a:lnTo>
                    <a:pt x="4758" y="904"/>
                  </a:lnTo>
                  <a:lnTo>
                    <a:pt x="4758" y="4253"/>
                  </a:lnTo>
                  <a:lnTo>
                    <a:pt x="4758" y="4360"/>
                  </a:lnTo>
                  <a:lnTo>
                    <a:pt x="4732" y="4440"/>
                  </a:lnTo>
                  <a:lnTo>
                    <a:pt x="4679" y="4546"/>
                  </a:lnTo>
                  <a:lnTo>
                    <a:pt x="4625" y="4599"/>
                  </a:lnTo>
                  <a:lnTo>
                    <a:pt x="4546" y="4679"/>
                  </a:lnTo>
                  <a:lnTo>
                    <a:pt x="4466" y="4705"/>
                  </a:lnTo>
                  <a:lnTo>
                    <a:pt x="4360" y="4759"/>
                  </a:lnTo>
                  <a:lnTo>
                    <a:pt x="824" y="4759"/>
                  </a:lnTo>
                  <a:lnTo>
                    <a:pt x="718" y="4705"/>
                  </a:lnTo>
                  <a:lnTo>
                    <a:pt x="638" y="4679"/>
                  </a:lnTo>
                  <a:lnTo>
                    <a:pt x="558" y="4599"/>
                  </a:lnTo>
                  <a:lnTo>
                    <a:pt x="505" y="4546"/>
                  </a:lnTo>
                  <a:lnTo>
                    <a:pt x="452" y="4440"/>
                  </a:lnTo>
                  <a:lnTo>
                    <a:pt x="425" y="4360"/>
                  </a:lnTo>
                  <a:lnTo>
                    <a:pt x="425" y="4253"/>
                  </a:lnTo>
                  <a:lnTo>
                    <a:pt x="425" y="904"/>
                  </a:lnTo>
                  <a:lnTo>
                    <a:pt x="425" y="824"/>
                  </a:lnTo>
                  <a:lnTo>
                    <a:pt x="452" y="718"/>
                  </a:lnTo>
                  <a:lnTo>
                    <a:pt x="505" y="638"/>
                  </a:lnTo>
                  <a:lnTo>
                    <a:pt x="558" y="559"/>
                  </a:lnTo>
                  <a:lnTo>
                    <a:pt x="638" y="505"/>
                  </a:lnTo>
                  <a:lnTo>
                    <a:pt x="718" y="452"/>
                  </a:lnTo>
                  <a:lnTo>
                    <a:pt x="824" y="426"/>
                  </a:lnTo>
                  <a:lnTo>
                    <a:pt x="931" y="399"/>
                  </a:lnTo>
                  <a:close/>
                  <a:moveTo>
                    <a:pt x="4014" y="5157"/>
                  </a:moveTo>
                  <a:lnTo>
                    <a:pt x="4014" y="9277"/>
                  </a:lnTo>
                  <a:lnTo>
                    <a:pt x="3987" y="9570"/>
                  </a:lnTo>
                  <a:lnTo>
                    <a:pt x="3881" y="9836"/>
                  </a:lnTo>
                  <a:lnTo>
                    <a:pt x="3775" y="10075"/>
                  </a:lnTo>
                  <a:lnTo>
                    <a:pt x="3589" y="10261"/>
                  </a:lnTo>
                  <a:lnTo>
                    <a:pt x="3376" y="10447"/>
                  </a:lnTo>
                  <a:lnTo>
                    <a:pt x="3137" y="10580"/>
                  </a:lnTo>
                  <a:lnTo>
                    <a:pt x="2871" y="10660"/>
                  </a:lnTo>
                  <a:lnTo>
                    <a:pt x="2579" y="10686"/>
                  </a:lnTo>
                  <a:lnTo>
                    <a:pt x="2313" y="10660"/>
                  </a:lnTo>
                  <a:lnTo>
                    <a:pt x="2047" y="10580"/>
                  </a:lnTo>
                  <a:lnTo>
                    <a:pt x="1808" y="10447"/>
                  </a:lnTo>
                  <a:lnTo>
                    <a:pt x="1595" y="10261"/>
                  </a:lnTo>
                  <a:lnTo>
                    <a:pt x="1409" y="10075"/>
                  </a:lnTo>
                  <a:lnTo>
                    <a:pt x="1276" y="9836"/>
                  </a:lnTo>
                  <a:lnTo>
                    <a:pt x="1196" y="9570"/>
                  </a:lnTo>
                  <a:lnTo>
                    <a:pt x="1170" y="9277"/>
                  </a:lnTo>
                  <a:lnTo>
                    <a:pt x="1170" y="5157"/>
                  </a:lnTo>
                  <a:close/>
                  <a:moveTo>
                    <a:pt x="931" y="0"/>
                  </a:moveTo>
                  <a:lnTo>
                    <a:pt x="744" y="27"/>
                  </a:lnTo>
                  <a:lnTo>
                    <a:pt x="558" y="80"/>
                  </a:lnTo>
                  <a:lnTo>
                    <a:pt x="425" y="160"/>
                  </a:lnTo>
                  <a:lnTo>
                    <a:pt x="266" y="266"/>
                  </a:lnTo>
                  <a:lnTo>
                    <a:pt x="160" y="399"/>
                  </a:lnTo>
                  <a:lnTo>
                    <a:pt x="80" y="559"/>
                  </a:lnTo>
                  <a:lnTo>
                    <a:pt x="27" y="745"/>
                  </a:lnTo>
                  <a:lnTo>
                    <a:pt x="0" y="904"/>
                  </a:lnTo>
                  <a:lnTo>
                    <a:pt x="0" y="4253"/>
                  </a:lnTo>
                  <a:lnTo>
                    <a:pt x="27" y="4413"/>
                  </a:lnTo>
                  <a:lnTo>
                    <a:pt x="80" y="4572"/>
                  </a:lnTo>
                  <a:lnTo>
                    <a:pt x="133" y="4705"/>
                  </a:lnTo>
                  <a:lnTo>
                    <a:pt x="239" y="4838"/>
                  </a:lnTo>
                  <a:lnTo>
                    <a:pt x="346" y="4945"/>
                  </a:lnTo>
                  <a:lnTo>
                    <a:pt x="479" y="5024"/>
                  </a:lnTo>
                  <a:lnTo>
                    <a:pt x="612" y="5104"/>
                  </a:lnTo>
                  <a:lnTo>
                    <a:pt x="771" y="5157"/>
                  </a:lnTo>
                  <a:lnTo>
                    <a:pt x="771" y="9277"/>
                  </a:lnTo>
                  <a:lnTo>
                    <a:pt x="771" y="9463"/>
                  </a:lnTo>
                  <a:lnTo>
                    <a:pt x="798" y="9649"/>
                  </a:lnTo>
                  <a:lnTo>
                    <a:pt x="851" y="9809"/>
                  </a:lnTo>
                  <a:lnTo>
                    <a:pt x="904" y="9968"/>
                  </a:lnTo>
                  <a:lnTo>
                    <a:pt x="984" y="10128"/>
                  </a:lnTo>
                  <a:lnTo>
                    <a:pt x="1090" y="10287"/>
                  </a:lnTo>
                  <a:lnTo>
                    <a:pt x="1196" y="10420"/>
                  </a:lnTo>
                  <a:lnTo>
                    <a:pt x="1303" y="10553"/>
                  </a:lnTo>
                  <a:lnTo>
                    <a:pt x="1436" y="10660"/>
                  </a:lnTo>
                  <a:lnTo>
                    <a:pt x="1568" y="10766"/>
                  </a:lnTo>
                  <a:lnTo>
                    <a:pt x="1728" y="10872"/>
                  </a:lnTo>
                  <a:lnTo>
                    <a:pt x="1887" y="10952"/>
                  </a:lnTo>
                  <a:lnTo>
                    <a:pt x="2047" y="11005"/>
                  </a:lnTo>
                  <a:lnTo>
                    <a:pt x="2233" y="11058"/>
                  </a:lnTo>
                  <a:lnTo>
                    <a:pt x="2393" y="11085"/>
                  </a:lnTo>
                  <a:lnTo>
                    <a:pt x="2765" y="11085"/>
                  </a:lnTo>
                  <a:lnTo>
                    <a:pt x="2951" y="11058"/>
                  </a:lnTo>
                  <a:lnTo>
                    <a:pt x="3137" y="11005"/>
                  </a:lnTo>
                  <a:lnTo>
                    <a:pt x="3296" y="10952"/>
                  </a:lnTo>
                  <a:lnTo>
                    <a:pt x="3456" y="10872"/>
                  </a:lnTo>
                  <a:lnTo>
                    <a:pt x="3615" y="10766"/>
                  </a:lnTo>
                  <a:lnTo>
                    <a:pt x="3748" y="10660"/>
                  </a:lnTo>
                  <a:lnTo>
                    <a:pt x="3881" y="10553"/>
                  </a:lnTo>
                  <a:lnTo>
                    <a:pt x="3987" y="10420"/>
                  </a:lnTo>
                  <a:lnTo>
                    <a:pt x="4094" y="10287"/>
                  </a:lnTo>
                  <a:lnTo>
                    <a:pt x="4173" y="10128"/>
                  </a:lnTo>
                  <a:lnTo>
                    <a:pt x="4253" y="9968"/>
                  </a:lnTo>
                  <a:lnTo>
                    <a:pt x="4333" y="9809"/>
                  </a:lnTo>
                  <a:lnTo>
                    <a:pt x="4360" y="9649"/>
                  </a:lnTo>
                  <a:lnTo>
                    <a:pt x="4386" y="9463"/>
                  </a:lnTo>
                  <a:lnTo>
                    <a:pt x="4413" y="9277"/>
                  </a:lnTo>
                  <a:lnTo>
                    <a:pt x="4413" y="5157"/>
                  </a:lnTo>
                  <a:lnTo>
                    <a:pt x="4572" y="5104"/>
                  </a:lnTo>
                  <a:lnTo>
                    <a:pt x="4705" y="5024"/>
                  </a:lnTo>
                  <a:lnTo>
                    <a:pt x="4838" y="4945"/>
                  </a:lnTo>
                  <a:lnTo>
                    <a:pt x="4944" y="4838"/>
                  </a:lnTo>
                  <a:lnTo>
                    <a:pt x="5051" y="4705"/>
                  </a:lnTo>
                  <a:lnTo>
                    <a:pt x="5104" y="4572"/>
                  </a:lnTo>
                  <a:lnTo>
                    <a:pt x="5157" y="4413"/>
                  </a:lnTo>
                  <a:lnTo>
                    <a:pt x="5157" y="4253"/>
                  </a:lnTo>
                  <a:lnTo>
                    <a:pt x="5157" y="904"/>
                  </a:lnTo>
                  <a:lnTo>
                    <a:pt x="5157" y="745"/>
                  </a:lnTo>
                  <a:lnTo>
                    <a:pt x="5104" y="559"/>
                  </a:lnTo>
                  <a:lnTo>
                    <a:pt x="4997" y="399"/>
                  </a:lnTo>
                  <a:lnTo>
                    <a:pt x="4891" y="266"/>
                  </a:lnTo>
                  <a:lnTo>
                    <a:pt x="4758" y="160"/>
                  </a:lnTo>
                  <a:lnTo>
                    <a:pt x="4599" y="80"/>
                  </a:lnTo>
                  <a:lnTo>
                    <a:pt x="4439" y="27"/>
                  </a:lnTo>
                  <a:lnTo>
                    <a:pt x="425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80"/>
            <p:cNvSpPr/>
            <p:nvPr/>
          </p:nvSpPr>
          <p:spPr>
            <a:xfrm>
              <a:off x="1850950" y="2768100"/>
              <a:ext cx="91050" cy="91050"/>
            </a:xfrm>
            <a:custGeom>
              <a:rect b="b" l="l" r="r" t="t"/>
              <a:pathLst>
                <a:path extrusionOk="0" h="3642" w="3642">
                  <a:moveTo>
                    <a:pt x="3243" y="399"/>
                  </a:moveTo>
                  <a:lnTo>
                    <a:pt x="3243" y="3217"/>
                  </a:lnTo>
                  <a:lnTo>
                    <a:pt x="3216" y="3243"/>
                  </a:lnTo>
                  <a:lnTo>
                    <a:pt x="399" y="3243"/>
                  </a:lnTo>
                  <a:lnTo>
                    <a:pt x="399" y="3217"/>
                  </a:lnTo>
                  <a:lnTo>
                    <a:pt x="399" y="399"/>
                  </a:lnTo>
                  <a:close/>
                  <a:moveTo>
                    <a:pt x="319" y="0"/>
                  </a:moveTo>
                  <a:lnTo>
                    <a:pt x="239" y="27"/>
                  </a:lnTo>
                  <a:lnTo>
                    <a:pt x="106" y="107"/>
                  </a:lnTo>
                  <a:lnTo>
                    <a:pt x="27" y="240"/>
                  </a:lnTo>
                  <a:lnTo>
                    <a:pt x="0" y="319"/>
                  </a:lnTo>
                  <a:lnTo>
                    <a:pt x="0" y="399"/>
                  </a:lnTo>
                  <a:lnTo>
                    <a:pt x="0" y="3217"/>
                  </a:lnTo>
                  <a:lnTo>
                    <a:pt x="0" y="3296"/>
                  </a:lnTo>
                  <a:lnTo>
                    <a:pt x="27" y="3376"/>
                  </a:lnTo>
                  <a:lnTo>
                    <a:pt x="106" y="3509"/>
                  </a:lnTo>
                  <a:lnTo>
                    <a:pt x="239" y="3589"/>
                  </a:lnTo>
                  <a:lnTo>
                    <a:pt x="319" y="3615"/>
                  </a:lnTo>
                  <a:lnTo>
                    <a:pt x="399" y="3642"/>
                  </a:lnTo>
                  <a:lnTo>
                    <a:pt x="3216" y="3642"/>
                  </a:lnTo>
                  <a:lnTo>
                    <a:pt x="3323" y="3615"/>
                  </a:lnTo>
                  <a:lnTo>
                    <a:pt x="3376" y="3589"/>
                  </a:lnTo>
                  <a:lnTo>
                    <a:pt x="3509" y="3509"/>
                  </a:lnTo>
                  <a:lnTo>
                    <a:pt x="3615" y="3376"/>
                  </a:lnTo>
                  <a:lnTo>
                    <a:pt x="3642" y="3296"/>
                  </a:lnTo>
                  <a:lnTo>
                    <a:pt x="3642" y="3217"/>
                  </a:lnTo>
                  <a:lnTo>
                    <a:pt x="3642" y="399"/>
                  </a:lnTo>
                  <a:lnTo>
                    <a:pt x="3642" y="319"/>
                  </a:lnTo>
                  <a:lnTo>
                    <a:pt x="3615" y="240"/>
                  </a:lnTo>
                  <a:lnTo>
                    <a:pt x="3509" y="107"/>
                  </a:lnTo>
                  <a:lnTo>
                    <a:pt x="3376" y="27"/>
                  </a:lnTo>
                  <a:lnTo>
                    <a:pt x="332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80"/>
            <p:cNvSpPr/>
            <p:nvPr/>
          </p:nvSpPr>
          <p:spPr>
            <a:xfrm>
              <a:off x="1886825" y="2889700"/>
              <a:ext cx="19300" cy="10000"/>
            </a:xfrm>
            <a:custGeom>
              <a:rect b="b" l="l" r="r" t="t"/>
              <a:pathLst>
                <a:path extrusionOk="0" h="400" w="772">
                  <a:moveTo>
                    <a:pt x="187" y="1"/>
                  </a:moveTo>
                  <a:lnTo>
                    <a:pt x="107" y="27"/>
                  </a:lnTo>
                  <a:lnTo>
                    <a:pt x="54" y="54"/>
                  </a:lnTo>
                  <a:lnTo>
                    <a:pt x="0" y="134"/>
                  </a:lnTo>
                  <a:lnTo>
                    <a:pt x="0" y="213"/>
                  </a:lnTo>
                  <a:lnTo>
                    <a:pt x="0" y="293"/>
                  </a:lnTo>
                  <a:lnTo>
                    <a:pt x="54" y="346"/>
                  </a:lnTo>
                  <a:lnTo>
                    <a:pt x="107" y="399"/>
                  </a:lnTo>
                  <a:lnTo>
                    <a:pt x="665" y="399"/>
                  </a:lnTo>
                  <a:lnTo>
                    <a:pt x="718" y="346"/>
                  </a:lnTo>
                  <a:lnTo>
                    <a:pt x="771" y="293"/>
                  </a:lnTo>
                  <a:lnTo>
                    <a:pt x="771" y="213"/>
                  </a:lnTo>
                  <a:lnTo>
                    <a:pt x="771" y="134"/>
                  </a:lnTo>
                  <a:lnTo>
                    <a:pt x="718" y="54"/>
                  </a:lnTo>
                  <a:lnTo>
                    <a:pt x="665" y="27"/>
                  </a:lnTo>
                  <a:lnTo>
                    <a:pt x="58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80"/>
            <p:cNvSpPr/>
            <p:nvPr/>
          </p:nvSpPr>
          <p:spPr>
            <a:xfrm>
              <a:off x="1886825" y="2923600"/>
              <a:ext cx="19300" cy="10000"/>
            </a:xfrm>
            <a:custGeom>
              <a:rect b="b" l="l" r="r" t="t"/>
              <a:pathLst>
                <a:path extrusionOk="0" h="400" w="772">
                  <a:moveTo>
                    <a:pt x="187" y="0"/>
                  </a:moveTo>
                  <a:lnTo>
                    <a:pt x="107" y="27"/>
                  </a:lnTo>
                  <a:lnTo>
                    <a:pt x="54" y="80"/>
                  </a:lnTo>
                  <a:lnTo>
                    <a:pt x="0" y="133"/>
                  </a:lnTo>
                  <a:lnTo>
                    <a:pt x="0" y="213"/>
                  </a:lnTo>
                  <a:lnTo>
                    <a:pt x="0" y="293"/>
                  </a:lnTo>
                  <a:lnTo>
                    <a:pt x="54" y="346"/>
                  </a:lnTo>
                  <a:lnTo>
                    <a:pt x="107" y="399"/>
                  </a:lnTo>
                  <a:lnTo>
                    <a:pt x="665" y="399"/>
                  </a:lnTo>
                  <a:lnTo>
                    <a:pt x="718" y="346"/>
                  </a:lnTo>
                  <a:lnTo>
                    <a:pt x="771" y="293"/>
                  </a:lnTo>
                  <a:lnTo>
                    <a:pt x="771" y="213"/>
                  </a:lnTo>
                  <a:lnTo>
                    <a:pt x="771" y="133"/>
                  </a:lnTo>
                  <a:lnTo>
                    <a:pt x="718" y="80"/>
                  </a:lnTo>
                  <a:lnTo>
                    <a:pt x="665" y="27"/>
                  </a:lnTo>
                  <a:lnTo>
                    <a:pt x="58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80"/>
            <p:cNvSpPr/>
            <p:nvPr/>
          </p:nvSpPr>
          <p:spPr>
            <a:xfrm>
              <a:off x="1886825" y="2958150"/>
              <a:ext cx="19300" cy="10000"/>
            </a:xfrm>
            <a:custGeom>
              <a:rect b="b" l="l" r="r" t="t"/>
              <a:pathLst>
                <a:path extrusionOk="0" h="400" w="772">
                  <a:moveTo>
                    <a:pt x="107" y="1"/>
                  </a:moveTo>
                  <a:lnTo>
                    <a:pt x="54" y="54"/>
                  </a:lnTo>
                  <a:lnTo>
                    <a:pt x="0" y="107"/>
                  </a:lnTo>
                  <a:lnTo>
                    <a:pt x="0" y="187"/>
                  </a:lnTo>
                  <a:lnTo>
                    <a:pt x="0" y="266"/>
                  </a:lnTo>
                  <a:lnTo>
                    <a:pt x="54" y="320"/>
                  </a:lnTo>
                  <a:lnTo>
                    <a:pt x="107" y="373"/>
                  </a:lnTo>
                  <a:lnTo>
                    <a:pt x="187" y="399"/>
                  </a:lnTo>
                  <a:lnTo>
                    <a:pt x="585" y="399"/>
                  </a:lnTo>
                  <a:lnTo>
                    <a:pt x="665" y="373"/>
                  </a:lnTo>
                  <a:lnTo>
                    <a:pt x="718" y="320"/>
                  </a:lnTo>
                  <a:lnTo>
                    <a:pt x="771" y="266"/>
                  </a:lnTo>
                  <a:lnTo>
                    <a:pt x="771" y="187"/>
                  </a:lnTo>
                  <a:lnTo>
                    <a:pt x="771" y="107"/>
                  </a:lnTo>
                  <a:lnTo>
                    <a:pt x="718" y="54"/>
                  </a:lnTo>
                  <a:lnTo>
                    <a:pt x="66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 name="Google Shape;1163;p80"/>
            <p:cNvSpPr/>
            <p:nvPr/>
          </p:nvSpPr>
          <p:spPr>
            <a:xfrm>
              <a:off x="1874200" y="2788700"/>
              <a:ext cx="19300" cy="21950"/>
            </a:xfrm>
            <a:custGeom>
              <a:rect b="b" l="l" r="r" t="t"/>
              <a:pathLst>
                <a:path extrusionOk="0" h="878" w="772">
                  <a:moveTo>
                    <a:pt x="399" y="186"/>
                  </a:moveTo>
                  <a:lnTo>
                    <a:pt x="452" y="213"/>
                  </a:lnTo>
                  <a:lnTo>
                    <a:pt x="505" y="266"/>
                  </a:lnTo>
                  <a:lnTo>
                    <a:pt x="559" y="346"/>
                  </a:lnTo>
                  <a:lnTo>
                    <a:pt x="559" y="426"/>
                  </a:lnTo>
                  <a:lnTo>
                    <a:pt x="559" y="532"/>
                  </a:lnTo>
                  <a:lnTo>
                    <a:pt x="505" y="612"/>
                  </a:lnTo>
                  <a:lnTo>
                    <a:pt x="452" y="665"/>
                  </a:lnTo>
                  <a:lnTo>
                    <a:pt x="399" y="691"/>
                  </a:lnTo>
                  <a:lnTo>
                    <a:pt x="319" y="665"/>
                  </a:lnTo>
                  <a:lnTo>
                    <a:pt x="266" y="612"/>
                  </a:lnTo>
                  <a:lnTo>
                    <a:pt x="240" y="532"/>
                  </a:lnTo>
                  <a:lnTo>
                    <a:pt x="213" y="426"/>
                  </a:lnTo>
                  <a:lnTo>
                    <a:pt x="240" y="346"/>
                  </a:lnTo>
                  <a:lnTo>
                    <a:pt x="266" y="266"/>
                  </a:lnTo>
                  <a:lnTo>
                    <a:pt x="319" y="213"/>
                  </a:lnTo>
                  <a:lnTo>
                    <a:pt x="399" y="186"/>
                  </a:lnTo>
                  <a:close/>
                  <a:moveTo>
                    <a:pt x="319" y="0"/>
                  </a:moveTo>
                  <a:lnTo>
                    <a:pt x="240" y="27"/>
                  </a:lnTo>
                  <a:lnTo>
                    <a:pt x="160" y="80"/>
                  </a:lnTo>
                  <a:lnTo>
                    <a:pt x="107" y="107"/>
                  </a:lnTo>
                  <a:lnTo>
                    <a:pt x="27" y="266"/>
                  </a:lnTo>
                  <a:lnTo>
                    <a:pt x="0" y="426"/>
                  </a:lnTo>
                  <a:lnTo>
                    <a:pt x="27" y="612"/>
                  </a:lnTo>
                  <a:lnTo>
                    <a:pt x="107" y="745"/>
                  </a:lnTo>
                  <a:lnTo>
                    <a:pt x="160" y="798"/>
                  </a:lnTo>
                  <a:lnTo>
                    <a:pt x="240" y="824"/>
                  </a:lnTo>
                  <a:lnTo>
                    <a:pt x="319" y="851"/>
                  </a:lnTo>
                  <a:lnTo>
                    <a:pt x="399" y="878"/>
                  </a:lnTo>
                  <a:lnTo>
                    <a:pt x="479" y="851"/>
                  </a:lnTo>
                  <a:lnTo>
                    <a:pt x="559" y="824"/>
                  </a:lnTo>
                  <a:lnTo>
                    <a:pt x="612" y="798"/>
                  </a:lnTo>
                  <a:lnTo>
                    <a:pt x="665" y="745"/>
                  </a:lnTo>
                  <a:lnTo>
                    <a:pt x="745" y="612"/>
                  </a:lnTo>
                  <a:lnTo>
                    <a:pt x="771" y="426"/>
                  </a:lnTo>
                  <a:lnTo>
                    <a:pt x="745" y="266"/>
                  </a:lnTo>
                  <a:lnTo>
                    <a:pt x="665" y="107"/>
                  </a:lnTo>
                  <a:lnTo>
                    <a:pt x="612" y="80"/>
                  </a:lnTo>
                  <a:lnTo>
                    <a:pt x="559" y="27"/>
                  </a:lnTo>
                  <a:lnTo>
                    <a:pt x="47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80"/>
            <p:cNvSpPr/>
            <p:nvPr/>
          </p:nvSpPr>
          <p:spPr>
            <a:xfrm>
              <a:off x="1898775" y="2788700"/>
              <a:ext cx="17975" cy="21950"/>
            </a:xfrm>
            <a:custGeom>
              <a:rect b="b" l="l" r="r" t="t"/>
              <a:pathLst>
                <a:path extrusionOk="0" h="878" w="719">
                  <a:moveTo>
                    <a:pt x="400" y="479"/>
                  </a:moveTo>
                  <a:lnTo>
                    <a:pt x="453" y="505"/>
                  </a:lnTo>
                  <a:lnTo>
                    <a:pt x="479" y="532"/>
                  </a:lnTo>
                  <a:lnTo>
                    <a:pt x="506" y="585"/>
                  </a:lnTo>
                  <a:lnTo>
                    <a:pt x="479" y="638"/>
                  </a:lnTo>
                  <a:lnTo>
                    <a:pt x="453" y="665"/>
                  </a:lnTo>
                  <a:lnTo>
                    <a:pt x="426" y="691"/>
                  </a:lnTo>
                  <a:lnTo>
                    <a:pt x="320" y="691"/>
                  </a:lnTo>
                  <a:lnTo>
                    <a:pt x="267" y="665"/>
                  </a:lnTo>
                  <a:lnTo>
                    <a:pt x="240" y="612"/>
                  </a:lnTo>
                  <a:lnTo>
                    <a:pt x="240" y="559"/>
                  </a:lnTo>
                  <a:lnTo>
                    <a:pt x="293" y="505"/>
                  </a:lnTo>
                  <a:lnTo>
                    <a:pt x="373" y="479"/>
                  </a:lnTo>
                  <a:close/>
                  <a:moveTo>
                    <a:pt x="320" y="0"/>
                  </a:moveTo>
                  <a:lnTo>
                    <a:pt x="240" y="27"/>
                  </a:lnTo>
                  <a:lnTo>
                    <a:pt x="187" y="80"/>
                  </a:lnTo>
                  <a:lnTo>
                    <a:pt x="107" y="133"/>
                  </a:lnTo>
                  <a:lnTo>
                    <a:pt x="81" y="186"/>
                  </a:lnTo>
                  <a:lnTo>
                    <a:pt x="27" y="266"/>
                  </a:lnTo>
                  <a:lnTo>
                    <a:pt x="1" y="452"/>
                  </a:lnTo>
                  <a:lnTo>
                    <a:pt x="27" y="612"/>
                  </a:lnTo>
                  <a:lnTo>
                    <a:pt x="107" y="745"/>
                  </a:lnTo>
                  <a:lnTo>
                    <a:pt x="160" y="798"/>
                  </a:lnTo>
                  <a:lnTo>
                    <a:pt x="214" y="851"/>
                  </a:lnTo>
                  <a:lnTo>
                    <a:pt x="293" y="851"/>
                  </a:lnTo>
                  <a:lnTo>
                    <a:pt x="373" y="878"/>
                  </a:lnTo>
                  <a:lnTo>
                    <a:pt x="506" y="851"/>
                  </a:lnTo>
                  <a:lnTo>
                    <a:pt x="612" y="798"/>
                  </a:lnTo>
                  <a:lnTo>
                    <a:pt x="692" y="691"/>
                  </a:lnTo>
                  <a:lnTo>
                    <a:pt x="719" y="585"/>
                  </a:lnTo>
                  <a:lnTo>
                    <a:pt x="692" y="479"/>
                  </a:lnTo>
                  <a:lnTo>
                    <a:pt x="639" y="372"/>
                  </a:lnTo>
                  <a:lnTo>
                    <a:pt x="533" y="319"/>
                  </a:lnTo>
                  <a:lnTo>
                    <a:pt x="426" y="293"/>
                  </a:lnTo>
                  <a:lnTo>
                    <a:pt x="320" y="319"/>
                  </a:lnTo>
                  <a:lnTo>
                    <a:pt x="240" y="372"/>
                  </a:lnTo>
                  <a:lnTo>
                    <a:pt x="267" y="293"/>
                  </a:lnTo>
                  <a:lnTo>
                    <a:pt x="293" y="240"/>
                  </a:lnTo>
                  <a:lnTo>
                    <a:pt x="346" y="186"/>
                  </a:lnTo>
                  <a:lnTo>
                    <a:pt x="506" y="186"/>
                  </a:lnTo>
                  <a:lnTo>
                    <a:pt x="586" y="240"/>
                  </a:lnTo>
                  <a:lnTo>
                    <a:pt x="665" y="80"/>
                  </a:lnTo>
                  <a:lnTo>
                    <a:pt x="559" y="27"/>
                  </a:lnTo>
                  <a:lnTo>
                    <a:pt x="40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p80"/>
            <p:cNvSpPr/>
            <p:nvPr/>
          </p:nvSpPr>
          <p:spPr>
            <a:xfrm>
              <a:off x="1874200" y="2817925"/>
              <a:ext cx="19300" cy="21975"/>
            </a:xfrm>
            <a:custGeom>
              <a:rect b="b" l="l" r="r" t="t"/>
              <a:pathLst>
                <a:path extrusionOk="0" h="879" w="772">
                  <a:moveTo>
                    <a:pt x="399" y="187"/>
                  </a:moveTo>
                  <a:lnTo>
                    <a:pt x="452" y="214"/>
                  </a:lnTo>
                  <a:lnTo>
                    <a:pt x="505" y="267"/>
                  </a:lnTo>
                  <a:lnTo>
                    <a:pt x="559" y="346"/>
                  </a:lnTo>
                  <a:lnTo>
                    <a:pt x="559" y="426"/>
                  </a:lnTo>
                  <a:lnTo>
                    <a:pt x="559" y="533"/>
                  </a:lnTo>
                  <a:lnTo>
                    <a:pt x="505" y="612"/>
                  </a:lnTo>
                  <a:lnTo>
                    <a:pt x="452" y="665"/>
                  </a:lnTo>
                  <a:lnTo>
                    <a:pt x="399" y="692"/>
                  </a:lnTo>
                  <a:lnTo>
                    <a:pt x="319" y="665"/>
                  </a:lnTo>
                  <a:lnTo>
                    <a:pt x="266" y="612"/>
                  </a:lnTo>
                  <a:lnTo>
                    <a:pt x="240" y="533"/>
                  </a:lnTo>
                  <a:lnTo>
                    <a:pt x="213" y="426"/>
                  </a:lnTo>
                  <a:lnTo>
                    <a:pt x="240" y="346"/>
                  </a:lnTo>
                  <a:lnTo>
                    <a:pt x="266" y="267"/>
                  </a:lnTo>
                  <a:lnTo>
                    <a:pt x="319" y="214"/>
                  </a:lnTo>
                  <a:lnTo>
                    <a:pt x="399" y="187"/>
                  </a:lnTo>
                  <a:close/>
                  <a:moveTo>
                    <a:pt x="319" y="1"/>
                  </a:moveTo>
                  <a:lnTo>
                    <a:pt x="240" y="27"/>
                  </a:lnTo>
                  <a:lnTo>
                    <a:pt x="160" y="81"/>
                  </a:lnTo>
                  <a:lnTo>
                    <a:pt x="107" y="107"/>
                  </a:lnTo>
                  <a:lnTo>
                    <a:pt x="27" y="267"/>
                  </a:lnTo>
                  <a:lnTo>
                    <a:pt x="0" y="426"/>
                  </a:lnTo>
                  <a:lnTo>
                    <a:pt x="27" y="612"/>
                  </a:lnTo>
                  <a:lnTo>
                    <a:pt x="107" y="745"/>
                  </a:lnTo>
                  <a:lnTo>
                    <a:pt x="160" y="798"/>
                  </a:lnTo>
                  <a:lnTo>
                    <a:pt x="240" y="825"/>
                  </a:lnTo>
                  <a:lnTo>
                    <a:pt x="319" y="852"/>
                  </a:lnTo>
                  <a:lnTo>
                    <a:pt x="399" y="878"/>
                  </a:lnTo>
                  <a:lnTo>
                    <a:pt x="479" y="852"/>
                  </a:lnTo>
                  <a:lnTo>
                    <a:pt x="559" y="825"/>
                  </a:lnTo>
                  <a:lnTo>
                    <a:pt x="612" y="798"/>
                  </a:lnTo>
                  <a:lnTo>
                    <a:pt x="665" y="745"/>
                  </a:lnTo>
                  <a:lnTo>
                    <a:pt x="745" y="612"/>
                  </a:lnTo>
                  <a:lnTo>
                    <a:pt x="771" y="426"/>
                  </a:lnTo>
                  <a:lnTo>
                    <a:pt x="745" y="267"/>
                  </a:lnTo>
                  <a:lnTo>
                    <a:pt x="665" y="107"/>
                  </a:lnTo>
                  <a:lnTo>
                    <a:pt x="612" y="81"/>
                  </a:lnTo>
                  <a:lnTo>
                    <a:pt x="559" y="27"/>
                  </a:lnTo>
                  <a:lnTo>
                    <a:pt x="4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80"/>
            <p:cNvSpPr/>
            <p:nvPr/>
          </p:nvSpPr>
          <p:spPr>
            <a:xfrm>
              <a:off x="1899450" y="2817925"/>
              <a:ext cx="19300" cy="21975"/>
            </a:xfrm>
            <a:custGeom>
              <a:rect b="b" l="l" r="r" t="t"/>
              <a:pathLst>
                <a:path extrusionOk="0" h="879" w="772">
                  <a:moveTo>
                    <a:pt x="373" y="187"/>
                  </a:moveTo>
                  <a:lnTo>
                    <a:pt x="452" y="214"/>
                  </a:lnTo>
                  <a:lnTo>
                    <a:pt x="506" y="267"/>
                  </a:lnTo>
                  <a:lnTo>
                    <a:pt x="532" y="346"/>
                  </a:lnTo>
                  <a:lnTo>
                    <a:pt x="559" y="426"/>
                  </a:lnTo>
                  <a:lnTo>
                    <a:pt x="532" y="533"/>
                  </a:lnTo>
                  <a:lnTo>
                    <a:pt x="506" y="612"/>
                  </a:lnTo>
                  <a:lnTo>
                    <a:pt x="452" y="665"/>
                  </a:lnTo>
                  <a:lnTo>
                    <a:pt x="373" y="692"/>
                  </a:lnTo>
                  <a:lnTo>
                    <a:pt x="293" y="665"/>
                  </a:lnTo>
                  <a:lnTo>
                    <a:pt x="240" y="612"/>
                  </a:lnTo>
                  <a:lnTo>
                    <a:pt x="213" y="533"/>
                  </a:lnTo>
                  <a:lnTo>
                    <a:pt x="213" y="426"/>
                  </a:lnTo>
                  <a:lnTo>
                    <a:pt x="213" y="346"/>
                  </a:lnTo>
                  <a:lnTo>
                    <a:pt x="240" y="267"/>
                  </a:lnTo>
                  <a:lnTo>
                    <a:pt x="293" y="214"/>
                  </a:lnTo>
                  <a:lnTo>
                    <a:pt x="373" y="187"/>
                  </a:lnTo>
                  <a:close/>
                  <a:moveTo>
                    <a:pt x="293" y="1"/>
                  </a:moveTo>
                  <a:lnTo>
                    <a:pt x="213" y="27"/>
                  </a:lnTo>
                  <a:lnTo>
                    <a:pt x="160" y="81"/>
                  </a:lnTo>
                  <a:lnTo>
                    <a:pt x="107" y="107"/>
                  </a:lnTo>
                  <a:lnTo>
                    <a:pt x="27" y="267"/>
                  </a:lnTo>
                  <a:lnTo>
                    <a:pt x="0" y="426"/>
                  </a:lnTo>
                  <a:lnTo>
                    <a:pt x="27" y="612"/>
                  </a:lnTo>
                  <a:lnTo>
                    <a:pt x="107" y="745"/>
                  </a:lnTo>
                  <a:lnTo>
                    <a:pt x="160" y="798"/>
                  </a:lnTo>
                  <a:lnTo>
                    <a:pt x="213" y="825"/>
                  </a:lnTo>
                  <a:lnTo>
                    <a:pt x="293" y="852"/>
                  </a:lnTo>
                  <a:lnTo>
                    <a:pt x="373" y="878"/>
                  </a:lnTo>
                  <a:lnTo>
                    <a:pt x="452" y="852"/>
                  </a:lnTo>
                  <a:lnTo>
                    <a:pt x="532" y="825"/>
                  </a:lnTo>
                  <a:lnTo>
                    <a:pt x="585" y="798"/>
                  </a:lnTo>
                  <a:lnTo>
                    <a:pt x="665" y="745"/>
                  </a:lnTo>
                  <a:lnTo>
                    <a:pt x="745" y="612"/>
                  </a:lnTo>
                  <a:lnTo>
                    <a:pt x="771" y="426"/>
                  </a:lnTo>
                  <a:lnTo>
                    <a:pt x="745" y="267"/>
                  </a:lnTo>
                  <a:lnTo>
                    <a:pt x="665" y="107"/>
                  </a:lnTo>
                  <a:lnTo>
                    <a:pt x="585" y="81"/>
                  </a:lnTo>
                  <a:lnTo>
                    <a:pt x="532" y="27"/>
                  </a:lnTo>
                  <a:lnTo>
                    <a:pt x="45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7" name="Google Shape;1167;p80"/>
          <p:cNvGrpSpPr/>
          <p:nvPr/>
        </p:nvGrpSpPr>
        <p:grpSpPr>
          <a:xfrm>
            <a:off x="3904664" y="3529788"/>
            <a:ext cx="275454" cy="275454"/>
            <a:chOff x="2528100" y="2754150"/>
            <a:chExt cx="266500" cy="266500"/>
          </a:xfrm>
        </p:grpSpPr>
        <p:sp>
          <p:nvSpPr>
            <p:cNvPr id="1168" name="Google Shape;1168;p80"/>
            <p:cNvSpPr/>
            <p:nvPr/>
          </p:nvSpPr>
          <p:spPr>
            <a:xfrm>
              <a:off x="2528100" y="2754150"/>
              <a:ext cx="266500" cy="266500"/>
            </a:xfrm>
            <a:custGeom>
              <a:rect b="b" l="l" r="r" t="t"/>
              <a:pathLst>
                <a:path extrusionOk="0" h="10660" w="10660">
                  <a:moveTo>
                    <a:pt x="5343" y="399"/>
                  </a:moveTo>
                  <a:lnTo>
                    <a:pt x="5822" y="425"/>
                  </a:lnTo>
                  <a:lnTo>
                    <a:pt x="6327" y="505"/>
                  </a:lnTo>
                  <a:lnTo>
                    <a:pt x="6805" y="638"/>
                  </a:lnTo>
                  <a:lnTo>
                    <a:pt x="7257" y="798"/>
                  </a:lnTo>
                  <a:lnTo>
                    <a:pt x="7683" y="1010"/>
                  </a:lnTo>
                  <a:lnTo>
                    <a:pt x="8081" y="1249"/>
                  </a:lnTo>
                  <a:lnTo>
                    <a:pt x="8453" y="1542"/>
                  </a:lnTo>
                  <a:lnTo>
                    <a:pt x="8799" y="1861"/>
                  </a:lnTo>
                  <a:lnTo>
                    <a:pt x="9118" y="2206"/>
                  </a:lnTo>
                  <a:lnTo>
                    <a:pt x="9410" y="2578"/>
                  </a:lnTo>
                  <a:lnTo>
                    <a:pt x="9650" y="2977"/>
                  </a:lnTo>
                  <a:lnTo>
                    <a:pt x="9862" y="3429"/>
                  </a:lnTo>
                  <a:lnTo>
                    <a:pt x="10022" y="3881"/>
                  </a:lnTo>
                  <a:lnTo>
                    <a:pt x="10155" y="4333"/>
                  </a:lnTo>
                  <a:lnTo>
                    <a:pt x="10234" y="4838"/>
                  </a:lnTo>
                  <a:lnTo>
                    <a:pt x="10261" y="5343"/>
                  </a:lnTo>
                  <a:lnTo>
                    <a:pt x="10234" y="5848"/>
                  </a:lnTo>
                  <a:lnTo>
                    <a:pt x="10155" y="6326"/>
                  </a:lnTo>
                  <a:lnTo>
                    <a:pt x="10022" y="6805"/>
                  </a:lnTo>
                  <a:lnTo>
                    <a:pt x="9862" y="7257"/>
                  </a:lnTo>
                  <a:lnTo>
                    <a:pt x="9650" y="7682"/>
                  </a:lnTo>
                  <a:lnTo>
                    <a:pt x="9410" y="8081"/>
                  </a:lnTo>
                  <a:lnTo>
                    <a:pt x="9118" y="8453"/>
                  </a:lnTo>
                  <a:lnTo>
                    <a:pt x="8799" y="8799"/>
                  </a:lnTo>
                  <a:lnTo>
                    <a:pt x="8453" y="9118"/>
                  </a:lnTo>
                  <a:lnTo>
                    <a:pt x="8081" y="9410"/>
                  </a:lnTo>
                  <a:lnTo>
                    <a:pt x="7683" y="9649"/>
                  </a:lnTo>
                  <a:lnTo>
                    <a:pt x="7257" y="9862"/>
                  </a:lnTo>
                  <a:lnTo>
                    <a:pt x="6805" y="10021"/>
                  </a:lnTo>
                  <a:lnTo>
                    <a:pt x="6327" y="10154"/>
                  </a:lnTo>
                  <a:lnTo>
                    <a:pt x="5822" y="10234"/>
                  </a:lnTo>
                  <a:lnTo>
                    <a:pt x="5343" y="10261"/>
                  </a:lnTo>
                  <a:lnTo>
                    <a:pt x="4838" y="10234"/>
                  </a:lnTo>
                  <a:lnTo>
                    <a:pt x="4333" y="10154"/>
                  </a:lnTo>
                  <a:lnTo>
                    <a:pt x="3855" y="10021"/>
                  </a:lnTo>
                  <a:lnTo>
                    <a:pt x="3403" y="9862"/>
                  </a:lnTo>
                  <a:lnTo>
                    <a:pt x="2978" y="9649"/>
                  </a:lnTo>
                  <a:lnTo>
                    <a:pt x="2579" y="9410"/>
                  </a:lnTo>
                  <a:lnTo>
                    <a:pt x="2207" y="9144"/>
                  </a:lnTo>
                  <a:lnTo>
                    <a:pt x="1861" y="8825"/>
                  </a:lnTo>
                  <a:lnTo>
                    <a:pt x="1542" y="8453"/>
                  </a:lnTo>
                  <a:lnTo>
                    <a:pt x="1250" y="8081"/>
                  </a:lnTo>
                  <a:lnTo>
                    <a:pt x="1011" y="7682"/>
                  </a:lnTo>
                  <a:lnTo>
                    <a:pt x="798" y="7257"/>
                  </a:lnTo>
                  <a:lnTo>
                    <a:pt x="638" y="6805"/>
                  </a:lnTo>
                  <a:lnTo>
                    <a:pt x="506" y="6326"/>
                  </a:lnTo>
                  <a:lnTo>
                    <a:pt x="426" y="5848"/>
                  </a:lnTo>
                  <a:lnTo>
                    <a:pt x="399" y="5343"/>
                  </a:lnTo>
                  <a:lnTo>
                    <a:pt x="426" y="4838"/>
                  </a:lnTo>
                  <a:lnTo>
                    <a:pt x="506" y="4333"/>
                  </a:lnTo>
                  <a:lnTo>
                    <a:pt x="638" y="3881"/>
                  </a:lnTo>
                  <a:lnTo>
                    <a:pt x="798" y="3429"/>
                  </a:lnTo>
                  <a:lnTo>
                    <a:pt x="1011" y="2977"/>
                  </a:lnTo>
                  <a:lnTo>
                    <a:pt x="1250" y="2578"/>
                  </a:lnTo>
                  <a:lnTo>
                    <a:pt x="1542" y="2206"/>
                  </a:lnTo>
                  <a:lnTo>
                    <a:pt x="1861" y="1861"/>
                  </a:lnTo>
                  <a:lnTo>
                    <a:pt x="2207" y="1542"/>
                  </a:lnTo>
                  <a:lnTo>
                    <a:pt x="2579" y="1249"/>
                  </a:lnTo>
                  <a:lnTo>
                    <a:pt x="2978" y="1010"/>
                  </a:lnTo>
                  <a:lnTo>
                    <a:pt x="3403" y="798"/>
                  </a:lnTo>
                  <a:lnTo>
                    <a:pt x="3855" y="638"/>
                  </a:lnTo>
                  <a:lnTo>
                    <a:pt x="4333" y="505"/>
                  </a:lnTo>
                  <a:lnTo>
                    <a:pt x="4838" y="425"/>
                  </a:lnTo>
                  <a:lnTo>
                    <a:pt x="5343" y="399"/>
                  </a:lnTo>
                  <a:close/>
                  <a:moveTo>
                    <a:pt x="5343" y="0"/>
                  </a:moveTo>
                  <a:lnTo>
                    <a:pt x="4785" y="27"/>
                  </a:lnTo>
                  <a:lnTo>
                    <a:pt x="4254" y="106"/>
                  </a:lnTo>
                  <a:lnTo>
                    <a:pt x="3748" y="239"/>
                  </a:lnTo>
                  <a:lnTo>
                    <a:pt x="3270" y="425"/>
                  </a:lnTo>
                  <a:lnTo>
                    <a:pt x="2792" y="665"/>
                  </a:lnTo>
                  <a:lnTo>
                    <a:pt x="2366" y="930"/>
                  </a:lnTo>
                  <a:lnTo>
                    <a:pt x="1941" y="1223"/>
                  </a:lnTo>
                  <a:lnTo>
                    <a:pt x="1569" y="1568"/>
                  </a:lnTo>
                  <a:lnTo>
                    <a:pt x="1223" y="1941"/>
                  </a:lnTo>
                  <a:lnTo>
                    <a:pt x="931" y="2366"/>
                  </a:lnTo>
                  <a:lnTo>
                    <a:pt x="638" y="2791"/>
                  </a:lnTo>
                  <a:lnTo>
                    <a:pt x="426" y="3270"/>
                  </a:lnTo>
                  <a:lnTo>
                    <a:pt x="240" y="3748"/>
                  </a:lnTo>
                  <a:lnTo>
                    <a:pt x="107" y="4253"/>
                  </a:lnTo>
                  <a:lnTo>
                    <a:pt x="27" y="4785"/>
                  </a:lnTo>
                  <a:lnTo>
                    <a:pt x="0" y="5343"/>
                  </a:lnTo>
                  <a:lnTo>
                    <a:pt x="27" y="5875"/>
                  </a:lnTo>
                  <a:lnTo>
                    <a:pt x="107" y="6406"/>
                  </a:lnTo>
                  <a:lnTo>
                    <a:pt x="240" y="6911"/>
                  </a:lnTo>
                  <a:lnTo>
                    <a:pt x="426" y="7416"/>
                  </a:lnTo>
                  <a:lnTo>
                    <a:pt x="638" y="7868"/>
                  </a:lnTo>
                  <a:lnTo>
                    <a:pt x="931" y="8320"/>
                  </a:lnTo>
                  <a:lnTo>
                    <a:pt x="1223" y="8719"/>
                  </a:lnTo>
                  <a:lnTo>
                    <a:pt x="1569" y="9091"/>
                  </a:lnTo>
                  <a:lnTo>
                    <a:pt x="1941" y="9436"/>
                  </a:lnTo>
                  <a:lnTo>
                    <a:pt x="2366" y="9755"/>
                  </a:lnTo>
                  <a:lnTo>
                    <a:pt x="2792" y="10021"/>
                  </a:lnTo>
                  <a:lnTo>
                    <a:pt x="3270" y="10234"/>
                  </a:lnTo>
                  <a:lnTo>
                    <a:pt x="3748" y="10420"/>
                  </a:lnTo>
                  <a:lnTo>
                    <a:pt x="4254" y="10553"/>
                  </a:lnTo>
                  <a:lnTo>
                    <a:pt x="4785" y="10633"/>
                  </a:lnTo>
                  <a:lnTo>
                    <a:pt x="5343" y="10659"/>
                  </a:lnTo>
                  <a:lnTo>
                    <a:pt x="5875" y="10633"/>
                  </a:lnTo>
                  <a:lnTo>
                    <a:pt x="6407" y="10553"/>
                  </a:lnTo>
                  <a:lnTo>
                    <a:pt x="6912" y="10420"/>
                  </a:lnTo>
                  <a:lnTo>
                    <a:pt x="7417" y="10234"/>
                  </a:lnTo>
                  <a:lnTo>
                    <a:pt x="7869" y="10021"/>
                  </a:lnTo>
                  <a:lnTo>
                    <a:pt x="8320" y="9755"/>
                  </a:lnTo>
                  <a:lnTo>
                    <a:pt x="8719" y="9436"/>
                  </a:lnTo>
                  <a:lnTo>
                    <a:pt x="9091" y="9091"/>
                  </a:lnTo>
                  <a:lnTo>
                    <a:pt x="9437" y="8719"/>
                  </a:lnTo>
                  <a:lnTo>
                    <a:pt x="9756" y="8320"/>
                  </a:lnTo>
                  <a:lnTo>
                    <a:pt x="10022" y="7868"/>
                  </a:lnTo>
                  <a:lnTo>
                    <a:pt x="10234" y="7416"/>
                  </a:lnTo>
                  <a:lnTo>
                    <a:pt x="10420" y="6911"/>
                  </a:lnTo>
                  <a:lnTo>
                    <a:pt x="10553" y="6406"/>
                  </a:lnTo>
                  <a:lnTo>
                    <a:pt x="10633" y="5875"/>
                  </a:lnTo>
                  <a:lnTo>
                    <a:pt x="10660" y="5343"/>
                  </a:lnTo>
                  <a:lnTo>
                    <a:pt x="10633" y="4785"/>
                  </a:lnTo>
                  <a:lnTo>
                    <a:pt x="10553" y="4253"/>
                  </a:lnTo>
                  <a:lnTo>
                    <a:pt x="10420" y="3748"/>
                  </a:lnTo>
                  <a:lnTo>
                    <a:pt x="10234" y="3270"/>
                  </a:lnTo>
                  <a:lnTo>
                    <a:pt x="10022" y="2791"/>
                  </a:lnTo>
                  <a:lnTo>
                    <a:pt x="9756" y="2366"/>
                  </a:lnTo>
                  <a:lnTo>
                    <a:pt x="9437" y="1941"/>
                  </a:lnTo>
                  <a:lnTo>
                    <a:pt x="9091" y="1568"/>
                  </a:lnTo>
                  <a:lnTo>
                    <a:pt x="8719" y="1223"/>
                  </a:lnTo>
                  <a:lnTo>
                    <a:pt x="8294" y="930"/>
                  </a:lnTo>
                  <a:lnTo>
                    <a:pt x="7869" y="665"/>
                  </a:lnTo>
                  <a:lnTo>
                    <a:pt x="7390" y="425"/>
                  </a:lnTo>
                  <a:lnTo>
                    <a:pt x="6912" y="239"/>
                  </a:lnTo>
                  <a:lnTo>
                    <a:pt x="6407" y="106"/>
                  </a:lnTo>
                  <a:lnTo>
                    <a:pt x="5875" y="27"/>
                  </a:lnTo>
                  <a:lnTo>
                    <a:pt x="534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80"/>
            <p:cNvSpPr/>
            <p:nvPr/>
          </p:nvSpPr>
          <p:spPr>
            <a:xfrm>
              <a:off x="2617150" y="2843200"/>
              <a:ext cx="88400" cy="88400"/>
            </a:xfrm>
            <a:custGeom>
              <a:rect b="b" l="l" r="r" t="t"/>
              <a:pathLst>
                <a:path extrusionOk="0" h="3536" w="3536">
                  <a:moveTo>
                    <a:pt x="1781" y="399"/>
                  </a:moveTo>
                  <a:lnTo>
                    <a:pt x="2047" y="425"/>
                  </a:lnTo>
                  <a:lnTo>
                    <a:pt x="2313" y="505"/>
                  </a:lnTo>
                  <a:lnTo>
                    <a:pt x="2526" y="638"/>
                  </a:lnTo>
                  <a:lnTo>
                    <a:pt x="2738" y="797"/>
                  </a:lnTo>
                  <a:lnTo>
                    <a:pt x="2898" y="1010"/>
                  </a:lnTo>
                  <a:lnTo>
                    <a:pt x="3031" y="1223"/>
                  </a:lnTo>
                  <a:lnTo>
                    <a:pt x="3110" y="1489"/>
                  </a:lnTo>
                  <a:lnTo>
                    <a:pt x="3137" y="1781"/>
                  </a:lnTo>
                  <a:lnTo>
                    <a:pt x="3110" y="2047"/>
                  </a:lnTo>
                  <a:lnTo>
                    <a:pt x="3031" y="2313"/>
                  </a:lnTo>
                  <a:lnTo>
                    <a:pt x="2898" y="2552"/>
                  </a:lnTo>
                  <a:lnTo>
                    <a:pt x="2738" y="2738"/>
                  </a:lnTo>
                  <a:lnTo>
                    <a:pt x="2526" y="2897"/>
                  </a:lnTo>
                  <a:lnTo>
                    <a:pt x="2313" y="3030"/>
                  </a:lnTo>
                  <a:lnTo>
                    <a:pt x="2047" y="3110"/>
                  </a:lnTo>
                  <a:lnTo>
                    <a:pt x="1781" y="3137"/>
                  </a:lnTo>
                  <a:lnTo>
                    <a:pt x="1489" y="3110"/>
                  </a:lnTo>
                  <a:lnTo>
                    <a:pt x="1223" y="3030"/>
                  </a:lnTo>
                  <a:lnTo>
                    <a:pt x="1010" y="2924"/>
                  </a:lnTo>
                  <a:lnTo>
                    <a:pt x="798" y="2738"/>
                  </a:lnTo>
                  <a:lnTo>
                    <a:pt x="638" y="2552"/>
                  </a:lnTo>
                  <a:lnTo>
                    <a:pt x="505" y="2313"/>
                  </a:lnTo>
                  <a:lnTo>
                    <a:pt x="426" y="2047"/>
                  </a:lnTo>
                  <a:lnTo>
                    <a:pt x="399" y="1781"/>
                  </a:lnTo>
                  <a:lnTo>
                    <a:pt x="426" y="1489"/>
                  </a:lnTo>
                  <a:lnTo>
                    <a:pt x="505" y="1223"/>
                  </a:lnTo>
                  <a:lnTo>
                    <a:pt x="638" y="1010"/>
                  </a:lnTo>
                  <a:lnTo>
                    <a:pt x="798" y="797"/>
                  </a:lnTo>
                  <a:lnTo>
                    <a:pt x="1010" y="638"/>
                  </a:lnTo>
                  <a:lnTo>
                    <a:pt x="1223" y="505"/>
                  </a:lnTo>
                  <a:lnTo>
                    <a:pt x="1489" y="425"/>
                  </a:lnTo>
                  <a:lnTo>
                    <a:pt x="1781" y="399"/>
                  </a:lnTo>
                  <a:close/>
                  <a:moveTo>
                    <a:pt x="1595" y="0"/>
                  </a:moveTo>
                  <a:lnTo>
                    <a:pt x="1409" y="27"/>
                  </a:lnTo>
                  <a:lnTo>
                    <a:pt x="1250" y="80"/>
                  </a:lnTo>
                  <a:lnTo>
                    <a:pt x="1090" y="133"/>
                  </a:lnTo>
                  <a:lnTo>
                    <a:pt x="931" y="213"/>
                  </a:lnTo>
                  <a:lnTo>
                    <a:pt x="771" y="292"/>
                  </a:lnTo>
                  <a:lnTo>
                    <a:pt x="638" y="399"/>
                  </a:lnTo>
                  <a:lnTo>
                    <a:pt x="505" y="505"/>
                  </a:lnTo>
                  <a:lnTo>
                    <a:pt x="399" y="638"/>
                  </a:lnTo>
                  <a:lnTo>
                    <a:pt x="293" y="771"/>
                  </a:lnTo>
                  <a:lnTo>
                    <a:pt x="213" y="930"/>
                  </a:lnTo>
                  <a:lnTo>
                    <a:pt x="133" y="1090"/>
                  </a:lnTo>
                  <a:lnTo>
                    <a:pt x="80" y="1249"/>
                  </a:lnTo>
                  <a:lnTo>
                    <a:pt x="27" y="1409"/>
                  </a:lnTo>
                  <a:lnTo>
                    <a:pt x="0" y="1595"/>
                  </a:lnTo>
                  <a:lnTo>
                    <a:pt x="0" y="1781"/>
                  </a:lnTo>
                  <a:lnTo>
                    <a:pt x="0" y="1940"/>
                  </a:lnTo>
                  <a:lnTo>
                    <a:pt x="27" y="2127"/>
                  </a:lnTo>
                  <a:lnTo>
                    <a:pt x="80" y="2286"/>
                  </a:lnTo>
                  <a:lnTo>
                    <a:pt x="133" y="2472"/>
                  </a:lnTo>
                  <a:lnTo>
                    <a:pt x="213" y="2605"/>
                  </a:lnTo>
                  <a:lnTo>
                    <a:pt x="293" y="2764"/>
                  </a:lnTo>
                  <a:lnTo>
                    <a:pt x="399" y="2897"/>
                  </a:lnTo>
                  <a:lnTo>
                    <a:pt x="505" y="3030"/>
                  </a:lnTo>
                  <a:lnTo>
                    <a:pt x="638" y="3137"/>
                  </a:lnTo>
                  <a:lnTo>
                    <a:pt x="771" y="3243"/>
                  </a:lnTo>
                  <a:lnTo>
                    <a:pt x="931" y="3323"/>
                  </a:lnTo>
                  <a:lnTo>
                    <a:pt x="1090" y="3402"/>
                  </a:lnTo>
                  <a:lnTo>
                    <a:pt x="1250" y="3456"/>
                  </a:lnTo>
                  <a:lnTo>
                    <a:pt x="1409" y="3509"/>
                  </a:lnTo>
                  <a:lnTo>
                    <a:pt x="1595" y="3535"/>
                  </a:lnTo>
                  <a:lnTo>
                    <a:pt x="1941" y="3535"/>
                  </a:lnTo>
                  <a:lnTo>
                    <a:pt x="2127" y="3509"/>
                  </a:lnTo>
                  <a:lnTo>
                    <a:pt x="2286" y="3456"/>
                  </a:lnTo>
                  <a:lnTo>
                    <a:pt x="2472" y="3402"/>
                  </a:lnTo>
                  <a:lnTo>
                    <a:pt x="2605" y="3323"/>
                  </a:lnTo>
                  <a:lnTo>
                    <a:pt x="2765" y="3243"/>
                  </a:lnTo>
                  <a:lnTo>
                    <a:pt x="2898" y="3137"/>
                  </a:lnTo>
                  <a:lnTo>
                    <a:pt x="3031" y="3030"/>
                  </a:lnTo>
                  <a:lnTo>
                    <a:pt x="3137" y="2897"/>
                  </a:lnTo>
                  <a:lnTo>
                    <a:pt x="3243" y="2764"/>
                  </a:lnTo>
                  <a:lnTo>
                    <a:pt x="3323" y="2605"/>
                  </a:lnTo>
                  <a:lnTo>
                    <a:pt x="3403" y="2472"/>
                  </a:lnTo>
                  <a:lnTo>
                    <a:pt x="3456" y="2286"/>
                  </a:lnTo>
                  <a:lnTo>
                    <a:pt x="3509" y="2127"/>
                  </a:lnTo>
                  <a:lnTo>
                    <a:pt x="3536" y="1940"/>
                  </a:lnTo>
                  <a:lnTo>
                    <a:pt x="3536" y="1781"/>
                  </a:lnTo>
                  <a:lnTo>
                    <a:pt x="3536" y="1595"/>
                  </a:lnTo>
                  <a:lnTo>
                    <a:pt x="3509" y="1409"/>
                  </a:lnTo>
                  <a:lnTo>
                    <a:pt x="3456" y="1249"/>
                  </a:lnTo>
                  <a:lnTo>
                    <a:pt x="3403" y="1090"/>
                  </a:lnTo>
                  <a:lnTo>
                    <a:pt x="3323" y="930"/>
                  </a:lnTo>
                  <a:lnTo>
                    <a:pt x="3243" y="771"/>
                  </a:lnTo>
                  <a:lnTo>
                    <a:pt x="3137" y="638"/>
                  </a:lnTo>
                  <a:lnTo>
                    <a:pt x="3031" y="505"/>
                  </a:lnTo>
                  <a:lnTo>
                    <a:pt x="2898" y="399"/>
                  </a:lnTo>
                  <a:lnTo>
                    <a:pt x="2765" y="292"/>
                  </a:lnTo>
                  <a:lnTo>
                    <a:pt x="2605" y="213"/>
                  </a:lnTo>
                  <a:lnTo>
                    <a:pt x="2472" y="133"/>
                  </a:lnTo>
                  <a:lnTo>
                    <a:pt x="2286" y="80"/>
                  </a:lnTo>
                  <a:lnTo>
                    <a:pt x="2127" y="27"/>
                  </a:lnTo>
                  <a:lnTo>
                    <a:pt x="194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 name="Google Shape;1170;p80"/>
            <p:cNvSpPr/>
            <p:nvPr/>
          </p:nvSpPr>
          <p:spPr>
            <a:xfrm>
              <a:off x="2644400" y="2870425"/>
              <a:ext cx="33900" cy="33925"/>
            </a:xfrm>
            <a:custGeom>
              <a:rect b="b" l="l" r="r" t="t"/>
              <a:pathLst>
                <a:path extrusionOk="0" h="1357" w="1356">
                  <a:moveTo>
                    <a:pt x="691" y="400"/>
                  </a:moveTo>
                  <a:lnTo>
                    <a:pt x="798" y="426"/>
                  </a:lnTo>
                  <a:lnTo>
                    <a:pt x="877" y="479"/>
                  </a:lnTo>
                  <a:lnTo>
                    <a:pt x="931" y="586"/>
                  </a:lnTo>
                  <a:lnTo>
                    <a:pt x="957" y="692"/>
                  </a:lnTo>
                  <a:lnTo>
                    <a:pt x="931" y="798"/>
                  </a:lnTo>
                  <a:lnTo>
                    <a:pt x="877" y="878"/>
                  </a:lnTo>
                  <a:lnTo>
                    <a:pt x="798" y="931"/>
                  </a:lnTo>
                  <a:lnTo>
                    <a:pt x="691" y="958"/>
                  </a:lnTo>
                  <a:lnTo>
                    <a:pt x="558" y="931"/>
                  </a:lnTo>
                  <a:lnTo>
                    <a:pt x="479" y="878"/>
                  </a:lnTo>
                  <a:lnTo>
                    <a:pt x="426" y="798"/>
                  </a:lnTo>
                  <a:lnTo>
                    <a:pt x="399" y="692"/>
                  </a:lnTo>
                  <a:lnTo>
                    <a:pt x="426" y="586"/>
                  </a:lnTo>
                  <a:lnTo>
                    <a:pt x="479" y="479"/>
                  </a:lnTo>
                  <a:lnTo>
                    <a:pt x="558" y="426"/>
                  </a:lnTo>
                  <a:lnTo>
                    <a:pt x="691" y="400"/>
                  </a:lnTo>
                  <a:close/>
                  <a:moveTo>
                    <a:pt x="691" y="1"/>
                  </a:moveTo>
                  <a:lnTo>
                    <a:pt x="532" y="27"/>
                  </a:lnTo>
                  <a:lnTo>
                    <a:pt x="426" y="54"/>
                  </a:lnTo>
                  <a:lnTo>
                    <a:pt x="293" y="107"/>
                  </a:lnTo>
                  <a:lnTo>
                    <a:pt x="186" y="213"/>
                  </a:lnTo>
                  <a:lnTo>
                    <a:pt x="107" y="293"/>
                  </a:lnTo>
                  <a:lnTo>
                    <a:pt x="53" y="426"/>
                  </a:lnTo>
                  <a:lnTo>
                    <a:pt x="0" y="532"/>
                  </a:lnTo>
                  <a:lnTo>
                    <a:pt x="0" y="692"/>
                  </a:lnTo>
                  <a:lnTo>
                    <a:pt x="0" y="825"/>
                  </a:lnTo>
                  <a:lnTo>
                    <a:pt x="53" y="958"/>
                  </a:lnTo>
                  <a:lnTo>
                    <a:pt x="107" y="1064"/>
                  </a:lnTo>
                  <a:lnTo>
                    <a:pt x="186" y="1170"/>
                  </a:lnTo>
                  <a:lnTo>
                    <a:pt x="293" y="1250"/>
                  </a:lnTo>
                  <a:lnTo>
                    <a:pt x="426" y="1303"/>
                  </a:lnTo>
                  <a:lnTo>
                    <a:pt x="532" y="1356"/>
                  </a:lnTo>
                  <a:lnTo>
                    <a:pt x="824" y="1356"/>
                  </a:lnTo>
                  <a:lnTo>
                    <a:pt x="957" y="1303"/>
                  </a:lnTo>
                  <a:lnTo>
                    <a:pt x="1063" y="1250"/>
                  </a:lnTo>
                  <a:lnTo>
                    <a:pt x="1170" y="1170"/>
                  </a:lnTo>
                  <a:lnTo>
                    <a:pt x="1250" y="1064"/>
                  </a:lnTo>
                  <a:lnTo>
                    <a:pt x="1303" y="958"/>
                  </a:lnTo>
                  <a:lnTo>
                    <a:pt x="1356" y="825"/>
                  </a:lnTo>
                  <a:lnTo>
                    <a:pt x="1356" y="692"/>
                  </a:lnTo>
                  <a:lnTo>
                    <a:pt x="1356" y="532"/>
                  </a:lnTo>
                  <a:lnTo>
                    <a:pt x="1303" y="426"/>
                  </a:lnTo>
                  <a:lnTo>
                    <a:pt x="1250" y="293"/>
                  </a:lnTo>
                  <a:lnTo>
                    <a:pt x="1170" y="213"/>
                  </a:lnTo>
                  <a:lnTo>
                    <a:pt x="1063" y="107"/>
                  </a:lnTo>
                  <a:lnTo>
                    <a:pt x="957" y="54"/>
                  </a:lnTo>
                  <a:lnTo>
                    <a:pt x="824" y="27"/>
                  </a:lnTo>
                  <a:lnTo>
                    <a:pt x="69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 name="Google Shape;1171;p80"/>
            <p:cNvSpPr/>
            <p:nvPr/>
          </p:nvSpPr>
          <p:spPr>
            <a:xfrm>
              <a:off x="2593900" y="2909650"/>
              <a:ext cx="45200" cy="45200"/>
            </a:xfrm>
            <a:custGeom>
              <a:rect b="b" l="l" r="r" t="t"/>
              <a:pathLst>
                <a:path extrusionOk="0" h="1808" w="1808">
                  <a:moveTo>
                    <a:pt x="186" y="0"/>
                  </a:moveTo>
                  <a:lnTo>
                    <a:pt x="106" y="27"/>
                  </a:lnTo>
                  <a:lnTo>
                    <a:pt x="53" y="80"/>
                  </a:lnTo>
                  <a:lnTo>
                    <a:pt x="0" y="133"/>
                  </a:lnTo>
                  <a:lnTo>
                    <a:pt x="0" y="213"/>
                  </a:lnTo>
                  <a:lnTo>
                    <a:pt x="27" y="293"/>
                  </a:lnTo>
                  <a:lnTo>
                    <a:pt x="133" y="532"/>
                  </a:lnTo>
                  <a:lnTo>
                    <a:pt x="292" y="771"/>
                  </a:lnTo>
                  <a:lnTo>
                    <a:pt x="452" y="984"/>
                  </a:lnTo>
                  <a:lnTo>
                    <a:pt x="638" y="1196"/>
                  </a:lnTo>
                  <a:lnTo>
                    <a:pt x="824" y="1356"/>
                  </a:lnTo>
                  <a:lnTo>
                    <a:pt x="1037" y="1542"/>
                  </a:lnTo>
                  <a:lnTo>
                    <a:pt x="1276" y="1675"/>
                  </a:lnTo>
                  <a:lnTo>
                    <a:pt x="1515" y="1808"/>
                  </a:lnTo>
                  <a:lnTo>
                    <a:pt x="1675" y="1808"/>
                  </a:lnTo>
                  <a:lnTo>
                    <a:pt x="1754" y="1755"/>
                  </a:lnTo>
                  <a:lnTo>
                    <a:pt x="1781" y="1701"/>
                  </a:lnTo>
                  <a:lnTo>
                    <a:pt x="1808" y="1622"/>
                  </a:lnTo>
                  <a:lnTo>
                    <a:pt x="1781" y="1542"/>
                  </a:lnTo>
                  <a:lnTo>
                    <a:pt x="1754" y="1462"/>
                  </a:lnTo>
                  <a:lnTo>
                    <a:pt x="1675" y="1436"/>
                  </a:lnTo>
                  <a:lnTo>
                    <a:pt x="1462" y="1329"/>
                  </a:lnTo>
                  <a:lnTo>
                    <a:pt x="1276" y="1196"/>
                  </a:lnTo>
                  <a:lnTo>
                    <a:pt x="1090" y="1063"/>
                  </a:lnTo>
                  <a:lnTo>
                    <a:pt x="904" y="904"/>
                  </a:lnTo>
                  <a:lnTo>
                    <a:pt x="744" y="718"/>
                  </a:lnTo>
                  <a:lnTo>
                    <a:pt x="611" y="532"/>
                  </a:lnTo>
                  <a:lnTo>
                    <a:pt x="479" y="346"/>
                  </a:lnTo>
                  <a:lnTo>
                    <a:pt x="372" y="133"/>
                  </a:lnTo>
                  <a:lnTo>
                    <a:pt x="346" y="53"/>
                  </a:lnTo>
                  <a:lnTo>
                    <a:pt x="266" y="27"/>
                  </a:lnTo>
                  <a:lnTo>
                    <a:pt x="18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80"/>
            <p:cNvSpPr/>
            <p:nvPr/>
          </p:nvSpPr>
          <p:spPr>
            <a:xfrm>
              <a:off x="2562650" y="2909650"/>
              <a:ext cx="76450" cy="77100"/>
            </a:xfrm>
            <a:custGeom>
              <a:rect b="b" l="l" r="r" t="t"/>
              <a:pathLst>
                <a:path extrusionOk="0" h="3084" w="3058">
                  <a:moveTo>
                    <a:pt x="213" y="0"/>
                  </a:moveTo>
                  <a:lnTo>
                    <a:pt x="134" y="27"/>
                  </a:lnTo>
                  <a:lnTo>
                    <a:pt x="54" y="53"/>
                  </a:lnTo>
                  <a:lnTo>
                    <a:pt x="1" y="106"/>
                  </a:lnTo>
                  <a:lnTo>
                    <a:pt x="1" y="186"/>
                  </a:lnTo>
                  <a:lnTo>
                    <a:pt x="1" y="266"/>
                  </a:lnTo>
                  <a:lnTo>
                    <a:pt x="80" y="505"/>
                  </a:lnTo>
                  <a:lnTo>
                    <a:pt x="187" y="744"/>
                  </a:lnTo>
                  <a:lnTo>
                    <a:pt x="293" y="984"/>
                  </a:lnTo>
                  <a:lnTo>
                    <a:pt x="399" y="1223"/>
                  </a:lnTo>
                  <a:lnTo>
                    <a:pt x="559" y="1436"/>
                  </a:lnTo>
                  <a:lnTo>
                    <a:pt x="692" y="1648"/>
                  </a:lnTo>
                  <a:lnTo>
                    <a:pt x="1037" y="2020"/>
                  </a:lnTo>
                  <a:lnTo>
                    <a:pt x="1436" y="2366"/>
                  </a:lnTo>
                  <a:lnTo>
                    <a:pt x="1622" y="2525"/>
                  </a:lnTo>
                  <a:lnTo>
                    <a:pt x="1861" y="2658"/>
                  </a:lnTo>
                  <a:lnTo>
                    <a:pt x="2074" y="2765"/>
                  </a:lnTo>
                  <a:lnTo>
                    <a:pt x="2313" y="2898"/>
                  </a:lnTo>
                  <a:lnTo>
                    <a:pt x="2553" y="2977"/>
                  </a:lnTo>
                  <a:lnTo>
                    <a:pt x="2792" y="3057"/>
                  </a:lnTo>
                  <a:lnTo>
                    <a:pt x="2872" y="3084"/>
                  </a:lnTo>
                  <a:lnTo>
                    <a:pt x="2951" y="3057"/>
                  </a:lnTo>
                  <a:lnTo>
                    <a:pt x="3004" y="3004"/>
                  </a:lnTo>
                  <a:lnTo>
                    <a:pt x="3058" y="2924"/>
                  </a:lnTo>
                  <a:lnTo>
                    <a:pt x="3058" y="2844"/>
                  </a:lnTo>
                  <a:lnTo>
                    <a:pt x="3031" y="2791"/>
                  </a:lnTo>
                  <a:lnTo>
                    <a:pt x="2978" y="2711"/>
                  </a:lnTo>
                  <a:lnTo>
                    <a:pt x="2925" y="2685"/>
                  </a:lnTo>
                  <a:lnTo>
                    <a:pt x="2473" y="2525"/>
                  </a:lnTo>
                  <a:lnTo>
                    <a:pt x="2047" y="2313"/>
                  </a:lnTo>
                  <a:lnTo>
                    <a:pt x="1675" y="2047"/>
                  </a:lnTo>
                  <a:lnTo>
                    <a:pt x="1330" y="1728"/>
                  </a:lnTo>
                  <a:lnTo>
                    <a:pt x="1011" y="1382"/>
                  </a:lnTo>
                  <a:lnTo>
                    <a:pt x="745" y="1010"/>
                  </a:lnTo>
                  <a:lnTo>
                    <a:pt x="532" y="585"/>
                  </a:lnTo>
                  <a:lnTo>
                    <a:pt x="373" y="160"/>
                  </a:lnTo>
                  <a:lnTo>
                    <a:pt x="346" y="80"/>
                  </a:lnTo>
                  <a:lnTo>
                    <a:pt x="293"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80"/>
            <p:cNvSpPr/>
            <p:nvPr/>
          </p:nvSpPr>
          <p:spPr>
            <a:xfrm>
              <a:off x="2683600" y="2819925"/>
              <a:ext cx="45225" cy="45225"/>
            </a:xfrm>
            <a:custGeom>
              <a:rect b="b" l="l" r="r" t="t"/>
              <a:pathLst>
                <a:path extrusionOk="0" h="1809" w="1809">
                  <a:moveTo>
                    <a:pt x="213" y="1"/>
                  </a:moveTo>
                  <a:lnTo>
                    <a:pt x="133" y="27"/>
                  </a:lnTo>
                  <a:lnTo>
                    <a:pt x="80" y="54"/>
                  </a:lnTo>
                  <a:lnTo>
                    <a:pt x="27" y="134"/>
                  </a:lnTo>
                  <a:lnTo>
                    <a:pt x="1" y="187"/>
                  </a:lnTo>
                  <a:lnTo>
                    <a:pt x="27" y="266"/>
                  </a:lnTo>
                  <a:lnTo>
                    <a:pt x="54" y="346"/>
                  </a:lnTo>
                  <a:lnTo>
                    <a:pt x="133" y="373"/>
                  </a:lnTo>
                  <a:lnTo>
                    <a:pt x="346" y="479"/>
                  </a:lnTo>
                  <a:lnTo>
                    <a:pt x="532" y="612"/>
                  </a:lnTo>
                  <a:lnTo>
                    <a:pt x="718" y="745"/>
                  </a:lnTo>
                  <a:lnTo>
                    <a:pt x="904" y="904"/>
                  </a:lnTo>
                  <a:lnTo>
                    <a:pt x="1064" y="1090"/>
                  </a:lnTo>
                  <a:lnTo>
                    <a:pt x="1197" y="1277"/>
                  </a:lnTo>
                  <a:lnTo>
                    <a:pt x="1330" y="1489"/>
                  </a:lnTo>
                  <a:lnTo>
                    <a:pt x="1436" y="1702"/>
                  </a:lnTo>
                  <a:lnTo>
                    <a:pt x="1463" y="1755"/>
                  </a:lnTo>
                  <a:lnTo>
                    <a:pt x="1542" y="1808"/>
                  </a:lnTo>
                  <a:lnTo>
                    <a:pt x="1622" y="1808"/>
                  </a:lnTo>
                  <a:lnTo>
                    <a:pt x="1702" y="1782"/>
                  </a:lnTo>
                  <a:lnTo>
                    <a:pt x="1755" y="1755"/>
                  </a:lnTo>
                  <a:lnTo>
                    <a:pt x="1808" y="1675"/>
                  </a:lnTo>
                  <a:lnTo>
                    <a:pt x="1808" y="1596"/>
                  </a:lnTo>
                  <a:lnTo>
                    <a:pt x="1808" y="1516"/>
                  </a:lnTo>
                  <a:lnTo>
                    <a:pt x="1675" y="1277"/>
                  </a:lnTo>
                  <a:lnTo>
                    <a:pt x="1542" y="1037"/>
                  </a:lnTo>
                  <a:lnTo>
                    <a:pt x="1356" y="825"/>
                  </a:lnTo>
                  <a:lnTo>
                    <a:pt x="1197" y="639"/>
                  </a:lnTo>
                  <a:lnTo>
                    <a:pt x="984" y="453"/>
                  </a:lnTo>
                  <a:lnTo>
                    <a:pt x="771" y="293"/>
                  </a:lnTo>
                  <a:lnTo>
                    <a:pt x="532" y="134"/>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80"/>
            <p:cNvSpPr/>
            <p:nvPr/>
          </p:nvSpPr>
          <p:spPr>
            <a:xfrm>
              <a:off x="2683600" y="2788700"/>
              <a:ext cx="77100" cy="76450"/>
            </a:xfrm>
            <a:custGeom>
              <a:rect b="b" l="l" r="r" t="t"/>
              <a:pathLst>
                <a:path extrusionOk="0" h="3058" w="3084">
                  <a:moveTo>
                    <a:pt x="107" y="0"/>
                  </a:moveTo>
                  <a:lnTo>
                    <a:pt x="54" y="53"/>
                  </a:lnTo>
                  <a:lnTo>
                    <a:pt x="1" y="133"/>
                  </a:lnTo>
                  <a:lnTo>
                    <a:pt x="1" y="213"/>
                  </a:lnTo>
                  <a:lnTo>
                    <a:pt x="27" y="293"/>
                  </a:lnTo>
                  <a:lnTo>
                    <a:pt x="80" y="346"/>
                  </a:lnTo>
                  <a:lnTo>
                    <a:pt x="160" y="372"/>
                  </a:lnTo>
                  <a:lnTo>
                    <a:pt x="585" y="532"/>
                  </a:lnTo>
                  <a:lnTo>
                    <a:pt x="1011" y="745"/>
                  </a:lnTo>
                  <a:lnTo>
                    <a:pt x="1383" y="1010"/>
                  </a:lnTo>
                  <a:lnTo>
                    <a:pt x="1728" y="1329"/>
                  </a:lnTo>
                  <a:lnTo>
                    <a:pt x="2047" y="1675"/>
                  </a:lnTo>
                  <a:lnTo>
                    <a:pt x="2313" y="2047"/>
                  </a:lnTo>
                  <a:lnTo>
                    <a:pt x="2526" y="2472"/>
                  </a:lnTo>
                  <a:lnTo>
                    <a:pt x="2685" y="2924"/>
                  </a:lnTo>
                  <a:lnTo>
                    <a:pt x="2712" y="2977"/>
                  </a:lnTo>
                  <a:lnTo>
                    <a:pt x="2765" y="3031"/>
                  </a:lnTo>
                  <a:lnTo>
                    <a:pt x="2845" y="3057"/>
                  </a:lnTo>
                  <a:lnTo>
                    <a:pt x="2924" y="3057"/>
                  </a:lnTo>
                  <a:lnTo>
                    <a:pt x="3004" y="3004"/>
                  </a:lnTo>
                  <a:lnTo>
                    <a:pt x="3057" y="2951"/>
                  </a:lnTo>
                  <a:lnTo>
                    <a:pt x="3084" y="2871"/>
                  </a:lnTo>
                  <a:lnTo>
                    <a:pt x="3057" y="2791"/>
                  </a:lnTo>
                  <a:lnTo>
                    <a:pt x="2978" y="2552"/>
                  </a:lnTo>
                  <a:lnTo>
                    <a:pt x="2898" y="2313"/>
                  </a:lnTo>
                  <a:lnTo>
                    <a:pt x="2765" y="2074"/>
                  </a:lnTo>
                  <a:lnTo>
                    <a:pt x="2659" y="1861"/>
                  </a:lnTo>
                  <a:lnTo>
                    <a:pt x="2499" y="1622"/>
                  </a:lnTo>
                  <a:lnTo>
                    <a:pt x="2366" y="1436"/>
                  </a:lnTo>
                  <a:lnTo>
                    <a:pt x="2021" y="1037"/>
                  </a:lnTo>
                  <a:lnTo>
                    <a:pt x="1649" y="691"/>
                  </a:lnTo>
                  <a:lnTo>
                    <a:pt x="1436" y="559"/>
                  </a:lnTo>
                  <a:lnTo>
                    <a:pt x="1223" y="426"/>
                  </a:lnTo>
                  <a:lnTo>
                    <a:pt x="984" y="293"/>
                  </a:lnTo>
                  <a:lnTo>
                    <a:pt x="745" y="186"/>
                  </a:lnTo>
                  <a:lnTo>
                    <a:pt x="506" y="80"/>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8" name="Shape 1178"/>
        <p:cNvGrpSpPr/>
        <p:nvPr/>
      </p:nvGrpSpPr>
      <p:grpSpPr>
        <a:xfrm>
          <a:off x="0" y="0"/>
          <a:ext cx="0" cy="0"/>
          <a:chOff x="0" y="0"/>
          <a:chExt cx="0" cy="0"/>
        </a:xfrm>
      </p:grpSpPr>
      <p:sp>
        <p:nvSpPr>
          <p:cNvPr id="1179" name="Google Shape;1179;p81"/>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FEATURES OF REST AND SLEEP</a:t>
            </a:r>
            <a:endParaRPr/>
          </a:p>
        </p:txBody>
      </p:sp>
      <p:sp>
        <p:nvSpPr>
          <p:cNvPr id="1180" name="Google Shape;1180;p81"/>
          <p:cNvSpPr txBox="1"/>
          <p:nvPr>
            <p:ph idx="4294967295" type="subTitle"/>
          </p:nvPr>
        </p:nvSpPr>
        <p:spPr>
          <a:xfrm>
            <a:off x="692186" y="4067100"/>
            <a:ext cx="3316200" cy="548700"/>
          </a:xfrm>
          <a:prstGeom prst="rect">
            <a:avLst/>
          </a:prstGeom>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t>Mercury is the closest planet to the Sun and the smallest of them all</a:t>
            </a:r>
            <a:endParaRPr/>
          </a:p>
        </p:txBody>
      </p:sp>
      <p:sp>
        <p:nvSpPr>
          <p:cNvPr id="1181" name="Google Shape;1181;p81"/>
          <p:cNvSpPr txBox="1"/>
          <p:nvPr>
            <p:ph idx="4294967295" type="title"/>
          </p:nvPr>
        </p:nvSpPr>
        <p:spPr>
          <a:xfrm>
            <a:off x="692186" y="3853963"/>
            <a:ext cx="33162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lt1"/>
                </a:solidFill>
              </a:rPr>
              <a:t>MERCURY</a:t>
            </a:r>
            <a:endParaRPr sz="2000">
              <a:solidFill>
                <a:schemeClr val="lt1"/>
              </a:solidFill>
            </a:endParaRPr>
          </a:p>
        </p:txBody>
      </p:sp>
      <p:sp>
        <p:nvSpPr>
          <p:cNvPr id="1182" name="Google Shape;1182;p81"/>
          <p:cNvSpPr txBox="1"/>
          <p:nvPr>
            <p:ph idx="4294967295" type="subTitle"/>
          </p:nvPr>
        </p:nvSpPr>
        <p:spPr>
          <a:xfrm>
            <a:off x="692186" y="2238612"/>
            <a:ext cx="3316200" cy="548700"/>
          </a:xfrm>
          <a:prstGeom prst="rect">
            <a:avLst/>
          </a:prstGeom>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t>Despite being red, Mars is actually a cold place. It’s full of iron oxide dust</a:t>
            </a:r>
            <a:endParaRPr/>
          </a:p>
        </p:txBody>
      </p:sp>
      <p:sp>
        <p:nvSpPr>
          <p:cNvPr id="1183" name="Google Shape;1183;p81"/>
          <p:cNvSpPr txBox="1"/>
          <p:nvPr>
            <p:ph idx="4294967295" type="title"/>
          </p:nvPr>
        </p:nvSpPr>
        <p:spPr>
          <a:xfrm>
            <a:off x="692186" y="2025475"/>
            <a:ext cx="33162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lt1"/>
                </a:solidFill>
              </a:rPr>
              <a:t>MARS</a:t>
            </a:r>
            <a:endParaRPr sz="2000">
              <a:solidFill>
                <a:schemeClr val="lt1"/>
              </a:solidFill>
            </a:endParaRPr>
          </a:p>
        </p:txBody>
      </p:sp>
      <p:sp>
        <p:nvSpPr>
          <p:cNvPr id="1184" name="Google Shape;1184;p81"/>
          <p:cNvSpPr txBox="1"/>
          <p:nvPr>
            <p:ph idx="4294967295" type="subTitle"/>
          </p:nvPr>
        </p:nvSpPr>
        <p:spPr>
          <a:xfrm>
            <a:off x="692186" y="3152848"/>
            <a:ext cx="3319200" cy="548700"/>
          </a:xfrm>
          <a:prstGeom prst="rect">
            <a:avLst/>
          </a:prstGeom>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t>Jupiter is a gas giant and the biggest planet in the Solar System</a:t>
            </a:r>
            <a:endParaRPr/>
          </a:p>
        </p:txBody>
      </p:sp>
      <p:sp>
        <p:nvSpPr>
          <p:cNvPr id="1185" name="Google Shape;1185;p81"/>
          <p:cNvSpPr txBox="1"/>
          <p:nvPr>
            <p:ph idx="4294967295" type="title"/>
          </p:nvPr>
        </p:nvSpPr>
        <p:spPr>
          <a:xfrm>
            <a:off x="692186" y="2939711"/>
            <a:ext cx="33192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lt1"/>
                </a:solidFill>
              </a:rPr>
              <a:t>JUPITER</a:t>
            </a:r>
            <a:endParaRPr sz="2000">
              <a:solidFill>
                <a:schemeClr val="lt1"/>
              </a:solidFill>
            </a:endParaRPr>
          </a:p>
        </p:txBody>
      </p:sp>
      <p:sp>
        <p:nvSpPr>
          <p:cNvPr id="1186" name="Google Shape;1186;p81"/>
          <p:cNvSpPr txBox="1"/>
          <p:nvPr>
            <p:ph idx="4294967295" type="subTitle"/>
          </p:nvPr>
        </p:nvSpPr>
        <p:spPr>
          <a:xfrm>
            <a:off x="692186" y="1330723"/>
            <a:ext cx="3319200" cy="548700"/>
          </a:xfrm>
          <a:prstGeom prst="rect">
            <a:avLst/>
          </a:prstGeom>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t>Venus has a beautiful name and is the second planet from the Sun</a:t>
            </a:r>
            <a:endParaRPr/>
          </a:p>
        </p:txBody>
      </p:sp>
      <p:sp>
        <p:nvSpPr>
          <p:cNvPr id="1187" name="Google Shape;1187;p81"/>
          <p:cNvSpPr txBox="1"/>
          <p:nvPr>
            <p:ph idx="4294967295" type="title"/>
          </p:nvPr>
        </p:nvSpPr>
        <p:spPr>
          <a:xfrm>
            <a:off x="692186" y="1117586"/>
            <a:ext cx="33192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lt1"/>
                </a:solidFill>
              </a:rPr>
              <a:t>VENUS</a:t>
            </a:r>
            <a:endParaRPr sz="2000">
              <a:solidFill>
                <a:schemeClr val="lt1"/>
              </a:solidFill>
            </a:endParaRPr>
          </a:p>
        </p:txBody>
      </p:sp>
      <p:sp>
        <p:nvSpPr>
          <p:cNvPr id="1188" name="Google Shape;1188;p81"/>
          <p:cNvSpPr txBox="1"/>
          <p:nvPr>
            <p:ph idx="4294967295" type="subTitle"/>
          </p:nvPr>
        </p:nvSpPr>
        <p:spPr>
          <a:xfrm>
            <a:off x="6748114" y="2700525"/>
            <a:ext cx="1703700" cy="548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Saturn is a gas giant with rings</a:t>
            </a:r>
            <a:endParaRPr/>
          </a:p>
        </p:txBody>
      </p:sp>
      <p:sp>
        <p:nvSpPr>
          <p:cNvPr id="1189" name="Google Shape;1189;p81"/>
          <p:cNvSpPr txBox="1"/>
          <p:nvPr>
            <p:ph idx="4294967295" type="title"/>
          </p:nvPr>
        </p:nvSpPr>
        <p:spPr>
          <a:xfrm>
            <a:off x="6748114" y="2487391"/>
            <a:ext cx="17037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lt1"/>
                </a:solidFill>
              </a:rPr>
              <a:t>SATURN</a:t>
            </a:r>
            <a:endParaRPr sz="2000">
              <a:solidFill>
                <a:schemeClr val="lt1"/>
              </a:solidFill>
            </a:endParaRPr>
          </a:p>
        </p:txBody>
      </p:sp>
      <p:sp>
        <p:nvSpPr>
          <p:cNvPr id="1190" name="Google Shape;1190;p81"/>
          <p:cNvSpPr/>
          <p:nvPr/>
        </p:nvSpPr>
        <p:spPr>
          <a:xfrm>
            <a:off x="5836737" y="248880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81"/>
          <p:cNvSpPr/>
          <p:nvPr/>
        </p:nvSpPr>
        <p:spPr>
          <a:xfrm>
            <a:off x="4172812" y="111757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Jost Medium"/>
                <a:ea typeface="Jost Medium"/>
                <a:cs typeface="Jost Medium"/>
                <a:sym typeface="Jost Medium"/>
              </a:rPr>
              <a:t>1</a:t>
            </a:r>
            <a:endParaRPr>
              <a:solidFill>
                <a:schemeClr val="dk1"/>
              </a:solidFill>
              <a:latin typeface="Jost"/>
              <a:ea typeface="Jost"/>
              <a:cs typeface="Jost"/>
              <a:sym typeface="Jost"/>
            </a:endParaRPr>
          </a:p>
        </p:txBody>
      </p:sp>
      <p:sp>
        <p:nvSpPr>
          <p:cNvPr id="1192" name="Google Shape;1192;p81"/>
          <p:cNvSpPr/>
          <p:nvPr/>
        </p:nvSpPr>
        <p:spPr>
          <a:xfrm>
            <a:off x="4172812" y="2030066"/>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Jost Medium"/>
                <a:ea typeface="Jost Medium"/>
                <a:cs typeface="Jost Medium"/>
                <a:sym typeface="Jost Medium"/>
              </a:rPr>
              <a:t>2</a:t>
            </a:r>
            <a:endParaRPr/>
          </a:p>
        </p:txBody>
      </p:sp>
      <p:sp>
        <p:nvSpPr>
          <p:cNvPr id="1193" name="Google Shape;1193;p81"/>
          <p:cNvSpPr/>
          <p:nvPr/>
        </p:nvSpPr>
        <p:spPr>
          <a:xfrm>
            <a:off x="4172812" y="2945041"/>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Jost Medium"/>
                <a:ea typeface="Jost Medium"/>
                <a:cs typeface="Jost Medium"/>
                <a:sym typeface="Jost Medium"/>
              </a:rPr>
              <a:t>3</a:t>
            </a:r>
            <a:endParaRPr/>
          </a:p>
        </p:txBody>
      </p:sp>
      <p:sp>
        <p:nvSpPr>
          <p:cNvPr id="1194" name="Google Shape;1194;p81"/>
          <p:cNvSpPr/>
          <p:nvPr/>
        </p:nvSpPr>
        <p:spPr>
          <a:xfrm>
            <a:off x="4172812" y="3860016"/>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Jost Medium"/>
                <a:ea typeface="Jost Medium"/>
                <a:cs typeface="Jost Medium"/>
                <a:sym typeface="Jost Medium"/>
              </a:rPr>
              <a:t>4</a:t>
            </a:r>
            <a:endParaRPr/>
          </a:p>
        </p:txBody>
      </p:sp>
      <p:cxnSp>
        <p:nvCxnSpPr>
          <p:cNvPr id="1195" name="Google Shape;1195;p81"/>
          <p:cNvCxnSpPr>
            <a:stCxn id="1191" idx="3"/>
            <a:endCxn id="1190" idx="0"/>
          </p:cNvCxnSpPr>
          <p:nvPr/>
        </p:nvCxnSpPr>
        <p:spPr>
          <a:xfrm>
            <a:off x="4931812" y="1497079"/>
            <a:ext cx="1284300" cy="991800"/>
          </a:xfrm>
          <a:prstGeom prst="bentConnector2">
            <a:avLst/>
          </a:prstGeom>
          <a:noFill/>
          <a:ln cap="flat" cmpd="sng" w="19050">
            <a:solidFill>
              <a:schemeClr val="dk1"/>
            </a:solidFill>
            <a:prstDash val="solid"/>
            <a:round/>
            <a:headEnd len="med" w="med" type="none"/>
            <a:tailEnd len="med" w="med" type="none"/>
          </a:ln>
        </p:spPr>
      </p:cxnSp>
      <p:cxnSp>
        <p:nvCxnSpPr>
          <p:cNvPr id="1196" name="Google Shape;1196;p81"/>
          <p:cNvCxnSpPr>
            <a:stCxn id="1192" idx="3"/>
            <a:endCxn id="1190" idx="1"/>
          </p:cNvCxnSpPr>
          <p:nvPr/>
        </p:nvCxnSpPr>
        <p:spPr>
          <a:xfrm>
            <a:off x="4931812" y="2409566"/>
            <a:ext cx="904800" cy="458700"/>
          </a:xfrm>
          <a:prstGeom prst="bentConnector3">
            <a:avLst>
              <a:gd fmla="val 50007" name="adj1"/>
            </a:avLst>
          </a:prstGeom>
          <a:noFill/>
          <a:ln cap="flat" cmpd="sng" w="19050">
            <a:solidFill>
              <a:schemeClr val="dk1"/>
            </a:solidFill>
            <a:prstDash val="solid"/>
            <a:round/>
            <a:headEnd len="med" w="med" type="none"/>
            <a:tailEnd len="med" w="med" type="none"/>
          </a:ln>
        </p:spPr>
      </p:cxnSp>
      <p:cxnSp>
        <p:nvCxnSpPr>
          <p:cNvPr id="1197" name="Google Shape;1197;p81"/>
          <p:cNvCxnSpPr>
            <a:stCxn id="1193" idx="3"/>
            <a:endCxn id="1190" idx="1"/>
          </p:cNvCxnSpPr>
          <p:nvPr/>
        </p:nvCxnSpPr>
        <p:spPr>
          <a:xfrm flipH="1" rot="10800000">
            <a:off x="4931812" y="2868241"/>
            <a:ext cx="904800" cy="456300"/>
          </a:xfrm>
          <a:prstGeom prst="bentConnector3">
            <a:avLst>
              <a:gd fmla="val 50007" name="adj1"/>
            </a:avLst>
          </a:prstGeom>
          <a:noFill/>
          <a:ln cap="flat" cmpd="sng" w="19050">
            <a:solidFill>
              <a:schemeClr val="dk1"/>
            </a:solidFill>
            <a:prstDash val="solid"/>
            <a:round/>
            <a:headEnd len="med" w="med" type="none"/>
            <a:tailEnd len="med" w="med" type="none"/>
          </a:ln>
        </p:spPr>
      </p:cxnSp>
      <p:cxnSp>
        <p:nvCxnSpPr>
          <p:cNvPr id="1198" name="Google Shape;1198;p81"/>
          <p:cNvCxnSpPr>
            <a:stCxn id="1194" idx="3"/>
            <a:endCxn id="1190" idx="2"/>
          </p:cNvCxnSpPr>
          <p:nvPr/>
        </p:nvCxnSpPr>
        <p:spPr>
          <a:xfrm flipH="1" rot="10800000">
            <a:off x="4931812" y="3247716"/>
            <a:ext cx="1284300" cy="991800"/>
          </a:xfrm>
          <a:prstGeom prst="bentConnector2">
            <a:avLst/>
          </a:prstGeom>
          <a:noFill/>
          <a:ln cap="flat" cmpd="sng" w="19050">
            <a:solidFill>
              <a:schemeClr val="dk1"/>
            </a:solidFill>
            <a:prstDash val="solid"/>
            <a:round/>
            <a:headEnd len="med" w="med" type="none"/>
            <a:tailEnd len="med" w="med" type="none"/>
          </a:ln>
        </p:spPr>
      </p:cxnSp>
      <p:grpSp>
        <p:nvGrpSpPr>
          <p:cNvPr id="1199" name="Google Shape;1199;p81"/>
          <p:cNvGrpSpPr/>
          <p:nvPr/>
        </p:nvGrpSpPr>
        <p:grpSpPr>
          <a:xfrm>
            <a:off x="6078859" y="2763553"/>
            <a:ext cx="274757" cy="209511"/>
            <a:chOff x="4058525" y="2786050"/>
            <a:chExt cx="265825" cy="202700"/>
          </a:xfrm>
        </p:grpSpPr>
        <p:sp>
          <p:nvSpPr>
            <p:cNvPr id="1200" name="Google Shape;1200;p81"/>
            <p:cNvSpPr/>
            <p:nvPr/>
          </p:nvSpPr>
          <p:spPr>
            <a:xfrm>
              <a:off x="4058525" y="2786050"/>
              <a:ext cx="265825" cy="202700"/>
            </a:xfrm>
            <a:custGeom>
              <a:rect b="b" l="l" r="r" t="t"/>
              <a:pathLst>
                <a:path extrusionOk="0" h="8108" w="10633">
                  <a:moveTo>
                    <a:pt x="5317" y="372"/>
                  </a:moveTo>
                  <a:lnTo>
                    <a:pt x="5769" y="399"/>
                  </a:lnTo>
                  <a:lnTo>
                    <a:pt x="6194" y="478"/>
                  </a:lnTo>
                  <a:lnTo>
                    <a:pt x="6619" y="611"/>
                  </a:lnTo>
                  <a:lnTo>
                    <a:pt x="7018" y="824"/>
                  </a:lnTo>
                  <a:lnTo>
                    <a:pt x="7390" y="1063"/>
                  </a:lnTo>
                  <a:lnTo>
                    <a:pt x="7736" y="1382"/>
                  </a:lnTo>
                  <a:lnTo>
                    <a:pt x="8028" y="1701"/>
                  </a:lnTo>
                  <a:lnTo>
                    <a:pt x="8267" y="2073"/>
                  </a:lnTo>
                  <a:lnTo>
                    <a:pt x="8453" y="2472"/>
                  </a:lnTo>
                  <a:lnTo>
                    <a:pt x="8613" y="2897"/>
                  </a:lnTo>
                  <a:lnTo>
                    <a:pt x="8693" y="3323"/>
                  </a:lnTo>
                  <a:lnTo>
                    <a:pt x="8719" y="3775"/>
                  </a:lnTo>
                  <a:lnTo>
                    <a:pt x="8719" y="4386"/>
                  </a:lnTo>
                  <a:lnTo>
                    <a:pt x="8081" y="4386"/>
                  </a:lnTo>
                  <a:lnTo>
                    <a:pt x="8081" y="4413"/>
                  </a:lnTo>
                  <a:lnTo>
                    <a:pt x="8055" y="4413"/>
                  </a:lnTo>
                  <a:lnTo>
                    <a:pt x="8055" y="3775"/>
                  </a:lnTo>
                  <a:lnTo>
                    <a:pt x="8028" y="3509"/>
                  </a:lnTo>
                  <a:lnTo>
                    <a:pt x="7975" y="3243"/>
                  </a:lnTo>
                  <a:lnTo>
                    <a:pt x="7922" y="2977"/>
                  </a:lnTo>
                  <a:lnTo>
                    <a:pt x="7815" y="2711"/>
                  </a:lnTo>
                  <a:lnTo>
                    <a:pt x="7709" y="2472"/>
                  </a:lnTo>
                  <a:lnTo>
                    <a:pt x="7576" y="2259"/>
                  </a:lnTo>
                  <a:lnTo>
                    <a:pt x="7417" y="2047"/>
                  </a:lnTo>
                  <a:lnTo>
                    <a:pt x="7231" y="1861"/>
                  </a:lnTo>
                  <a:lnTo>
                    <a:pt x="7045" y="1675"/>
                  </a:lnTo>
                  <a:lnTo>
                    <a:pt x="6832" y="1515"/>
                  </a:lnTo>
                  <a:lnTo>
                    <a:pt x="6619" y="1382"/>
                  </a:lnTo>
                  <a:lnTo>
                    <a:pt x="6380" y="1276"/>
                  </a:lnTo>
                  <a:lnTo>
                    <a:pt x="6114" y="1170"/>
                  </a:lnTo>
                  <a:lnTo>
                    <a:pt x="5875" y="1116"/>
                  </a:lnTo>
                  <a:lnTo>
                    <a:pt x="5583" y="1063"/>
                  </a:lnTo>
                  <a:lnTo>
                    <a:pt x="5051" y="1063"/>
                  </a:lnTo>
                  <a:lnTo>
                    <a:pt x="4759" y="1116"/>
                  </a:lnTo>
                  <a:lnTo>
                    <a:pt x="4519" y="1170"/>
                  </a:lnTo>
                  <a:lnTo>
                    <a:pt x="4253" y="1276"/>
                  </a:lnTo>
                  <a:lnTo>
                    <a:pt x="4014" y="1382"/>
                  </a:lnTo>
                  <a:lnTo>
                    <a:pt x="3802" y="1515"/>
                  </a:lnTo>
                  <a:lnTo>
                    <a:pt x="3589" y="1675"/>
                  </a:lnTo>
                  <a:lnTo>
                    <a:pt x="3403" y="1861"/>
                  </a:lnTo>
                  <a:lnTo>
                    <a:pt x="3217" y="2047"/>
                  </a:lnTo>
                  <a:lnTo>
                    <a:pt x="3057" y="2259"/>
                  </a:lnTo>
                  <a:lnTo>
                    <a:pt x="2924" y="2472"/>
                  </a:lnTo>
                  <a:lnTo>
                    <a:pt x="2818" y="2711"/>
                  </a:lnTo>
                  <a:lnTo>
                    <a:pt x="2712" y="2977"/>
                  </a:lnTo>
                  <a:lnTo>
                    <a:pt x="2659" y="3243"/>
                  </a:lnTo>
                  <a:lnTo>
                    <a:pt x="2605" y="3509"/>
                  </a:lnTo>
                  <a:lnTo>
                    <a:pt x="2579" y="3775"/>
                  </a:lnTo>
                  <a:lnTo>
                    <a:pt x="2579" y="4413"/>
                  </a:lnTo>
                  <a:lnTo>
                    <a:pt x="2526" y="4386"/>
                  </a:lnTo>
                  <a:lnTo>
                    <a:pt x="1914" y="4386"/>
                  </a:lnTo>
                  <a:lnTo>
                    <a:pt x="1914" y="3775"/>
                  </a:lnTo>
                  <a:lnTo>
                    <a:pt x="1941" y="3323"/>
                  </a:lnTo>
                  <a:lnTo>
                    <a:pt x="2021" y="2897"/>
                  </a:lnTo>
                  <a:lnTo>
                    <a:pt x="2180" y="2472"/>
                  </a:lnTo>
                  <a:lnTo>
                    <a:pt x="2366" y="2073"/>
                  </a:lnTo>
                  <a:lnTo>
                    <a:pt x="2605" y="1701"/>
                  </a:lnTo>
                  <a:lnTo>
                    <a:pt x="2898" y="1382"/>
                  </a:lnTo>
                  <a:lnTo>
                    <a:pt x="3243" y="1063"/>
                  </a:lnTo>
                  <a:lnTo>
                    <a:pt x="3616" y="824"/>
                  </a:lnTo>
                  <a:lnTo>
                    <a:pt x="4014" y="611"/>
                  </a:lnTo>
                  <a:lnTo>
                    <a:pt x="4440" y="478"/>
                  </a:lnTo>
                  <a:lnTo>
                    <a:pt x="4865" y="399"/>
                  </a:lnTo>
                  <a:lnTo>
                    <a:pt x="5317" y="372"/>
                  </a:lnTo>
                  <a:close/>
                  <a:moveTo>
                    <a:pt x="2446" y="4785"/>
                  </a:moveTo>
                  <a:lnTo>
                    <a:pt x="2499" y="4811"/>
                  </a:lnTo>
                  <a:lnTo>
                    <a:pt x="2552" y="4838"/>
                  </a:lnTo>
                  <a:lnTo>
                    <a:pt x="2579" y="4891"/>
                  </a:lnTo>
                  <a:lnTo>
                    <a:pt x="2579" y="4944"/>
                  </a:lnTo>
                  <a:lnTo>
                    <a:pt x="2579" y="7390"/>
                  </a:lnTo>
                  <a:lnTo>
                    <a:pt x="2579" y="7523"/>
                  </a:lnTo>
                  <a:lnTo>
                    <a:pt x="2499" y="7602"/>
                  </a:lnTo>
                  <a:lnTo>
                    <a:pt x="2393" y="7682"/>
                  </a:lnTo>
                  <a:lnTo>
                    <a:pt x="2260" y="7709"/>
                  </a:lnTo>
                  <a:lnTo>
                    <a:pt x="1622" y="7709"/>
                  </a:lnTo>
                  <a:lnTo>
                    <a:pt x="1383" y="7682"/>
                  </a:lnTo>
                  <a:lnTo>
                    <a:pt x="1143" y="7602"/>
                  </a:lnTo>
                  <a:lnTo>
                    <a:pt x="931" y="7496"/>
                  </a:lnTo>
                  <a:lnTo>
                    <a:pt x="745" y="7363"/>
                  </a:lnTo>
                  <a:lnTo>
                    <a:pt x="612" y="7177"/>
                  </a:lnTo>
                  <a:lnTo>
                    <a:pt x="479" y="6964"/>
                  </a:lnTo>
                  <a:lnTo>
                    <a:pt x="426" y="6725"/>
                  </a:lnTo>
                  <a:lnTo>
                    <a:pt x="399" y="6486"/>
                  </a:lnTo>
                  <a:lnTo>
                    <a:pt x="399" y="6007"/>
                  </a:lnTo>
                  <a:lnTo>
                    <a:pt x="426" y="5768"/>
                  </a:lnTo>
                  <a:lnTo>
                    <a:pt x="479" y="5529"/>
                  </a:lnTo>
                  <a:lnTo>
                    <a:pt x="612" y="5343"/>
                  </a:lnTo>
                  <a:lnTo>
                    <a:pt x="745" y="5157"/>
                  </a:lnTo>
                  <a:lnTo>
                    <a:pt x="931" y="4997"/>
                  </a:lnTo>
                  <a:lnTo>
                    <a:pt x="1143" y="4891"/>
                  </a:lnTo>
                  <a:lnTo>
                    <a:pt x="1383" y="4811"/>
                  </a:lnTo>
                  <a:lnTo>
                    <a:pt x="1622" y="4785"/>
                  </a:lnTo>
                  <a:close/>
                  <a:moveTo>
                    <a:pt x="9012" y="4785"/>
                  </a:moveTo>
                  <a:lnTo>
                    <a:pt x="9251" y="4811"/>
                  </a:lnTo>
                  <a:lnTo>
                    <a:pt x="9490" y="4891"/>
                  </a:lnTo>
                  <a:lnTo>
                    <a:pt x="9703" y="4997"/>
                  </a:lnTo>
                  <a:lnTo>
                    <a:pt x="9889" y="5157"/>
                  </a:lnTo>
                  <a:lnTo>
                    <a:pt x="10022" y="5343"/>
                  </a:lnTo>
                  <a:lnTo>
                    <a:pt x="10128" y="5529"/>
                  </a:lnTo>
                  <a:lnTo>
                    <a:pt x="10208" y="5768"/>
                  </a:lnTo>
                  <a:lnTo>
                    <a:pt x="10234" y="6007"/>
                  </a:lnTo>
                  <a:lnTo>
                    <a:pt x="10234" y="6486"/>
                  </a:lnTo>
                  <a:lnTo>
                    <a:pt x="10208" y="6725"/>
                  </a:lnTo>
                  <a:lnTo>
                    <a:pt x="10128" y="6964"/>
                  </a:lnTo>
                  <a:lnTo>
                    <a:pt x="10022" y="7177"/>
                  </a:lnTo>
                  <a:lnTo>
                    <a:pt x="9889" y="7363"/>
                  </a:lnTo>
                  <a:lnTo>
                    <a:pt x="9703" y="7496"/>
                  </a:lnTo>
                  <a:lnTo>
                    <a:pt x="9490" y="7602"/>
                  </a:lnTo>
                  <a:lnTo>
                    <a:pt x="9251" y="7682"/>
                  </a:lnTo>
                  <a:lnTo>
                    <a:pt x="9012" y="7709"/>
                  </a:lnTo>
                  <a:lnTo>
                    <a:pt x="8374" y="7709"/>
                  </a:lnTo>
                  <a:lnTo>
                    <a:pt x="8241" y="7682"/>
                  </a:lnTo>
                  <a:lnTo>
                    <a:pt x="8134" y="7602"/>
                  </a:lnTo>
                  <a:lnTo>
                    <a:pt x="8055" y="7523"/>
                  </a:lnTo>
                  <a:lnTo>
                    <a:pt x="8028" y="7390"/>
                  </a:lnTo>
                  <a:lnTo>
                    <a:pt x="8028" y="4944"/>
                  </a:lnTo>
                  <a:lnTo>
                    <a:pt x="8028" y="4918"/>
                  </a:lnTo>
                  <a:lnTo>
                    <a:pt x="8055" y="4864"/>
                  </a:lnTo>
                  <a:lnTo>
                    <a:pt x="8081" y="4838"/>
                  </a:lnTo>
                  <a:lnTo>
                    <a:pt x="8134" y="4811"/>
                  </a:lnTo>
                  <a:lnTo>
                    <a:pt x="8188" y="4785"/>
                  </a:lnTo>
                  <a:close/>
                  <a:moveTo>
                    <a:pt x="5317" y="0"/>
                  </a:moveTo>
                  <a:lnTo>
                    <a:pt x="4918" y="27"/>
                  </a:lnTo>
                  <a:lnTo>
                    <a:pt x="4546" y="80"/>
                  </a:lnTo>
                  <a:lnTo>
                    <a:pt x="4200" y="186"/>
                  </a:lnTo>
                  <a:lnTo>
                    <a:pt x="3855" y="292"/>
                  </a:lnTo>
                  <a:lnTo>
                    <a:pt x="3509" y="452"/>
                  </a:lnTo>
                  <a:lnTo>
                    <a:pt x="3190" y="638"/>
                  </a:lnTo>
                  <a:lnTo>
                    <a:pt x="2898" y="877"/>
                  </a:lnTo>
                  <a:lnTo>
                    <a:pt x="2632" y="1116"/>
                  </a:lnTo>
                  <a:lnTo>
                    <a:pt x="2393" y="1382"/>
                  </a:lnTo>
                  <a:lnTo>
                    <a:pt x="2180" y="1675"/>
                  </a:lnTo>
                  <a:lnTo>
                    <a:pt x="1994" y="1967"/>
                  </a:lnTo>
                  <a:lnTo>
                    <a:pt x="1835" y="2313"/>
                  </a:lnTo>
                  <a:lnTo>
                    <a:pt x="1702" y="2658"/>
                  </a:lnTo>
                  <a:lnTo>
                    <a:pt x="1595" y="3030"/>
                  </a:lnTo>
                  <a:lnTo>
                    <a:pt x="1542" y="3402"/>
                  </a:lnTo>
                  <a:lnTo>
                    <a:pt x="1516" y="3775"/>
                  </a:lnTo>
                  <a:lnTo>
                    <a:pt x="1516" y="4386"/>
                  </a:lnTo>
                  <a:lnTo>
                    <a:pt x="1197" y="4439"/>
                  </a:lnTo>
                  <a:lnTo>
                    <a:pt x="931" y="4545"/>
                  </a:lnTo>
                  <a:lnTo>
                    <a:pt x="665" y="4705"/>
                  </a:lnTo>
                  <a:lnTo>
                    <a:pt x="426" y="4891"/>
                  </a:lnTo>
                  <a:lnTo>
                    <a:pt x="240" y="5130"/>
                  </a:lnTo>
                  <a:lnTo>
                    <a:pt x="107" y="5396"/>
                  </a:lnTo>
                  <a:lnTo>
                    <a:pt x="27" y="5715"/>
                  </a:lnTo>
                  <a:lnTo>
                    <a:pt x="0" y="6007"/>
                  </a:lnTo>
                  <a:lnTo>
                    <a:pt x="0" y="6486"/>
                  </a:lnTo>
                  <a:lnTo>
                    <a:pt x="0" y="6645"/>
                  </a:lnTo>
                  <a:lnTo>
                    <a:pt x="27" y="6805"/>
                  </a:lnTo>
                  <a:lnTo>
                    <a:pt x="80" y="6964"/>
                  </a:lnTo>
                  <a:lnTo>
                    <a:pt x="133" y="7124"/>
                  </a:lnTo>
                  <a:lnTo>
                    <a:pt x="266" y="7390"/>
                  </a:lnTo>
                  <a:lnTo>
                    <a:pt x="479" y="7629"/>
                  </a:lnTo>
                  <a:lnTo>
                    <a:pt x="718" y="7842"/>
                  </a:lnTo>
                  <a:lnTo>
                    <a:pt x="984" y="7974"/>
                  </a:lnTo>
                  <a:lnTo>
                    <a:pt x="1143" y="8028"/>
                  </a:lnTo>
                  <a:lnTo>
                    <a:pt x="1303" y="8081"/>
                  </a:lnTo>
                  <a:lnTo>
                    <a:pt x="1462" y="8107"/>
                  </a:lnTo>
                  <a:lnTo>
                    <a:pt x="2419" y="8107"/>
                  </a:lnTo>
                  <a:lnTo>
                    <a:pt x="2552" y="8054"/>
                  </a:lnTo>
                  <a:lnTo>
                    <a:pt x="2659" y="7974"/>
                  </a:lnTo>
                  <a:lnTo>
                    <a:pt x="2791" y="7895"/>
                  </a:lnTo>
                  <a:lnTo>
                    <a:pt x="2871" y="7788"/>
                  </a:lnTo>
                  <a:lnTo>
                    <a:pt x="2924" y="7655"/>
                  </a:lnTo>
                  <a:lnTo>
                    <a:pt x="2978" y="7523"/>
                  </a:lnTo>
                  <a:lnTo>
                    <a:pt x="3004" y="7390"/>
                  </a:lnTo>
                  <a:lnTo>
                    <a:pt x="3004" y="3775"/>
                  </a:lnTo>
                  <a:lnTo>
                    <a:pt x="3004" y="3535"/>
                  </a:lnTo>
                  <a:lnTo>
                    <a:pt x="3031" y="3323"/>
                  </a:lnTo>
                  <a:lnTo>
                    <a:pt x="3084" y="3083"/>
                  </a:lnTo>
                  <a:lnTo>
                    <a:pt x="3164" y="2871"/>
                  </a:lnTo>
                  <a:lnTo>
                    <a:pt x="3270" y="2685"/>
                  </a:lnTo>
                  <a:lnTo>
                    <a:pt x="3376" y="2472"/>
                  </a:lnTo>
                  <a:lnTo>
                    <a:pt x="3536" y="2313"/>
                  </a:lnTo>
                  <a:lnTo>
                    <a:pt x="3669" y="2127"/>
                  </a:lnTo>
                  <a:lnTo>
                    <a:pt x="3828" y="1994"/>
                  </a:lnTo>
                  <a:lnTo>
                    <a:pt x="4014" y="1861"/>
                  </a:lnTo>
                  <a:lnTo>
                    <a:pt x="4200" y="1728"/>
                  </a:lnTo>
                  <a:lnTo>
                    <a:pt x="4413" y="1648"/>
                  </a:lnTo>
                  <a:lnTo>
                    <a:pt x="4626" y="1568"/>
                  </a:lnTo>
                  <a:lnTo>
                    <a:pt x="4838" y="1515"/>
                  </a:lnTo>
                  <a:lnTo>
                    <a:pt x="5077" y="1462"/>
                  </a:lnTo>
                  <a:lnTo>
                    <a:pt x="5556" y="1462"/>
                  </a:lnTo>
                  <a:lnTo>
                    <a:pt x="5795" y="1515"/>
                  </a:lnTo>
                  <a:lnTo>
                    <a:pt x="6008" y="1568"/>
                  </a:lnTo>
                  <a:lnTo>
                    <a:pt x="6220" y="1648"/>
                  </a:lnTo>
                  <a:lnTo>
                    <a:pt x="6433" y="1728"/>
                  </a:lnTo>
                  <a:lnTo>
                    <a:pt x="6619" y="1861"/>
                  </a:lnTo>
                  <a:lnTo>
                    <a:pt x="6805" y="1994"/>
                  </a:lnTo>
                  <a:lnTo>
                    <a:pt x="6965" y="2127"/>
                  </a:lnTo>
                  <a:lnTo>
                    <a:pt x="7124" y="2313"/>
                  </a:lnTo>
                  <a:lnTo>
                    <a:pt x="7257" y="2472"/>
                  </a:lnTo>
                  <a:lnTo>
                    <a:pt x="7363" y="2685"/>
                  </a:lnTo>
                  <a:lnTo>
                    <a:pt x="7470" y="2871"/>
                  </a:lnTo>
                  <a:lnTo>
                    <a:pt x="7550" y="3083"/>
                  </a:lnTo>
                  <a:lnTo>
                    <a:pt x="7603" y="3323"/>
                  </a:lnTo>
                  <a:lnTo>
                    <a:pt x="7629" y="3535"/>
                  </a:lnTo>
                  <a:lnTo>
                    <a:pt x="7629" y="3775"/>
                  </a:lnTo>
                  <a:lnTo>
                    <a:pt x="7629" y="4891"/>
                  </a:lnTo>
                  <a:lnTo>
                    <a:pt x="7629" y="4944"/>
                  </a:lnTo>
                  <a:lnTo>
                    <a:pt x="7629" y="7390"/>
                  </a:lnTo>
                  <a:lnTo>
                    <a:pt x="7656" y="7523"/>
                  </a:lnTo>
                  <a:lnTo>
                    <a:pt x="7709" y="7655"/>
                  </a:lnTo>
                  <a:lnTo>
                    <a:pt x="7762" y="7788"/>
                  </a:lnTo>
                  <a:lnTo>
                    <a:pt x="7842" y="7895"/>
                  </a:lnTo>
                  <a:lnTo>
                    <a:pt x="7948" y="7974"/>
                  </a:lnTo>
                  <a:lnTo>
                    <a:pt x="8081" y="8054"/>
                  </a:lnTo>
                  <a:lnTo>
                    <a:pt x="8214" y="8107"/>
                  </a:lnTo>
                  <a:lnTo>
                    <a:pt x="9171" y="8107"/>
                  </a:lnTo>
                  <a:lnTo>
                    <a:pt x="9331" y="8081"/>
                  </a:lnTo>
                  <a:lnTo>
                    <a:pt x="9490" y="8028"/>
                  </a:lnTo>
                  <a:lnTo>
                    <a:pt x="9649" y="7974"/>
                  </a:lnTo>
                  <a:lnTo>
                    <a:pt x="9915" y="7842"/>
                  </a:lnTo>
                  <a:lnTo>
                    <a:pt x="10155" y="7629"/>
                  </a:lnTo>
                  <a:lnTo>
                    <a:pt x="10367" y="7390"/>
                  </a:lnTo>
                  <a:lnTo>
                    <a:pt x="10500" y="7124"/>
                  </a:lnTo>
                  <a:lnTo>
                    <a:pt x="10553" y="6964"/>
                  </a:lnTo>
                  <a:lnTo>
                    <a:pt x="10606" y="6805"/>
                  </a:lnTo>
                  <a:lnTo>
                    <a:pt x="10633" y="6645"/>
                  </a:lnTo>
                  <a:lnTo>
                    <a:pt x="10633" y="6486"/>
                  </a:lnTo>
                  <a:lnTo>
                    <a:pt x="10633" y="6007"/>
                  </a:lnTo>
                  <a:lnTo>
                    <a:pt x="10606" y="5715"/>
                  </a:lnTo>
                  <a:lnTo>
                    <a:pt x="10527" y="5396"/>
                  </a:lnTo>
                  <a:lnTo>
                    <a:pt x="10394" y="5130"/>
                  </a:lnTo>
                  <a:lnTo>
                    <a:pt x="10208" y="4918"/>
                  </a:lnTo>
                  <a:lnTo>
                    <a:pt x="9968" y="4705"/>
                  </a:lnTo>
                  <a:lnTo>
                    <a:pt x="9703" y="4545"/>
                  </a:lnTo>
                  <a:lnTo>
                    <a:pt x="9437" y="4439"/>
                  </a:lnTo>
                  <a:lnTo>
                    <a:pt x="9118" y="4386"/>
                  </a:lnTo>
                  <a:lnTo>
                    <a:pt x="9118" y="3775"/>
                  </a:lnTo>
                  <a:lnTo>
                    <a:pt x="9091" y="3402"/>
                  </a:lnTo>
                  <a:lnTo>
                    <a:pt x="9038" y="3030"/>
                  </a:lnTo>
                  <a:lnTo>
                    <a:pt x="8932" y="2658"/>
                  </a:lnTo>
                  <a:lnTo>
                    <a:pt x="8799" y="2313"/>
                  </a:lnTo>
                  <a:lnTo>
                    <a:pt x="8639" y="1967"/>
                  </a:lnTo>
                  <a:lnTo>
                    <a:pt x="8453" y="1675"/>
                  </a:lnTo>
                  <a:lnTo>
                    <a:pt x="8241" y="1382"/>
                  </a:lnTo>
                  <a:lnTo>
                    <a:pt x="8001" y="1116"/>
                  </a:lnTo>
                  <a:lnTo>
                    <a:pt x="7736" y="877"/>
                  </a:lnTo>
                  <a:lnTo>
                    <a:pt x="7443" y="638"/>
                  </a:lnTo>
                  <a:lnTo>
                    <a:pt x="7124" y="452"/>
                  </a:lnTo>
                  <a:lnTo>
                    <a:pt x="6779" y="292"/>
                  </a:lnTo>
                  <a:lnTo>
                    <a:pt x="6433" y="186"/>
                  </a:lnTo>
                  <a:lnTo>
                    <a:pt x="6088" y="80"/>
                  </a:lnTo>
                  <a:lnTo>
                    <a:pt x="5715" y="27"/>
                  </a:lnTo>
                  <a:lnTo>
                    <a:pt x="531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 name="Google Shape;1201;p81"/>
            <p:cNvSpPr/>
            <p:nvPr/>
          </p:nvSpPr>
          <p:spPr>
            <a:xfrm>
              <a:off x="4098400" y="2918275"/>
              <a:ext cx="10000" cy="45225"/>
            </a:xfrm>
            <a:custGeom>
              <a:rect b="b" l="l" r="r" t="t"/>
              <a:pathLst>
                <a:path extrusionOk="0" h="1809" w="400">
                  <a:moveTo>
                    <a:pt x="186" y="1"/>
                  </a:moveTo>
                  <a:lnTo>
                    <a:pt x="107" y="27"/>
                  </a:lnTo>
                  <a:lnTo>
                    <a:pt x="53" y="54"/>
                  </a:lnTo>
                  <a:lnTo>
                    <a:pt x="0" y="134"/>
                  </a:lnTo>
                  <a:lnTo>
                    <a:pt x="0" y="213"/>
                  </a:lnTo>
                  <a:lnTo>
                    <a:pt x="0" y="1596"/>
                  </a:lnTo>
                  <a:lnTo>
                    <a:pt x="0" y="1675"/>
                  </a:lnTo>
                  <a:lnTo>
                    <a:pt x="53" y="1728"/>
                  </a:lnTo>
                  <a:lnTo>
                    <a:pt x="107" y="1782"/>
                  </a:lnTo>
                  <a:lnTo>
                    <a:pt x="186" y="1808"/>
                  </a:lnTo>
                  <a:lnTo>
                    <a:pt x="266" y="1782"/>
                  </a:lnTo>
                  <a:lnTo>
                    <a:pt x="346" y="1728"/>
                  </a:lnTo>
                  <a:lnTo>
                    <a:pt x="372" y="1675"/>
                  </a:lnTo>
                  <a:lnTo>
                    <a:pt x="399" y="1596"/>
                  </a:lnTo>
                  <a:lnTo>
                    <a:pt x="399" y="213"/>
                  </a:lnTo>
                  <a:lnTo>
                    <a:pt x="372" y="134"/>
                  </a:lnTo>
                  <a:lnTo>
                    <a:pt x="346" y="54"/>
                  </a:lnTo>
                  <a:lnTo>
                    <a:pt x="266" y="27"/>
                  </a:lnTo>
                  <a:lnTo>
                    <a:pt x="18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81"/>
            <p:cNvSpPr/>
            <p:nvPr/>
          </p:nvSpPr>
          <p:spPr>
            <a:xfrm>
              <a:off x="4274500" y="2918275"/>
              <a:ext cx="10000" cy="45225"/>
            </a:xfrm>
            <a:custGeom>
              <a:rect b="b" l="l" r="r" t="t"/>
              <a:pathLst>
                <a:path extrusionOk="0" h="1809" w="400">
                  <a:moveTo>
                    <a:pt x="213" y="1"/>
                  </a:moveTo>
                  <a:lnTo>
                    <a:pt x="133" y="27"/>
                  </a:lnTo>
                  <a:lnTo>
                    <a:pt x="54" y="54"/>
                  </a:lnTo>
                  <a:lnTo>
                    <a:pt x="27" y="134"/>
                  </a:lnTo>
                  <a:lnTo>
                    <a:pt x="0" y="213"/>
                  </a:lnTo>
                  <a:lnTo>
                    <a:pt x="0" y="1596"/>
                  </a:lnTo>
                  <a:lnTo>
                    <a:pt x="27" y="1675"/>
                  </a:lnTo>
                  <a:lnTo>
                    <a:pt x="54" y="1728"/>
                  </a:lnTo>
                  <a:lnTo>
                    <a:pt x="133" y="1782"/>
                  </a:lnTo>
                  <a:lnTo>
                    <a:pt x="213" y="1808"/>
                  </a:lnTo>
                  <a:lnTo>
                    <a:pt x="293" y="1782"/>
                  </a:lnTo>
                  <a:lnTo>
                    <a:pt x="346" y="1728"/>
                  </a:lnTo>
                  <a:lnTo>
                    <a:pt x="399" y="1675"/>
                  </a:lnTo>
                  <a:lnTo>
                    <a:pt x="399" y="1596"/>
                  </a:lnTo>
                  <a:lnTo>
                    <a:pt x="399" y="213"/>
                  </a:lnTo>
                  <a:lnTo>
                    <a:pt x="399" y="134"/>
                  </a:lnTo>
                  <a:lnTo>
                    <a:pt x="346" y="54"/>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6" name="Shape 1206"/>
        <p:cNvGrpSpPr/>
        <p:nvPr/>
      </p:nvGrpSpPr>
      <p:grpSpPr>
        <a:xfrm>
          <a:off x="0" y="0"/>
          <a:ext cx="0" cy="0"/>
          <a:chOff x="0" y="0"/>
          <a:chExt cx="0" cy="0"/>
        </a:xfrm>
      </p:grpSpPr>
      <p:sp>
        <p:nvSpPr>
          <p:cNvPr id="1207" name="Google Shape;1207;p82"/>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p>
            <a:pPr indent="0" lvl="0" marL="0" rtl="0" algn="ctr">
              <a:spcBef>
                <a:spcPts val="0"/>
              </a:spcBef>
              <a:spcAft>
                <a:spcPts val="0"/>
              </a:spcAft>
              <a:buNone/>
            </a:pPr>
            <a:r>
              <a:rPr lang="en"/>
              <a:t>DURATION OF SLEEP STAGES</a:t>
            </a:r>
            <a:endParaRPr/>
          </a:p>
        </p:txBody>
      </p:sp>
      <p:sp>
        <p:nvSpPr>
          <p:cNvPr id="1208" name="Google Shape;1208;p82"/>
          <p:cNvSpPr txBox="1"/>
          <p:nvPr>
            <p:ph idx="4294967295" type="title"/>
          </p:nvPr>
        </p:nvSpPr>
        <p:spPr>
          <a:xfrm>
            <a:off x="6079612" y="2561125"/>
            <a:ext cx="21204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VENUS</a:t>
            </a:r>
            <a:endParaRPr sz="2000">
              <a:solidFill>
                <a:schemeClr val="lt1"/>
              </a:solidFill>
            </a:endParaRPr>
          </a:p>
        </p:txBody>
      </p:sp>
      <p:sp>
        <p:nvSpPr>
          <p:cNvPr id="1209" name="Google Shape;1209;p82"/>
          <p:cNvSpPr txBox="1"/>
          <p:nvPr>
            <p:ph idx="4294967295" type="subTitle"/>
          </p:nvPr>
        </p:nvSpPr>
        <p:spPr>
          <a:xfrm>
            <a:off x="6079762" y="2774325"/>
            <a:ext cx="2120100" cy="731100"/>
          </a:xfrm>
          <a:prstGeom prst="rect">
            <a:avLst/>
          </a:prstGeom>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a:t>Venus has a beautiful name and is the second planet from the Sun</a:t>
            </a:r>
            <a:endParaRPr/>
          </a:p>
        </p:txBody>
      </p:sp>
      <p:sp>
        <p:nvSpPr>
          <p:cNvPr id="1210" name="Google Shape;1210;p82"/>
          <p:cNvSpPr txBox="1"/>
          <p:nvPr>
            <p:ph idx="4294967295" type="title"/>
          </p:nvPr>
        </p:nvSpPr>
        <p:spPr>
          <a:xfrm>
            <a:off x="948771" y="2561125"/>
            <a:ext cx="21213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lt1"/>
                </a:solidFill>
              </a:rPr>
              <a:t>MERCURY</a:t>
            </a:r>
            <a:endParaRPr sz="2000">
              <a:solidFill>
                <a:schemeClr val="lt1"/>
              </a:solidFill>
            </a:endParaRPr>
          </a:p>
        </p:txBody>
      </p:sp>
      <p:sp>
        <p:nvSpPr>
          <p:cNvPr id="1211" name="Google Shape;1211;p82"/>
          <p:cNvSpPr txBox="1"/>
          <p:nvPr>
            <p:ph idx="4294967295" type="subTitle"/>
          </p:nvPr>
        </p:nvSpPr>
        <p:spPr>
          <a:xfrm>
            <a:off x="948921" y="2774325"/>
            <a:ext cx="2121000" cy="731100"/>
          </a:xfrm>
          <a:prstGeom prst="rect">
            <a:avLst/>
          </a:prstGeom>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a:t>Mercury is the closest planet to the Sun and the smallest of them all</a:t>
            </a:r>
            <a:endParaRPr/>
          </a:p>
        </p:txBody>
      </p:sp>
      <p:sp>
        <p:nvSpPr>
          <p:cNvPr id="1212" name="Google Shape;1212;p82"/>
          <p:cNvSpPr txBox="1"/>
          <p:nvPr>
            <p:ph idx="4294967295" type="subTitle"/>
          </p:nvPr>
        </p:nvSpPr>
        <p:spPr>
          <a:xfrm>
            <a:off x="720000" y="3928247"/>
            <a:ext cx="7704000" cy="365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t>Follow the link in the graph to modify its data and then paste the new one here. </a:t>
            </a:r>
            <a:r>
              <a:rPr b="1" lang="en" sz="1000" u="sng">
                <a:hlinkClick r:id="rId3"/>
              </a:rPr>
              <a:t>For more info, click here</a:t>
            </a:r>
            <a:endParaRPr b="1" sz="1000" u="sng"/>
          </a:p>
        </p:txBody>
      </p:sp>
      <p:sp>
        <p:nvSpPr>
          <p:cNvPr id="1213" name="Google Shape;1213;p82"/>
          <p:cNvSpPr txBox="1"/>
          <p:nvPr/>
        </p:nvSpPr>
        <p:spPr>
          <a:xfrm>
            <a:off x="1629921" y="1638083"/>
            <a:ext cx="759000" cy="7590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500">
                <a:solidFill>
                  <a:schemeClr val="dk2"/>
                </a:solidFill>
                <a:latin typeface="Jost Medium"/>
                <a:ea typeface="Jost Medium"/>
                <a:cs typeface="Jost Medium"/>
                <a:sym typeface="Jost Medium"/>
              </a:rPr>
              <a:t>50%</a:t>
            </a:r>
            <a:endParaRPr sz="1500">
              <a:solidFill>
                <a:schemeClr val="dk2"/>
              </a:solidFill>
              <a:latin typeface="Jost Medium"/>
              <a:ea typeface="Jost Medium"/>
              <a:cs typeface="Jost Medium"/>
              <a:sym typeface="Jost Medium"/>
            </a:endParaRPr>
          </a:p>
        </p:txBody>
      </p:sp>
      <p:sp>
        <p:nvSpPr>
          <p:cNvPr id="1214" name="Google Shape;1214;p82"/>
          <p:cNvSpPr txBox="1"/>
          <p:nvPr/>
        </p:nvSpPr>
        <p:spPr>
          <a:xfrm>
            <a:off x="6760312" y="1638083"/>
            <a:ext cx="759000" cy="7590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500">
                <a:solidFill>
                  <a:schemeClr val="dk2"/>
                </a:solidFill>
                <a:latin typeface="Jost Medium"/>
                <a:ea typeface="Jost Medium"/>
                <a:cs typeface="Jost Medium"/>
                <a:sym typeface="Jost Medium"/>
              </a:rPr>
              <a:t>50%</a:t>
            </a:r>
            <a:endParaRPr sz="1500">
              <a:solidFill>
                <a:schemeClr val="dk2"/>
              </a:solidFill>
              <a:latin typeface="Jost Medium"/>
              <a:ea typeface="Jost Medium"/>
              <a:cs typeface="Jost Medium"/>
              <a:sym typeface="Jost Medium"/>
            </a:endParaRPr>
          </a:p>
        </p:txBody>
      </p:sp>
      <p:pic>
        <p:nvPicPr>
          <p:cNvPr id="1215" name="Google Shape;1215;p82" title="Chart">
            <a:hlinkClick r:id="rId4"/>
          </p:cNvPr>
          <p:cNvPicPr preferRelativeResize="0"/>
          <p:nvPr/>
        </p:nvPicPr>
        <p:blipFill rotWithShape="1">
          <a:blip r:embed="rId5">
            <a:alphaModFix/>
          </a:blip>
          <a:srcRect b="4329" l="6536" r="7011" t="4155"/>
          <a:stretch/>
        </p:blipFill>
        <p:spPr>
          <a:xfrm>
            <a:off x="3342687" y="1317326"/>
            <a:ext cx="2468401" cy="247802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9" name="Shape 1219"/>
        <p:cNvGrpSpPr/>
        <p:nvPr/>
      </p:nvGrpSpPr>
      <p:grpSpPr>
        <a:xfrm>
          <a:off x="0" y="0"/>
          <a:ext cx="0" cy="0"/>
          <a:chOff x="0" y="0"/>
          <a:chExt cx="0" cy="0"/>
        </a:xfrm>
      </p:grpSpPr>
      <p:sp>
        <p:nvSpPr>
          <p:cNvPr id="1220" name="Google Shape;1220;p83"/>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SLEEP STAGES FEATURES</a:t>
            </a:r>
            <a:endParaRPr/>
          </a:p>
        </p:txBody>
      </p:sp>
      <p:graphicFrame>
        <p:nvGraphicFramePr>
          <p:cNvPr id="1221" name="Google Shape;1221;p83"/>
          <p:cNvGraphicFramePr/>
          <p:nvPr/>
        </p:nvGraphicFramePr>
        <p:xfrm>
          <a:off x="952500" y="2327985"/>
          <a:ext cx="3000000" cy="3000000"/>
        </p:xfrm>
        <a:graphic>
          <a:graphicData uri="http://schemas.openxmlformats.org/drawingml/2006/table">
            <a:tbl>
              <a:tblPr>
                <a:noFill/>
                <a:tableStyleId>{04D0B651-03DF-4497-BCE3-E2327ABBB25E}</a:tableStyleId>
              </a:tblPr>
              <a:tblGrid>
                <a:gridCol w="1809750"/>
                <a:gridCol w="1809750"/>
                <a:gridCol w="1809750"/>
                <a:gridCol w="1809750"/>
              </a:tblGrid>
              <a:tr h="381000">
                <a:tc>
                  <a:txBody>
                    <a:bodyPr/>
                    <a:lstStyle/>
                    <a:p>
                      <a:pPr indent="0" lvl="0" marL="0" rtl="0" algn="ctr">
                        <a:spcBef>
                          <a:spcPts val="0"/>
                        </a:spcBef>
                        <a:spcAft>
                          <a:spcPts val="0"/>
                        </a:spcAft>
                        <a:buNone/>
                      </a:pPr>
                      <a:r>
                        <a:rPr lang="en" sz="2000">
                          <a:solidFill>
                            <a:schemeClr val="dk1"/>
                          </a:solidFill>
                          <a:latin typeface="Jost"/>
                          <a:ea typeface="Jost"/>
                          <a:cs typeface="Jost"/>
                          <a:sym typeface="Jost"/>
                        </a:rPr>
                        <a:t>REM</a:t>
                      </a:r>
                      <a:endParaRPr sz="2000">
                        <a:solidFill>
                          <a:schemeClr val="dk1"/>
                        </a:solidFill>
                        <a:latin typeface="Jost"/>
                        <a:ea typeface="Jost"/>
                        <a:cs typeface="Jost"/>
                        <a:sym typeface="Jost"/>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Jost"/>
                          <a:ea typeface="Jost"/>
                          <a:cs typeface="Jost"/>
                          <a:sym typeface="Jost"/>
                        </a:rPr>
                        <a:t>N1</a:t>
                      </a:r>
                      <a:endParaRPr sz="2000">
                        <a:solidFill>
                          <a:schemeClr val="dk1"/>
                        </a:solidFill>
                        <a:latin typeface="Jost"/>
                        <a:ea typeface="Jost"/>
                        <a:cs typeface="Jost"/>
                        <a:sym typeface="Jost"/>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Jost"/>
                          <a:ea typeface="Jost"/>
                          <a:cs typeface="Jost"/>
                          <a:sym typeface="Jost"/>
                        </a:rPr>
                        <a:t>N2</a:t>
                      </a:r>
                      <a:endParaRPr sz="2000">
                        <a:solidFill>
                          <a:schemeClr val="dk1"/>
                        </a:solidFill>
                        <a:latin typeface="Jost"/>
                        <a:ea typeface="Jost"/>
                        <a:cs typeface="Jost"/>
                        <a:sym typeface="Jost"/>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Jost"/>
                          <a:ea typeface="Jost"/>
                          <a:cs typeface="Jost"/>
                          <a:sym typeface="Jost"/>
                        </a:rPr>
                        <a:t>N3</a:t>
                      </a:r>
                      <a:endParaRPr sz="2000">
                        <a:solidFill>
                          <a:schemeClr val="dk1"/>
                        </a:solidFill>
                        <a:latin typeface="Jost"/>
                        <a:ea typeface="Jost"/>
                        <a:cs typeface="Jost"/>
                        <a:sym typeface="Jost"/>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r>
              <a:tr h="561875">
                <a:tc>
                  <a:txBody>
                    <a:bodyPr/>
                    <a:lstStyle/>
                    <a:p>
                      <a:pPr indent="0" lvl="0" marL="0" rtl="0" algn="ctr">
                        <a:spcBef>
                          <a:spcPts val="0"/>
                        </a:spcBef>
                        <a:spcAft>
                          <a:spcPts val="0"/>
                        </a:spcAft>
                        <a:buNone/>
                      </a:pPr>
                      <a:r>
                        <a:rPr lang="en" sz="2000">
                          <a:solidFill>
                            <a:schemeClr val="dk1"/>
                          </a:solidFill>
                          <a:latin typeface="Jost"/>
                          <a:ea typeface="Jost"/>
                          <a:cs typeface="Jost"/>
                          <a:sym typeface="Jost"/>
                        </a:rPr>
                        <a:t>25%</a:t>
                      </a:r>
                      <a:endParaRPr sz="2000">
                        <a:solidFill>
                          <a:schemeClr val="dk1"/>
                        </a:solidFill>
                        <a:latin typeface="Jost"/>
                        <a:ea typeface="Jost"/>
                        <a:cs typeface="Jost"/>
                        <a:sym typeface="Jost"/>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Jost"/>
                          <a:ea typeface="Jost"/>
                          <a:cs typeface="Jost"/>
                          <a:sym typeface="Jost"/>
                        </a:rPr>
                        <a:t>5%</a:t>
                      </a:r>
                      <a:endParaRPr sz="2000">
                        <a:solidFill>
                          <a:schemeClr val="dk1"/>
                        </a:solidFill>
                        <a:latin typeface="Jost"/>
                        <a:ea typeface="Jost"/>
                        <a:cs typeface="Jost"/>
                        <a:sym typeface="Jost"/>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Jost"/>
                          <a:ea typeface="Jost"/>
                          <a:cs typeface="Jost"/>
                          <a:sym typeface="Jost"/>
                        </a:rPr>
                        <a:t>45%</a:t>
                      </a:r>
                      <a:endParaRPr sz="2000">
                        <a:solidFill>
                          <a:schemeClr val="dk1"/>
                        </a:solidFill>
                        <a:latin typeface="Jost"/>
                        <a:ea typeface="Jost"/>
                        <a:cs typeface="Jost"/>
                        <a:sym typeface="Jost"/>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Jost"/>
                          <a:ea typeface="Jost"/>
                          <a:cs typeface="Jost"/>
                          <a:sym typeface="Jost"/>
                        </a:rPr>
                        <a:t>25%</a:t>
                      </a:r>
                      <a:endParaRPr sz="2000">
                        <a:solidFill>
                          <a:schemeClr val="dk1"/>
                        </a:solidFill>
                        <a:latin typeface="Jost"/>
                        <a:ea typeface="Jost"/>
                        <a:cs typeface="Jost"/>
                        <a:sym typeface="Jost"/>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561875">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Venus is the second planet from the Sun</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Despite being red, Mars is very cold</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Jupiter is the biggest planet of them all</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1200">
                          <a:solidFill>
                            <a:schemeClr val="lt1"/>
                          </a:solidFill>
                          <a:latin typeface="Gothic A1"/>
                          <a:ea typeface="Gothic A1"/>
                          <a:cs typeface="Gothic A1"/>
                          <a:sym typeface="Gothic A1"/>
                        </a:rPr>
                        <a:t>Neptune is far away from Earth</a:t>
                      </a:r>
                      <a:endParaRPr sz="1200">
                        <a:solidFill>
                          <a:schemeClr val="lt1"/>
                        </a:solidFill>
                        <a:latin typeface="Gothic A1"/>
                        <a:ea typeface="Gothic A1"/>
                        <a:cs typeface="Gothic A1"/>
                        <a:sym typeface="Gothic A1"/>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r>
            </a:tbl>
          </a:graphicData>
        </a:graphic>
      </p:graphicFrame>
      <p:sp>
        <p:nvSpPr>
          <p:cNvPr id="1222" name="Google Shape;1222;p83"/>
          <p:cNvSpPr/>
          <p:nvPr/>
        </p:nvSpPr>
        <p:spPr>
          <a:xfrm>
            <a:off x="1477783" y="146437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83"/>
          <p:cNvSpPr/>
          <p:nvPr/>
        </p:nvSpPr>
        <p:spPr>
          <a:xfrm>
            <a:off x="3287558" y="146437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83"/>
          <p:cNvSpPr/>
          <p:nvPr/>
        </p:nvSpPr>
        <p:spPr>
          <a:xfrm>
            <a:off x="5115583" y="146437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83"/>
          <p:cNvSpPr/>
          <p:nvPr/>
        </p:nvSpPr>
        <p:spPr>
          <a:xfrm>
            <a:off x="6907058" y="1464379"/>
            <a:ext cx="759000" cy="7590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6" name="Google Shape;1226;p83"/>
          <p:cNvGrpSpPr/>
          <p:nvPr/>
        </p:nvGrpSpPr>
        <p:grpSpPr>
          <a:xfrm>
            <a:off x="7200692" y="1697560"/>
            <a:ext cx="171733" cy="292638"/>
            <a:chOff x="283300" y="3465850"/>
            <a:chExt cx="166150" cy="283125"/>
          </a:xfrm>
        </p:grpSpPr>
        <p:sp>
          <p:nvSpPr>
            <p:cNvPr id="1227" name="Google Shape;1227;p83"/>
            <p:cNvSpPr/>
            <p:nvPr/>
          </p:nvSpPr>
          <p:spPr>
            <a:xfrm>
              <a:off x="283300" y="3465850"/>
              <a:ext cx="166150" cy="283125"/>
            </a:xfrm>
            <a:custGeom>
              <a:rect b="b" l="l" r="r" t="t"/>
              <a:pathLst>
                <a:path extrusionOk="0" h="11325" w="6646">
                  <a:moveTo>
                    <a:pt x="5875" y="426"/>
                  </a:moveTo>
                  <a:lnTo>
                    <a:pt x="6008" y="453"/>
                  </a:lnTo>
                  <a:lnTo>
                    <a:pt x="6141" y="532"/>
                  </a:lnTo>
                  <a:lnTo>
                    <a:pt x="6221" y="639"/>
                  </a:lnTo>
                  <a:lnTo>
                    <a:pt x="6247" y="798"/>
                  </a:lnTo>
                  <a:lnTo>
                    <a:pt x="6247" y="10527"/>
                  </a:lnTo>
                  <a:lnTo>
                    <a:pt x="6221" y="10686"/>
                  </a:lnTo>
                  <a:lnTo>
                    <a:pt x="6141" y="10793"/>
                  </a:lnTo>
                  <a:lnTo>
                    <a:pt x="6008" y="10873"/>
                  </a:lnTo>
                  <a:lnTo>
                    <a:pt x="5875" y="10926"/>
                  </a:lnTo>
                  <a:lnTo>
                    <a:pt x="771" y="10926"/>
                  </a:lnTo>
                  <a:lnTo>
                    <a:pt x="638" y="10873"/>
                  </a:lnTo>
                  <a:lnTo>
                    <a:pt x="506" y="10793"/>
                  </a:lnTo>
                  <a:lnTo>
                    <a:pt x="426" y="10686"/>
                  </a:lnTo>
                  <a:lnTo>
                    <a:pt x="399" y="10527"/>
                  </a:lnTo>
                  <a:lnTo>
                    <a:pt x="399" y="798"/>
                  </a:lnTo>
                  <a:lnTo>
                    <a:pt x="426" y="639"/>
                  </a:lnTo>
                  <a:lnTo>
                    <a:pt x="506" y="532"/>
                  </a:lnTo>
                  <a:lnTo>
                    <a:pt x="638" y="453"/>
                  </a:lnTo>
                  <a:lnTo>
                    <a:pt x="771" y="426"/>
                  </a:lnTo>
                  <a:close/>
                  <a:moveTo>
                    <a:pt x="771" y="1"/>
                  </a:moveTo>
                  <a:lnTo>
                    <a:pt x="612" y="27"/>
                  </a:lnTo>
                  <a:lnTo>
                    <a:pt x="479" y="80"/>
                  </a:lnTo>
                  <a:lnTo>
                    <a:pt x="346" y="160"/>
                  </a:lnTo>
                  <a:lnTo>
                    <a:pt x="213" y="240"/>
                  </a:lnTo>
                  <a:lnTo>
                    <a:pt x="133" y="373"/>
                  </a:lnTo>
                  <a:lnTo>
                    <a:pt x="54" y="506"/>
                  </a:lnTo>
                  <a:lnTo>
                    <a:pt x="1" y="639"/>
                  </a:lnTo>
                  <a:lnTo>
                    <a:pt x="1" y="798"/>
                  </a:lnTo>
                  <a:lnTo>
                    <a:pt x="1" y="10527"/>
                  </a:lnTo>
                  <a:lnTo>
                    <a:pt x="1" y="10686"/>
                  </a:lnTo>
                  <a:lnTo>
                    <a:pt x="54" y="10846"/>
                  </a:lnTo>
                  <a:lnTo>
                    <a:pt x="133" y="10979"/>
                  </a:lnTo>
                  <a:lnTo>
                    <a:pt x="213" y="11085"/>
                  </a:lnTo>
                  <a:lnTo>
                    <a:pt x="346" y="11192"/>
                  </a:lnTo>
                  <a:lnTo>
                    <a:pt x="479" y="11245"/>
                  </a:lnTo>
                  <a:lnTo>
                    <a:pt x="612" y="11298"/>
                  </a:lnTo>
                  <a:lnTo>
                    <a:pt x="771" y="11324"/>
                  </a:lnTo>
                  <a:lnTo>
                    <a:pt x="5875" y="11324"/>
                  </a:lnTo>
                  <a:lnTo>
                    <a:pt x="6008" y="11298"/>
                  </a:lnTo>
                  <a:lnTo>
                    <a:pt x="6167" y="11245"/>
                  </a:lnTo>
                  <a:lnTo>
                    <a:pt x="6300" y="11192"/>
                  </a:lnTo>
                  <a:lnTo>
                    <a:pt x="6407" y="11085"/>
                  </a:lnTo>
                  <a:lnTo>
                    <a:pt x="6513" y="10979"/>
                  </a:lnTo>
                  <a:lnTo>
                    <a:pt x="6593" y="10846"/>
                  </a:lnTo>
                  <a:lnTo>
                    <a:pt x="6646" y="10686"/>
                  </a:lnTo>
                  <a:lnTo>
                    <a:pt x="6646" y="10527"/>
                  </a:lnTo>
                  <a:lnTo>
                    <a:pt x="6646" y="798"/>
                  </a:lnTo>
                  <a:lnTo>
                    <a:pt x="6646" y="639"/>
                  </a:lnTo>
                  <a:lnTo>
                    <a:pt x="6593" y="506"/>
                  </a:lnTo>
                  <a:lnTo>
                    <a:pt x="6513" y="373"/>
                  </a:lnTo>
                  <a:lnTo>
                    <a:pt x="6407" y="240"/>
                  </a:lnTo>
                  <a:lnTo>
                    <a:pt x="6300" y="160"/>
                  </a:lnTo>
                  <a:lnTo>
                    <a:pt x="6167" y="80"/>
                  </a:lnTo>
                  <a:lnTo>
                    <a:pt x="6008" y="27"/>
                  </a:lnTo>
                  <a:lnTo>
                    <a:pt x="587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 name="Google Shape;1228;p83"/>
            <p:cNvSpPr/>
            <p:nvPr/>
          </p:nvSpPr>
          <p:spPr>
            <a:xfrm>
              <a:off x="301900" y="3485800"/>
              <a:ext cx="128950" cy="243225"/>
            </a:xfrm>
            <a:custGeom>
              <a:rect b="b" l="l" r="r" t="t"/>
              <a:pathLst>
                <a:path extrusionOk="0" h="9729" w="5158">
                  <a:moveTo>
                    <a:pt x="4759" y="399"/>
                  </a:moveTo>
                  <a:lnTo>
                    <a:pt x="4759" y="9330"/>
                  </a:lnTo>
                  <a:lnTo>
                    <a:pt x="400" y="9330"/>
                  </a:lnTo>
                  <a:lnTo>
                    <a:pt x="400" y="399"/>
                  </a:lnTo>
                  <a:lnTo>
                    <a:pt x="1436" y="399"/>
                  </a:lnTo>
                  <a:lnTo>
                    <a:pt x="1941" y="904"/>
                  </a:lnTo>
                  <a:lnTo>
                    <a:pt x="2074" y="1010"/>
                  </a:lnTo>
                  <a:lnTo>
                    <a:pt x="2234" y="1117"/>
                  </a:lnTo>
                  <a:lnTo>
                    <a:pt x="2420" y="1143"/>
                  </a:lnTo>
                  <a:lnTo>
                    <a:pt x="2579" y="1170"/>
                  </a:lnTo>
                  <a:lnTo>
                    <a:pt x="2739" y="1143"/>
                  </a:lnTo>
                  <a:lnTo>
                    <a:pt x="2925" y="1117"/>
                  </a:lnTo>
                  <a:lnTo>
                    <a:pt x="3084" y="1010"/>
                  </a:lnTo>
                  <a:lnTo>
                    <a:pt x="3217" y="904"/>
                  </a:lnTo>
                  <a:lnTo>
                    <a:pt x="3722" y="399"/>
                  </a:lnTo>
                  <a:close/>
                  <a:moveTo>
                    <a:pt x="213" y="0"/>
                  </a:moveTo>
                  <a:lnTo>
                    <a:pt x="134" y="27"/>
                  </a:lnTo>
                  <a:lnTo>
                    <a:pt x="54" y="53"/>
                  </a:lnTo>
                  <a:lnTo>
                    <a:pt x="27" y="133"/>
                  </a:lnTo>
                  <a:lnTo>
                    <a:pt x="1" y="213"/>
                  </a:lnTo>
                  <a:lnTo>
                    <a:pt x="1" y="9516"/>
                  </a:lnTo>
                  <a:lnTo>
                    <a:pt x="27" y="9596"/>
                  </a:lnTo>
                  <a:lnTo>
                    <a:pt x="54" y="9676"/>
                  </a:lnTo>
                  <a:lnTo>
                    <a:pt x="134" y="9702"/>
                  </a:lnTo>
                  <a:lnTo>
                    <a:pt x="213" y="9729"/>
                  </a:lnTo>
                  <a:lnTo>
                    <a:pt x="4945" y="9729"/>
                  </a:lnTo>
                  <a:lnTo>
                    <a:pt x="5025" y="9702"/>
                  </a:lnTo>
                  <a:lnTo>
                    <a:pt x="5104" y="9676"/>
                  </a:lnTo>
                  <a:lnTo>
                    <a:pt x="5131" y="9596"/>
                  </a:lnTo>
                  <a:lnTo>
                    <a:pt x="5158" y="9516"/>
                  </a:lnTo>
                  <a:lnTo>
                    <a:pt x="5158" y="213"/>
                  </a:lnTo>
                  <a:lnTo>
                    <a:pt x="5131" y="133"/>
                  </a:lnTo>
                  <a:lnTo>
                    <a:pt x="5104" y="53"/>
                  </a:lnTo>
                  <a:lnTo>
                    <a:pt x="5025" y="27"/>
                  </a:lnTo>
                  <a:lnTo>
                    <a:pt x="4945" y="0"/>
                  </a:lnTo>
                  <a:lnTo>
                    <a:pt x="3642" y="0"/>
                  </a:lnTo>
                  <a:lnTo>
                    <a:pt x="3563" y="27"/>
                  </a:lnTo>
                  <a:lnTo>
                    <a:pt x="3483" y="53"/>
                  </a:lnTo>
                  <a:lnTo>
                    <a:pt x="2925" y="612"/>
                  </a:lnTo>
                  <a:lnTo>
                    <a:pt x="2845" y="691"/>
                  </a:lnTo>
                  <a:lnTo>
                    <a:pt x="2765" y="744"/>
                  </a:lnTo>
                  <a:lnTo>
                    <a:pt x="2686" y="771"/>
                  </a:lnTo>
                  <a:lnTo>
                    <a:pt x="2473" y="771"/>
                  </a:lnTo>
                  <a:lnTo>
                    <a:pt x="2393" y="744"/>
                  </a:lnTo>
                  <a:lnTo>
                    <a:pt x="2313" y="691"/>
                  </a:lnTo>
                  <a:lnTo>
                    <a:pt x="2234" y="612"/>
                  </a:lnTo>
                  <a:lnTo>
                    <a:pt x="1675" y="53"/>
                  </a:lnTo>
                  <a:lnTo>
                    <a:pt x="1596" y="27"/>
                  </a:lnTo>
                  <a:lnTo>
                    <a:pt x="15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 name="Google Shape;1229;p83"/>
            <p:cNvSpPr/>
            <p:nvPr/>
          </p:nvSpPr>
          <p:spPr>
            <a:xfrm>
              <a:off x="357075" y="3484475"/>
              <a:ext cx="18625" cy="9975"/>
            </a:xfrm>
            <a:custGeom>
              <a:rect b="b" l="l" r="r" t="t"/>
              <a:pathLst>
                <a:path extrusionOk="0" h="399" w="745">
                  <a:moveTo>
                    <a:pt x="106" y="0"/>
                  </a:moveTo>
                  <a:lnTo>
                    <a:pt x="53" y="53"/>
                  </a:lnTo>
                  <a:lnTo>
                    <a:pt x="0" y="106"/>
                  </a:lnTo>
                  <a:lnTo>
                    <a:pt x="0" y="186"/>
                  </a:lnTo>
                  <a:lnTo>
                    <a:pt x="0" y="266"/>
                  </a:lnTo>
                  <a:lnTo>
                    <a:pt x="53" y="319"/>
                  </a:lnTo>
                  <a:lnTo>
                    <a:pt x="106" y="372"/>
                  </a:lnTo>
                  <a:lnTo>
                    <a:pt x="186" y="399"/>
                  </a:lnTo>
                  <a:lnTo>
                    <a:pt x="558" y="399"/>
                  </a:lnTo>
                  <a:lnTo>
                    <a:pt x="611" y="372"/>
                  </a:lnTo>
                  <a:lnTo>
                    <a:pt x="691" y="319"/>
                  </a:lnTo>
                  <a:lnTo>
                    <a:pt x="718" y="266"/>
                  </a:lnTo>
                  <a:lnTo>
                    <a:pt x="744" y="186"/>
                  </a:lnTo>
                  <a:lnTo>
                    <a:pt x="718" y="106"/>
                  </a:lnTo>
                  <a:lnTo>
                    <a:pt x="691" y="53"/>
                  </a:lnTo>
                  <a:lnTo>
                    <a:pt x="61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 name="Google Shape;1230;p83"/>
            <p:cNvSpPr/>
            <p:nvPr/>
          </p:nvSpPr>
          <p:spPr>
            <a:xfrm>
              <a:off x="318525" y="3608725"/>
              <a:ext cx="38575" cy="35250"/>
            </a:xfrm>
            <a:custGeom>
              <a:rect b="b" l="l" r="r" t="t"/>
              <a:pathLst>
                <a:path extrusionOk="0" h="1410" w="1543">
                  <a:moveTo>
                    <a:pt x="133" y="1"/>
                  </a:moveTo>
                  <a:lnTo>
                    <a:pt x="54" y="54"/>
                  </a:lnTo>
                  <a:lnTo>
                    <a:pt x="27" y="107"/>
                  </a:lnTo>
                  <a:lnTo>
                    <a:pt x="0" y="187"/>
                  </a:lnTo>
                  <a:lnTo>
                    <a:pt x="27" y="267"/>
                  </a:lnTo>
                  <a:lnTo>
                    <a:pt x="54" y="346"/>
                  </a:lnTo>
                  <a:lnTo>
                    <a:pt x="133" y="373"/>
                  </a:lnTo>
                  <a:lnTo>
                    <a:pt x="213" y="399"/>
                  </a:lnTo>
                  <a:lnTo>
                    <a:pt x="798" y="399"/>
                  </a:lnTo>
                  <a:lnTo>
                    <a:pt x="133" y="1064"/>
                  </a:lnTo>
                  <a:lnTo>
                    <a:pt x="80" y="1117"/>
                  </a:lnTo>
                  <a:lnTo>
                    <a:pt x="80" y="1170"/>
                  </a:lnTo>
                  <a:lnTo>
                    <a:pt x="80" y="1223"/>
                  </a:lnTo>
                  <a:lnTo>
                    <a:pt x="80" y="1277"/>
                  </a:lnTo>
                  <a:lnTo>
                    <a:pt x="107" y="1330"/>
                  </a:lnTo>
                  <a:lnTo>
                    <a:pt x="160" y="1356"/>
                  </a:lnTo>
                  <a:lnTo>
                    <a:pt x="213" y="1383"/>
                  </a:lnTo>
                  <a:lnTo>
                    <a:pt x="266" y="1410"/>
                  </a:lnTo>
                  <a:lnTo>
                    <a:pt x="1356" y="1383"/>
                  </a:lnTo>
                  <a:lnTo>
                    <a:pt x="1436" y="1383"/>
                  </a:lnTo>
                  <a:lnTo>
                    <a:pt x="1489" y="1330"/>
                  </a:lnTo>
                  <a:lnTo>
                    <a:pt x="1542" y="1277"/>
                  </a:lnTo>
                  <a:lnTo>
                    <a:pt x="1542" y="1197"/>
                  </a:lnTo>
                  <a:lnTo>
                    <a:pt x="1542" y="1117"/>
                  </a:lnTo>
                  <a:lnTo>
                    <a:pt x="1489" y="1064"/>
                  </a:lnTo>
                  <a:lnTo>
                    <a:pt x="1409" y="1011"/>
                  </a:lnTo>
                  <a:lnTo>
                    <a:pt x="1356" y="984"/>
                  </a:lnTo>
                  <a:lnTo>
                    <a:pt x="745" y="984"/>
                  </a:lnTo>
                  <a:lnTo>
                    <a:pt x="1409" y="346"/>
                  </a:lnTo>
                  <a:lnTo>
                    <a:pt x="1462" y="293"/>
                  </a:lnTo>
                  <a:lnTo>
                    <a:pt x="1462" y="240"/>
                  </a:lnTo>
                  <a:lnTo>
                    <a:pt x="1462" y="187"/>
                  </a:lnTo>
                  <a:lnTo>
                    <a:pt x="1462" y="134"/>
                  </a:lnTo>
                  <a:lnTo>
                    <a:pt x="1436" y="80"/>
                  </a:lnTo>
                  <a:lnTo>
                    <a:pt x="1383" y="27"/>
                  </a:lnTo>
                  <a:lnTo>
                    <a:pt x="132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83"/>
            <p:cNvSpPr/>
            <p:nvPr/>
          </p:nvSpPr>
          <p:spPr>
            <a:xfrm>
              <a:off x="366375" y="3570850"/>
              <a:ext cx="45200" cy="42550"/>
            </a:xfrm>
            <a:custGeom>
              <a:rect b="b" l="l" r="r" t="t"/>
              <a:pathLst>
                <a:path extrusionOk="0" h="1702" w="1808">
                  <a:moveTo>
                    <a:pt x="186" y="1"/>
                  </a:moveTo>
                  <a:lnTo>
                    <a:pt x="107" y="27"/>
                  </a:lnTo>
                  <a:lnTo>
                    <a:pt x="53" y="80"/>
                  </a:lnTo>
                  <a:lnTo>
                    <a:pt x="0" y="134"/>
                  </a:lnTo>
                  <a:lnTo>
                    <a:pt x="0" y="213"/>
                  </a:lnTo>
                  <a:lnTo>
                    <a:pt x="0" y="293"/>
                  </a:lnTo>
                  <a:lnTo>
                    <a:pt x="53" y="346"/>
                  </a:lnTo>
                  <a:lnTo>
                    <a:pt x="107" y="399"/>
                  </a:lnTo>
                  <a:lnTo>
                    <a:pt x="186" y="426"/>
                  </a:lnTo>
                  <a:lnTo>
                    <a:pt x="1063" y="426"/>
                  </a:lnTo>
                  <a:lnTo>
                    <a:pt x="133" y="1356"/>
                  </a:lnTo>
                  <a:lnTo>
                    <a:pt x="80" y="1409"/>
                  </a:lnTo>
                  <a:lnTo>
                    <a:pt x="80" y="1463"/>
                  </a:lnTo>
                  <a:lnTo>
                    <a:pt x="80" y="1516"/>
                  </a:lnTo>
                  <a:lnTo>
                    <a:pt x="80" y="1569"/>
                  </a:lnTo>
                  <a:lnTo>
                    <a:pt x="107" y="1622"/>
                  </a:lnTo>
                  <a:lnTo>
                    <a:pt x="160" y="1649"/>
                  </a:lnTo>
                  <a:lnTo>
                    <a:pt x="213" y="1675"/>
                  </a:lnTo>
                  <a:lnTo>
                    <a:pt x="266" y="1702"/>
                  </a:lnTo>
                  <a:lnTo>
                    <a:pt x="1622" y="1675"/>
                  </a:lnTo>
                  <a:lnTo>
                    <a:pt x="1701" y="1675"/>
                  </a:lnTo>
                  <a:lnTo>
                    <a:pt x="1755" y="1622"/>
                  </a:lnTo>
                  <a:lnTo>
                    <a:pt x="1808" y="1569"/>
                  </a:lnTo>
                  <a:lnTo>
                    <a:pt x="1808" y="1489"/>
                  </a:lnTo>
                  <a:lnTo>
                    <a:pt x="1808" y="1409"/>
                  </a:lnTo>
                  <a:lnTo>
                    <a:pt x="1755" y="1356"/>
                  </a:lnTo>
                  <a:lnTo>
                    <a:pt x="1701" y="1303"/>
                  </a:lnTo>
                  <a:lnTo>
                    <a:pt x="1622" y="1277"/>
                  </a:lnTo>
                  <a:lnTo>
                    <a:pt x="771" y="1277"/>
                  </a:lnTo>
                  <a:lnTo>
                    <a:pt x="1701" y="373"/>
                  </a:lnTo>
                  <a:lnTo>
                    <a:pt x="1728" y="320"/>
                  </a:lnTo>
                  <a:lnTo>
                    <a:pt x="1755" y="266"/>
                  </a:lnTo>
                  <a:lnTo>
                    <a:pt x="1755" y="213"/>
                  </a:lnTo>
                  <a:lnTo>
                    <a:pt x="1755" y="134"/>
                  </a:lnTo>
                  <a:lnTo>
                    <a:pt x="1701" y="80"/>
                  </a:lnTo>
                  <a:lnTo>
                    <a:pt x="1675" y="54"/>
                  </a:lnTo>
                  <a:lnTo>
                    <a:pt x="1622" y="27"/>
                  </a:lnTo>
                  <a:lnTo>
                    <a:pt x="1569" y="27"/>
                  </a:lnTo>
                  <a:lnTo>
                    <a:pt x="18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32" name="Google Shape;1232;p83"/>
          <p:cNvSpPr/>
          <p:nvPr/>
        </p:nvSpPr>
        <p:spPr>
          <a:xfrm>
            <a:off x="5358725" y="1733271"/>
            <a:ext cx="272715" cy="221216"/>
          </a:xfrm>
          <a:custGeom>
            <a:rect b="b" l="l" r="r" t="t"/>
            <a:pathLst>
              <a:path extrusionOk="0" h="8561" w="10554">
                <a:moveTo>
                  <a:pt x="7018" y="1383"/>
                </a:moveTo>
                <a:lnTo>
                  <a:pt x="7071" y="1410"/>
                </a:lnTo>
                <a:lnTo>
                  <a:pt x="7151" y="1436"/>
                </a:lnTo>
                <a:lnTo>
                  <a:pt x="7151" y="1490"/>
                </a:lnTo>
                <a:lnTo>
                  <a:pt x="7177" y="1543"/>
                </a:lnTo>
                <a:lnTo>
                  <a:pt x="7151" y="1622"/>
                </a:lnTo>
                <a:lnTo>
                  <a:pt x="7124" y="1676"/>
                </a:lnTo>
                <a:lnTo>
                  <a:pt x="7071" y="1729"/>
                </a:lnTo>
                <a:lnTo>
                  <a:pt x="7045" y="1809"/>
                </a:lnTo>
                <a:lnTo>
                  <a:pt x="7018" y="1862"/>
                </a:lnTo>
                <a:lnTo>
                  <a:pt x="7018" y="1941"/>
                </a:lnTo>
                <a:lnTo>
                  <a:pt x="7045" y="2287"/>
                </a:lnTo>
                <a:lnTo>
                  <a:pt x="7045" y="2606"/>
                </a:lnTo>
                <a:lnTo>
                  <a:pt x="7045" y="2952"/>
                </a:lnTo>
                <a:lnTo>
                  <a:pt x="7018" y="3270"/>
                </a:lnTo>
                <a:lnTo>
                  <a:pt x="7018" y="3350"/>
                </a:lnTo>
                <a:lnTo>
                  <a:pt x="3536" y="3350"/>
                </a:lnTo>
                <a:lnTo>
                  <a:pt x="3536" y="3270"/>
                </a:lnTo>
                <a:lnTo>
                  <a:pt x="3509" y="2952"/>
                </a:lnTo>
                <a:lnTo>
                  <a:pt x="3483" y="2606"/>
                </a:lnTo>
                <a:lnTo>
                  <a:pt x="3509" y="2287"/>
                </a:lnTo>
                <a:lnTo>
                  <a:pt x="3536" y="1941"/>
                </a:lnTo>
                <a:lnTo>
                  <a:pt x="3536" y="1862"/>
                </a:lnTo>
                <a:lnTo>
                  <a:pt x="3509" y="1809"/>
                </a:lnTo>
                <a:lnTo>
                  <a:pt x="3483" y="1729"/>
                </a:lnTo>
                <a:lnTo>
                  <a:pt x="3429" y="1676"/>
                </a:lnTo>
                <a:lnTo>
                  <a:pt x="3429" y="1649"/>
                </a:lnTo>
                <a:lnTo>
                  <a:pt x="3376" y="1596"/>
                </a:lnTo>
                <a:lnTo>
                  <a:pt x="3376" y="1543"/>
                </a:lnTo>
                <a:lnTo>
                  <a:pt x="3403" y="1463"/>
                </a:lnTo>
                <a:lnTo>
                  <a:pt x="3429" y="1410"/>
                </a:lnTo>
                <a:lnTo>
                  <a:pt x="3483" y="1383"/>
                </a:lnTo>
                <a:lnTo>
                  <a:pt x="3616" y="1383"/>
                </a:lnTo>
                <a:lnTo>
                  <a:pt x="3669" y="1436"/>
                </a:lnTo>
                <a:lnTo>
                  <a:pt x="3695" y="1436"/>
                </a:lnTo>
                <a:lnTo>
                  <a:pt x="3802" y="1516"/>
                </a:lnTo>
                <a:lnTo>
                  <a:pt x="3935" y="1543"/>
                </a:lnTo>
                <a:lnTo>
                  <a:pt x="4599" y="1516"/>
                </a:lnTo>
                <a:lnTo>
                  <a:pt x="5264" y="1490"/>
                </a:lnTo>
                <a:lnTo>
                  <a:pt x="5928" y="1516"/>
                </a:lnTo>
                <a:lnTo>
                  <a:pt x="6619" y="1543"/>
                </a:lnTo>
                <a:lnTo>
                  <a:pt x="6752" y="1516"/>
                </a:lnTo>
                <a:lnTo>
                  <a:pt x="6858" y="1436"/>
                </a:lnTo>
                <a:lnTo>
                  <a:pt x="6885" y="1436"/>
                </a:lnTo>
                <a:lnTo>
                  <a:pt x="6938" y="1383"/>
                </a:lnTo>
                <a:close/>
                <a:moveTo>
                  <a:pt x="8188" y="400"/>
                </a:moveTo>
                <a:lnTo>
                  <a:pt x="8400" y="426"/>
                </a:lnTo>
                <a:lnTo>
                  <a:pt x="8560" y="479"/>
                </a:lnTo>
                <a:lnTo>
                  <a:pt x="8746" y="559"/>
                </a:lnTo>
                <a:lnTo>
                  <a:pt x="8932" y="639"/>
                </a:lnTo>
                <a:lnTo>
                  <a:pt x="9091" y="719"/>
                </a:lnTo>
                <a:lnTo>
                  <a:pt x="9224" y="852"/>
                </a:lnTo>
                <a:lnTo>
                  <a:pt x="9357" y="958"/>
                </a:lnTo>
                <a:lnTo>
                  <a:pt x="9490" y="1091"/>
                </a:lnTo>
                <a:lnTo>
                  <a:pt x="9596" y="1250"/>
                </a:lnTo>
                <a:lnTo>
                  <a:pt x="9703" y="1410"/>
                </a:lnTo>
                <a:lnTo>
                  <a:pt x="9782" y="1569"/>
                </a:lnTo>
                <a:lnTo>
                  <a:pt x="9836" y="1755"/>
                </a:lnTo>
                <a:lnTo>
                  <a:pt x="9889" y="1941"/>
                </a:lnTo>
                <a:lnTo>
                  <a:pt x="9915" y="2127"/>
                </a:lnTo>
                <a:lnTo>
                  <a:pt x="9942" y="2340"/>
                </a:lnTo>
                <a:lnTo>
                  <a:pt x="9942" y="4041"/>
                </a:lnTo>
                <a:lnTo>
                  <a:pt x="9809" y="3908"/>
                </a:lnTo>
                <a:lnTo>
                  <a:pt x="9676" y="3776"/>
                </a:lnTo>
                <a:lnTo>
                  <a:pt x="9517" y="3669"/>
                </a:lnTo>
                <a:lnTo>
                  <a:pt x="9357" y="3563"/>
                </a:lnTo>
                <a:lnTo>
                  <a:pt x="9198" y="3483"/>
                </a:lnTo>
                <a:lnTo>
                  <a:pt x="9012" y="3430"/>
                </a:lnTo>
                <a:lnTo>
                  <a:pt x="8825" y="3377"/>
                </a:lnTo>
                <a:lnTo>
                  <a:pt x="8639" y="3350"/>
                </a:lnTo>
                <a:lnTo>
                  <a:pt x="7470" y="3350"/>
                </a:lnTo>
                <a:lnTo>
                  <a:pt x="7417" y="3297"/>
                </a:lnTo>
                <a:lnTo>
                  <a:pt x="7443" y="2952"/>
                </a:lnTo>
                <a:lnTo>
                  <a:pt x="7443" y="2606"/>
                </a:lnTo>
                <a:lnTo>
                  <a:pt x="7443" y="2260"/>
                </a:lnTo>
                <a:lnTo>
                  <a:pt x="7417" y="1941"/>
                </a:lnTo>
                <a:lnTo>
                  <a:pt x="7470" y="1835"/>
                </a:lnTo>
                <a:lnTo>
                  <a:pt x="7523" y="1755"/>
                </a:lnTo>
                <a:lnTo>
                  <a:pt x="7550" y="1649"/>
                </a:lnTo>
                <a:lnTo>
                  <a:pt x="7576" y="1543"/>
                </a:lnTo>
                <a:lnTo>
                  <a:pt x="7550" y="1357"/>
                </a:lnTo>
                <a:lnTo>
                  <a:pt x="7470" y="1197"/>
                </a:lnTo>
                <a:lnTo>
                  <a:pt x="7364" y="1117"/>
                </a:lnTo>
                <a:lnTo>
                  <a:pt x="7284" y="1038"/>
                </a:lnTo>
                <a:lnTo>
                  <a:pt x="7177" y="1011"/>
                </a:lnTo>
                <a:lnTo>
                  <a:pt x="7045" y="984"/>
                </a:lnTo>
                <a:lnTo>
                  <a:pt x="6912" y="984"/>
                </a:lnTo>
                <a:lnTo>
                  <a:pt x="6805" y="1011"/>
                </a:lnTo>
                <a:lnTo>
                  <a:pt x="6699" y="1064"/>
                </a:lnTo>
                <a:lnTo>
                  <a:pt x="6593" y="1144"/>
                </a:lnTo>
                <a:lnTo>
                  <a:pt x="5928" y="1117"/>
                </a:lnTo>
                <a:lnTo>
                  <a:pt x="5264" y="1091"/>
                </a:lnTo>
                <a:lnTo>
                  <a:pt x="4599" y="1117"/>
                </a:lnTo>
                <a:lnTo>
                  <a:pt x="3935" y="1144"/>
                </a:lnTo>
                <a:lnTo>
                  <a:pt x="3802" y="1038"/>
                </a:lnTo>
                <a:lnTo>
                  <a:pt x="3669" y="984"/>
                </a:lnTo>
                <a:lnTo>
                  <a:pt x="3483" y="984"/>
                </a:lnTo>
                <a:lnTo>
                  <a:pt x="3323" y="1011"/>
                </a:lnTo>
                <a:lnTo>
                  <a:pt x="3190" y="1091"/>
                </a:lnTo>
                <a:lnTo>
                  <a:pt x="3084" y="1224"/>
                </a:lnTo>
                <a:lnTo>
                  <a:pt x="3004" y="1357"/>
                </a:lnTo>
                <a:lnTo>
                  <a:pt x="2978" y="1516"/>
                </a:lnTo>
                <a:lnTo>
                  <a:pt x="2978" y="1649"/>
                </a:lnTo>
                <a:lnTo>
                  <a:pt x="3004" y="1755"/>
                </a:lnTo>
                <a:lnTo>
                  <a:pt x="3057" y="1835"/>
                </a:lnTo>
                <a:lnTo>
                  <a:pt x="3137" y="1941"/>
                </a:lnTo>
                <a:lnTo>
                  <a:pt x="3110" y="2260"/>
                </a:lnTo>
                <a:lnTo>
                  <a:pt x="3084" y="2606"/>
                </a:lnTo>
                <a:lnTo>
                  <a:pt x="3110" y="2952"/>
                </a:lnTo>
                <a:lnTo>
                  <a:pt x="3137" y="3297"/>
                </a:lnTo>
                <a:lnTo>
                  <a:pt x="3084" y="3350"/>
                </a:lnTo>
                <a:lnTo>
                  <a:pt x="1914" y="3350"/>
                </a:lnTo>
                <a:lnTo>
                  <a:pt x="1728" y="3377"/>
                </a:lnTo>
                <a:lnTo>
                  <a:pt x="1542" y="3430"/>
                </a:lnTo>
                <a:lnTo>
                  <a:pt x="1356" y="3483"/>
                </a:lnTo>
                <a:lnTo>
                  <a:pt x="1197" y="3563"/>
                </a:lnTo>
                <a:lnTo>
                  <a:pt x="1037" y="3669"/>
                </a:lnTo>
                <a:lnTo>
                  <a:pt x="878" y="3776"/>
                </a:lnTo>
                <a:lnTo>
                  <a:pt x="745" y="3908"/>
                </a:lnTo>
                <a:lnTo>
                  <a:pt x="612" y="4068"/>
                </a:lnTo>
                <a:lnTo>
                  <a:pt x="612" y="2340"/>
                </a:lnTo>
                <a:lnTo>
                  <a:pt x="612" y="2127"/>
                </a:lnTo>
                <a:lnTo>
                  <a:pt x="665" y="1941"/>
                </a:lnTo>
                <a:lnTo>
                  <a:pt x="692" y="1755"/>
                </a:lnTo>
                <a:lnTo>
                  <a:pt x="771" y="1569"/>
                </a:lnTo>
                <a:lnTo>
                  <a:pt x="851" y="1410"/>
                </a:lnTo>
                <a:lnTo>
                  <a:pt x="931" y="1250"/>
                </a:lnTo>
                <a:lnTo>
                  <a:pt x="1064" y="1091"/>
                </a:lnTo>
                <a:lnTo>
                  <a:pt x="1170" y="958"/>
                </a:lnTo>
                <a:lnTo>
                  <a:pt x="1330" y="852"/>
                </a:lnTo>
                <a:lnTo>
                  <a:pt x="1462" y="719"/>
                </a:lnTo>
                <a:lnTo>
                  <a:pt x="1622" y="639"/>
                </a:lnTo>
                <a:lnTo>
                  <a:pt x="1808" y="559"/>
                </a:lnTo>
                <a:lnTo>
                  <a:pt x="1967" y="479"/>
                </a:lnTo>
                <a:lnTo>
                  <a:pt x="2154" y="426"/>
                </a:lnTo>
                <a:lnTo>
                  <a:pt x="2340" y="400"/>
                </a:lnTo>
                <a:close/>
                <a:moveTo>
                  <a:pt x="8613" y="3749"/>
                </a:moveTo>
                <a:lnTo>
                  <a:pt x="8852" y="3802"/>
                </a:lnTo>
                <a:lnTo>
                  <a:pt x="9118" y="3882"/>
                </a:lnTo>
                <a:lnTo>
                  <a:pt x="9331" y="4015"/>
                </a:lnTo>
                <a:lnTo>
                  <a:pt x="9517" y="4174"/>
                </a:lnTo>
                <a:lnTo>
                  <a:pt x="1037" y="4174"/>
                </a:lnTo>
                <a:lnTo>
                  <a:pt x="1223" y="4015"/>
                </a:lnTo>
                <a:lnTo>
                  <a:pt x="1436" y="3882"/>
                </a:lnTo>
                <a:lnTo>
                  <a:pt x="1675" y="3802"/>
                </a:lnTo>
                <a:lnTo>
                  <a:pt x="1941" y="3749"/>
                </a:lnTo>
                <a:close/>
                <a:moveTo>
                  <a:pt x="9809" y="4600"/>
                </a:moveTo>
                <a:lnTo>
                  <a:pt x="9862" y="4732"/>
                </a:lnTo>
                <a:lnTo>
                  <a:pt x="9889" y="4892"/>
                </a:lnTo>
                <a:lnTo>
                  <a:pt x="9915" y="5051"/>
                </a:lnTo>
                <a:lnTo>
                  <a:pt x="9942" y="5211"/>
                </a:lnTo>
                <a:lnTo>
                  <a:pt x="9942" y="5743"/>
                </a:lnTo>
                <a:lnTo>
                  <a:pt x="612" y="5743"/>
                </a:lnTo>
                <a:lnTo>
                  <a:pt x="612" y="5211"/>
                </a:lnTo>
                <a:lnTo>
                  <a:pt x="612" y="5051"/>
                </a:lnTo>
                <a:lnTo>
                  <a:pt x="638" y="4892"/>
                </a:lnTo>
                <a:lnTo>
                  <a:pt x="692" y="4732"/>
                </a:lnTo>
                <a:lnTo>
                  <a:pt x="745" y="4600"/>
                </a:lnTo>
                <a:close/>
                <a:moveTo>
                  <a:pt x="10155" y="6141"/>
                </a:moveTo>
                <a:lnTo>
                  <a:pt x="10155" y="6646"/>
                </a:lnTo>
                <a:lnTo>
                  <a:pt x="399" y="6646"/>
                </a:lnTo>
                <a:lnTo>
                  <a:pt x="399" y="6141"/>
                </a:lnTo>
                <a:close/>
                <a:moveTo>
                  <a:pt x="1356" y="7045"/>
                </a:moveTo>
                <a:lnTo>
                  <a:pt x="1356" y="8161"/>
                </a:lnTo>
                <a:lnTo>
                  <a:pt x="824" y="8161"/>
                </a:lnTo>
                <a:lnTo>
                  <a:pt x="824" y="7045"/>
                </a:lnTo>
                <a:close/>
                <a:moveTo>
                  <a:pt x="9729" y="7045"/>
                </a:moveTo>
                <a:lnTo>
                  <a:pt x="9729" y="8161"/>
                </a:lnTo>
                <a:lnTo>
                  <a:pt x="9198" y="8161"/>
                </a:lnTo>
                <a:lnTo>
                  <a:pt x="9198" y="7045"/>
                </a:lnTo>
                <a:close/>
                <a:moveTo>
                  <a:pt x="2313" y="1"/>
                </a:moveTo>
                <a:lnTo>
                  <a:pt x="2074" y="54"/>
                </a:lnTo>
                <a:lnTo>
                  <a:pt x="1861" y="107"/>
                </a:lnTo>
                <a:lnTo>
                  <a:pt x="1649" y="187"/>
                </a:lnTo>
                <a:lnTo>
                  <a:pt x="1436" y="267"/>
                </a:lnTo>
                <a:lnTo>
                  <a:pt x="1250" y="400"/>
                </a:lnTo>
                <a:lnTo>
                  <a:pt x="1064" y="533"/>
                </a:lnTo>
                <a:lnTo>
                  <a:pt x="904" y="692"/>
                </a:lnTo>
                <a:lnTo>
                  <a:pt x="745" y="852"/>
                </a:lnTo>
                <a:lnTo>
                  <a:pt x="612" y="1038"/>
                </a:lnTo>
                <a:lnTo>
                  <a:pt x="506" y="1224"/>
                </a:lnTo>
                <a:lnTo>
                  <a:pt x="399" y="1436"/>
                </a:lnTo>
                <a:lnTo>
                  <a:pt x="319" y="1649"/>
                </a:lnTo>
                <a:lnTo>
                  <a:pt x="266" y="1862"/>
                </a:lnTo>
                <a:lnTo>
                  <a:pt x="213" y="2101"/>
                </a:lnTo>
                <a:lnTo>
                  <a:pt x="213" y="2340"/>
                </a:lnTo>
                <a:lnTo>
                  <a:pt x="213" y="5743"/>
                </a:lnTo>
                <a:lnTo>
                  <a:pt x="107" y="5743"/>
                </a:lnTo>
                <a:lnTo>
                  <a:pt x="54" y="5796"/>
                </a:lnTo>
                <a:lnTo>
                  <a:pt x="0" y="5849"/>
                </a:lnTo>
                <a:lnTo>
                  <a:pt x="0" y="5929"/>
                </a:lnTo>
                <a:lnTo>
                  <a:pt x="0" y="6859"/>
                </a:lnTo>
                <a:lnTo>
                  <a:pt x="0" y="6939"/>
                </a:lnTo>
                <a:lnTo>
                  <a:pt x="54" y="6992"/>
                </a:lnTo>
                <a:lnTo>
                  <a:pt x="107" y="7045"/>
                </a:lnTo>
                <a:lnTo>
                  <a:pt x="426" y="7045"/>
                </a:lnTo>
                <a:lnTo>
                  <a:pt x="426" y="8374"/>
                </a:lnTo>
                <a:lnTo>
                  <a:pt x="452" y="8454"/>
                </a:lnTo>
                <a:lnTo>
                  <a:pt x="479" y="8507"/>
                </a:lnTo>
                <a:lnTo>
                  <a:pt x="559" y="8560"/>
                </a:lnTo>
                <a:lnTo>
                  <a:pt x="1622" y="8560"/>
                </a:lnTo>
                <a:lnTo>
                  <a:pt x="1675" y="8507"/>
                </a:lnTo>
                <a:lnTo>
                  <a:pt x="1728" y="8454"/>
                </a:lnTo>
                <a:lnTo>
                  <a:pt x="1755" y="8374"/>
                </a:lnTo>
                <a:lnTo>
                  <a:pt x="1755" y="7045"/>
                </a:lnTo>
                <a:lnTo>
                  <a:pt x="8799" y="7045"/>
                </a:lnTo>
                <a:lnTo>
                  <a:pt x="8799" y="8374"/>
                </a:lnTo>
                <a:lnTo>
                  <a:pt x="8825" y="8454"/>
                </a:lnTo>
                <a:lnTo>
                  <a:pt x="8852" y="8507"/>
                </a:lnTo>
                <a:lnTo>
                  <a:pt x="8932" y="8560"/>
                </a:lnTo>
                <a:lnTo>
                  <a:pt x="9995" y="8560"/>
                </a:lnTo>
                <a:lnTo>
                  <a:pt x="10048" y="8507"/>
                </a:lnTo>
                <a:lnTo>
                  <a:pt x="10101" y="8454"/>
                </a:lnTo>
                <a:lnTo>
                  <a:pt x="10128" y="8374"/>
                </a:lnTo>
                <a:lnTo>
                  <a:pt x="10128" y="7045"/>
                </a:lnTo>
                <a:lnTo>
                  <a:pt x="10447" y="7045"/>
                </a:lnTo>
                <a:lnTo>
                  <a:pt x="10500" y="6992"/>
                </a:lnTo>
                <a:lnTo>
                  <a:pt x="10553" y="6939"/>
                </a:lnTo>
                <a:lnTo>
                  <a:pt x="10553" y="6859"/>
                </a:lnTo>
                <a:lnTo>
                  <a:pt x="10553" y="5929"/>
                </a:lnTo>
                <a:lnTo>
                  <a:pt x="10553" y="5849"/>
                </a:lnTo>
                <a:lnTo>
                  <a:pt x="10500" y="5796"/>
                </a:lnTo>
                <a:lnTo>
                  <a:pt x="10447" y="5743"/>
                </a:lnTo>
                <a:lnTo>
                  <a:pt x="10341" y="5743"/>
                </a:lnTo>
                <a:lnTo>
                  <a:pt x="10341" y="2340"/>
                </a:lnTo>
                <a:lnTo>
                  <a:pt x="10314" y="2101"/>
                </a:lnTo>
                <a:lnTo>
                  <a:pt x="10287" y="1862"/>
                </a:lnTo>
                <a:lnTo>
                  <a:pt x="10234" y="1649"/>
                </a:lnTo>
                <a:lnTo>
                  <a:pt x="10155" y="1436"/>
                </a:lnTo>
                <a:lnTo>
                  <a:pt x="10048" y="1224"/>
                </a:lnTo>
                <a:lnTo>
                  <a:pt x="9942" y="1038"/>
                </a:lnTo>
                <a:lnTo>
                  <a:pt x="9809" y="852"/>
                </a:lnTo>
                <a:lnTo>
                  <a:pt x="9650" y="692"/>
                </a:lnTo>
                <a:lnTo>
                  <a:pt x="9490" y="533"/>
                </a:lnTo>
                <a:lnTo>
                  <a:pt x="9304" y="400"/>
                </a:lnTo>
                <a:lnTo>
                  <a:pt x="9118" y="267"/>
                </a:lnTo>
                <a:lnTo>
                  <a:pt x="8905" y="187"/>
                </a:lnTo>
                <a:lnTo>
                  <a:pt x="8693" y="107"/>
                </a:lnTo>
                <a:lnTo>
                  <a:pt x="8480" y="54"/>
                </a:lnTo>
                <a:lnTo>
                  <a:pt x="824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33" name="Google Shape;1233;p83"/>
          <p:cNvGrpSpPr/>
          <p:nvPr/>
        </p:nvGrpSpPr>
        <p:grpSpPr>
          <a:xfrm>
            <a:off x="3515597" y="1738090"/>
            <a:ext cx="302922" cy="211578"/>
            <a:chOff x="3279700" y="3505075"/>
            <a:chExt cx="293075" cy="204700"/>
          </a:xfrm>
        </p:grpSpPr>
        <p:sp>
          <p:nvSpPr>
            <p:cNvPr id="1234" name="Google Shape;1234;p83"/>
            <p:cNvSpPr/>
            <p:nvPr/>
          </p:nvSpPr>
          <p:spPr>
            <a:xfrm>
              <a:off x="3279700" y="3505075"/>
              <a:ext cx="293075" cy="204700"/>
            </a:xfrm>
            <a:custGeom>
              <a:rect b="b" l="l" r="r" t="t"/>
              <a:pathLst>
                <a:path extrusionOk="0" h="8188" w="11723">
                  <a:moveTo>
                    <a:pt x="7948" y="2765"/>
                  </a:moveTo>
                  <a:lnTo>
                    <a:pt x="8028" y="2791"/>
                  </a:lnTo>
                  <a:lnTo>
                    <a:pt x="8107" y="2844"/>
                  </a:lnTo>
                  <a:lnTo>
                    <a:pt x="8161" y="2924"/>
                  </a:lnTo>
                  <a:lnTo>
                    <a:pt x="8214" y="3004"/>
                  </a:lnTo>
                  <a:lnTo>
                    <a:pt x="8214" y="3083"/>
                  </a:lnTo>
                  <a:lnTo>
                    <a:pt x="8187" y="3163"/>
                  </a:lnTo>
                  <a:lnTo>
                    <a:pt x="8161" y="3243"/>
                  </a:lnTo>
                  <a:lnTo>
                    <a:pt x="8081" y="3323"/>
                  </a:lnTo>
                  <a:lnTo>
                    <a:pt x="8081" y="3296"/>
                  </a:lnTo>
                  <a:lnTo>
                    <a:pt x="8081" y="3243"/>
                  </a:lnTo>
                  <a:lnTo>
                    <a:pt x="8054" y="3110"/>
                  </a:lnTo>
                  <a:lnTo>
                    <a:pt x="8028" y="3030"/>
                  </a:lnTo>
                  <a:lnTo>
                    <a:pt x="7948" y="2791"/>
                  </a:lnTo>
                  <a:lnTo>
                    <a:pt x="7948" y="2765"/>
                  </a:lnTo>
                  <a:close/>
                  <a:moveTo>
                    <a:pt x="2127" y="3083"/>
                  </a:moveTo>
                  <a:lnTo>
                    <a:pt x="2286" y="3137"/>
                  </a:lnTo>
                  <a:lnTo>
                    <a:pt x="2392" y="3190"/>
                  </a:lnTo>
                  <a:lnTo>
                    <a:pt x="2499" y="3296"/>
                  </a:lnTo>
                  <a:lnTo>
                    <a:pt x="2552" y="3456"/>
                  </a:lnTo>
                  <a:lnTo>
                    <a:pt x="2552" y="3589"/>
                  </a:lnTo>
                  <a:lnTo>
                    <a:pt x="2499" y="3721"/>
                  </a:lnTo>
                  <a:lnTo>
                    <a:pt x="2419" y="3828"/>
                  </a:lnTo>
                  <a:lnTo>
                    <a:pt x="2286" y="3908"/>
                  </a:lnTo>
                  <a:lnTo>
                    <a:pt x="2153" y="3961"/>
                  </a:lnTo>
                  <a:lnTo>
                    <a:pt x="1994" y="3934"/>
                  </a:lnTo>
                  <a:lnTo>
                    <a:pt x="1861" y="3854"/>
                  </a:lnTo>
                  <a:lnTo>
                    <a:pt x="1754" y="3748"/>
                  </a:lnTo>
                  <a:lnTo>
                    <a:pt x="1781" y="3721"/>
                  </a:lnTo>
                  <a:lnTo>
                    <a:pt x="1781" y="3642"/>
                  </a:lnTo>
                  <a:lnTo>
                    <a:pt x="1808" y="3562"/>
                  </a:lnTo>
                  <a:lnTo>
                    <a:pt x="1834" y="3509"/>
                  </a:lnTo>
                  <a:lnTo>
                    <a:pt x="1861" y="3402"/>
                  </a:lnTo>
                  <a:lnTo>
                    <a:pt x="1861" y="3349"/>
                  </a:lnTo>
                  <a:lnTo>
                    <a:pt x="1861" y="3190"/>
                  </a:lnTo>
                  <a:lnTo>
                    <a:pt x="1914" y="3137"/>
                  </a:lnTo>
                  <a:lnTo>
                    <a:pt x="2047" y="3137"/>
                  </a:lnTo>
                  <a:lnTo>
                    <a:pt x="2073" y="3110"/>
                  </a:lnTo>
                  <a:lnTo>
                    <a:pt x="2127" y="3083"/>
                  </a:lnTo>
                  <a:close/>
                  <a:moveTo>
                    <a:pt x="7709" y="6007"/>
                  </a:moveTo>
                  <a:lnTo>
                    <a:pt x="7735" y="6087"/>
                  </a:lnTo>
                  <a:lnTo>
                    <a:pt x="7735" y="6194"/>
                  </a:lnTo>
                  <a:lnTo>
                    <a:pt x="7709" y="6273"/>
                  </a:lnTo>
                  <a:lnTo>
                    <a:pt x="7682" y="6353"/>
                  </a:lnTo>
                  <a:lnTo>
                    <a:pt x="7629" y="6406"/>
                  </a:lnTo>
                  <a:lnTo>
                    <a:pt x="7576" y="6459"/>
                  </a:lnTo>
                  <a:lnTo>
                    <a:pt x="7496" y="6512"/>
                  </a:lnTo>
                  <a:lnTo>
                    <a:pt x="7416" y="6539"/>
                  </a:lnTo>
                  <a:lnTo>
                    <a:pt x="7576" y="6273"/>
                  </a:lnTo>
                  <a:lnTo>
                    <a:pt x="7709" y="6007"/>
                  </a:lnTo>
                  <a:close/>
                  <a:moveTo>
                    <a:pt x="4226" y="399"/>
                  </a:moveTo>
                  <a:lnTo>
                    <a:pt x="4492" y="425"/>
                  </a:lnTo>
                  <a:lnTo>
                    <a:pt x="4758" y="452"/>
                  </a:lnTo>
                  <a:lnTo>
                    <a:pt x="5024" y="505"/>
                  </a:lnTo>
                  <a:lnTo>
                    <a:pt x="5263" y="585"/>
                  </a:lnTo>
                  <a:lnTo>
                    <a:pt x="5529" y="691"/>
                  </a:lnTo>
                  <a:lnTo>
                    <a:pt x="5768" y="797"/>
                  </a:lnTo>
                  <a:lnTo>
                    <a:pt x="5981" y="930"/>
                  </a:lnTo>
                  <a:lnTo>
                    <a:pt x="6220" y="1063"/>
                  </a:lnTo>
                  <a:lnTo>
                    <a:pt x="6406" y="1223"/>
                  </a:lnTo>
                  <a:lnTo>
                    <a:pt x="6619" y="1409"/>
                  </a:lnTo>
                  <a:lnTo>
                    <a:pt x="6805" y="1595"/>
                  </a:lnTo>
                  <a:lnTo>
                    <a:pt x="6964" y="1808"/>
                  </a:lnTo>
                  <a:lnTo>
                    <a:pt x="7150" y="2020"/>
                  </a:lnTo>
                  <a:lnTo>
                    <a:pt x="7150" y="2047"/>
                  </a:lnTo>
                  <a:lnTo>
                    <a:pt x="7310" y="2313"/>
                  </a:lnTo>
                  <a:lnTo>
                    <a:pt x="7443" y="2578"/>
                  </a:lnTo>
                  <a:lnTo>
                    <a:pt x="7496" y="2711"/>
                  </a:lnTo>
                  <a:lnTo>
                    <a:pt x="7549" y="2897"/>
                  </a:lnTo>
                  <a:lnTo>
                    <a:pt x="7576" y="2924"/>
                  </a:lnTo>
                  <a:lnTo>
                    <a:pt x="7629" y="3137"/>
                  </a:lnTo>
                  <a:lnTo>
                    <a:pt x="7655" y="3216"/>
                  </a:lnTo>
                  <a:lnTo>
                    <a:pt x="7682" y="3323"/>
                  </a:lnTo>
                  <a:lnTo>
                    <a:pt x="7709" y="3429"/>
                  </a:lnTo>
                  <a:lnTo>
                    <a:pt x="7709" y="3535"/>
                  </a:lnTo>
                  <a:lnTo>
                    <a:pt x="7735" y="3642"/>
                  </a:lnTo>
                  <a:lnTo>
                    <a:pt x="7762" y="3775"/>
                  </a:lnTo>
                  <a:lnTo>
                    <a:pt x="7762" y="3961"/>
                  </a:lnTo>
                  <a:lnTo>
                    <a:pt x="7762" y="4040"/>
                  </a:lnTo>
                  <a:lnTo>
                    <a:pt x="7762" y="4173"/>
                  </a:lnTo>
                  <a:lnTo>
                    <a:pt x="7762" y="4226"/>
                  </a:lnTo>
                  <a:lnTo>
                    <a:pt x="7735" y="4466"/>
                  </a:lnTo>
                  <a:lnTo>
                    <a:pt x="7709" y="4732"/>
                  </a:lnTo>
                  <a:lnTo>
                    <a:pt x="7655" y="4997"/>
                  </a:lnTo>
                  <a:lnTo>
                    <a:pt x="7576" y="5237"/>
                  </a:lnTo>
                  <a:lnTo>
                    <a:pt x="7576" y="5263"/>
                  </a:lnTo>
                  <a:lnTo>
                    <a:pt x="7496" y="5502"/>
                  </a:lnTo>
                  <a:lnTo>
                    <a:pt x="7390" y="5742"/>
                  </a:lnTo>
                  <a:lnTo>
                    <a:pt x="7204" y="6034"/>
                  </a:lnTo>
                  <a:lnTo>
                    <a:pt x="7018" y="6326"/>
                  </a:lnTo>
                  <a:lnTo>
                    <a:pt x="6991" y="6353"/>
                  </a:lnTo>
                  <a:lnTo>
                    <a:pt x="6911" y="6459"/>
                  </a:lnTo>
                  <a:lnTo>
                    <a:pt x="6858" y="6512"/>
                  </a:lnTo>
                  <a:lnTo>
                    <a:pt x="6645" y="6725"/>
                  </a:lnTo>
                  <a:lnTo>
                    <a:pt x="6645" y="6752"/>
                  </a:lnTo>
                  <a:lnTo>
                    <a:pt x="6566" y="6831"/>
                  </a:lnTo>
                  <a:lnTo>
                    <a:pt x="6486" y="6911"/>
                  </a:lnTo>
                  <a:lnTo>
                    <a:pt x="6406" y="6964"/>
                  </a:lnTo>
                  <a:lnTo>
                    <a:pt x="6273" y="7071"/>
                  </a:lnTo>
                  <a:lnTo>
                    <a:pt x="5928" y="7283"/>
                  </a:lnTo>
                  <a:lnTo>
                    <a:pt x="5582" y="7469"/>
                  </a:lnTo>
                  <a:lnTo>
                    <a:pt x="5183" y="7629"/>
                  </a:lnTo>
                  <a:lnTo>
                    <a:pt x="4785" y="7735"/>
                  </a:lnTo>
                  <a:lnTo>
                    <a:pt x="4386" y="7788"/>
                  </a:lnTo>
                  <a:lnTo>
                    <a:pt x="3961" y="7788"/>
                  </a:lnTo>
                  <a:lnTo>
                    <a:pt x="3562" y="7762"/>
                  </a:lnTo>
                  <a:lnTo>
                    <a:pt x="3163" y="7682"/>
                  </a:lnTo>
                  <a:lnTo>
                    <a:pt x="2765" y="7549"/>
                  </a:lnTo>
                  <a:lnTo>
                    <a:pt x="2366" y="7390"/>
                  </a:lnTo>
                  <a:lnTo>
                    <a:pt x="2020" y="7177"/>
                  </a:lnTo>
                  <a:lnTo>
                    <a:pt x="1675" y="6938"/>
                  </a:lnTo>
                  <a:lnTo>
                    <a:pt x="1382" y="6645"/>
                  </a:lnTo>
                  <a:lnTo>
                    <a:pt x="1116" y="6326"/>
                  </a:lnTo>
                  <a:lnTo>
                    <a:pt x="877" y="5981"/>
                  </a:lnTo>
                  <a:lnTo>
                    <a:pt x="691" y="5635"/>
                  </a:lnTo>
                  <a:lnTo>
                    <a:pt x="532" y="5237"/>
                  </a:lnTo>
                  <a:lnTo>
                    <a:pt x="425" y="4838"/>
                  </a:lnTo>
                  <a:lnTo>
                    <a:pt x="611" y="4811"/>
                  </a:lnTo>
                  <a:lnTo>
                    <a:pt x="771" y="4758"/>
                  </a:lnTo>
                  <a:lnTo>
                    <a:pt x="930" y="4678"/>
                  </a:lnTo>
                  <a:lnTo>
                    <a:pt x="1063" y="4599"/>
                  </a:lnTo>
                  <a:lnTo>
                    <a:pt x="1196" y="4492"/>
                  </a:lnTo>
                  <a:lnTo>
                    <a:pt x="1329" y="4386"/>
                  </a:lnTo>
                  <a:lnTo>
                    <a:pt x="1462" y="4280"/>
                  </a:lnTo>
                  <a:lnTo>
                    <a:pt x="1568" y="4147"/>
                  </a:lnTo>
                  <a:lnTo>
                    <a:pt x="1754" y="4253"/>
                  </a:lnTo>
                  <a:lnTo>
                    <a:pt x="1940" y="4333"/>
                  </a:lnTo>
                  <a:lnTo>
                    <a:pt x="2180" y="4359"/>
                  </a:lnTo>
                  <a:lnTo>
                    <a:pt x="2392" y="4306"/>
                  </a:lnTo>
                  <a:lnTo>
                    <a:pt x="2578" y="4200"/>
                  </a:lnTo>
                  <a:lnTo>
                    <a:pt x="2765" y="4067"/>
                  </a:lnTo>
                  <a:lnTo>
                    <a:pt x="2871" y="3881"/>
                  </a:lnTo>
                  <a:lnTo>
                    <a:pt x="2924" y="3668"/>
                  </a:lnTo>
                  <a:lnTo>
                    <a:pt x="2951" y="3429"/>
                  </a:lnTo>
                  <a:lnTo>
                    <a:pt x="2897" y="3216"/>
                  </a:lnTo>
                  <a:lnTo>
                    <a:pt x="2791" y="3030"/>
                  </a:lnTo>
                  <a:lnTo>
                    <a:pt x="2632" y="2871"/>
                  </a:lnTo>
                  <a:lnTo>
                    <a:pt x="2844" y="2711"/>
                  </a:lnTo>
                  <a:lnTo>
                    <a:pt x="3057" y="2525"/>
                  </a:lnTo>
                  <a:lnTo>
                    <a:pt x="3216" y="2286"/>
                  </a:lnTo>
                  <a:lnTo>
                    <a:pt x="3376" y="2047"/>
                  </a:lnTo>
                  <a:lnTo>
                    <a:pt x="3695" y="2206"/>
                  </a:lnTo>
                  <a:lnTo>
                    <a:pt x="3801" y="2206"/>
                  </a:lnTo>
                  <a:lnTo>
                    <a:pt x="3881" y="2180"/>
                  </a:lnTo>
                  <a:lnTo>
                    <a:pt x="3961" y="2100"/>
                  </a:lnTo>
                  <a:lnTo>
                    <a:pt x="3961" y="1994"/>
                  </a:lnTo>
                  <a:lnTo>
                    <a:pt x="3934" y="1914"/>
                  </a:lnTo>
                  <a:lnTo>
                    <a:pt x="3854" y="1834"/>
                  </a:lnTo>
                  <a:lnTo>
                    <a:pt x="3509" y="1675"/>
                  </a:lnTo>
                  <a:lnTo>
                    <a:pt x="3562" y="1356"/>
                  </a:lnTo>
                  <a:lnTo>
                    <a:pt x="3562" y="1063"/>
                  </a:lnTo>
                  <a:lnTo>
                    <a:pt x="3509" y="744"/>
                  </a:lnTo>
                  <a:lnTo>
                    <a:pt x="3429" y="452"/>
                  </a:lnTo>
                  <a:lnTo>
                    <a:pt x="3695" y="399"/>
                  </a:lnTo>
                  <a:close/>
                  <a:moveTo>
                    <a:pt x="8453" y="1940"/>
                  </a:moveTo>
                  <a:lnTo>
                    <a:pt x="8852" y="1967"/>
                  </a:lnTo>
                  <a:lnTo>
                    <a:pt x="9250" y="2047"/>
                  </a:lnTo>
                  <a:lnTo>
                    <a:pt x="9649" y="2206"/>
                  </a:lnTo>
                  <a:lnTo>
                    <a:pt x="9995" y="2419"/>
                  </a:lnTo>
                  <a:lnTo>
                    <a:pt x="10340" y="2658"/>
                  </a:lnTo>
                  <a:lnTo>
                    <a:pt x="10633" y="2951"/>
                  </a:lnTo>
                  <a:lnTo>
                    <a:pt x="10898" y="3296"/>
                  </a:lnTo>
                  <a:lnTo>
                    <a:pt x="11084" y="3668"/>
                  </a:lnTo>
                  <a:lnTo>
                    <a:pt x="11217" y="4067"/>
                  </a:lnTo>
                  <a:lnTo>
                    <a:pt x="11297" y="4466"/>
                  </a:lnTo>
                  <a:lnTo>
                    <a:pt x="11324" y="4864"/>
                  </a:lnTo>
                  <a:lnTo>
                    <a:pt x="11297" y="5290"/>
                  </a:lnTo>
                  <a:lnTo>
                    <a:pt x="11217" y="5688"/>
                  </a:lnTo>
                  <a:lnTo>
                    <a:pt x="11058" y="6087"/>
                  </a:lnTo>
                  <a:lnTo>
                    <a:pt x="10872" y="6459"/>
                  </a:lnTo>
                  <a:lnTo>
                    <a:pt x="10606" y="6805"/>
                  </a:lnTo>
                  <a:lnTo>
                    <a:pt x="10314" y="7097"/>
                  </a:lnTo>
                  <a:lnTo>
                    <a:pt x="9995" y="7337"/>
                  </a:lnTo>
                  <a:lnTo>
                    <a:pt x="9623" y="7523"/>
                  </a:lnTo>
                  <a:lnTo>
                    <a:pt x="9224" y="7682"/>
                  </a:lnTo>
                  <a:lnTo>
                    <a:pt x="8825" y="7762"/>
                  </a:lnTo>
                  <a:lnTo>
                    <a:pt x="8400" y="7788"/>
                  </a:lnTo>
                  <a:lnTo>
                    <a:pt x="8161" y="7788"/>
                  </a:lnTo>
                  <a:lnTo>
                    <a:pt x="7948" y="7762"/>
                  </a:lnTo>
                  <a:lnTo>
                    <a:pt x="7709" y="7709"/>
                  </a:lnTo>
                  <a:lnTo>
                    <a:pt x="7496" y="7655"/>
                  </a:lnTo>
                  <a:lnTo>
                    <a:pt x="7283" y="7576"/>
                  </a:lnTo>
                  <a:lnTo>
                    <a:pt x="7071" y="7496"/>
                  </a:lnTo>
                  <a:lnTo>
                    <a:pt x="6885" y="7363"/>
                  </a:lnTo>
                  <a:lnTo>
                    <a:pt x="6699" y="7257"/>
                  </a:lnTo>
                  <a:lnTo>
                    <a:pt x="6752" y="7204"/>
                  </a:lnTo>
                  <a:lnTo>
                    <a:pt x="6778" y="7150"/>
                  </a:lnTo>
                  <a:lnTo>
                    <a:pt x="6911" y="7044"/>
                  </a:lnTo>
                  <a:lnTo>
                    <a:pt x="6938" y="7018"/>
                  </a:lnTo>
                  <a:lnTo>
                    <a:pt x="7071" y="6885"/>
                  </a:lnTo>
                  <a:lnTo>
                    <a:pt x="7204" y="6911"/>
                  </a:lnTo>
                  <a:lnTo>
                    <a:pt x="7337" y="6938"/>
                  </a:lnTo>
                  <a:lnTo>
                    <a:pt x="7469" y="6938"/>
                  </a:lnTo>
                  <a:lnTo>
                    <a:pt x="7576" y="6911"/>
                  </a:lnTo>
                  <a:lnTo>
                    <a:pt x="7682" y="6858"/>
                  </a:lnTo>
                  <a:lnTo>
                    <a:pt x="7788" y="6805"/>
                  </a:lnTo>
                  <a:lnTo>
                    <a:pt x="7868" y="6725"/>
                  </a:lnTo>
                  <a:lnTo>
                    <a:pt x="7974" y="6645"/>
                  </a:lnTo>
                  <a:lnTo>
                    <a:pt x="8028" y="6539"/>
                  </a:lnTo>
                  <a:lnTo>
                    <a:pt x="8081" y="6433"/>
                  </a:lnTo>
                  <a:lnTo>
                    <a:pt x="8107" y="6326"/>
                  </a:lnTo>
                  <a:lnTo>
                    <a:pt x="8134" y="6194"/>
                  </a:lnTo>
                  <a:lnTo>
                    <a:pt x="8134" y="6087"/>
                  </a:lnTo>
                  <a:lnTo>
                    <a:pt x="8134" y="5981"/>
                  </a:lnTo>
                  <a:lnTo>
                    <a:pt x="8081" y="5848"/>
                  </a:lnTo>
                  <a:lnTo>
                    <a:pt x="8028" y="5742"/>
                  </a:lnTo>
                  <a:lnTo>
                    <a:pt x="7974" y="5662"/>
                  </a:lnTo>
                  <a:lnTo>
                    <a:pt x="7895" y="5556"/>
                  </a:lnTo>
                  <a:lnTo>
                    <a:pt x="7948" y="5396"/>
                  </a:lnTo>
                  <a:lnTo>
                    <a:pt x="7974" y="5343"/>
                  </a:lnTo>
                  <a:lnTo>
                    <a:pt x="8054" y="5077"/>
                  </a:lnTo>
                  <a:lnTo>
                    <a:pt x="8107" y="4811"/>
                  </a:lnTo>
                  <a:lnTo>
                    <a:pt x="8107" y="4785"/>
                  </a:lnTo>
                  <a:lnTo>
                    <a:pt x="8134" y="4599"/>
                  </a:lnTo>
                  <a:lnTo>
                    <a:pt x="8187" y="4652"/>
                  </a:lnTo>
                  <a:lnTo>
                    <a:pt x="8666" y="4918"/>
                  </a:lnTo>
                  <a:lnTo>
                    <a:pt x="8745" y="4944"/>
                  </a:lnTo>
                  <a:lnTo>
                    <a:pt x="8825" y="4944"/>
                  </a:lnTo>
                  <a:lnTo>
                    <a:pt x="8878" y="4918"/>
                  </a:lnTo>
                  <a:lnTo>
                    <a:pt x="8931" y="4864"/>
                  </a:lnTo>
                  <a:lnTo>
                    <a:pt x="8958" y="4785"/>
                  </a:lnTo>
                  <a:lnTo>
                    <a:pt x="8958" y="4705"/>
                  </a:lnTo>
                  <a:lnTo>
                    <a:pt x="8905" y="4625"/>
                  </a:lnTo>
                  <a:lnTo>
                    <a:pt x="8852" y="4572"/>
                  </a:lnTo>
                  <a:lnTo>
                    <a:pt x="8400" y="4306"/>
                  </a:lnTo>
                  <a:lnTo>
                    <a:pt x="8320" y="4280"/>
                  </a:lnTo>
                  <a:lnTo>
                    <a:pt x="8267" y="4280"/>
                  </a:lnTo>
                  <a:lnTo>
                    <a:pt x="8214" y="4306"/>
                  </a:lnTo>
                  <a:lnTo>
                    <a:pt x="8161" y="4333"/>
                  </a:lnTo>
                  <a:lnTo>
                    <a:pt x="8161" y="4253"/>
                  </a:lnTo>
                  <a:lnTo>
                    <a:pt x="8161" y="4200"/>
                  </a:lnTo>
                  <a:lnTo>
                    <a:pt x="8161" y="4040"/>
                  </a:lnTo>
                  <a:lnTo>
                    <a:pt x="8161" y="3934"/>
                  </a:lnTo>
                  <a:lnTo>
                    <a:pt x="8161" y="3775"/>
                  </a:lnTo>
                  <a:lnTo>
                    <a:pt x="8161" y="3748"/>
                  </a:lnTo>
                  <a:lnTo>
                    <a:pt x="8267" y="3668"/>
                  </a:lnTo>
                  <a:lnTo>
                    <a:pt x="8373" y="3615"/>
                  </a:lnTo>
                  <a:lnTo>
                    <a:pt x="8480" y="3509"/>
                  </a:lnTo>
                  <a:lnTo>
                    <a:pt x="8533" y="3402"/>
                  </a:lnTo>
                  <a:lnTo>
                    <a:pt x="8586" y="3296"/>
                  </a:lnTo>
                  <a:lnTo>
                    <a:pt x="8612" y="3163"/>
                  </a:lnTo>
                  <a:lnTo>
                    <a:pt x="8612" y="3030"/>
                  </a:lnTo>
                  <a:lnTo>
                    <a:pt x="8612" y="2897"/>
                  </a:lnTo>
                  <a:lnTo>
                    <a:pt x="8559" y="2765"/>
                  </a:lnTo>
                  <a:lnTo>
                    <a:pt x="8480" y="2658"/>
                  </a:lnTo>
                  <a:lnTo>
                    <a:pt x="8400" y="2552"/>
                  </a:lnTo>
                  <a:lnTo>
                    <a:pt x="8293" y="2472"/>
                  </a:lnTo>
                  <a:lnTo>
                    <a:pt x="8187" y="2419"/>
                  </a:lnTo>
                  <a:lnTo>
                    <a:pt x="8054" y="2392"/>
                  </a:lnTo>
                  <a:lnTo>
                    <a:pt x="7921" y="2366"/>
                  </a:lnTo>
                  <a:lnTo>
                    <a:pt x="7788" y="2392"/>
                  </a:lnTo>
                  <a:lnTo>
                    <a:pt x="7709" y="2233"/>
                  </a:lnTo>
                  <a:lnTo>
                    <a:pt x="7709" y="2206"/>
                  </a:lnTo>
                  <a:lnTo>
                    <a:pt x="7629" y="2047"/>
                  </a:lnTo>
                  <a:lnTo>
                    <a:pt x="7602" y="2047"/>
                  </a:lnTo>
                  <a:lnTo>
                    <a:pt x="8028" y="1940"/>
                  </a:lnTo>
                  <a:close/>
                  <a:moveTo>
                    <a:pt x="3695" y="0"/>
                  </a:moveTo>
                  <a:lnTo>
                    <a:pt x="3402" y="53"/>
                  </a:lnTo>
                  <a:lnTo>
                    <a:pt x="3083" y="106"/>
                  </a:lnTo>
                  <a:lnTo>
                    <a:pt x="3004" y="160"/>
                  </a:lnTo>
                  <a:lnTo>
                    <a:pt x="2951" y="213"/>
                  </a:lnTo>
                  <a:lnTo>
                    <a:pt x="2951" y="319"/>
                  </a:lnTo>
                  <a:lnTo>
                    <a:pt x="2977" y="399"/>
                  </a:lnTo>
                  <a:lnTo>
                    <a:pt x="3057" y="558"/>
                  </a:lnTo>
                  <a:lnTo>
                    <a:pt x="3110" y="718"/>
                  </a:lnTo>
                  <a:lnTo>
                    <a:pt x="3137" y="904"/>
                  </a:lnTo>
                  <a:lnTo>
                    <a:pt x="3163" y="1063"/>
                  </a:lnTo>
                  <a:lnTo>
                    <a:pt x="3163" y="1249"/>
                  </a:lnTo>
                  <a:lnTo>
                    <a:pt x="3137" y="1435"/>
                  </a:lnTo>
                  <a:lnTo>
                    <a:pt x="3110" y="1595"/>
                  </a:lnTo>
                  <a:lnTo>
                    <a:pt x="3057" y="1781"/>
                  </a:lnTo>
                  <a:lnTo>
                    <a:pt x="2977" y="1940"/>
                  </a:lnTo>
                  <a:lnTo>
                    <a:pt x="2897" y="2073"/>
                  </a:lnTo>
                  <a:lnTo>
                    <a:pt x="2791" y="2233"/>
                  </a:lnTo>
                  <a:lnTo>
                    <a:pt x="2658" y="2339"/>
                  </a:lnTo>
                  <a:lnTo>
                    <a:pt x="2525" y="2472"/>
                  </a:lnTo>
                  <a:lnTo>
                    <a:pt x="2366" y="2552"/>
                  </a:lnTo>
                  <a:lnTo>
                    <a:pt x="2206" y="2632"/>
                  </a:lnTo>
                  <a:lnTo>
                    <a:pt x="2047" y="2711"/>
                  </a:lnTo>
                  <a:lnTo>
                    <a:pt x="1834" y="2765"/>
                  </a:lnTo>
                  <a:lnTo>
                    <a:pt x="1754" y="2765"/>
                  </a:lnTo>
                  <a:lnTo>
                    <a:pt x="1622" y="2844"/>
                  </a:lnTo>
                  <a:lnTo>
                    <a:pt x="1515" y="2951"/>
                  </a:lnTo>
                  <a:lnTo>
                    <a:pt x="1462" y="3030"/>
                  </a:lnTo>
                  <a:lnTo>
                    <a:pt x="1462" y="3110"/>
                  </a:lnTo>
                  <a:lnTo>
                    <a:pt x="1462" y="3163"/>
                  </a:lnTo>
                  <a:lnTo>
                    <a:pt x="1435" y="3429"/>
                  </a:lnTo>
                  <a:lnTo>
                    <a:pt x="1356" y="3695"/>
                  </a:lnTo>
                  <a:lnTo>
                    <a:pt x="1276" y="3854"/>
                  </a:lnTo>
                  <a:lnTo>
                    <a:pt x="1170" y="3987"/>
                  </a:lnTo>
                  <a:lnTo>
                    <a:pt x="1037" y="4120"/>
                  </a:lnTo>
                  <a:lnTo>
                    <a:pt x="877" y="4226"/>
                  </a:lnTo>
                  <a:lnTo>
                    <a:pt x="744" y="4333"/>
                  </a:lnTo>
                  <a:lnTo>
                    <a:pt x="558" y="4386"/>
                  </a:lnTo>
                  <a:lnTo>
                    <a:pt x="372" y="4439"/>
                  </a:lnTo>
                  <a:lnTo>
                    <a:pt x="186" y="4466"/>
                  </a:lnTo>
                  <a:lnTo>
                    <a:pt x="106" y="4466"/>
                  </a:lnTo>
                  <a:lnTo>
                    <a:pt x="53" y="4519"/>
                  </a:lnTo>
                  <a:lnTo>
                    <a:pt x="0" y="4599"/>
                  </a:lnTo>
                  <a:lnTo>
                    <a:pt x="0" y="4678"/>
                  </a:lnTo>
                  <a:lnTo>
                    <a:pt x="53" y="4944"/>
                  </a:lnTo>
                  <a:lnTo>
                    <a:pt x="106" y="5210"/>
                  </a:lnTo>
                  <a:lnTo>
                    <a:pt x="186" y="5449"/>
                  </a:lnTo>
                  <a:lnTo>
                    <a:pt x="292" y="5688"/>
                  </a:lnTo>
                  <a:lnTo>
                    <a:pt x="399" y="5928"/>
                  </a:lnTo>
                  <a:lnTo>
                    <a:pt x="505" y="6140"/>
                  </a:lnTo>
                  <a:lnTo>
                    <a:pt x="638" y="6380"/>
                  </a:lnTo>
                  <a:lnTo>
                    <a:pt x="797" y="6566"/>
                  </a:lnTo>
                  <a:lnTo>
                    <a:pt x="957" y="6778"/>
                  </a:lnTo>
                  <a:lnTo>
                    <a:pt x="1116" y="6964"/>
                  </a:lnTo>
                  <a:lnTo>
                    <a:pt x="1303" y="7150"/>
                  </a:lnTo>
                  <a:lnTo>
                    <a:pt x="1515" y="7310"/>
                  </a:lnTo>
                  <a:lnTo>
                    <a:pt x="1728" y="7469"/>
                  </a:lnTo>
                  <a:lnTo>
                    <a:pt x="1940" y="7602"/>
                  </a:lnTo>
                  <a:lnTo>
                    <a:pt x="2153" y="7735"/>
                  </a:lnTo>
                  <a:lnTo>
                    <a:pt x="2392" y="7842"/>
                  </a:lnTo>
                  <a:lnTo>
                    <a:pt x="2658" y="7948"/>
                  </a:lnTo>
                  <a:lnTo>
                    <a:pt x="2897" y="8028"/>
                  </a:lnTo>
                  <a:lnTo>
                    <a:pt x="3137" y="8107"/>
                  </a:lnTo>
                  <a:lnTo>
                    <a:pt x="3402" y="8134"/>
                  </a:lnTo>
                  <a:lnTo>
                    <a:pt x="3668" y="8187"/>
                  </a:lnTo>
                  <a:lnTo>
                    <a:pt x="4413" y="8187"/>
                  </a:lnTo>
                  <a:lnTo>
                    <a:pt x="4678" y="8161"/>
                  </a:lnTo>
                  <a:lnTo>
                    <a:pt x="4944" y="8107"/>
                  </a:lnTo>
                  <a:lnTo>
                    <a:pt x="5183" y="8054"/>
                  </a:lnTo>
                  <a:lnTo>
                    <a:pt x="5423" y="7974"/>
                  </a:lnTo>
                  <a:lnTo>
                    <a:pt x="5662" y="7868"/>
                  </a:lnTo>
                  <a:lnTo>
                    <a:pt x="5901" y="7762"/>
                  </a:lnTo>
                  <a:lnTo>
                    <a:pt x="6140" y="7629"/>
                  </a:lnTo>
                  <a:lnTo>
                    <a:pt x="6353" y="7496"/>
                  </a:lnTo>
                  <a:lnTo>
                    <a:pt x="6566" y="7655"/>
                  </a:lnTo>
                  <a:lnTo>
                    <a:pt x="6805" y="7788"/>
                  </a:lnTo>
                  <a:lnTo>
                    <a:pt x="7044" y="7921"/>
                  </a:lnTo>
                  <a:lnTo>
                    <a:pt x="7283" y="8001"/>
                  </a:lnTo>
                  <a:lnTo>
                    <a:pt x="7549" y="8081"/>
                  </a:lnTo>
                  <a:lnTo>
                    <a:pt x="7788" y="8134"/>
                  </a:lnTo>
                  <a:lnTo>
                    <a:pt x="8054" y="8187"/>
                  </a:lnTo>
                  <a:lnTo>
                    <a:pt x="8559" y="8187"/>
                  </a:lnTo>
                  <a:lnTo>
                    <a:pt x="8825" y="8161"/>
                  </a:lnTo>
                  <a:lnTo>
                    <a:pt x="9091" y="8134"/>
                  </a:lnTo>
                  <a:lnTo>
                    <a:pt x="9330" y="8054"/>
                  </a:lnTo>
                  <a:lnTo>
                    <a:pt x="9596" y="7974"/>
                  </a:lnTo>
                  <a:lnTo>
                    <a:pt x="9835" y="7868"/>
                  </a:lnTo>
                  <a:lnTo>
                    <a:pt x="10074" y="7735"/>
                  </a:lnTo>
                  <a:lnTo>
                    <a:pt x="10314" y="7602"/>
                  </a:lnTo>
                  <a:lnTo>
                    <a:pt x="10526" y="7443"/>
                  </a:lnTo>
                  <a:lnTo>
                    <a:pt x="10712" y="7257"/>
                  </a:lnTo>
                  <a:lnTo>
                    <a:pt x="10898" y="7071"/>
                  </a:lnTo>
                  <a:lnTo>
                    <a:pt x="11058" y="6858"/>
                  </a:lnTo>
                  <a:lnTo>
                    <a:pt x="11217" y="6645"/>
                  </a:lnTo>
                  <a:lnTo>
                    <a:pt x="11350" y="6433"/>
                  </a:lnTo>
                  <a:lnTo>
                    <a:pt x="11457" y="6194"/>
                  </a:lnTo>
                  <a:lnTo>
                    <a:pt x="11563" y="5954"/>
                  </a:lnTo>
                  <a:lnTo>
                    <a:pt x="11643" y="5688"/>
                  </a:lnTo>
                  <a:lnTo>
                    <a:pt x="11696" y="5449"/>
                  </a:lnTo>
                  <a:lnTo>
                    <a:pt x="11722" y="5183"/>
                  </a:lnTo>
                  <a:lnTo>
                    <a:pt x="11722" y="4918"/>
                  </a:lnTo>
                  <a:lnTo>
                    <a:pt x="11722" y="4652"/>
                  </a:lnTo>
                  <a:lnTo>
                    <a:pt x="11696" y="4386"/>
                  </a:lnTo>
                  <a:lnTo>
                    <a:pt x="11643" y="4120"/>
                  </a:lnTo>
                  <a:lnTo>
                    <a:pt x="11590" y="3854"/>
                  </a:lnTo>
                  <a:lnTo>
                    <a:pt x="11483" y="3615"/>
                  </a:lnTo>
                  <a:lnTo>
                    <a:pt x="11377" y="3376"/>
                  </a:lnTo>
                  <a:lnTo>
                    <a:pt x="11244" y="3137"/>
                  </a:lnTo>
                  <a:lnTo>
                    <a:pt x="11111" y="2924"/>
                  </a:lnTo>
                  <a:lnTo>
                    <a:pt x="10952" y="2711"/>
                  </a:lnTo>
                  <a:lnTo>
                    <a:pt x="10766" y="2525"/>
                  </a:lnTo>
                  <a:lnTo>
                    <a:pt x="10579" y="2339"/>
                  </a:lnTo>
                  <a:lnTo>
                    <a:pt x="10367" y="2180"/>
                  </a:lnTo>
                  <a:lnTo>
                    <a:pt x="10154" y="2020"/>
                  </a:lnTo>
                  <a:lnTo>
                    <a:pt x="9941" y="1914"/>
                  </a:lnTo>
                  <a:lnTo>
                    <a:pt x="9702" y="1781"/>
                  </a:lnTo>
                  <a:lnTo>
                    <a:pt x="9463" y="1701"/>
                  </a:lnTo>
                  <a:lnTo>
                    <a:pt x="9197" y="1622"/>
                  </a:lnTo>
                  <a:lnTo>
                    <a:pt x="8931" y="1568"/>
                  </a:lnTo>
                  <a:lnTo>
                    <a:pt x="8666" y="1542"/>
                  </a:lnTo>
                  <a:lnTo>
                    <a:pt x="8134" y="1542"/>
                  </a:lnTo>
                  <a:lnTo>
                    <a:pt x="7895" y="1568"/>
                  </a:lnTo>
                  <a:lnTo>
                    <a:pt x="7629" y="1622"/>
                  </a:lnTo>
                  <a:lnTo>
                    <a:pt x="7390" y="1675"/>
                  </a:lnTo>
                  <a:lnTo>
                    <a:pt x="7204" y="1435"/>
                  </a:lnTo>
                  <a:lnTo>
                    <a:pt x="6991" y="1223"/>
                  </a:lnTo>
                  <a:lnTo>
                    <a:pt x="6778" y="1010"/>
                  </a:lnTo>
                  <a:lnTo>
                    <a:pt x="6539" y="824"/>
                  </a:lnTo>
                  <a:lnTo>
                    <a:pt x="6273" y="638"/>
                  </a:lnTo>
                  <a:lnTo>
                    <a:pt x="6034" y="479"/>
                  </a:lnTo>
                  <a:lnTo>
                    <a:pt x="5768" y="346"/>
                  </a:lnTo>
                  <a:lnTo>
                    <a:pt x="5476" y="239"/>
                  </a:lnTo>
                  <a:lnTo>
                    <a:pt x="5183" y="160"/>
                  </a:lnTo>
                  <a:lnTo>
                    <a:pt x="4918" y="80"/>
                  </a:lnTo>
                  <a:lnTo>
                    <a:pt x="4599" y="27"/>
                  </a:lnTo>
                  <a:lnTo>
                    <a:pt x="430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p83"/>
            <p:cNvSpPr/>
            <p:nvPr/>
          </p:nvSpPr>
          <p:spPr>
            <a:xfrm>
              <a:off x="3514275" y="3627350"/>
              <a:ext cx="35250" cy="35225"/>
            </a:xfrm>
            <a:custGeom>
              <a:rect b="b" l="l" r="r" t="t"/>
              <a:pathLst>
                <a:path extrusionOk="0" h="1409" w="1410">
                  <a:moveTo>
                    <a:pt x="718" y="399"/>
                  </a:moveTo>
                  <a:lnTo>
                    <a:pt x="824" y="425"/>
                  </a:lnTo>
                  <a:lnTo>
                    <a:pt x="931" y="478"/>
                  </a:lnTo>
                  <a:lnTo>
                    <a:pt x="1010" y="585"/>
                  </a:lnTo>
                  <a:lnTo>
                    <a:pt x="1010" y="718"/>
                  </a:lnTo>
                  <a:lnTo>
                    <a:pt x="1010" y="824"/>
                  </a:lnTo>
                  <a:lnTo>
                    <a:pt x="931" y="930"/>
                  </a:lnTo>
                  <a:lnTo>
                    <a:pt x="824" y="984"/>
                  </a:lnTo>
                  <a:lnTo>
                    <a:pt x="718" y="1010"/>
                  </a:lnTo>
                  <a:lnTo>
                    <a:pt x="612" y="984"/>
                  </a:lnTo>
                  <a:lnTo>
                    <a:pt x="505" y="930"/>
                  </a:lnTo>
                  <a:lnTo>
                    <a:pt x="426" y="824"/>
                  </a:lnTo>
                  <a:lnTo>
                    <a:pt x="426" y="718"/>
                  </a:lnTo>
                  <a:lnTo>
                    <a:pt x="426" y="585"/>
                  </a:lnTo>
                  <a:lnTo>
                    <a:pt x="505" y="478"/>
                  </a:lnTo>
                  <a:lnTo>
                    <a:pt x="612" y="425"/>
                  </a:lnTo>
                  <a:lnTo>
                    <a:pt x="718" y="399"/>
                  </a:lnTo>
                  <a:close/>
                  <a:moveTo>
                    <a:pt x="718" y="0"/>
                  </a:moveTo>
                  <a:lnTo>
                    <a:pt x="585" y="27"/>
                  </a:lnTo>
                  <a:lnTo>
                    <a:pt x="452" y="53"/>
                  </a:lnTo>
                  <a:lnTo>
                    <a:pt x="319" y="133"/>
                  </a:lnTo>
                  <a:lnTo>
                    <a:pt x="213" y="213"/>
                  </a:lnTo>
                  <a:lnTo>
                    <a:pt x="133" y="319"/>
                  </a:lnTo>
                  <a:lnTo>
                    <a:pt x="80" y="425"/>
                  </a:lnTo>
                  <a:lnTo>
                    <a:pt x="27" y="558"/>
                  </a:lnTo>
                  <a:lnTo>
                    <a:pt x="0" y="718"/>
                  </a:lnTo>
                  <a:lnTo>
                    <a:pt x="27" y="851"/>
                  </a:lnTo>
                  <a:lnTo>
                    <a:pt x="80" y="984"/>
                  </a:lnTo>
                  <a:lnTo>
                    <a:pt x="133" y="1090"/>
                  </a:lnTo>
                  <a:lnTo>
                    <a:pt x="213" y="1196"/>
                  </a:lnTo>
                  <a:lnTo>
                    <a:pt x="319" y="1303"/>
                  </a:lnTo>
                  <a:lnTo>
                    <a:pt x="452" y="1356"/>
                  </a:lnTo>
                  <a:lnTo>
                    <a:pt x="585" y="1409"/>
                  </a:lnTo>
                  <a:lnTo>
                    <a:pt x="851" y="1409"/>
                  </a:lnTo>
                  <a:lnTo>
                    <a:pt x="984" y="1356"/>
                  </a:lnTo>
                  <a:lnTo>
                    <a:pt x="1117" y="1303"/>
                  </a:lnTo>
                  <a:lnTo>
                    <a:pt x="1223" y="1196"/>
                  </a:lnTo>
                  <a:lnTo>
                    <a:pt x="1303" y="1090"/>
                  </a:lnTo>
                  <a:lnTo>
                    <a:pt x="1356" y="984"/>
                  </a:lnTo>
                  <a:lnTo>
                    <a:pt x="1409" y="851"/>
                  </a:lnTo>
                  <a:lnTo>
                    <a:pt x="1409" y="718"/>
                  </a:lnTo>
                  <a:lnTo>
                    <a:pt x="1409" y="558"/>
                  </a:lnTo>
                  <a:lnTo>
                    <a:pt x="1356" y="425"/>
                  </a:lnTo>
                  <a:lnTo>
                    <a:pt x="1303" y="319"/>
                  </a:lnTo>
                  <a:lnTo>
                    <a:pt x="1223" y="213"/>
                  </a:lnTo>
                  <a:lnTo>
                    <a:pt x="1117" y="133"/>
                  </a:lnTo>
                  <a:lnTo>
                    <a:pt x="984" y="53"/>
                  </a:lnTo>
                  <a:lnTo>
                    <a:pt x="851" y="27"/>
                  </a:lnTo>
                  <a:lnTo>
                    <a:pt x="71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 name="Google Shape;1236;p83"/>
            <p:cNvSpPr/>
            <p:nvPr/>
          </p:nvSpPr>
          <p:spPr>
            <a:xfrm>
              <a:off x="3514275" y="3586125"/>
              <a:ext cx="19950" cy="19975"/>
            </a:xfrm>
            <a:custGeom>
              <a:rect b="b" l="l" r="r" t="t"/>
              <a:pathLst>
                <a:path extrusionOk="0" h="799" w="798">
                  <a:moveTo>
                    <a:pt x="585" y="1"/>
                  </a:moveTo>
                  <a:lnTo>
                    <a:pt x="505" y="28"/>
                  </a:lnTo>
                  <a:lnTo>
                    <a:pt x="452" y="81"/>
                  </a:lnTo>
                  <a:lnTo>
                    <a:pt x="80" y="453"/>
                  </a:lnTo>
                  <a:lnTo>
                    <a:pt x="27" y="506"/>
                  </a:lnTo>
                  <a:lnTo>
                    <a:pt x="27" y="559"/>
                  </a:lnTo>
                  <a:lnTo>
                    <a:pt x="0" y="612"/>
                  </a:lnTo>
                  <a:lnTo>
                    <a:pt x="27" y="666"/>
                  </a:lnTo>
                  <a:lnTo>
                    <a:pt x="53" y="719"/>
                  </a:lnTo>
                  <a:lnTo>
                    <a:pt x="107" y="745"/>
                  </a:lnTo>
                  <a:lnTo>
                    <a:pt x="160" y="772"/>
                  </a:lnTo>
                  <a:lnTo>
                    <a:pt x="213" y="798"/>
                  </a:lnTo>
                  <a:lnTo>
                    <a:pt x="293" y="772"/>
                  </a:lnTo>
                  <a:lnTo>
                    <a:pt x="346" y="719"/>
                  </a:lnTo>
                  <a:lnTo>
                    <a:pt x="745" y="347"/>
                  </a:lnTo>
                  <a:lnTo>
                    <a:pt x="771" y="293"/>
                  </a:lnTo>
                  <a:lnTo>
                    <a:pt x="798" y="214"/>
                  </a:lnTo>
                  <a:lnTo>
                    <a:pt x="771" y="134"/>
                  </a:lnTo>
                  <a:lnTo>
                    <a:pt x="718" y="81"/>
                  </a:lnTo>
                  <a:lnTo>
                    <a:pt x="665" y="28"/>
                  </a:lnTo>
                  <a:lnTo>
                    <a:pt x="58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83"/>
            <p:cNvSpPr/>
            <p:nvPr/>
          </p:nvSpPr>
          <p:spPr>
            <a:xfrm>
              <a:off x="3495000" y="3652600"/>
              <a:ext cx="13975" cy="22600"/>
            </a:xfrm>
            <a:custGeom>
              <a:rect b="b" l="l" r="r" t="t"/>
              <a:pathLst>
                <a:path extrusionOk="0" h="904" w="559">
                  <a:moveTo>
                    <a:pt x="133" y="0"/>
                  </a:moveTo>
                  <a:lnTo>
                    <a:pt x="54" y="53"/>
                  </a:lnTo>
                  <a:lnTo>
                    <a:pt x="27" y="106"/>
                  </a:lnTo>
                  <a:lnTo>
                    <a:pt x="0" y="186"/>
                  </a:lnTo>
                  <a:lnTo>
                    <a:pt x="0" y="266"/>
                  </a:lnTo>
                  <a:lnTo>
                    <a:pt x="160" y="771"/>
                  </a:lnTo>
                  <a:lnTo>
                    <a:pt x="186" y="851"/>
                  </a:lnTo>
                  <a:lnTo>
                    <a:pt x="266" y="877"/>
                  </a:lnTo>
                  <a:lnTo>
                    <a:pt x="319" y="904"/>
                  </a:lnTo>
                  <a:lnTo>
                    <a:pt x="399" y="904"/>
                  </a:lnTo>
                  <a:lnTo>
                    <a:pt x="479" y="851"/>
                  </a:lnTo>
                  <a:lnTo>
                    <a:pt x="532" y="798"/>
                  </a:lnTo>
                  <a:lnTo>
                    <a:pt x="559" y="744"/>
                  </a:lnTo>
                  <a:lnTo>
                    <a:pt x="532" y="665"/>
                  </a:lnTo>
                  <a:lnTo>
                    <a:pt x="373" y="133"/>
                  </a:lnTo>
                  <a:lnTo>
                    <a:pt x="346" y="80"/>
                  </a:lnTo>
                  <a:lnTo>
                    <a:pt x="293"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83"/>
            <p:cNvSpPr/>
            <p:nvPr/>
          </p:nvSpPr>
          <p:spPr>
            <a:xfrm>
              <a:off x="3405275" y="3550250"/>
              <a:ext cx="41225" cy="41225"/>
            </a:xfrm>
            <a:custGeom>
              <a:rect b="b" l="l" r="r" t="t"/>
              <a:pathLst>
                <a:path extrusionOk="0" h="1649" w="1649">
                  <a:moveTo>
                    <a:pt x="852" y="399"/>
                  </a:moveTo>
                  <a:lnTo>
                    <a:pt x="984" y="426"/>
                  </a:lnTo>
                  <a:lnTo>
                    <a:pt x="1117" y="506"/>
                  </a:lnTo>
                  <a:lnTo>
                    <a:pt x="1197" y="639"/>
                  </a:lnTo>
                  <a:lnTo>
                    <a:pt x="1250" y="771"/>
                  </a:lnTo>
                  <a:lnTo>
                    <a:pt x="1250" y="904"/>
                  </a:lnTo>
                  <a:lnTo>
                    <a:pt x="1197" y="1037"/>
                  </a:lnTo>
                  <a:lnTo>
                    <a:pt x="1091" y="1170"/>
                  </a:lnTo>
                  <a:lnTo>
                    <a:pt x="958" y="1223"/>
                  </a:lnTo>
                  <a:lnTo>
                    <a:pt x="825" y="1250"/>
                  </a:lnTo>
                  <a:lnTo>
                    <a:pt x="665" y="1223"/>
                  </a:lnTo>
                  <a:lnTo>
                    <a:pt x="586" y="1197"/>
                  </a:lnTo>
                  <a:lnTo>
                    <a:pt x="533" y="1144"/>
                  </a:lnTo>
                  <a:lnTo>
                    <a:pt x="479" y="1064"/>
                  </a:lnTo>
                  <a:lnTo>
                    <a:pt x="426" y="984"/>
                  </a:lnTo>
                  <a:lnTo>
                    <a:pt x="400" y="851"/>
                  </a:lnTo>
                  <a:lnTo>
                    <a:pt x="426" y="718"/>
                  </a:lnTo>
                  <a:lnTo>
                    <a:pt x="479" y="585"/>
                  </a:lnTo>
                  <a:lnTo>
                    <a:pt x="586" y="479"/>
                  </a:lnTo>
                  <a:lnTo>
                    <a:pt x="719" y="399"/>
                  </a:lnTo>
                  <a:close/>
                  <a:moveTo>
                    <a:pt x="798" y="1"/>
                  </a:moveTo>
                  <a:lnTo>
                    <a:pt x="665" y="27"/>
                  </a:lnTo>
                  <a:lnTo>
                    <a:pt x="506" y="80"/>
                  </a:lnTo>
                  <a:lnTo>
                    <a:pt x="373" y="133"/>
                  </a:lnTo>
                  <a:lnTo>
                    <a:pt x="267" y="240"/>
                  </a:lnTo>
                  <a:lnTo>
                    <a:pt x="160" y="346"/>
                  </a:lnTo>
                  <a:lnTo>
                    <a:pt x="81" y="479"/>
                  </a:lnTo>
                  <a:lnTo>
                    <a:pt x="28" y="612"/>
                  </a:lnTo>
                  <a:lnTo>
                    <a:pt x="1" y="771"/>
                  </a:lnTo>
                  <a:lnTo>
                    <a:pt x="1" y="904"/>
                  </a:lnTo>
                  <a:lnTo>
                    <a:pt x="28" y="1064"/>
                  </a:lnTo>
                  <a:lnTo>
                    <a:pt x="107" y="1197"/>
                  </a:lnTo>
                  <a:lnTo>
                    <a:pt x="187" y="1330"/>
                  </a:lnTo>
                  <a:lnTo>
                    <a:pt x="267" y="1436"/>
                  </a:lnTo>
                  <a:lnTo>
                    <a:pt x="400" y="1516"/>
                  </a:lnTo>
                  <a:lnTo>
                    <a:pt x="533" y="1595"/>
                  </a:lnTo>
                  <a:lnTo>
                    <a:pt x="665" y="1649"/>
                  </a:lnTo>
                  <a:lnTo>
                    <a:pt x="825" y="1649"/>
                  </a:lnTo>
                  <a:lnTo>
                    <a:pt x="1011" y="1622"/>
                  </a:lnTo>
                  <a:lnTo>
                    <a:pt x="1171" y="1569"/>
                  </a:lnTo>
                  <a:lnTo>
                    <a:pt x="1303" y="1489"/>
                  </a:lnTo>
                  <a:lnTo>
                    <a:pt x="1410" y="1409"/>
                  </a:lnTo>
                  <a:lnTo>
                    <a:pt x="1516" y="1276"/>
                  </a:lnTo>
                  <a:lnTo>
                    <a:pt x="1569" y="1170"/>
                  </a:lnTo>
                  <a:lnTo>
                    <a:pt x="1622" y="1011"/>
                  </a:lnTo>
                  <a:lnTo>
                    <a:pt x="1649" y="878"/>
                  </a:lnTo>
                  <a:lnTo>
                    <a:pt x="1649" y="718"/>
                  </a:lnTo>
                  <a:lnTo>
                    <a:pt x="1596" y="559"/>
                  </a:lnTo>
                  <a:lnTo>
                    <a:pt x="1543" y="426"/>
                  </a:lnTo>
                  <a:lnTo>
                    <a:pt x="1463" y="293"/>
                  </a:lnTo>
                  <a:lnTo>
                    <a:pt x="1357" y="187"/>
                  </a:lnTo>
                  <a:lnTo>
                    <a:pt x="1224" y="107"/>
                  </a:lnTo>
                  <a:lnTo>
                    <a:pt x="1091" y="54"/>
                  </a:lnTo>
                  <a:lnTo>
                    <a:pt x="958" y="27"/>
                  </a:lnTo>
                  <a:lnTo>
                    <a:pt x="79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83"/>
            <p:cNvSpPr/>
            <p:nvPr/>
          </p:nvSpPr>
          <p:spPr>
            <a:xfrm>
              <a:off x="3361425" y="3644625"/>
              <a:ext cx="41225" cy="41225"/>
            </a:xfrm>
            <a:custGeom>
              <a:rect b="b" l="l" r="r" t="t"/>
              <a:pathLst>
                <a:path extrusionOk="0" h="1649" w="1649">
                  <a:moveTo>
                    <a:pt x="904" y="399"/>
                  </a:moveTo>
                  <a:lnTo>
                    <a:pt x="984" y="425"/>
                  </a:lnTo>
                  <a:lnTo>
                    <a:pt x="1064" y="452"/>
                  </a:lnTo>
                  <a:lnTo>
                    <a:pt x="1117" y="505"/>
                  </a:lnTo>
                  <a:lnTo>
                    <a:pt x="1170" y="558"/>
                  </a:lnTo>
                  <a:lnTo>
                    <a:pt x="1223" y="638"/>
                  </a:lnTo>
                  <a:lnTo>
                    <a:pt x="1250" y="718"/>
                  </a:lnTo>
                  <a:lnTo>
                    <a:pt x="1250" y="798"/>
                  </a:lnTo>
                  <a:lnTo>
                    <a:pt x="1250" y="877"/>
                  </a:lnTo>
                  <a:lnTo>
                    <a:pt x="1223" y="957"/>
                  </a:lnTo>
                  <a:lnTo>
                    <a:pt x="1197" y="1037"/>
                  </a:lnTo>
                  <a:lnTo>
                    <a:pt x="1144" y="1117"/>
                  </a:lnTo>
                  <a:lnTo>
                    <a:pt x="1064" y="1170"/>
                  </a:lnTo>
                  <a:lnTo>
                    <a:pt x="1011" y="1196"/>
                  </a:lnTo>
                  <a:lnTo>
                    <a:pt x="931" y="1223"/>
                  </a:lnTo>
                  <a:lnTo>
                    <a:pt x="825" y="1249"/>
                  </a:lnTo>
                  <a:lnTo>
                    <a:pt x="745" y="1249"/>
                  </a:lnTo>
                  <a:lnTo>
                    <a:pt x="665" y="1223"/>
                  </a:lnTo>
                  <a:lnTo>
                    <a:pt x="612" y="1170"/>
                  </a:lnTo>
                  <a:lnTo>
                    <a:pt x="532" y="1117"/>
                  </a:lnTo>
                  <a:lnTo>
                    <a:pt x="479" y="1063"/>
                  </a:lnTo>
                  <a:lnTo>
                    <a:pt x="426" y="984"/>
                  </a:lnTo>
                  <a:lnTo>
                    <a:pt x="399" y="904"/>
                  </a:lnTo>
                  <a:lnTo>
                    <a:pt x="399" y="824"/>
                  </a:lnTo>
                  <a:lnTo>
                    <a:pt x="399" y="744"/>
                  </a:lnTo>
                  <a:lnTo>
                    <a:pt x="426" y="665"/>
                  </a:lnTo>
                  <a:lnTo>
                    <a:pt x="452" y="585"/>
                  </a:lnTo>
                  <a:lnTo>
                    <a:pt x="506" y="532"/>
                  </a:lnTo>
                  <a:lnTo>
                    <a:pt x="585" y="479"/>
                  </a:lnTo>
                  <a:lnTo>
                    <a:pt x="639" y="425"/>
                  </a:lnTo>
                  <a:lnTo>
                    <a:pt x="745" y="399"/>
                  </a:lnTo>
                  <a:close/>
                  <a:moveTo>
                    <a:pt x="692" y="0"/>
                  </a:moveTo>
                  <a:lnTo>
                    <a:pt x="559" y="27"/>
                  </a:lnTo>
                  <a:lnTo>
                    <a:pt x="426" y="80"/>
                  </a:lnTo>
                  <a:lnTo>
                    <a:pt x="320" y="160"/>
                  </a:lnTo>
                  <a:lnTo>
                    <a:pt x="213" y="266"/>
                  </a:lnTo>
                  <a:lnTo>
                    <a:pt x="133" y="372"/>
                  </a:lnTo>
                  <a:lnTo>
                    <a:pt x="54" y="505"/>
                  </a:lnTo>
                  <a:lnTo>
                    <a:pt x="27" y="638"/>
                  </a:lnTo>
                  <a:lnTo>
                    <a:pt x="1" y="771"/>
                  </a:lnTo>
                  <a:lnTo>
                    <a:pt x="1" y="930"/>
                  </a:lnTo>
                  <a:lnTo>
                    <a:pt x="27" y="1063"/>
                  </a:lnTo>
                  <a:lnTo>
                    <a:pt x="80" y="1196"/>
                  </a:lnTo>
                  <a:lnTo>
                    <a:pt x="160" y="1303"/>
                  </a:lnTo>
                  <a:lnTo>
                    <a:pt x="266" y="1409"/>
                  </a:lnTo>
                  <a:lnTo>
                    <a:pt x="373" y="1515"/>
                  </a:lnTo>
                  <a:lnTo>
                    <a:pt x="506" y="1568"/>
                  </a:lnTo>
                  <a:lnTo>
                    <a:pt x="639" y="1622"/>
                  </a:lnTo>
                  <a:lnTo>
                    <a:pt x="771" y="1648"/>
                  </a:lnTo>
                  <a:lnTo>
                    <a:pt x="904" y="1648"/>
                  </a:lnTo>
                  <a:lnTo>
                    <a:pt x="1037" y="1622"/>
                  </a:lnTo>
                  <a:lnTo>
                    <a:pt x="1170" y="1568"/>
                  </a:lnTo>
                  <a:lnTo>
                    <a:pt x="1303" y="1489"/>
                  </a:lnTo>
                  <a:lnTo>
                    <a:pt x="1409" y="1409"/>
                  </a:lnTo>
                  <a:lnTo>
                    <a:pt x="1516" y="1276"/>
                  </a:lnTo>
                  <a:lnTo>
                    <a:pt x="1569" y="1170"/>
                  </a:lnTo>
                  <a:lnTo>
                    <a:pt x="1622" y="1037"/>
                  </a:lnTo>
                  <a:lnTo>
                    <a:pt x="1649" y="904"/>
                  </a:lnTo>
                  <a:lnTo>
                    <a:pt x="1649" y="744"/>
                  </a:lnTo>
                  <a:lnTo>
                    <a:pt x="1622" y="612"/>
                  </a:lnTo>
                  <a:lnTo>
                    <a:pt x="1569" y="479"/>
                  </a:lnTo>
                  <a:lnTo>
                    <a:pt x="1489" y="346"/>
                  </a:lnTo>
                  <a:lnTo>
                    <a:pt x="1383" y="213"/>
                  </a:lnTo>
                  <a:lnTo>
                    <a:pt x="1276" y="106"/>
                  </a:lnTo>
                  <a:lnTo>
                    <a:pt x="1117" y="53"/>
                  </a:lnTo>
                  <a:lnTo>
                    <a:pt x="98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 name="Google Shape;1240;p83"/>
            <p:cNvSpPr/>
            <p:nvPr/>
          </p:nvSpPr>
          <p:spPr>
            <a:xfrm>
              <a:off x="3420575" y="3623350"/>
              <a:ext cx="25925" cy="15975"/>
            </a:xfrm>
            <a:custGeom>
              <a:rect b="b" l="l" r="r" t="t"/>
              <a:pathLst>
                <a:path extrusionOk="0" h="639" w="1037">
                  <a:moveTo>
                    <a:pt x="186" y="1"/>
                  </a:moveTo>
                  <a:lnTo>
                    <a:pt x="80" y="27"/>
                  </a:lnTo>
                  <a:lnTo>
                    <a:pt x="27" y="133"/>
                  </a:lnTo>
                  <a:lnTo>
                    <a:pt x="0" y="240"/>
                  </a:lnTo>
                  <a:lnTo>
                    <a:pt x="53" y="320"/>
                  </a:lnTo>
                  <a:lnTo>
                    <a:pt x="133" y="373"/>
                  </a:lnTo>
                  <a:lnTo>
                    <a:pt x="771" y="612"/>
                  </a:lnTo>
                  <a:lnTo>
                    <a:pt x="851" y="638"/>
                  </a:lnTo>
                  <a:lnTo>
                    <a:pt x="904" y="612"/>
                  </a:lnTo>
                  <a:lnTo>
                    <a:pt x="984" y="559"/>
                  </a:lnTo>
                  <a:lnTo>
                    <a:pt x="1010" y="506"/>
                  </a:lnTo>
                  <a:lnTo>
                    <a:pt x="1037" y="426"/>
                  </a:lnTo>
                  <a:lnTo>
                    <a:pt x="1010" y="346"/>
                  </a:lnTo>
                  <a:lnTo>
                    <a:pt x="957" y="293"/>
                  </a:lnTo>
                  <a:lnTo>
                    <a:pt x="904" y="240"/>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83"/>
            <p:cNvSpPr/>
            <p:nvPr/>
          </p:nvSpPr>
          <p:spPr>
            <a:xfrm>
              <a:off x="3333525" y="3629325"/>
              <a:ext cx="22600" cy="21300"/>
            </a:xfrm>
            <a:custGeom>
              <a:rect b="b" l="l" r="r" t="t"/>
              <a:pathLst>
                <a:path extrusionOk="0" h="852" w="904">
                  <a:moveTo>
                    <a:pt x="718" y="1"/>
                  </a:moveTo>
                  <a:lnTo>
                    <a:pt x="638" y="27"/>
                  </a:lnTo>
                  <a:lnTo>
                    <a:pt x="585" y="54"/>
                  </a:lnTo>
                  <a:lnTo>
                    <a:pt x="80" y="506"/>
                  </a:lnTo>
                  <a:lnTo>
                    <a:pt x="27" y="559"/>
                  </a:lnTo>
                  <a:lnTo>
                    <a:pt x="0" y="639"/>
                  </a:lnTo>
                  <a:lnTo>
                    <a:pt x="27" y="718"/>
                  </a:lnTo>
                  <a:lnTo>
                    <a:pt x="53" y="772"/>
                  </a:lnTo>
                  <a:lnTo>
                    <a:pt x="133" y="825"/>
                  </a:lnTo>
                  <a:lnTo>
                    <a:pt x="186" y="851"/>
                  </a:lnTo>
                  <a:lnTo>
                    <a:pt x="266" y="851"/>
                  </a:lnTo>
                  <a:lnTo>
                    <a:pt x="346" y="798"/>
                  </a:lnTo>
                  <a:lnTo>
                    <a:pt x="851" y="373"/>
                  </a:lnTo>
                  <a:lnTo>
                    <a:pt x="877" y="293"/>
                  </a:lnTo>
                  <a:lnTo>
                    <a:pt x="904" y="213"/>
                  </a:lnTo>
                  <a:lnTo>
                    <a:pt x="904" y="160"/>
                  </a:lnTo>
                  <a:lnTo>
                    <a:pt x="851" y="81"/>
                  </a:lnTo>
                  <a:lnTo>
                    <a:pt x="798" y="27"/>
                  </a:lnTo>
                  <a:lnTo>
                    <a:pt x="71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 name="Google Shape;1242;p83"/>
            <p:cNvSpPr/>
            <p:nvPr/>
          </p:nvSpPr>
          <p:spPr>
            <a:xfrm>
              <a:off x="3384025" y="3594775"/>
              <a:ext cx="11325" cy="26600"/>
            </a:xfrm>
            <a:custGeom>
              <a:rect b="b" l="l" r="r" t="t"/>
              <a:pathLst>
                <a:path extrusionOk="0" h="1064" w="453">
                  <a:moveTo>
                    <a:pt x="186" y="1"/>
                  </a:moveTo>
                  <a:lnTo>
                    <a:pt x="107" y="80"/>
                  </a:lnTo>
                  <a:lnTo>
                    <a:pt x="53" y="160"/>
                  </a:lnTo>
                  <a:lnTo>
                    <a:pt x="0" y="825"/>
                  </a:lnTo>
                  <a:lnTo>
                    <a:pt x="0" y="904"/>
                  </a:lnTo>
                  <a:lnTo>
                    <a:pt x="53" y="984"/>
                  </a:lnTo>
                  <a:lnTo>
                    <a:pt x="107" y="1037"/>
                  </a:lnTo>
                  <a:lnTo>
                    <a:pt x="186" y="1064"/>
                  </a:lnTo>
                  <a:lnTo>
                    <a:pt x="266" y="1037"/>
                  </a:lnTo>
                  <a:lnTo>
                    <a:pt x="346" y="1011"/>
                  </a:lnTo>
                  <a:lnTo>
                    <a:pt x="372" y="957"/>
                  </a:lnTo>
                  <a:lnTo>
                    <a:pt x="399" y="878"/>
                  </a:lnTo>
                  <a:lnTo>
                    <a:pt x="452" y="213"/>
                  </a:lnTo>
                  <a:lnTo>
                    <a:pt x="452" y="107"/>
                  </a:lnTo>
                  <a:lnTo>
                    <a:pt x="372" y="27"/>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3" name="Google Shape;1243;p83"/>
          <p:cNvGrpSpPr/>
          <p:nvPr/>
        </p:nvGrpSpPr>
        <p:grpSpPr>
          <a:xfrm>
            <a:off x="1731571" y="1725041"/>
            <a:ext cx="251423" cy="237676"/>
            <a:chOff x="4069825" y="3492450"/>
            <a:chExt cx="243250" cy="229950"/>
          </a:xfrm>
        </p:grpSpPr>
        <p:sp>
          <p:nvSpPr>
            <p:cNvPr id="1244" name="Google Shape;1244;p83"/>
            <p:cNvSpPr/>
            <p:nvPr/>
          </p:nvSpPr>
          <p:spPr>
            <a:xfrm>
              <a:off x="4069825" y="3492450"/>
              <a:ext cx="243250" cy="229950"/>
            </a:xfrm>
            <a:custGeom>
              <a:rect b="b" l="l" r="r" t="t"/>
              <a:pathLst>
                <a:path extrusionOk="0" h="9198" w="9730">
                  <a:moveTo>
                    <a:pt x="5370" y="399"/>
                  </a:moveTo>
                  <a:lnTo>
                    <a:pt x="4865" y="771"/>
                  </a:lnTo>
                  <a:lnTo>
                    <a:pt x="4360" y="399"/>
                  </a:lnTo>
                  <a:close/>
                  <a:moveTo>
                    <a:pt x="6513" y="399"/>
                  </a:moveTo>
                  <a:lnTo>
                    <a:pt x="4865" y="1595"/>
                  </a:lnTo>
                  <a:lnTo>
                    <a:pt x="3217" y="399"/>
                  </a:lnTo>
                  <a:lnTo>
                    <a:pt x="3669" y="399"/>
                  </a:lnTo>
                  <a:lnTo>
                    <a:pt x="4732" y="1170"/>
                  </a:lnTo>
                  <a:lnTo>
                    <a:pt x="4812" y="1223"/>
                  </a:lnTo>
                  <a:lnTo>
                    <a:pt x="4918" y="1223"/>
                  </a:lnTo>
                  <a:lnTo>
                    <a:pt x="4971" y="1170"/>
                  </a:lnTo>
                  <a:lnTo>
                    <a:pt x="6061" y="399"/>
                  </a:lnTo>
                  <a:close/>
                  <a:moveTo>
                    <a:pt x="2632" y="452"/>
                  </a:moveTo>
                  <a:lnTo>
                    <a:pt x="4652" y="1940"/>
                  </a:lnTo>
                  <a:lnTo>
                    <a:pt x="4652" y="8054"/>
                  </a:lnTo>
                  <a:lnTo>
                    <a:pt x="2313" y="8054"/>
                  </a:lnTo>
                  <a:lnTo>
                    <a:pt x="2313" y="2791"/>
                  </a:lnTo>
                  <a:lnTo>
                    <a:pt x="2286" y="2711"/>
                  </a:lnTo>
                  <a:lnTo>
                    <a:pt x="2260" y="2658"/>
                  </a:lnTo>
                  <a:lnTo>
                    <a:pt x="2180" y="2605"/>
                  </a:lnTo>
                  <a:lnTo>
                    <a:pt x="2100" y="2578"/>
                  </a:lnTo>
                  <a:lnTo>
                    <a:pt x="2021" y="2605"/>
                  </a:lnTo>
                  <a:lnTo>
                    <a:pt x="1967" y="2658"/>
                  </a:lnTo>
                  <a:lnTo>
                    <a:pt x="1914" y="2711"/>
                  </a:lnTo>
                  <a:lnTo>
                    <a:pt x="1914" y="2791"/>
                  </a:lnTo>
                  <a:lnTo>
                    <a:pt x="1914" y="7682"/>
                  </a:lnTo>
                  <a:lnTo>
                    <a:pt x="1090" y="7682"/>
                  </a:lnTo>
                  <a:lnTo>
                    <a:pt x="399" y="2073"/>
                  </a:lnTo>
                  <a:lnTo>
                    <a:pt x="2632" y="452"/>
                  </a:lnTo>
                  <a:close/>
                  <a:moveTo>
                    <a:pt x="7098" y="452"/>
                  </a:moveTo>
                  <a:lnTo>
                    <a:pt x="9330" y="2073"/>
                  </a:lnTo>
                  <a:lnTo>
                    <a:pt x="8639" y="7682"/>
                  </a:lnTo>
                  <a:lnTo>
                    <a:pt x="7815" y="7682"/>
                  </a:lnTo>
                  <a:lnTo>
                    <a:pt x="7815" y="2791"/>
                  </a:lnTo>
                  <a:lnTo>
                    <a:pt x="7815" y="2711"/>
                  </a:lnTo>
                  <a:lnTo>
                    <a:pt x="7762" y="2658"/>
                  </a:lnTo>
                  <a:lnTo>
                    <a:pt x="7709" y="2605"/>
                  </a:lnTo>
                  <a:lnTo>
                    <a:pt x="7629" y="2578"/>
                  </a:lnTo>
                  <a:lnTo>
                    <a:pt x="7549" y="2605"/>
                  </a:lnTo>
                  <a:lnTo>
                    <a:pt x="7470" y="2658"/>
                  </a:lnTo>
                  <a:lnTo>
                    <a:pt x="7443" y="2711"/>
                  </a:lnTo>
                  <a:lnTo>
                    <a:pt x="7417" y="2791"/>
                  </a:lnTo>
                  <a:lnTo>
                    <a:pt x="7417" y="8054"/>
                  </a:lnTo>
                  <a:lnTo>
                    <a:pt x="5051" y="8054"/>
                  </a:lnTo>
                  <a:lnTo>
                    <a:pt x="5051" y="1940"/>
                  </a:lnTo>
                  <a:lnTo>
                    <a:pt x="7098" y="452"/>
                  </a:lnTo>
                  <a:close/>
                  <a:moveTo>
                    <a:pt x="7417" y="8453"/>
                  </a:moveTo>
                  <a:lnTo>
                    <a:pt x="7417" y="8798"/>
                  </a:lnTo>
                  <a:lnTo>
                    <a:pt x="2313" y="8798"/>
                  </a:lnTo>
                  <a:lnTo>
                    <a:pt x="2313" y="8453"/>
                  </a:lnTo>
                  <a:close/>
                  <a:moveTo>
                    <a:pt x="2632" y="0"/>
                  </a:moveTo>
                  <a:lnTo>
                    <a:pt x="2526" y="27"/>
                  </a:lnTo>
                  <a:lnTo>
                    <a:pt x="2499" y="27"/>
                  </a:lnTo>
                  <a:lnTo>
                    <a:pt x="80" y="1834"/>
                  </a:lnTo>
                  <a:lnTo>
                    <a:pt x="0" y="1914"/>
                  </a:lnTo>
                  <a:lnTo>
                    <a:pt x="0" y="2020"/>
                  </a:lnTo>
                  <a:lnTo>
                    <a:pt x="718" y="7921"/>
                  </a:lnTo>
                  <a:lnTo>
                    <a:pt x="718" y="8001"/>
                  </a:lnTo>
                  <a:lnTo>
                    <a:pt x="771" y="8054"/>
                  </a:lnTo>
                  <a:lnTo>
                    <a:pt x="824" y="8081"/>
                  </a:lnTo>
                  <a:lnTo>
                    <a:pt x="904" y="8107"/>
                  </a:lnTo>
                  <a:lnTo>
                    <a:pt x="1914" y="8107"/>
                  </a:lnTo>
                  <a:lnTo>
                    <a:pt x="1914" y="9011"/>
                  </a:lnTo>
                  <a:lnTo>
                    <a:pt x="1914" y="9091"/>
                  </a:lnTo>
                  <a:lnTo>
                    <a:pt x="1967" y="9144"/>
                  </a:lnTo>
                  <a:lnTo>
                    <a:pt x="2021" y="9197"/>
                  </a:lnTo>
                  <a:lnTo>
                    <a:pt x="7709" y="9197"/>
                  </a:lnTo>
                  <a:lnTo>
                    <a:pt x="7762" y="9144"/>
                  </a:lnTo>
                  <a:lnTo>
                    <a:pt x="7815" y="9091"/>
                  </a:lnTo>
                  <a:lnTo>
                    <a:pt x="7815" y="9011"/>
                  </a:lnTo>
                  <a:lnTo>
                    <a:pt x="7815" y="8107"/>
                  </a:lnTo>
                  <a:lnTo>
                    <a:pt x="8825" y="8107"/>
                  </a:lnTo>
                  <a:lnTo>
                    <a:pt x="8905" y="8081"/>
                  </a:lnTo>
                  <a:lnTo>
                    <a:pt x="8958" y="8054"/>
                  </a:lnTo>
                  <a:lnTo>
                    <a:pt x="9011" y="8001"/>
                  </a:lnTo>
                  <a:lnTo>
                    <a:pt x="9011" y="7921"/>
                  </a:lnTo>
                  <a:lnTo>
                    <a:pt x="9729" y="2020"/>
                  </a:lnTo>
                  <a:lnTo>
                    <a:pt x="9729" y="1914"/>
                  </a:lnTo>
                  <a:lnTo>
                    <a:pt x="9649" y="1834"/>
                  </a:lnTo>
                  <a:lnTo>
                    <a:pt x="7230" y="27"/>
                  </a:lnTo>
                  <a:lnTo>
                    <a:pt x="7204" y="27"/>
                  </a:lnTo>
                  <a:lnTo>
                    <a:pt x="709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83"/>
            <p:cNvSpPr/>
            <p:nvPr/>
          </p:nvSpPr>
          <p:spPr>
            <a:xfrm>
              <a:off x="4204050" y="3570200"/>
              <a:ext cx="45225" cy="9975"/>
            </a:xfrm>
            <a:custGeom>
              <a:rect b="b" l="l" r="r" t="t"/>
              <a:pathLst>
                <a:path extrusionOk="0" h="399" w="1809">
                  <a:moveTo>
                    <a:pt x="134" y="0"/>
                  </a:moveTo>
                  <a:lnTo>
                    <a:pt x="54" y="53"/>
                  </a:lnTo>
                  <a:lnTo>
                    <a:pt x="27" y="106"/>
                  </a:lnTo>
                  <a:lnTo>
                    <a:pt x="1" y="186"/>
                  </a:lnTo>
                  <a:lnTo>
                    <a:pt x="27" y="266"/>
                  </a:lnTo>
                  <a:lnTo>
                    <a:pt x="54" y="319"/>
                  </a:lnTo>
                  <a:lnTo>
                    <a:pt x="134" y="372"/>
                  </a:lnTo>
                  <a:lnTo>
                    <a:pt x="213" y="399"/>
                  </a:lnTo>
                  <a:lnTo>
                    <a:pt x="1596" y="399"/>
                  </a:lnTo>
                  <a:lnTo>
                    <a:pt x="1675" y="372"/>
                  </a:lnTo>
                  <a:lnTo>
                    <a:pt x="1729" y="319"/>
                  </a:lnTo>
                  <a:lnTo>
                    <a:pt x="1782" y="266"/>
                  </a:lnTo>
                  <a:lnTo>
                    <a:pt x="1808" y="186"/>
                  </a:lnTo>
                  <a:lnTo>
                    <a:pt x="1782" y="106"/>
                  </a:lnTo>
                  <a:lnTo>
                    <a:pt x="1729" y="53"/>
                  </a:lnTo>
                  <a:lnTo>
                    <a:pt x="167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84"/>
          <p:cNvSpPr txBox="1"/>
          <p:nvPr>
            <p:ph idx="5" type="subTitle"/>
          </p:nvPr>
        </p:nvSpPr>
        <p:spPr>
          <a:xfrm>
            <a:off x="872391" y="3864947"/>
            <a:ext cx="21039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Despite being red, Mars is actually a cold place</a:t>
            </a:r>
            <a:endParaRPr/>
          </a:p>
          <a:p>
            <a:pPr indent="0" lvl="0" marL="0" rtl="0" algn="l">
              <a:spcBef>
                <a:spcPts val="0"/>
              </a:spcBef>
              <a:spcAft>
                <a:spcPts val="0"/>
              </a:spcAft>
              <a:buNone/>
            </a:pPr>
            <a:r>
              <a:t/>
            </a:r>
            <a:endParaRPr/>
          </a:p>
        </p:txBody>
      </p:sp>
      <p:sp>
        <p:nvSpPr>
          <p:cNvPr id="1251" name="Google Shape;1251;p84"/>
          <p:cNvSpPr txBox="1"/>
          <p:nvPr>
            <p:ph type="title"/>
          </p:nvPr>
        </p:nvSpPr>
        <p:spPr>
          <a:xfrm>
            <a:off x="2195915" y="1876233"/>
            <a:ext cx="21039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1252" name="Google Shape;1252;p84"/>
          <p:cNvSpPr txBox="1"/>
          <p:nvPr>
            <p:ph idx="1" type="subTitle"/>
          </p:nvPr>
        </p:nvSpPr>
        <p:spPr>
          <a:xfrm>
            <a:off x="2195915" y="2106241"/>
            <a:ext cx="21039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smallest planet of them all</a:t>
            </a:r>
            <a:endParaRPr/>
          </a:p>
        </p:txBody>
      </p:sp>
      <p:sp>
        <p:nvSpPr>
          <p:cNvPr id="1253" name="Google Shape;1253;p84"/>
          <p:cNvSpPr txBox="1"/>
          <p:nvPr>
            <p:ph idx="2" type="title"/>
          </p:nvPr>
        </p:nvSpPr>
        <p:spPr>
          <a:xfrm>
            <a:off x="4844185" y="1876233"/>
            <a:ext cx="21039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1254" name="Google Shape;1254;p84"/>
          <p:cNvSpPr txBox="1"/>
          <p:nvPr>
            <p:ph idx="3" type="subTitle"/>
          </p:nvPr>
        </p:nvSpPr>
        <p:spPr>
          <a:xfrm>
            <a:off x="4844185" y="2106241"/>
            <a:ext cx="21039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is the second planet from the Sun</a:t>
            </a:r>
            <a:endParaRPr/>
          </a:p>
        </p:txBody>
      </p:sp>
      <p:sp>
        <p:nvSpPr>
          <p:cNvPr id="1255" name="Google Shape;1255;p84"/>
          <p:cNvSpPr txBox="1"/>
          <p:nvPr>
            <p:ph idx="4" type="title"/>
          </p:nvPr>
        </p:nvSpPr>
        <p:spPr>
          <a:xfrm>
            <a:off x="873891" y="3634939"/>
            <a:ext cx="21009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1256" name="Google Shape;1256;p84"/>
          <p:cNvSpPr txBox="1"/>
          <p:nvPr>
            <p:ph idx="6" type="title"/>
          </p:nvPr>
        </p:nvSpPr>
        <p:spPr>
          <a:xfrm>
            <a:off x="3519569" y="3634939"/>
            <a:ext cx="21039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JUPITER</a:t>
            </a:r>
            <a:endParaRPr/>
          </a:p>
        </p:txBody>
      </p:sp>
      <p:sp>
        <p:nvSpPr>
          <p:cNvPr id="1257" name="Google Shape;1257;p84"/>
          <p:cNvSpPr txBox="1"/>
          <p:nvPr>
            <p:ph idx="7" type="subTitle"/>
          </p:nvPr>
        </p:nvSpPr>
        <p:spPr>
          <a:xfrm>
            <a:off x="3519569" y="3864947"/>
            <a:ext cx="21039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Jupiter is the biggest planet of them all</a:t>
            </a:r>
            <a:endParaRPr/>
          </a:p>
        </p:txBody>
      </p:sp>
      <p:sp>
        <p:nvSpPr>
          <p:cNvPr id="1258" name="Google Shape;1258;p84"/>
          <p:cNvSpPr txBox="1"/>
          <p:nvPr>
            <p:ph idx="9" type="title"/>
          </p:nvPr>
        </p:nvSpPr>
        <p:spPr>
          <a:xfrm>
            <a:off x="6167709" y="3634939"/>
            <a:ext cx="21039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NEPTUNE</a:t>
            </a:r>
            <a:endParaRPr/>
          </a:p>
        </p:txBody>
      </p:sp>
      <p:sp>
        <p:nvSpPr>
          <p:cNvPr id="1259" name="Google Shape;1259;p84"/>
          <p:cNvSpPr txBox="1"/>
          <p:nvPr>
            <p:ph idx="13" type="subTitle"/>
          </p:nvPr>
        </p:nvSpPr>
        <p:spPr>
          <a:xfrm>
            <a:off x="6167709" y="3864947"/>
            <a:ext cx="21039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Neptune is the farthest planet from the Sun</a:t>
            </a:r>
            <a:endParaRPr/>
          </a:p>
        </p:txBody>
      </p:sp>
      <p:sp>
        <p:nvSpPr>
          <p:cNvPr id="1260" name="Google Shape;1260;p84"/>
          <p:cNvSpPr/>
          <p:nvPr/>
        </p:nvSpPr>
        <p:spPr>
          <a:xfrm>
            <a:off x="2918615" y="1055029"/>
            <a:ext cx="658500" cy="6585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84"/>
          <p:cNvSpPr/>
          <p:nvPr/>
        </p:nvSpPr>
        <p:spPr>
          <a:xfrm>
            <a:off x="5566885" y="1055029"/>
            <a:ext cx="658500" cy="6585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 name="Google Shape;1262;p84"/>
          <p:cNvSpPr/>
          <p:nvPr/>
        </p:nvSpPr>
        <p:spPr>
          <a:xfrm>
            <a:off x="1595091" y="2816171"/>
            <a:ext cx="658500" cy="6585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84"/>
          <p:cNvSpPr/>
          <p:nvPr/>
        </p:nvSpPr>
        <p:spPr>
          <a:xfrm>
            <a:off x="4242269" y="2816171"/>
            <a:ext cx="658500" cy="6585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84"/>
          <p:cNvSpPr/>
          <p:nvPr/>
        </p:nvSpPr>
        <p:spPr>
          <a:xfrm>
            <a:off x="6890409" y="2816171"/>
            <a:ext cx="658500" cy="6585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65" name="Google Shape;1265;p84"/>
          <p:cNvGrpSpPr/>
          <p:nvPr/>
        </p:nvGrpSpPr>
        <p:grpSpPr>
          <a:xfrm>
            <a:off x="3094001" y="1275053"/>
            <a:ext cx="307729" cy="218451"/>
            <a:chOff x="982400" y="3501750"/>
            <a:chExt cx="297725" cy="211350"/>
          </a:xfrm>
        </p:grpSpPr>
        <p:sp>
          <p:nvSpPr>
            <p:cNvPr id="1266" name="Google Shape;1266;p84"/>
            <p:cNvSpPr/>
            <p:nvPr/>
          </p:nvSpPr>
          <p:spPr>
            <a:xfrm>
              <a:off x="982400" y="3501750"/>
              <a:ext cx="145550" cy="211350"/>
            </a:xfrm>
            <a:custGeom>
              <a:rect b="b" l="l" r="r" t="t"/>
              <a:pathLst>
                <a:path extrusionOk="0" h="8454" w="5822">
                  <a:moveTo>
                    <a:pt x="2791" y="425"/>
                  </a:moveTo>
                  <a:lnTo>
                    <a:pt x="3030" y="479"/>
                  </a:lnTo>
                  <a:lnTo>
                    <a:pt x="3270" y="558"/>
                  </a:lnTo>
                  <a:lnTo>
                    <a:pt x="3509" y="691"/>
                  </a:lnTo>
                  <a:lnTo>
                    <a:pt x="3668" y="798"/>
                  </a:lnTo>
                  <a:lnTo>
                    <a:pt x="3854" y="957"/>
                  </a:lnTo>
                  <a:lnTo>
                    <a:pt x="4014" y="1117"/>
                  </a:lnTo>
                  <a:lnTo>
                    <a:pt x="4147" y="1276"/>
                  </a:lnTo>
                  <a:lnTo>
                    <a:pt x="4253" y="1462"/>
                  </a:lnTo>
                  <a:lnTo>
                    <a:pt x="4360" y="1648"/>
                  </a:lnTo>
                  <a:lnTo>
                    <a:pt x="4439" y="1861"/>
                  </a:lnTo>
                  <a:lnTo>
                    <a:pt x="4492" y="2073"/>
                  </a:lnTo>
                  <a:lnTo>
                    <a:pt x="4519" y="2153"/>
                  </a:lnTo>
                  <a:lnTo>
                    <a:pt x="3987" y="2153"/>
                  </a:lnTo>
                  <a:lnTo>
                    <a:pt x="3854" y="2180"/>
                  </a:lnTo>
                  <a:lnTo>
                    <a:pt x="3722" y="2180"/>
                  </a:lnTo>
                  <a:lnTo>
                    <a:pt x="3589" y="2206"/>
                  </a:lnTo>
                  <a:lnTo>
                    <a:pt x="3456" y="2206"/>
                  </a:lnTo>
                  <a:lnTo>
                    <a:pt x="3323" y="2233"/>
                  </a:lnTo>
                  <a:lnTo>
                    <a:pt x="3190" y="2260"/>
                  </a:lnTo>
                  <a:lnTo>
                    <a:pt x="3084" y="2286"/>
                  </a:lnTo>
                  <a:lnTo>
                    <a:pt x="2924" y="2313"/>
                  </a:lnTo>
                  <a:lnTo>
                    <a:pt x="2818" y="2339"/>
                  </a:lnTo>
                  <a:lnTo>
                    <a:pt x="2605" y="2392"/>
                  </a:lnTo>
                  <a:lnTo>
                    <a:pt x="2552" y="2392"/>
                  </a:lnTo>
                  <a:lnTo>
                    <a:pt x="2313" y="2472"/>
                  </a:lnTo>
                  <a:lnTo>
                    <a:pt x="2233" y="2499"/>
                  </a:lnTo>
                  <a:lnTo>
                    <a:pt x="2047" y="2552"/>
                  </a:lnTo>
                  <a:lnTo>
                    <a:pt x="1967" y="2579"/>
                  </a:lnTo>
                  <a:lnTo>
                    <a:pt x="1808" y="2658"/>
                  </a:lnTo>
                  <a:lnTo>
                    <a:pt x="1701" y="2685"/>
                  </a:lnTo>
                  <a:lnTo>
                    <a:pt x="1568" y="2738"/>
                  </a:lnTo>
                  <a:lnTo>
                    <a:pt x="1462" y="2791"/>
                  </a:lnTo>
                  <a:lnTo>
                    <a:pt x="1303" y="2871"/>
                  </a:lnTo>
                  <a:lnTo>
                    <a:pt x="1223" y="2898"/>
                  </a:lnTo>
                  <a:lnTo>
                    <a:pt x="1063" y="2977"/>
                  </a:lnTo>
                  <a:lnTo>
                    <a:pt x="984" y="3030"/>
                  </a:lnTo>
                  <a:lnTo>
                    <a:pt x="798" y="3110"/>
                  </a:lnTo>
                  <a:lnTo>
                    <a:pt x="744" y="3163"/>
                  </a:lnTo>
                  <a:lnTo>
                    <a:pt x="718" y="3084"/>
                  </a:lnTo>
                  <a:lnTo>
                    <a:pt x="665" y="2871"/>
                  </a:lnTo>
                  <a:lnTo>
                    <a:pt x="638" y="2658"/>
                  </a:lnTo>
                  <a:lnTo>
                    <a:pt x="638" y="2446"/>
                  </a:lnTo>
                  <a:lnTo>
                    <a:pt x="638" y="2206"/>
                  </a:lnTo>
                  <a:lnTo>
                    <a:pt x="665" y="1994"/>
                  </a:lnTo>
                  <a:lnTo>
                    <a:pt x="718" y="1781"/>
                  </a:lnTo>
                  <a:lnTo>
                    <a:pt x="798" y="1595"/>
                  </a:lnTo>
                  <a:lnTo>
                    <a:pt x="904" y="1382"/>
                  </a:lnTo>
                  <a:lnTo>
                    <a:pt x="984" y="1223"/>
                  </a:lnTo>
                  <a:lnTo>
                    <a:pt x="1117" y="1063"/>
                  </a:lnTo>
                  <a:lnTo>
                    <a:pt x="1249" y="930"/>
                  </a:lnTo>
                  <a:lnTo>
                    <a:pt x="1382" y="824"/>
                  </a:lnTo>
                  <a:lnTo>
                    <a:pt x="1542" y="691"/>
                  </a:lnTo>
                  <a:lnTo>
                    <a:pt x="1701" y="612"/>
                  </a:lnTo>
                  <a:lnTo>
                    <a:pt x="1861" y="532"/>
                  </a:lnTo>
                  <a:lnTo>
                    <a:pt x="2047" y="479"/>
                  </a:lnTo>
                  <a:lnTo>
                    <a:pt x="2286" y="425"/>
                  </a:lnTo>
                  <a:close/>
                  <a:moveTo>
                    <a:pt x="4758" y="2552"/>
                  </a:moveTo>
                  <a:lnTo>
                    <a:pt x="4997" y="2579"/>
                  </a:lnTo>
                  <a:lnTo>
                    <a:pt x="5130" y="2605"/>
                  </a:lnTo>
                  <a:lnTo>
                    <a:pt x="5210" y="2685"/>
                  </a:lnTo>
                  <a:lnTo>
                    <a:pt x="5263" y="2765"/>
                  </a:lnTo>
                  <a:lnTo>
                    <a:pt x="5290" y="2898"/>
                  </a:lnTo>
                  <a:lnTo>
                    <a:pt x="5263" y="3004"/>
                  </a:lnTo>
                  <a:lnTo>
                    <a:pt x="5184" y="3084"/>
                  </a:lnTo>
                  <a:lnTo>
                    <a:pt x="5104" y="3137"/>
                  </a:lnTo>
                  <a:lnTo>
                    <a:pt x="4997" y="3163"/>
                  </a:lnTo>
                  <a:lnTo>
                    <a:pt x="4918" y="3163"/>
                  </a:lnTo>
                  <a:lnTo>
                    <a:pt x="4413" y="3137"/>
                  </a:lnTo>
                  <a:lnTo>
                    <a:pt x="3908" y="3163"/>
                  </a:lnTo>
                  <a:lnTo>
                    <a:pt x="3429" y="3243"/>
                  </a:lnTo>
                  <a:lnTo>
                    <a:pt x="2924" y="3349"/>
                  </a:lnTo>
                  <a:lnTo>
                    <a:pt x="2446" y="3482"/>
                  </a:lnTo>
                  <a:lnTo>
                    <a:pt x="1994" y="3642"/>
                  </a:lnTo>
                  <a:lnTo>
                    <a:pt x="1542" y="3854"/>
                  </a:lnTo>
                  <a:lnTo>
                    <a:pt x="1090" y="4120"/>
                  </a:lnTo>
                  <a:lnTo>
                    <a:pt x="877" y="4253"/>
                  </a:lnTo>
                  <a:lnTo>
                    <a:pt x="851" y="4280"/>
                  </a:lnTo>
                  <a:lnTo>
                    <a:pt x="824" y="4280"/>
                  </a:lnTo>
                  <a:lnTo>
                    <a:pt x="771" y="4306"/>
                  </a:lnTo>
                  <a:lnTo>
                    <a:pt x="585" y="4306"/>
                  </a:lnTo>
                  <a:lnTo>
                    <a:pt x="505" y="4253"/>
                  </a:lnTo>
                  <a:lnTo>
                    <a:pt x="452" y="4173"/>
                  </a:lnTo>
                  <a:lnTo>
                    <a:pt x="399" y="4067"/>
                  </a:lnTo>
                  <a:lnTo>
                    <a:pt x="399" y="3961"/>
                  </a:lnTo>
                  <a:lnTo>
                    <a:pt x="452" y="3854"/>
                  </a:lnTo>
                  <a:lnTo>
                    <a:pt x="532" y="3775"/>
                  </a:lnTo>
                  <a:lnTo>
                    <a:pt x="744" y="3642"/>
                  </a:lnTo>
                  <a:lnTo>
                    <a:pt x="957" y="3509"/>
                  </a:lnTo>
                  <a:lnTo>
                    <a:pt x="1037" y="3456"/>
                  </a:lnTo>
                  <a:lnTo>
                    <a:pt x="1170" y="3376"/>
                  </a:lnTo>
                  <a:lnTo>
                    <a:pt x="1276" y="3323"/>
                  </a:lnTo>
                  <a:lnTo>
                    <a:pt x="1409" y="3270"/>
                  </a:lnTo>
                  <a:lnTo>
                    <a:pt x="1489" y="3216"/>
                  </a:lnTo>
                  <a:lnTo>
                    <a:pt x="1648" y="3163"/>
                  </a:lnTo>
                  <a:lnTo>
                    <a:pt x="1728" y="3110"/>
                  </a:lnTo>
                  <a:lnTo>
                    <a:pt x="1861" y="3057"/>
                  </a:lnTo>
                  <a:lnTo>
                    <a:pt x="1967" y="3004"/>
                  </a:lnTo>
                  <a:lnTo>
                    <a:pt x="2100" y="2951"/>
                  </a:lnTo>
                  <a:lnTo>
                    <a:pt x="2233" y="2924"/>
                  </a:lnTo>
                  <a:lnTo>
                    <a:pt x="2366" y="2871"/>
                  </a:lnTo>
                  <a:lnTo>
                    <a:pt x="2472" y="2844"/>
                  </a:lnTo>
                  <a:lnTo>
                    <a:pt x="2605" y="2818"/>
                  </a:lnTo>
                  <a:lnTo>
                    <a:pt x="2711" y="2765"/>
                  </a:lnTo>
                  <a:lnTo>
                    <a:pt x="2844" y="2738"/>
                  </a:lnTo>
                  <a:lnTo>
                    <a:pt x="2951" y="2711"/>
                  </a:lnTo>
                  <a:lnTo>
                    <a:pt x="3110" y="2685"/>
                  </a:lnTo>
                  <a:lnTo>
                    <a:pt x="3217" y="2658"/>
                  </a:lnTo>
                  <a:lnTo>
                    <a:pt x="3349" y="2632"/>
                  </a:lnTo>
                  <a:lnTo>
                    <a:pt x="3456" y="2632"/>
                  </a:lnTo>
                  <a:lnTo>
                    <a:pt x="3615" y="2605"/>
                  </a:lnTo>
                  <a:lnTo>
                    <a:pt x="3722" y="2579"/>
                  </a:lnTo>
                  <a:lnTo>
                    <a:pt x="3987" y="2579"/>
                  </a:lnTo>
                  <a:lnTo>
                    <a:pt x="4227" y="2552"/>
                  </a:lnTo>
                  <a:close/>
                  <a:moveTo>
                    <a:pt x="4041" y="3562"/>
                  </a:moveTo>
                  <a:lnTo>
                    <a:pt x="4572" y="5954"/>
                  </a:lnTo>
                  <a:lnTo>
                    <a:pt x="4572" y="6140"/>
                  </a:lnTo>
                  <a:lnTo>
                    <a:pt x="4572" y="6327"/>
                  </a:lnTo>
                  <a:lnTo>
                    <a:pt x="4519" y="6486"/>
                  </a:lnTo>
                  <a:lnTo>
                    <a:pt x="4413" y="6645"/>
                  </a:lnTo>
                  <a:lnTo>
                    <a:pt x="4306" y="6778"/>
                  </a:lnTo>
                  <a:lnTo>
                    <a:pt x="4173" y="6911"/>
                  </a:lnTo>
                  <a:lnTo>
                    <a:pt x="4014" y="7018"/>
                  </a:lnTo>
                  <a:lnTo>
                    <a:pt x="3828" y="7071"/>
                  </a:lnTo>
                  <a:lnTo>
                    <a:pt x="3615" y="7097"/>
                  </a:lnTo>
                  <a:lnTo>
                    <a:pt x="3429" y="7097"/>
                  </a:lnTo>
                  <a:lnTo>
                    <a:pt x="3243" y="7071"/>
                  </a:lnTo>
                  <a:lnTo>
                    <a:pt x="3084" y="7018"/>
                  </a:lnTo>
                  <a:lnTo>
                    <a:pt x="2924" y="6911"/>
                  </a:lnTo>
                  <a:lnTo>
                    <a:pt x="2791" y="6778"/>
                  </a:lnTo>
                  <a:lnTo>
                    <a:pt x="2685" y="6645"/>
                  </a:lnTo>
                  <a:lnTo>
                    <a:pt x="2605" y="6486"/>
                  </a:lnTo>
                  <a:lnTo>
                    <a:pt x="1861" y="4147"/>
                  </a:lnTo>
                  <a:lnTo>
                    <a:pt x="1887" y="4147"/>
                  </a:lnTo>
                  <a:lnTo>
                    <a:pt x="2127" y="4041"/>
                  </a:lnTo>
                  <a:lnTo>
                    <a:pt x="2525" y="3881"/>
                  </a:lnTo>
                  <a:lnTo>
                    <a:pt x="2924" y="3748"/>
                  </a:lnTo>
                  <a:lnTo>
                    <a:pt x="3323" y="3668"/>
                  </a:lnTo>
                  <a:lnTo>
                    <a:pt x="3748" y="3589"/>
                  </a:lnTo>
                  <a:lnTo>
                    <a:pt x="3775" y="3589"/>
                  </a:lnTo>
                  <a:lnTo>
                    <a:pt x="4014" y="3562"/>
                  </a:lnTo>
                  <a:close/>
                  <a:moveTo>
                    <a:pt x="4865" y="3562"/>
                  </a:moveTo>
                  <a:lnTo>
                    <a:pt x="5370" y="5689"/>
                  </a:lnTo>
                  <a:lnTo>
                    <a:pt x="5423" y="5875"/>
                  </a:lnTo>
                  <a:lnTo>
                    <a:pt x="5423" y="6061"/>
                  </a:lnTo>
                  <a:lnTo>
                    <a:pt x="5423" y="6247"/>
                  </a:lnTo>
                  <a:lnTo>
                    <a:pt x="5396" y="6433"/>
                  </a:lnTo>
                  <a:lnTo>
                    <a:pt x="5370" y="6619"/>
                  </a:lnTo>
                  <a:lnTo>
                    <a:pt x="5316" y="6805"/>
                  </a:lnTo>
                  <a:lnTo>
                    <a:pt x="5263" y="6964"/>
                  </a:lnTo>
                  <a:lnTo>
                    <a:pt x="5157" y="7124"/>
                  </a:lnTo>
                  <a:lnTo>
                    <a:pt x="5077" y="7257"/>
                  </a:lnTo>
                  <a:lnTo>
                    <a:pt x="4971" y="7416"/>
                  </a:lnTo>
                  <a:lnTo>
                    <a:pt x="4838" y="7549"/>
                  </a:lnTo>
                  <a:lnTo>
                    <a:pt x="4705" y="7656"/>
                  </a:lnTo>
                  <a:lnTo>
                    <a:pt x="4572" y="7762"/>
                  </a:lnTo>
                  <a:lnTo>
                    <a:pt x="4413" y="7842"/>
                  </a:lnTo>
                  <a:lnTo>
                    <a:pt x="4227" y="7921"/>
                  </a:lnTo>
                  <a:lnTo>
                    <a:pt x="4067" y="7975"/>
                  </a:lnTo>
                  <a:lnTo>
                    <a:pt x="3881" y="8028"/>
                  </a:lnTo>
                  <a:lnTo>
                    <a:pt x="3695" y="8054"/>
                  </a:lnTo>
                  <a:lnTo>
                    <a:pt x="3509" y="8054"/>
                  </a:lnTo>
                  <a:lnTo>
                    <a:pt x="3323" y="8028"/>
                  </a:lnTo>
                  <a:lnTo>
                    <a:pt x="3163" y="8001"/>
                  </a:lnTo>
                  <a:lnTo>
                    <a:pt x="2977" y="7948"/>
                  </a:lnTo>
                  <a:lnTo>
                    <a:pt x="2818" y="7868"/>
                  </a:lnTo>
                  <a:lnTo>
                    <a:pt x="2658" y="7788"/>
                  </a:lnTo>
                  <a:lnTo>
                    <a:pt x="2525" y="7682"/>
                  </a:lnTo>
                  <a:lnTo>
                    <a:pt x="2366" y="7576"/>
                  </a:lnTo>
                  <a:lnTo>
                    <a:pt x="2233" y="7470"/>
                  </a:lnTo>
                  <a:lnTo>
                    <a:pt x="2127" y="7310"/>
                  </a:lnTo>
                  <a:lnTo>
                    <a:pt x="2020" y="7177"/>
                  </a:lnTo>
                  <a:lnTo>
                    <a:pt x="1914" y="7018"/>
                  </a:lnTo>
                  <a:lnTo>
                    <a:pt x="1834" y="6832"/>
                  </a:lnTo>
                  <a:lnTo>
                    <a:pt x="1781" y="6672"/>
                  </a:lnTo>
                  <a:lnTo>
                    <a:pt x="1143" y="4546"/>
                  </a:lnTo>
                  <a:lnTo>
                    <a:pt x="1249" y="4492"/>
                  </a:lnTo>
                  <a:lnTo>
                    <a:pt x="1329" y="4439"/>
                  </a:lnTo>
                  <a:lnTo>
                    <a:pt x="1436" y="4359"/>
                  </a:lnTo>
                  <a:lnTo>
                    <a:pt x="1515" y="4333"/>
                  </a:lnTo>
                  <a:lnTo>
                    <a:pt x="2233" y="6592"/>
                  </a:lnTo>
                  <a:lnTo>
                    <a:pt x="2313" y="6805"/>
                  </a:lnTo>
                  <a:lnTo>
                    <a:pt x="2446" y="6991"/>
                  </a:lnTo>
                  <a:lnTo>
                    <a:pt x="2579" y="7124"/>
                  </a:lnTo>
                  <a:lnTo>
                    <a:pt x="2738" y="7257"/>
                  </a:lnTo>
                  <a:lnTo>
                    <a:pt x="2924" y="7363"/>
                  </a:lnTo>
                  <a:lnTo>
                    <a:pt x="3110" y="7443"/>
                  </a:lnTo>
                  <a:lnTo>
                    <a:pt x="3323" y="7496"/>
                  </a:lnTo>
                  <a:lnTo>
                    <a:pt x="3535" y="7523"/>
                  </a:lnTo>
                  <a:lnTo>
                    <a:pt x="3722" y="7496"/>
                  </a:lnTo>
                  <a:lnTo>
                    <a:pt x="3908" y="7470"/>
                  </a:lnTo>
                  <a:lnTo>
                    <a:pt x="4173" y="7363"/>
                  </a:lnTo>
                  <a:lnTo>
                    <a:pt x="4413" y="7230"/>
                  </a:lnTo>
                  <a:lnTo>
                    <a:pt x="4599" y="7071"/>
                  </a:lnTo>
                  <a:lnTo>
                    <a:pt x="4758" y="6858"/>
                  </a:lnTo>
                  <a:lnTo>
                    <a:pt x="4891" y="6619"/>
                  </a:lnTo>
                  <a:lnTo>
                    <a:pt x="4944" y="6380"/>
                  </a:lnTo>
                  <a:lnTo>
                    <a:pt x="4971" y="6140"/>
                  </a:lnTo>
                  <a:lnTo>
                    <a:pt x="4944" y="5875"/>
                  </a:lnTo>
                  <a:lnTo>
                    <a:pt x="4439" y="3562"/>
                  </a:lnTo>
                  <a:close/>
                  <a:moveTo>
                    <a:pt x="2632" y="0"/>
                  </a:moveTo>
                  <a:lnTo>
                    <a:pt x="2392" y="27"/>
                  </a:lnTo>
                  <a:lnTo>
                    <a:pt x="2180" y="27"/>
                  </a:lnTo>
                  <a:lnTo>
                    <a:pt x="1941" y="80"/>
                  </a:lnTo>
                  <a:lnTo>
                    <a:pt x="1728" y="160"/>
                  </a:lnTo>
                  <a:lnTo>
                    <a:pt x="1515" y="239"/>
                  </a:lnTo>
                  <a:lnTo>
                    <a:pt x="1329" y="372"/>
                  </a:lnTo>
                  <a:lnTo>
                    <a:pt x="1143" y="505"/>
                  </a:lnTo>
                  <a:lnTo>
                    <a:pt x="957" y="638"/>
                  </a:lnTo>
                  <a:lnTo>
                    <a:pt x="798" y="798"/>
                  </a:lnTo>
                  <a:lnTo>
                    <a:pt x="665" y="984"/>
                  </a:lnTo>
                  <a:lnTo>
                    <a:pt x="558" y="1196"/>
                  </a:lnTo>
                  <a:lnTo>
                    <a:pt x="425" y="1436"/>
                  </a:lnTo>
                  <a:lnTo>
                    <a:pt x="346" y="1675"/>
                  </a:lnTo>
                  <a:lnTo>
                    <a:pt x="266" y="1914"/>
                  </a:lnTo>
                  <a:lnTo>
                    <a:pt x="239" y="2180"/>
                  </a:lnTo>
                  <a:lnTo>
                    <a:pt x="213" y="2419"/>
                  </a:lnTo>
                  <a:lnTo>
                    <a:pt x="239" y="2685"/>
                  </a:lnTo>
                  <a:lnTo>
                    <a:pt x="266" y="2951"/>
                  </a:lnTo>
                  <a:lnTo>
                    <a:pt x="346" y="3190"/>
                  </a:lnTo>
                  <a:lnTo>
                    <a:pt x="399" y="3376"/>
                  </a:lnTo>
                  <a:lnTo>
                    <a:pt x="293" y="3429"/>
                  </a:lnTo>
                  <a:lnTo>
                    <a:pt x="213" y="3509"/>
                  </a:lnTo>
                  <a:lnTo>
                    <a:pt x="133" y="3589"/>
                  </a:lnTo>
                  <a:lnTo>
                    <a:pt x="80" y="3695"/>
                  </a:lnTo>
                  <a:lnTo>
                    <a:pt x="27" y="3801"/>
                  </a:lnTo>
                  <a:lnTo>
                    <a:pt x="0" y="3908"/>
                  </a:lnTo>
                  <a:lnTo>
                    <a:pt x="0" y="4041"/>
                  </a:lnTo>
                  <a:lnTo>
                    <a:pt x="0" y="4147"/>
                  </a:lnTo>
                  <a:lnTo>
                    <a:pt x="53" y="4253"/>
                  </a:lnTo>
                  <a:lnTo>
                    <a:pt x="106" y="4359"/>
                  </a:lnTo>
                  <a:lnTo>
                    <a:pt x="160" y="4466"/>
                  </a:lnTo>
                  <a:lnTo>
                    <a:pt x="239" y="4546"/>
                  </a:lnTo>
                  <a:lnTo>
                    <a:pt x="346" y="4625"/>
                  </a:lnTo>
                  <a:lnTo>
                    <a:pt x="425" y="4678"/>
                  </a:lnTo>
                  <a:lnTo>
                    <a:pt x="558" y="4705"/>
                  </a:lnTo>
                  <a:lnTo>
                    <a:pt x="771" y="4705"/>
                  </a:lnTo>
                  <a:lnTo>
                    <a:pt x="1382" y="6778"/>
                  </a:lnTo>
                  <a:lnTo>
                    <a:pt x="1542" y="7124"/>
                  </a:lnTo>
                  <a:lnTo>
                    <a:pt x="1728" y="7443"/>
                  </a:lnTo>
                  <a:lnTo>
                    <a:pt x="1941" y="7735"/>
                  </a:lnTo>
                  <a:lnTo>
                    <a:pt x="2233" y="7975"/>
                  </a:lnTo>
                  <a:lnTo>
                    <a:pt x="2525" y="8161"/>
                  </a:lnTo>
                  <a:lnTo>
                    <a:pt x="2871" y="8320"/>
                  </a:lnTo>
                  <a:lnTo>
                    <a:pt x="3217" y="8400"/>
                  </a:lnTo>
                  <a:lnTo>
                    <a:pt x="3589" y="8453"/>
                  </a:lnTo>
                  <a:lnTo>
                    <a:pt x="3881" y="8426"/>
                  </a:lnTo>
                  <a:lnTo>
                    <a:pt x="4173" y="8373"/>
                  </a:lnTo>
                  <a:lnTo>
                    <a:pt x="4386" y="8294"/>
                  </a:lnTo>
                  <a:lnTo>
                    <a:pt x="4572" y="8214"/>
                  </a:lnTo>
                  <a:lnTo>
                    <a:pt x="4758" y="8107"/>
                  </a:lnTo>
                  <a:lnTo>
                    <a:pt x="4944" y="7975"/>
                  </a:lnTo>
                  <a:lnTo>
                    <a:pt x="5104" y="7842"/>
                  </a:lnTo>
                  <a:lnTo>
                    <a:pt x="5263" y="7682"/>
                  </a:lnTo>
                  <a:lnTo>
                    <a:pt x="5396" y="7496"/>
                  </a:lnTo>
                  <a:lnTo>
                    <a:pt x="5503" y="7310"/>
                  </a:lnTo>
                  <a:lnTo>
                    <a:pt x="5609" y="7124"/>
                  </a:lnTo>
                  <a:lnTo>
                    <a:pt x="5689" y="6938"/>
                  </a:lnTo>
                  <a:lnTo>
                    <a:pt x="5768" y="6725"/>
                  </a:lnTo>
                  <a:lnTo>
                    <a:pt x="5795" y="6513"/>
                  </a:lnTo>
                  <a:lnTo>
                    <a:pt x="5821" y="6273"/>
                  </a:lnTo>
                  <a:lnTo>
                    <a:pt x="5821" y="6061"/>
                  </a:lnTo>
                  <a:lnTo>
                    <a:pt x="5795" y="5821"/>
                  </a:lnTo>
                  <a:lnTo>
                    <a:pt x="5768" y="5609"/>
                  </a:lnTo>
                  <a:lnTo>
                    <a:pt x="5263" y="3509"/>
                  </a:lnTo>
                  <a:lnTo>
                    <a:pt x="5423" y="3403"/>
                  </a:lnTo>
                  <a:lnTo>
                    <a:pt x="5556" y="3270"/>
                  </a:lnTo>
                  <a:lnTo>
                    <a:pt x="5635" y="3110"/>
                  </a:lnTo>
                  <a:lnTo>
                    <a:pt x="5689" y="2924"/>
                  </a:lnTo>
                  <a:lnTo>
                    <a:pt x="5689" y="2791"/>
                  </a:lnTo>
                  <a:lnTo>
                    <a:pt x="5662" y="2658"/>
                  </a:lnTo>
                  <a:lnTo>
                    <a:pt x="5582" y="2525"/>
                  </a:lnTo>
                  <a:lnTo>
                    <a:pt x="5529" y="2419"/>
                  </a:lnTo>
                  <a:lnTo>
                    <a:pt x="5423" y="2313"/>
                  </a:lnTo>
                  <a:lnTo>
                    <a:pt x="5316" y="2233"/>
                  </a:lnTo>
                  <a:lnTo>
                    <a:pt x="5184" y="2206"/>
                  </a:lnTo>
                  <a:lnTo>
                    <a:pt x="5051" y="2180"/>
                  </a:lnTo>
                  <a:lnTo>
                    <a:pt x="4944" y="2153"/>
                  </a:lnTo>
                  <a:lnTo>
                    <a:pt x="4891" y="1967"/>
                  </a:lnTo>
                  <a:lnTo>
                    <a:pt x="4811" y="1728"/>
                  </a:lnTo>
                  <a:lnTo>
                    <a:pt x="4732" y="1489"/>
                  </a:lnTo>
                  <a:lnTo>
                    <a:pt x="4599" y="1249"/>
                  </a:lnTo>
                  <a:lnTo>
                    <a:pt x="4466" y="1037"/>
                  </a:lnTo>
                  <a:lnTo>
                    <a:pt x="4306" y="851"/>
                  </a:lnTo>
                  <a:lnTo>
                    <a:pt x="4120" y="665"/>
                  </a:lnTo>
                  <a:lnTo>
                    <a:pt x="3908" y="479"/>
                  </a:lnTo>
                  <a:lnTo>
                    <a:pt x="3695" y="346"/>
                  </a:lnTo>
                  <a:lnTo>
                    <a:pt x="3509" y="239"/>
                  </a:lnTo>
                  <a:lnTo>
                    <a:pt x="3296" y="133"/>
                  </a:lnTo>
                  <a:lnTo>
                    <a:pt x="3084" y="80"/>
                  </a:lnTo>
                  <a:lnTo>
                    <a:pt x="2844" y="27"/>
                  </a:lnTo>
                  <a:lnTo>
                    <a:pt x="263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 name="Google Shape;1267;p84"/>
            <p:cNvSpPr/>
            <p:nvPr/>
          </p:nvSpPr>
          <p:spPr>
            <a:xfrm>
              <a:off x="1134575" y="3501750"/>
              <a:ext cx="145550" cy="211350"/>
            </a:xfrm>
            <a:custGeom>
              <a:rect b="b" l="l" r="r" t="t"/>
              <a:pathLst>
                <a:path extrusionOk="0" h="8454" w="5822">
                  <a:moveTo>
                    <a:pt x="3589" y="425"/>
                  </a:moveTo>
                  <a:lnTo>
                    <a:pt x="3775" y="479"/>
                  </a:lnTo>
                  <a:lnTo>
                    <a:pt x="3961" y="532"/>
                  </a:lnTo>
                  <a:lnTo>
                    <a:pt x="4147" y="612"/>
                  </a:lnTo>
                  <a:lnTo>
                    <a:pt x="4306" y="691"/>
                  </a:lnTo>
                  <a:lnTo>
                    <a:pt x="4439" y="798"/>
                  </a:lnTo>
                  <a:lnTo>
                    <a:pt x="4599" y="930"/>
                  </a:lnTo>
                  <a:lnTo>
                    <a:pt x="4732" y="1063"/>
                  </a:lnTo>
                  <a:lnTo>
                    <a:pt x="4838" y="1223"/>
                  </a:lnTo>
                  <a:lnTo>
                    <a:pt x="4944" y="1382"/>
                  </a:lnTo>
                  <a:lnTo>
                    <a:pt x="5024" y="1595"/>
                  </a:lnTo>
                  <a:lnTo>
                    <a:pt x="5104" y="1781"/>
                  </a:lnTo>
                  <a:lnTo>
                    <a:pt x="5157" y="1994"/>
                  </a:lnTo>
                  <a:lnTo>
                    <a:pt x="5184" y="2206"/>
                  </a:lnTo>
                  <a:lnTo>
                    <a:pt x="5210" y="2446"/>
                  </a:lnTo>
                  <a:lnTo>
                    <a:pt x="5184" y="2658"/>
                  </a:lnTo>
                  <a:lnTo>
                    <a:pt x="5157" y="2871"/>
                  </a:lnTo>
                  <a:lnTo>
                    <a:pt x="5104" y="3084"/>
                  </a:lnTo>
                  <a:lnTo>
                    <a:pt x="5077" y="3163"/>
                  </a:lnTo>
                  <a:lnTo>
                    <a:pt x="5024" y="3137"/>
                  </a:lnTo>
                  <a:lnTo>
                    <a:pt x="4838" y="3030"/>
                  </a:lnTo>
                  <a:lnTo>
                    <a:pt x="4758" y="2977"/>
                  </a:lnTo>
                  <a:lnTo>
                    <a:pt x="4599" y="2898"/>
                  </a:lnTo>
                  <a:lnTo>
                    <a:pt x="4519" y="2871"/>
                  </a:lnTo>
                  <a:lnTo>
                    <a:pt x="4360" y="2791"/>
                  </a:lnTo>
                  <a:lnTo>
                    <a:pt x="4280" y="2765"/>
                  </a:lnTo>
                  <a:lnTo>
                    <a:pt x="4120" y="2685"/>
                  </a:lnTo>
                  <a:lnTo>
                    <a:pt x="4041" y="2658"/>
                  </a:lnTo>
                  <a:lnTo>
                    <a:pt x="3855" y="2579"/>
                  </a:lnTo>
                  <a:lnTo>
                    <a:pt x="3801" y="2552"/>
                  </a:lnTo>
                  <a:lnTo>
                    <a:pt x="3270" y="2392"/>
                  </a:lnTo>
                  <a:lnTo>
                    <a:pt x="3004" y="2339"/>
                  </a:lnTo>
                  <a:lnTo>
                    <a:pt x="2951" y="2313"/>
                  </a:lnTo>
                  <a:lnTo>
                    <a:pt x="2738" y="2286"/>
                  </a:lnTo>
                  <a:lnTo>
                    <a:pt x="2685" y="2260"/>
                  </a:lnTo>
                  <a:lnTo>
                    <a:pt x="2472" y="2233"/>
                  </a:lnTo>
                  <a:lnTo>
                    <a:pt x="2419" y="2233"/>
                  </a:lnTo>
                  <a:lnTo>
                    <a:pt x="2207" y="2206"/>
                  </a:lnTo>
                  <a:lnTo>
                    <a:pt x="2127" y="2180"/>
                  </a:lnTo>
                  <a:lnTo>
                    <a:pt x="1861" y="2180"/>
                  </a:lnTo>
                  <a:lnTo>
                    <a:pt x="1622" y="2153"/>
                  </a:lnTo>
                  <a:lnTo>
                    <a:pt x="1303" y="2153"/>
                  </a:lnTo>
                  <a:lnTo>
                    <a:pt x="1329" y="2073"/>
                  </a:lnTo>
                  <a:lnTo>
                    <a:pt x="1383" y="1861"/>
                  </a:lnTo>
                  <a:lnTo>
                    <a:pt x="1462" y="1648"/>
                  </a:lnTo>
                  <a:lnTo>
                    <a:pt x="1569" y="1462"/>
                  </a:lnTo>
                  <a:lnTo>
                    <a:pt x="1702" y="1276"/>
                  </a:lnTo>
                  <a:lnTo>
                    <a:pt x="1834" y="1117"/>
                  </a:lnTo>
                  <a:lnTo>
                    <a:pt x="1967" y="957"/>
                  </a:lnTo>
                  <a:lnTo>
                    <a:pt x="2153" y="798"/>
                  </a:lnTo>
                  <a:lnTo>
                    <a:pt x="2339" y="691"/>
                  </a:lnTo>
                  <a:lnTo>
                    <a:pt x="2499" y="585"/>
                  </a:lnTo>
                  <a:lnTo>
                    <a:pt x="2685" y="532"/>
                  </a:lnTo>
                  <a:lnTo>
                    <a:pt x="2845" y="479"/>
                  </a:lnTo>
                  <a:lnTo>
                    <a:pt x="3031" y="425"/>
                  </a:lnTo>
                  <a:close/>
                  <a:moveTo>
                    <a:pt x="1462" y="2552"/>
                  </a:moveTo>
                  <a:lnTo>
                    <a:pt x="1861" y="2579"/>
                  </a:lnTo>
                  <a:lnTo>
                    <a:pt x="2207" y="2605"/>
                  </a:lnTo>
                  <a:lnTo>
                    <a:pt x="2579" y="2658"/>
                  </a:lnTo>
                  <a:lnTo>
                    <a:pt x="2977" y="2738"/>
                  </a:lnTo>
                  <a:lnTo>
                    <a:pt x="3350" y="2844"/>
                  </a:lnTo>
                  <a:lnTo>
                    <a:pt x="3695" y="2951"/>
                  </a:lnTo>
                  <a:lnTo>
                    <a:pt x="4067" y="3110"/>
                  </a:lnTo>
                  <a:lnTo>
                    <a:pt x="4413" y="3270"/>
                  </a:lnTo>
                  <a:lnTo>
                    <a:pt x="4758" y="3429"/>
                  </a:lnTo>
                  <a:lnTo>
                    <a:pt x="5104" y="3642"/>
                  </a:lnTo>
                  <a:lnTo>
                    <a:pt x="5290" y="3775"/>
                  </a:lnTo>
                  <a:lnTo>
                    <a:pt x="5396" y="3854"/>
                  </a:lnTo>
                  <a:lnTo>
                    <a:pt x="5423" y="3961"/>
                  </a:lnTo>
                  <a:lnTo>
                    <a:pt x="5423" y="4067"/>
                  </a:lnTo>
                  <a:lnTo>
                    <a:pt x="5370" y="4200"/>
                  </a:lnTo>
                  <a:lnTo>
                    <a:pt x="5317" y="4253"/>
                  </a:lnTo>
                  <a:lnTo>
                    <a:pt x="5237" y="4306"/>
                  </a:lnTo>
                  <a:lnTo>
                    <a:pt x="5051" y="4306"/>
                  </a:lnTo>
                  <a:lnTo>
                    <a:pt x="4998" y="4280"/>
                  </a:lnTo>
                  <a:lnTo>
                    <a:pt x="4971" y="4253"/>
                  </a:lnTo>
                  <a:lnTo>
                    <a:pt x="4758" y="4120"/>
                  </a:lnTo>
                  <a:lnTo>
                    <a:pt x="4679" y="4067"/>
                  </a:lnTo>
                  <a:lnTo>
                    <a:pt x="4519" y="3987"/>
                  </a:lnTo>
                  <a:lnTo>
                    <a:pt x="4439" y="3934"/>
                  </a:lnTo>
                  <a:lnTo>
                    <a:pt x="4306" y="3881"/>
                  </a:lnTo>
                  <a:lnTo>
                    <a:pt x="4200" y="3828"/>
                  </a:lnTo>
                  <a:lnTo>
                    <a:pt x="4067" y="3748"/>
                  </a:lnTo>
                  <a:lnTo>
                    <a:pt x="3961" y="3722"/>
                  </a:lnTo>
                  <a:lnTo>
                    <a:pt x="3828" y="3642"/>
                  </a:lnTo>
                  <a:lnTo>
                    <a:pt x="3748" y="3615"/>
                  </a:lnTo>
                  <a:lnTo>
                    <a:pt x="3589" y="3562"/>
                  </a:lnTo>
                  <a:lnTo>
                    <a:pt x="3509" y="3509"/>
                  </a:lnTo>
                  <a:lnTo>
                    <a:pt x="3323" y="3456"/>
                  </a:lnTo>
                  <a:lnTo>
                    <a:pt x="3243" y="3429"/>
                  </a:lnTo>
                  <a:lnTo>
                    <a:pt x="3004" y="3376"/>
                  </a:lnTo>
                  <a:lnTo>
                    <a:pt x="2977" y="3349"/>
                  </a:lnTo>
                  <a:lnTo>
                    <a:pt x="2765" y="3296"/>
                  </a:lnTo>
                  <a:lnTo>
                    <a:pt x="2685" y="3296"/>
                  </a:lnTo>
                  <a:lnTo>
                    <a:pt x="2499" y="3243"/>
                  </a:lnTo>
                  <a:lnTo>
                    <a:pt x="2419" y="3243"/>
                  </a:lnTo>
                  <a:lnTo>
                    <a:pt x="2260" y="3216"/>
                  </a:lnTo>
                  <a:lnTo>
                    <a:pt x="2153" y="3190"/>
                  </a:lnTo>
                  <a:lnTo>
                    <a:pt x="1994" y="3190"/>
                  </a:lnTo>
                  <a:lnTo>
                    <a:pt x="1914" y="3163"/>
                  </a:lnTo>
                  <a:lnTo>
                    <a:pt x="1489" y="3163"/>
                  </a:lnTo>
                  <a:lnTo>
                    <a:pt x="1383" y="3137"/>
                  </a:lnTo>
                  <a:lnTo>
                    <a:pt x="1356" y="3137"/>
                  </a:lnTo>
                  <a:lnTo>
                    <a:pt x="1196" y="3163"/>
                  </a:lnTo>
                  <a:lnTo>
                    <a:pt x="824" y="3163"/>
                  </a:lnTo>
                  <a:lnTo>
                    <a:pt x="718" y="3137"/>
                  </a:lnTo>
                  <a:lnTo>
                    <a:pt x="638" y="3084"/>
                  </a:lnTo>
                  <a:lnTo>
                    <a:pt x="585" y="3004"/>
                  </a:lnTo>
                  <a:lnTo>
                    <a:pt x="559" y="2898"/>
                  </a:lnTo>
                  <a:lnTo>
                    <a:pt x="559" y="2765"/>
                  </a:lnTo>
                  <a:lnTo>
                    <a:pt x="612" y="2685"/>
                  </a:lnTo>
                  <a:lnTo>
                    <a:pt x="718" y="2605"/>
                  </a:lnTo>
                  <a:lnTo>
                    <a:pt x="824" y="2579"/>
                  </a:lnTo>
                  <a:lnTo>
                    <a:pt x="1064" y="2552"/>
                  </a:lnTo>
                  <a:close/>
                  <a:moveTo>
                    <a:pt x="1808" y="3562"/>
                  </a:moveTo>
                  <a:lnTo>
                    <a:pt x="2047" y="3589"/>
                  </a:lnTo>
                  <a:lnTo>
                    <a:pt x="2074" y="3589"/>
                  </a:lnTo>
                  <a:lnTo>
                    <a:pt x="2499" y="3668"/>
                  </a:lnTo>
                  <a:lnTo>
                    <a:pt x="2898" y="3748"/>
                  </a:lnTo>
                  <a:lnTo>
                    <a:pt x="3296" y="3881"/>
                  </a:lnTo>
                  <a:lnTo>
                    <a:pt x="3695" y="4041"/>
                  </a:lnTo>
                  <a:lnTo>
                    <a:pt x="3722" y="4041"/>
                  </a:lnTo>
                  <a:lnTo>
                    <a:pt x="3961" y="4147"/>
                  </a:lnTo>
                  <a:lnTo>
                    <a:pt x="3217" y="6486"/>
                  </a:lnTo>
                  <a:lnTo>
                    <a:pt x="3137" y="6645"/>
                  </a:lnTo>
                  <a:lnTo>
                    <a:pt x="3031" y="6778"/>
                  </a:lnTo>
                  <a:lnTo>
                    <a:pt x="2898" y="6911"/>
                  </a:lnTo>
                  <a:lnTo>
                    <a:pt x="2765" y="7018"/>
                  </a:lnTo>
                  <a:lnTo>
                    <a:pt x="2579" y="7071"/>
                  </a:lnTo>
                  <a:lnTo>
                    <a:pt x="2393" y="7097"/>
                  </a:lnTo>
                  <a:lnTo>
                    <a:pt x="2207" y="7097"/>
                  </a:lnTo>
                  <a:lnTo>
                    <a:pt x="2020" y="7071"/>
                  </a:lnTo>
                  <a:lnTo>
                    <a:pt x="1834" y="7018"/>
                  </a:lnTo>
                  <a:lnTo>
                    <a:pt x="1675" y="6911"/>
                  </a:lnTo>
                  <a:lnTo>
                    <a:pt x="1515" y="6778"/>
                  </a:lnTo>
                  <a:lnTo>
                    <a:pt x="1409" y="6645"/>
                  </a:lnTo>
                  <a:lnTo>
                    <a:pt x="1329" y="6486"/>
                  </a:lnTo>
                  <a:lnTo>
                    <a:pt x="1276" y="6327"/>
                  </a:lnTo>
                  <a:lnTo>
                    <a:pt x="1250" y="6140"/>
                  </a:lnTo>
                  <a:lnTo>
                    <a:pt x="1276" y="5954"/>
                  </a:lnTo>
                  <a:lnTo>
                    <a:pt x="1781" y="3562"/>
                  </a:lnTo>
                  <a:close/>
                  <a:moveTo>
                    <a:pt x="1383" y="3562"/>
                  </a:moveTo>
                  <a:lnTo>
                    <a:pt x="877" y="5875"/>
                  </a:lnTo>
                  <a:lnTo>
                    <a:pt x="851" y="6140"/>
                  </a:lnTo>
                  <a:lnTo>
                    <a:pt x="877" y="6380"/>
                  </a:lnTo>
                  <a:lnTo>
                    <a:pt x="957" y="6619"/>
                  </a:lnTo>
                  <a:lnTo>
                    <a:pt x="1064" y="6858"/>
                  </a:lnTo>
                  <a:lnTo>
                    <a:pt x="1223" y="7071"/>
                  </a:lnTo>
                  <a:lnTo>
                    <a:pt x="1436" y="7230"/>
                  </a:lnTo>
                  <a:lnTo>
                    <a:pt x="1648" y="7363"/>
                  </a:lnTo>
                  <a:lnTo>
                    <a:pt x="1914" y="7470"/>
                  </a:lnTo>
                  <a:lnTo>
                    <a:pt x="2100" y="7496"/>
                  </a:lnTo>
                  <a:lnTo>
                    <a:pt x="2286" y="7523"/>
                  </a:lnTo>
                  <a:lnTo>
                    <a:pt x="2499" y="7496"/>
                  </a:lnTo>
                  <a:lnTo>
                    <a:pt x="2712" y="7443"/>
                  </a:lnTo>
                  <a:lnTo>
                    <a:pt x="2924" y="7363"/>
                  </a:lnTo>
                  <a:lnTo>
                    <a:pt x="3084" y="7257"/>
                  </a:lnTo>
                  <a:lnTo>
                    <a:pt x="3270" y="7124"/>
                  </a:lnTo>
                  <a:lnTo>
                    <a:pt x="3403" y="6991"/>
                  </a:lnTo>
                  <a:lnTo>
                    <a:pt x="3509" y="6805"/>
                  </a:lnTo>
                  <a:lnTo>
                    <a:pt x="3615" y="6592"/>
                  </a:lnTo>
                  <a:lnTo>
                    <a:pt x="4333" y="4333"/>
                  </a:lnTo>
                  <a:lnTo>
                    <a:pt x="4386" y="4359"/>
                  </a:lnTo>
                  <a:lnTo>
                    <a:pt x="4493" y="4439"/>
                  </a:lnTo>
                  <a:lnTo>
                    <a:pt x="4599" y="4492"/>
                  </a:lnTo>
                  <a:lnTo>
                    <a:pt x="4679" y="4546"/>
                  </a:lnTo>
                  <a:lnTo>
                    <a:pt x="4041" y="6672"/>
                  </a:lnTo>
                  <a:lnTo>
                    <a:pt x="3988" y="6832"/>
                  </a:lnTo>
                  <a:lnTo>
                    <a:pt x="3908" y="7018"/>
                  </a:lnTo>
                  <a:lnTo>
                    <a:pt x="3828" y="7177"/>
                  </a:lnTo>
                  <a:lnTo>
                    <a:pt x="3722" y="7310"/>
                  </a:lnTo>
                  <a:lnTo>
                    <a:pt x="3589" y="7470"/>
                  </a:lnTo>
                  <a:lnTo>
                    <a:pt x="3456" y="7576"/>
                  </a:lnTo>
                  <a:lnTo>
                    <a:pt x="3323" y="7682"/>
                  </a:lnTo>
                  <a:lnTo>
                    <a:pt x="3163" y="7788"/>
                  </a:lnTo>
                  <a:lnTo>
                    <a:pt x="3004" y="7868"/>
                  </a:lnTo>
                  <a:lnTo>
                    <a:pt x="2845" y="7948"/>
                  </a:lnTo>
                  <a:lnTo>
                    <a:pt x="2658" y="8001"/>
                  </a:lnTo>
                  <a:lnTo>
                    <a:pt x="2499" y="8028"/>
                  </a:lnTo>
                  <a:lnTo>
                    <a:pt x="2313" y="8054"/>
                  </a:lnTo>
                  <a:lnTo>
                    <a:pt x="2127" y="8054"/>
                  </a:lnTo>
                  <a:lnTo>
                    <a:pt x="1941" y="8028"/>
                  </a:lnTo>
                  <a:lnTo>
                    <a:pt x="1781" y="7975"/>
                  </a:lnTo>
                  <a:lnTo>
                    <a:pt x="1595" y="7921"/>
                  </a:lnTo>
                  <a:lnTo>
                    <a:pt x="1436" y="7842"/>
                  </a:lnTo>
                  <a:lnTo>
                    <a:pt x="1276" y="7762"/>
                  </a:lnTo>
                  <a:lnTo>
                    <a:pt x="1117" y="7656"/>
                  </a:lnTo>
                  <a:lnTo>
                    <a:pt x="984" y="7549"/>
                  </a:lnTo>
                  <a:lnTo>
                    <a:pt x="877" y="7416"/>
                  </a:lnTo>
                  <a:lnTo>
                    <a:pt x="745" y="7257"/>
                  </a:lnTo>
                  <a:lnTo>
                    <a:pt x="665" y="7124"/>
                  </a:lnTo>
                  <a:lnTo>
                    <a:pt x="585" y="6964"/>
                  </a:lnTo>
                  <a:lnTo>
                    <a:pt x="505" y="6805"/>
                  </a:lnTo>
                  <a:lnTo>
                    <a:pt x="452" y="6619"/>
                  </a:lnTo>
                  <a:lnTo>
                    <a:pt x="426" y="6433"/>
                  </a:lnTo>
                  <a:lnTo>
                    <a:pt x="399" y="6247"/>
                  </a:lnTo>
                  <a:lnTo>
                    <a:pt x="399" y="6061"/>
                  </a:lnTo>
                  <a:lnTo>
                    <a:pt x="426" y="5875"/>
                  </a:lnTo>
                  <a:lnTo>
                    <a:pt x="452" y="5689"/>
                  </a:lnTo>
                  <a:lnTo>
                    <a:pt x="957" y="3562"/>
                  </a:lnTo>
                  <a:close/>
                  <a:moveTo>
                    <a:pt x="3217" y="0"/>
                  </a:moveTo>
                  <a:lnTo>
                    <a:pt x="2977" y="27"/>
                  </a:lnTo>
                  <a:lnTo>
                    <a:pt x="2765" y="80"/>
                  </a:lnTo>
                  <a:lnTo>
                    <a:pt x="2552" y="133"/>
                  </a:lnTo>
                  <a:lnTo>
                    <a:pt x="2339" y="239"/>
                  </a:lnTo>
                  <a:lnTo>
                    <a:pt x="2127" y="346"/>
                  </a:lnTo>
                  <a:lnTo>
                    <a:pt x="1914" y="479"/>
                  </a:lnTo>
                  <a:lnTo>
                    <a:pt x="1702" y="665"/>
                  </a:lnTo>
                  <a:lnTo>
                    <a:pt x="1542" y="851"/>
                  </a:lnTo>
                  <a:lnTo>
                    <a:pt x="1356" y="1037"/>
                  </a:lnTo>
                  <a:lnTo>
                    <a:pt x="1223" y="1249"/>
                  </a:lnTo>
                  <a:lnTo>
                    <a:pt x="1117" y="1489"/>
                  </a:lnTo>
                  <a:lnTo>
                    <a:pt x="1010" y="1728"/>
                  </a:lnTo>
                  <a:lnTo>
                    <a:pt x="931" y="1967"/>
                  </a:lnTo>
                  <a:lnTo>
                    <a:pt x="904" y="2153"/>
                  </a:lnTo>
                  <a:lnTo>
                    <a:pt x="798" y="2180"/>
                  </a:lnTo>
                  <a:lnTo>
                    <a:pt x="638" y="2206"/>
                  </a:lnTo>
                  <a:lnTo>
                    <a:pt x="532" y="2233"/>
                  </a:lnTo>
                  <a:lnTo>
                    <a:pt x="399" y="2313"/>
                  </a:lnTo>
                  <a:lnTo>
                    <a:pt x="319" y="2419"/>
                  </a:lnTo>
                  <a:lnTo>
                    <a:pt x="240" y="2525"/>
                  </a:lnTo>
                  <a:lnTo>
                    <a:pt x="186" y="2658"/>
                  </a:lnTo>
                  <a:lnTo>
                    <a:pt x="160" y="2791"/>
                  </a:lnTo>
                  <a:lnTo>
                    <a:pt x="160" y="2924"/>
                  </a:lnTo>
                  <a:lnTo>
                    <a:pt x="186" y="3110"/>
                  </a:lnTo>
                  <a:lnTo>
                    <a:pt x="266" y="3270"/>
                  </a:lnTo>
                  <a:lnTo>
                    <a:pt x="399" y="3403"/>
                  </a:lnTo>
                  <a:lnTo>
                    <a:pt x="559" y="3509"/>
                  </a:lnTo>
                  <a:lnTo>
                    <a:pt x="53" y="5609"/>
                  </a:lnTo>
                  <a:lnTo>
                    <a:pt x="27" y="5821"/>
                  </a:lnTo>
                  <a:lnTo>
                    <a:pt x="0" y="6061"/>
                  </a:lnTo>
                  <a:lnTo>
                    <a:pt x="0" y="6273"/>
                  </a:lnTo>
                  <a:lnTo>
                    <a:pt x="27" y="6513"/>
                  </a:lnTo>
                  <a:lnTo>
                    <a:pt x="80" y="6725"/>
                  </a:lnTo>
                  <a:lnTo>
                    <a:pt x="133" y="6938"/>
                  </a:lnTo>
                  <a:lnTo>
                    <a:pt x="213" y="7124"/>
                  </a:lnTo>
                  <a:lnTo>
                    <a:pt x="319" y="7310"/>
                  </a:lnTo>
                  <a:lnTo>
                    <a:pt x="426" y="7496"/>
                  </a:lnTo>
                  <a:lnTo>
                    <a:pt x="559" y="7682"/>
                  </a:lnTo>
                  <a:lnTo>
                    <a:pt x="718" y="7842"/>
                  </a:lnTo>
                  <a:lnTo>
                    <a:pt x="877" y="7975"/>
                  </a:lnTo>
                  <a:lnTo>
                    <a:pt x="1064" y="8107"/>
                  </a:lnTo>
                  <a:lnTo>
                    <a:pt x="1250" y="8214"/>
                  </a:lnTo>
                  <a:lnTo>
                    <a:pt x="1462" y="8294"/>
                  </a:lnTo>
                  <a:lnTo>
                    <a:pt x="1675" y="8373"/>
                  </a:lnTo>
                  <a:lnTo>
                    <a:pt x="1941" y="8426"/>
                  </a:lnTo>
                  <a:lnTo>
                    <a:pt x="2233" y="8453"/>
                  </a:lnTo>
                  <a:lnTo>
                    <a:pt x="2605" y="8400"/>
                  </a:lnTo>
                  <a:lnTo>
                    <a:pt x="2977" y="8320"/>
                  </a:lnTo>
                  <a:lnTo>
                    <a:pt x="3296" y="8161"/>
                  </a:lnTo>
                  <a:lnTo>
                    <a:pt x="3615" y="7975"/>
                  </a:lnTo>
                  <a:lnTo>
                    <a:pt x="3881" y="7735"/>
                  </a:lnTo>
                  <a:lnTo>
                    <a:pt x="4120" y="7443"/>
                  </a:lnTo>
                  <a:lnTo>
                    <a:pt x="4306" y="7124"/>
                  </a:lnTo>
                  <a:lnTo>
                    <a:pt x="4439" y="6778"/>
                  </a:lnTo>
                  <a:lnTo>
                    <a:pt x="5051" y="4705"/>
                  </a:lnTo>
                  <a:lnTo>
                    <a:pt x="5290" y="4705"/>
                  </a:lnTo>
                  <a:lnTo>
                    <a:pt x="5396" y="4678"/>
                  </a:lnTo>
                  <a:lnTo>
                    <a:pt x="5503" y="4625"/>
                  </a:lnTo>
                  <a:lnTo>
                    <a:pt x="5582" y="4546"/>
                  </a:lnTo>
                  <a:lnTo>
                    <a:pt x="5662" y="4466"/>
                  </a:lnTo>
                  <a:lnTo>
                    <a:pt x="5742" y="4359"/>
                  </a:lnTo>
                  <a:lnTo>
                    <a:pt x="5795" y="4253"/>
                  </a:lnTo>
                  <a:lnTo>
                    <a:pt x="5822" y="4147"/>
                  </a:lnTo>
                  <a:lnTo>
                    <a:pt x="5822" y="4041"/>
                  </a:lnTo>
                  <a:lnTo>
                    <a:pt x="5822" y="3908"/>
                  </a:lnTo>
                  <a:lnTo>
                    <a:pt x="5795" y="3801"/>
                  </a:lnTo>
                  <a:lnTo>
                    <a:pt x="5768" y="3695"/>
                  </a:lnTo>
                  <a:lnTo>
                    <a:pt x="5689" y="3589"/>
                  </a:lnTo>
                  <a:lnTo>
                    <a:pt x="5609" y="3509"/>
                  </a:lnTo>
                  <a:lnTo>
                    <a:pt x="5529" y="3429"/>
                  </a:lnTo>
                  <a:lnTo>
                    <a:pt x="5449" y="3376"/>
                  </a:lnTo>
                  <a:lnTo>
                    <a:pt x="5503" y="3190"/>
                  </a:lnTo>
                  <a:lnTo>
                    <a:pt x="5556" y="2951"/>
                  </a:lnTo>
                  <a:lnTo>
                    <a:pt x="5582" y="2685"/>
                  </a:lnTo>
                  <a:lnTo>
                    <a:pt x="5609" y="2419"/>
                  </a:lnTo>
                  <a:lnTo>
                    <a:pt x="5582" y="2180"/>
                  </a:lnTo>
                  <a:lnTo>
                    <a:pt x="5556" y="1914"/>
                  </a:lnTo>
                  <a:lnTo>
                    <a:pt x="5476" y="1675"/>
                  </a:lnTo>
                  <a:lnTo>
                    <a:pt x="5396" y="1436"/>
                  </a:lnTo>
                  <a:lnTo>
                    <a:pt x="5290" y="1196"/>
                  </a:lnTo>
                  <a:lnTo>
                    <a:pt x="5157" y="984"/>
                  </a:lnTo>
                  <a:lnTo>
                    <a:pt x="5024" y="798"/>
                  </a:lnTo>
                  <a:lnTo>
                    <a:pt x="4865" y="638"/>
                  </a:lnTo>
                  <a:lnTo>
                    <a:pt x="4705" y="505"/>
                  </a:lnTo>
                  <a:lnTo>
                    <a:pt x="4519" y="372"/>
                  </a:lnTo>
                  <a:lnTo>
                    <a:pt x="4306" y="239"/>
                  </a:lnTo>
                  <a:lnTo>
                    <a:pt x="4094" y="160"/>
                  </a:lnTo>
                  <a:lnTo>
                    <a:pt x="3881" y="80"/>
                  </a:lnTo>
                  <a:lnTo>
                    <a:pt x="3669" y="27"/>
                  </a:lnTo>
                  <a:lnTo>
                    <a:pt x="3429" y="27"/>
                  </a:lnTo>
                  <a:lnTo>
                    <a:pt x="321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8" name="Google Shape;1268;p84"/>
          <p:cNvGrpSpPr/>
          <p:nvPr/>
        </p:nvGrpSpPr>
        <p:grpSpPr>
          <a:xfrm>
            <a:off x="5763899" y="1238658"/>
            <a:ext cx="264472" cy="291243"/>
            <a:chOff x="4828725" y="3466525"/>
            <a:chExt cx="255875" cy="281775"/>
          </a:xfrm>
        </p:grpSpPr>
        <p:sp>
          <p:nvSpPr>
            <p:cNvPr id="1269" name="Google Shape;1269;p84"/>
            <p:cNvSpPr/>
            <p:nvPr/>
          </p:nvSpPr>
          <p:spPr>
            <a:xfrm>
              <a:off x="4828725" y="3466525"/>
              <a:ext cx="255875" cy="231275"/>
            </a:xfrm>
            <a:custGeom>
              <a:rect b="b" l="l" r="r" t="t"/>
              <a:pathLst>
                <a:path extrusionOk="0" h="9251" w="10235">
                  <a:moveTo>
                    <a:pt x="8347" y="1569"/>
                  </a:moveTo>
                  <a:lnTo>
                    <a:pt x="8347" y="2153"/>
                  </a:lnTo>
                  <a:lnTo>
                    <a:pt x="5423" y="2153"/>
                  </a:lnTo>
                  <a:lnTo>
                    <a:pt x="5184" y="2180"/>
                  </a:lnTo>
                  <a:lnTo>
                    <a:pt x="4944" y="2233"/>
                  </a:lnTo>
                  <a:lnTo>
                    <a:pt x="4758" y="2339"/>
                  </a:lnTo>
                  <a:lnTo>
                    <a:pt x="4572" y="2499"/>
                  </a:lnTo>
                  <a:lnTo>
                    <a:pt x="4413" y="2685"/>
                  </a:lnTo>
                  <a:lnTo>
                    <a:pt x="4280" y="2871"/>
                  </a:lnTo>
                  <a:lnTo>
                    <a:pt x="4200" y="3110"/>
                  </a:lnTo>
                  <a:lnTo>
                    <a:pt x="4147" y="3350"/>
                  </a:lnTo>
                  <a:lnTo>
                    <a:pt x="3509" y="3350"/>
                  </a:lnTo>
                  <a:lnTo>
                    <a:pt x="3536" y="3164"/>
                  </a:lnTo>
                  <a:lnTo>
                    <a:pt x="3562" y="2977"/>
                  </a:lnTo>
                  <a:lnTo>
                    <a:pt x="3615" y="2818"/>
                  </a:lnTo>
                  <a:lnTo>
                    <a:pt x="3695" y="2632"/>
                  </a:lnTo>
                  <a:lnTo>
                    <a:pt x="3775" y="2472"/>
                  </a:lnTo>
                  <a:lnTo>
                    <a:pt x="3881" y="2339"/>
                  </a:lnTo>
                  <a:lnTo>
                    <a:pt x="3987" y="2207"/>
                  </a:lnTo>
                  <a:lnTo>
                    <a:pt x="4120" y="2074"/>
                  </a:lnTo>
                  <a:lnTo>
                    <a:pt x="4253" y="1967"/>
                  </a:lnTo>
                  <a:lnTo>
                    <a:pt x="4413" y="1861"/>
                  </a:lnTo>
                  <a:lnTo>
                    <a:pt x="4546" y="1781"/>
                  </a:lnTo>
                  <a:lnTo>
                    <a:pt x="4705" y="1702"/>
                  </a:lnTo>
                  <a:lnTo>
                    <a:pt x="4891" y="1648"/>
                  </a:lnTo>
                  <a:lnTo>
                    <a:pt x="5077" y="1595"/>
                  </a:lnTo>
                  <a:lnTo>
                    <a:pt x="5237" y="1569"/>
                  </a:lnTo>
                  <a:close/>
                  <a:moveTo>
                    <a:pt x="9809" y="399"/>
                  </a:moveTo>
                  <a:lnTo>
                    <a:pt x="9809" y="3376"/>
                  </a:lnTo>
                  <a:lnTo>
                    <a:pt x="9011" y="3376"/>
                  </a:lnTo>
                  <a:lnTo>
                    <a:pt x="8905" y="3350"/>
                  </a:lnTo>
                  <a:lnTo>
                    <a:pt x="8825" y="3296"/>
                  </a:lnTo>
                  <a:lnTo>
                    <a:pt x="8772" y="3217"/>
                  </a:lnTo>
                  <a:lnTo>
                    <a:pt x="8746" y="3110"/>
                  </a:lnTo>
                  <a:lnTo>
                    <a:pt x="8746" y="665"/>
                  </a:lnTo>
                  <a:lnTo>
                    <a:pt x="8772" y="559"/>
                  </a:lnTo>
                  <a:lnTo>
                    <a:pt x="8825" y="479"/>
                  </a:lnTo>
                  <a:lnTo>
                    <a:pt x="8905" y="426"/>
                  </a:lnTo>
                  <a:lnTo>
                    <a:pt x="9011" y="399"/>
                  </a:lnTo>
                  <a:close/>
                  <a:moveTo>
                    <a:pt x="5263" y="3748"/>
                  </a:moveTo>
                  <a:lnTo>
                    <a:pt x="5263" y="4147"/>
                  </a:lnTo>
                  <a:lnTo>
                    <a:pt x="2526" y="4147"/>
                  </a:lnTo>
                  <a:lnTo>
                    <a:pt x="2526" y="3748"/>
                  </a:lnTo>
                  <a:close/>
                  <a:moveTo>
                    <a:pt x="5742" y="4546"/>
                  </a:moveTo>
                  <a:lnTo>
                    <a:pt x="7257" y="7417"/>
                  </a:lnTo>
                  <a:lnTo>
                    <a:pt x="532" y="7417"/>
                  </a:lnTo>
                  <a:lnTo>
                    <a:pt x="2047" y="4546"/>
                  </a:lnTo>
                  <a:close/>
                  <a:moveTo>
                    <a:pt x="5024" y="7815"/>
                  </a:moveTo>
                  <a:lnTo>
                    <a:pt x="4998" y="7975"/>
                  </a:lnTo>
                  <a:lnTo>
                    <a:pt x="4944" y="8161"/>
                  </a:lnTo>
                  <a:lnTo>
                    <a:pt x="4838" y="8320"/>
                  </a:lnTo>
                  <a:lnTo>
                    <a:pt x="4732" y="8480"/>
                  </a:lnTo>
                  <a:lnTo>
                    <a:pt x="4599" y="8613"/>
                  </a:lnTo>
                  <a:lnTo>
                    <a:pt x="4439" y="8719"/>
                  </a:lnTo>
                  <a:lnTo>
                    <a:pt x="4280" y="8799"/>
                  </a:lnTo>
                  <a:lnTo>
                    <a:pt x="4094" y="8852"/>
                  </a:lnTo>
                  <a:lnTo>
                    <a:pt x="3695" y="8852"/>
                  </a:lnTo>
                  <a:lnTo>
                    <a:pt x="3509" y="8799"/>
                  </a:lnTo>
                  <a:lnTo>
                    <a:pt x="3323" y="8719"/>
                  </a:lnTo>
                  <a:lnTo>
                    <a:pt x="3190" y="8613"/>
                  </a:lnTo>
                  <a:lnTo>
                    <a:pt x="3031" y="8480"/>
                  </a:lnTo>
                  <a:lnTo>
                    <a:pt x="2924" y="8320"/>
                  </a:lnTo>
                  <a:lnTo>
                    <a:pt x="2844" y="8161"/>
                  </a:lnTo>
                  <a:lnTo>
                    <a:pt x="2791" y="7975"/>
                  </a:lnTo>
                  <a:lnTo>
                    <a:pt x="2765" y="7815"/>
                  </a:lnTo>
                  <a:close/>
                  <a:moveTo>
                    <a:pt x="8878" y="0"/>
                  </a:moveTo>
                  <a:lnTo>
                    <a:pt x="8746" y="53"/>
                  </a:lnTo>
                  <a:lnTo>
                    <a:pt x="8639" y="107"/>
                  </a:lnTo>
                  <a:lnTo>
                    <a:pt x="8533" y="186"/>
                  </a:lnTo>
                  <a:lnTo>
                    <a:pt x="8453" y="293"/>
                  </a:lnTo>
                  <a:lnTo>
                    <a:pt x="8400" y="399"/>
                  </a:lnTo>
                  <a:lnTo>
                    <a:pt x="8347" y="532"/>
                  </a:lnTo>
                  <a:lnTo>
                    <a:pt x="8347" y="665"/>
                  </a:lnTo>
                  <a:lnTo>
                    <a:pt x="8347" y="1143"/>
                  </a:lnTo>
                  <a:lnTo>
                    <a:pt x="5423" y="1143"/>
                  </a:lnTo>
                  <a:lnTo>
                    <a:pt x="5210" y="1170"/>
                  </a:lnTo>
                  <a:lnTo>
                    <a:pt x="4971" y="1196"/>
                  </a:lnTo>
                  <a:lnTo>
                    <a:pt x="4758" y="1250"/>
                  </a:lnTo>
                  <a:lnTo>
                    <a:pt x="4572" y="1329"/>
                  </a:lnTo>
                  <a:lnTo>
                    <a:pt x="4360" y="1409"/>
                  </a:lnTo>
                  <a:lnTo>
                    <a:pt x="4174" y="1515"/>
                  </a:lnTo>
                  <a:lnTo>
                    <a:pt x="3987" y="1648"/>
                  </a:lnTo>
                  <a:lnTo>
                    <a:pt x="3828" y="1781"/>
                  </a:lnTo>
                  <a:lnTo>
                    <a:pt x="3695" y="1941"/>
                  </a:lnTo>
                  <a:lnTo>
                    <a:pt x="3562" y="2100"/>
                  </a:lnTo>
                  <a:lnTo>
                    <a:pt x="3429" y="2286"/>
                  </a:lnTo>
                  <a:lnTo>
                    <a:pt x="3323" y="2472"/>
                  </a:lnTo>
                  <a:lnTo>
                    <a:pt x="3243" y="2685"/>
                  </a:lnTo>
                  <a:lnTo>
                    <a:pt x="3190" y="2898"/>
                  </a:lnTo>
                  <a:lnTo>
                    <a:pt x="3137" y="3110"/>
                  </a:lnTo>
                  <a:lnTo>
                    <a:pt x="3110" y="3350"/>
                  </a:lnTo>
                  <a:lnTo>
                    <a:pt x="2233" y="3350"/>
                  </a:lnTo>
                  <a:lnTo>
                    <a:pt x="2180" y="3403"/>
                  </a:lnTo>
                  <a:lnTo>
                    <a:pt x="2127" y="3456"/>
                  </a:lnTo>
                  <a:lnTo>
                    <a:pt x="2127" y="3536"/>
                  </a:lnTo>
                  <a:lnTo>
                    <a:pt x="2127" y="4147"/>
                  </a:lnTo>
                  <a:lnTo>
                    <a:pt x="1914" y="4147"/>
                  </a:lnTo>
                  <a:lnTo>
                    <a:pt x="1808" y="4174"/>
                  </a:lnTo>
                  <a:lnTo>
                    <a:pt x="1728" y="4253"/>
                  </a:lnTo>
                  <a:lnTo>
                    <a:pt x="27" y="7523"/>
                  </a:lnTo>
                  <a:lnTo>
                    <a:pt x="0" y="7629"/>
                  </a:lnTo>
                  <a:lnTo>
                    <a:pt x="27" y="7709"/>
                  </a:lnTo>
                  <a:lnTo>
                    <a:pt x="107" y="7789"/>
                  </a:lnTo>
                  <a:lnTo>
                    <a:pt x="186" y="7815"/>
                  </a:lnTo>
                  <a:lnTo>
                    <a:pt x="2366" y="7815"/>
                  </a:lnTo>
                  <a:lnTo>
                    <a:pt x="2393" y="8054"/>
                  </a:lnTo>
                  <a:lnTo>
                    <a:pt x="2472" y="8320"/>
                  </a:lnTo>
                  <a:lnTo>
                    <a:pt x="2579" y="8533"/>
                  </a:lnTo>
                  <a:lnTo>
                    <a:pt x="2738" y="8746"/>
                  </a:lnTo>
                  <a:lnTo>
                    <a:pt x="2924" y="8932"/>
                  </a:lnTo>
                  <a:lnTo>
                    <a:pt x="3137" y="9065"/>
                  </a:lnTo>
                  <a:lnTo>
                    <a:pt x="3376" y="9171"/>
                  </a:lnTo>
                  <a:lnTo>
                    <a:pt x="3615" y="9251"/>
                  </a:lnTo>
                  <a:lnTo>
                    <a:pt x="4147" y="9251"/>
                  </a:lnTo>
                  <a:lnTo>
                    <a:pt x="4413" y="9171"/>
                  </a:lnTo>
                  <a:lnTo>
                    <a:pt x="4625" y="9065"/>
                  </a:lnTo>
                  <a:lnTo>
                    <a:pt x="4838" y="8932"/>
                  </a:lnTo>
                  <a:lnTo>
                    <a:pt x="5024" y="8746"/>
                  </a:lnTo>
                  <a:lnTo>
                    <a:pt x="5184" y="8533"/>
                  </a:lnTo>
                  <a:lnTo>
                    <a:pt x="5290" y="8320"/>
                  </a:lnTo>
                  <a:lnTo>
                    <a:pt x="5370" y="8054"/>
                  </a:lnTo>
                  <a:lnTo>
                    <a:pt x="5423" y="7815"/>
                  </a:lnTo>
                  <a:lnTo>
                    <a:pt x="7576" y="7815"/>
                  </a:lnTo>
                  <a:lnTo>
                    <a:pt x="7682" y="7789"/>
                  </a:lnTo>
                  <a:lnTo>
                    <a:pt x="7762" y="7709"/>
                  </a:lnTo>
                  <a:lnTo>
                    <a:pt x="7789" y="7629"/>
                  </a:lnTo>
                  <a:lnTo>
                    <a:pt x="7762" y="7523"/>
                  </a:lnTo>
                  <a:lnTo>
                    <a:pt x="6034" y="4253"/>
                  </a:lnTo>
                  <a:lnTo>
                    <a:pt x="5955" y="4174"/>
                  </a:lnTo>
                  <a:lnTo>
                    <a:pt x="5848" y="4147"/>
                  </a:lnTo>
                  <a:lnTo>
                    <a:pt x="5662" y="4147"/>
                  </a:lnTo>
                  <a:lnTo>
                    <a:pt x="5662" y="3536"/>
                  </a:lnTo>
                  <a:lnTo>
                    <a:pt x="5636" y="3456"/>
                  </a:lnTo>
                  <a:lnTo>
                    <a:pt x="5582" y="3403"/>
                  </a:lnTo>
                  <a:lnTo>
                    <a:pt x="5529" y="3350"/>
                  </a:lnTo>
                  <a:lnTo>
                    <a:pt x="4572" y="3350"/>
                  </a:lnTo>
                  <a:lnTo>
                    <a:pt x="4599" y="3190"/>
                  </a:lnTo>
                  <a:lnTo>
                    <a:pt x="4652" y="3031"/>
                  </a:lnTo>
                  <a:lnTo>
                    <a:pt x="4732" y="2898"/>
                  </a:lnTo>
                  <a:lnTo>
                    <a:pt x="4838" y="2791"/>
                  </a:lnTo>
                  <a:lnTo>
                    <a:pt x="4971" y="2685"/>
                  </a:lnTo>
                  <a:lnTo>
                    <a:pt x="5104" y="2605"/>
                  </a:lnTo>
                  <a:lnTo>
                    <a:pt x="5263" y="2552"/>
                  </a:lnTo>
                  <a:lnTo>
                    <a:pt x="8347" y="2552"/>
                  </a:lnTo>
                  <a:lnTo>
                    <a:pt x="8347" y="3110"/>
                  </a:lnTo>
                  <a:lnTo>
                    <a:pt x="8347" y="3243"/>
                  </a:lnTo>
                  <a:lnTo>
                    <a:pt x="8400" y="3376"/>
                  </a:lnTo>
                  <a:lnTo>
                    <a:pt x="8453" y="3482"/>
                  </a:lnTo>
                  <a:lnTo>
                    <a:pt x="8533" y="3589"/>
                  </a:lnTo>
                  <a:lnTo>
                    <a:pt x="8639" y="3669"/>
                  </a:lnTo>
                  <a:lnTo>
                    <a:pt x="8746" y="3722"/>
                  </a:lnTo>
                  <a:lnTo>
                    <a:pt x="8878" y="3748"/>
                  </a:lnTo>
                  <a:lnTo>
                    <a:pt x="9011" y="3775"/>
                  </a:lnTo>
                  <a:lnTo>
                    <a:pt x="10021" y="3775"/>
                  </a:lnTo>
                  <a:lnTo>
                    <a:pt x="10101" y="3748"/>
                  </a:lnTo>
                  <a:lnTo>
                    <a:pt x="10154" y="3722"/>
                  </a:lnTo>
                  <a:lnTo>
                    <a:pt x="10208" y="3642"/>
                  </a:lnTo>
                  <a:lnTo>
                    <a:pt x="10234" y="3562"/>
                  </a:lnTo>
                  <a:lnTo>
                    <a:pt x="10234" y="186"/>
                  </a:lnTo>
                  <a:lnTo>
                    <a:pt x="10208" y="107"/>
                  </a:lnTo>
                  <a:lnTo>
                    <a:pt x="10154" y="53"/>
                  </a:lnTo>
                  <a:lnTo>
                    <a:pt x="1010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84"/>
            <p:cNvSpPr/>
            <p:nvPr/>
          </p:nvSpPr>
          <p:spPr>
            <a:xfrm>
              <a:off x="4834025" y="3669875"/>
              <a:ext cx="40575" cy="9975"/>
            </a:xfrm>
            <a:custGeom>
              <a:rect b="b" l="l" r="r" t="t"/>
              <a:pathLst>
                <a:path extrusionOk="0" h="399" w="1623">
                  <a:moveTo>
                    <a:pt x="214" y="0"/>
                  </a:moveTo>
                  <a:lnTo>
                    <a:pt x="134" y="27"/>
                  </a:lnTo>
                  <a:lnTo>
                    <a:pt x="54" y="53"/>
                  </a:lnTo>
                  <a:lnTo>
                    <a:pt x="28" y="133"/>
                  </a:lnTo>
                  <a:lnTo>
                    <a:pt x="1" y="213"/>
                  </a:lnTo>
                  <a:lnTo>
                    <a:pt x="28" y="293"/>
                  </a:lnTo>
                  <a:lnTo>
                    <a:pt x="54" y="346"/>
                  </a:lnTo>
                  <a:lnTo>
                    <a:pt x="134" y="399"/>
                  </a:lnTo>
                  <a:lnTo>
                    <a:pt x="1516" y="399"/>
                  </a:lnTo>
                  <a:lnTo>
                    <a:pt x="1569" y="346"/>
                  </a:lnTo>
                  <a:lnTo>
                    <a:pt x="1622" y="293"/>
                  </a:lnTo>
                  <a:lnTo>
                    <a:pt x="1622" y="213"/>
                  </a:lnTo>
                  <a:lnTo>
                    <a:pt x="1622" y="133"/>
                  </a:lnTo>
                  <a:lnTo>
                    <a:pt x="1569" y="53"/>
                  </a:lnTo>
                  <a:lnTo>
                    <a:pt x="1516" y="27"/>
                  </a:lnTo>
                  <a:lnTo>
                    <a:pt x="143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84"/>
            <p:cNvSpPr/>
            <p:nvPr/>
          </p:nvSpPr>
          <p:spPr>
            <a:xfrm>
              <a:off x="4866600" y="3702425"/>
              <a:ext cx="29925" cy="28600"/>
            </a:xfrm>
            <a:custGeom>
              <a:rect b="b" l="l" r="r" t="t"/>
              <a:pathLst>
                <a:path extrusionOk="0" h="1144" w="1197">
                  <a:moveTo>
                    <a:pt x="957" y="1"/>
                  </a:moveTo>
                  <a:lnTo>
                    <a:pt x="878" y="27"/>
                  </a:lnTo>
                  <a:lnTo>
                    <a:pt x="80" y="798"/>
                  </a:lnTo>
                  <a:lnTo>
                    <a:pt x="0" y="878"/>
                  </a:lnTo>
                  <a:lnTo>
                    <a:pt x="0" y="984"/>
                  </a:lnTo>
                  <a:lnTo>
                    <a:pt x="54" y="1091"/>
                  </a:lnTo>
                  <a:lnTo>
                    <a:pt x="160" y="1144"/>
                  </a:lnTo>
                  <a:lnTo>
                    <a:pt x="240" y="1144"/>
                  </a:lnTo>
                  <a:lnTo>
                    <a:pt x="346" y="1091"/>
                  </a:lnTo>
                  <a:lnTo>
                    <a:pt x="1143" y="320"/>
                  </a:lnTo>
                  <a:lnTo>
                    <a:pt x="1197" y="240"/>
                  </a:lnTo>
                  <a:lnTo>
                    <a:pt x="1197" y="134"/>
                  </a:lnTo>
                  <a:lnTo>
                    <a:pt x="1170" y="54"/>
                  </a:lnTo>
                  <a:lnTo>
                    <a:pt x="106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84"/>
            <p:cNvSpPr/>
            <p:nvPr/>
          </p:nvSpPr>
          <p:spPr>
            <a:xfrm>
              <a:off x="4976900" y="3669875"/>
              <a:ext cx="40575" cy="9975"/>
            </a:xfrm>
            <a:custGeom>
              <a:rect b="b" l="l" r="r" t="t"/>
              <a:pathLst>
                <a:path extrusionOk="0" h="399" w="1623">
                  <a:moveTo>
                    <a:pt x="214" y="0"/>
                  </a:moveTo>
                  <a:lnTo>
                    <a:pt x="134" y="27"/>
                  </a:lnTo>
                  <a:lnTo>
                    <a:pt x="54" y="53"/>
                  </a:lnTo>
                  <a:lnTo>
                    <a:pt x="28" y="133"/>
                  </a:lnTo>
                  <a:lnTo>
                    <a:pt x="1" y="213"/>
                  </a:lnTo>
                  <a:lnTo>
                    <a:pt x="28" y="293"/>
                  </a:lnTo>
                  <a:lnTo>
                    <a:pt x="54" y="346"/>
                  </a:lnTo>
                  <a:lnTo>
                    <a:pt x="134" y="399"/>
                  </a:lnTo>
                  <a:lnTo>
                    <a:pt x="1516" y="399"/>
                  </a:lnTo>
                  <a:lnTo>
                    <a:pt x="1569" y="346"/>
                  </a:lnTo>
                  <a:lnTo>
                    <a:pt x="1622" y="293"/>
                  </a:lnTo>
                  <a:lnTo>
                    <a:pt x="1622" y="213"/>
                  </a:lnTo>
                  <a:lnTo>
                    <a:pt x="1622" y="133"/>
                  </a:lnTo>
                  <a:lnTo>
                    <a:pt x="1569" y="53"/>
                  </a:lnTo>
                  <a:lnTo>
                    <a:pt x="1516" y="27"/>
                  </a:lnTo>
                  <a:lnTo>
                    <a:pt x="143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 name="Google Shape;1273;p84"/>
            <p:cNvSpPr/>
            <p:nvPr/>
          </p:nvSpPr>
          <p:spPr>
            <a:xfrm>
              <a:off x="4954975" y="3702425"/>
              <a:ext cx="29925" cy="28600"/>
            </a:xfrm>
            <a:custGeom>
              <a:rect b="b" l="l" r="r" t="t"/>
              <a:pathLst>
                <a:path extrusionOk="0" h="1144" w="1197">
                  <a:moveTo>
                    <a:pt x="134" y="1"/>
                  </a:moveTo>
                  <a:lnTo>
                    <a:pt x="54" y="54"/>
                  </a:lnTo>
                  <a:lnTo>
                    <a:pt x="1" y="134"/>
                  </a:lnTo>
                  <a:lnTo>
                    <a:pt x="1" y="240"/>
                  </a:lnTo>
                  <a:lnTo>
                    <a:pt x="54" y="320"/>
                  </a:lnTo>
                  <a:lnTo>
                    <a:pt x="878" y="1091"/>
                  </a:lnTo>
                  <a:lnTo>
                    <a:pt x="958" y="1144"/>
                  </a:lnTo>
                  <a:lnTo>
                    <a:pt x="1064" y="1144"/>
                  </a:lnTo>
                  <a:lnTo>
                    <a:pt x="1144" y="1091"/>
                  </a:lnTo>
                  <a:lnTo>
                    <a:pt x="1197" y="984"/>
                  </a:lnTo>
                  <a:lnTo>
                    <a:pt x="1197" y="878"/>
                  </a:lnTo>
                  <a:lnTo>
                    <a:pt x="1144" y="798"/>
                  </a:lnTo>
                  <a:lnTo>
                    <a:pt x="346" y="27"/>
                  </a:lnTo>
                  <a:lnTo>
                    <a:pt x="24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84"/>
            <p:cNvSpPr/>
            <p:nvPr/>
          </p:nvSpPr>
          <p:spPr>
            <a:xfrm>
              <a:off x="4921100" y="3712400"/>
              <a:ext cx="9975" cy="35900"/>
            </a:xfrm>
            <a:custGeom>
              <a:rect b="b" l="l" r="r" t="t"/>
              <a:pathLst>
                <a:path extrusionOk="0" h="1436" w="399">
                  <a:moveTo>
                    <a:pt x="186" y="0"/>
                  </a:moveTo>
                  <a:lnTo>
                    <a:pt x="106" y="27"/>
                  </a:lnTo>
                  <a:lnTo>
                    <a:pt x="53" y="54"/>
                  </a:lnTo>
                  <a:lnTo>
                    <a:pt x="0" y="133"/>
                  </a:lnTo>
                  <a:lnTo>
                    <a:pt x="0" y="213"/>
                  </a:lnTo>
                  <a:lnTo>
                    <a:pt x="0" y="1223"/>
                  </a:lnTo>
                  <a:lnTo>
                    <a:pt x="0" y="1250"/>
                  </a:lnTo>
                  <a:lnTo>
                    <a:pt x="0" y="1330"/>
                  </a:lnTo>
                  <a:lnTo>
                    <a:pt x="53" y="1383"/>
                  </a:lnTo>
                  <a:lnTo>
                    <a:pt x="106" y="1436"/>
                  </a:lnTo>
                  <a:lnTo>
                    <a:pt x="213" y="1436"/>
                  </a:lnTo>
                  <a:lnTo>
                    <a:pt x="292" y="1409"/>
                  </a:lnTo>
                  <a:lnTo>
                    <a:pt x="346" y="1383"/>
                  </a:lnTo>
                  <a:lnTo>
                    <a:pt x="372" y="1303"/>
                  </a:lnTo>
                  <a:lnTo>
                    <a:pt x="399" y="1250"/>
                  </a:lnTo>
                  <a:lnTo>
                    <a:pt x="399" y="213"/>
                  </a:lnTo>
                  <a:lnTo>
                    <a:pt x="372" y="133"/>
                  </a:lnTo>
                  <a:lnTo>
                    <a:pt x="346" y="54"/>
                  </a:lnTo>
                  <a:lnTo>
                    <a:pt x="266" y="27"/>
                  </a:lnTo>
                  <a:lnTo>
                    <a:pt x="18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5" name="Google Shape;1275;p84"/>
          <p:cNvGrpSpPr/>
          <p:nvPr/>
        </p:nvGrpSpPr>
        <p:grpSpPr>
          <a:xfrm>
            <a:off x="1781794" y="3019024"/>
            <a:ext cx="285093" cy="252793"/>
            <a:chOff x="5583625" y="3485125"/>
            <a:chExt cx="275825" cy="244575"/>
          </a:xfrm>
        </p:grpSpPr>
        <p:sp>
          <p:nvSpPr>
            <p:cNvPr id="1276" name="Google Shape;1276;p84"/>
            <p:cNvSpPr/>
            <p:nvPr/>
          </p:nvSpPr>
          <p:spPr>
            <a:xfrm>
              <a:off x="5583625" y="3485125"/>
              <a:ext cx="275825" cy="244575"/>
            </a:xfrm>
            <a:custGeom>
              <a:rect b="b" l="l" r="r" t="t"/>
              <a:pathLst>
                <a:path extrusionOk="0" h="9783" w="11033">
                  <a:moveTo>
                    <a:pt x="8959" y="745"/>
                  </a:moveTo>
                  <a:lnTo>
                    <a:pt x="9012" y="771"/>
                  </a:lnTo>
                  <a:lnTo>
                    <a:pt x="9092" y="798"/>
                  </a:lnTo>
                  <a:lnTo>
                    <a:pt x="9118" y="851"/>
                  </a:lnTo>
                  <a:lnTo>
                    <a:pt x="9145" y="931"/>
                  </a:lnTo>
                  <a:lnTo>
                    <a:pt x="9118" y="1011"/>
                  </a:lnTo>
                  <a:lnTo>
                    <a:pt x="9092" y="1064"/>
                  </a:lnTo>
                  <a:lnTo>
                    <a:pt x="9012" y="1117"/>
                  </a:lnTo>
                  <a:lnTo>
                    <a:pt x="8959" y="1144"/>
                  </a:lnTo>
                  <a:lnTo>
                    <a:pt x="7975" y="1144"/>
                  </a:lnTo>
                  <a:lnTo>
                    <a:pt x="7922" y="1117"/>
                  </a:lnTo>
                  <a:lnTo>
                    <a:pt x="7842" y="1064"/>
                  </a:lnTo>
                  <a:lnTo>
                    <a:pt x="7816" y="1011"/>
                  </a:lnTo>
                  <a:lnTo>
                    <a:pt x="7789" y="931"/>
                  </a:lnTo>
                  <a:lnTo>
                    <a:pt x="7816" y="851"/>
                  </a:lnTo>
                  <a:lnTo>
                    <a:pt x="7842" y="798"/>
                  </a:lnTo>
                  <a:lnTo>
                    <a:pt x="7922" y="771"/>
                  </a:lnTo>
                  <a:lnTo>
                    <a:pt x="7975" y="745"/>
                  </a:lnTo>
                  <a:close/>
                  <a:moveTo>
                    <a:pt x="3696" y="1542"/>
                  </a:moveTo>
                  <a:lnTo>
                    <a:pt x="3696" y="2233"/>
                  </a:lnTo>
                  <a:lnTo>
                    <a:pt x="1383" y="2233"/>
                  </a:lnTo>
                  <a:lnTo>
                    <a:pt x="1383" y="1994"/>
                  </a:lnTo>
                  <a:lnTo>
                    <a:pt x="1383" y="1914"/>
                  </a:lnTo>
                  <a:lnTo>
                    <a:pt x="1410" y="1808"/>
                  </a:lnTo>
                  <a:lnTo>
                    <a:pt x="1463" y="1728"/>
                  </a:lnTo>
                  <a:lnTo>
                    <a:pt x="1516" y="1675"/>
                  </a:lnTo>
                  <a:lnTo>
                    <a:pt x="1569" y="1622"/>
                  </a:lnTo>
                  <a:lnTo>
                    <a:pt x="1649" y="1569"/>
                  </a:lnTo>
                  <a:lnTo>
                    <a:pt x="1729" y="1542"/>
                  </a:lnTo>
                  <a:close/>
                  <a:moveTo>
                    <a:pt x="9278" y="1542"/>
                  </a:moveTo>
                  <a:lnTo>
                    <a:pt x="9384" y="1569"/>
                  </a:lnTo>
                  <a:lnTo>
                    <a:pt x="9437" y="1622"/>
                  </a:lnTo>
                  <a:lnTo>
                    <a:pt x="9517" y="1675"/>
                  </a:lnTo>
                  <a:lnTo>
                    <a:pt x="9570" y="1728"/>
                  </a:lnTo>
                  <a:lnTo>
                    <a:pt x="9623" y="1808"/>
                  </a:lnTo>
                  <a:lnTo>
                    <a:pt x="9650" y="1914"/>
                  </a:lnTo>
                  <a:lnTo>
                    <a:pt x="9650" y="1994"/>
                  </a:lnTo>
                  <a:lnTo>
                    <a:pt x="9650" y="2233"/>
                  </a:lnTo>
                  <a:lnTo>
                    <a:pt x="4812" y="2233"/>
                  </a:lnTo>
                  <a:lnTo>
                    <a:pt x="4812" y="1542"/>
                  </a:lnTo>
                  <a:close/>
                  <a:moveTo>
                    <a:pt x="3696" y="2632"/>
                  </a:moveTo>
                  <a:lnTo>
                    <a:pt x="3696" y="3084"/>
                  </a:lnTo>
                  <a:lnTo>
                    <a:pt x="1117" y="3084"/>
                  </a:lnTo>
                  <a:lnTo>
                    <a:pt x="1117" y="2632"/>
                  </a:lnTo>
                  <a:close/>
                  <a:moveTo>
                    <a:pt x="3696" y="3483"/>
                  </a:moveTo>
                  <a:lnTo>
                    <a:pt x="3696" y="3935"/>
                  </a:lnTo>
                  <a:lnTo>
                    <a:pt x="1117" y="3935"/>
                  </a:lnTo>
                  <a:lnTo>
                    <a:pt x="1117" y="3483"/>
                  </a:lnTo>
                  <a:close/>
                  <a:moveTo>
                    <a:pt x="9889" y="2632"/>
                  </a:moveTo>
                  <a:lnTo>
                    <a:pt x="9889" y="3935"/>
                  </a:lnTo>
                  <a:lnTo>
                    <a:pt x="4812" y="3935"/>
                  </a:lnTo>
                  <a:lnTo>
                    <a:pt x="4812" y="2632"/>
                  </a:lnTo>
                  <a:close/>
                  <a:moveTo>
                    <a:pt x="3696" y="4333"/>
                  </a:moveTo>
                  <a:lnTo>
                    <a:pt x="3696" y="5795"/>
                  </a:lnTo>
                  <a:lnTo>
                    <a:pt x="1117" y="5795"/>
                  </a:lnTo>
                  <a:lnTo>
                    <a:pt x="1117" y="4333"/>
                  </a:lnTo>
                  <a:close/>
                  <a:moveTo>
                    <a:pt x="9012" y="6194"/>
                  </a:moveTo>
                  <a:lnTo>
                    <a:pt x="9092" y="6247"/>
                  </a:lnTo>
                  <a:lnTo>
                    <a:pt x="9118" y="6300"/>
                  </a:lnTo>
                  <a:lnTo>
                    <a:pt x="9145" y="6380"/>
                  </a:lnTo>
                  <a:lnTo>
                    <a:pt x="9118" y="6460"/>
                  </a:lnTo>
                  <a:lnTo>
                    <a:pt x="9092" y="6513"/>
                  </a:lnTo>
                  <a:lnTo>
                    <a:pt x="9012" y="6566"/>
                  </a:lnTo>
                  <a:lnTo>
                    <a:pt x="7922" y="6566"/>
                  </a:lnTo>
                  <a:lnTo>
                    <a:pt x="7842" y="6513"/>
                  </a:lnTo>
                  <a:lnTo>
                    <a:pt x="7816" y="6460"/>
                  </a:lnTo>
                  <a:lnTo>
                    <a:pt x="7789" y="6380"/>
                  </a:lnTo>
                  <a:lnTo>
                    <a:pt x="7816" y="6300"/>
                  </a:lnTo>
                  <a:lnTo>
                    <a:pt x="7842" y="6247"/>
                  </a:lnTo>
                  <a:lnTo>
                    <a:pt x="7922" y="6194"/>
                  </a:lnTo>
                  <a:close/>
                  <a:moveTo>
                    <a:pt x="3696" y="6194"/>
                  </a:moveTo>
                  <a:lnTo>
                    <a:pt x="3696" y="6566"/>
                  </a:lnTo>
                  <a:lnTo>
                    <a:pt x="1835" y="6566"/>
                  </a:lnTo>
                  <a:lnTo>
                    <a:pt x="1622" y="6593"/>
                  </a:lnTo>
                  <a:lnTo>
                    <a:pt x="1436" y="6673"/>
                  </a:lnTo>
                  <a:lnTo>
                    <a:pt x="1277" y="6779"/>
                  </a:lnTo>
                  <a:lnTo>
                    <a:pt x="1117" y="6938"/>
                  </a:lnTo>
                  <a:lnTo>
                    <a:pt x="1117" y="6194"/>
                  </a:lnTo>
                  <a:close/>
                  <a:moveTo>
                    <a:pt x="9889" y="4333"/>
                  </a:moveTo>
                  <a:lnTo>
                    <a:pt x="9889" y="6938"/>
                  </a:lnTo>
                  <a:lnTo>
                    <a:pt x="9809" y="6832"/>
                  </a:lnTo>
                  <a:lnTo>
                    <a:pt x="9730" y="6752"/>
                  </a:lnTo>
                  <a:lnTo>
                    <a:pt x="9597" y="6673"/>
                  </a:lnTo>
                  <a:lnTo>
                    <a:pt x="9490" y="6619"/>
                  </a:lnTo>
                  <a:lnTo>
                    <a:pt x="9543" y="6486"/>
                  </a:lnTo>
                  <a:lnTo>
                    <a:pt x="9543" y="6327"/>
                  </a:lnTo>
                  <a:lnTo>
                    <a:pt x="9517" y="6194"/>
                  </a:lnTo>
                  <a:lnTo>
                    <a:pt x="9437" y="6061"/>
                  </a:lnTo>
                  <a:lnTo>
                    <a:pt x="9357" y="5955"/>
                  </a:lnTo>
                  <a:lnTo>
                    <a:pt x="9224" y="5849"/>
                  </a:lnTo>
                  <a:lnTo>
                    <a:pt x="9092" y="5795"/>
                  </a:lnTo>
                  <a:lnTo>
                    <a:pt x="7842" y="5795"/>
                  </a:lnTo>
                  <a:lnTo>
                    <a:pt x="7709" y="5849"/>
                  </a:lnTo>
                  <a:lnTo>
                    <a:pt x="7603" y="5928"/>
                  </a:lnTo>
                  <a:lnTo>
                    <a:pt x="7497" y="6035"/>
                  </a:lnTo>
                  <a:lnTo>
                    <a:pt x="7444" y="6167"/>
                  </a:lnTo>
                  <a:lnTo>
                    <a:pt x="7390" y="6300"/>
                  </a:lnTo>
                  <a:lnTo>
                    <a:pt x="7390" y="6433"/>
                  </a:lnTo>
                  <a:lnTo>
                    <a:pt x="7417" y="6566"/>
                  </a:lnTo>
                  <a:lnTo>
                    <a:pt x="4812" y="6566"/>
                  </a:lnTo>
                  <a:lnTo>
                    <a:pt x="4812" y="4333"/>
                  </a:lnTo>
                  <a:close/>
                  <a:moveTo>
                    <a:pt x="3696" y="6965"/>
                  </a:moveTo>
                  <a:lnTo>
                    <a:pt x="3696" y="7656"/>
                  </a:lnTo>
                  <a:lnTo>
                    <a:pt x="1383" y="7656"/>
                  </a:lnTo>
                  <a:lnTo>
                    <a:pt x="1383" y="7443"/>
                  </a:lnTo>
                  <a:lnTo>
                    <a:pt x="1383" y="7337"/>
                  </a:lnTo>
                  <a:lnTo>
                    <a:pt x="1410" y="7257"/>
                  </a:lnTo>
                  <a:lnTo>
                    <a:pt x="1463" y="7178"/>
                  </a:lnTo>
                  <a:lnTo>
                    <a:pt x="1516" y="7098"/>
                  </a:lnTo>
                  <a:lnTo>
                    <a:pt x="1569" y="7045"/>
                  </a:lnTo>
                  <a:lnTo>
                    <a:pt x="1649" y="7018"/>
                  </a:lnTo>
                  <a:lnTo>
                    <a:pt x="1729" y="6992"/>
                  </a:lnTo>
                  <a:lnTo>
                    <a:pt x="1835" y="6965"/>
                  </a:lnTo>
                  <a:close/>
                  <a:moveTo>
                    <a:pt x="9198" y="6965"/>
                  </a:moveTo>
                  <a:lnTo>
                    <a:pt x="9278" y="6992"/>
                  </a:lnTo>
                  <a:lnTo>
                    <a:pt x="9384" y="7018"/>
                  </a:lnTo>
                  <a:lnTo>
                    <a:pt x="9437" y="7045"/>
                  </a:lnTo>
                  <a:lnTo>
                    <a:pt x="9517" y="7098"/>
                  </a:lnTo>
                  <a:lnTo>
                    <a:pt x="9570" y="7178"/>
                  </a:lnTo>
                  <a:lnTo>
                    <a:pt x="9623" y="7257"/>
                  </a:lnTo>
                  <a:lnTo>
                    <a:pt x="9650" y="7337"/>
                  </a:lnTo>
                  <a:lnTo>
                    <a:pt x="9650" y="7443"/>
                  </a:lnTo>
                  <a:lnTo>
                    <a:pt x="9650" y="7656"/>
                  </a:lnTo>
                  <a:lnTo>
                    <a:pt x="4812" y="7656"/>
                  </a:lnTo>
                  <a:lnTo>
                    <a:pt x="4812" y="6965"/>
                  </a:lnTo>
                  <a:close/>
                  <a:moveTo>
                    <a:pt x="3696" y="8055"/>
                  </a:moveTo>
                  <a:lnTo>
                    <a:pt x="3696" y="8507"/>
                  </a:lnTo>
                  <a:lnTo>
                    <a:pt x="1117" y="8507"/>
                  </a:lnTo>
                  <a:lnTo>
                    <a:pt x="1117" y="8055"/>
                  </a:lnTo>
                  <a:close/>
                  <a:moveTo>
                    <a:pt x="639" y="426"/>
                  </a:moveTo>
                  <a:lnTo>
                    <a:pt x="718" y="506"/>
                  </a:lnTo>
                  <a:lnTo>
                    <a:pt x="718" y="585"/>
                  </a:lnTo>
                  <a:lnTo>
                    <a:pt x="718" y="9384"/>
                  </a:lnTo>
                  <a:lnTo>
                    <a:pt x="399" y="9384"/>
                  </a:lnTo>
                  <a:lnTo>
                    <a:pt x="399" y="585"/>
                  </a:lnTo>
                  <a:lnTo>
                    <a:pt x="426" y="506"/>
                  </a:lnTo>
                  <a:lnTo>
                    <a:pt x="479" y="426"/>
                  </a:lnTo>
                  <a:close/>
                  <a:moveTo>
                    <a:pt x="3696" y="8905"/>
                  </a:moveTo>
                  <a:lnTo>
                    <a:pt x="3696" y="9384"/>
                  </a:lnTo>
                  <a:lnTo>
                    <a:pt x="1117" y="9384"/>
                  </a:lnTo>
                  <a:lnTo>
                    <a:pt x="1117" y="8905"/>
                  </a:lnTo>
                  <a:close/>
                  <a:moveTo>
                    <a:pt x="4334" y="426"/>
                  </a:moveTo>
                  <a:lnTo>
                    <a:pt x="4387" y="479"/>
                  </a:lnTo>
                  <a:lnTo>
                    <a:pt x="4413" y="506"/>
                  </a:lnTo>
                  <a:lnTo>
                    <a:pt x="4413" y="585"/>
                  </a:lnTo>
                  <a:lnTo>
                    <a:pt x="4413" y="9384"/>
                  </a:lnTo>
                  <a:lnTo>
                    <a:pt x="4094" y="9384"/>
                  </a:lnTo>
                  <a:lnTo>
                    <a:pt x="4094" y="7869"/>
                  </a:lnTo>
                  <a:lnTo>
                    <a:pt x="4094" y="585"/>
                  </a:lnTo>
                  <a:lnTo>
                    <a:pt x="4121" y="506"/>
                  </a:lnTo>
                  <a:lnTo>
                    <a:pt x="4147" y="479"/>
                  </a:lnTo>
                  <a:lnTo>
                    <a:pt x="4201" y="426"/>
                  </a:lnTo>
                  <a:close/>
                  <a:moveTo>
                    <a:pt x="9889" y="8055"/>
                  </a:moveTo>
                  <a:lnTo>
                    <a:pt x="9889" y="9384"/>
                  </a:lnTo>
                  <a:lnTo>
                    <a:pt x="4812" y="9384"/>
                  </a:lnTo>
                  <a:lnTo>
                    <a:pt x="4812" y="8055"/>
                  </a:lnTo>
                  <a:close/>
                  <a:moveTo>
                    <a:pt x="10527" y="426"/>
                  </a:moveTo>
                  <a:lnTo>
                    <a:pt x="10580" y="479"/>
                  </a:lnTo>
                  <a:lnTo>
                    <a:pt x="10607" y="506"/>
                  </a:lnTo>
                  <a:lnTo>
                    <a:pt x="10633" y="585"/>
                  </a:lnTo>
                  <a:lnTo>
                    <a:pt x="10633" y="9384"/>
                  </a:lnTo>
                  <a:lnTo>
                    <a:pt x="10288" y="9384"/>
                  </a:lnTo>
                  <a:lnTo>
                    <a:pt x="10288" y="585"/>
                  </a:lnTo>
                  <a:lnTo>
                    <a:pt x="10314" y="506"/>
                  </a:lnTo>
                  <a:lnTo>
                    <a:pt x="10341" y="479"/>
                  </a:lnTo>
                  <a:lnTo>
                    <a:pt x="10394" y="426"/>
                  </a:lnTo>
                  <a:close/>
                  <a:moveTo>
                    <a:pt x="559" y="1"/>
                  </a:moveTo>
                  <a:lnTo>
                    <a:pt x="426" y="27"/>
                  </a:lnTo>
                  <a:lnTo>
                    <a:pt x="293" y="80"/>
                  </a:lnTo>
                  <a:lnTo>
                    <a:pt x="160" y="187"/>
                  </a:lnTo>
                  <a:lnTo>
                    <a:pt x="80" y="293"/>
                  </a:lnTo>
                  <a:lnTo>
                    <a:pt x="27" y="426"/>
                  </a:lnTo>
                  <a:lnTo>
                    <a:pt x="1" y="585"/>
                  </a:lnTo>
                  <a:lnTo>
                    <a:pt x="1" y="9570"/>
                  </a:lnTo>
                  <a:lnTo>
                    <a:pt x="27" y="9650"/>
                  </a:lnTo>
                  <a:lnTo>
                    <a:pt x="54" y="9703"/>
                  </a:lnTo>
                  <a:lnTo>
                    <a:pt x="134" y="9756"/>
                  </a:lnTo>
                  <a:lnTo>
                    <a:pt x="213" y="9783"/>
                  </a:lnTo>
                  <a:lnTo>
                    <a:pt x="10819" y="9783"/>
                  </a:lnTo>
                  <a:lnTo>
                    <a:pt x="10899" y="9756"/>
                  </a:lnTo>
                  <a:lnTo>
                    <a:pt x="10952" y="9703"/>
                  </a:lnTo>
                  <a:lnTo>
                    <a:pt x="11005" y="9650"/>
                  </a:lnTo>
                  <a:lnTo>
                    <a:pt x="11032" y="9570"/>
                  </a:lnTo>
                  <a:lnTo>
                    <a:pt x="11032" y="585"/>
                  </a:lnTo>
                  <a:lnTo>
                    <a:pt x="11005" y="479"/>
                  </a:lnTo>
                  <a:lnTo>
                    <a:pt x="10979" y="373"/>
                  </a:lnTo>
                  <a:lnTo>
                    <a:pt x="10926" y="266"/>
                  </a:lnTo>
                  <a:lnTo>
                    <a:pt x="10846" y="187"/>
                  </a:lnTo>
                  <a:lnTo>
                    <a:pt x="10766" y="107"/>
                  </a:lnTo>
                  <a:lnTo>
                    <a:pt x="10686" y="54"/>
                  </a:lnTo>
                  <a:lnTo>
                    <a:pt x="10580" y="27"/>
                  </a:lnTo>
                  <a:lnTo>
                    <a:pt x="10341" y="27"/>
                  </a:lnTo>
                  <a:lnTo>
                    <a:pt x="10235" y="54"/>
                  </a:lnTo>
                  <a:lnTo>
                    <a:pt x="10155" y="107"/>
                  </a:lnTo>
                  <a:lnTo>
                    <a:pt x="10075" y="187"/>
                  </a:lnTo>
                  <a:lnTo>
                    <a:pt x="9995" y="266"/>
                  </a:lnTo>
                  <a:lnTo>
                    <a:pt x="9942" y="373"/>
                  </a:lnTo>
                  <a:lnTo>
                    <a:pt x="9916" y="479"/>
                  </a:lnTo>
                  <a:lnTo>
                    <a:pt x="9889" y="585"/>
                  </a:lnTo>
                  <a:lnTo>
                    <a:pt x="9889" y="1516"/>
                  </a:lnTo>
                  <a:lnTo>
                    <a:pt x="9809" y="1409"/>
                  </a:lnTo>
                  <a:lnTo>
                    <a:pt x="9730" y="1303"/>
                  </a:lnTo>
                  <a:lnTo>
                    <a:pt x="9597" y="1250"/>
                  </a:lnTo>
                  <a:lnTo>
                    <a:pt x="9490" y="1197"/>
                  </a:lnTo>
                  <a:lnTo>
                    <a:pt x="9543" y="1037"/>
                  </a:lnTo>
                  <a:lnTo>
                    <a:pt x="9543" y="904"/>
                  </a:lnTo>
                  <a:lnTo>
                    <a:pt x="9517" y="745"/>
                  </a:lnTo>
                  <a:lnTo>
                    <a:pt x="9437" y="612"/>
                  </a:lnTo>
                  <a:lnTo>
                    <a:pt x="9357" y="506"/>
                  </a:lnTo>
                  <a:lnTo>
                    <a:pt x="9224" y="426"/>
                  </a:lnTo>
                  <a:lnTo>
                    <a:pt x="9092" y="373"/>
                  </a:lnTo>
                  <a:lnTo>
                    <a:pt x="8959" y="346"/>
                  </a:lnTo>
                  <a:lnTo>
                    <a:pt x="7975" y="346"/>
                  </a:lnTo>
                  <a:lnTo>
                    <a:pt x="7842" y="373"/>
                  </a:lnTo>
                  <a:lnTo>
                    <a:pt x="7709" y="399"/>
                  </a:lnTo>
                  <a:lnTo>
                    <a:pt x="7603" y="479"/>
                  </a:lnTo>
                  <a:lnTo>
                    <a:pt x="7497" y="585"/>
                  </a:lnTo>
                  <a:lnTo>
                    <a:pt x="7444" y="718"/>
                  </a:lnTo>
                  <a:lnTo>
                    <a:pt x="7390" y="851"/>
                  </a:lnTo>
                  <a:lnTo>
                    <a:pt x="7390" y="984"/>
                  </a:lnTo>
                  <a:lnTo>
                    <a:pt x="7417" y="1144"/>
                  </a:lnTo>
                  <a:lnTo>
                    <a:pt x="4812" y="1144"/>
                  </a:lnTo>
                  <a:lnTo>
                    <a:pt x="4812" y="585"/>
                  </a:lnTo>
                  <a:lnTo>
                    <a:pt x="4812" y="479"/>
                  </a:lnTo>
                  <a:lnTo>
                    <a:pt x="4785" y="373"/>
                  </a:lnTo>
                  <a:lnTo>
                    <a:pt x="4732" y="266"/>
                  </a:lnTo>
                  <a:lnTo>
                    <a:pt x="4652" y="187"/>
                  </a:lnTo>
                  <a:lnTo>
                    <a:pt x="4573" y="107"/>
                  </a:lnTo>
                  <a:lnTo>
                    <a:pt x="4466" y="54"/>
                  </a:lnTo>
                  <a:lnTo>
                    <a:pt x="4360" y="27"/>
                  </a:lnTo>
                  <a:lnTo>
                    <a:pt x="4147" y="27"/>
                  </a:lnTo>
                  <a:lnTo>
                    <a:pt x="4041" y="54"/>
                  </a:lnTo>
                  <a:lnTo>
                    <a:pt x="3935" y="107"/>
                  </a:lnTo>
                  <a:lnTo>
                    <a:pt x="3855" y="187"/>
                  </a:lnTo>
                  <a:lnTo>
                    <a:pt x="3802" y="266"/>
                  </a:lnTo>
                  <a:lnTo>
                    <a:pt x="3749" y="373"/>
                  </a:lnTo>
                  <a:lnTo>
                    <a:pt x="3722" y="479"/>
                  </a:lnTo>
                  <a:lnTo>
                    <a:pt x="3696" y="585"/>
                  </a:lnTo>
                  <a:lnTo>
                    <a:pt x="3696" y="1144"/>
                  </a:lnTo>
                  <a:lnTo>
                    <a:pt x="1835" y="1144"/>
                  </a:lnTo>
                  <a:lnTo>
                    <a:pt x="1622" y="1170"/>
                  </a:lnTo>
                  <a:lnTo>
                    <a:pt x="1436" y="1223"/>
                  </a:lnTo>
                  <a:lnTo>
                    <a:pt x="1277" y="1356"/>
                  </a:lnTo>
                  <a:lnTo>
                    <a:pt x="1117" y="1516"/>
                  </a:lnTo>
                  <a:lnTo>
                    <a:pt x="1117" y="585"/>
                  </a:lnTo>
                  <a:lnTo>
                    <a:pt x="1117" y="426"/>
                  </a:lnTo>
                  <a:lnTo>
                    <a:pt x="1064" y="293"/>
                  </a:lnTo>
                  <a:lnTo>
                    <a:pt x="958" y="187"/>
                  </a:lnTo>
                  <a:lnTo>
                    <a:pt x="851" y="80"/>
                  </a:lnTo>
                  <a:lnTo>
                    <a:pt x="718" y="27"/>
                  </a:lnTo>
                  <a:lnTo>
                    <a:pt x="55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84"/>
            <p:cNvSpPr/>
            <p:nvPr/>
          </p:nvSpPr>
          <p:spPr>
            <a:xfrm>
              <a:off x="5757750" y="3697775"/>
              <a:ext cx="31250" cy="10000"/>
            </a:xfrm>
            <a:custGeom>
              <a:rect b="b" l="l" r="r" t="t"/>
              <a:pathLst>
                <a:path extrusionOk="0" h="400" w="1250">
                  <a:moveTo>
                    <a:pt x="213" y="1"/>
                  </a:moveTo>
                  <a:lnTo>
                    <a:pt x="133" y="27"/>
                  </a:lnTo>
                  <a:lnTo>
                    <a:pt x="53" y="80"/>
                  </a:lnTo>
                  <a:lnTo>
                    <a:pt x="27" y="134"/>
                  </a:lnTo>
                  <a:lnTo>
                    <a:pt x="0" y="213"/>
                  </a:lnTo>
                  <a:lnTo>
                    <a:pt x="27" y="293"/>
                  </a:lnTo>
                  <a:lnTo>
                    <a:pt x="53" y="346"/>
                  </a:lnTo>
                  <a:lnTo>
                    <a:pt x="133" y="399"/>
                  </a:lnTo>
                  <a:lnTo>
                    <a:pt x="1143" y="399"/>
                  </a:lnTo>
                  <a:lnTo>
                    <a:pt x="1196" y="346"/>
                  </a:lnTo>
                  <a:lnTo>
                    <a:pt x="1249" y="293"/>
                  </a:lnTo>
                  <a:lnTo>
                    <a:pt x="1249" y="213"/>
                  </a:lnTo>
                  <a:lnTo>
                    <a:pt x="1249" y="134"/>
                  </a:lnTo>
                  <a:lnTo>
                    <a:pt x="1196" y="80"/>
                  </a:lnTo>
                  <a:lnTo>
                    <a:pt x="1143" y="27"/>
                  </a:lnTo>
                  <a:lnTo>
                    <a:pt x="106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84"/>
            <p:cNvSpPr/>
            <p:nvPr/>
          </p:nvSpPr>
          <p:spPr>
            <a:xfrm>
              <a:off x="5757750" y="3562225"/>
              <a:ext cx="31250" cy="9975"/>
            </a:xfrm>
            <a:custGeom>
              <a:rect b="b" l="l" r="r" t="t"/>
              <a:pathLst>
                <a:path extrusionOk="0" h="399" w="1250">
                  <a:moveTo>
                    <a:pt x="133" y="0"/>
                  </a:moveTo>
                  <a:lnTo>
                    <a:pt x="53" y="53"/>
                  </a:lnTo>
                  <a:lnTo>
                    <a:pt x="27" y="106"/>
                  </a:lnTo>
                  <a:lnTo>
                    <a:pt x="0" y="186"/>
                  </a:lnTo>
                  <a:lnTo>
                    <a:pt x="27" y="266"/>
                  </a:lnTo>
                  <a:lnTo>
                    <a:pt x="53" y="346"/>
                  </a:lnTo>
                  <a:lnTo>
                    <a:pt x="133" y="372"/>
                  </a:lnTo>
                  <a:lnTo>
                    <a:pt x="213" y="399"/>
                  </a:lnTo>
                  <a:lnTo>
                    <a:pt x="1063" y="399"/>
                  </a:lnTo>
                  <a:lnTo>
                    <a:pt x="1143" y="372"/>
                  </a:lnTo>
                  <a:lnTo>
                    <a:pt x="1196" y="346"/>
                  </a:lnTo>
                  <a:lnTo>
                    <a:pt x="1249" y="266"/>
                  </a:lnTo>
                  <a:lnTo>
                    <a:pt x="1249" y="186"/>
                  </a:lnTo>
                  <a:lnTo>
                    <a:pt x="1249" y="106"/>
                  </a:lnTo>
                  <a:lnTo>
                    <a:pt x="1196" y="53"/>
                  </a:lnTo>
                  <a:lnTo>
                    <a:pt x="114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79" name="Google Shape;1279;p84"/>
          <p:cNvSpPr/>
          <p:nvPr/>
        </p:nvSpPr>
        <p:spPr>
          <a:xfrm>
            <a:off x="4427604" y="3029335"/>
            <a:ext cx="287832" cy="232172"/>
          </a:xfrm>
          <a:custGeom>
            <a:rect b="b" l="l" r="r" t="t"/>
            <a:pathLst>
              <a:path extrusionOk="0" h="8985" w="11139">
                <a:moveTo>
                  <a:pt x="7656" y="2339"/>
                </a:moveTo>
                <a:lnTo>
                  <a:pt x="7656" y="3296"/>
                </a:lnTo>
                <a:lnTo>
                  <a:pt x="6779" y="3057"/>
                </a:lnTo>
                <a:lnTo>
                  <a:pt x="6699" y="3057"/>
                </a:lnTo>
                <a:lnTo>
                  <a:pt x="5822" y="3296"/>
                </a:lnTo>
                <a:lnTo>
                  <a:pt x="5822" y="2339"/>
                </a:lnTo>
                <a:close/>
                <a:moveTo>
                  <a:pt x="9862" y="1994"/>
                </a:moveTo>
                <a:lnTo>
                  <a:pt x="9862" y="2286"/>
                </a:lnTo>
                <a:lnTo>
                  <a:pt x="9836" y="2526"/>
                </a:lnTo>
                <a:lnTo>
                  <a:pt x="9783" y="2765"/>
                </a:lnTo>
                <a:lnTo>
                  <a:pt x="9703" y="2977"/>
                </a:lnTo>
                <a:lnTo>
                  <a:pt x="9597" y="3190"/>
                </a:lnTo>
                <a:lnTo>
                  <a:pt x="9437" y="3403"/>
                </a:lnTo>
                <a:lnTo>
                  <a:pt x="9278" y="3562"/>
                </a:lnTo>
                <a:lnTo>
                  <a:pt x="9092" y="3722"/>
                </a:lnTo>
                <a:lnTo>
                  <a:pt x="8879" y="3828"/>
                </a:lnTo>
                <a:lnTo>
                  <a:pt x="8879" y="1994"/>
                </a:lnTo>
                <a:close/>
                <a:moveTo>
                  <a:pt x="6752" y="3456"/>
                </a:moveTo>
                <a:lnTo>
                  <a:pt x="7656" y="3722"/>
                </a:lnTo>
                <a:lnTo>
                  <a:pt x="7656" y="4174"/>
                </a:lnTo>
                <a:lnTo>
                  <a:pt x="5822" y="4174"/>
                </a:lnTo>
                <a:lnTo>
                  <a:pt x="5822" y="3722"/>
                </a:lnTo>
                <a:lnTo>
                  <a:pt x="6752" y="3456"/>
                </a:lnTo>
                <a:close/>
                <a:moveTo>
                  <a:pt x="10500" y="1117"/>
                </a:moveTo>
                <a:lnTo>
                  <a:pt x="10607" y="1143"/>
                </a:lnTo>
                <a:lnTo>
                  <a:pt x="10687" y="1170"/>
                </a:lnTo>
                <a:lnTo>
                  <a:pt x="10740" y="1250"/>
                </a:lnTo>
                <a:lnTo>
                  <a:pt x="10740" y="1356"/>
                </a:lnTo>
                <a:lnTo>
                  <a:pt x="10740" y="2286"/>
                </a:lnTo>
                <a:lnTo>
                  <a:pt x="10740" y="2499"/>
                </a:lnTo>
                <a:lnTo>
                  <a:pt x="10713" y="2712"/>
                </a:lnTo>
                <a:lnTo>
                  <a:pt x="10660" y="2898"/>
                </a:lnTo>
                <a:lnTo>
                  <a:pt x="10607" y="3110"/>
                </a:lnTo>
                <a:lnTo>
                  <a:pt x="10527" y="3296"/>
                </a:lnTo>
                <a:lnTo>
                  <a:pt x="10447" y="3482"/>
                </a:lnTo>
                <a:lnTo>
                  <a:pt x="10341" y="3669"/>
                </a:lnTo>
                <a:lnTo>
                  <a:pt x="10235" y="3828"/>
                </a:lnTo>
                <a:lnTo>
                  <a:pt x="10102" y="3988"/>
                </a:lnTo>
                <a:lnTo>
                  <a:pt x="9942" y="4147"/>
                </a:lnTo>
                <a:lnTo>
                  <a:pt x="9809" y="4280"/>
                </a:lnTo>
                <a:lnTo>
                  <a:pt x="9650" y="4413"/>
                </a:lnTo>
                <a:lnTo>
                  <a:pt x="9464" y="4519"/>
                </a:lnTo>
                <a:lnTo>
                  <a:pt x="9278" y="4625"/>
                </a:lnTo>
                <a:lnTo>
                  <a:pt x="9092" y="4705"/>
                </a:lnTo>
                <a:lnTo>
                  <a:pt x="8879" y="4785"/>
                </a:lnTo>
                <a:lnTo>
                  <a:pt x="8879" y="4280"/>
                </a:lnTo>
                <a:lnTo>
                  <a:pt x="9171" y="4120"/>
                </a:lnTo>
                <a:lnTo>
                  <a:pt x="9437" y="3961"/>
                </a:lnTo>
                <a:lnTo>
                  <a:pt x="9676" y="3748"/>
                </a:lnTo>
                <a:lnTo>
                  <a:pt x="9889" y="3482"/>
                </a:lnTo>
                <a:lnTo>
                  <a:pt x="10049" y="3217"/>
                </a:lnTo>
                <a:lnTo>
                  <a:pt x="10155" y="2924"/>
                </a:lnTo>
                <a:lnTo>
                  <a:pt x="10235" y="2605"/>
                </a:lnTo>
                <a:lnTo>
                  <a:pt x="10261" y="2286"/>
                </a:lnTo>
                <a:lnTo>
                  <a:pt x="10261" y="1808"/>
                </a:lnTo>
                <a:lnTo>
                  <a:pt x="10235" y="1728"/>
                </a:lnTo>
                <a:lnTo>
                  <a:pt x="10208" y="1648"/>
                </a:lnTo>
                <a:lnTo>
                  <a:pt x="10128" y="1622"/>
                </a:lnTo>
                <a:lnTo>
                  <a:pt x="10049" y="1595"/>
                </a:lnTo>
                <a:lnTo>
                  <a:pt x="8879" y="1595"/>
                </a:lnTo>
                <a:lnTo>
                  <a:pt x="8879" y="1117"/>
                </a:lnTo>
                <a:close/>
                <a:moveTo>
                  <a:pt x="8480" y="399"/>
                </a:moveTo>
                <a:lnTo>
                  <a:pt x="8480" y="6167"/>
                </a:lnTo>
                <a:lnTo>
                  <a:pt x="8454" y="6300"/>
                </a:lnTo>
                <a:lnTo>
                  <a:pt x="8427" y="6433"/>
                </a:lnTo>
                <a:lnTo>
                  <a:pt x="8347" y="6566"/>
                </a:lnTo>
                <a:lnTo>
                  <a:pt x="8268" y="6672"/>
                </a:lnTo>
                <a:lnTo>
                  <a:pt x="8161" y="6752"/>
                </a:lnTo>
                <a:lnTo>
                  <a:pt x="8028" y="6832"/>
                </a:lnTo>
                <a:lnTo>
                  <a:pt x="7895" y="6858"/>
                </a:lnTo>
                <a:lnTo>
                  <a:pt x="7763" y="6885"/>
                </a:lnTo>
                <a:lnTo>
                  <a:pt x="2739" y="6885"/>
                </a:lnTo>
                <a:lnTo>
                  <a:pt x="2579" y="6858"/>
                </a:lnTo>
                <a:lnTo>
                  <a:pt x="2446" y="6832"/>
                </a:lnTo>
                <a:lnTo>
                  <a:pt x="2340" y="6752"/>
                </a:lnTo>
                <a:lnTo>
                  <a:pt x="2234" y="6672"/>
                </a:lnTo>
                <a:lnTo>
                  <a:pt x="2127" y="6566"/>
                </a:lnTo>
                <a:lnTo>
                  <a:pt x="2074" y="6433"/>
                </a:lnTo>
                <a:lnTo>
                  <a:pt x="2021" y="6300"/>
                </a:lnTo>
                <a:lnTo>
                  <a:pt x="2021" y="6167"/>
                </a:lnTo>
                <a:lnTo>
                  <a:pt x="2021" y="399"/>
                </a:lnTo>
                <a:lnTo>
                  <a:pt x="6540" y="399"/>
                </a:lnTo>
                <a:lnTo>
                  <a:pt x="6540" y="1941"/>
                </a:lnTo>
                <a:lnTo>
                  <a:pt x="5530" y="1941"/>
                </a:lnTo>
                <a:lnTo>
                  <a:pt x="5477" y="1994"/>
                </a:lnTo>
                <a:lnTo>
                  <a:pt x="5423" y="2047"/>
                </a:lnTo>
                <a:lnTo>
                  <a:pt x="5423" y="2127"/>
                </a:lnTo>
                <a:lnTo>
                  <a:pt x="5423" y="4386"/>
                </a:lnTo>
                <a:lnTo>
                  <a:pt x="5423" y="4466"/>
                </a:lnTo>
                <a:lnTo>
                  <a:pt x="5477" y="4519"/>
                </a:lnTo>
                <a:lnTo>
                  <a:pt x="5530" y="4572"/>
                </a:lnTo>
                <a:lnTo>
                  <a:pt x="7949" y="4572"/>
                </a:lnTo>
                <a:lnTo>
                  <a:pt x="8002" y="4519"/>
                </a:lnTo>
                <a:lnTo>
                  <a:pt x="8055" y="4466"/>
                </a:lnTo>
                <a:lnTo>
                  <a:pt x="8055" y="4386"/>
                </a:lnTo>
                <a:lnTo>
                  <a:pt x="8055" y="2127"/>
                </a:lnTo>
                <a:lnTo>
                  <a:pt x="8055" y="2047"/>
                </a:lnTo>
                <a:lnTo>
                  <a:pt x="8002" y="1994"/>
                </a:lnTo>
                <a:lnTo>
                  <a:pt x="7949" y="1941"/>
                </a:lnTo>
                <a:lnTo>
                  <a:pt x="6939" y="1941"/>
                </a:lnTo>
                <a:lnTo>
                  <a:pt x="6939" y="399"/>
                </a:lnTo>
                <a:close/>
                <a:moveTo>
                  <a:pt x="9969" y="7284"/>
                </a:moveTo>
                <a:lnTo>
                  <a:pt x="10049" y="7337"/>
                </a:lnTo>
                <a:lnTo>
                  <a:pt x="10075" y="7390"/>
                </a:lnTo>
                <a:lnTo>
                  <a:pt x="10102" y="7470"/>
                </a:lnTo>
                <a:lnTo>
                  <a:pt x="10075" y="7523"/>
                </a:lnTo>
                <a:lnTo>
                  <a:pt x="10049" y="7603"/>
                </a:lnTo>
                <a:lnTo>
                  <a:pt x="9969" y="7629"/>
                </a:lnTo>
                <a:lnTo>
                  <a:pt x="9916" y="7656"/>
                </a:lnTo>
                <a:lnTo>
                  <a:pt x="586" y="7656"/>
                </a:lnTo>
                <a:lnTo>
                  <a:pt x="506" y="7629"/>
                </a:lnTo>
                <a:lnTo>
                  <a:pt x="453" y="7603"/>
                </a:lnTo>
                <a:lnTo>
                  <a:pt x="399" y="7523"/>
                </a:lnTo>
                <a:lnTo>
                  <a:pt x="399" y="7470"/>
                </a:lnTo>
                <a:lnTo>
                  <a:pt x="399" y="7390"/>
                </a:lnTo>
                <a:lnTo>
                  <a:pt x="453" y="7337"/>
                </a:lnTo>
                <a:lnTo>
                  <a:pt x="506" y="7284"/>
                </a:lnTo>
                <a:close/>
                <a:moveTo>
                  <a:pt x="7975" y="8054"/>
                </a:moveTo>
                <a:lnTo>
                  <a:pt x="7869" y="8161"/>
                </a:lnTo>
                <a:lnTo>
                  <a:pt x="7736" y="8267"/>
                </a:lnTo>
                <a:lnTo>
                  <a:pt x="7603" y="8373"/>
                </a:lnTo>
                <a:lnTo>
                  <a:pt x="7470" y="8427"/>
                </a:lnTo>
                <a:lnTo>
                  <a:pt x="7311" y="8506"/>
                </a:lnTo>
                <a:lnTo>
                  <a:pt x="7151" y="8533"/>
                </a:lnTo>
                <a:lnTo>
                  <a:pt x="6992" y="8560"/>
                </a:lnTo>
                <a:lnTo>
                  <a:pt x="6832" y="8586"/>
                </a:lnTo>
                <a:lnTo>
                  <a:pt x="3642" y="8586"/>
                </a:lnTo>
                <a:lnTo>
                  <a:pt x="3483" y="8560"/>
                </a:lnTo>
                <a:lnTo>
                  <a:pt x="3323" y="8533"/>
                </a:lnTo>
                <a:lnTo>
                  <a:pt x="3164" y="8506"/>
                </a:lnTo>
                <a:lnTo>
                  <a:pt x="3031" y="8427"/>
                </a:lnTo>
                <a:lnTo>
                  <a:pt x="2872" y="8373"/>
                </a:lnTo>
                <a:lnTo>
                  <a:pt x="2739" y="8267"/>
                </a:lnTo>
                <a:lnTo>
                  <a:pt x="2632" y="8161"/>
                </a:lnTo>
                <a:lnTo>
                  <a:pt x="2526" y="8054"/>
                </a:lnTo>
                <a:close/>
                <a:moveTo>
                  <a:pt x="1808" y="0"/>
                </a:moveTo>
                <a:lnTo>
                  <a:pt x="1729" y="27"/>
                </a:lnTo>
                <a:lnTo>
                  <a:pt x="1675" y="80"/>
                </a:lnTo>
                <a:lnTo>
                  <a:pt x="1622" y="133"/>
                </a:lnTo>
                <a:lnTo>
                  <a:pt x="1622" y="213"/>
                </a:lnTo>
                <a:lnTo>
                  <a:pt x="1622" y="6167"/>
                </a:lnTo>
                <a:lnTo>
                  <a:pt x="1622" y="6353"/>
                </a:lnTo>
                <a:lnTo>
                  <a:pt x="1675" y="6539"/>
                </a:lnTo>
                <a:lnTo>
                  <a:pt x="1755" y="6725"/>
                </a:lnTo>
                <a:lnTo>
                  <a:pt x="1861" y="6885"/>
                </a:lnTo>
                <a:lnTo>
                  <a:pt x="453" y="6885"/>
                </a:lnTo>
                <a:lnTo>
                  <a:pt x="346" y="6911"/>
                </a:lnTo>
                <a:lnTo>
                  <a:pt x="267" y="6965"/>
                </a:lnTo>
                <a:lnTo>
                  <a:pt x="160" y="7044"/>
                </a:lnTo>
                <a:lnTo>
                  <a:pt x="107" y="7124"/>
                </a:lnTo>
                <a:lnTo>
                  <a:pt x="54" y="7230"/>
                </a:lnTo>
                <a:lnTo>
                  <a:pt x="1" y="7337"/>
                </a:lnTo>
                <a:lnTo>
                  <a:pt x="1" y="7470"/>
                </a:lnTo>
                <a:lnTo>
                  <a:pt x="1" y="7576"/>
                </a:lnTo>
                <a:lnTo>
                  <a:pt x="54" y="7682"/>
                </a:lnTo>
                <a:lnTo>
                  <a:pt x="107" y="7789"/>
                </a:lnTo>
                <a:lnTo>
                  <a:pt x="160" y="7868"/>
                </a:lnTo>
                <a:lnTo>
                  <a:pt x="267" y="7948"/>
                </a:lnTo>
                <a:lnTo>
                  <a:pt x="346" y="8001"/>
                </a:lnTo>
                <a:lnTo>
                  <a:pt x="453" y="8028"/>
                </a:lnTo>
                <a:lnTo>
                  <a:pt x="586" y="8054"/>
                </a:lnTo>
                <a:lnTo>
                  <a:pt x="2021" y="8054"/>
                </a:lnTo>
                <a:lnTo>
                  <a:pt x="2180" y="8241"/>
                </a:lnTo>
                <a:lnTo>
                  <a:pt x="2340" y="8427"/>
                </a:lnTo>
                <a:lnTo>
                  <a:pt x="2499" y="8586"/>
                </a:lnTo>
                <a:lnTo>
                  <a:pt x="2712" y="8719"/>
                </a:lnTo>
                <a:lnTo>
                  <a:pt x="2925" y="8825"/>
                </a:lnTo>
                <a:lnTo>
                  <a:pt x="3164" y="8905"/>
                </a:lnTo>
                <a:lnTo>
                  <a:pt x="3403" y="8958"/>
                </a:lnTo>
                <a:lnTo>
                  <a:pt x="3642" y="8985"/>
                </a:lnTo>
                <a:lnTo>
                  <a:pt x="6832" y="8985"/>
                </a:lnTo>
                <a:lnTo>
                  <a:pt x="7098" y="8958"/>
                </a:lnTo>
                <a:lnTo>
                  <a:pt x="7337" y="8905"/>
                </a:lnTo>
                <a:lnTo>
                  <a:pt x="7550" y="8825"/>
                </a:lnTo>
                <a:lnTo>
                  <a:pt x="7763" y="8719"/>
                </a:lnTo>
                <a:lnTo>
                  <a:pt x="7975" y="8586"/>
                </a:lnTo>
                <a:lnTo>
                  <a:pt x="8161" y="8427"/>
                </a:lnTo>
                <a:lnTo>
                  <a:pt x="8321" y="8241"/>
                </a:lnTo>
                <a:lnTo>
                  <a:pt x="8454" y="8054"/>
                </a:lnTo>
                <a:lnTo>
                  <a:pt x="9916" y="8054"/>
                </a:lnTo>
                <a:lnTo>
                  <a:pt x="10022" y="8028"/>
                </a:lnTo>
                <a:lnTo>
                  <a:pt x="10128" y="8001"/>
                </a:lnTo>
                <a:lnTo>
                  <a:pt x="10235" y="7948"/>
                </a:lnTo>
                <a:lnTo>
                  <a:pt x="10314" y="7868"/>
                </a:lnTo>
                <a:lnTo>
                  <a:pt x="10394" y="7789"/>
                </a:lnTo>
                <a:lnTo>
                  <a:pt x="10447" y="7682"/>
                </a:lnTo>
                <a:lnTo>
                  <a:pt x="10474" y="7576"/>
                </a:lnTo>
                <a:lnTo>
                  <a:pt x="10500" y="7470"/>
                </a:lnTo>
                <a:lnTo>
                  <a:pt x="10474" y="7337"/>
                </a:lnTo>
                <a:lnTo>
                  <a:pt x="10447" y="7230"/>
                </a:lnTo>
                <a:lnTo>
                  <a:pt x="10394" y="7124"/>
                </a:lnTo>
                <a:lnTo>
                  <a:pt x="10314" y="7044"/>
                </a:lnTo>
                <a:lnTo>
                  <a:pt x="10235" y="6965"/>
                </a:lnTo>
                <a:lnTo>
                  <a:pt x="10128" y="6911"/>
                </a:lnTo>
                <a:lnTo>
                  <a:pt x="10022" y="6885"/>
                </a:lnTo>
                <a:lnTo>
                  <a:pt x="8613" y="6885"/>
                </a:lnTo>
                <a:lnTo>
                  <a:pt x="8719" y="6725"/>
                </a:lnTo>
                <a:lnTo>
                  <a:pt x="8799" y="6539"/>
                </a:lnTo>
                <a:lnTo>
                  <a:pt x="8852" y="6353"/>
                </a:lnTo>
                <a:lnTo>
                  <a:pt x="8879" y="6167"/>
                </a:lnTo>
                <a:lnTo>
                  <a:pt x="8879" y="5210"/>
                </a:lnTo>
                <a:lnTo>
                  <a:pt x="9118" y="5131"/>
                </a:lnTo>
                <a:lnTo>
                  <a:pt x="9357" y="5024"/>
                </a:lnTo>
                <a:lnTo>
                  <a:pt x="9570" y="4918"/>
                </a:lnTo>
                <a:lnTo>
                  <a:pt x="9783" y="4785"/>
                </a:lnTo>
                <a:lnTo>
                  <a:pt x="9995" y="4652"/>
                </a:lnTo>
                <a:lnTo>
                  <a:pt x="10181" y="4493"/>
                </a:lnTo>
                <a:lnTo>
                  <a:pt x="10341" y="4307"/>
                </a:lnTo>
                <a:lnTo>
                  <a:pt x="10500" y="4120"/>
                </a:lnTo>
                <a:lnTo>
                  <a:pt x="10660" y="3934"/>
                </a:lnTo>
                <a:lnTo>
                  <a:pt x="10766" y="3722"/>
                </a:lnTo>
                <a:lnTo>
                  <a:pt x="10899" y="3509"/>
                </a:lnTo>
                <a:lnTo>
                  <a:pt x="10979" y="3270"/>
                </a:lnTo>
                <a:lnTo>
                  <a:pt x="11059" y="3031"/>
                </a:lnTo>
                <a:lnTo>
                  <a:pt x="11112" y="2791"/>
                </a:lnTo>
                <a:lnTo>
                  <a:pt x="11138" y="2526"/>
                </a:lnTo>
                <a:lnTo>
                  <a:pt x="11138" y="2286"/>
                </a:lnTo>
                <a:lnTo>
                  <a:pt x="11138" y="1356"/>
                </a:lnTo>
                <a:lnTo>
                  <a:pt x="11138" y="1223"/>
                </a:lnTo>
                <a:lnTo>
                  <a:pt x="11085" y="1117"/>
                </a:lnTo>
                <a:lnTo>
                  <a:pt x="11032" y="984"/>
                </a:lnTo>
                <a:lnTo>
                  <a:pt x="10952" y="904"/>
                </a:lnTo>
                <a:lnTo>
                  <a:pt x="10873" y="824"/>
                </a:lnTo>
                <a:lnTo>
                  <a:pt x="10766" y="771"/>
                </a:lnTo>
                <a:lnTo>
                  <a:pt x="10633" y="718"/>
                </a:lnTo>
                <a:lnTo>
                  <a:pt x="8879" y="718"/>
                </a:lnTo>
                <a:lnTo>
                  <a:pt x="8879" y="213"/>
                </a:lnTo>
                <a:lnTo>
                  <a:pt x="8852" y="133"/>
                </a:lnTo>
                <a:lnTo>
                  <a:pt x="8826" y="80"/>
                </a:lnTo>
                <a:lnTo>
                  <a:pt x="8746" y="27"/>
                </a:lnTo>
                <a:lnTo>
                  <a:pt x="86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80" name="Google Shape;1280;p84"/>
          <p:cNvGrpSpPr/>
          <p:nvPr/>
        </p:nvGrpSpPr>
        <p:grpSpPr>
          <a:xfrm>
            <a:off x="7116958" y="2997047"/>
            <a:ext cx="205402" cy="296747"/>
            <a:chOff x="1797100" y="4126400"/>
            <a:chExt cx="198725" cy="287100"/>
          </a:xfrm>
        </p:grpSpPr>
        <p:sp>
          <p:nvSpPr>
            <p:cNvPr id="1281" name="Google Shape;1281;p84"/>
            <p:cNvSpPr/>
            <p:nvPr/>
          </p:nvSpPr>
          <p:spPr>
            <a:xfrm>
              <a:off x="1797100" y="4129050"/>
              <a:ext cx="103050" cy="281800"/>
            </a:xfrm>
            <a:custGeom>
              <a:rect b="b" l="l" r="r" t="t"/>
              <a:pathLst>
                <a:path extrusionOk="0" h="11272" w="4122">
                  <a:moveTo>
                    <a:pt x="3084" y="400"/>
                  </a:moveTo>
                  <a:lnTo>
                    <a:pt x="3084" y="1357"/>
                  </a:lnTo>
                  <a:lnTo>
                    <a:pt x="1064" y="1357"/>
                  </a:lnTo>
                  <a:lnTo>
                    <a:pt x="1064" y="400"/>
                  </a:lnTo>
                  <a:close/>
                  <a:moveTo>
                    <a:pt x="2739" y="1755"/>
                  </a:moveTo>
                  <a:lnTo>
                    <a:pt x="2739" y="2101"/>
                  </a:lnTo>
                  <a:lnTo>
                    <a:pt x="1410" y="2101"/>
                  </a:lnTo>
                  <a:lnTo>
                    <a:pt x="1410" y="1755"/>
                  </a:lnTo>
                  <a:close/>
                  <a:moveTo>
                    <a:pt x="3217" y="2500"/>
                  </a:moveTo>
                  <a:lnTo>
                    <a:pt x="3722" y="9996"/>
                  </a:lnTo>
                  <a:lnTo>
                    <a:pt x="426" y="9996"/>
                  </a:lnTo>
                  <a:lnTo>
                    <a:pt x="931" y="2500"/>
                  </a:lnTo>
                  <a:close/>
                  <a:moveTo>
                    <a:pt x="3722" y="10394"/>
                  </a:moveTo>
                  <a:lnTo>
                    <a:pt x="3722" y="10873"/>
                  </a:lnTo>
                  <a:lnTo>
                    <a:pt x="400" y="10873"/>
                  </a:lnTo>
                  <a:lnTo>
                    <a:pt x="400" y="10394"/>
                  </a:lnTo>
                  <a:close/>
                  <a:moveTo>
                    <a:pt x="772" y="1"/>
                  </a:moveTo>
                  <a:lnTo>
                    <a:pt x="719" y="54"/>
                  </a:lnTo>
                  <a:lnTo>
                    <a:pt x="665" y="107"/>
                  </a:lnTo>
                  <a:lnTo>
                    <a:pt x="665" y="187"/>
                  </a:lnTo>
                  <a:lnTo>
                    <a:pt x="665" y="1543"/>
                  </a:lnTo>
                  <a:lnTo>
                    <a:pt x="665" y="1622"/>
                  </a:lnTo>
                  <a:lnTo>
                    <a:pt x="719" y="1702"/>
                  </a:lnTo>
                  <a:lnTo>
                    <a:pt x="772" y="1729"/>
                  </a:lnTo>
                  <a:lnTo>
                    <a:pt x="852" y="1755"/>
                  </a:lnTo>
                  <a:lnTo>
                    <a:pt x="1011" y="1755"/>
                  </a:lnTo>
                  <a:lnTo>
                    <a:pt x="1011" y="2101"/>
                  </a:lnTo>
                  <a:lnTo>
                    <a:pt x="745" y="2101"/>
                  </a:lnTo>
                  <a:lnTo>
                    <a:pt x="665" y="2127"/>
                  </a:lnTo>
                  <a:lnTo>
                    <a:pt x="612" y="2154"/>
                  </a:lnTo>
                  <a:lnTo>
                    <a:pt x="559" y="2207"/>
                  </a:lnTo>
                  <a:lnTo>
                    <a:pt x="533" y="2287"/>
                  </a:lnTo>
                  <a:lnTo>
                    <a:pt x="1" y="10182"/>
                  </a:lnTo>
                  <a:lnTo>
                    <a:pt x="1" y="10208"/>
                  </a:lnTo>
                  <a:lnTo>
                    <a:pt x="1" y="11085"/>
                  </a:lnTo>
                  <a:lnTo>
                    <a:pt x="28" y="11165"/>
                  </a:lnTo>
                  <a:lnTo>
                    <a:pt x="54" y="11218"/>
                  </a:lnTo>
                  <a:lnTo>
                    <a:pt x="134" y="11271"/>
                  </a:lnTo>
                  <a:lnTo>
                    <a:pt x="4015" y="11271"/>
                  </a:lnTo>
                  <a:lnTo>
                    <a:pt x="4068" y="11218"/>
                  </a:lnTo>
                  <a:lnTo>
                    <a:pt x="4121" y="11165"/>
                  </a:lnTo>
                  <a:lnTo>
                    <a:pt x="4121" y="11085"/>
                  </a:lnTo>
                  <a:lnTo>
                    <a:pt x="4121" y="10208"/>
                  </a:lnTo>
                  <a:lnTo>
                    <a:pt x="4121" y="10182"/>
                  </a:lnTo>
                  <a:lnTo>
                    <a:pt x="3589" y="2287"/>
                  </a:lnTo>
                  <a:lnTo>
                    <a:pt x="3563" y="2207"/>
                  </a:lnTo>
                  <a:lnTo>
                    <a:pt x="3536" y="2154"/>
                  </a:lnTo>
                  <a:lnTo>
                    <a:pt x="3457" y="2127"/>
                  </a:lnTo>
                  <a:lnTo>
                    <a:pt x="3403" y="2101"/>
                  </a:lnTo>
                  <a:lnTo>
                    <a:pt x="3138" y="2101"/>
                  </a:lnTo>
                  <a:lnTo>
                    <a:pt x="3138" y="1755"/>
                  </a:lnTo>
                  <a:lnTo>
                    <a:pt x="3270" y="1755"/>
                  </a:lnTo>
                  <a:lnTo>
                    <a:pt x="3350" y="1729"/>
                  </a:lnTo>
                  <a:lnTo>
                    <a:pt x="3430" y="1702"/>
                  </a:lnTo>
                  <a:lnTo>
                    <a:pt x="3457" y="1622"/>
                  </a:lnTo>
                  <a:lnTo>
                    <a:pt x="3483" y="1543"/>
                  </a:lnTo>
                  <a:lnTo>
                    <a:pt x="3483" y="187"/>
                  </a:lnTo>
                  <a:lnTo>
                    <a:pt x="3457" y="107"/>
                  </a:lnTo>
                  <a:lnTo>
                    <a:pt x="3430" y="54"/>
                  </a:lnTo>
                  <a:lnTo>
                    <a:pt x="335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84"/>
            <p:cNvSpPr/>
            <p:nvPr/>
          </p:nvSpPr>
          <p:spPr>
            <a:xfrm>
              <a:off x="1817700" y="4265300"/>
              <a:ext cx="61850" cy="61825"/>
            </a:xfrm>
            <a:custGeom>
              <a:rect b="b" l="l" r="r" t="t"/>
              <a:pathLst>
                <a:path extrusionOk="0" h="2473" w="2474">
                  <a:moveTo>
                    <a:pt x="1250" y="399"/>
                  </a:moveTo>
                  <a:lnTo>
                    <a:pt x="1410" y="425"/>
                  </a:lnTo>
                  <a:lnTo>
                    <a:pt x="1569" y="479"/>
                  </a:lnTo>
                  <a:lnTo>
                    <a:pt x="1702" y="558"/>
                  </a:lnTo>
                  <a:lnTo>
                    <a:pt x="1835" y="638"/>
                  </a:lnTo>
                  <a:lnTo>
                    <a:pt x="1941" y="771"/>
                  </a:lnTo>
                  <a:lnTo>
                    <a:pt x="2021" y="930"/>
                  </a:lnTo>
                  <a:lnTo>
                    <a:pt x="2074" y="1063"/>
                  </a:lnTo>
                  <a:lnTo>
                    <a:pt x="2074" y="1249"/>
                  </a:lnTo>
                  <a:lnTo>
                    <a:pt x="2074" y="1409"/>
                  </a:lnTo>
                  <a:lnTo>
                    <a:pt x="2021" y="1568"/>
                  </a:lnTo>
                  <a:lnTo>
                    <a:pt x="1941" y="1701"/>
                  </a:lnTo>
                  <a:lnTo>
                    <a:pt x="1835" y="1834"/>
                  </a:lnTo>
                  <a:lnTo>
                    <a:pt x="1702" y="1941"/>
                  </a:lnTo>
                  <a:lnTo>
                    <a:pt x="1569" y="2020"/>
                  </a:lnTo>
                  <a:lnTo>
                    <a:pt x="1410" y="2073"/>
                  </a:lnTo>
                  <a:lnTo>
                    <a:pt x="1064" y="2073"/>
                  </a:lnTo>
                  <a:lnTo>
                    <a:pt x="905" y="2020"/>
                  </a:lnTo>
                  <a:lnTo>
                    <a:pt x="772" y="1941"/>
                  </a:lnTo>
                  <a:lnTo>
                    <a:pt x="639" y="1834"/>
                  </a:lnTo>
                  <a:lnTo>
                    <a:pt x="559" y="1701"/>
                  </a:lnTo>
                  <a:lnTo>
                    <a:pt x="479" y="1568"/>
                  </a:lnTo>
                  <a:lnTo>
                    <a:pt x="426" y="1409"/>
                  </a:lnTo>
                  <a:lnTo>
                    <a:pt x="400" y="1249"/>
                  </a:lnTo>
                  <a:lnTo>
                    <a:pt x="426" y="1063"/>
                  </a:lnTo>
                  <a:lnTo>
                    <a:pt x="479" y="930"/>
                  </a:lnTo>
                  <a:lnTo>
                    <a:pt x="559" y="771"/>
                  </a:lnTo>
                  <a:lnTo>
                    <a:pt x="639" y="638"/>
                  </a:lnTo>
                  <a:lnTo>
                    <a:pt x="772" y="558"/>
                  </a:lnTo>
                  <a:lnTo>
                    <a:pt x="905" y="479"/>
                  </a:lnTo>
                  <a:lnTo>
                    <a:pt x="1064" y="425"/>
                  </a:lnTo>
                  <a:lnTo>
                    <a:pt x="1250" y="399"/>
                  </a:lnTo>
                  <a:close/>
                  <a:moveTo>
                    <a:pt x="1250" y="0"/>
                  </a:moveTo>
                  <a:lnTo>
                    <a:pt x="984" y="27"/>
                  </a:lnTo>
                  <a:lnTo>
                    <a:pt x="772" y="106"/>
                  </a:lnTo>
                  <a:lnTo>
                    <a:pt x="559" y="213"/>
                  </a:lnTo>
                  <a:lnTo>
                    <a:pt x="373" y="372"/>
                  </a:lnTo>
                  <a:lnTo>
                    <a:pt x="214" y="558"/>
                  </a:lnTo>
                  <a:lnTo>
                    <a:pt x="107" y="771"/>
                  </a:lnTo>
                  <a:lnTo>
                    <a:pt x="28" y="984"/>
                  </a:lnTo>
                  <a:lnTo>
                    <a:pt x="1" y="1249"/>
                  </a:lnTo>
                  <a:lnTo>
                    <a:pt x="28" y="1489"/>
                  </a:lnTo>
                  <a:lnTo>
                    <a:pt x="107" y="1728"/>
                  </a:lnTo>
                  <a:lnTo>
                    <a:pt x="214" y="1941"/>
                  </a:lnTo>
                  <a:lnTo>
                    <a:pt x="373" y="2127"/>
                  </a:lnTo>
                  <a:lnTo>
                    <a:pt x="559" y="2286"/>
                  </a:lnTo>
                  <a:lnTo>
                    <a:pt x="772" y="2392"/>
                  </a:lnTo>
                  <a:lnTo>
                    <a:pt x="984" y="2472"/>
                  </a:lnTo>
                  <a:lnTo>
                    <a:pt x="1490" y="2472"/>
                  </a:lnTo>
                  <a:lnTo>
                    <a:pt x="1729" y="2392"/>
                  </a:lnTo>
                  <a:lnTo>
                    <a:pt x="1941" y="2286"/>
                  </a:lnTo>
                  <a:lnTo>
                    <a:pt x="2127" y="2127"/>
                  </a:lnTo>
                  <a:lnTo>
                    <a:pt x="2260" y="1941"/>
                  </a:lnTo>
                  <a:lnTo>
                    <a:pt x="2393" y="1728"/>
                  </a:lnTo>
                  <a:lnTo>
                    <a:pt x="2473" y="1489"/>
                  </a:lnTo>
                  <a:lnTo>
                    <a:pt x="2473" y="1249"/>
                  </a:lnTo>
                  <a:lnTo>
                    <a:pt x="2473" y="984"/>
                  </a:lnTo>
                  <a:lnTo>
                    <a:pt x="2393" y="771"/>
                  </a:lnTo>
                  <a:lnTo>
                    <a:pt x="2260" y="558"/>
                  </a:lnTo>
                  <a:lnTo>
                    <a:pt x="2127" y="372"/>
                  </a:lnTo>
                  <a:lnTo>
                    <a:pt x="1941" y="213"/>
                  </a:lnTo>
                  <a:lnTo>
                    <a:pt x="1729" y="106"/>
                  </a:lnTo>
                  <a:lnTo>
                    <a:pt x="1490" y="27"/>
                  </a:lnTo>
                  <a:lnTo>
                    <a:pt x="125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 name="Google Shape;1283;p84"/>
            <p:cNvSpPr/>
            <p:nvPr/>
          </p:nvSpPr>
          <p:spPr>
            <a:xfrm>
              <a:off x="1934675" y="4126400"/>
              <a:ext cx="61150" cy="287100"/>
            </a:xfrm>
            <a:custGeom>
              <a:rect b="b" l="l" r="r" t="t"/>
              <a:pathLst>
                <a:path extrusionOk="0" h="11484" w="2446">
                  <a:moveTo>
                    <a:pt x="1276" y="585"/>
                  </a:moveTo>
                  <a:lnTo>
                    <a:pt x="1276" y="2552"/>
                  </a:lnTo>
                  <a:lnTo>
                    <a:pt x="399" y="2552"/>
                  </a:lnTo>
                  <a:lnTo>
                    <a:pt x="399" y="585"/>
                  </a:lnTo>
                  <a:close/>
                  <a:moveTo>
                    <a:pt x="2020" y="399"/>
                  </a:moveTo>
                  <a:lnTo>
                    <a:pt x="2020" y="3190"/>
                  </a:lnTo>
                  <a:lnTo>
                    <a:pt x="1329" y="4068"/>
                  </a:lnTo>
                  <a:lnTo>
                    <a:pt x="1303" y="4121"/>
                  </a:lnTo>
                  <a:lnTo>
                    <a:pt x="1276" y="4200"/>
                  </a:lnTo>
                  <a:lnTo>
                    <a:pt x="1276" y="10899"/>
                  </a:lnTo>
                  <a:lnTo>
                    <a:pt x="1276" y="10979"/>
                  </a:lnTo>
                  <a:lnTo>
                    <a:pt x="1223" y="11032"/>
                  </a:lnTo>
                  <a:lnTo>
                    <a:pt x="1170" y="11058"/>
                  </a:lnTo>
                  <a:lnTo>
                    <a:pt x="1117" y="11085"/>
                  </a:lnTo>
                  <a:lnTo>
                    <a:pt x="1037" y="11058"/>
                  </a:lnTo>
                  <a:lnTo>
                    <a:pt x="984" y="11032"/>
                  </a:lnTo>
                  <a:lnTo>
                    <a:pt x="931" y="10979"/>
                  </a:lnTo>
                  <a:lnTo>
                    <a:pt x="931" y="10899"/>
                  </a:lnTo>
                  <a:lnTo>
                    <a:pt x="931" y="4041"/>
                  </a:lnTo>
                  <a:lnTo>
                    <a:pt x="1648" y="3164"/>
                  </a:lnTo>
                  <a:lnTo>
                    <a:pt x="1675" y="3111"/>
                  </a:lnTo>
                  <a:lnTo>
                    <a:pt x="1675" y="3057"/>
                  </a:lnTo>
                  <a:lnTo>
                    <a:pt x="1675" y="399"/>
                  </a:lnTo>
                  <a:close/>
                  <a:moveTo>
                    <a:pt x="1489" y="1"/>
                  </a:moveTo>
                  <a:lnTo>
                    <a:pt x="1409" y="27"/>
                  </a:lnTo>
                  <a:lnTo>
                    <a:pt x="1356" y="54"/>
                  </a:lnTo>
                  <a:lnTo>
                    <a:pt x="1303" y="107"/>
                  </a:lnTo>
                  <a:lnTo>
                    <a:pt x="1276" y="187"/>
                  </a:lnTo>
                  <a:lnTo>
                    <a:pt x="213" y="187"/>
                  </a:lnTo>
                  <a:lnTo>
                    <a:pt x="133" y="213"/>
                  </a:lnTo>
                  <a:lnTo>
                    <a:pt x="53" y="240"/>
                  </a:lnTo>
                  <a:lnTo>
                    <a:pt x="27" y="320"/>
                  </a:lnTo>
                  <a:lnTo>
                    <a:pt x="0" y="399"/>
                  </a:lnTo>
                  <a:lnTo>
                    <a:pt x="0" y="2765"/>
                  </a:lnTo>
                  <a:lnTo>
                    <a:pt x="27" y="2845"/>
                  </a:lnTo>
                  <a:lnTo>
                    <a:pt x="53" y="2898"/>
                  </a:lnTo>
                  <a:lnTo>
                    <a:pt x="133" y="2951"/>
                  </a:lnTo>
                  <a:lnTo>
                    <a:pt x="1276" y="2951"/>
                  </a:lnTo>
                  <a:lnTo>
                    <a:pt x="1276" y="2978"/>
                  </a:lnTo>
                  <a:lnTo>
                    <a:pt x="585" y="3855"/>
                  </a:lnTo>
                  <a:lnTo>
                    <a:pt x="532" y="3908"/>
                  </a:lnTo>
                  <a:lnTo>
                    <a:pt x="532" y="3988"/>
                  </a:lnTo>
                  <a:lnTo>
                    <a:pt x="532" y="10899"/>
                  </a:lnTo>
                  <a:lnTo>
                    <a:pt x="532" y="11005"/>
                  </a:lnTo>
                  <a:lnTo>
                    <a:pt x="585" y="11112"/>
                  </a:lnTo>
                  <a:lnTo>
                    <a:pt x="638" y="11218"/>
                  </a:lnTo>
                  <a:lnTo>
                    <a:pt x="691" y="11298"/>
                  </a:lnTo>
                  <a:lnTo>
                    <a:pt x="771" y="11377"/>
                  </a:lnTo>
                  <a:lnTo>
                    <a:pt x="877" y="11431"/>
                  </a:lnTo>
                  <a:lnTo>
                    <a:pt x="984" y="11457"/>
                  </a:lnTo>
                  <a:lnTo>
                    <a:pt x="1117" y="11484"/>
                  </a:lnTo>
                  <a:lnTo>
                    <a:pt x="1223" y="11457"/>
                  </a:lnTo>
                  <a:lnTo>
                    <a:pt x="1329" y="11431"/>
                  </a:lnTo>
                  <a:lnTo>
                    <a:pt x="1436" y="11377"/>
                  </a:lnTo>
                  <a:lnTo>
                    <a:pt x="1515" y="11298"/>
                  </a:lnTo>
                  <a:lnTo>
                    <a:pt x="1595" y="11218"/>
                  </a:lnTo>
                  <a:lnTo>
                    <a:pt x="1648" y="11112"/>
                  </a:lnTo>
                  <a:lnTo>
                    <a:pt x="1675" y="11005"/>
                  </a:lnTo>
                  <a:lnTo>
                    <a:pt x="1675" y="10899"/>
                  </a:lnTo>
                  <a:lnTo>
                    <a:pt x="1675" y="4280"/>
                  </a:lnTo>
                  <a:lnTo>
                    <a:pt x="2393" y="3403"/>
                  </a:lnTo>
                  <a:lnTo>
                    <a:pt x="2419" y="3323"/>
                  </a:lnTo>
                  <a:lnTo>
                    <a:pt x="2446" y="3270"/>
                  </a:lnTo>
                  <a:lnTo>
                    <a:pt x="2446" y="213"/>
                  </a:lnTo>
                  <a:lnTo>
                    <a:pt x="2419" y="134"/>
                  </a:lnTo>
                  <a:lnTo>
                    <a:pt x="2366" y="54"/>
                  </a:lnTo>
                  <a:lnTo>
                    <a:pt x="2313" y="27"/>
                  </a:lnTo>
                  <a:lnTo>
                    <a:pt x="223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84" name="Google Shape;1284;p84"/>
          <p:cNvSpPr txBox="1"/>
          <p:nvPr>
            <p:ph idx="8"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FIVE IDEAS</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85"/>
          <p:cNvSpPr txBox="1"/>
          <p:nvPr>
            <p:ph type="title"/>
          </p:nvPr>
        </p:nvSpPr>
        <p:spPr>
          <a:xfrm>
            <a:off x="2322792" y="1222780"/>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MERCURY</a:t>
            </a:r>
            <a:endParaRPr/>
          </a:p>
        </p:txBody>
      </p:sp>
      <p:sp>
        <p:nvSpPr>
          <p:cNvPr id="1290" name="Google Shape;1290;p85"/>
          <p:cNvSpPr txBox="1"/>
          <p:nvPr>
            <p:ph idx="1" type="subTitle"/>
          </p:nvPr>
        </p:nvSpPr>
        <p:spPr>
          <a:xfrm>
            <a:off x="2322792" y="1431819"/>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Mercury is the smallest planet of them all</a:t>
            </a:r>
            <a:endParaRPr/>
          </a:p>
        </p:txBody>
      </p:sp>
      <p:sp>
        <p:nvSpPr>
          <p:cNvPr id="1291" name="Google Shape;1291;p85"/>
          <p:cNvSpPr txBox="1"/>
          <p:nvPr>
            <p:ph idx="2" type="title"/>
          </p:nvPr>
        </p:nvSpPr>
        <p:spPr>
          <a:xfrm>
            <a:off x="5749670" y="1222780"/>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VENUS</a:t>
            </a:r>
            <a:endParaRPr/>
          </a:p>
        </p:txBody>
      </p:sp>
      <p:sp>
        <p:nvSpPr>
          <p:cNvPr id="1292" name="Google Shape;1292;p85"/>
          <p:cNvSpPr txBox="1"/>
          <p:nvPr>
            <p:ph idx="3" type="subTitle"/>
          </p:nvPr>
        </p:nvSpPr>
        <p:spPr>
          <a:xfrm>
            <a:off x="5749670" y="1431819"/>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Venus is the second planet from the Sun</a:t>
            </a:r>
            <a:endParaRPr/>
          </a:p>
        </p:txBody>
      </p:sp>
      <p:sp>
        <p:nvSpPr>
          <p:cNvPr id="1293" name="Google Shape;1293;p85"/>
          <p:cNvSpPr txBox="1"/>
          <p:nvPr>
            <p:ph idx="4" type="title"/>
          </p:nvPr>
        </p:nvSpPr>
        <p:spPr>
          <a:xfrm>
            <a:off x="2322792" y="2395110"/>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MARS</a:t>
            </a:r>
            <a:endParaRPr/>
          </a:p>
        </p:txBody>
      </p:sp>
      <p:sp>
        <p:nvSpPr>
          <p:cNvPr id="1294" name="Google Shape;1294;p85"/>
          <p:cNvSpPr txBox="1"/>
          <p:nvPr>
            <p:ph idx="5" type="subTitle"/>
          </p:nvPr>
        </p:nvSpPr>
        <p:spPr>
          <a:xfrm>
            <a:off x="2322792" y="2604148"/>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Mars is actually a very cold place</a:t>
            </a:r>
            <a:endParaRPr/>
          </a:p>
        </p:txBody>
      </p:sp>
      <p:sp>
        <p:nvSpPr>
          <p:cNvPr id="1295" name="Google Shape;1295;p85"/>
          <p:cNvSpPr txBox="1"/>
          <p:nvPr>
            <p:ph idx="6" type="title"/>
          </p:nvPr>
        </p:nvSpPr>
        <p:spPr>
          <a:xfrm>
            <a:off x="5749670" y="2395110"/>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JUPITER</a:t>
            </a:r>
            <a:endParaRPr/>
          </a:p>
        </p:txBody>
      </p:sp>
      <p:sp>
        <p:nvSpPr>
          <p:cNvPr id="1296" name="Google Shape;1296;p85"/>
          <p:cNvSpPr txBox="1"/>
          <p:nvPr>
            <p:ph idx="7" type="subTitle"/>
          </p:nvPr>
        </p:nvSpPr>
        <p:spPr>
          <a:xfrm>
            <a:off x="5749670" y="2604148"/>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Jupiter is the biggest planet of them all</a:t>
            </a:r>
            <a:endParaRPr/>
          </a:p>
        </p:txBody>
      </p:sp>
      <p:sp>
        <p:nvSpPr>
          <p:cNvPr id="1297" name="Google Shape;1297;p85"/>
          <p:cNvSpPr txBox="1"/>
          <p:nvPr>
            <p:ph idx="15"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SIX IDEAS</a:t>
            </a:r>
            <a:endParaRPr/>
          </a:p>
        </p:txBody>
      </p:sp>
      <p:sp>
        <p:nvSpPr>
          <p:cNvPr id="1298" name="Google Shape;1298;p85"/>
          <p:cNvSpPr txBox="1"/>
          <p:nvPr>
            <p:ph idx="8" type="title"/>
          </p:nvPr>
        </p:nvSpPr>
        <p:spPr>
          <a:xfrm>
            <a:off x="5749670" y="3574684"/>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NEPTUNE</a:t>
            </a:r>
            <a:endParaRPr/>
          </a:p>
        </p:txBody>
      </p:sp>
      <p:sp>
        <p:nvSpPr>
          <p:cNvPr id="1299" name="Google Shape;1299;p85"/>
          <p:cNvSpPr txBox="1"/>
          <p:nvPr>
            <p:ph idx="9" type="subTitle"/>
          </p:nvPr>
        </p:nvSpPr>
        <p:spPr>
          <a:xfrm>
            <a:off x="5749670" y="3783722"/>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Neptune is the farthest planet from the Sun</a:t>
            </a:r>
            <a:endParaRPr/>
          </a:p>
        </p:txBody>
      </p:sp>
      <p:sp>
        <p:nvSpPr>
          <p:cNvPr id="1300" name="Google Shape;1300;p85"/>
          <p:cNvSpPr txBox="1"/>
          <p:nvPr>
            <p:ph idx="13" type="title"/>
          </p:nvPr>
        </p:nvSpPr>
        <p:spPr>
          <a:xfrm>
            <a:off x="2322792" y="3574684"/>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SATURN</a:t>
            </a:r>
            <a:endParaRPr/>
          </a:p>
        </p:txBody>
      </p:sp>
      <p:sp>
        <p:nvSpPr>
          <p:cNvPr id="1301" name="Google Shape;1301;p85"/>
          <p:cNvSpPr txBox="1"/>
          <p:nvPr>
            <p:ph idx="14" type="subTitle"/>
          </p:nvPr>
        </p:nvSpPr>
        <p:spPr>
          <a:xfrm>
            <a:off x="2322792" y="3783722"/>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It’s composed of hydrogen and helium</a:t>
            </a:r>
            <a:endParaRPr/>
          </a:p>
        </p:txBody>
      </p:sp>
      <p:sp>
        <p:nvSpPr>
          <p:cNvPr id="1302" name="Google Shape;1302;p85"/>
          <p:cNvSpPr txBox="1"/>
          <p:nvPr/>
        </p:nvSpPr>
        <p:spPr>
          <a:xfrm>
            <a:off x="1408330" y="1222780"/>
            <a:ext cx="759000" cy="759000"/>
          </a:xfrm>
          <a:prstGeom prst="rect">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500">
              <a:solidFill>
                <a:srgbClr val="FCECCB"/>
              </a:solidFill>
              <a:latin typeface="Jost Medium"/>
              <a:ea typeface="Jost Medium"/>
              <a:cs typeface="Jost Medium"/>
              <a:sym typeface="Jost Medium"/>
            </a:endParaRPr>
          </a:p>
        </p:txBody>
      </p:sp>
      <p:sp>
        <p:nvSpPr>
          <p:cNvPr id="1303" name="Google Shape;1303;p85"/>
          <p:cNvSpPr txBox="1"/>
          <p:nvPr/>
        </p:nvSpPr>
        <p:spPr>
          <a:xfrm>
            <a:off x="1408330" y="2393848"/>
            <a:ext cx="759000" cy="759000"/>
          </a:xfrm>
          <a:prstGeom prst="rect">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500">
              <a:solidFill>
                <a:srgbClr val="FCECCB"/>
              </a:solidFill>
              <a:latin typeface="Jost Medium"/>
              <a:ea typeface="Jost Medium"/>
              <a:cs typeface="Jost Medium"/>
              <a:sym typeface="Jost Medium"/>
            </a:endParaRPr>
          </a:p>
        </p:txBody>
      </p:sp>
      <p:sp>
        <p:nvSpPr>
          <p:cNvPr id="1304" name="Google Shape;1304;p85"/>
          <p:cNvSpPr txBox="1"/>
          <p:nvPr/>
        </p:nvSpPr>
        <p:spPr>
          <a:xfrm>
            <a:off x="1408330" y="3573422"/>
            <a:ext cx="759000" cy="759000"/>
          </a:xfrm>
          <a:prstGeom prst="rect">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500">
              <a:solidFill>
                <a:srgbClr val="FCECCB"/>
              </a:solidFill>
              <a:latin typeface="Jost Medium"/>
              <a:ea typeface="Jost Medium"/>
              <a:cs typeface="Jost Medium"/>
              <a:sym typeface="Jost Medium"/>
            </a:endParaRPr>
          </a:p>
        </p:txBody>
      </p:sp>
      <p:sp>
        <p:nvSpPr>
          <p:cNvPr id="1305" name="Google Shape;1305;p85"/>
          <p:cNvSpPr txBox="1"/>
          <p:nvPr/>
        </p:nvSpPr>
        <p:spPr>
          <a:xfrm>
            <a:off x="4837330" y="1222780"/>
            <a:ext cx="759000" cy="759000"/>
          </a:xfrm>
          <a:prstGeom prst="rect">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500">
              <a:solidFill>
                <a:srgbClr val="FCECCB"/>
              </a:solidFill>
              <a:latin typeface="Jost Medium"/>
              <a:ea typeface="Jost Medium"/>
              <a:cs typeface="Jost Medium"/>
              <a:sym typeface="Jost Medium"/>
            </a:endParaRPr>
          </a:p>
        </p:txBody>
      </p:sp>
      <p:sp>
        <p:nvSpPr>
          <p:cNvPr id="1306" name="Google Shape;1306;p85"/>
          <p:cNvSpPr txBox="1"/>
          <p:nvPr/>
        </p:nvSpPr>
        <p:spPr>
          <a:xfrm>
            <a:off x="4837330" y="2393848"/>
            <a:ext cx="759000" cy="759000"/>
          </a:xfrm>
          <a:prstGeom prst="rect">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500">
              <a:solidFill>
                <a:srgbClr val="FCECCB"/>
              </a:solidFill>
              <a:latin typeface="Jost Medium"/>
              <a:ea typeface="Jost Medium"/>
              <a:cs typeface="Jost Medium"/>
              <a:sym typeface="Jost Medium"/>
            </a:endParaRPr>
          </a:p>
        </p:txBody>
      </p:sp>
      <p:sp>
        <p:nvSpPr>
          <p:cNvPr id="1307" name="Google Shape;1307;p85"/>
          <p:cNvSpPr txBox="1"/>
          <p:nvPr/>
        </p:nvSpPr>
        <p:spPr>
          <a:xfrm>
            <a:off x="4837330" y="3573422"/>
            <a:ext cx="759000" cy="759000"/>
          </a:xfrm>
          <a:prstGeom prst="rect">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500">
              <a:solidFill>
                <a:srgbClr val="FCECCB"/>
              </a:solidFill>
              <a:latin typeface="Jost Medium"/>
              <a:ea typeface="Jost Medium"/>
              <a:cs typeface="Jost Medium"/>
              <a:sym typeface="Jost Medium"/>
            </a:endParaRPr>
          </a:p>
        </p:txBody>
      </p:sp>
      <p:grpSp>
        <p:nvGrpSpPr>
          <p:cNvPr id="1308" name="Google Shape;1308;p85"/>
          <p:cNvGrpSpPr/>
          <p:nvPr/>
        </p:nvGrpSpPr>
        <p:grpSpPr>
          <a:xfrm>
            <a:off x="1655943" y="1475199"/>
            <a:ext cx="263775" cy="254162"/>
            <a:chOff x="238775" y="4147000"/>
            <a:chExt cx="255200" cy="245900"/>
          </a:xfrm>
        </p:grpSpPr>
        <p:sp>
          <p:nvSpPr>
            <p:cNvPr id="1309" name="Google Shape;1309;p85"/>
            <p:cNvSpPr/>
            <p:nvPr/>
          </p:nvSpPr>
          <p:spPr>
            <a:xfrm>
              <a:off x="238775" y="4215450"/>
              <a:ext cx="255200" cy="177450"/>
            </a:xfrm>
            <a:custGeom>
              <a:rect b="b" l="l" r="r" t="t"/>
              <a:pathLst>
                <a:path extrusionOk="0" h="7098" w="10208">
                  <a:moveTo>
                    <a:pt x="9198" y="399"/>
                  </a:moveTo>
                  <a:lnTo>
                    <a:pt x="9331" y="426"/>
                  </a:lnTo>
                  <a:lnTo>
                    <a:pt x="9464" y="479"/>
                  </a:lnTo>
                  <a:lnTo>
                    <a:pt x="9570" y="559"/>
                  </a:lnTo>
                  <a:lnTo>
                    <a:pt x="9676" y="665"/>
                  </a:lnTo>
                  <a:lnTo>
                    <a:pt x="9729" y="771"/>
                  </a:lnTo>
                  <a:lnTo>
                    <a:pt x="9783" y="878"/>
                  </a:lnTo>
                  <a:lnTo>
                    <a:pt x="9783" y="1011"/>
                  </a:lnTo>
                  <a:lnTo>
                    <a:pt x="9783" y="1117"/>
                  </a:lnTo>
                  <a:lnTo>
                    <a:pt x="9756" y="1250"/>
                  </a:lnTo>
                  <a:lnTo>
                    <a:pt x="9729" y="1356"/>
                  </a:lnTo>
                  <a:lnTo>
                    <a:pt x="9676" y="1463"/>
                  </a:lnTo>
                  <a:lnTo>
                    <a:pt x="9596" y="1542"/>
                  </a:lnTo>
                  <a:lnTo>
                    <a:pt x="9517" y="1649"/>
                  </a:lnTo>
                  <a:lnTo>
                    <a:pt x="9464" y="1755"/>
                  </a:lnTo>
                  <a:lnTo>
                    <a:pt x="9437" y="1861"/>
                  </a:lnTo>
                  <a:lnTo>
                    <a:pt x="9437" y="1968"/>
                  </a:lnTo>
                  <a:lnTo>
                    <a:pt x="9517" y="2765"/>
                  </a:lnTo>
                  <a:lnTo>
                    <a:pt x="9517" y="3562"/>
                  </a:lnTo>
                  <a:lnTo>
                    <a:pt x="9517" y="4333"/>
                  </a:lnTo>
                  <a:lnTo>
                    <a:pt x="9437" y="5131"/>
                  </a:lnTo>
                  <a:lnTo>
                    <a:pt x="9437" y="5264"/>
                  </a:lnTo>
                  <a:lnTo>
                    <a:pt x="9464" y="5370"/>
                  </a:lnTo>
                  <a:lnTo>
                    <a:pt x="9517" y="5476"/>
                  </a:lnTo>
                  <a:lnTo>
                    <a:pt x="9596" y="5556"/>
                  </a:lnTo>
                  <a:lnTo>
                    <a:pt x="9596" y="5583"/>
                  </a:lnTo>
                  <a:lnTo>
                    <a:pt x="9703" y="5689"/>
                  </a:lnTo>
                  <a:lnTo>
                    <a:pt x="9756" y="5795"/>
                  </a:lnTo>
                  <a:lnTo>
                    <a:pt x="9783" y="5928"/>
                  </a:lnTo>
                  <a:lnTo>
                    <a:pt x="9809" y="6061"/>
                  </a:lnTo>
                  <a:lnTo>
                    <a:pt x="9783" y="6194"/>
                  </a:lnTo>
                  <a:lnTo>
                    <a:pt x="9729" y="6327"/>
                  </a:lnTo>
                  <a:lnTo>
                    <a:pt x="9676" y="6433"/>
                  </a:lnTo>
                  <a:lnTo>
                    <a:pt x="9570" y="6540"/>
                  </a:lnTo>
                  <a:lnTo>
                    <a:pt x="9464" y="6619"/>
                  </a:lnTo>
                  <a:lnTo>
                    <a:pt x="9357" y="6672"/>
                  </a:lnTo>
                  <a:lnTo>
                    <a:pt x="9224" y="6699"/>
                  </a:lnTo>
                  <a:lnTo>
                    <a:pt x="9118" y="6699"/>
                  </a:lnTo>
                  <a:lnTo>
                    <a:pt x="8985" y="6672"/>
                  </a:lnTo>
                  <a:lnTo>
                    <a:pt x="8852" y="6646"/>
                  </a:lnTo>
                  <a:lnTo>
                    <a:pt x="8746" y="6566"/>
                  </a:lnTo>
                  <a:lnTo>
                    <a:pt x="8666" y="6486"/>
                  </a:lnTo>
                  <a:lnTo>
                    <a:pt x="8640" y="6460"/>
                  </a:lnTo>
                  <a:lnTo>
                    <a:pt x="8560" y="6407"/>
                  </a:lnTo>
                  <a:lnTo>
                    <a:pt x="8453" y="6353"/>
                  </a:lnTo>
                  <a:lnTo>
                    <a:pt x="8347" y="6327"/>
                  </a:lnTo>
                  <a:lnTo>
                    <a:pt x="8241" y="6327"/>
                  </a:lnTo>
                  <a:lnTo>
                    <a:pt x="6673" y="6407"/>
                  </a:lnTo>
                  <a:lnTo>
                    <a:pt x="5104" y="6433"/>
                  </a:lnTo>
                  <a:lnTo>
                    <a:pt x="3536" y="6407"/>
                  </a:lnTo>
                  <a:lnTo>
                    <a:pt x="1968" y="6327"/>
                  </a:lnTo>
                  <a:lnTo>
                    <a:pt x="1861" y="6327"/>
                  </a:lnTo>
                  <a:lnTo>
                    <a:pt x="1755" y="6353"/>
                  </a:lnTo>
                  <a:lnTo>
                    <a:pt x="1649" y="6407"/>
                  </a:lnTo>
                  <a:lnTo>
                    <a:pt x="1569" y="6460"/>
                  </a:lnTo>
                  <a:lnTo>
                    <a:pt x="1516" y="6513"/>
                  </a:lnTo>
                  <a:lnTo>
                    <a:pt x="1436" y="6593"/>
                  </a:lnTo>
                  <a:lnTo>
                    <a:pt x="1303" y="6672"/>
                  </a:lnTo>
                  <a:lnTo>
                    <a:pt x="1170" y="6699"/>
                  </a:lnTo>
                  <a:lnTo>
                    <a:pt x="904" y="6699"/>
                  </a:lnTo>
                  <a:lnTo>
                    <a:pt x="771" y="6646"/>
                  </a:lnTo>
                  <a:lnTo>
                    <a:pt x="665" y="6566"/>
                  </a:lnTo>
                  <a:lnTo>
                    <a:pt x="559" y="6486"/>
                  </a:lnTo>
                  <a:lnTo>
                    <a:pt x="506" y="6380"/>
                  </a:lnTo>
                  <a:lnTo>
                    <a:pt x="452" y="6247"/>
                  </a:lnTo>
                  <a:lnTo>
                    <a:pt x="426" y="6141"/>
                  </a:lnTo>
                  <a:lnTo>
                    <a:pt x="426" y="6008"/>
                  </a:lnTo>
                  <a:lnTo>
                    <a:pt x="426" y="5902"/>
                  </a:lnTo>
                  <a:lnTo>
                    <a:pt x="479" y="5769"/>
                  </a:lnTo>
                  <a:lnTo>
                    <a:pt x="532" y="5662"/>
                  </a:lnTo>
                  <a:lnTo>
                    <a:pt x="612" y="5556"/>
                  </a:lnTo>
                  <a:lnTo>
                    <a:pt x="692" y="5476"/>
                  </a:lnTo>
                  <a:lnTo>
                    <a:pt x="745" y="5370"/>
                  </a:lnTo>
                  <a:lnTo>
                    <a:pt x="771" y="5264"/>
                  </a:lnTo>
                  <a:lnTo>
                    <a:pt x="771" y="5131"/>
                  </a:lnTo>
                  <a:lnTo>
                    <a:pt x="692" y="4333"/>
                  </a:lnTo>
                  <a:lnTo>
                    <a:pt x="665" y="3562"/>
                  </a:lnTo>
                  <a:lnTo>
                    <a:pt x="692" y="2765"/>
                  </a:lnTo>
                  <a:lnTo>
                    <a:pt x="771" y="1968"/>
                  </a:lnTo>
                  <a:lnTo>
                    <a:pt x="771" y="1861"/>
                  </a:lnTo>
                  <a:lnTo>
                    <a:pt x="745" y="1755"/>
                  </a:lnTo>
                  <a:lnTo>
                    <a:pt x="692" y="1649"/>
                  </a:lnTo>
                  <a:lnTo>
                    <a:pt x="612" y="1542"/>
                  </a:lnTo>
                  <a:lnTo>
                    <a:pt x="612" y="1516"/>
                  </a:lnTo>
                  <a:lnTo>
                    <a:pt x="506" y="1409"/>
                  </a:lnTo>
                  <a:lnTo>
                    <a:pt x="452" y="1303"/>
                  </a:lnTo>
                  <a:lnTo>
                    <a:pt x="426" y="1170"/>
                  </a:lnTo>
                  <a:lnTo>
                    <a:pt x="399" y="1037"/>
                  </a:lnTo>
                  <a:lnTo>
                    <a:pt x="426" y="904"/>
                  </a:lnTo>
                  <a:lnTo>
                    <a:pt x="479" y="771"/>
                  </a:lnTo>
                  <a:lnTo>
                    <a:pt x="532" y="665"/>
                  </a:lnTo>
                  <a:lnTo>
                    <a:pt x="639" y="559"/>
                  </a:lnTo>
                  <a:lnTo>
                    <a:pt x="718" y="506"/>
                  </a:lnTo>
                  <a:lnTo>
                    <a:pt x="825" y="452"/>
                  </a:lnTo>
                  <a:lnTo>
                    <a:pt x="931" y="426"/>
                  </a:lnTo>
                  <a:lnTo>
                    <a:pt x="1064" y="399"/>
                  </a:lnTo>
                  <a:lnTo>
                    <a:pt x="1197" y="426"/>
                  </a:lnTo>
                  <a:lnTo>
                    <a:pt x="1330" y="452"/>
                  </a:lnTo>
                  <a:lnTo>
                    <a:pt x="1436" y="532"/>
                  </a:lnTo>
                  <a:lnTo>
                    <a:pt x="1542" y="612"/>
                  </a:lnTo>
                  <a:lnTo>
                    <a:pt x="1569" y="638"/>
                  </a:lnTo>
                  <a:lnTo>
                    <a:pt x="1649" y="718"/>
                  </a:lnTo>
                  <a:lnTo>
                    <a:pt x="1755" y="745"/>
                  </a:lnTo>
                  <a:lnTo>
                    <a:pt x="1861" y="798"/>
                  </a:lnTo>
                  <a:lnTo>
                    <a:pt x="1968" y="798"/>
                  </a:lnTo>
                  <a:lnTo>
                    <a:pt x="3536" y="718"/>
                  </a:lnTo>
                  <a:lnTo>
                    <a:pt x="5104" y="692"/>
                  </a:lnTo>
                  <a:lnTo>
                    <a:pt x="6673" y="718"/>
                  </a:lnTo>
                  <a:lnTo>
                    <a:pt x="8241" y="798"/>
                  </a:lnTo>
                  <a:lnTo>
                    <a:pt x="8347" y="798"/>
                  </a:lnTo>
                  <a:lnTo>
                    <a:pt x="8453" y="745"/>
                  </a:lnTo>
                  <a:lnTo>
                    <a:pt x="8560" y="718"/>
                  </a:lnTo>
                  <a:lnTo>
                    <a:pt x="8640" y="638"/>
                  </a:lnTo>
                  <a:lnTo>
                    <a:pt x="8666" y="585"/>
                  </a:lnTo>
                  <a:lnTo>
                    <a:pt x="8799" y="506"/>
                  </a:lnTo>
                  <a:lnTo>
                    <a:pt x="8905" y="452"/>
                  </a:lnTo>
                  <a:lnTo>
                    <a:pt x="9038" y="399"/>
                  </a:lnTo>
                  <a:close/>
                  <a:moveTo>
                    <a:pt x="1117" y="1"/>
                  </a:moveTo>
                  <a:lnTo>
                    <a:pt x="904" y="27"/>
                  </a:lnTo>
                  <a:lnTo>
                    <a:pt x="718" y="54"/>
                  </a:lnTo>
                  <a:lnTo>
                    <a:pt x="532" y="160"/>
                  </a:lnTo>
                  <a:lnTo>
                    <a:pt x="373" y="266"/>
                  </a:lnTo>
                  <a:lnTo>
                    <a:pt x="213" y="426"/>
                  </a:lnTo>
                  <a:lnTo>
                    <a:pt x="107" y="612"/>
                  </a:lnTo>
                  <a:lnTo>
                    <a:pt x="27" y="798"/>
                  </a:lnTo>
                  <a:lnTo>
                    <a:pt x="1" y="1037"/>
                  </a:lnTo>
                  <a:lnTo>
                    <a:pt x="27" y="1250"/>
                  </a:lnTo>
                  <a:lnTo>
                    <a:pt x="80" y="1436"/>
                  </a:lnTo>
                  <a:lnTo>
                    <a:pt x="187" y="1649"/>
                  </a:lnTo>
                  <a:lnTo>
                    <a:pt x="320" y="1808"/>
                  </a:lnTo>
                  <a:lnTo>
                    <a:pt x="346" y="1835"/>
                  </a:lnTo>
                  <a:lnTo>
                    <a:pt x="373" y="1888"/>
                  </a:lnTo>
                  <a:lnTo>
                    <a:pt x="373" y="1941"/>
                  </a:lnTo>
                  <a:lnTo>
                    <a:pt x="293" y="2738"/>
                  </a:lnTo>
                  <a:lnTo>
                    <a:pt x="266" y="3562"/>
                  </a:lnTo>
                  <a:lnTo>
                    <a:pt x="293" y="4360"/>
                  </a:lnTo>
                  <a:lnTo>
                    <a:pt x="373" y="5184"/>
                  </a:lnTo>
                  <a:lnTo>
                    <a:pt x="373" y="5237"/>
                  </a:lnTo>
                  <a:lnTo>
                    <a:pt x="346" y="5290"/>
                  </a:lnTo>
                  <a:lnTo>
                    <a:pt x="213" y="5450"/>
                  </a:lnTo>
                  <a:lnTo>
                    <a:pt x="107" y="5609"/>
                  </a:lnTo>
                  <a:lnTo>
                    <a:pt x="54" y="5795"/>
                  </a:lnTo>
                  <a:lnTo>
                    <a:pt x="27" y="6008"/>
                  </a:lnTo>
                  <a:lnTo>
                    <a:pt x="27" y="6194"/>
                  </a:lnTo>
                  <a:lnTo>
                    <a:pt x="80" y="6380"/>
                  </a:lnTo>
                  <a:lnTo>
                    <a:pt x="160" y="6566"/>
                  </a:lnTo>
                  <a:lnTo>
                    <a:pt x="266" y="6752"/>
                  </a:lnTo>
                  <a:lnTo>
                    <a:pt x="426" y="6885"/>
                  </a:lnTo>
                  <a:lnTo>
                    <a:pt x="612" y="6991"/>
                  </a:lnTo>
                  <a:lnTo>
                    <a:pt x="825" y="7071"/>
                  </a:lnTo>
                  <a:lnTo>
                    <a:pt x="1037" y="7098"/>
                  </a:lnTo>
                  <a:lnTo>
                    <a:pt x="1276" y="7098"/>
                  </a:lnTo>
                  <a:lnTo>
                    <a:pt x="1463" y="7018"/>
                  </a:lnTo>
                  <a:lnTo>
                    <a:pt x="1649" y="6938"/>
                  </a:lnTo>
                  <a:lnTo>
                    <a:pt x="1808" y="6805"/>
                  </a:lnTo>
                  <a:lnTo>
                    <a:pt x="1861" y="6752"/>
                  </a:lnTo>
                  <a:lnTo>
                    <a:pt x="1888" y="6726"/>
                  </a:lnTo>
                  <a:lnTo>
                    <a:pt x="1941" y="6726"/>
                  </a:lnTo>
                  <a:lnTo>
                    <a:pt x="3536" y="6805"/>
                  </a:lnTo>
                  <a:lnTo>
                    <a:pt x="5104" y="6832"/>
                  </a:lnTo>
                  <a:lnTo>
                    <a:pt x="6673" y="6805"/>
                  </a:lnTo>
                  <a:lnTo>
                    <a:pt x="8267" y="6726"/>
                  </a:lnTo>
                  <a:lnTo>
                    <a:pt x="8321" y="6726"/>
                  </a:lnTo>
                  <a:lnTo>
                    <a:pt x="8347" y="6752"/>
                  </a:lnTo>
                  <a:lnTo>
                    <a:pt x="8374" y="6779"/>
                  </a:lnTo>
                  <a:lnTo>
                    <a:pt x="8533" y="6912"/>
                  </a:lnTo>
                  <a:lnTo>
                    <a:pt x="8719" y="7018"/>
                  </a:lnTo>
                  <a:lnTo>
                    <a:pt x="8905" y="7071"/>
                  </a:lnTo>
                  <a:lnTo>
                    <a:pt x="9091" y="7098"/>
                  </a:lnTo>
                  <a:lnTo>
                    <a:pt x="9277" y="7098"/>
                  </a:lnTo>
                  <a:lnTo>
                    <a:pt x="9490" y="7045"/>
                  </a:lnTo>
                  <a:lnTo>
                    <a:pt x="9676" y="6965"/>
                  </a:lnTo>
                  <a:lnTo>
                    <a:pt x="9836" y="6832"/>
                  </a:lnTo>
                  <a:lnTo>
                    <a:pt x="9995" y="6672"/>
                  </a:lnTo>
                  <a:lnTo>
                    <a:pt x="10102" y="6513"/>
                  </a:lnTo>
                  <a:lnTo>
                    <a:pt x="10181" y="6300"/>
                  </a:lnTo>
                  <a:lnTo>
                    <a:pt x="10208" y="6088"/>
                  </a:lnTo>
                  <a:lnTo>
                    <a:pt x="10181" y="5875"/>
                  </a:lnTo>
                  <a:lnTo>
                    <a:pt x="10128" y="5662"/>
                  </a:lnTo>
                  <a:lnTo>
                    <a:pt x="10022" y="5476"/>
                  </a:lnTo>
                  <a:lnTo>
                    <a:pt x="9889" y="5290"/>
                  </a:lnTo>
                  <a:lnTo>
                    <a:pt x="9862" y="5290"/>
                  </a:lnTo>
                  <a:lnTo>
                    <a:pt x="9836" y="5237"/>
                  </a:lnTo>
                  <a:lnTo>
                    <a:pt x="9836" y="5184"/>
                  </a:lnTo>
                  <a:lnTo>
                    <a:pt x="9915" y="4360"/>
                  </a:lnTo>
                  <a:lnTo>
                    <a:pt x="9942" y="3562"/>
                  </a:lnTo>
                  <a:lnTo>
                    <a:pt x="9915" y="2738"/>
                  </a:lnTo>
                  <a:lnTo>
                    <a:pt x="9836" y="1941"/>
                  </a:lnTo>
                  <a:lnTo>
                    <a:pt x="9836" y="1888"/>
                  </a:lnTo>
                  <a:lnTo>
                    <a:pt x="9862" y="1835"/>
                  </a:lnTo>
                  <a:lnTo>
                    <a:pt x="9995" y="1675"/>
                  </a:lnTo>
                  <a:lnTo>
                    <a:pt x="10102" y="1516"/>
                  </a:lnTo>
                  <a:lnTo>
                    <a:pt x="10155" y="1330"/>
                  </a:lnTo>
                  <a:lnTo>
                    <a:pt x="10181" y="1144"/>
                  </a:lnTo>
                  <a:lnTo>
                    <a:pt x="10181" y="957"/>
                  </a:lnTo>
                  <a:lnTo>
                    <a:pt x="10155" y="771"/>
                  </a:lnTo>
                  <a:lnTo>
                    <a:pt x="10102" y="585"/>
                  </a:lnTo>
                  <a:lnTo>
                    <a:pt x="9995" y="426"/>
                  </a:lnTo>
                  <a:lnTo>
                    <a:pt x="9836" y="266"/>
                  </a:lnTo>
                  <a:lnTo>
                    <a:pt x="9650" y="133"/>
                  </a:lnTo>
                  <a:lnTo>
                    <a:pt x="9437" y="54"/>
                  </a:lnTo>
                  <a:lnTo>
                    <a:pt x="9224" y="1"/>
                  </a:lnTo>
                  <a:lnTo>
                    <a:pt x="8985" y="27"/>
                  </a:lnTo>
                  <a:lnTo>
                    <a:pt x="8772" y="80"/>
                  </a:lnTo>
                  <a:lnTo>
                    <a:pt x="8560" y="160"/>
                  </a:lnTo>
                  <a:lnTo>
                    <a:pt x="8400" y="320"/>
                  </a:lnTo>
                  <a:lnTo>
                    <a:pt x="8347" y="346"/>
                  </a:lnTo>
                  <a:lnTo>
                    <a:pt x="8321" y="373"/>
                  </a:lnTo>
                  <a:lnTo>
                    <a:pt x="8267" y="399"/>
                  </a:lnTo>
                  <a:lnTo>
                    <a:pt x="6673" y="320"/>
                  </a:lnTo>
                  <a:lnTo>
                    <a:pt x="5104" y="293"/>
                  </a:lnTo>
                  <a:lnTo>
                    <a:pt x="3536" y="320"/>
                  </a:lnTo>
                  <a:lnTo>
                    <a:pt x="1941" y="399"/>
                  </a:lnTo>
                  <a:lnTo>
                    <a:pt x="1888" y="373"/>
                  </a:lnTo>
                  <a:lnTo>
                    <a:pt x="1861" y="346"/>
                  </a:lnTo>
                  <a:lnTo>
                    <a:pt x="1835" y="346"/>
                  </a:lnTo>
                  <a:lnTo>
                    <a:pt x="1675" y="213"/>
                  </a:lnTo>
                  <a:lnTo>
                    <a:pt x="1489" y="107"/>
                  </a:lnTo>
                  <a:lnTo>
                    <a:pt x="1303" y="27"/>
                  </a:lnTo>
                  <a:lnTo>
                    <a:pt x="111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85"/>
            <p:cNvSpPr/>
            <p:nvPr/>
          </p:nvSpPr>
          <p:spPr>
            <a:xfrm>
              <a:off x="276650" y="4257975"/>
              <a:ext cx="15325" cy="93075"/>
            </a:xfrm>
            <a:custGeom>
              <a:rect b="b" l="l" r="r" t="t"/>
              <a:pathLst>
                <a:path extrusionOk="0" h="3723" w="613">
                  <a:moveTo>
                    <a:pt x="134" y="1"/>
                  </a:moveTo>
                  <a:lnTo>
                    <a:pt x="80" y="27"/>
                  </a:lnTo>
                  <a:lnTo>
                    <a:pt x="27" y="80"/>
                  </a:lnTo>
                  <a:lnTo>
                    <a:pt x="1" y="160"/>
                  </a:lnTo>
                  <a:lnTo>
                    <a:pt x="1" y="240"/>
                  </a:lnTo>
                  <a:lnTo>
                    <a:pt x="80" y="639"/>
                  </a:lnTo>
                  <a:lnTo>
                    <a:pt x="160" y="1037"/>
                  </a:lnTo>
                  <a:lnTo>
                    <a:pt x="187" y="1436"/>
                  </a:lnTo>
                  <a:lnTo>
                    <a:pt x="213" y="1861"/>
                  </a:lnTo>
                  <a:lnTo>
                    <a:pt x="187" y="2260"/>
                  </a:lnTo>
                  <a:lnTo>
                    <a:pt x="160" y="2659"/>
                  </a:lnTo>
                  <a:lnTo>
                    <a:pt x="80" y="3058"/>
                  </a:lnTo>
                  <a:lnTo>
                    <a:pt x="1" y="3483"/>
                  </a:lnTo>
                  <a:lnTo>
                    <a:pt x="1" y="3563"/>
                  </a:lnTo>
                  <a:lnTo>
                    <a:pt x="54" y="3669"/>
                  </a:lnTo>
                  <a:lnTo>
                    <a:pt x="134" y="3722"/>
                  </a:lnTo>
                  <a:lnTo>
                    <a:pt x="240" y="3722"/>
                  </a:lnTo>
                  <a:lnTo>
                    <a:pt x="346" y="3669"/>
                  </a:lnTo>
                  <a:lnTo>
                    <a:pt x="399" y="3563"/>
                  </a:lnTo>
                  <a:lnTo>
                    <a:pt x="479" y="3137"/>
                  </a:lnTo>
                  <a:lnTo>
                    <a:pt x="559" y="2712"/>
                  </a:lnTo>
                  <a:lnTo>
                    <a:pt x="586" y="2287"/>
                  </a:lnTo>
                  <a:lnTo>
                    <a:pt x="612" y="1861"/>
                  </a:lnTo>
                  <a:lnTo>
                    <a:pt x="586" y="1410"/>
                  </a:lnTo>
                  <a:lnTo>
                    <a:pt x="559" y="984"/>
                  </a:lnTo>
                  <a:lnTo>
                    <a:pt x="479" y="559"/>
                  </a:lnTo>
                  <a:lnTo>
                    <a:pt x="399" y="134"/>
                  </a:lnTo>
                  <a:lnTo>
                    <a:pt x="346" y="54"/>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 name="Google Shape;1311;p85"/>
            <p:cNvSpPr/>
            <p:nvPr/>
          </p:nvSpPr>
          <p:spPr>
            <a:xfrm>
              <a:off x="355075" y="4147000"/>
              <a:ext cx="41875" cy="41900"/>
            </a:xfrm>
            <a:custGeom>
              <a:rect b="b" l="l" r="r" t="t"/>
              <a:pathLst>
                <a:path extrusionOk="0" h="1676" w="1675">
                  <a:moveTo>
                    <a:pt x="213" y="1"/>
                  </a:moveTo>
                  <a:lnTo>
                    <a:pt x="133" y="27"/>
                  </a:lnTo>
                  <a:lnTo>
                    <a:pt x="107" y="80"/>
                  </a:lnTo>
                  <a:lnTo>
                    <a:pt x="80" y="160"/>
                  </a:lnTo>
                  <a:lnTo>
                    <a:pt x="80" y="240"/>
                  </a:lnTo>
                  <a:lnTo>
                    <a:pt x="107" y="320"/>
                  </a:lnTo>
                  <a:lnTo>
                    <a:pt x="160" y="373"/>
                  </a:lnTo>
                  <a:lnTo>
                    <a:pt x="240" y="399"/>
                  </a:lnTo>
                  <a:lnTo>
                    <a:pt x="957" y="479"/>
                  </a:lnTo>
                  <a:lnTo>
                    <a:pt x="80" y="1144"/>
                  </a:lnTo>
                  <a:lnTo>
                    <a:pt x="27" y="1197"/>
                  </a:lnTo>
                  <a:lnTo>
                    <a:pt x="0" y="1250"/>
                  </a:lnTo>
                  <a:lnTo>
                    <a:pt x="0" y="1303"/>
                  </a:lnTo>
                  <a:lnTo>
                    <a:pt x="0" y="1356"/>
                  </a:lnTo>
                  <a:lnTo>
                    <a:pt x="27" y="1409"/>
                  </a:lnTo>
                  <a:lnTo>
                    <a:pt x="53" y="1463"/>
                  </a:lnTo>
                  <a:lnTo>
                    <a:pt x="107" y="1489"/>
                  </a:lnTo>
                  <a:lnTo>
                    <a:pt x="160" y="1516"/>
                  </a:lnTo>
                  <a:lnTo>
                    <a:pt x="1462" y="1675"/>
                  </a:lnTo>
                  <a:lnTo>
                    <a:pt x="1489" y="1675"/>
                  </a:lnTo>
                  <a:lnTo>
                    <a:pt x="1569" y="1649"/>
                  </a:lnTo>
                  <a:lnTo>
                    <a:pt x="1622" y="1622"/>
                  </a:lnTo>
                  <a:lnTo>
                    <a:pt x="1675" y="1569"/>
                  </a:lnTo>
                  <a:lnTo>
                    <a:pt x="1675" y="1489"/>
                  </a:lnTo>
                  <a:lnTo>
                    <a:pt x="1675" y="1409"/>
                  </a:lnTo>
                  <a:lnTo>
                    <a:pt x="1648" y="1356"/>
                  </a:lnTo>
                  <a:lnTo>
                    <a:pt x="1569" y="1303"/>
                  </a:lnTo>
                  <a:lnTo>
                    <a:pt x="1515" y="1277"/>
                  </a:lnTo>
                  <a:lnTo>
                    <a:pt x="691" y="1170"/>
                  </a:lnTo>
                  <a:lnTo>
                    <a:pt x="1569" y="506"/>
                  </a:lnTo>
                  <a:lnTo>
                    <a:pt x="1622" y="453"/>
                  </a:lnTo>
                  <a:lnTo>
                    <a:pt x="1648" y="399"/>
                  </a:lnTo>
                  <a:lnTo>
                    <a:pt x="1648" y="346"/>
                  </a:lnTo>
                  <a:lnTo>
                    <a:pt x="1648" y="293"/>
                  </a:lnTo>
                  <a:lnTo>
                    <a:pt x="1622" y="240"/>
                  </a:lnTo>
                  <a:lnTo>
                    <a:pt x="1595" y="187"/>
                  </a:lnTo>
                  <a:lnTo>
                    <a:pt x="1542" y="160"/>
                  </a:lnTo>
                  <a:lnTo>
                    <a:pt x="1489" y="160"/>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85"/>
            <p:cNvSpPr/>
            <p:nvPr/>
          </p:nvSpPr>
          <p:spPr>
            <a:xfrm>
              <a:off x="408225" y="4171600"/>
              <a:ext cx="37900" cy="37900"/>
            </a:xfrm>
            <a:custGeom>
              <a:rect b="b" l="l" r="r" t="t"/>
              <a:pathLst>
                <a:path extrusionOk="0" h="1516" w="1516">
                  <a:moveTo>
                    <a:pt x="213" y="0"/>
                  </a:moveTo>
                  <a:lnTo>
                    <a:pt x="160" y="53"/>
                  </a:lnTo>
                  <a:lnTo>
                    <a:pt x="107" y="106"/>
                  </a:lnTo>
                  <a:lnTo>
                    <a:pt x="81" y="186"/>
                  </a:lnTo>
                  <a:lnTo>
                    <a:pt x="81" y="266"/>
                  </a:lnTo>
                  <a:lnTo>
                    <a:pt x="107" y="319"/>
                  </a:lnTo>
                  <a:lnTo>
                    <a:pt x="160" y="372"/>
                  </a:lnTo>
                  <a:lnTo>
                    <a:pt x="240" y="399"/>
                  </a:lnTo>
                  <a:lnTo>
                    <a:pt x="798" y="479"/>
                  </a:lnTo>
                  <a:lnTo>
                    <a:pt x="81" y="1010"/>
                  </a:lnTo>
                  <a:lnTo>
                    <a:pt x="54" y="1063"/>
                  </a:lnTo>
                  <a:lnTo>
                    <a:pt x="27" y="1117"/>
                  </a:lnTo>
                  <a:lnTo>
                    <a:pt x="1" y="1170"/>
                  </a:lnTo>
                  <a:lnTo>
                    <a:pt x="1" y="1223"/>
                  </a:lnTo>
                  <a:lnTo>
                    <a:pt x="27" y="1276"/>
                  </a:lnTo>
                  <a:lnTo>
                    <a:pt x="81" y="1329"/>
                  </a:lnTo>
                  <a:lnTo>
                    <a:pt x="134" y="1356"/>
                  </a:lnTo>
                  <a:lnTo>
                    <a:pt x="187" y="1382"/>
                  </a:lnTo>
                  <a:lnTo>
                    <a:pt x="1303" y="1515"/>
                  </a:lnTo>
                  <a:lnTo>
                    <a:pt x="1330" y="1515"/>
                  </a:lnTo>
                  <a:lnTo>
                    <a:pt x="1410" y="1489"/>
                  </a:lnTo>
                  <a:lnTo>
                    <a:pt x="1463" y="1462"/>
                  </a:lnTo>
                  <a:lnTo>
                    <a:pt x="1516" y="1409"/>
                  </a:lnTo>
                  <a:lnTo>
                    <a:pt x="1516" y="1329"/>
                  </a:lnTo>
                  <a:lnTo>
                    <a:pt x="1516" y="1249"/>
                  </a:lnTo>
                  <a:lnTo>
                    <a:pt x="1489" y="1196"/>
                  </a:lnTo>
                  <a:lnTo>
                    <a:pt x="1436" y="1143"/>
                  </a:lnTo>
                  <a:lnTo>
                    <a:pt x="1356" y="1117"/>
                  </a:lnTo>
                  <a:lnTo>
                    <a:pt x="719" y="1037"/>
                  </a:lnTo>
                  <a:lnTo>
                    <a:pt x="1410" y="505"/>
                  </a:lnTo>
                  <a:lnTo>
                    <a:pt x="1463" y="452"/>
                  </a:lnTo>
                  <a:lnTo>
                    <a:pt x="1489" y="399"/>
                  </a:lnTo>
                  <a:lnTo>
                    <a:pt x="1489" y="346"/>
                  </a:lnTo>
                  <a:lnTo>
                    <a:pt x="1489" y="293"/>
                  </a:lnTo>
                  <a:lnTo>
                    <a:pt x="1463" y="239"/>
                  </a:lnTo>
                  <a:lnTo>
                    <a:pt x="1436" y="186"/>
                  </a:lnTo>
                  <a:lnTo>
                    <a:pt x="1383" y="160"/>
                  </a:lnTo>
                  <a:lnTo>
                    <a:pt x="1330" y="133"/>
                  </a:lnTo>
                  <a:lnTo>
                    <a:pt x="29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3" name="Google Shape;1313;p85"/>
          <p:cNvGrpSpPr/>
          <p:nvPr/>
        </p:nvGrpSpPr>
        <p:grpSpPr>
          <a:xfrm>
            <a:off x="1659031" y="3827908"/>
            <a:ext cx="257599" cy="250028"/>
            <a:chOff x="2536750" y="4149000"/>
            <a:chExt cx="249225" cy="241900"/>
          </a:xfrm>
        </p:grpSpPr>
        <p:sp>
          <p:nvSpPr>
            <p:cNvPr id="1314" name="Google Shape;1314;p85"/>
            <p:cNvSpPr/>
            <p:nvPr/>
          </p:nvSpPr>
          <p:spPr>
            <a:xfrm>
              <a:off x="2536750" y="4149000"/>
              <a:ext cx="178775" cy="241900"/>
            </a:xfrm>
            <a:custGeom>
              <a:rect b="b" l="l" r="r" t="t"/>
              <a:pathLst>
                <a:path extrusionOk="0" h="9676" w="7151">
                  <a:moveTo>
                    <a:pt x="6380" y="399"/>
                  </a:moveTo>
                  <a:lnTo>
                    <a:pt x="6752" y="426"/>
                  </a:lnTo>
                  <a:lnTo>
                    <a:pt x="6752" y="2526"/>
                  </a:lnTo>
                  <a:lnTo>
                    <a:pt x="6326" y="2526"/>
                  </a:lnTo>
                  <a:lnTo>
                    <a:pt x="5928" y="2579"/>
                  </a:lnTo>
                  <a:lnTo>
                    <a:pt x="5529" y="2659"/>
                  </a:lnTo>
                  <a:lnTo>
                    <a:pt x="5130" y="2765"/>
                  </a:lnTo>
                  <a:lnTo>
                    <a:pt x="4678" y="2871"/>
                  </a:lnTo>
                  <a:lnTo>
                    <a:pt x="4226" y="2951"/>
                  </a:lnTo>
                  <a:lnTo>
                    <a:pt x="4147" y="2978"/>
                  </a:lnTo>
                  <a:lnTo>
                    <a:pt x="4094" y="3031"/>
                  </a:lnTo>
                  <a:lnTo>
                    <a:pt x="4067" y="3084"/>
                  </a:lnTo>
                  <a:lnTo>
                    <a:pt x="4040" y="3164"/>
                  </a:lnTo>
                  <a:lnTo>
                    <a:pt x="4040" y="7204"/>
                  </a:lnTo>
                  <a:lnTo>
                    <a:pt x="4040" y="7390"/>
                  </a:lnTo>
                  <a:lnTo>
                    <a:pt x="4014" y="7576"/>
                  </a:lnTo>
                  <a:lnTo>
                    <a:pt x="3961" y="7762"/>
                  </a:lnTo>
                  <a:lnTo>
                    <a:pt x="3908" y="7948"/>
                  </a:lnTo>
                  <a:lnTo>
                    <a:pt x="3828" y="8108"/>
                  </a:lnTo>
                  <a:lnTo>
                    <a:pt x="3721" y="8267"/>
                  </a:lnTo>
                  <a:lnTo>
                    <a:pt x="3615" y="8427"/>
                  </a:lnTo>
                  <a:lnTo>
                    <a:pt x="3509" y="8560"/>
                  </a:lnTo>
                  <a:lnTo>
                    <a:pt x="3376" y="8692"/>
                  </a:lnTo>
                  <a:lnTo>
                    <a:pt x="3243" y="8825"/>
                  </a:lnTo>
                  <a:lnTo>
                    <a:pt x="3083" y="8932"/>
                  </a:lnTo>
                  <a:lnTo>
                    <a:pt x="2924" y="9038"/>
                  </a:lnTo>
                  <a:lnTo>
                    <a:pt x="2738" y="9118"/>
                  </a:lnTo>
                  <a:lnTo>
                    <a:pt x="2578" y="9171"/>
                  </a:lnTo>
                  <a:lnTo>
                    <a:pt x="2392" y="9224"/>
                  </a:lnTo>
                  <a:lnTo>
                    <a:pt x="2206" y="9251"/>
                  </a:lnTo>
                  <a:lnTo>
                    <a:pt x="2020" y="9277"/>
                  </a:lnTo>
                  <a:lnTo>
                    <a:pt x="1861" y="9277"/>
                  </a:lnTo>
                  <a:lnTo>
                    <a:pt x="1675" y="9251"/>
                  </a:lnTo>
                  <a:lnTo>
                    <a:pt x="1515" y="9198"/>
                  </a:lnTo>
                  <a:lnTo>
                    <a:pt x="1356" y="9144"/>
                  </a:lnTo>
                  <a:lnTo>
                    <a:pt x="1196" y="9065"/>
                  </a:lnTo>
                  <a:lnTo>
                    <a:pt x="1063" y="8985"/>
                  </a:lnTo>
                  <a:lnTo>
                    <a:pt x="904" y="8879"/>
                  </a:lnTo>
                  <a:lnTo>
                    <a:pt x="797" y="8746"/>
                  </a:lnTo>
                  <a:lnTo>
                    <a:pt x="691" y="8613"/>
                  </a:lnTo>
                  <a:lnTo>
                    <a:pt x="611" y="8480"/>
                  </a:lnTo>
                  <a:lnTo>
                    <a:pt x="532" y="8320"/>
                  </a:lnTo>
                  <a:lnTo>
                    <a:pt x="479" y="8161"/>
                  </a:lnTo>
                  <a:lnTo>
                    <a:pt x="425" y="8001"/>
                  </a:lnTo>
                  <a:lnTo>
                    <a:pt x="399" y="7815"/>
                  </a:lnTo>
                  <a:lnTo>
                    <a:pt x="399" y="7656"/>
                  </a:lnTo>
                  <a:lnTo>
                    <a:pt x="399" y="7470"/>
                  </a:lnTo>
                  <a:lnTo>
                    <a:pt x="425" y="7284"/>
                  </a:lnTo>
                  <a:lnTo>
                    <a:pt x="479" y="7098"/>
                  </a:lnTo>
                  <a:lnTo>
                    <a:pt x="532" y="6912"/>
                  </a:lnTo>
                  <a:lnTo>
                    <a:pt x="611" y="6752"/>
                  </a:lnTo>
                  <a:lnTo>
                    <a:pt x="718" y="6593"/>
                  </a:lnTo>
                  <a:lnTo>
                    <a:pt x="824" y="6433"/>
                  </a:lnTo>
                  <a:lnTo>
                    <a:pt x="930" y="6300"/>
                  </a:lnTo>
                  <a:lnTo>
                    <a:pt x="1063" y="6141"/>
                  </a:lnTo>
                  <a:lnTo>
                    <a:pt x="1223" y="6034"/>
                  </a:lnTo>
                  <a:lnTo>
                    <a:pt x="1356" y="5928"/>
                  </a:lnTo>
                  <a:lnTo>
                    <a:pt x="1515" y="5822"/>
                  </a:lnTo>
                  <a:lnTo>
                    <a:pt x="1701" y="5742"/>
                  </a:lnTo>
                  <a:lnTo>
                    <a:pt x="1861" y="5689"/>
                  </a:lnTo>
                  <a:lnTo>
                    <a:pt x="2047" y="5636"/>
                  </a:lnTo>
                  <a:lnTo>
                    <a:pt x="2233" y="5609"/>
                  </a:lnTo>
                  <a:lnTo>
                    <a:pt x="2472" y="5582"/>
                  </a:lnTo>
                  <a:lnTo>
                    <a:pt x="2711" y="5609"/>
                  </a:lnTo>
                  <a:lnTo>
                    <a:pt x="2897" y="5662"/>
                  </a:lnTo>
                  <a:lnTo>
                    <a:pt x="3083" y="5742"/>
                  </a:lnTo>
                  <a:lnTo>
                    <a:pt x="3376" y="5875"/>
                  </a:lnTo>
                  <a:lnTo>
                    <a:pt x="3509" y="5981"/>
                  </a:lnTo>
                  <a:lnTo>
                    <a:pt x="3562" y="6008"/>
                  </a:lnTo>
                  <a:lnTo>
                    <a:pt x="3642" y="6008"/>
                  </a:lnTo>
                  <a:lnTo>
                    <a:pt x="3721" y="5981"/>
                  </a:lnTo>
                  <a:lnTo>
                    <a:pt x="3775" y="5955"/>
                  </a:lnTo>
                  <a:lnTo>
                    <a:pt x="3828" y="5875"/>
                  </a:lnTo>
                  <a:lnTo>
                    <a:pt x="3828" y="5795"/>
                  </a:lnTo>
                  <a:lnTo>
                    <a:pt x="3801" y="5742"/>
                  </a:lnTo>
                  <a:lnTo>
                    <a:pt x="3775" y="5662"/>
                  </a:lnTo>
                  <a:lnTo>
                    <a:pt x="3642" y="5556"/>
                  </a:lnTo>
                  <a:lnTo>
                    <a:pt x="3642" y="851"/>
                  </a:lnTo>
                  <a:lnTo>
                    <a:pt x="3828" y="878"/>
                  </a:lnTo>
                  <a:lnTo>
                    <a:pt x="4040" y="851"/>
                  </a:lnTo>
                  <a:lnTo>
                    <a:pt x="4439" y="824"/>
                  </a:lnTo>
                  <a:lnTo>
                    <a:pt x="4838" y="718"/>
                  </a:lnTo>
                  <a:lnTo>
                    <a:pt x="5237" y="638"/>
                  </a:lnTo>
                  <a:lnTo>
                    <a:pt x="5635" y="532"/>
                  </a:lnTo>
                  <a:lnTo>
                    <a:pt x="6007" y="452"/>
                  </a:lnTo>
                  <a:lnTo>
                    <a:pt x="6380" y="399"/>
                  </a:lnTo>
                  <a:close/>
                  <a:moveTo>
                    <a:pt x="6512" y="0"/>
                  </a:moveTo>
                  <a:lnTo>
                    <a:pt x="6273" y="27"/>
                  </a:lnTo>
                  <a:lnTo>
                    <a:pt x="6061" y="54"/>
                  </a:lnTo>
                  <a:lnTo>
                    <a:pt x="5582" y="133"/>
                  </a:lnTo>
                  <a:lnTo>
                    <a:pt x="5130" y="240"/>
                  </a:lnTo>
                  <a:lnTo>
                    <a:pt x="4705" y="346"/>
                  </a:lnTo>
                  <a:lnTo>
                    <a:pt x="4280" y="426"/>
                  </a:lnTo>
                  <a:lnTo>
                    <a:pt x="3881" y="479"/>
                  </a:lnTo>
                  <a:lnTo>
                    <a:pt x="3668" y="452"/>
                  </a:lnTo>
                  <a:lnTo>
                    <a:pt x="3456" y="426"/>
                  </a:lnTo>
                  <a:lnTo>
                    <a:pt x="3376" y="426"/>
                  </a:lnTo>
                  <a:lnTo>
                    <a:pt x="3296" y="479"/>
                  </a:lnTo>
                  <a:lnTo>
                    <a:pt x="3243" y="559"/>
                  </a:lnTo>
                  <a:lnTo>
                    <a:pt x="3243" y="638"/>
                  </a:lnTo>
                  <a:lnTo>
                    <a:pt x="3243" y="5343"/>
                  </a:lnTo>
                  <a:lnTo>
                    <a:pt x="2977" y="5264"/>
                  </a:lnTo>
                  <a:lnTo>
                    <a:pt x="2711" y="5210"/>
                  </a:lnTo>
                  <a:lnTo>
                    <a:pt x="2472" y="5184"/>
                  </a:lnTo>
                  <a:lnTo>
                    <a:pt x="2206" y="5210"/>
                  </a:lnTo>
                  <a:lnTo>
                    <a:pt x="1967" y="5237"/>
                  </a:lnTo>
                  <a:lnTo>
                    <a:pt x="1754" y="5290"/>
                  </a:lnTo>
                  <a:lnTo>
                    <a:pt x="1542" y="5370"/>
                  </a:lnTo>
                  <a:lnTo>
                    <a:pt x="1329" y="5476"/>
                  </a:lnTo>
                  <a:lnTo>
                    <a:pt x="1143" y="5582"/>
                  </a:lnTo>
                  <a:lnTo>
                    <a:pt x="957" y="5715"/>
                  </a:lnTo>
                  <a:lnTo>
                    <a:pt x="797" y="5848"/>
                  </a:lnTo>
                  <a:lnTo>
                    <a:pt x="638" y="6008"/>
                  </a:lnTo>
                  <a:lnTo>
                    <a:pt x="505" y="6194"/>
                  </a:lnTo>
                  <a:lnTo>
                    <a:pt x="372" y="6380"/>
                  </a:lnTo>
                  <a:lnTo>
                    <a:pt x="266" y="6566"/>
                  </a:lnTo>
                  <a:lnTo>
                    <a:pt x="160" y="6779"/>
                  </a:lnTo>
                  <a:lnTo>
                    <a:pt x="80" y="6991"/>
                  </a:lnTo>
                  <a:lnTo>
                    <a:pt x="27" y="7204"/>
                  </a:lnTo>
                  <a:lnTo>
                    <a:pt x="0" y="7417"/>
                  </a:lnTo>
                  <a:lnTo>
                    <a:pt x="0" y="7656"/>
                  </a:lnTo>
                  <a:lnTo>
                    <a:pt x="0" y="7842"/>
                  </a:lnTo>
                  <a:lnTo>
                    <a:pt x="27" y="8055"/>
                  </a:lnTo>
                  <a:lnTo>
                    <a:pt x="80" y="8241"/>
                  </a:lnTo>
                  <a:lnTo>
                    <a:pt x="133" y="8427"/>
                  </a:lnTo>
                  <a:lnTo>
                    <a:pt x="213" y="8613"/>
                  </a:lnTo>
                  <a:lnTo>
                    <a:pt x="319" y="8772"/>
                  </a:lnTo>
                  <a:lnTo>
                    <a:pt x="425" y="8932"/>
                  </a:lnTo>
                  <a:lnTo>
                    <a:pt x="558" y="9091"/>
                  </a:lnTo>
                  <a:lnTo>
                    <a:pt x="718" y="9224"/>
                  </a:lnTo>
                  <a:lnTo>
                    <a:pt x="877" y="9330"/>
                  </a:lnTo>
                  <a:lnTo>
                    <a:pt x="1037" y="9437"/>
                  </a:lnTo>
                  <a:lnTo>
                    <a:pt x="1223" y="9517"/>
                  </a:lnTo>
                  <a:lnTo>
                    <a:pt x="1409" y="9596"/>
                  </a:lnTo>
                  <a:lnTo>
                    <a:pt x="1595" y="9623"/>
                  </a:lnTo>
                  <a:lnTo>
                    <a:pt x="1781" y="9649"/>
                  </a:lnTo>
                  <a:lnTo>
                    <a:pt x="1994" y="9676"/>
                  </a:lnTo>
                  <a:lnTo>
                    <a:pt x="2233" y="9649"/>
                  </a:lnTo>
                  <a:lnTo>
                    <a:pt x="2472" y="9623"/>
                  </a:lnTo>
                  <a:lnTo>
                    <a:pt x="2685" y="9570"/>
                  </a:lnTo>
                  <a:lnTo>
                    <a:pt x="2897" y="9490"/>
                  </a:lnTo>
                  <a:lnTo>
                    <a:pt x="3110" y="9384"/>
                  </a:lnTo>
                  <a:lnTo>
                    <a:pt x="3296" y="9277"/>
                  </a:lnTo>
                  <a:lnTo>
                    <a:pt x="3482" y="9144"/>
                  </a:lnTo>
                  <a:lnTo>
                    <a:pt x="3642" y="8985"/>
                  </a:lnTo>
                  <a:lnTo>
                    <a:pt x="3801" y="8825"/>
                  </a:lnTo>
                  <a:lnTo>
                    <a:pt x="3934" y="8666"/>
                  </a:lnTo>
                  <a:lnTo>
                    <a:pt x="4067" y="8480"/>
                  </a:lnTo>
                  <a:lnTo>
                    <a:pt x="4173" y="8294"/>
                  </a:lnTo>
                  <a:lnTo>
                    <a:pt x="4280" y="8081"/>
                  </a:lnTo>
                  <a:lnTo>
                    <a:pt x="4359" y="7868"/>
                  </a:lnTo>
                  <a:lnTo>
                    <a:pt x="4413" y="7656"/>
                  </a:lnTo>
                  <a:lnTo>
                    <a:pt x="4439" y="7443"/>
                  </a:lnTo>
                  <a:lnTo>
                    <a:pt x="4439" y="7204"/>
                  </a:lnTo>
                  <a:lnTo>
                    <a:pt x="4439" y="3323"/>
                  </a:lnTo>
                  <a:lnTo>
                    <a:pt x="4838" y="3243"/>
                  </a:lnTo>
                  <a:lnTo>
                    <a:pt x="5237" y="3137"/>
                  </a:lnTo>
                  <a:lnTo>
                    <a:pt x="5662" y="3031"/>
                  </a:lnTo>
                  <a:lnTo>
                    <a:pt x="6087" y="2951"/>
                  </a:lnTo>
                  <a:lnTo>
                    <a:pt x="6512" y="2924"/>
                  </a:lnTo>
                  <a:lnTo>
                    <a:pt x="6699" y="2924"/>
                  </a:lnTo>
                  <a:lnTo>
                    <a:pt x="6911" y="2951"/>
                  </a:lnTo>
                  <a:lnTo>
                    <a:pt x="6991" y="2951"/>
                  </a:lnTo>
                  <a:lnTo>
                    <a:pt x="7071" y="2898"/>
                  </a:lnTo>
                  <a:lnTo>
                    <a:pt x="7124" y="2845"/>
                  </a:lnTo>
                  <a:lnTo>
                    <a:pt x="7150" y="2738"/>
                  </a:lnTo>
                  <a:lnTo>
                    <a:pt x="7150" y="240"/>
                  </a:lnTo>
                  <a:lnTo>
                    <a:pt x="7124" y="186"/>
                  </a:lnTo>
                  <a:lnTo>
                    <a:pt x="7097" y="107"/>
                  </a:lnTo>
                  <a:lnTo>
                    <a:pt x="7044" y="80"/>
                  </a:lnTo>
                  <a:lnTo>
                    <a:pt x="6991" y="54"/>
                  </a:lnTo>
                  <a:lnTo>
                    <a:pt x="675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 name="Google Shape;1315;p85"/>
            <p:cNvSpPr/>
            <p:nvPr/>
          </p:nvSpPr>
          <p:spPr>
            <a:xfrm>
              <a:off x="2665650" y="4254650"/>
              <a:ext cx="49875" cy="45225"/>
            </a:xfrm>
            <a:custGeom>
              <a:rect b="b" l="l" r="r" t="t"/>
              <a:pathLst>
                <a:path extrusionOk="0" h="1809" w="1995">
                  <a:moveTo>
                    <a:pt x="187" y="1"/>
                  </a:moveTo>
                  <a:lnTo>
                    <a:pt x="134" y="27"/>
                  </a:lnTo>
                  <a:lnTo>
                    <a:pt x="54" y="81"/>
                  </a:lnTo>
                  <a:lnTo>
                    <a:pt x="27" y="134"/>
                  </a:lnTo>
                  <a:lnTo>
                    <a:pt x="1" y="213"/>
                  </a:lnTo>
                  <a:lnTo>
                    <a:pt x="27" y="293"/>
                  </a:lnTo>
                  <a:lnTo>
                    <a:pt x="54" y="346"/>
                  </a:lnTo>
                  <a:lnTo>
                    <a:pt x="134" y="400"/>
                  </a:lnTo>
                  <a:lnTo>
                    <a:pt x="187" y="426"/>
                  </a:lnTo>
                  <a:lnTo>
                    <a:pt x="1197" y="426"/>
                  </a:lnTo>
                  <a:lnTo>
                    <a:pt x="134" y="1463"/>
                  </a:lnTo>
                  <a:lnTo>
                    <a:pt x="107" y="1516"/>
                  </a:lnTo>
                  <a:lnTo>
                    <a:pt x="81" y="1569"/>
                  </a:lnTo>
                  <a:lnTo>
                    <a:pt x="81" y="1622"/>
                  </a:lnTo>
                  <a:lnTo>
                    <a:pt x="107" y="1702"/>
                  </a:lnTo>
                  <a:lnTo>
                    <a:pt x="134" y="1755"/>
                  </a:lnTo>
                  <a:lnTo>
                    <a:pt x="160" y="1782"/>
                  </a:lnTo>
                  <a:lnTo>
                    <a:pt x="213" y="1808"/>
                  </a:lnTo>
                  <a:lnTo>
                    <a:pt x="1782" y="1808"/>
                  </a:lnTo>
                  <a:lnTo>
                    <a:pt x="1862" y="1782"/>
                  </a:lnTo>
                  <a:lnTo>
                    <a:pt x="1941" y="1755"/>
                  </a:lnTo>
                  <a:lnTo>
                    <a:pt x="1968" y="1675"/>
                  </a:lnTo>
                  <a:lnTo>
                    <a:pt x="1994" y="1596"/>
                  </a:lnTo>
                  <a:lnTo>
                    <a:pt x="1968" y="1543"/>
                  </a:lnTo>
                  <a:lnTo>
                    <a:pt x="1941" y="1463"/>
                  </a:lnTo>
                  <a:lnTo>
                    <a:pt x="1862" y="1436"/>
                  </a:lnTo>
                  <a:lnTo>
                    <a:pt x="1782" y="1410"/>
                  </a:lnTo>
                  <a:lnTo>
                    <a:pt x="772" y="1410"/>
                  </a:lnTo>
                  <a:lnTo>
                    <a:pt x="1835" y="373"/>
                  </a:lnTo>
                  <a:lnTo>
                    <a:pt x="1862" y="320"/>
                  </a:lnTo>
                  <a:lnTo>
                    <a:pt x="1888" y="267"/>
                  </a:lnTo>
                  <a:lnTo>
                    <a:pt x="1888" y="213"/>
                  </a:lnTo>
                  <a:lnTo>
                    <a:pt x="1888" y="134"/>
                  </a:lnTo>
                  <a:lnTo>
                    <a:pt x="1862" y="107"/>
                  </a:lnTo>
                  <a:lnTo>
                    <a:pt x="1808" y="54"/>
                  </a:lnTo>
                  <a:lnTo>
                    <a:pt x="1755" y="27"/>
                  </a:lnTo>
                  <a:lnTo>
                    <a:pt x="1702"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85"/>
            <p:cNvSpPr/>
            <p:nvPr/>
          </p:nvSpPr>
          <p:spPr>
            <a:xfrm>
              <a:off x="2726125" y="4202825"/>
              <a:ext cx="59850" cy="54525"/>
            </a:xfrm>
            <a:custGeom>
              <a:rect b="b" l="l" r="r" t="t"/>
              <a:pathLst>
                <a:path extrusionOk="0" h="2181" w="2394">
                  <a:moveTo>
                    <a:pt x="134" y="0"/>
                  </a:moveTo>
                  <a:lnTo>
                    <a:pt x="80" y="54"/>
                  </a:lnTo>
                  <a:lnTo>
                    <a:pt x="27" y="107"/>
                  </a:lnTo>
                  <a:lnTo>
                    <a:pt x="1" y="187"/>
                  </a:lnTo>
                  <a:lnTo>
                    <a:pt x="27" y="266"/>
                  </a:lnTo>
                  <a:lnTo>
                    <a:pt x="80" y="319"/>
                  </a:lnTo>
                  <a:lnTo>
                    <a:pt x="134" y="373"/>
                  </a:lnTo>
                  <a:lnTo>
                    <a:pt x="213" y="399"/>
                  </a:lnTo>
                  <a:lnTo>
                    <a:pt x="1622" y="399"/>
                  </a:lnTo>
                  <a:lnTo>
                    <a:pt x="187" y="1835"/>
                  </a:lnTo>
                  <a:lnTo>
                    <a:pt x="134" y="1888"/>
                  </a:lnTo>
                  <a:lnTo>
                    <a:pt x="134" y="1941"/>
                  </a:lnTo>
                  <a:lnTo>
                    <a:pt x="107" y="1994"/>
                  </a:lnTo>
                  <a:lnTo>
                    <a:pt x="134" y="2047"/>
                  </a:lnTo>
                  <a:lnTo>
                    <a:pt x="160" y="2100"/>
                  </a:lnTo>
                  <a:lnTo>
                    <a:pt x="213" y="2154"/>
                  </a:lnTo>
                  <a:lnTo>
                    <a:pt x="267" y="2180"/>
                  </a:lnTo>
                  <a:lnTo>
                    <a:pt x="2207" y="2180"/>
                  </a:lnTo>
                  <a:lnTo>
                    <a:pt x="2287" y="2154"/>
                  </a:lnTo>
                  <a:lnTo>
                    <a:pt x="2340" y="2100"/>
                  </a:lnTo>
                  <a:lnTo>
                    <a:pt x="2393" y="2047"/>
                  </a:lnTo>
                  <a:lnTo>
                    <a:pt x="2393" y="1968"/>
                  </a:lnTo>
                  <a:lnTo>
                    <a:pt x="2393" y="1888"/>
                  </a:lnTo>
                  <a:lnTo>
                    <a:pt x="2340" y="1835"/>
                  </a:lnTo>
                  <a:lnTo>
                    <a:pt x="2287" y="1781"/>
                  </a:lnTo>
                  <a:lnTo>
                    <a:pt x="798" y="1781"/>
                  </a:lnTo>
                  <a:lnTo>
                    <a:pt x="2260" y="346"/>
                  </a:lnTo>
                  <a:lnTo>
                    <a:pt x="2287" y="293"/>
                  </a:lnTo>
                  <a:lnTo>
                    <a:pt x="2313" y="240"/>
                  </a:lnTo>
                  <a:lnTo>
                    <a:pt x="2313" y="187"/>
                  </a:lnTo>
                  <a:lnTo>
                    <a:pt x="2313" y="133"/>
                  </a:lnTo>
                  <a:lnTo>
                    <a:pt x="2287" y="80"/>
                  </a:lnTo>
                  <a:lnTo>
                    <a:pt x="2234" y="27"/>
                  </a:lnTo>
                  <a:lnTo>
                    <a:pt x="218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17" name="Google Shape;1317;p85"/>
          <p:cNvSpPr/>
          <p:nvPr/>
        </p:nvSpPr>
        <p:spPr>
          <a:xfrm>
            <a:off x="1638772" y="2666190"/>
            <a:ext cx="298116" cy="214317"/>
          </a:xfrm>
          <a:custGeom>
            <a:rect b="b" l="l" r="r" t="t"/>
            <a:pathLst>
              <a:path extrusionOk="0" h="8294" w="11537">
                <a:moveTo>
                  <a:pt x="5769" y="532"/>
                </a:moveTo>
                <a:lnTo>
                  <a:pt x="6380" y="1383"/>
                </a:lnTo>
                <a:lnTo>
                  <a:pt x="6539" y="1622"/>
                </a:lnTo>
                <a:lnTo>
                  <a:pt x="6699" y="1861"/>
                </a:lnTo>
                <a:lnTo>
                  <a:pt x="6805" y="2154"/>
                </a:lnTo>
                <a:lnTo>
                  <a:pt x="6885" y="2419"/>
                </a:lnTo>
                <a:lnTo>
                  <a:pt x="6885" y="2446"/>
                </a:lnTo>
                <a:lnTo>
                  <a:pt x="6725" y="2552"/>
                </a:lnTo>
                <a:lnTo>
                  <a:pt x="6672" y="2579"/>
                </a:lnTo>
                <a:lnTo>
                  <a:pt x="6566" y="2685"/>
                </a:lnTo>
                <a:lnTo>
                  <a:pt x="6513" y="2738"/>
                </a:lnTo>
                <a:lnTo>
                  <a:pt x="6247" y="3031"/>
                </a:lnTo>
                <a:lnTo>
                  <a:pt x="6220" y="3084"/>
                </a:lnTo>
                <a:lnTo>
                  <a:pt x="6114" y="3217"/>
                </a:lnTo>
                <a:lnTo>
                  <a:pt x="6088" y="3243"/>
                </a:lnTo>
                <a:lnTo>
                  <a:pt x="5981" y="3430"/>
                </a:lnTo>
                <a:lnTo>
                  <a:pt x="5955" y="3456"/>
                </a:lnTo>
                <a:lnTo>
                  <a:pt x="5875" y="3616"/>
                </a:lnTo>
                <a:lnTo>
                  <a:pt x="5848" y="3642"/>
                </a:lnTo>
                <a:lnTo>
                  <a:pt x="5769" y="3828"/>
                </a:lnTo>
                <a:lnTo>
                  <a:pt x="5769" y="3855"/>
                </a:lnTo>
                <a:lnTo>
                  <a:pt x="5662" y="3642"/>
                </a:lnTo>
                <a:lnTo>
                  <a:pt x="5662" y="3616"/>
                </a:lnTo>
                <a:lnTo>
                  <a:pt x="5582" y="3456"/>
                </a:lnTo>
                <a:lnTo>
                  <a:pt x="5556" y="3430"/>
                </a:lnTo>
                <a:lnTo>
                  <a:pt x="5450" y="3243"/>
                </a:lnTo>
                <a:lnTo>
                  <a:pt x="5423" y="3217"/>
                </a:lnTo>
                <a:lnTo>
                  <a:pt x="5317" y="3084"/>
                </a:lnTo>
                <a:lnTo>
                  <a:pt x="5290" y="3031"/>
                </a:lnTo>
                <a:lnTo>
                  <a:pt x="5157" y="2898"/>
                </a:lnTo>
                <a:lnTo>
                  <a:pt x="5157" y="2871"/>
                </a:lnTo>
                <a:lnTo>
                  <a:pt x="4998" y="2738"/>
                </a:lnTo>
                <a:lnTo>
                  <a:pt x="4971" y="2712"/>
                </a:lnTo>
                <a:lnTo>
                  <a:pt x="4838" y="2579"/>
                </a:lnTo>
                <a:lnTo>
                  <a:pt x="4812" y="2552"/>
                </a:lnTo>
                <a:lnTo>
                  <a:pt x="4652" y="2419"/>
                </a:lnTo>
                <a:lnTo>
                  <a:pt x="4626" y="2419"/>
                </a:lnTo>
                <a:lnTo>
                  <a:pt x="4732" y="2154"/>
                </a:lnTo>
                <a:lnTo>
                  <a:pt x="4838" y="1861"/>
                </a:lnTo>
                <a:lnTo>
                  <a:pt x="4971" y="1622"/>
                </a:lnTo>
                <a:lnTo>
                  <a:pt x="5131" y="1383"/>
                </a:lnTo>
                <a:lnTo>
                  <a:pt x="5769" y="532"/>
                </a:lnTo>
                <a:close/>
                <a:moveTo>
                  <a:pt x="2047" y="2074"/>
                </a:moveTo>
                <a:lnTo>
                  <a:pt x="3084" y="2207"/>
                </a:lnTo>
                <a:lnTo>
                  <a:pt x="3403" y="2287"/>
                </a:lnTo>
                <a:lnTo>
                  <a:pt x="3722" y="2393"/>
                </a:lnTo>
                <a:lnTo>
                  <a:pt x="4014" y="2526"/>
                </a:lnTo>
                <a:lnTo>
                  <a:pt x="4307" y="2685"/>
                </a:lnTo>
                <a:lnTo>
                  <a:pt x="4466" y="2818"/>
                </a:lnTo>
                <a:lnTo>
                  <a:pt x="4652" y="2951"/>
                </a:lnTo>
                <a:lnTo>
                  <a:pt x="4758" y="3057"/>
                </a:lnTo>
                <a:lnTo>
                  <a:pt x="4785" y="3084"/>
                </a:lnTo>
                <a:lnTo>
                  <a:pt x="4838" y="3137"/>
                </a:lnTo>
                <a:lnTo>
                  <a:pt x="4891" y="3190"/>
                </a:lnTo>
                <a:lnTo>
                  <a:pt x="4945" y="3243"/>
                </a:lnTo>
                <a:lnTo>
                  <a:pt x="4971" y="3297"/>
                </a:lnTo>
                <a:lnTo>
                  <a:pt x="5024" y="3376"/>
                </a:lnTo>
                <a:lnTo>
                  <a:pt x="5051" y="3403"/>
                </a:lnTo>
                <a:lnTo>
                  <a:pt x="5104" y="3483"/>
                </a:lnTo>
                <a:lnTo>
                  <a:pt x="5157" y="3536"/>
                </a:lnTo>
                <a:lnTo>
                  <a:pt x="5184" y="3616"/>
                </a:lnTo>
                <a:lnTo>
                  <a:pt x="5210" y="3642"/>
                </a:lnTo>
                <a:lnTo>
                  <a:pt x="5263" y="3722"/>
                </a:lnTo>
                <a:lnTo>
                  <a:pt x="5290" y="3775"/>
                </a:lnTo>
                <a:lnTo>
                  <a:pt x="5343" y="3855"/>
                </a:lnTo>
                <a:lnTo>
                  <a:pt x="5343" y="3908"/>
                </a:lnTo>
                <a:lnTo>
                  <a:pt x="5396" y="3988"/>
                </a:lnTo>
                <a:lnTo>
                  <a:pt x="5396" y="4041"/>
                </a:lnTo>
                <a:lnTo>
                  <a:pt x="5450" y="4121"/>
                </a:lnTo>
                <a:lnTo>
                  <a:pt x="5450" y="4174"/>
                </a:lnTo>
                <a:lnTo>
                  <a:pt x="5503" y="4254"/>
                </a:lnTo>
                <a:lnTo>
                  <a:pt x="5503" y="4307"/>
                </a:lnTo>
                <a:lnTo>
                  <a:pt x="5529" y="4413"/>
                </a:lnTo>
                <a:lnTo>
                  <a:pt x="5529" y="4440"/>
                </a:lnTo>
                <a:lnTo>
                  <a:pt x="5556" y="4519"/>
                </a:lnTo>
                <a:lnTo>
                  <a:pt x="5556" y="4546"/>
                </a:lnTo>
                <a:lnTo>
                  <a:pt x="5529" y="4652"/>
                </a:lnTo>
                <a:lnTo>
                  <a:pt x="5529" y="4705"/>
                </a:lnTo>
                <a:lnTo>
                  <a:pt x="5503" y="4812"/>
                </a:lnTo>
                <a:lnTo>
                  <a:pt x="5503" y="4838"/>
                </a:lnTo>
                <a:lnTo>
                  <a:pt x="5503" y="5131"/>
                </a:lnTo>
                <a:lnTo>
                  <a:pt x="5450" y="5078"/>
                </a:lnTo>
                <a:lnTo>
                  <a:pt x="5423" y="5051"/>
                </a:lnTo>
                <a:lnTo>
                  <a:pt x="5237" y="4891"/>
                </a:lnTo>
                <a:lnTo>
                  <a:pt x="5184" y="4865"/>
                </a:lnTo>
                <a:lnTo>
                  <a:pt x="4971" y="4705"/>
                </a:lnTo>
                <a:lnTo>
                  <a:pt x="4785" y="4599"/>
                </a:lnTo>
                <a:lnTo>
                  <a:pt x="4732" y="4573"/>
                </a:lnTo>
                <a:lnTo>
                  <a:pt x="4546" y="4466"/>
                </a:lnTo>
                <a:lnTo>
                  <a:pt x="4360" y="4386"/>
                </a:lnTo>
                <a:lnTo>
                  <a:pt x="4307" y="4360"/>
                </a:lnTo>
                <a:lnTo>
                  <a:pt x="4094" y="4307"/>
                </a:lnTo>
                <a:lnTo>
                  <a:pt x="3881" y="4254"/>
                </a:lnTo>
                <a:lnTo>
                  <a:pt x="3828" y="4227"/>
                </a:lnTo>
                <a:lnTo>
                  <a:pt x="3615" y="4200"/>
                </a:lnTo>
                <a:lnTo>
                  <a:pt x="3403" y="4174"/>
                </a:lnTo>
                <a:lnTo>
                  <a:pt x="3350" y="4174"/>
                </a:lnTo>
                <a:lnTo>
                  <a:pt x="3137" y="4147"/>
                </a:lnTo>
                <a:lnTo>
                  <a:pt x="3110" y="4147"/>
                </a:lnTo>
                <a:lnTo>
                  <a:pt x="2898" y="4174"/>
                </a:lnTo>
                <a:lnTo>
                  <a:pt x="2845" y="4174"/>
                </a:lnTo>
                <a:lnTo>
                  <a:pt x="2605" y="4200"/>
                </a:lnTo>
                <a:lnTo>
                  <a:pt x="2446" y="3935"/>
                </a:lnTo>
                <a:lnTo>
                  <a:pt x="2340" y="3669"/>
                </a:lnTo>
                <a:lnTo>
                  <a:pt x="2260" y="3403"/>
                </a:lnTo>
                <a:lnTo>
                  <a:pt x="2207" y="3111"/>
                </a:lnTo>
                <a:lnTo>
                  <a:pt x="2047" y="2074"/>
                </a:lnTo>
                <a:close/>
                <a:moveTo>
                  <a:pt x="9463" y="2074"/>
                </a:moveTo>
                <a:lnTo>
                  <a:pt x="9304" y="3111"/>
                </a:lnTo>
                <a:lnTo>
                  <a:pt x="9251" y="3403"/>
                </a:lnTo>
                <a:lnTo>
                  <a:pt x="9171" y="3669"/>
                </a:lnTo>
                <a:lnTo>
                  <a:pt x="9065" y="3935"/>
                </a:lnTo>
                <a:lnTo>
                  <a:pt x="8932" y="4200"/>
                </a:lnTo>
                <a:lnTo>
                  <a:pt x="8852" y="4200"/>
                </a:lnTo>
                <a:lnTo>
                  <a:pt x="8746" y="4174"/>
                </a:lnTo>
                <a:lnTo>
                  <a:pt x="8055" y="4174"/>
                </a:lnTo>
                <a:lnTo>
                  <a:pt x="7948" y="4200"/>
                </a:lnTo>
                <a:lnTo>
                  <a:pt x="7895" y="4200"/>
                </a:lnTo>
                <a:lnTo>
                  <a:pt x="7789" y="4227"/>
                </a:lnTo>
                <a:lnTo>
                  <a:pt x="7736" y="4227"/>
                </a:lnTo>
                <a:lnTo>
                  <a:pt x="7629" y="4254"/>
                </a:lnTo>
                <a:lnTo>
                  <a:pt x="7576" y="4254"/>
                </a:lnTo>
                <a:lnTo>
                  <a:pt x="7470" y="4280"/>
                </a:lnTo>
                <a:lnTo>
                  <a:pt x="7417" y="4307"/>
                </a:lnTo>
                <a:lnTo>
                  <a:pt x="7310" y="4333"/>
                </a:lnTo>
                <a:lnTo>
                  <a:pt x="7257" y="4360"/>
                </a:lnTo>
                <a:lnTo>
                  <a:pt x="7177" y="4386"/>
                </a:lnTo>
                <a:lnTo>
                  <a:pt x="7124" y="4413"/>
                </a:lnTo>
                <a:lnTo>
                  <a:pt x="7018" y="4466"/>
                </a:lnTo>
                <a:lnTo>
                  <a:pt x="6965" y="4466"/>
                </a:lnTo>
                <a:lnTo>
                  <a:pt x="6885" y="4519"/>
                </a:lnTo>
                <a:lnTo>
                  <a:pt x="6832" y="4546"/>
                </a:lnTo>
                <a:lnTo>
                  <a:pt x="6725" y="4599"/>
                </a:lnTo>
                <a:lnTo>
                  <a:pt x="6672" y="4626"/>
                </a:lnTo>
                <a:lnTo>
                  <a:pt x="6539" y="4705"/>
                </a:lnTo>
                <a:lnTo>
                  <a:pt x="6327" y="4865"/>
                </a:lnTo>
                <a:lnTo>
                  <a:pt x="6300" y="4891"/>
                </a:lnTo>
                <a:lnTo>
                  <a:pt x="6114" y="5051"/>
                </a:lnTo>
                <a:lnTo>
                  <a:pt x="6088" y="5078"/>
                </a:lnTo>
                <a:lnTo>
                  <a:pt x="6034" y="5131"/>
                </a:lnTo>
                <a:lnTo>
                  <a:pt x="6034" y="4971"/>
                </a:lnTo>
                <a:lnTo>
                  <a:pt x="6008" y="4812"/>
                </a:lnTo>
                <a:lnTo>
                  <a:pt x="5981" y="4652"/>
                </a:lnTo>
                <a:lnTo>
                  <a:pt x="5981" y="4626"/>
                </a:lnTo>
                <a:lnTo>
                  <a:pt x="5955" y="4519"/>
                </a:lnTo>
                <a:lnTo>
                  <a:pt x="5981" y="4493"/>
                </a:lnTo>
                <a:lnTo>
                  <a:pt x="6008" y="4386"/>
                </a:lnTo>
                <a:lnTo>
                  <a:pt x="6008" y="4333"/>
                </a:lnTo>
                <a:lnTo>
                  <a:pt x="6034" y="4254"/>
                </a:lnTo>
                <a:lnTo>
                  <a:pt x="6061" y="4200"/>
                </a:lnTo>
                <a:lnTo>
                  <a:pt x="6088" y="4121"/>
                </a:lnTo>
                <a:lnTo>
                  <a:pt x="6114" y="4041"/>
                </a:lnTo>
                <a:lnTo>
                  <a:pt x="6141" y="3988"/>
                </a:lnTo>
                <a:lnTo>
                  <a:pt x="6167" y="3908"/>
                </a:lnTo>
                <a:lnTo>
                  <a:pt x="6194" y="3855"/>
                </a:lnTo>
                <a:lnTo>
                  <a:pt x="6247" y="3775"/>
                </a:lnTo>
                <a:lnTo>
                  <a:pt x="6247" y="3722"/>
                </a:lnTo>
                <a:lnTo>
                  <a:pt x="6300" y="3642"/>
                </a:lnTo>
                <a:lnTo>
                  <a:pt x="6327" y="3616"/>
                </a:lnTo>
                <a:lnTo>
                  <a:pt x="6380" y="3509"/>
                </a:lnTo>
                <a:lnTo>
                  <a:pt x="6406" y="3483"/>
                </a:lnTo>
                <a:lnTo>
                  <a:pt x="6460" y="3403"/>
                </a:lnTo>
                <a:lnTo>
                  <a:pt x="6486" y="3376"/>
                </a:lnTo>
                <a:lnTo>
                  <a:pt x="6566" y="3270"/>
                </a:lnTo>
                <a:lnTo>
                  <a:pt x="6593" y="3243"/>
                </a:lnTo>
                <a:lnTo>
                  <a:pt x="6646" y="3164"/>
                </a:lnTo>
                <a:lnTo>
                  <a:pt x="6672" y="3137"/>
                </a:lnTo>
                <a:lnTo>
                  <a:pt x="6752" y="3084"/>
                </a:lnTo>
                <a:lnTo>
                  <a:pt x="6779" y="3031"/>
                </a:lnTo>
                <a:lnTo>
                  <a:pt x="6832" y="2978"/>
                </a:lnTo>
                <a:lnTo>
                  <a:pt x="6885" y="2951"/>
                </a:lnTo>
                <a:lnTo>
                  <a:pt x="6912" y="2898"/>
                </a:lnTo>
                <a:lnTo>
                  <a:pt x="7231" y="2685"/>
                </a:lnTo>
                <a:lnTo>
                  <a:pt x="7496" y="2526"/>
                </a:lnTo>
                <a:lnTo>
                  <a:pt x="7815" y="2393"/>
                </a:lnTo>
                <a:lnTo>
                  <a:pt x="8108" y="2287"/>
                </a:lnTo>
                <a:lnTo>
                  <a:pt x="8427" y="2207"/>
                </a:lnTo>
                <a:lnTo>
                  <a:pt x="9463" y="2074"/>
                </a:lnTo>
                <a:close/>
                <a:moveTo>
                  <a:pt x="3403" y="4573"/>
                </a:moveTo>
                <a:lnTo>
                  <a:pt x="3695" y="4626"/>
                </a:lnTo>
                <a:lnTo>
                  <a:pt x="3961" y="4679"/>
                </a:lnTo>
                <a:lnTo>
                  <a:pt x="4253" y="4785"/>
                </a:lnTo>
                <a:lnTo>
                  <a:pt x="4519" y="4891"/>
                </a:lnTo>
                <a:lnTo>
                  <a:pt x="4758" y="5051"/>
                </a:lnTo>
                <a:lnTo>
                  <a:pt x="4971" y="5184"/>
                </a:lnTo>
                <a:lnTo>
                  <a:pt x="5157" y="5370"/>
                </a:lnTo>
                <a:lnTo>
                  <a:pt x="5343" y="5556"/>
                </a:lnTo>
                <a:lnTo>
                  <a:pt x="5503" y="5742"/>
                </a:lnTo>
                <a:lnTo>
                  <a:pt x="5529" y="5769"/>
                </a:lnTo>
                <a:lnTo>
                  <a:pt x="5503" y="5795"/>
                </a:lnTo>
                <a:lnTo>
                  <a:pt x="5450" y="5875"/>
                </a:lnTo>
                <a:lnTo>
                  <a:pt x="5370" y="5955"/>
                </a:lnTo>
                <a:lnTo>
                  <a:pt x="5317" y="6034"/>
                </a:lnTo>
                <a:lnTo>
                  <a:pt x="5237" y="6088"/>
                </a:lnTo>
                <a:lnTo>
                  <a:pt x="5184" y="6167"/>
                </a:lnTo>
                <a:lnTo>
                  <a:pt x="5104" y="6247"/>
                </a:lnTo>
                <a:lnTo>
                  <a:pt x="5024" y="6300"/>
                </a:lnTo>
                <a:lnTo>
                  <a:pt x="4945" y="6353"/>
                </a:lnTo>
                <a:lnTo>
                  <a:pt x="4891" y="6407"/>
                </a:lnTo>
                <a:lnTo>
                  <a:pt x="4785" y="6486"/>
                </a:lnTo>
                <a:lnTo>
                  <a:pt x="4732" y="6513"/>
                </a:lnTo>
                <a:lnTo>
                  <a:pt x="4626" y="6593"/>
                </a:lnTo>
                <a:lnTo>
                  <a:pt x="4572" y="6619"/>
                </a:lnTo>
                <a:lnTo>
                  <a:pt x="4439" y="6672"/>
                </a:lnTo>
                <a:lnTo>
                  <a:pt x="4386" y="6699"/>
                </a:lnTo>
                <a:lnTo>
                  <a:pt x="4280" y="6752"/>
                </a:lnTo>
                <a:lnTo>
                  <a:pt x="4227" y="6779"/>
                </a:lnTo>
                <a:lnTo>
                  <a:pt x="4094" y="6832"/>
                </a:lnTo>
                <a:lnTo>
                  <a:pt x="4041" y="6832"/>
                </a:lnTo>
                <a:lnTo>
                  <a:pt x="3881" y="6885"/>
                </a:lnTo>
                <a:lnTo>
                  <a:pt x="3855" y="6885"/>
                </a:lnTo>
                <a:lnTo>
                  <a:pt x="3695" y="6938"/>
                </a:lnTo>
                <a:lnTo>
                  <a:pt x="3669" y="6938"/>
                </a:lnTo>
                <a:lnTo>
                  <a:pt x="3509" y="6965"/>
                </a:lnTo>
                <a:lnTo>
                  <a:pt x="3483" y="6965"/>
                </a:lnTo>
                <a:lnTo>
                  <a:pt x="3296" y="6991"/>
                </a:lnTo>
                <a:lnTo>
                  <a:pt x="3084" y="6991"/>
                </a:lnTo>
                <a:lnTo>
                  <a:pt x="2898" y="6965"/>
                </a:lnTo>
                <a:lnTo>
                  <a:pt x="2871" y="6965"/>
                </a:lnTo>
                <a:lnTo>
                  <a:pt x="2472" y="6912"/>
                </a:lnTo>
                <a:lnTo>
                  <a:pt x="2074" y="6805"/>
                </a:lnTo>
                <a:lnTo>
                  <a:pt x="1702" y="6619"/>
                </a:lnTo>
                <a:lnTo>
                  <a:pt x="1356" y="6407"/>
                </a:lnTo>
                <a:lnTo>
                  <a:pt x="532" y="5769"/>
                </a:lnTo>
                <a:lnTo>
                  <a:pt x="1356" y="5157"/>
                </a:lnTo>
                <a:lnTo>
                  <a:pt x="1622" y="4971"/>
                </a:lnTo>
                <a:lnTo>
                  <a:pt x="1914" y="4812"/>
                </a:lnTo>
                <a:lnTo>
                  <a:pt x="2233" y="4705"/>
                </a:lnTo>
                <a:lnTo>
                  <a:pt x="2552" y="4626"/>
                </a:lnTo>
                <a:lnTo>
                  <a:pt x="2818" y="4573"/>
                </a:lnTo>
                <a:close/>
                <a:moveTo>
                  <a:pt x="8560" y="4573"/>
                </a:moveTo>
                <a:lnTo>
                  <a:pt x="8985" y="4626"/>
                </a:lnTo>
                <a:lnTo>
                  <a:pt x="9304" y="4705"/>
                </a:lnTo>
                <a:lnTo>
                  <a:pt x="9596" y="4812"/>
                </a:lnTo>
                <a:lnTo>
                  <a:pt x="9889" y="4971"/>
                </a:lnTo>
                <a:lnTo>
                  <a:pt x="10154" y="5157"/>
                </a:lnTo>
                <a:lnTo>
                  <a:pt x="11005" y="5769"/>
                </a:lnTo>
                <a:lnTo>
                  <a:pt x="10154" y="6407"/>
                </a:lnTo>
                <a:lnTo>
                  <a:pt x="9809" y="6619"/>
                </a:lnTo>
                <a:lnTo>
                  <a:pt x="9437" y="6805"/>
                </a:lnTo>
                <a:lnTo>
                  <a:pt x="9065" y="6912"/>
                </a:lnTo>
                <a:lnTo>
                  <a:pt x="8639" y="6965"/>
                </a:lnTo>
                <a:lnTo>
                  <a:pt x="8453" y="6991"/>
                </a:lnTo>
                <a:lnTo>
                  <a:pt x="8214" y="6991"/>
                </a:lnTo>
                <a:lnTo>
                  <a:pt x="8055" y="6965"/>
                </a:lnTo>
                <a:lnTo>
                  <a:pt x="8001" y="6965"/>
                </a:lnTo>
                <a:lnTo>
                  <a:pt x="7868" y="6938"/>
                </a:lnTo>
                <a:lnTo>
                  <a:pt x="7815" y="6938"/>
                </a:lnTo>
                <a:lnTo>
                  <a:pt x="7682" y="6912"/>
                </a:lnTo>
                <a:lnTo>
                  <a:pt x="7603" y="6885"/>
                </a:lnTo>
                <a:lnTo>
                  <a:pt x="7496" y="6858"/>
                </a:lnTo>
                <a:lnTo>
                  <a:pt x="7417" y="6832"/>
                </a:lnTo>
                <a:lnTo>
                  <a:pt x="7310" y="6779"/>
                </a:lnTo>
                <a:lnTo>
                  <a:pt x="7231" y="6752"/>
                </a:lnTo>
                <a:lnTo>
                  <a:pt x="7124" y="6699"/>
                </a:lnTo>
                <a:lnTo>
                  <a:pt x="7071" y="6672"/>
                </a:lnTo>
                <a:lnTo>
                  <a:pt x="6965" y="6619"/>
                </a:lnTo>
                <a:lnTo>
                  <a:pt x="6885" y="6566"/>
                </a:lnTo>
                <a:lnTo>
                  <a:pt x="6805" y="6513"/>
                </a:lnTo>
                <a:lnTo>
                  <a:pt x="6725" y="6486"/>
                </a:lnTo>
                <a:lnTo>
                  <a:pt x="6646" y="6407"/>
                </a:lnTo>
                <a:lnTo>
                  <a:pt x="6566" y="6353"/>
                </a:lnTo>
                <a:lnTo>
                  <a:pt x="6486" y="6300"/>
                </a:lnTo>
                <a:lnTo>
                  <a:pt x="6433" y="6247"/>
                </a:lnTo>
                <a:lnTo>
                  <a:pt x="6353" y="6167"/>
                </a:lnTo>
                <a:lnTo>
                  <a:pt x="6274" y="6088"/>
                </a:lnTo>
                <a:lnTo>
                  <a:pt x="6220" y="6034"/>
                </a:lnTo>
                <a:lnTo>
                  <a:pt x="6141" y="5955"/>
                </a:lnTo>
                <a:lnTo>
                  <a:pt x="6088" y="5875"/>
                </a:lnTo>
                <a:lnTo>
                  <a:pt x="6034" y="5795"/>
                </a:lnTo>
                <a:lnTo>
                  <a:pt x="6008" y="5769"/>
                </a:lnTo>
                <a:lnTo>
                  <a:pt x="6034" y="5742"/>
                </a:lnTo>
                <a:lnTo>
                  <a:pt x="6300" y="5423"/>
                </a:lnTo>
                <a:lnTo>
                  <a:pt x="6619" y="5157"/>
                </a:lnTo>
                <a:lnTo>
                  <a:pt x="6965" y="4918"/>
                </a:lnTo>
                <a:lnTo>
                  <a:pt x="7337" y="4759"/>
                </a:lnTo>
                <a:lnTo>
                  <a:pt x="7736" y="4626"/>
                </a:lnTo>
                <a:lnTo>
                  <a:pt x="8161" y="4573"/>
                </a:lnTo>
                <a:close/>
                <a:moveTo>
                  <a:pt x="5769" y="6114"/>
                </a:moveTo>
                <a:lnTo>
                  <a:pt x="5822" y="6167"/>
                </a:lnTo>
                <a:lnTo>
                  <a:pt x="5875" y="6247"/>
                </a:lnTo>
                <a:lnTo>
                  <a:pt x="5955" y="6327"/>
                </a:lnTo>
                <a:lnTo>
                  <a:pt x="6008" y="6380"/>
                </a:lnTo>
                <a:lnTo>
                  <a:pt x="6141" y="6513"/>
                </a:lnTo>
                <a:lnTo>
                  <a:pt x="6167" y="6540"/>
                </a:lnTo>
                <a:lnTo>
                  <a:pt x="6274" y="6646"/>
                </a:lnTo>
                <a:lnTo>
                  <a:pt x="6327" y="6672"/>
                </a:lnTo>
                <a:lnTo>
                  <a:pt x="6433" y="6752"/>
                </a:lnTo>
                <a:lnTo>
                  <a:pt x="6513" y="6805"/>
                </a:lnTo>
                <a:lnTo>
                  <a:pt x="6593" y="6858"/>
                </a:lnTo>
                <a:lnTo>
                  <a:pt x="6672" y="6912"/>
                </a:lnTo>
                <a:lnTo>
                  <a:pt x="6779" y="6965"/>
                </a:lnTo>
                <a:lnTo>
                  <a:pt x="6832" y="7018"/>
                </a:lnTo>
                <a:lnTo>
                  <a:pt x="6938" y="7071"/>
                </a:lnTo>
                <a:lnTo>
                  <a:pt x="7018" y="7098"/>
                </a:lnTo>
                <a:lnTo>
                  <a:pt x="7151" y="7151"/>
                </a:lnTo>
                <a:lnTo>
                  <a:pt x="7177" y="7177"/>
                </a:lnTo>
                <a:lnTo>
                  <a:pt x="7363" y="7231"/>
                </a:lnTo>
                <a:lnTo>
                  <a:pt x="7390" y="7231"/>
                </a:lnTo>
                <a:lnTo>
                  <a:pt x="7549" y="7284"/>
                </a:lnTo>
                <a:lnTo>
                  <a:pt x="7629" y="7310"/>
                </a:lnTo>
                <a:lnTo>
                  <a:pt x="7736" y="7337"/>
                </a:lnTo>
                <a:lnTo>
                  <a:pt x="7815" y="7337"/>
                </a:lnTo>
                <a:lnTo>
                  <a:pt x="7948" y="7364"/>
                </a:lnTo>
                <a:lnTo>
                  <a:pt x="8028" y="7364"/>
                </a:lnTo>
                <a:lnTo>
                  <a:pt x="8134" y="7390"/>
                </a:lnTo>
                <a:lnTo>
                  <a:pt x="8267" y="7390"/>
                </a:lnTo>
                <a:lnTo>
                  <a:pt x="8134" y="7496"/>
                </a:lnTo>
                <a:lnTo>
                  <a:pt x="8001" y="7603"/>
                </a:lnTo>
                <a:lnTo>
                  <a:pt x="7868" y="7683"/>
                </a:lnTo>
                <a:lnTo>
                  <a:pt x="7709" y="7762"/>
                </a:lnTo>
                <a:lnTo>
                  <a:pt x="7549" y="7815"/>
                </a:lnTo>
                <a:lnTo>
                  <a:pt x="7390" y="7842"/>
                </a:lnTo>
                <a:lnTo>
                  <a:pt x="7231" y="7869"/>
                </a:lnTo>
                <a:lnTo>
                  <a:pt x="7071" y="7895"/>
                </a:lnTo>
                <a:lnTo>
                  <a:pt x="4466" y="7895"/>
                </a:lnTo>
                <a:lnTo>
                  <a:pt x="4307" y="7869"/>
                </a:lnTo>
                <a:lnTo>
                  <a:pt x="4120" y="7842"/>
                </a:lnTo>
                <a:lnTo>
                  <a:pt x="3961" y="7815"/>
                </a:lnTo>
                <a:lnTo>
                  <a:pt x="3802" y="7762"/>
                </a:lnTo>
                <a:lnTo>
                  <a:pt x="3669" y="7683"/>
                </a:lnTo>
                <a:lnTo>
                  <a:pt x="3536" y="7603"/>
                </a:lnTo>
                <a:lnTo>
                  <a:pt x="3403" y="7496"/>
                </a:lnTo>
                <a:lnTo>
                  <a:pt x="3270" y="7390"/>
                </a:lnTo>
                <a:lnTo>
                  <a:pt x="3376" y="7390"/>
                </a:lnTo>
                <a:lnTo>
                  <a:pt x="3509" y="7364"/>
                </a:lnTo>
                <a:lnTo>
                  <a:pt x="3589" y="7364"/>
                </a:lnTo>
                <a:lnTo>
                  <a:pt x="3695" y="7337"/>
                </a:lnTo>
                <a:lnTo>
                  <a:pt x="3775" y="7337"/>
                </a:lnTo>
                <a:lnTo>
                  <a:pt x="3908" y="7284"/>
                </a:lnTo>
                <a:lnTo>
                  <a:pt x="3961" y="7284"/>
                </a:lnTo>
                <a:lnTo>
                  <a:pt x="4120" y="7231"/>
                </a:lnTo>
                <a:lnTo>
                  <a:pt x="4147" y="7231"/>
                </a:lnTo>
                <a:lnTo>
                  <a:pt x="4333" y="7151"/>
                </a:lnTo>
                <a:lnTo>
                  <a:pt x="4386" y="7151"/>
                </a:lnTo>
                <a:lnTo>
                  <a:pt x="4519" y="7098"/>
                </a:lnTo>
                <a:lnTo>
                  <a:pt x="4572" y="7071"/>
                </a:lnTo>
                <a:lnTo>
                  <a:pt x="4679" y="6991"/>
                </a:lnTo>
                <a:lnTo>
                  <a:pt x="4758" y="6965"/>
                </a:lnTo>
                <a:lnTo>
                  <a:pt x="4865" y="6912"/>
                </a:lnTo>
                <a:lnTo>
                  <a:pt x="4918" y="6858"/>
                </a:lnTo>
                <a:lnTo>
                  <a:pt x="5024" y="6805"/>
                </a:lnTo>
                <a:lnTo>
                  <a:pt x="5077" y="6752"/>
                </a:lnTo>
                <a:lnTo>
                  <a:pt x="5184" y="6672"/>
                </a:lnTo>
                <a:lnTo>
                  <a:pt x="5237" y="6646"/>
                </a:lnTo>
                <a:lnTo>
                  <a:pt x="5370" y="6540"/>
                </a:lnTo>
                <a:lnTo>
                  <a:pt x="5396" y="6513"/>
                </a:lnTo>
                <a:lnTo>
                  <a:pt x="5529" y="6380"/>
                </a:lnTo>
                <a:lnTo>
                  <a:pt x="5556" y="6327"/>
                </a:lnTo>
                <a:lnTo>
                  <a:pt x="5662" y="6247"/>
                </a:lnTo>
                <a:lnTo>
                  <a:pt x="5715" y="6167"/>
                </a:lnTo>
                <a:lnTo>
                  <a:pt x="5769" y="6114"/>
                </a:lnTo>
                <a:close/>
                <a:moveTo>
                  <a:pt x="5769" y="1"/>
                </a:moveTo>
                <a:lnTo>
                  <a:pt x="5662" y="27"/>
                </a:lnTo>
                <a:lnTo>
                  <a:pt x="5609" y="80"/>
                </a:lnTo>
                <a:lnTo>
                  <a:pt x="4812" y="1144"/>
                </a:lnTo>
                <a:lnTo>
                  <a:pt x="4652" y="1383"/>
                </a:lnTo>
                <a:lnTo>
                  <a:pt x="4493" y="1649"/>
                </a:lnTo>
                <a:lnTo>
                  <a:pt x="4386" y="1914"/>
                </a:lnTo>
                <a:lnTo>
                  <a:pt x="4280" y="2207"/>
                </a:lnTo>
                <a:lnTo>
                  <a:pt x="4014" y="2074"/>
                </a:lnTo>
                <a:lnTo>
                  <a:pt x="3722" y="1968"/>
                </a:lnTo>
                <a:lnTo>
                  <a:pt x="3456" y="1888"/>
                </a:lnTo>
                <a:lnTo>
                  <a:pt x="3137" y="1835"/>
                </a:lnTo>
                <a:lnTo>
                  <a:pt x="1861" y="1622"/>
                </a:lnTo>
                <a:lnTo>
                  <a:pt x="1755" y="1649"/>
                </a:lnTo>
                <a:lnTo>
                  <a:pt x="1675" y="1702"/>
                </a:lnTo>
                <a:lnTo>
                  <a:pt x="1622" y="1781"/>
                </a:lnTo>
                <a:lnTo>
                  <a:pt x="1622" y="1861"/>
                </a:lnTo>
                <a:lnTo>
                  <a:pt x="1808" y="3164"/>
                </a:lnTo>
                <a:lnTo>
                  <a:pt x="1861" y="3456"/>
                </a:lnTo>
                <a:lnTo>
                  <a:pt x="1941" y="3748"/>
                </a:lnTo>
                <a:lnTo>
                  <a:pt x="2047" y="4014"/>
                </a:lnTo>
                <a:lnTo>
                  <a:pt x="2180" y="4307"/>
                </a:lnTo>
                <a:lnTo>
                  <a:pt x="1914" y="4386"/>
                </a:lnTo>
                <a:lnTo>
                  <a:pt x="1622" y="4519"/>
                </a:lnTo>
                <a:lnTo>
                  <a:pt x="1356" y="4652"/>
                </a:lnTo>
                <a:lnTo>
                  <a:pt x="1117" y="4838"/>
                </a:lnTo>
                <a:lnTo>
                  <a:pt x="80" y="5609"/>
                </a:lnTo>
                <a:lnTo>
                  <a:pt x="0" y="5689"/>
                </a:lnTo>
                <a:lnTo>
                  <a:pt x="0" y="5769"/>
                </a:lnTo>
                <a:lnTo>
                  <a:pt x="0" y="5875"/>
                </a:lnTo>
                <a:lnTo>
                  <a:pt x="80" y="5928"/>
                </a:lnTo>
                <a:lnTo>
                  <a:pt x="1117" y="6726"/>
                </a:lnTo>
                <a:lnTo>
                  <a:pt x="1489" y="6965"/>
                </a:lnTo>
                <a:lnTo>
                  <a:pt x="1888" y="7151"/>
                </a:lnTo>
                <a:lnTo>
                  <a:pt x="2313" y="7284"/>
                </a:lnTo>
                <a:lnTo>
                  <a:pt x="2738" y="7364"/>
                </a:lnTo>
                <a:lnTo>
                  <a:pt x="2898" y="7576"/>
                </a:lnTo>
                <a:lnTo>
                  <a:pt x="3084" y="7762"/>
                </a:lnTo>
                <a:lnTo>
                  <a:pt x="3270" y="7922"/>
                </a:lnTo>
                <a:lnTo>
                  <a:pt x="3483" y="8028"/>
                </a:lnTo>
                <a:lnTo>
                  <a:pt x="3722" y="8134"/>
                </a:lnTo>
                <a:lnTo>
                  <a:pt x="3961" y="8214"/>
                </a:lnTo>
                <a:lnTo>
                  <a:pt x="4200" y="8267"/>
                </a:lnTo>
                <a:lnTo>
                  <a:pt x="4466" y="8294"/>
                </a:lnTo>
                <a:lnTo>
                  <a:pt x="7071" y="8294"/>
                </a:lnTo>
                <a:lnTo>
                  <a:pt x="7310" y="8267"/>
                </a:lnTo>
                <a:lnTo>
                  <a:pt x="7576" y="8214"/>
                </a:lnTo>
                <a:lnTo>
                  <a:pt x="7815" y="8134"/>
                </a:lnTo>
                <a:lnTo>
                  <a:pt x="8028" y="8028"/>
                </a:lnTo>
                <a:lnTo>
                  <a:pt x="8267" y="7922"/>
                </a:lnTo>
                <a:lnTo>
                  <a:pt x="8453" y="7762"/>
                </a:lnTo>
                <a:lnTo>
                  <a:pt x="8639" y="7576"/>
                </a:lnTo>
                <a:lnTo>
                  <a:pt x="8799" y="7364"/>
                </a:lnTo>
                <a:lnTo>
                  <a:pt x="9224" y="7284"/>
                </a:lnTo>
                <a:lnTo>
                  <a:pt x="9649" y="7151"/>
                </a:lnTo>
                <a:lnTo>
                  <a:pt x="10048" y="6965"/>
                </a:lnTo>
                <a:lnTo>
                  <a:pt x="10394" y="6726"/>
                </a:lnTo>
                <a:lnTo>
                  <a:pt x="11457" y="5928"/>
                </a:lnTo>
                <a:lnTo>
                  <a:pt x="11510" y="5875"/>
                </a:lnTo>
                <a:lnTo>
                  <a:pt x="11537" y="5769"/>
                </a:lnTo>
                <a:lnTo>
                  <a:pt x="11510" y="5689"/>
                </a:lnTo>
                <a:lnTo>
                  <a:pt x="11457" y="5609"/>
                </a:lnTo>
                <a:lnTo>
                  <a:pt x="10394" y="4838"/>
                </a:lnTo>
                <a:lnTo>
                  <a:pt x="10154" y="4652"/>
                </a:lnTo>
                <a:lnTo>
                  <a:pt x="9889" y="4519"/>
                </a:lnTo>
                <a:lnTo>
                  <a:pt x="9623" y="4386"/>
                </a:lnTo>
                <a:lnTo>
                  <a:pt x="9330" y="4307"/>
                </a:lnTo>
                <a:lnTo>
                  <a:pt x="9463" y="4014"/>
                </a:lnTo>
                <a:lnTo>
                  <a:pt x="9570" y="3748"/>
                </a:lnTo>
                <a:lnTo>
                  <a:pt x="9649" y="3456"/>
                </a:lnTo>
                <a:lnTo>
                  <a:pt x="9703" y="3164"/>
                </a:lnTo>
                <a:lnTo>
                  <a:pt x="9889" y="1861"/>
                </a:lnTo>
                <a:lnTo>
                  <a:pt x="9889" y="1781"/>
                </a:lnTo>
                <a:lnTo>
                  <a:pt x="9835" y="1702"/>
                </a:lnTo>
                <a:lnTo>
                  <a:pt x="9756" y="1649"/>
                </a:lnTo>
                <a:lnTo>
                  <a:pt x="9676" y="1622"/>
                </a:lnTo>
                <a:lnTo>
                  <a:pt x="8374" y="1835"/>
                </a:lnTo>
                <a:lnTo>
                  <a:pt x="8081" y="1888"/>
                </a:lnTo>
                <a:lnTo>
                  <a:pt x="7789" y="1968"/>
                </a:lnTo>
                <a:lnTo>
                  <a:pt x="7523" y="2074"/>
                </a:lnTo>
                <a:lnTo>
                  <a:pt x="7231" y="2207"/>
                </a:lnTo>
                <a:lnTo>
                  <a:pt x="7151" y="1914"/>
                </a:lnTo>
                <a:lnTo>
                  <a:pt x="7018" y="1649"/>
                </a:lnTo>
                <a:lnTo>
                  <a:pt x="6885" y="1383"/>
                </a:lnTo>
                <a:lnTo>
                  <a:pt x="6699" y="1144"/>
                </a:lnTo>
                <a:lnTo>
                  <a:pt x="5928" y="80"/>
                </a:lnTo>
                <a:lnTo>
                  <a:pt x="5848" y="27"/>
                </a:lnTo>
                <a:lnTo>
                  <a:pt x="576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18" name="Google Shape;1318;p85"/>
          <p:cNvGrpSpPr/>
          <p:nvPr/>
        </p:nvGrpSpPr>
        <p:grpSpPr>
          <a:xfrm>
            <a:off x="5122036" y="1459398"/>
            <a:ext cx="189588" cy="285765"/>
            <a:chOff x="4099725" y="4131725"/>
            <a:chExt cx="183425" cy="276475"/>
          </a:xfrm>
        </p:grpSpPr>
        <p:sp>
          <p:nvSpPr>
            <p:cNvPr id="1319" name="Google Shape;1319;p85"/>
            <p:cNvSpPr/>
            <p:nvPr/>
          </p:nvSpPr>
          <p:spPr>
            <a:xfrm>
              <a:off x="4164175" y="4311150"/>
              <a:ext cx="26625" cy="25275"/>
            </a:xfrm>
            <a:custGeom>
              <a:rect b="b" l="l" r="r" t="t"/>
              <a:pathLst>
                <a:path extrusionOk="0" h="1011" w="1065">
                  <a:moveTo>
                    <a:pt x="1" y="0"/>
                  </a:moveTo>
                  <a:lnTo>
                    <a:pt x="1" y="1010"/>
                  </a:lnTo>
                  <a:lnTo>
                    <a:pt x="240" y="1010"/>
                  </a:lnTo>
                  <a:lnTo>
                    <a:pt x="240" y="426"/>
                  </a:lnTo>
                  <a:lnTo>
                    <a:pt x="533" y="957"/>
                  </a:lnTo>
                  <a:lnTo>
                    <a:pt x="825" y="426"/>
                  </a:lnTo>
                  <a:lnTo>
                    <a:pt x="825" y="1010"/>
                  </a:lnTo>
                  <a:lnTo>
                    <a:pt x="1064" y="1010"/>
                  </a:lnTo>
                  <a:lnTo>
                    <a:pt x="1064" y="0"/>
                  </a:lnTo>
                  <a:lnTo>
                    <a:pt x="825" y="0"/>
                  </a:lnTo>
                  <a:lnTo>
                    <a:pt x="533" y="532"/>
                  </a:lnTo>
                  <a:lnTo>
                    <a:pt x="24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85"/>
            <p:cNvSpPr/>
            <p:nvPr/>
          </p:nvSpPr>
          <p:spPr>
            <a:xfrm>
              <a:off x="4199400" y="4311150"/>
              <a:ext cx="6675" cy="25275"/>
            </a:xfrm>
            <a:custGeom>
              <a:rect b="b" l="l" r="r" t="t"/>
              <a:pathLst>
                <a:path extrusionOk="0" h="1011" w="267">
                  <a:moveTo>
                    <a:pt x="1" y="0"/>
                  </a:moveTo>
                  <a:lnTo>
                    <a:pt x="1" y="1010"/>
                  </a:lnTo>
                  <a:lnTo>
                    <a:pt x="267" y="1010"/>
                  </a:lnTo>
                  <a:lnTo>
                    <a:pt x="2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85"/>
            <p:cNvSpPr/>
            <p:nvPr/>
          </p:nvSpPr>
          <p:spPr>
            <a:xfrm>
              <a:off x="4214025" y="4311150"/>
              <a:ext cx="18625" cy="25275"/>
            </a:xfrm>
            <a:custGeom>
              <a:rect b="b" l="l" r="r" t="t"/>
              <a:pathLst>
                <a:path extrusionOk="0" h="1011" w="745">
                  <a:moveTo>
                    <a:pt x="0" y="0"/>
                  </a:moveTo>
                  <a:lnTo>
                    <a:pt x="0" y="1010"/>
                  </a:lnTo>
                  <a:lnTo>
                    <a:pt x="745" y="1010"/>
                  </a:lnTo>
                  <a:lnTo>
                    <a:pt x="745" y="798"/>
                  </a:lnTo>
                  <a:lnTo>
                    <a:pt x="266" y="798"/>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85"/>
            <p:cNvSpPr/>
            <p:nvPr/>
          </p:nvSpPr>
          <p:spPr>
            <a:xfrm>
              <a:off x="4239275" y="4311150"/>
              <a:ext cx="23950" cy="25275"/>
            </a:xfrm>
            <a:custGeom>
              <a:rect b="b" l="l" r="r" t="t"/>
              <a:pathLst>
                <a:path extrusionOk="0" h="1011" w="958">
                  <a:moveTo>
                    <a:pt x="1" y="0"/>
                  </a:moveTo>
                  <a:lnTo>
                    <a:pt x="1" y="1010"/>
                  </a:lnTo>
                  <a:lnTo>
                    <a:pt x="266" y="1010"/>
                  </a:lnTo>
                  <a:lnTo>
                    <a:pt x="266" y="745"/>
                  </a:lnTo>
                  <a:lnTo>
                    <a:pt x="373" y="612"/>
                  </a:lnTo>
                  <a:lnTo>
                    <a:pt x="665" y="1010"/>
                  </a:lnTo>
                  <a:lnTo>
                    <a:pt x="958" y="1010"/>
                  </a:lnTo>
                  <a:lnTo>
                    <a:pt x="559" y="426"/>
                  </a:lnTo>
                  <a:lnTo>
                    <a:pt x="931" y="0"/>
                  </a:lnTo>
                  <a:lnTo>
                    <a:pt x="639" y="0"/>
                  </a:lnTo>
                  <a:lnTo>
                    <a:pt x="266" y="426"/>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 name="Google Shape;1323;p85"/>
            <p:cNvSpPr/>
            <p:nvPr/>
          </p:nvSpPr>
          <p:spPr>
            <a:xfrm>
              <a:off x="4099725" y="4131725"/>
              <a:ext cx="183425" cy="276475"/>
            </a:xfrm>
            <a:custGeom>
              <a:rect b="b" l="l" r="r" t="t"/>
              <a:pathLst>
                <a:path extrusionOk="0" h="11059" w="7337">
                  <a:moveTo>
                    <a:pt x="6008" y="399"/>
                  </a:moveTo>
                  <a:lnTo>
                    <a:pt x="6008" y="1196"/>
                  </a:lnTo>
                  <a:lnTo>
                    <a:pt x="1383" y="1196"/>
                  </a:lnTo>
                  <a:lnTo>
                    <a:pt x="1383" y="399"/>
                  </a:lnTo>
                  <a:close/>
                  <a:moveTo>
                    <a:pt x="1143" y="1914"/>
                  </a:moveTo>
                  <a:lnTo>
                    <a:pt x="1675" y="3243"/>
                  </a:lnTo>
                  <a:lnTo>
                    <a:pt x="506" y="3243"/>
                  </a:lnTo>
                  <a:lnTo>
                    <a:pt x="1143" y="1914"/>
                  </a:lnTo>
                  <a:close/>
                  <a:moveTo>
                    <a:pt x="6088" y="1622"/>
                  </a:moveTo>
                  <a:lnTo>
                    <a:pt x="6832" y="3243"/>
                  </a:lnTo>
                  <a:lnTo>
                    <a:pt x="2100" y="3243"/>
                  </a:lnTo>
                  <a:lnTo>
                    <a:pt x="1462" y="1622"/>
                  </a:lnTo>
                  <a:close/>
                  <a:moveTo>
                    <a:pt x="1755" y="3642"/>
                  </a:moveTo>
                  <a:lnTo>
                    <a:pt x="1755" y="8666"/>
                  </a:lnTo>
                  <a:lnTo>
                    <a:pt x="399" y="8666"/>
                  </a:lnTo>
                  <a:lnTo>
                    <a:pt x="399" y="3642"/>
                  </a:lnTo>
                  <a:close/>
                  <a:moveTo>
                    <a:pt x="6938" y="3642"/>
                  </a:moveTo>
                  <a:lnTo>
                    <a:pt x="6938" y="8666"/>
                  </a:lnTo>
                  <a:lnTo>
                    <a:pt x="2180" y="8666"/>
                  </a:lnTo>
                  <a:lnTo>
                    <a:pt x="2180" y="3642"/>
                  </a:lnTo>
                  <a:close/>
                  <a:moveTo>
                    <a:pt x="1755" y="9065"/>
                  </a:moveTo>
                  <a:lnTo>
                    <a:pt x="1755" y="9835"/>
                  </a:lnTo>
                  <a:lnTo>
                    <a:pt x="399" y="9835"/>
                  </a:lnTo>
                  <a:lnTo>
                    <a:pt x="399" y="9065"/>
                  </a:lnTo>
                  <a:close/>
                  <a:moveTo>
                    <a:pt x="6938" y="9065"/>
                  </a:moveTo>
                  <a:lnTo>
                    <a:pt x="6938" y="9835"/>
                  </a:lnTo>
                  <a:lnTo>
                    <a:pt x="2180" y="9835"/>
                  </a:lnTo>
                  <a:lnTo>
                    <a:pt x="2180" y="9065"/>
                  </a:lnTo>
                  <a:close/>
                  <a:moveTo>
                    <a:pt x="1755" y="10234"/>
                  </a:moveTo>
                  <a:lnTo>
                    <a:pt x="1755" y="10659"/>
                  </a:lnTo>
                  <a:lnTo>
                    <a:pt x="399" y="10659"/>
                  </a:lnTo>
                  <a:lnTo>
                    <a:pt x="399" y="10234"/>
                  </a:lnTo>
                  <a:close/>
                  <a:moveTo>
                    <a:pt x="6938" y="10234"/>
                  </a:moveTo>
                  <a:lnTo>
                    <a:pt x="6938" y="10659"/>
                  </a:lnTo>
                  <a:lnTo>
                    <a:pt x="2180" y="10659"/>
                  </a:lnTo>
                  <a:lnTo>
                    <a:pt x="2180" y="10234"/>
                  </a:lnTo>
                  <a:close/>
                  <a:moveTo>
                    <a:pt x="1170" y="0"/>
                  </a:moveTo>
                  <a:lnTo>
                    <a:pt x="1090" y="27"/>
                  </a:lnTo>
                  <a:lnTo>
                    <a:pt x="1037" y="53"/>
                  </a:lnTo>
                  <a:lnTo>
                    <a:pt x="984" y="133"/>
                  </a:lnTo>
                  <a:lnTo>
                    <a:pt x="957" y="186"/>
                  </a:lnTo>
                  <a:lnTo>
                    <a:pt x="957" y="1356"/>
                  </a:lnTo>
                  <a:lnTo>
                    <a:pt x="0" y="3350"/>
                  </a:lnTo>
                  <a:lnTo>
                    <a:pt x="0" y="3403"/>
                  </a:lnTo>
                  <a:lnTo>
                    <a:pt x="0" y="3429"/>
                  </a:lnTo>
                  <a:lnTo>
                    <a:pt x="0" y="10845"/>
                  </a:lnTo>
                  <a:lnTo>
                    <a:pt x="0" y="10925"/>
                  </a:lnTo>
                  <a:lnTo>
                    <a:pt x="54" y="11005"/>
                  </a:lnTo>
                  <a:lnTo>
                    <a:pt x="107" y="11032"/>
                  </a:lnTo>
                  <a:lnTo>
                    <a:pt x="187" y="11058"/>
                  </a:lnTo>
                  <a:lnTo>
                    <a:pt x="7151" y="11058"/>
                  </a:lnTo>
                  <a:lnTo>
                    <a:pt x="7231" y="11032"/>
                  </a:lnTo>
                  <a:lnTo>
                    <a:pt x="7284" y="11005"/>
                  </a:lnTo>
                  <a:lnTo>
                    <a:pt x="7337" y="10925"/>
                  </a:lnTo>
                  <a:lnTo>
                    <a:pt x="7337" y="10845"/>
                  </a:lnTo>
                  <a:lnTo>
                    <a:pt x="7337" y="3429"/>
                  </a:lnTo>
                  <a:lnTo>
                    <a:pt x="7337" y="3403"/>
                  </a:lnTo>
                  <a:lnTo>
                    <a:pt x="7337" y="3350"/>
                  </a:lnTo>
                  <a:lnTo>
                    <a:pt x="6407" y="1356"/>
                  </a:lnTo>
                  <a:lnTo>
                    <a:pt x="6407" y="186"/>
                  </a:lnTo>
                  <a:lnTo>
                    <a:pt x="6407" y="133"/>
                  </a:lnTo>
                  <a:lnTo>
                    <a:pt x="6353" y="53"/>
                  </a:lnTo>
                  <a:lnTo>
                    <a:pt x="6300" y="27"/>
                  </a:lnTo>
                  <a:lnTo>
                    <a:pt x="622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 name="Google Shape;1324;p85"/>
            <p:cNvSpPr/>
            <p:nvPr/>
          </p:nvSpPr>
          <p:spPr>
            <a:xfrm>
              <a:off x="4182800" y="4232725"/>
              <a:ext cx="61825" cy="61825"/>
            </a:xfrm>
            <a:custGeom>
              <a:rect b="b" l="l" r="r" t="t"/>
              <a:pathLst>
                <a:path extrusionOk="0" h="2473" w="2473">
                  <a:moveTo>
                    <a:pt x="1223" y="399"/>
                  </a:moveTo>
                  <a:lnTo>
                    <a:pt x="1409" y="426"/>
                  </a:lnTo>
                  <a:lnTo>
                    <a:pt x="1568" y="453"/>
                  </a:lnTo>
                  <a:lnTo>
                    <a:pt x="1701" y="532"/>
                  </a:lnTo>
                  <a:lnTo>
                    <a:pt x="1834" y="639"/>
                  </a:lnTo>
                  <a:lnTo>
                    <a:pt x="1941" y="772"/>
                  </a:lnTo>
                  <a:lnTo>
                    <a:pt x="1994" y="904"/>
                  </a:lnTo>
                  <a:lnTo>
                    <a:pt x="2047" y="1064"/>
                  </a:lnTo>
                  <a:lnTo>
                    <a:pt x="2074" y="1223"/>
                  </a:lnTo>
                  <a:lnTo>
                    <a:pt x="2047" y="1409"/>
                  </a:lnTo>
                  <a:lnTo>
                    <a:pt x="1994" y="1569"/>
                  </a:lnTo>
                  <a:lnTo>
                    <a:pt x="1941" y="1702"/>
                  </a:lnTo>
                  <a:lnTo>
                    <a:pt x="1834" y="1835"/>
                  </a:lnTo>
                  <a:lnTo>
                    <a:pt x="1701" y="1941"/>
                  </a:lnTo>
                  <a:lnTo>
                    <a:pt x="1568" y="1994"/>
                  </a:lnTo>
                  <a:lnTo>
                    <a:pt x="1409" y="2047"/>
                  </a:lnTo>
                  <a:lnTo>
                    <a:pt x="1223" y="2074"/>
                  </a:lnTo>
                  <a:lnTo>
                    <a:pt x="1063" y="2047"/>
                  </a:lnTo>
                  <a:lnTo>
                    <a:pt x="904" y="1994"/>
                  </a:lnTo>
                  <a:lnTo>
                    <a:pt x="771" y="1941"/>
                  </a:lnTo>
                  <a:lnTo>
                    <a:pt x="638" y="1835"/>
                  </a:lnTo>
                  <a:lnTo>
                    <a:pt x="532" y="1702"/>
                  </a:lnTo>
                  <a:lnTo>
                    <a:pt x="452" y="1569"/>
                  </a:lnTo>
                  <a:lnTo>
                    <a:pt x="425" y="1409"/>
                  </a:lnTo>
                  <a:lnTo>
                    <a:pt x="399" y="1223"/>
                  </a:lnTo>
                  <a:lnTo>
                    <a:pt x="425" y="1064"/>
                  </a:lnTo>
                  <a:lnTo>
                    <a:pt x="452" y="904"/>
                  </a:lnTo>
                  <a:lnTo>
                    <a:pt x="532" y="772"/>
                  </a:lnTo>
                  <a:lnTo>
                    <a:pt x="638" y="639"/>
                  </a:lnTo>
                  <a:lnTo>
                    <a:pt x="771" y="532"/>
                  </a:lnTo>
                  <a:lnTo>
                    <a:pt x="904" y="453"/>
                  </a:lnTo>
                  <a:lnTo>
                    <a:pt x="1063" y="426"/>
                  </a:lnTo>
                  <a:lnTo>
                    <a:pt x="1223" y="399"/>
                  </a:lnTo>
                  <a:close/>
                  <a:moveTo>
                    <a:pt x="1223" y="1"/>
                  </a:moveTo>
                  <a:lnTo>
                    <a:pt x="984" y="27"/>
                  </a:lnTo>
                  <a:lnTo>
                    <a:pt x="744" y="80"/>
                  </a:lnTo>
                  <a:lnTo>
                    <a:pt x="532" y="213"/>
                  </a:lnTo>
                  <a:lnTo>
                    <a:pt x="346" y="346"/>
                  </a:lnTo>
                  <a:lnTo>
                    <a:pt x="213" y="532"/>
                  </a:lnTo>
                  <a:lnTo>
                    <a:pt x="80" y="745"/>
                  </a:lnTo>
                  <a:lnTo>
                    <a:pt x="27" y="984"/>
                  </a:lnTo>
                  <a:lnTo>
                    <a:pt x="0" y="1223"/>
                  </a:lnTo>
                  <a:lnTo>
                    <a:pt x="27" y="1489"/>
                  </a:lnTo>
                  <a:lnTo>
                    <a:pt x="80" y="1728"/>
                  </a:lnTo>
                  <a:lnTo>
                    <a:pt x="213" y="1915"/>
                  </a:lnTo>
                  <a:lnTo>
                    <a:pt x="346" y="2101"/>
                  </a:lnTo>
                  <a:lnTo>
                    <a:pt x="532" y="2260"/>
                  </a:lnTo>
                  <a:lnTo>
                    <a:pt x="744" y="2366"/>
                  </a:lnTo>
                  <a:lnTo>
                    <a:pt x="984" y="2446"/>
                  </a:lnTo>
                  <a:lnTo>
                    <a:pt x="1223" y="2473"/>
                  </a:lnTo>
                  <a:lnTo>
                    <a:pt x="1489" y="2446"/>
                  </a:lnTo>
                  <a:lnTo>
                    <a:pt x="1728" y="2366"/>
                  </a:lnTo>
                  <a:lnTo>
                    <a:pt x="1914" y="2260"/>
                  </a:lnTo>
                  <a:lnTo>
                    <a:pt x="2100" y="2101"/>
                  </a:lnTo>
                  <a:lnTo>
                    <a:pt x="2260" y="1915"/>
                  </a:lnTo>
                  <a:lnTo>
                    <a:pt x="2366" y="1728"/>
                  </a:lnTo>
                  <a:lnTo>
                    <a:pt x="2446" y="1489"/>
                  </a:lnTo>
                  <a:lnTo>
                    <a:pt x="2472" y="1223"/>
                  </a:lnTo>
                  <a:lnTo>
                    <a:pt x="2446" y="984"/>
                  </a:lnTo>
                  <a:lnTo>
                    <a:pt x="2366" y="745"/>
                  </a:lnTo>
                  <a:lnTo>
                    <a:pt x="2260" y="532"/>
                  </a:lnTo>
                  <a:lnTo>
                    <a:pt x="2100" y="346"/>
                  </a:lnTo>
                  <a:lnTo>
                    <a:pt x="1914" y="213"/>
                  </a:lnTo>
                  <a:lnTo>
                    <a:pt x="1728" y="80"/>
                  </a:lnTo>
                  <a:lnTo>
                    <a:pt x="1489" y="27"/>
                  </a:lnTo>
                  <a:lnTo>
                    <a:pt x="122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5" name="Google Shape;1325;p85"/>
          <p:cNvGrpSpPr/>
          <p:nvPr/>
        </p:nvGrpSpPr>
        <p:grpSpPr>
          <a:xfrm>
            <a:off x="5070524" y="2666874"/>
            <a:ext cx="292612" cy="212947"/>
            <a:chOff x="4814775" y="4166950"/>
            <a:chExt cx="283100" cy="206025"/>
          </a:xfrm>
        </p:grpSpPr>
        <p:sp>
          <p:nvSpPr>
            <p:cNvPr id="1326" name="Google Shape;1326;p85"/>
            <p:cNvSpPr/>
            <p:nvPr/>
          </p:nvSpPr>
          <p:spPr>
            <a:xfrm>
              <a:off x="4814775" y="4166950"/>
              <a:ext cx="283100" cy="206025"/>
            </a:xfrm>
            <a:custGeom>
              <a:rect b="b" l="l" r="r" t="t"/>
              <a:pathLst>
                <a:path extrusionOk="0" h="8241" w="11324">
                  <a:moveTo>
                    <a:pt x="2844" y="399"/>
                  </a:moveTo>
                  <a:lnTo>
                    <a:pt x="2977" y="425"/>
                  </a:lnTo>
                  <a:lnTo>
                    <a:pt x="3084" y="505"/>
                  </a:lnTo>
                  <a:lnTo>
                    <a:pt x="3163" y="611"/>
                  </a:lnTo>
                  <a:lnTo>
                    <a:pt x="3190" y="744"/>
                  </a:lnTo>
                  <a:lnTo>
                    <a:pt x="3190" y="1010"/>
                  </a:lnTo>
                  <a:lnTo>
                    <a:pt x="1489" y="1010"/>
                  </a:lnTo>
                  <a:lnTo>
                    <a:pt x="1489" y="744"/>
                  </a:lnTo>
                  <a:lnTo>
                    <a:pt x="1515" y="611"/>
                  </a:lnTo>
                  <a:lnTo>
                    <a:pt x="1568" y="505"/>
                  </a:lnTo>
                  <a:lnTo>
                    <a:pt x="1675" y="425"/>
                  </a:lnTo>
                  <a:lnTo>
                    <a:pt x="1808" y="399"/>
                  </a:lnTo>
                  <a:close/>
                  <a:moveTo>
                    <a:pt x="9516" y="399"/>
                  </a:moveTo>
                  <a:lnTo>
                    <a:pt x="9649" y="425"/>
                  </a:lnTo>
                  <a:lnTo>
                    <a:pt x="9755" y="505"/>
                  </a:lnTo>
                  <a:lnTo>
                    <a:pt x="9835" y="611"/>
                  </a:lnTo>
                  <a:lnTo>
                    <a:pt x="9835" y="744"/>
                  </a:lnTo>
                  <a:lnTo>
                    <a:pt x="9835" y="1010"/>
                  </a:lnTo>
                  <a:lnTo>
                    <a:pt x="8161" y="1010"/>
                  </a:lnTo>
                  <a:lnTo>
                    <a:pt x="8161" y="744"/>
                  </a:lnTo>
                  <a:lnTo>
                    <a:pt x="8187" y="611"/>
                  </a:lnTo>
                  <a:lnTo>
                    <a:pt x="8240" y="505"/>
                  </a:lnTo>
                  <a:lnTo>
                    <a:pt x="8347" y="425"/>
                  </a:lnTo>
                  <a:lnTo>
                    <a:pt x="8480" y="399"/>
                  </a:lnTo>
                  <a:close/>
                  <a:moveTo>
                    <a:pt x="10925" y="1409"/>
                  </a:moveTo>
                  <a:lnTo>
                    <a:pt x="10925" y="6619"/>
                  </a:lnTo>
                  <a:lnTo>
                    <a:pt x="10925" y="6725"/>
                  </a:lnTo>
                  <a:lnTo>
                    <a:pt x="10898" y="6831"/>
                  </a:lnTo>
                  <a:lnTo>
                    <a:pt x="10845" y="6938"/>
                  </a:lnTo>
                  <a:lnTo>
                    <a:pt x="10766" y="7018"/>
                  </a:lnTo>
                  <a:lnTo>
                    <a:pt x="10686" y="7097"/>
                  </a:lnTo>
                  <a:lnTo>
                    <a:pt x="10579" y="7150"/>
                  </a:lnTo>
                  <a:lnTo>
                    <a:pt x="10473" y="7177"/>
                  </a:lnTo>
                  <a:lnTo>
                    <a:pt x="10340" y="7204"/>
                  </a:lnTo>
                  <a:lnTo>
                    <a:pt x="984" y="7204"/>
                  </a:lnTo>
                  <a:lnTo>
                    <a:pt x="877" y="7177"/>
                  </a:lnTo>
                  <a:lnTo>
                    <a:pt x="744" y="7150"/>
                  </a:lnTo>
                  <a:lnTo>
                    <a:pt x="665" y="7097"/>
                  </a:lnTo>
                  <a:lnTo>
                    <a:pt x="558" y="7018"/>
                  </a:lnTo>
                  <a:lnTo>
                    <a:pt x="505" y="6938"/>
                  </a:lnTo>
                  <a:lnTo>
                    <a:pt x="452" y="6831"/>
                  </a:lnTo>
                  <a:lnTo>
                    <a:pt x="399" y="6725"/>
                  </a:lnTo>
                  <a:lnTo>
                    <a:pt x="399" y="6619"/>
                  </a:lnTo>
                  <a:lnTo>
                    <a:pt x="399" y="1409"/>
                  </a:lnTo>
                  <a:close/>
                  <a:moveTo>
                    <a:pt x="3509" y="7602"/>
                  </a:moveTo>
                  <a:lnTo>
                    <a:pt x="3509" y="7629"/>
                  </a:lnTo>
                  <a:lnTo>
                    <a:pt x="3482" y="7709"/>
                  </a:lnTo>
                  <a:lnTo>
                    <a:pt x="3456" y="7762"/>
                  </a:lnTo>
                  <a:lnTo>
                    <a:pt x="3376" y="7815"/>
                  </a:lnTo>
                  <a:lnTo>
                    <a:pt x="2446" y="7815"/>
                  </a:lnTo>
                  <a:lnTo>
                    <a:pt x="2366" y="7762"/>
                  </a:lnTo>
                  <a:lnTo>
                    <a:pt x="2339" y="7709"/>
                  </a:lnTo>
                  <a:lnTo>
                    <a:pt x="2313" y="7629"/>
                  </a:lnTo>
                  <a:lnTo>
                    <a:pt x="2313" y="7602"/>
                  </a:lnTo>
                  <a:close/>
                  <a:moveTo>
                    <a:pt x="9011" y="7602"/>
                  </a:moveTo>
                  <a:lnTo>
                    <a:pt x="9011" y="7629"/>
                  </a:lnTo>
                  <a:lnTo>
                    <a:pt x="8985" y="7709"/>
                  </a:lnTo>
                  <a:lnTo>
                    <a:pt x="8958" y="7762"/>
                  </a:lnTo>
                  <a:lnTo>
                    <a:pt x="8905" y="7815"/>
                  </a:lnTo>
                  <a:lnTo>
                    <a:pt x="7948" y="7815"/>
                  </a:lnTo>
                  <a:lnTo>
                    <a:pt x="7895" y="7762"/>
                  </a:lnTo>
                  <a:lnTo>
                    <a:pt x="7842" y="7709"/>
                  </a:lnTo>
                  <a:lnTo>
                    <a:pt x="7842" y="7629"/>
                  </a:lnTo>
                  <a:lnTo>
                    <a:pt x="7842" y="7602"/>
                  </a:lnTo>
                  <a:close/>
                  <a:moveTo>
                    <a:pt x="1808" y="0"/>
                  </a:moveTo>
                  <a:lnTo>
                    <a:pt x="1675" y="27"/>
                  </a:lnTo>
                  <a:lnTo>
                    <a:pt x="1542" y="53"/>
                  </a:lnTo>
                  <a:lnTo>
                    <a:pt x="1409" y="133"/>
                  </a:lnTo>
                  <a:lnTo>
                    <a:pt x="1303" y="213"/>
                  </a:lnTo>
                  <a:lnTo>
                    <a:pt x="1223" y="319"/>
                  </a:lnTo>
                  <a:lnTo>
                    <a:pt x="1143" y="452"/>
                  </a:lnTo>
                  <a:lnTo>
                    <a:pt x="1090" y="585"/>
                  </a:lnTo>
                  <a:lnTo>
                    <a:pt x="1090" y="744"/>
                  </a:lnTo>
                  <a:lnTo>
                    <a:pt x="1090" y="1010"/>
                  </a:lnTo>
                  <a:lnTo>
                    <a:pt x="106" y="1010"/>
                  </a:lnTo>
                  <a:lnTo>
                    <a:pt x="53" y="1063"/>
                  </a:lnTo>
                  <a:lnTo>
                    <a:pt x="0" y="1117"/>
                  </a:lnTo>
                  <a:lnTo>
                    <a:pt x="0" y="1196"/>
                  </a:lnTo>
                  <a:lnTo>
                    <a:pt x="0" y="6619"/>
                  </a:lnTo>
                  <a:lnTo>
                    <a:pt x="27" y="6805"/>
                  </a:lnTo>
                  <a:lnTo>
                    <a:pt x="80" y="6991"/>
                  </a:lnTo>
                  <a:lnTo>
                    <a:pt x="160" y="7150"/>
                  </a:lnTo>
                  <a:lnTo>
                    <a:pt x="292" y="7310"/>
                  </a:lnTo>
                  <a:lnTo>
                    <a:pt x="425" y="7416"/>
                  </a:lnTo>
                  <a:lnTo>
                    <a:pt x="611" y="7523"/>
                  </a:lnTo>
                  <a:lnTo>
                    <a:pt x="798" y="7576"/>
                  </a:lnTo>
                  <a:lnTo>
                    <a:pt x="984" y="7602"/>
                  </a:lnTo>
                  <a:lnTo>
                    <a:pt x="1914" y="7602"/>
                  </a:lnTo>
                  <a:lnTo>
                    <a:pt x="1914" y="7629"/>
                  </a:lnTo>
                  <a:lnTo>
                    <a:pt x="1941" y="7762"/>
                  </a:lnTo>
                  <a:lnTo>
                    <a:pt x="1967" y="7868"/>
                  </a:lnTo>
                  <a:lnTo>
                    <a:pt x="2020" y="7974"/>
                  </a:lnTo>
                  <a:lnTo>
                    <a:pt x="2100" y="8054"/>
                  </a:lnTo>
                  <a:lnTo>
                    <a:pt x="2180" y="8134"/>
                  </a:lnTo>
                  <a:lnTo>
                    <a:pt x="2286" y="8187"/>
                  </a:lnTo>
                  <a:lnTo>
                    <a:pt x="2392" y="8214"/>
                  </a:lnTo>
                  <a:lnTo>
                    <a:pt x="2499" y="8240"/>
                  </a:lnTo>
                  <a:lnTo>
                    <a:pt x="3323" y="8240"/>
                  </a:lnTo>
                  <a:lnTo>
                    <a:pt x="3429" y="8214"/>
                  </a:lnTo>
                  <a:lnTo>
                    <a:pt x="3535" y="8187"/>
                  </a:lnTo>
                  <a:lnTo>
                    <a:pt x="3642" y="8134"/>
                  </a:lnTo>
                  <a:lnTo>
                    <a:pt x="3721" y="8054"/>
                  </a:lnTo>
                  <a:lnTo>
                    <a:pt x="3801" y="7974"/>
                  </a:lnTo>
                  <a:lnTo>
                    <a:pt x="3854" y="7868"/>
                  </a:lnTo>
                  <a:lnTo>
                    <a:pt x="3881" y="7762"/>
                  </a:lnTo>
                  <a:lnTo>
                    <a:pt x="3908" y="7629"/>
                  </a:lnTo>
                  <a:lnTo>
                    <a:pt x="3908" y="7602"/>
                  </a:lnTo>
                  <a:lnTo>
                    <a:pt x="7443" y="7602"/>
                  </a:lnTo>
                  <a:lnTo>
                    <a:pt x="7443" y="7629"/>
                  </a:lnTo>
                  <a:lnTo>
                    <a:pt x="7443" y="7762"/>
                  </a:lnTo>
                  <a:lnTo>
                    <a:pt x="7469" y="7868"/>
                  </a:lnTo>
                  <a:lnTo>
                    <a:pt x="7523" y="7974"/>
                  </a:lnTo>
                  <a:lnTo>
                    <a:pt x="7602" y="8054"/>
                  </a:lnTo>
                  <a:lnTo>
                    <a:pt x="7682" y="8134"/>
                  </a:lnTo>
                  <a:lnTo>
                    <a:pt x="7788" y="8187"/>
                  </a:lnTo>
                  <a:lnTo>
                    <a:pt x="7895" y="8214"/>
                  </a:lnTo>
                  <a:lnTo>
                    <a:pt x="8028" y="8240"/>
                  </a:lnTo>
                  <a:lnTo>
                    <a:pt x="8825" y="8240"/>
                  </a:lnTo>
                  <a:lnTo>
                    <a:pt x="8931" y="8214"/>
                  </a:lnTo>
                  <a:lnTo>
                    <a:pt x="9064" y="8187"/>
                  </a:lnTo>
                  <a:lnTo>
                    <a:pt x="9144" y="8134"/>
                  </a:lnTo>
                  <a:lnTo>
                    <a:pt x="9250" y="8054"/>
                  </a:lnTo>
                  <a:lnTo>
                    <a:pt x="9304" y="7974"/>
                  </a:lnTo>
                  <a:lnTo>
                    <a:pt x="9357" y="7868"/>
                  </a:lnTo>
                  <a:lnTo>
                    <a:pt x="9410" y="7762"/>
                  </a:lnTo>
                  <a:lnTo>
                    <a:pt x="9410" y="7629"/>
                  </a:lnTo>
                  <a:lnTo>
                    <a:pt x="9410" y="7602"/>
                  </a:lnTo>
                  <a:lnTo>
                    <a:pt x="10340" y="7602"/>
                  </a:lnTo>
                  <a:lnTo>
                    <a:pt x="10553" y="7576"/>
                  </a:lnTo>
                  <a:lnTo>
                    <a:pt x="10739" y="7523"/>
                  </a:lnTo>
                  <a:lnTo>
                    <a:pt x="10898" y="7416"/>
                  </a:lnTo>
                  <a:lnTo>
                    <a:pt x="11058" y="7310"/>
                  </a:lnTo>
                  <a:lnTo>
                    <a:pt x="11164" y="7150"/>
                  </a:lnTo>
                  <a:lnTo>
                    <a:pt x="11271" y="6991"/>
                  </a:lnTo>
                  <a:lnTo>
                    <a:pt x="11324" y="6805"/>
                  </a:lnTo>
                  <a:lnTo>
                    <a:pt x="11324" y="6619"/>
                  </a:lnTo>
                  <a:lnTo>
                    <a:pt x="11324" y="1196"/>
                  </a:lnTo>
                  <a:lnTo>
                    <a:pt x="11324" y="1117"/>
                  </a:lnTo>
                  <a:lnTo>
                    <a:pt x="11271" y="1063"/>
                  </a:lnTo>
                  <a:lnTo>
                    <a:pt x="11217" y="1010"/>
                  </a:lnTo>
                  <a:lnTo>
                    <a:pt x="10260" y="1010"/>
                  </a:lnTo>
                  <a:lnTo>
                    <a:pt x="10260" y="744"/>
                  </a:lnTo>
                  <a:lnTo>
                    <a:pt x="10234" y="585"/>
                  </a:lnTo>
                  <a:lnTo>
                    <a:pt x="10181" y="452"/>
                  </a:lnTo>
                  <a:lnTo>
                    <a:pt x="10128" y="319"/>
                  </a:lnTo>
                  <a:lnTo>
                    <a:pt x="10021" y="213"/>
                  </a:lnTo>
                  <a:lnTo>
                    <a:pt x="9915" y="133"/>
                  </a:lnTo>
                  <a:lnTo>
                    <a:pt x="9809" y="53"/>
                  </a:lnTo>
                  <a:lnTo>
                    <a:pt x="9676" y="27"/>
                  </a:lnTo>
                  <a:lnTo>
                    <a:pt x="9516" y="0"/>
                  </a:lnTo>
                  <a:lnTo>
                    <a:pt x="8480" y="0"/>
                  </a:lnTo>
                  <a:lnTo>
                    <a:pt x="8347" y="27"/>
                  </a:lnTo>
                  <a:lnTo>
                    <a:pt x="8187" y="53"/>
                  </a:lnTo>
                  <a:lnTo>
                    <a:pt x="8081" y="133"/>
                  </a:lnTo>
                  <a:lnTo>
                    <a:pt x="7974" y="213"/>
                  </a:lnTo>
                  <a:lnTo>
                    <a:pt x="7868" y="319"/>
                  </a:lnTo>
                  <a:lnTo>
                    <a:pt x="7815" y="452"/>
                  </a:lnTo>
                  <a:lnTo>
                    <a:pt x="7762" y="585"/>
                  </a:lnTo>
                  <a:lnTo>
                    <a:pt x="7762" y="744"/>
                  </a:lnTo>
                  <a:lnTo>
                    <a:pt x="7762" y="1010"/>
                  </a:lnTo>
                  <a:lnTo>
                    <a:pt x="3589" y="1010"/>
                  </a:lnTo>
                  <a:lnTo>
                    <a:pt x="3589" y="744"/>
                  </a:lnTo>
                  <a:lnTo>
                    <a:pt x="3562" y="585"/>
                  </a:lnTo>
                  <a:lnTo>
                    <a:pt x="3535" y="452"/>
                  </a:lnTo>
                  <a:lnTo>
                    <a:pt x="3456" y="319"/>
                  </a:lnTo>
                  <a:lnTo>
                    <a:pt x="3376" y="213"/>
                  </a:lnTo>
                  <a:lnTo>
                    <a:pt x="3270" y="133"/>
                  </a:lnTo>
                  <a:lnTo>
                    <a:pt x="3137" y="53"/>
                  </a:lnTo>
                  <a:lnTo>
                    <a:pt x="3004" y="27"/>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85"/>
            <p:cNvSpPr/>
            <p:nvPr/>
          </p:nvSpPr>
          <p:spPr>
            <a:xfrm>
              <a:off x="4842000" y="4216775"/>
              <a:ext cx="229300" cy="79775"/>
            </a:xfrm>
            <a:custGeom>
              <a:rect b="b" l="l" r="r" t="t"/>
              <a:pathLst>
                <a:path extrusionOk="0" h="3191" w="9172">
                  <a:moveTo>
                    <a:pt x="8294" y="399"/>
                  </a:moveTo>
                  <a:lnTo>
                    <a:pt x="8401" y="453"/>
                  </a:lnTo>
                  <a:lnTo>
                    <a:pt x="8507" y="506"/>
                  </a:lnTo>
                  <a:lnTo>
                    <a:pt x="8587" y="559"/>
                  </a:lnTo>
                  <a:lnTo>
                    <a:pt x="8666" y="639"/>
                  </a:lnTo>
                  <a:lnTo>
                    <a:pt x="8720" y="745"/>
                  </a:lnTo>
                  <a:lnTo>
                    <a:pt x="8746" y="851"/>
                  </a:lnTo>
                  <a:lnTo>
                    <a:pt x="8773" y="958"/>
                  </a:lnTo>
                  <a:lnTo>
                    <a:pt x="8773" y="2234"/>
                  </a:lnTo>
                  <a:lnTo>
                    <a:pt x="8746" y="2340"/>
                  </a:lnTo>
                  <a:lnTo>
                    <a:pt x="8720" y="2446"/>
                  </a:lnTo>
                  <a:lnTo>
                    <a:pt x="8666" y="2553"/>
                  </a:lnTo>
                  <a:lnTo>
                    <a:pt x="8587" y="2632"/>
                  </a:lnTo>
                  <a:lnTo>
                    <a:pt x="8507" y="2712"/>
                  </a:lnTo>
                  <a:lnTo>
                    <a:pt x="8401" y="2765"/>
                  </a:lnTo>
                  <a:lnTo>
                    <a:pt x="8294" y="2792"/>
                  </a:lnTo>
                  <a:lnTo>
                    <a:pt x="852" y="2792"/>
                  </a:lnTo>
                  <a:lnTo>
                    <a:pt x="745" y="2765"/>
                  </a:lnTo>
                  <a:lnTo>
                    <a:pt x="639" y="2712"/>
                  </a:lnTo>
                  <a:lnTo>
                    <a:pt x="559" y="2632"/>
                  </a:lnTo>
                  <a:lnTo>
                    <a:pt x="506" y="2553"/>
                  </a:lnTo>
                  <a:lnTo>
                    <a:pt x="453" y="2446"/>
                  </a:lnTo>
                  <a:lnTo>
                    <a:pt x="400" y="2340"/>
                  </a:lnTo>
                  <a:lnTo>
                    <a:pt x="400" y="2234"/>
                  </a:lnTo>
                  <a:lnTo>
                    <a:pt x="400" y="958"/>
                  </a:lnTo>
                  <a:lnTo>
                    <a:pt x="400" y="851"/>
                  </a:lnTo>
                  <a:lnTo>
                    <a:pt x="453" y="745"/>
                  </a:lnTo>
                  <a:lnTo>
                    <a:pt x="506" y="639"/>
                  </a:lnTo>
                  <a:lnTo>
                    <a:pt x="559" y="559"/>
                  </a:lnTo>
                  <a:lnTo>
                    <a:pt x="639" y="506"/>
                  </a:lnTo>
                  <a:lnTo>
                    <a:pt x="745" y="453"/>
                  </a:lnTo>
                  <a:lnTo>
                    <a:pt x="852" y="399"/>
                  </a:lnTo>
                  <a:close/>
                  <a:moveTo>
                    <a:pt x="958" y="1"/>
                  </a:moveTo>
                  <a:lnTo>
                    <a:pt x="772" y="27"/>
                  </a:lnTo>
                  <a:lnTo>
                    <a:pt x="586" y="80"/>
                  </a:lnTo>
                  <a:lnTo>
                    <a:pt x="426" y="160"/>
                  </a:lnTo>
                  <a:lnTo>
                    <a:pt x="293" y="293"/>
                  </a:lnTo>
                  <a:lnTo>
                    <a:pt x="160" y="426"/>
                  </a:lnTo>
                  <a:lnTo>
                    <a:pt x="81" y="585"/>
                  </a:lnTo>
                  <a:lnTo>
                    <a:pt x="27" y="772"/>
                  </a:lnTo>
                  <a:lnTo>
                    <a:pt x="1" y="958"/>
                  </a:lnTo>
                  <a:lnTo>
                    <a:pt x="1" y="2234"/>
                  </a:lnTo>
                  <a:lnTo>
                    <a:pt x="27" y="2420"/>
                  </a:lnTo>
                  <a:lnTo>
                    <a:pt x="81" y="2606"/>
                  </a:lnTo>
                  <a:lnTo>
                    <a:pt x="160" y="2765"/>
                  </a:lnTo>
                  <a:lnTo>
                    <a:pt x="293" y="2925"/>
                  </a:lnTo>
                  <a:lnTo>
                    <a:pt x="426" y="3031"/>
                  </a:lnTo>
                  <a:lnTo>
                    <a:pt x="586" y="3137"/>
                  </a:lnTo>
                  <a:lnTo>
                    <a:pt x="772" y="3190"/>
                  </a:lnTo>
                  <a:lnTo>
                    <a:pt x="8374" y="3190"/>
                  </a:lnTo>
                  <a:lnTo>
                    <a:pt x="8560" y="3137"/>
                  </a:lnTo>
                  <a:lnTo>
                    <a:pt x="8720" y="3031"/>
                  </a:lnTo>
                  <a:lnTo>
                    <a:pt x="8879" y="2925"/>
                  </a:lnTo>
                  <a:lnTo>
                    <a:pt x="8985" y="2765"/>
                  </a:lnTo>
                  <a:lnTo>
                    <a:pt x="9092" y="2606"/>
                  </a:lnTo>
                  <a:lnTo>
                    <a:pt x="9145" y="2420"/>
                  </a:lnTo>
                  <a:lnTo>
                    <a:pt x="9171" y="2234"/>
                  </a:lnTo>
                  <a:lnTo>
                    <a:pt x="9171" y="958"/>
                  </a:lnTo>
                  <a:lnTo>
                    <a:pt x="9145" y="772"/>
                  </a:lnTo>
                  <a:lnTo>
                    <a:pt x="9092" y="585"/>
                  </a:lnTo>
                  <a:lnTo>
                    <a:pt x="8985" y="426"/>
                  </a:lnTo>
                  <a:lnTo>
                    <a:pt x="8879" y="293"/>
                  </a:lnTo>
                  <a:lnTo>
                    <a:pt x="8720" y="160"/>
                  </a:lnTo>
                  <a:lnTo>
                    <a:pt x="8560" y="80"/>
                  </a:lnTo>
                  <a:lnTo>
                    <a:pt x="8374" y="27"/>
                  </a:lnTo>
                  <a:lnTo>
                    <a:pt x="818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 name="Google Shape;1328;p85"/>
            <p:cNvSpPr/>
            <p:nvPr/>
          </p:nvSpPr>
          <p:spPr>
            <a:xfrm>
              <a:off x="4873250" y="4239375"/>
              <a:ext cx="31250" cy="34575"/>
            </a:xfrm>
            <a:custGeom>
              <a:rect b="b" l="l" r="r" t="t"/>
              <a:pathLst>
                <a:path extrusionOk="0" h="1383" w="1250">
                  <a:moveTo>
                    <a:pt x="612" y="293"/>
                  </a:moveTo>
                  <a:lnTo>
                    <a:pt x="745" y="319"/>
                  </a:lnTo>
                  <a:lnTo>
                    <a:pt x="824" y="426"/>
                  </a:lnTo>
                  <a:lnTo>
                    <a:pt x="877" y="532"/>
                  </a:lnTo>
                  <a:lnTo>
                    <a:pt x="904" y="692"/>
                  </a:lnTo>
                  <a:lnTo>
                    <a:pt x="877" y="851"/>
                  </a:lnTo>
                  <a:lnTo>
                    <a:pt x="824" y="984"/>
                  </a:lnTo>
                  <a:lnTo>
                    <a:pt x="745" y="1064"/>
                  </a:lnTo>
                  <a:lnTo>
                    <a:pt x="612" y="1090"/>
                  </a:lnTo>
                  <a:lnTo>
                    <a:pt x="505" y="1064"/>
                  </a:lnTo>
                  <a:lnTo>
                    <a:pt x="426" y="984"/>
                  </a:lnTo>
                  <a:lnTo>
                    <a:pt x="372" y="851"/>
                  </a:lnTo>
                  <a:lnTo>
                    <a:pt x="346" y="692"/>
                  </a:lnTo>
                  <a:lnTo>
                    <a:pt x="372" y="532"/>
                  </a:lnTo>
                  <a:lnTo>
                    <a:pt x="426" y="426"/>
                  </a:lnTo>
                  <a:lnTo>
                    <a:pt x="505" y="319"/>
                  </a:lnTo>
                  <a:lnTo>
                    <a:pt x="612" y="293"/>
                  </a:lnTo>
                  <a:close/>
                  <a:moveTo>
                    <a:pt x="612" y="0"/>
                  </a:moveTo>
                  <a:lnTo>
                    <a:pt x="505" y="27"/>
                  </a:lnTo>
                  <a:lnTo>
                    <a:pt x="372" y="54"/>
                  </a:lnTo>
                  <a:lnTo>
                    <a:pt x="266" y="107"/>
                  </a:lnTo>
                  <a:lnTo>
                    <a:pt x="186" y="187"/>
                  </a:lnTo>
                  <a:lnTo>
                    <a:pt x="107" y="293"/>
                  </a:lnTo>
                  <a:lnTo>
                    <a:pt x="53" y="426"/>
                  </a:lnTo>
                  <a:lnTo>
                    <a:pt x="27" y="559"/>
                  </a:lnTo>
                  <a:lnTo>
                    <a:pt x="0" y="692"/>
                  </a:lnTo>
                  <a:lnTo>
                    <a:pt x="27" y="851"/>
                  </a:lnTo>
                  <a:lnTo>
                    <a:pt x="53" y="984"/>
                  </a:lnTo>
                  <a:lnTo>
                    <a:pt x="107" y="1090"/>
                  </a:lnTo>
                  <a:lnTo>
                    <a:pt x="186" y="1197"/>
                  </a:lnTo>
                  <a:lnTo>
                    <a:pt x="266" y="1276"/>
                  </a:lnTo>
                  <a:lnTo>
                    <a:pt x="372" y="1330"/>
                  </a:lnTo>
                  <a:lnTo>
                    <a:pt x="505" y="1383"/>
                  </a:lnTo>
                  <a:lnTo>
                    <a:pt x="745" y="1383"/>
                  </a:lnTo>
                  <a:lnTo>
                    <a:pt x="877" y="1330"/>
                  </a:lnTo>
                  <a:lnTo>
                    <a:pt x="984" y="1276"/>
                  </a:lnTo>
                  <a:lnTo>
                    <a:pt x="1063" y="1197"/>
                  </a:lnTo>
                  <a:lnTo>
                    <a:pt x="1143" y="1090"/>
                  </a:lnTo>
                  <a:lnTo>
                    <a:pt x="1196" y="984"/>
                  </a:lnTo>
                  <a:lnTo>
                    <a:pt x="1223" y="851"/>
                  </a:lnTo>
                  <a:lnTo>
                    <a:pt x="1250" y="692"/>
                  </a:lnTo>
                  <a:lnTo>
                    <a:pt x="1223" y="559"/>
                  </a:lnTo>
                  <a:lnTo>
                    <a:pt x="1196" y="426"/>
                  </a:lnTo>
                  <a:lnTo>
                    <a:pt x="1143" y="293"/>
                  </a:lnTo>
                  <a:lnTo>
                    <a:pt x="1063" y="187"/>
                  </a:lnTo>
                  <a:lnTo>
                    <a:pt x="984" y="107"/>
                  </a:lnTo>
                  <a:lnTo>
                    <a:pt x="877" y="54"/>
                  </a:lnTo>
                  <a:lnTo>
                    <a:pt x="745" y="27"/>
                  </a:lnTo>
                  <a:lnTo>
                    <a:pt x="61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85"/>
            <p:cNvSpPr/>
            <p:nvPr/>
          </p:nvSpPr>
          <p:spPr>
            <a:xfrm>
              <a:off x="4913125" y="4239375"/>
              <a:ext cx="27925" cy="34575"/>
            </a:xfrm>
            <a:custGeom>
              <a:rect b="b" l="l" r="r" t="t"/>
              <a:pathLst>
                <a:path extrusionOk="0" h="1383" w="1117">
                  <a:moveTo>
                    <a:pt x="558" y="745"/>
                  </a:moveTo>
                  <a:lnTo>
                    <a:pt x="638" y="771"/>
                  </a:lnTo>
                  <a:lnTo>
                    <a:pt x="691" y="798"/>
                  </a:lnTo>
                  <a:lnTo>
                    <a:pt x="744" y="851"/>
                  </a:lnTo>
                  <a:lnTo>
                    <a:pt x="771" y="931"/>
                  </a:lnTo>
                  <a:lnTo>
                    <a:pt x="744" y="1011"/>
                  </a:lnTo>
                  <a:lnTo>
                    <a:pt x="691" y="1064"/>
                  </a:lnTo>
                  <a:lnTo>
                    <a:pt x="638" y="1090"/>
                  </a:lnTo>
                  <a:lnTo>
                    <a:pt x="558" y="1117"/>
                  </a:lnTo>
                  <a:lnTo>
                    <a:pt x="479" y="1090"/>
                  </a:lnTo>
                  <a:lnTo>
                    <a:pt x="399" y="1037"/>
                  </a:lnTo>
                  <a:lnTo>
                    <a:pt x="372" y="984"/>
                  </a:lnTo>
                  <a:lnTo>
                    <a:pt x="346" y="878"/>
                  </a:lnTo>
                  <a:lnTo>
                    <a:pt x="372" y="824"/>
                  </a:lnTo>
                  <a:lnTo>
                    <a:pt x="425" y="798"/>
                  </a:lnTo>
                  <a:lnTo>
                    <a:pt x="479" y="771"/>
                  </a:lnTo>
                  <a:lnTo>
                    <a:pt x="558" y="745"/>
                  </a:lnTo>
                  <a:close/>
                  <a:moveTo>
                    <a:pt x="638" y="0"/>
                  </a:moveTo>
                  <a:lnTo>
                    <a:pt x="479" y="27"/>
                  </a:lnTo>
                  <a:lnTo>
                    <a:pt x="372" y="54"/>
                  </a:lnTo>
                  <a:lnTo>
                    <a:pt x="266" y="107"/>
                  </a:lnTo>
                  <a:lnTo>
                    <a:pt x="160" y="213"/>
                  </a:lnTo>
                  <a:lnTo>
                    <a:pt x="80" y="293"/>
                  </a:lnTo>
                  <a:lnTo>
                    <a:pt x="27" y="426"/>
                  </a:lnTo>
                  <a:lnTo>
                    <a:pt x="0" y="559"/>
                  </a:lnTo>
                  <a:lnTo>
                    <a:pt x="0" y="718"/>
                  </a:lnTo>
                  <a:lnTo>
                    <a:pt x="0" y="851"/>
                  </a:lnTo>
                  <a:lnTo>
                    <a:pt x="27" y="984"/>
                  </a:lnTo>
                  <a:lnTo>
                    <a:pt x="80" y="1117"/>
                  </a:lnTo>
                  <a:lnTo>
                    <a:pt x="133" y="1197"/>
                  </a:lnTo>
                  <a:lnTo>
                    <a:pt x="213" y="1276"/>
                  </a:lnTo>
                  <a:lnTo>
                    <a:pt x="319" y="1330"/>
                  </a:lnTo>
                  <a:lnTo>
                    <a:pt x="425" y="1383"/>
                  </a:lnTo>
                  <a:lnTo>
                    <a:pt x="691" y="1383"/>
                  </a:lnTo>
                  <a:lnTo>
                    <a:pt x="798" y="1356"/>
                  </a:lnTo>
                  <a:lnTo>
                    <a:pt x="877" y="1303"/>
                  </a:lnTo>
                  <a:lnTo>
                    <a:pt x="957" y="1250"/>
                  </a:lnTo>
                  <a:lnTo>
                    <a:pt x="1010" y="1197"/>
                  </a:lnTo>
                  <a:lnTo>
                    <a:pt x="1063" y="1117"/>
                  </a:lnTo>
                  <a:lnTo>
                    <a:pt x="1090" y="1011"/>
                  </a:lnTo>
                  <a:lnTo>
                    <a:pt x="1117" y="931"/>
                  </a:lnTo>
                  <a:lnTo>
                    <a:pt x="1090" y="824"/>
                  </a:lnTo>
                  <a:lnTo>
                    <a:pt x="1063" y="745"/>
                  </a:lnTo>
                  <a:lnTo>
                    <a:pt x="1037" y="665"/>
                  </a:lnTo>
                  <a:lnTo>
                    <a:pt x="984" y="612"/>
                  </a:lnTo>
                  <a:lnTo>
                    <a:pt x="904" y="559"/>
                  </a:lnTo>
                  <a:lnTo>
                    <a:pt x="824" y="506"/>
                  </a:lnTo>
                  <a:lnTo>
                    <a:pt x="744" y="506"/>
                  </a:lnTo>
                  <a:lnTo>
                    <a:pt x="665" y="479"/>
                  </a:lnTo>
                  <a:lnTo>
                    <a:pt x="479" y="506"/>
                  </a:lnTo>
                  <a:lnTo>
                    <a:pt x="346" y="585"/>
                  </a:lnTo>
                  <a:lnTo>
                    <a:pt x="346" y="585"/>
                  </a:lnTo>
                  <a:lnTo>
                    <a:pt x="372" y="479"/>
                  </a:lnTo>
                  <a:lnTo>
                    <a:pt x="425" y="373"/>
                  </a:lnTo>
                  <a:lnTo>
                    <a:pt x="532" y="319"/>
                  </a:lnTo>
                  <a:lnTo>
                    <a:pt x="638" y="293"/>
                  </a:lnTo>
                  <a:lnTo>
                    <a:pt x="771" y="319"/>
                  </a:lnTo>
                  <a:lnTo>
                    <a:pt x="904" y="399"/>
                  </a:lnTo>
                  <a:lnTo>
                    <a:pt x="1037" y="133"/>
                  </a:lnTo>
                  <a:lnTo>
                    <a:pt x="957" y="80"/>
                  </a:lnTo>
                  <a:lnTo>
                    <a:pt x="851" y="27"/>
                  </a:lnTo>
                  <a:lnTo>
                    <a:pt x="74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p85"/>
            <p:cNvSpPr/>
            <p:nvPr/>
          </p:nvSpPr>
          <p:spPr>
            <a:xfrm>
              <a:off x="4949675" y="4263950"/>
              <a:ext cx="9975" cy="10000"/>
            </a:xfrm>
            <a:custGeom>
              <a:rect b="b" l="l" r="r" t="t"/>
              <a:pathLst>
                <a:path extrusionOk="0" h="400" w="399">
                  <a:moveTo>
                    <a:pt x="160" y="1"/>
                  </a:moveTo>
                  <a:lnTo>
                    <a:pt x="106" y="28"/>
                  </a:lnTo>
                  <a:lnTo>
                    <a:pt x="53" y="81"/>
                  </a:lnTo>
                  <a:lnTo>
                    <a:pt x="27" y="134"/>
                  </a:lnTo>
                  <a:lnTo>
                    <a:pt x="0" y="187"/>
                  </a:lnTo>
                  <a:lnTo>
                    <a:pt x="27" y="240"/>
                  </a:lnTo>
                  <a:lnTo>
                    <a:pt x="27" y="293"/>
                  </a:lnTo>
                  <a:lnTo>
                    <a:pt x="80" y="347"/>
                  </a:lnTo>
                  <a:lnTo>
                    <a:pt x="106" y="373"/>
                  </a:lnTo>
                  <a:lnTo>
                    <a:pt x="160" y="400"/>
                  </a:lnTo>
                  <a:lnTo>
                    <a:pt x="292" y="400"/>
                  </a:lnTo>
                  <a:lnTo>
                    <a:pt x="346" y="347"/>
                  </a:lnTo>
                  <a:lnTo>
                    <a:pt x="372" y="320"/>
                  </a:lnTo>
                  <a:lnTo>
                    <a:pt x="399" y="267"/>
                  </a:lnTo>
                  <a:lnTo>
                    <a:pt x="399" y="187"/>
                  </a:lnTo>
                  <a:lnTo>
                    <a:pt x="399" y="134"/>
                  </a:lnTo>
                  <a:lnTo>
                    <a:pt x="346" y="54"/>
                  </a:lnTo>
                  <a:lnTo>
                    <a:pt x="292"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 name="Google Shape;1331;p85"/>
            <p:cNvSpPr/>
            <p:nvPr/>
          </p:nvSpPr>
          <p:spPr>
            <a:xfrm>
              <a:off x="4968925" y="4239375"/>
              <a:ext cx="31275" cy="34575"/>
            </a:xfrm>
            <a:custGeom>
              <a:rect b="b" l="l" r="r" t="t"/>
              <a:pathLst>
                <a:path extrusionOk="0" h="1383" w="1251">
                  <a:moveTo>
                    <a:pt x="612" y="293"/>
                  </a:moveTo>
                  <a:lnTo>
                    <a:pt x="745" y="319"/>
                  </a:lnTo>
                  <a:lnTo>
                    <a:pt x="825" y="426"/>
                  </a:lnTo>
                  <a:lnTo>
                    <a:pt x="878" y="532"/>
                  </a:lnTo>
                  <a:lnTo>
                    <a:pt x="905" y="692"/>
                  </a:lnTo>
                  <a:lnTo>
                    <a:pt x="878" y="851"/>
                  </a:lnTo>
                  <a:lnTo>
                    <a:pt x="825" y="984"/>
                  </a:lnTo>
                  <a:lnTo>
                    <a:pt x="745" y="1064"/>
                  </a:lnTo>
                  <a:lnTo>
                    <a:pt x="612" y="1090"/>
                  </a:lnTo>
                  <a:lnTo>
                    <a:pt x="506" y="1064"/>
                  </a:lnTo>
                  <a:lnTo>
                    <a:pt x="426" y="984"/>
                  </a:lnTo>
                  <a:lnTo>
                    <a:pt x="373" y="851"/>
                  </a:lnTo>
                  <a:lnTo>
                    <a:pt x="347" y="692"/>
                  </a:lnTo>
                  <a:lnTo>
                    <a:pt x="373" y="532"/>
                  </a:lnTo>
                  <a:lnTo>
                    <a:pt x="426" y="426"/>
                  </a:lnTo>
                  <a:lnTo>
                    <a:pt x="506" y="319"/>
                  </a:lnTo>
                  <a:lnTo>
                    <a:pt x="612" y="293"/>
                  </a:lnTo>
                  <a:close/>
                  <a:moveTo>
                    <a:pt x="612" y="0"/>
                  </a:moveTo>
                  <a:lnTo>
                    <a:pt x="479" y="27"/>
                  </a:lnTo>
                  <a:lnTo>
                    <a:pt x="373" y="54"/>
                  </a:lnTo>
                  <a:lnTo>
                    <a:pt x="267" y="107"/>
                  </a:lnTo>
                  <a:lnTo>
                    <a:pt x="187" y="187"/>
                  </a:lnTo>
                  <a:lnTo>
                    <a:pt x="107" y="293"/>
                  </a:lnTo>
                  <a:lnTo>
                    <a:pt x="54" y="426"/>
                  </a:lnTo>
                  <a:lnTo>
                    <a:pt x="28" y="559"/>
                  </a:lnTo>
                  <a:lnTo>
                    <a:pt x="1" y="692"/>
                  </a:lnTo>
                  <a:lnTo>
                    <a:pt x="28" y="851"/>
                  </a:lnTo>
                  <a:lnTo>
                    <a:pt x="54" y="984"/>
                  </a:lnTo>
                  <a:lnTo>
                    <a:pt x="107" y="1090"/>
                  </a:lnTo>
                  <a:lnTo>
                    <a:pt x="187" y="1197"/>
                  </a:lnTo>
                  <a:lnTo>
                    <a:pt x="267" y="1276"/>
                  </a:lnTo>
                  <a:lnTo>
                    <a:pt x="373" y="1330"/>
                  </a:lnTo>
                  <a:lnTo>
                    <a:pt x="479" y="1383"/>
                  </a:lnTo>
                  <a:lnTo>
                    <a:pt x="745" y="1383"/>
                  </a:lnTo>
                  <a:lnTo>
                    <a:pt x="878" y="1330"/>
                  </a:lnTo>
                  <a:lnTo>
                    <a:pt x="984" y="1276"/>
                  </a:lnTo>
                  <a:lnTo>
                    <a:pt x="1064" y="1197"/>
                  </a:lnTo>
                  <a:lnTo>
                    <a:pt x="1144" y="1090"/>
                  </a:lnTo>
                  <a:lnTo>
                    <a:pt x="1197" y="984"/>
                  </a:lnTo>
                  <a:lnTo>
                    <a:pt x="1224" y="851"/>
                  </a:lnTo>
                  <a:lnTo>
                    <a:pt x="1250" y="692"/>
                  </a:lnTo>
                  <a:lnTo>
                    <a:pt x="1224" y="559"/>
                  </a:lnTo>
                  <a:lnTo>
                    <a:pt x="1197" y="426"/>
                  </a:lnTo>
                  <a:lnTo>
                    <a:pt x="1144" y="293"/>
                  </a:lnTo>
                  <a:lnTo>
                    <a:pt x="1064" y="187"/>
                  </a:lnTo>
                  <a:lnTo>
                    <a:pt x="984" y="107"/>
                  </a:lnTo>
                  <a:lnTo>
                    <a:pt x="878" y="54"/>
                  </a:lnTo>
                  <a:lnTo>
                    <a:pt x="745" y="27"/>
                  </a:lnTo>
                  <a:lnTo>
                    <a:pt x="61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85"/>
            <p:cNvSpPr/>
            <p:nvPr/>
          </p:nvSpPr>
          <p:spPr>
            <a:xfrm>
              <a:off x="5008800" y="4239375"/>
              <a:ext cx="30600" cy="34575"/>
            </a:xfrm>
            <a:custGeom>
              <a:rect b="b" l="l" r="r" t="t"/>
              <a:pathLst>
                <a:path extrusionOk="0" h="1383" w="1224">
                  <a:moveTo>
                    <a:pt x="612" y="293"/>
                  </a:moveTo>
                  <a:lnTo>
                    <a:pt x="719" y="319"/>
                  </a:lnTo>
                  <a:lnTo>
                    <a:pt x="798" y="426"/>
                  </a:lnTo>
                  <a:lnTo>
                    <a:pt x="851" y="532"/>
                  </a:lnTo>
                  <a:lnTo>
                    <a:pt x="878" y="692"/>
                  </a:lnTo>
                  <a:lnTo>
                    <a:pt x="851" y="851"/>
                  </a:lnTo>
                  <a:lnTo>
                    <a:pt x="798" y="984"/>
                  </a:lnTo>
                  <a:lnTo>
                    <a:pt x="719" y="1064"/>
                  </a:lnTo>
                  <a:lnTo>
                    <a:pt x="612" y="1090"/>
                  </a:lnTo>
                  <a:lnTo>
                    <a:pt x="506" y="1064"/>
                  </a:lnTo>
                  <a:lnTo>
                    <a:pt x="426" y="984"/>
                  </a:lnTo>
                  <a:lnTo>
                    <a:pt x="346" y="851"/>
                  </a:lnTo>
                  <a:lnTo>
                    <a:pt x="346" y="692"/>
                  </a:lnTo>
                  <a:lnTo>
                    <a:pt x="346" y="532"/>
                  </a:lnTo>
                  <a:lnTo>
                    <a:pt x="426" y="426"/>
                  </a:lnTo>
                  <a:lnTo>
                    <a:pt x="506" y="319"/>
                  </a:lnTo>
                  <a:lnTo>
                    <a:pt x="612" y="293"/>
                  </a:lnTo>
                  <a:close/>
                  <a:moveTo>
                    <a:pt x="612" y="0"/>
                  </a:moveTo>
                  <a:lnTo>
                    <a:pt x="479" y="27"/>
                  </a:lnTo>
                  <a:lnTo>
                    <a:pt x="373" y="54"/>
                  </a:lnTo>
                  <a:lnTo>
                    <a:pt x="267" y="107"/>
                  </a:lnTo>
                  <a:lnTo>
                    <a:pt x="160" y="187"/>
                  </a:lnTo>
                  <a:lnTo>
                    <a:pt x="81" y="293"/>
                  </a:lnTo>
                  <a:lnTo>
                    <a:pt x="27" y="426"/>
                  </a:lnTo>
                  <a:lnTo>
                    <a:pt x="1" y="559"/>
                  </a:lnTo>
                  <a:lnTo>
                    <a:pt x="1" y="692"/>
                  </a:lnTo>
                  <a:lnTo>
                    <a:pt x="1" y="851"/>
                  </a:lnTo>
                  <a:lnTo>
                    <a:pt x="27" y="984"/>
                  </a:lnTo>
                  <a:lnTo>
                    <a:pt x="81" y="1090"/>
                  </a:lnTo>
                  <a:lnTo>
                    <a:pt x="160" y="1197"/>
                  </a:lnTo>
                  <a:lnTo>
                    <a:pt x="267" y="1276"/>
                  </a:lnTo>
                  <a:lnTo>
                    <a:pt x="373" y="1330"/>
                  </a:lnTo>
                  <a:lnTo>
                    <a:pt x="479" y="1383"/>
                  </a:lnTo>
                  <a:lnTo>
                    <a:pt x="745" y="1383"/>
                  </a:lnTo>
                  <a:lnTo>
                    <a:pt x="851" y="1330"/>
                  </a:lnTo>
                  <a:lnTo>
                    <a:pt x="958" y="1276"/>
                  </a:lnTo>
                  <a:lnTo>
                    <a:pt x="1064" y="1197"/>
                  </a:lnTo>
                  <a:lnTo>
                    <a:pt x="1117" y="1090"/>
                  </a:lnTo>
                  <a:lnTo>
                    <a:pt x="1170" y="984"/>
                  </a:lnTo>
                  <a:lnTo>
                    <a:pt x="1224" y="851"/>
                  </a:lnTo>
                  <a:lnTo>
                    <a:pt x="1224" y="692"/>
                  </a:lnTo>
                  <a:lnTo>
                    <a:pt x="1224" y="559"/>
                  </a:lnTo>
                  <a:lnTo>
                    <a:pt x="1170" y="426"/>
                  </a:lnTo>
                  <a:lnTo>
                    <a:pt x="1117" y="293"/>
                  </a:lnTo>
                  <a:lnTo>
                    <a:pt x="1064" y="187"/>
                  </a:lnTo>
                  <a:lnTo>
                    <a:pt x="958" y="107"/>
                  </a:lnTo>
                  <a:lnTo>
                    <a:pt x="851" y="54"/>
                  </a:lnTo>
                  <a:lnTo>
                    <a:pt x="745" y="27"/>
                  </a:lnTo>
                  <a:lnTo>
                    <a:pt x="61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 name="Google Shape;1333;p85"/>
            <p:cNvSpPr/>
            <p:nvPr/>
          </p:nvSpPr>
          <p:spPr>
            <a:xfrm>
              <a:off x="4865275" y="4306500"/>
              <a:ext cx="44550" cy="9975"/>
            </a:xfrm>
            <a:custGeom>
              <a:rect b="b" l="l" r="r" t="t"/>
              <a:pathLst>
                <a:path extrusionOk="0" h="399" w="1782">
                  <a:moveTo>
                    <a:pt x="107" y="0"/>
                  </a:moveTo>
                  <a:lnTo>
                    <a:pt x="53" y="53"/>
                  </a:lnTo>
                  <a:lnTo>
                    <a:pt x="0" y="107"/>
                  </a:lnTo>
                  <a:lnTo>
                    <a:pt x="0" y="186"/>
                  </a:lnTo>
                  <a:lnTo>
                    <a:pt x="0" y="266"/>
                  </a:lnTo>
                  <a:lnTo>
                    <a:pt x="53" y="346"/>
                  </a:lnTo>
                  <a:lnTo>
                    <a:pt x="107" y="372"/>
                  </a:lnTo>
                  <a:lnTo>
                    <a:pt x="186" y="399"/>
                  </a:lnTo>
                  <a:lnTo>
                    <a:pt x="1569" y="399"/>
                  </a:lnTo>
                  <a:lnTo>
                    <a:pt x="1648" y="372"/>
                  </a:lnTo>
                  <a:lnTo>
                    <a:pt x="1728" y="346"/>
                  </a:lnTo>
                  <a:lnTo>
                    <a:pt x="1755" y="266"/>
                  </a:lnTo>
                  <a:lnTo>
                    <a:pt x="1781" y="186"/>
                  </a:lnTo>
                  <a:lnTo>
                    <a:pt x="1755" y="107"/>
                  </a:lnTo>
                  <a:lnTo>
                    <a:pt x="1728" y="53"/>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85"/>
            <p:cNvSpPr/>
            <p:nvPr/>
          </p:nvSpPr>
          <p:spPr>
            <a:xfrm>
              <a:off x="4865275" y="4325100"/>
              <a:ext cx="44550" cy="10000"/>
            </a:xfrm>
            <a:custGeom>
              <a:rect b="b" l="l" r="r" t="t"/>
              <a:pathLst>
                <a:path extrusionOk="0" h="400" w="1782">
                  <a:moveTo>
                    <a:pt x="186" y="0"/>
                  </a:moveTo>
                  <a:lnTo>
                    <a:pt x="107" y="27"/>
                  </a:lnTo>
                  <a:lnTo>
                    <a:pt x="53" y="54"/>
                  </a:lnTo>
                  <a:lnTo>
                    <a:pt x="0" y="133"/>
                  </a:lnTo>
                  <a:lnTo>
                    <a:pt x="0" y="213"/>
                  </a:lnTo>
                  <a:lnTo>
                    <a:pt x="0" y="293"/>
                  </a:lnTo>
                  <a:lnTo>
                    <a:pt x="53" y="346"/>
                  </a:lnTo>
                  <a:lnTo>
                    <a:pt x="107" y="399"/>
                  </a:lnTo>
                  <a:lnTo>
                    <a:pt x="1648" y="399"/>
                  </a:lnTo>
                  <a:lnTo>
                    <a:pt x="1728" y="346"/>
                  </a:lnTo>
                  <a:lnTo>
                    <a:pt x="1755" y="293"/>
                  </a:lnTo>
                  <a:lnTo>
                    <a:pt x="1781" y="213"/>
                  </a:lnTo>
                  <a:lnTo>
                    <a:pt x="1755" y="133"/>
                  </a:lnTo>
                  <a:lnTo>
                    <a:pt x="1728" y="54"/>
                  </a:lnTo>
                  <a:lnTo>
                    <a:pt x="1648" y="27"/>
                  </a:lnTo>
                  <a:lnTo>
                    <a:pt x="156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 name="Google Shape;1335;p85"/>
            <p:cNvSpPr/>
            <p:nvPr/>
          </p:nvSpPr>
          <p:spPr>
            <a:xfrm>
              <a:off x="5002825" y="4306500"/>
              <a:ext cx="44550" cy="9975"/>
            </a:xfrm>
            <a:custGeom>
              <a:rect b="b" l="l" r="r" t="t"/>
              <a:pathLst>
                <a:path extrusionOk="0" h="399" w="1782">
                  <a:moveTo>
                    <a:pt x="134" y="0"/>
                  </a:moveTo>
                  <a:lnTo>
                    <a:pt x="80" y="53"/>
                  </a:lnTo>
                  <a:lnTo>
                    <a:pt x="27" y="107"/>
                  </a:lnTo>
                  <a:lnTo>
                    <a:pt x="1" y="186"/>
                  </a:lnTo>
                  <a:lnTo>
                    <a:pt x="27" y="266"/>
                  </a:lnTo>
                  <a:lnTo>
                    <a:pt x="80" y="346"/>
                  </a:lnTo>
                  <a:lnTo>
                    <a:pt x="134" y="372"/>
                  </a:lnTo>
                  <a:lnTo>
                    <a:pt x="213" y="399"/>
                  </a:lnTo>
                  <a:lnTo>
                    <a:pt x="1595" y="399"/>
                  </a:lnTo>
                  <a:lnTo>
                    <a:pt x="1675" y="372"/>
                  </a:lnTo>
                  <a:lnTo>
                    <a:pt x="1728" y="346"/>
                  </a:lnTo>
                  <a:lnTo>
                    <a:pt x="1782" y="266"/>
                  </a:lnTo>
                  <a:lnTo>
                    <a:pt x="1782" y="186"/>
                  </a:lnTo>
                  <a:lnTo>
                    <a:pt x="1782" y="107"/>
                  </a:lnTo>
                  <a:lnTo>
                    <a:pt x="1728" y="53"/>
                  </a:lnTo>
                  <a:lnTo>
                    <a:pt x="167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85"/>
            <p:cNvSpPr/>
            <p:nvPr/>
          </p:nvSpPr>
          <p:spPr>
            <a:xfrm>
              <a:off x="5002825" y="4325100"/>
              <a:ext cx="44550" cy="10000"/>
            </a:xfrm>
            <a:custGeom>
              <a:rect b="b" l="l" r="r" t="t"/>
              <a:pathLst>
                <a:path extrusionOk="0" h="400" w="1782">
                  <a:moveTo>
                    <a:pt x="213" y="0"/>
                  </a:moveTo>
                  <a:lnTo>
                    <a:pt x="134" y="27"/>
                  </a:lnTo>
                  <a:lnTo>
                    <a:pt x="80" y="54"/>
                  </a:lnTo>
                  <a:lnTo>
                    <a:pt x="27" y="133"/>
                  </a:lnTo>
                  <a:lnTo>
                    <a:pt x="1" y="213"/>
                  </a:lnTo>
                  <a:lnTo>
                    <a:pt x="27" y="293"/>
                  </a:lnTo>
                  <a:lnTo>
                    <a:pt x="80" y="346"/>
                  </a:lnTo>
                  <a:lnTo>
                    <a:pt x="134" y="399"/>
                  </a:lnTo>
                  <a:lnTo>
                    <a:pt x="1675" y="399"/>
                  </a:lnTo>
                  <a:lnTo>
                    <a:pt x="1728" y="346"/>
                  </a:lnTo>
                  <a:lnTo>
                    <a:pt x="1782" y="293"/>
                  </a:lnTo>
                  <a:lnTo>
                    <a:pt x="1782" y="213"/>
                  </a:lnTo>
                  <a:lnTo>
                    <a:pt x="1782" y="133"/>
                  </a:lnTo>
                  <a:lnTo>
                    <a:pt x="1728" y="54"/>
                  </a:lnTo>
                  <a:lnTo>
                    <a:pt x="1675" y="27"/>
                  </a:lnTo>
                  <a:lnTo>
                    <a:pt x="159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7" name="Google Shape;1337;p85"/>
          <p:cNvGrpSpPr/>
          <p:nvPr/>
        </p:nvGrpSpPr>
        <p:grpSpPr>
          <a:xfrm>
            <a:off x="5083224" y="3849536"/>
            <a:ext cx="267211" cy="206772"/>
            <a:chOff x="5592275" y="4169600"/>
            <a:chExt cx="258525" cy="200050"/>
          </a:xfrm>
        </p:grpSpPr>
        <p:sp>
          <p:nvSpPr>
            <p:cNvPr id="1338" name="Google Shape;1338;p85"/>
            <p:cNvSpPr/>
            <p:nvPr/>
          </p:nvSpPr>
          <p:spPr>
            <a:xfrm>
              <a:off x="5592275" y="4261300"/>
              <a:ext cx="258525" cy="108350"/>
            </a:xfrm>
            <a:custGeom>
              <a:rect b="b" l="l" r="r" t="t"/>
              <a:pathLst>
                <a:path extrusionOk="0" h="4334" w="10341">
                  <a:moveTo>
                    <a:pt x="4971" y="399"/>
                  </a:moveTo>
                  <a:lnTo>
                    <a:pt x="4971" y="3935"/>
                  </a:lnTo>
                  <a:lnTo>
                    <a:pt x="1994" y="3935"/>
                  </a:lnTo>
                  <a:lnTo>
                    <a:pt x="1808" y="3908"/>
                  </a:lnTo>
                  <a:lnTo>
                    <a:pt x="1648" y="3855"/>
                  </a:lnTo>
                  <a:lnTo>
                    <a:pt x="1489" y="3802"/>
                  </a:lnTo>
                  <a:lnTo>
                    <a:pt x="1329" y="3722"/>
                  </a:lnTo>
                  <a:lnTo>
                    <a:pt x="1170" y="3642"/>
                  </a:lnTo>
                  <a:lnTo>
                    <a:pt x="1037" y="3536"/>
                  </a:lnTo>
                  <a:lnTo>
                    <a:pt x="904" y="3430"/>
                  </a:lnTo>
                  <a:lnTo>
                    <a:pt x="798" y="3297"/>
                  </a:lnTo>
                  <a:lnTo>
                    <a:pt x="691" y="3164"/>
                  </a:lnTo>
                  <a:lnTo>
                    <a:pt x="612" y="3004"/>
                  </a:lnTo>
                  <a:lnTo>
                    <a:pt x="532" y="2871"/>
                  </a:lnTo>
                  <a:lnTo>
                    <a:pt x="479" y="2712"/>
                  </a:lnTo>
                  <a:lnTo>
                    <a:pt x="426" y="2526"/>
                  </a:lnTo>
                  <a:lnTo>
                    <a:pt x="399" y="2366"/>
                  </a:lnTo>
                  <a:lnTo>
                    <a:pt x="399" y="2180"/>
                  </a:lnTo>
                  <a:lnTo>
                    <a:pt x="399" y="1994"/>
                  </a:lnTo>
                  <a:lnTo>
                    <a:pt x="426" y="1808"/>
                  </a:lnTo>
                  <a:lnTo>
                    <a:pt x="479" y="1649"/>
                  </a:lnTo>
                  <a:lnTo>
                    <a:pt x="532" y="1489"/>
                  </a:lnTo>
                  <a:lnTo>
                    <a:pt x="612" y="1330"/>
                  </a:lnTo>
                  <a:lnTo>
                    <a:pt x="691" y="1170"/>
                  </a:lnTo>
                  <a:lnTo>
                    <a:pt x="798" y="1037"/>
                  </a:lnTo>
                  <a:lnTo>
                    <a:pt x="904" y="931"/>
                  </a:lnTo>
                  <a:lnTo>
                    <a:pt x="1037" y="798"/>
                  </a:lnTo>
                  <a:lnTo>
                    <a:pt x="1170" y="692"/>
                  </a:lnTo>
                  <a:lnTo>
                    <a:pt x="1329" y="612"/>
                  </a:lnTo>
                  <a:lnTo>
                    <a:pt x="1489" y="532"/>
                  </a:lnTo>
                  <a:lnTo>
                    <a:pt x="1648" y="479"/>
                  </a:lnTo>
                  <a:lnTo>
                    <a:pt x="1808" y="426"/>
                  </a:lnTo>
                  <a:lnTo>
                    <a:pt x="1994" y="399"/>
                  </a:lnTo>
                  <a:close/>
                  <a:moveTo>
                    <a:pt x="8347" y="399"/>
                  </a:moveTo>
                  <a:lnTo>
                    <a:pt x="8533" y="426"/>
                  </a:lnTo>
                  <a:lnTo>
                    <a:pt x="8692" y="479"/>
                  </a:lnTo>
                  <a:lnTo>
                    <a:pt x="8852" y="532"/>
                  </a:lnTo>
                  <a:lnTo>
                    <a:pt x="9011" y="612"/>
                  </a:lnTo>
                  <a:lnTo>
                    <a:pt x="9144" y="692"/>
                  </a:lnTo>
                  <a:lnTo>
                    <a:pt x="9304" y="798"/>
                  </a:lnTo>
                  <a:lnTo>
                    <a:pt x="9410" y="931"/>
                  </a:lnTo>
                  <a:lnTo>
                    <a:pt x="9543" y="1037"/>
                  </a:lnTo>
                  <a:lnTo>
                    <a:pt x="9623" y="1170"/>
                  </a:lnTo>
                  <a:lnTo>
                    <a:pt x="9729" y="1330"/>
                  </a:lnTo>
                  <a:lnTo>
                    <a:pt x="9809" y="1489"/>
                  </a:lnTo>
                  <a:lnTo>
                    <a:pt x="9862" y="1649"/>
                  </a:lnTo>
                  <a:lnTo>
                    <a:pt x="9889" y="1808"/>
                  </a:lnTo>
                  <a:lnTo>
                    <a:pt x="9942" y="1994"/>
                  </a:lnTo>
                  <a:lnTo>
                    <a:pt x="9942" y="2180"/>
                  </a:lnTo>
                  <a:lnTo>
                    <a:pt x="9942" y="2366"/>
                  </a:lnTo>
                  <a:lnTo>
                    <a:pt x="9889" y="2526"/>
                  </a:lnTo>
                  <a:lnTo>
                    <a:pt x="9862" y="2712"/>
                  </a:lnTo>
                  <a:lnTo>
                    <a:pt x="9809" y="2871"/>
                  </a:lnTo>
                  <a:lnTo>
                    <a:pt x="9729" y="3031"/>
                  </a:lnTo>
                  <a:lnTo>
                    <a:pt x="9623" y="3164"/>
                  </a:lnTo>
                  <a:lnTo>
                    <a:pt x="9543" y="3297"/>
                  </a:lnTo>
                  <a:lnTo>
                    <a:pt x="9410" y="3430"/>
                  </a:lnTo>
                  <a:lnTo>
                    <a:pt x="9304" y="3536"/>
                  </a:lnTo>
                  <a:lnTo>
                    <a:pt x="9144" y="3642"/>
                  </a:lnTo>
                  <a:lnTo>
                    <a:pt x="9011" y="3722"/>
                  </a:lnTo>
                  <a:lnTo>
                    <a:pt x="8852" y="3802"/>
                  </a:lnTo>
                  <a:lnTo>
                    <a:pt x="8692" y="3855"/>
                  </a:lnTo>
                  <a:lnTo>
                    <a:pt x="8533" y="3908"/>
                  </a:lnTo>
                  <a:lnTo>
                    <a:pt x="8347" y="3935"/>
                  </a:lnTo>
                  <a:lnTo>
                    <a:pt x="5370" y="3935"/>
                  </a:lnTo>
                  <a:lnTo>
                    <a:pt x="5370" y="399"/>
                  </a:lnTo>
                  <a:close/>
                  <a:moveTo>
                    <a:pt x="1941" y="1"/>
                  </a:moveTo>
                  <a:lnTo>
                    <a:pt x="1728" y="54"/>
                  </a:lnTo>
                  <a:lnTo>
                    <a:pt x="1515" y="107"/>
                  </a:lnTo>
                  <a:lnTo>
                    <a:pt x="1329" y="160"/>
                  </a:lnTo>
                  <a:lnTo>
                    <a:pt x="1143" y="266"/>
                  </a:lnTo>
                  <a:lnTo>
                    <a:pt x="957" y="373"/>
                  </a:lnTo>
                  <a:lnTo>
                    <a:pt x="798" y="506"/>
                  </a:lnTo>
                  <a:lnTo>
                    <a:pt x="638" y="639"/>
                  </a:lnTo>
                  <a:lnTo>
                    <a:pt x="505" y="798"/>
                  </a:lnTo>
                  <a:lnTo>
                    <a:pt x="372" y="958"/>
                  </a:lnTo>
                  <a:lnTo>
                    <a:pt x="266" y="1144"/>
                  </a:lnTo>
                  <a:lnTo>
                    <a:pt x="160" y="1330"/>
                  </a:lnTo>
                  <a:lnTo>
                    <a:pt x="107" y="1516"/>
                  </a:lnTo>
                  <a:lnTo>
                    <a:pt x="53" y="1728"/>
                  </a:lnTo>
                  <a:lnTo>
                    <a:pt x="0" y="1941"/>
                  </a:lnTo>
                  <a:lnTo>
                    <a:pt x="0" y="2180"/>
                  </a:lnTo>
                  <a:lnTo>
                    <a:pt x="0" y="2393"/>
                  </a:lnTo>
                  <a:lnTo>
                    <a:pt x="53" y="2606"/>
                  </a:lnTo>
                  <a:lnTo>
                    <a:pt x="107" y="2818"/>
                  </a:lnTo>
                  <a:lnTo>
                    <a:pt x="160" y="3031"/>
                  </a:lnTo>
                  <a:lnTo>
                    <a:pt x="266" y="3217"/>
                  </a:lnTo>
                  <a:lnTo>
                    <a:pt x="372" y="3376"/>
                  </a:lnTo>
                  <a:lnTo>
                    <a:pt x="505" y="3563"/>
                  </a:lnTo>
                  <a:lnTo>
                    <a:pt x="638" y="3722"/>
                  </a:lnTo>
                  <a:lnTo>
                    <a:pt x="798" y="3855"/>
                  </a:lnTo>
                  <a:lnTo>
                    <a:pt x="957" y="3988"/>
                  </a:lnTo>
                  <a:lnTo>
                    <a:pt x="1143" y="4094"/>
                  </a:lnTo>
                  <a:lnTo>
                    <a:pt x="1329" y="4174"/>
                  </a:lnTo>
                  <a:lnTo>
                    <a:pt x="1515" y="4254"/>
                  </a:lnTo>
                  <a:lnTo>
                    <a:pt x="1728" y="4307"/>
                  </a:lnTo>
                  <a:lnTo>
                    <a:pt x="1941" y="4333"/>
                  </a:lnTo>
                  <a:lnTo>
                    <a:pt x="8400" y="4333"/>
                  </a:lnTo>
                  <a:lnTo>
                    <a:pt x="8613" y="4307"/>
                  </a:lnTo>
                  <a:lnTo>
                    <a:pt x="8799" y="4254"/>
                  </a:lnTo>
                  <a:lnTo>
                    <a:pt x="9011" y="4174"/>
                  </a:lnTo>
                  <a:lnTo>
                    <a:pt x="9197" y="4094"/>
                  </a:lnTo>
                  <a:lnTo>
                    <a:pt x="9384" y="3988"/>
                  </a:lnTo>
                  <a:lnTo>
                    <a:pt x="9543" y="3855"/>
                  </a:lnTo>
                  <a:lnTo>
                    <a:pt x="9703" y="3722"/>
                  </a:lnTo>
                  <a:lnTo>
                    <a:pt x="9835" y="3563"/>
                  </a:lnTo>
                  <a:lnTo>
                    <a:pt x="9968" y="3376"/>
                  </a:lnTo>
                  <a:lnTo>
                    <a:pt x="10075" y="3217"/>
                  </a:lnTo>
                  <a:lnTo>
                    <a:pt x="10154" y="3031"/>
                  </a:lnTo>
                  <a:lnTo>
                    <a:pt x="10234" y="2818"/>
                  </a:lnTo>
                  <a:lnTo>
                    <a:pt x="10287" y="2606"/>
                  </a:lnTo>
                  <a:lnTo>
                    <a:pt x="10314" y="2393"/>
                  </a:lnTo>
                  <a:lnTo>
                    <a:pt x="10340" y="2180"/>
                  </a:lnTo>
                  <a:lnTo>
                    <a:pt x="10314" y="1941"/>
                  </a:lnTo>
                  <a:lnTo>
                    <a:pt x="10287" y="1728"/>
                  </a:lnTo>
                  <a:lnTo>
                    <a:pt x="10234" y="1516"/>
                  </a:lnTo>
                  <a:lnTo>
                    <a:pt x="10154" y="1330"/>
                  </a:lnTo>
                  <a:lnTo>
                    <a:pt x="10075" y="1144"/>
                  </a:lnTo>
                  <a:lnTo>
                    <a:pt x="9968" y="958"/>
                  </a:lnTo>
                  <a:lnTo>
                    <a:pt x="9835" y="798"/>
                  </a:lnTo>
                  <a:lnTo>
                    <a:pt x="9703" y="639"/>
                  </a:lnTo>
                  <a:lnTo>
                    <a:pt x="9543" y="506"/>
                  </a:lnTo>
                  <a:lnTo>
                    <a:pt x="9384" y="373"/>
                  </a:lnTo>
                  <a:lnTo>
                    <a:pt x="9197" y="266"/>
                  </a:lnTo>
                  <a:lnTo>
                    <a:pt x="9011" y="160"/>
                  </a:lnTo>
                  <a:lnTo>
                    <a:pt x="8799" y="107"/>
                  </a:lnTo>
                  <a:lnTo>
                    <a:pt x="8613" y="54"/>
                  </a:lnTo>
                  <a:lnTo>
                    <a:pt x="840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85"/>
            <p:cNvSpPr/>
            <p:nvPr/>
          </p:nvSpPr>
          <p:spPr>
            <a:xfrm>
              <a:off x="5746450" y="4207475"/>
              <a:ext cx="43200" cy="39225"/>
            </a:xfrm>
            <a:custGeom>
              <a:rect b="b" l="l" r="r" t="t"/>
              <a:pathLst>
                <a:path extrusionOk="0" h="1569" w="1728">
                  <a:moveTo>
                    <a:pt x="107" y="1"/>
                  </a:moveTo>
                  <a:lnTo>
                    <a:pt x="53" y="54"/>
                  </a:lnTo>
                  <a:lnTo>
                    <a:pt x="0" y="107"/>
                  </a:lnTo>
                  <a:lnTo>
                    <a:pt x="0" y="187"/>
                  </a:lnTo>
                  <a:lnTo>
                    <a:pt x="0" y="266"/>
                  </a:lnTo>
                  <a:lnTo>
                    <a:pt x="53" y="346"/>
                  </a:lnTo>
                  <a:lnTo>
                    <a:pt x="107" y="373"/>
                  </a:lnTo>
                  <a:lnTo>
                    <a:pt x="186" y="399"/>
                  </a:lnTo>
                  <a:lnTo>
                    <a:pt x="957" y="399"/>
                  </a:lnTo>
                  <a:lnTo>
                    <a:pt x="133" y="1223"/>
                  </a:lnTo>
                  <a:lnTo>
                    <a:pt x="80" y="1276"/>
                  </a:lnTo>
                  <a:lnTo>
                    <a:pt x="80" y="1330"/>
                  </a:lnTo>
                  <a:lnTo>
                    <a:pt x="80" y="1383"/>
                  </a:lnTo>
                  <a:lnTo>
                    <a:pt x="80" y="1436"/>
                  </a:lnTo>
                  <a:lnTo>
                    <a:pt x="107" y="1489"/>
                  </a:lnTo>
                  <a:lnTo>
                    <a:pt x="160" y="1542"/>
                  </a:lnTo>
                  <a:lnTo>
                    <a:pt x="213" y="1569"/>
                  </a:lnTo>
                  <a:lnTo>
                    <a:pt x="1542" y="1569"/>
                  </a:lnTo>
                  <a:lnTo>
                    <a:pt x="1622" y="1542"/>
                  </a:lnTo>
                  <a:lnTo>
                    <a:pt x="1675" y="1516"/>
                  </a:lnTo>
                  <a:lnTo>
                    <a:pt x="1728" y="1436"/>
                  </a:lnTo>
                  <a:lnTo>
                    <a:pt x="1728" y="1356"/>
                  </a:lnTo>
                  <a:lnTo>
                    <a:pt x="1728" y="1276"/>
                  </a:lnTo>
                  <a:lnTo>
                    <a:pt x="1675" y="1223"/>
                  </a:lnTo>
                  <a:lnTo>
                    <a:pt x="1622" y="1170"/>
                  </a:lnTo>
                  <a:lnTo>
                    <a:pt x="744" y="1170"/>
                  </a:lnTo>
                  <a:lnTo>
                    <a:pt x="1595" y="346"/>
                  </a:lnTo>
                  <a:lnTo>
                    <a:pt x="1622" y="293"/>
                  </a:lnTo>
                  <a:lnTo>
                    <a:pt x="1648" y="240"/>
                  </a:lnTo>
                  <a:lnTo>
                    <a:pt x="1648" y="187"/>
                  </a:lnTo>
                  <a:lnTo>
                    <a:pt x="1648" y="133"/>
                  </a:lnTo>
                  <a:lnTo>
                    <a:pt x="1595" y="80"/>
                  </a:lnTo>
                  <a:lnTo>
                    <a:pt x="1568" y="27"/>
                  </a:lnTo>
                  <a:lnTo>
                    <a:pt x="15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 name="Google Shape;1340;p85"/>
            <p:cNvSpPr/>
            <p:nvPr/>
          </p:nvSpPr>
          <p:spPr>
            <a:xfrm>
              <a:off x="5795625" y="4169600"/>
              <a:ext cx="51850" cy="47875"/>
            </a:xfrm>
            <a:custGeom>
              <a:rect b="b" l="l" r="r" t="t"/>
              <a:pathLst>
                <a:path extrusionOk="0" h="1915" w="2074">
                  <a:moveTo>
                    <a:pt x="213" y="0"/>
                  </a:moveTo>
                  <a:lnTo>
                    <a:pt x="133" y="27"/>
                  </a:lnTo>
                  <a:lnTo>
                    <a:pt x="53" y="80"/>
                  </a:lnTo>
                  <a:lnTo>
                    <a:pt x="27" y="133"/>
                  </a:lnTo>
                  <a:lnTo>
                    <a:pt x="0" y="213"/>
                  </a:lnTo>
                  <a:lnTo>
                    <a:pt x="27" y="293"/>
                  </a:lnTo>
                  <a:lnTo>
                    <a:pt x="53" y="346"/>
                  </a:lnTo>
                  <a:lnTo>
                    <a:pt x="133" y="399"/>
                  </a:lnTo>
                  <a:lnTo>
                    <a:pt x="213" y="399"/>
                  </a:lnTo>
                  <a:lnTo>
                    <a:pt x="1329" y="426"/>
                  </a:lnTo>
                  <a:lnTo>
                    <a:pt x="160" y="1569"/>
                  </a:lnTo>
                  <a:lnTo>
                    <a:pt x="107" y="1622"/>
                  </a:lnTo>
                  <a:lnTo>
                    <a:pt x="107" y="1675"/>
                  </a:lnTo>
                  <a:lnTo>
                    <a:pt x="80" y="1728"/>
                  </a:lnTo>
                  <a:lnTo>
                    <a:pt x="107" y="1781"/>
                  </a:lnTo>
                  <a:lnTo>
                    <a:pt x="133" y="1835"/>
                  </a:lnTo>
                  <a:lnTo>
                    <a:pt x="186" y="1888"/>
                  </a:lnTo>
                  <a:lnTo>
                    <a:pt x="239" y="1914"/>
                  </a:lnTo>
                  <a:lnTo>
                    <a:pt x="1861" y="1914"/>
                  </a:lnTo>
                  <a:lnTo>
                    <a:pt x="1941" y="1888"/>
                  </a:lnTo>
                  <a:lnTo>
                    <a:pt x="2020" y="1835"/>
                  </a:lnTo>
                  <a:lnTo>
                    <a:pt x="2047" y="1781"/>
                  </a:lnTo>
                  <a:lnTo>
                    <a:pt x="2074" y="1702"/>
                  </a:lnTo>
                  <a:lnTo>
                    <a:pt x="2047" y="1622"/>
                  </a:lnTo>
                  <a:lnTo>
                    <a:pt x="2020" y="1569"/>
                  </a:lnTo>
                  <a:lnTo>
                    <a:pt x="1941" y="1516"/>
                  </a:lnTo>
                  <a:lnTo>
                    <a:pt x="771" y="1516"/>
                  </a:lnTo>
                  <a:lnTo>
                    <a:pt x="1941" y="373"/>
                  </a:lnTo>
                  <a:lnTo>
                    <a:pt x="1967" y="319"/>
                  </a:lnTo>
                  <a:lnTo>
                    <a:pt x="1994" y="266"/>
                  </a:lnTo>
                  <a:lnTo>
                    <a:pt x="1994" y="213"/>
                  </a:lnTo>
                  <a:lnTo>
                    <a:pt x="1994" y="133"/>
                  </a:lnTo>
                  <a:lnTo>
                    <a:pt x="1967" y="80"/>
                  </a:lnTo>
                  <a:lnTo>
                    <a:pt x="1914" y="54"/>
                  </a:lnTo>
                  <a:lnTo>
                    <a:pt x="1861" y="27"/>
                  </a:lnTo>
                  <a:lnTo>
                    <a:pt x="1808"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pic>
        <p:nvPicPr>
          <p:cNvPr id="1345" name="Google Shape;1345;p86"/>
          <p:cNvPicPr preferRelativeResize="0"/>
          <p:nvPr>
            <p:ph idx="2" type="pic"/>
          </p:nvPr>
        </p:nvPicPr>
        <p:blipFill rotWithShape="1">
          <a:blip r:embed="rId3">
            <a:alphaModFix/>
          </a:blip>
          <a:srcRect b="377" l="0" r="0" t="377"/>
          <a:stretch/>
        </p:blipFill>
        <p:spPr>
          <a:xfrm>
            <a:off x="5553164" y="859800"/>
            <a:ext cx="2877600" cy="4283700"/>
          </a:xfrm>
          <a:prstGeom prst="round2SameRect">
            <a:avLst>
              <a:gd fmla="val 16667" name="adj1"/>
              <a:gd fmla="val 0" name="adj2"/>
            </a:avLst>
          </a:prstGeom>
        </p:spPr>
      </p:pic>
      <p:sp>
        <p:nvSpPr>
          <p:cNvPr id="1346" name="Google Shape;1346;p86"/>
          <p:cNvSpPr txBox="1"/>
          <p:nvPr>
            <p:ph idx="1" type="subTitle"/>
          </p:nvPr>
        </p:nvSpPr>
        <p:spPr>
          <a:xfrm>
            <a:off x="724650" y="1770228"/>
            <a:ext cx="4951500" cy="914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a:t>Does anyone have any questions?</a:t>
            </a:r>
            <a:endParaRPr b="1"/>
          </a:p>
          <a:p>
            <a:pPr indent="0" lvl="0" marL="0" rtl="0" algn="l">
              <a:spcBef>
                <a:spcPts val="0"/>
              </a:spcBef>
              <a:spcAft>
                <a:spcPts val="0"/>
              </a:spcAft>
              <a:buClr>
                <a:schemeClr val="dk1"/>
              </a:buClr>
              <a:buSzPts val="1100"/>
              <a:buFont typeface="Arial"/>
              <a:buNone/>
            </a:pPr>
            <a:r>
              <a:rPr lang="en"/>
              <a:t>addyouremail@freepik.com </a:t>
            </a:r>
            <a:endParaRPr/>
          </a:p>
          <a:p>
            <a:pPr indent="0" lvl="0" marL="0" rtl="0" algn="l">
              <a:spcBef>
                <a:spcPts val="0"/>
              </a:spcBef>
              <a:spcAft>
                <a:spcPts val="0"/>
              </a:spcAft>
              <a:buClr>
                <a:schemeClr val="dk1"/>
              </a:buClr>
              <a:buSzPts val="1100"/>
              <a:buFont typeface="Arial"/>
              <a:buNone/>
            </a:pPr>
            <a:r>
              <a:rPr lang="en"/>
              <a:t>+91  620 421 838 </a:t>
            </a:r>
            <a:endParaRPr/>
          </a:p>
          <a:p>
            <a:pPr indent="0" lvl="0" marL="0" rtl="0" algn="l">
              <a:spcBef>
                <a:spcPts val="0"/>
              </a:spcBef>
              <a:spcAft>
                <a:spcPts val="0"/>
              </a:spcAft>
              <a:buNone/>
            </a:pPr>
            <a:r>
              <a:rPr lang="en"/>
              <a:t>yourwebsite.com</a:t>
            </a:r>
            <a:endParaRPr/>
          </a:p>
        </p:txBody>
      </p:sp>
      <p:sp>
        <p:nvSpPr>
          <p:cNvPr id="1347" name="Google Shape;1347;p86"/>
          <p:cNvSpPr txBox="1"/>
          <p:nvPr>
            <p:ph type="title"/>
          </p:nvPr>
        </p:nvSpPr>
        <p:spPr>
          <a:xfrm>
            <a:off x="724650" y="423644"/>
            <a:ext cx="4947900" cy="1097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THANKS!</a:t>
            </a:r>
            <a:endParaRPr/>
          </a:p>
        </p:txBody>
      </p:sp>
      <p:sp>
        <p:nvSpPr>
          <p:cNvPr id="1348" name="Google Shape;1348;p86"/>
          <p:cNvSpPr/>
          <p:nvPr/>
        </p:nvSpPr>
        <p:spPr>
          <a:xfrm>
            <a:off x="3691330" y="2869732"/>
            <a:ext cx="738600" cy="7389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86"/>
          <p:cNvSpPr/>
          <p:nvPr/>
        </p:nvSpPr>
        <p:spPr>
          <a:xfrm>
            <a:off x="2702437" y="2869732"/>
            <a:ext cx="738600" cy="7389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86"/>
          <p:cNvSpPr/>
          <p:nvPr/>
        </p:nvSpPr>
        <p:spPr>
          <a:xfrm>
            <a:off x="1713543" y="2869732"/>
            <a:ext cx="738600" cy="7389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 name="Google Shape;1351;p86"/>
          <p:cNvSpPr/>
          <p:nvPr/>
        </p:nvSpPr>
        <p:spPr>
          <a:xfrm>
            <a:off x="724650" y="2869732"/>
            <a:ext cx="738600" cy="738900"/>
          </a:xfrm>
          <a:prstGeom prst="roundRect">
            <a:avLst>
              <a:gd fmla="val 0"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 name="Google Shape;1352;p86"/>
          <p:cNvSpPr/>
          <p:nvPr/>
        </p:nvSpPr>
        <p:spPr>
          <a:xfrm>
            <a:off x="3958106" y="3120810"/>
            <a:ext cx="205299" cy="236792"/>
          </a:xfrm>
          <a:custGeom>
            <a:rect b="b" l="l" r="r" t="t"/>
            <a:pathLst>
              <a:path extrusionOk="0" h="209550" w="184125">
                <a:moveTo>
                  <a:pt x="96778" y="0"/>
                </a:moveTo>
                <a:lnTo>
                  <a:pt x="96778" y="93498"/>
                </a:lnTo>
                <a:lnTo>
                  <a:pt x="96778" y="144758"/>
                </a:lnTo>
                <a:lnTo>
                  <a:pt x="96676" y="147218"/>
                </a:lnTo>
                <a:lnTo>
                  <a:pt x="96368" y="149781"/>
                </a:lnTo>
                <a:lnTo>
                  <a:pt x="95856" y="152139"/>
                </a:lnTo>
                <a:lnTo>
                  <a:pt x="95138" y="154497"/>
                </a:lnTo>
                <a:lnTo>
                  <a:pt x="94318" y="156752"/>
                </a:lnTo>
                <a:lnTo>
                  <a:pt x="93293" y="159008"/>
                </a:lnTo>
                <a:lnTo>
                  <a:pt x="92063" y="161058"/>
                </a:lnTo>
                <a:lnTo>
                  <a:pt x="90730" y="163006"/>
                </a:lnTo>
                <a:lnTo>
                  <a:pt x="89294" y="164851"/>
                </a:lnTo>
                <a:lnTo>
                  <a:pt x="87654" y="166594"/>
                </a:lnTo>
                <a:lnTo>
                  <a:pt x="85911" y="168235"/>
                </a:lnTo>
                <a:lnTo>
                  <a:pt x="84066" y="169670"/>
                </a:lnTo>
                <a:lnTo>
                  <a:pt x="82016" y="171105"/>
                </a:lnTo>
                <a:lnTo>
                  <a:pt x="79965" y="172233"/>
                </a:lnTo>
                <a:lnTo>
                  <a:pt x="77710" y="173258"/>
                </a:lnTo>
                <a:lnTo>
                  <a:pt x="75454" y="174078"/>
                </a:lnTo>
                <a:lnTo>
                  <a:pt x="74122" y="174488"/>
                </a:lnTo>
                <a:lnTo>
                  <a:pt x="72789" y="174898"/>
                </a:lnTo>
                <a:lnTo>
                  <a:pt x="71354" y="175206"/>
                </a:lnTo>
                <a:lnTo>
                  <a:pt x="69918" y="175411"/>
                </a:lnTo>
                <a:lnTo>
                  <a:pt x="68483" y="175514"/>
                </a:lnTo>
                <a:lnTo>
                  <a:pt x="66945" y="175616"/>
                </a:lnTo>
                <a:lnTo>
                  <a:pt x="65510" y="175719"/>
                </a:lnTo>
                <a:lnTo>
                  <a:pt x="63972" y="175616"/>
                </a:lnTo>
                <a:lnTo>
                  <a:pt x="62024" y="175514"/>
                </a:lnTo>
                <a:lnTo>
                  <a:pt x="60179" y="175206"/>
                </a:lnTo>
                <a:lnTo>
                  <a:pt x="58334" y="174796"/>
                </a:lnTo>
                <a:lnTo>
                  <a:pt x="56591" y="174283"/>
                </a:lnTo>
                <a:lnTo>
                  <a:pt x="54745" y="173668"/>
                </a:lnTo>
                <a:lnTo>
                  <a:pt x="53105" y="172951"/>
                </a:lnTo>
                <a:lnTo>
                  <a:pt x="51465" y="172233"/>
                </a:lnTo>
                <a:lnTo>
                  <a:pt x="49824" y="171310"/>
                </a:lnTo>
                <a:lnTo>
                  <a:pt x="48184" y="170285"/>
                </a:lnTo>
                <a:lnTo>
                  <a:pt x="46646" y="169055"/>
                </a:lnTo>
                <a:lnTo>
                  <a:pt x="45109" y="167825"/>
                </a:lnTo>
                <a:lnTo>
                  <a:pt x="43673" y="166492"/>
                </a:lnTo>
                <a:lnTo>
                  <a:pt x="42341" y="165057"/>
                </a:lnTo>
                <a:lnTo>
                  <a:pt x="41110" y="163621"/>
                </a:lnTo>
                <a:lnTo>
                  <a:pt x="39983" y="162083"/>
                </a:lnTo>
                <a:lnTo>
                  <a:pt x="38957" y="160341"/>
                </a:lnTo>
                <a:lnTo>
                  <a:pt x="38035" y="158700"/>
                </a:lnTo>
                <a:lnTo>
                  <a:pt x="37215" y="156855"/>
                </a:lnTo>
                <a:lnTo>
                  <a:pt x="36497" y="155112"/>
                </a:lnTo>
                <a:lnTo>
                  <a:pt x="35882" y="153164"/>
                </a:lnTo>
                <a:lnTo>
                  <a:pt x="35369" y="151216"/>
                </a:lnTo>
                <a:lnTo>
                  <a:pt x="34959" y="149269"/>
                </a:lnTo>
                <a:lnTo>
                  <a:pt x="34754" y="147218"/>
                </a:lnTo>
                <a:lnTo>
                  <a:pt x="34652" y="145168"/>
                </a:lnTo>
                <a:lnTo>
                  <a:pt x="34652" y="143527"/>
                </a:lnTo>
                <a:lnTo>
                  <a:pt x="34754" y="141990"/>
                </a:lnTo>
                <a:lnTo>
                  <a:pt x="34959" y="140452"/>
                </a:lnTo>
                <a:lnTo>
                  <a:pt x="35267" y="138812"/>
                </a:lnTo>
                <a:lnTo>
                  <a:pt x="35574" y="137376"/>
                </a:lnTo>
                <a:lnTo>
                  <a:pt x="35984" y="135838"/>
                </a:lnTo>
                <a:lnTo>
                  <a:pt x="36394" y="134403"/>
                </a:lnTo>
                <a:lnTo>
                  <a:pt x="37010" y="132968"/>
                </a:lnTo>
                <a:lnTo>
                  <a:pt x="37625" y="131533"/>
                </a:lnTo>
                <a:lnTo>
                  <a:pt x="38240" y="130200"/>
                </a:lnTo>
                <a:lnTo>
                  <a:pt x="39060" y="128867"/>
                </a:lnTo>
                <a:lnTo>
                  <a:pt x="39778" y="127637"/>
                </a:lnTo>
                <a:lnTo>
                  <a:pt x="40700" y="126407"/>
                </a:lnTo>
                <a:lnTo>
                  <a:pt x="41623" y="125176"/>
                </a:lnTo>
                <a:lnTo>
                  <a:pt x="42546" y="124049"/>
                </a:lnTo>
                <a:lnTo>
                  <a:pt x="43571" y="122921"/>
                </a:lnTo>
                <a:lnTo>
                  <a:pt x="44699" y="121896"/>
                </a:lnTo>
                <a:lnTo>
                  <a:pt x="45826" y="120973"/>
                </a:lnTo>
                <a:lnTo>
                  <a:pt x="46954" y="120050"/>
                </a:lnTo>
                <a:lnTo>
                  <a:pt x="48184" y="119128"/>
                </a:lnTo>
                <a:lnTo>
                  <a:pt x="49517" y="118308"/>
                </a:lnTo>
                <a:lnTo>
                  <a:pt x="50747" y="117590"/>
                </a:lnTo>
                <a:lnTo>
                  <a:pt x="52182" y="116872"/>
                </a:lnTo>
                <a:lnTo>
                  <a:pt x="53515" y="116257"/>
                </a:lnTo>
                <a:lnTo>
                  <a:pt x="54950" y="115642"/>
                </a:lnTo>
                <a:lnTo>
                  <a:pt x="56386" y="115129"/>
                </a:lnTo>
                <a:lnTo>
                  <a:pt x="57924" y="114719"/>
                </a:lnTo>
                <a:lnTo>
                  <a:pt x="59359" y="114412"/>
                </a:lnTo>
                <a:lnTo>
                  <a:pt x="60897" y="114104"/>
                </a:lnTo>
                <a:lnTo>
                  <a:pt x="62537" y="113899"/>
                </a:lnTo>
                <a:lnTo>
                  <a:pt x="64075" y="113797"/>
                </a:lnTo>
                <a:lnTo>
                  <a:pt x="65715" y="113797"/>
                </a:lnTo>
                <a:lnTo>
                  <a:pt x="68278" y="113899"/>
                </a:lnTo>
                <a:lnTo>
                  <a:pt x="70738" y="114104"/>
                </a:lnTo>
                <a:lnTo>
                  <a:pt x="73096" y="114617"/>
                </a:lnTo>
                <a:lnTo>
                  <a:pt x="75454" y="115335"/>
                </a:lnTo>
                <a:lnTo>
                  <a:pt x="75454" y="89705"/>
                </a:lnTo>
                <a:lnTo>
                  <a:pt x="75454" y="80580"/>
                </a:lnTo>
                <a:lnTo>
                  <a:pt x="72994" y="80273"/>
                </a:lnTo>
                <a:lnTo>
                  <a:pt x="70533" y="80068"/>
                </a:lnTo>
                <a:lnTo>
                  <a:pt x="68073" y="79863"/>
                </a:lnTo>
                <a:lnTo>
                  <a:pt x="65612" y="79863"/>
                </a:lnTo>
                <a:lnTo>
                  <a:pt x="62127" y="79965"/>
                </a:lnTo>
                <a:lnTo>
                  <a:pt x="58539" y="80170"/>
                </a:lnTo>
                <a:lnTo>
                  <a:pt x="55155" y="80683"/>
                </a:lnTo>
                <a:lnTo>
                  <a:pt x="51670" y="81298"/>
                </a:lnTo>
                <a:lnTo>
                  <a:pt x="48287" y="82118"/>
                </a:lnTo>
                <a:lnTo>
                  <a:pt x="45006" y="83041"/>
                </a:lnTo>
                <a:lnTo>
                  <a:pt x="41725" y="84271"/>
                </a:lnTo>
                <a:lnTo>
                  <a:pt x="38547" y="85501"/>
                </a:lnTo>
                <a:lnTo>
                  <a:pt x="35472" y="87039"/>
                </a:lnTo>
                <a:lnTo>
                  <a:pt x="32499" y="88679"/>
                </a:lnTo>
                <a:lnTo>
                  <a:pt x="29526" y="90525"/>
                </a:lnTo>
                <a:lnTo>
                  <a:pt x="26655" y="92473"/>
                </a:lnTo>
                <a:lnTo>
                  <a:pt x="23887" y="94626"/>
                </a:lnTo>
                <a:lnTo>
                  <a:pt x="21222" y="96881"/>
                </a:lnTo>
                <a:lnTo>
                  <a:pt x="18761" y="99341"/>
                </a:lnTo>
                <a:lnTo>
                  <a:pt x="16301" y="101904"/>
                </a:lnTo>
                <a:lnTo>
                  <a:pt x="14558" y="103955"/>
                </a:lnTo>
                <a:lnTo>
                  <a:pt x="12917" y="106005"/>
                </a:lnTo>
                <a:lnTo>
                  <a:pt x="11277" y="108261"/>
                </a:lnTo>
                <a:lnTo>
                  <a:pt x="9842" y="110414"/>
                </a:lnTo>
                <a:lnTo>
                  <a:pt x="8509" y="112772"/>
                </a:lnTo>
                <a:lnTo>
                  <a:pt x="7176" y="115027"/>
                </a:lnTo>
                <a:lnTo>
                  <a:pt x="6049" y="117487"/>
                </a:lnTo>
                <a:lnTo>
                  <a:pt x="4921" y="119948"/>
                </a:lnTo>
                <a:lnTo>
                  <a:pt x="3998" y="122408"/>
                </a:lnTo>
                <a:lnTo>
                  <a:pt x="3076" y="124869"/>
                </a:lnTo>
                <a:lnTo>
                  <a:pt x="2358" y="127432"/>
                </a:lnTo>
                <a:lnTo>
                  <a:pt x="1640" y="129995"/>
                </a:lnTo>
                <a:lnTo>
                  <a:pt x="1128" y="132660"/>
                </a:lnTo>
                <a:lnTo>
                  <a:pt x="615" y="135326"/>
                </a:lnTo>
                <a:lnTo>
                  <a:pt x="308" y="137991"/>
                </a:lnTo>
                <a:lnTo>
                  <a:pt x="103" y="140657"/>
                </a:lnTo>
                <a:lnTo>
                  <a:pt x="0" y="144143"/>
                </a:lnTo>
                <a:lnTo>
                  <a:pt x="0" y="147628"/>
                </a:lnTo>
                <a:lnTo>
                  <a:pt x="308" y="151114"/>
                </a:lnTo>
                <a:lnTo>
                  <a:pt x="718" y="154497"/>
                </a:lnTo>
                <a:lnTo>
                  <a:pt x="1333" y="157880"/>
                </a:lnTo>
                <a:lnTo>
                  <a:pt x="2153" y="161263"/>
                </a:lnTo>
                <a:lnTo>
                  <a:pt x="3076" y="164544"/>
                </a:lnTo>
                <a:lnTo>
                  <a:pt x="4203" y="167722"/>
                </a:lnTo>
                <a:lnTo>
                  <a:pt x="5536" y="170900"/>
                </a:lnTo>
                <a:lnTo>
                  <a:pt x="6971" y="173976"/>
                </a:lnTo>
                <a:lnTo>
                  <a:pt x="8612" y="176949"/>
                </a:lnTo>
                <a:lnTo>
                  <a:pt x="10457" y="179819"/>
                </a:lnTo>
                <a:lnTo>
                  <a:pt x="12405" y="182690"/>
                </a:lnTo>
                <a:lnTo>
                  <a:pt x="14455" y="185458"/>
                </a:lnTo>
                <a:lnTo>
                  <a:pt x="16813" y="188021"/>
                </a:lnTo>
                <a:lnTo>
                  <a:pt x="19171" y="190584"/>
                </a:lnTo>
                <a:lnTo>
                  <a:pt x="20709" y="192019"/>
                </a:lnTo>
                <a:lnTo>
                  <a:pt x="22247" y="193352"/>
                </a:lnTo>
                <a:lnTo>
                  <a:pt x="23785" y="194685"/>
                </a:lnTo>
                <a:lnTo>
                  <a:pt x="25425" y="196017"/>
                </a:lnTo>
                <a:lnTo>
                  <a:pt x="27578" y="197555"/>
                </a:lnTo>
                <a:lnTo>
                  <a:pt x="29833" y="199093"/>
                </a:lnTo>
                <a:lnTo>
                  <a:pt x="32089" y="200528"/>
                </a:lnTo>
                <a:lnTo>
                  <a:pt x="34447" y="201861"/>
                </a:lnTo>
                <a:lnTo>
                  <a:pt x="36805" y="203091"/>
                </a:lnTo>
                <a:lnTo>
                  <a:pt x="39265" y="204219"/>
                </a:lnTo>
                <a:lnTo>
                  <a:pt x="41725" y="205142"/>
                </a:lnTo>
                <a:lnTo>
                  <a:pt x="44288" y="206064"/>
                </a:lnTo>
                <a:lnTo>
                  <a:pt x="46851" y="206884"/>
                </a:lnTo>
                <a:lnTo>
                  <a:pt x="49414" y="207602"/>
                </a:lnTo>
                <a:lnTo>
                  <a:pt x="52080" y="208217"/>
                </a:lnTo>
                <a:lnTo>
                  <a:pt x="54745" y="208730"/>
                </a:lnTo>
                <a:lnTo>
                  <a:pt x="57411" y="209140"/>
                </a:lnTo>
                <a:lnTo>
                  <a:pt x="60076" y="209345"/>
                </a:lnTo>
                <a:lnTo>
                  <a:pt x="62844" y="209550"/>
                </a:lnTo>
                <a:lnTo>
                  <a:pt x="68073" y="209550"/>
                </a:lnTo>
                <a:lnTo>
                  <a:pt x="70533" y="209447"/>
                </a:lnTo>
                <a:lnTo>
                  <a:pt x="72994" y="209140"/>
                </a:lnTo>
                <a:lnTo>
                  <a:pt x="75454" y="208832"/>
                </a:lnTo>
                <a:lnTo>
                  <a:pt x="78017" y="208422"/>
                </a:lnTo>
                <a:lnTo>
                  <a:pt x="80580" y="207910"/>
                </a:lnTo>
                <a:lnTo>
                  <a:pt x="83143" y="207295"/>
                </a:lnTo>
                <a:lnTo>
                  <a:pt x="85604" y="206577"/>
                </a:lnTo>
                <a:lnTo>
                  <a:pt x="88064" y="205757"/>
                </a:lnTo>
                <a:lnTo>
                  <a:pt x="90422" y="204834"/>
                </a:lnTo>
                <a:lnTo>
                  <a:pt x="92780" y="203809"/>
                </a:lnTo>
                <a:lnTo>
                  <a:pt x="95138" y="202681"/>
                </a:lnTo>
                <a:lnTo>
                  <a:pt x="97496" y="201451"/>
                </a:lnTo>
                <a:lnTo>
                  <a:pt x="99649" y="200221"/>
                </a:lnTo>
                <a:lnTo>
                  <a:pt x="101904" y="198785"/>
                </a:lnTo>
                <a:lnTo>
                  <a:pt x="104057" y="197350"/>
                </a:lnTo>
                <a:lnTo>
                  <a:pt x="106108" y="195812"/>
                </a:lnTo>
                <a:lnTo>
                  <a:pt x="108158" y="194172"/>
                </a:lnTo>
                <a:lnTo>
                  <a:pt x="110106" y="192429"/>
                </a:lnTo>
                <a:lnTo>
                  <a:pt x="112054" y="190584"/>
                </a:lnTo>
                <a:lnTo>
                  <a:pt x="114309" y="188226"/>
                </a:lnTo>
                <a:lnTo>
                  <a:pt x="116360" y="185868"/>
                </a:lnTo>
                <a:lnTo>
                  <a:pt x="118410" y="183305"/>
                </a:lnTo>
                <a:lnTo>
                  <a:pt x="120255" y="180742"/>
                </a:lnTo>
                <a:lnTo>
                  <a:pt x="121896" y="178076"/>
                </a:lnTo>
                <a:lnTo>
                  <a:pt x="123536" y="175308"/>
                </a:lnTo>
                <a:lnTo>
                  <a:pt x="124971" y="172540"/>
                </a:lnTo>
                <a:lnTo>
                  <a:pt x="126201" y="169670"/>
                </a:lnTo>
                <a:lnTo>
                  <a:pt x="127432" y="166799"/>
                </a:lnTo>
                <a:lnTo>
                  <a:pt x="128354" y="163724"/>
                </a:lnTo>
                <a:lnTo>
                  <a:pt x="129277" y="160751"/>
                </a:lnTo>
                <a:lnTo>
                  <a:pt x="129995" y="157675"/>
                </a:lnTo>
                <a:lnTo>
                  <a:pt x="130507" y="154497"/>
                </a:lnTo>
                <a:lnTo>
                  <a:pt x="130917" y="151421"/>
                </a:lnTo>
                <a:lnTo>
                  <a:pt x="131122" y="148243"/>
                </a:lnTo>
                <a:lnTo>
                  <a:pt x="131225" y="144963"/>
                </a:lnTo>
                <a:lnTo>
                  <a:pt x="131122" y="68483"/>
                </a:lnTo>
                <a:lnTo>
                  <a:pt x="133275" y="70123"/>
                </a:lnTo>
                <a:lnTo>
                  <a:pt x="135633" y="71764"/>
                </a:lnTo>
                <a:lnTo>
                  <a:pt x="137889" y="73301"/>
                </a:lnTo>
                <a:lnTo>
                  <a:pt x="140349" y="74737"/>
                </a:lnTo>
                <a:lnTo>
                  <a:pt x="142707" y="76070"/>
                </a:lnTo>
                <a:lnTo>
                  <a:pt x="145168" y="77300"/>
                </a:lnTo>
                <a:lnTo>
                  <a:pt x="147731" y="78530"/>
                </a:lnTo>
                <a:lnTo>
                  <a:pt x="150294" y="79658"/>
                </a:lnTo>
                <a:lnTo>
                  <a:pt x="154394" y="81298"/>
                </a:lnTo>
                <a:lnTo>
                  <a:pt x="158495" y="82631"/>
                </a:lnTo>
                <a:lnTo>
                  <a:pt x="162596" y="83861"/>
                </a:lnTo>
                <a:lnTo>
                  <a:pt x="166902" y="84784"/>
                </a:lnTo>
                <a:lnTo>
                  <a:pt x="171105" y="85501"/>
                </a:lnTo>
                <a:lnTo>
                  <a:pt x="175411" y="86116"/>
                </a:lnTo>
                <a:lnTo>
                  <a:pt x="179819" y="86424"/>
                </a:lnTo>
                <a:lnTo>
                  <a:pt x="184125" y="86527"/>
                </a:lnTo>
                <a:lnTo>
                  <a:pt x="184125" y="61614"/>
                </a:lnTo>
                <a:lnTo>
                  <a:pt x="184125" y="52388"/>
                </a:lnTo>
                <a:lnTo>
                  <a:pt x="184022" y="52490"/>
                </a:lnTo>
                <a:lnTo>
                  <a:pt x="181767" y="52388"/>
                </a:lnTo>
                <a:lnTo>
                  <a:pt x="179614" y="52285"/>
                </a:lnTo>
                <a:lnTo>
                  <a:pt x="177461" y="52080"/>
                </a:lnTo>
                <a:lnTo>
                  <a:pt x="175308" y="51670"/>
                </a:lnTo>
                <a:lnTo>
                  <a:pt x="173155" y="51362"/>
                </a:lnTo>
                <a:lnTo>
                  <a:pt x="171003" y="50850"/>
                </a:lnTo>
                <a:lnTo>
                  <a:pt x="168952" y="50235"/>
                </a:lnTo>
                <a:lnTo>
                  <a:pt x="166902" y="49619"/>
                </a:lnTo>
                <a:lnTo>
                  <a:pt x="164954" y="48902"/>
                </a:lnTo>
                <a:lnTo>
                  <a:pt x="163006" y="48082"/>
                </a:lnTo>
                <a:lnTo>
                  <a:pt x="161058" y="47262"/>
                </a:lnTo>
                <a:lnTo>
                  <a:pt x="159213" y="46236"/>
                </a:lnTo>
                <a:lnTo>
                  <a:pt x="157367" y="45211"/>
                </a:lnTo>
                <a:lnTo>
                  <a:pt x="155522" y="44186"/>
                </a:lnTo>
                <a:lnTo>
                  <a:pt x="153779" y="42956"/>
                </a:lnTo>
                <a:lnTo>
                  <a:pt x="152139" y="41828"/>
                </a:lnTo>
                <a:lnTo>
                  <a:pt x="150294" y="40290"/>
                </a:lnTo>
                <a:lnTo>
                  <a:pt x="148448" y="38752"/>
                </a:lnTo>
                <a:lnTo>
                  <a:pt x="146705" y="37112"/>
                </a:lnTo>
                <a:lnTo>
                  <a:pt x="145065" y="35369"/>
                </a:lnTo>
                <a:lnTo>
                  <a:pt x="143527" y="33626"/>
                </a:lnTo>
                <a:lnTo>
                  <a:pt x="141989" y="31679"/>
                </a:lnTo>
                <a:lnTo>
                  <a:pt x="140554" y="29833"/>
                </a:lnTo>
                <a:lnTo>
                  <a:pt x="139221" y="27783"/>
                </a:lnTo>
                <a:lnTo>
                  <a:pt x="137991" y="25732"/>
                </a:lnTo>
                <a:lnTo>
                  <a:pt x="136864" y="23682"/>
                </a:lnTo>
                <a:lnTo>
                  <a:pt x="135838" y="21427"/>
                </a:lnTo>
                <a:lnTo>
                  <a:pt x="134813" y="19274"/>
                </a:lnTo>
                <a:lnTo>
                  <a:pt x="133993" y="17018"/>
                </a:lnTo>
                <a:lnTo>
                  <a:pt x="133275" y="14660"/>
                </a:lnTo>
                <a:lnTo>
                  <a:pt x="132558" y="12302"/>
                </a:lnTo>
                <a:lnTo>
                  <a:pt x="132045" y="9842"/>
                </a:lnTo>
                <a:lnTo>
                  <a:pt x="131635" y="7484"/>
                </a:lnTo>
                <a:lnTo>
                  <a:pt x="131327" y="5023"/>
                </a:lnTo>
                <a:lnTo>
                  <a:pt x="131122" y="2460"/>
                </a:lnTo>
                <a:lnTo>
                  <a:pt x="131020" y="0"/>
                </a:lnTo>
                <a:close/>
              </a:path>
            </a:pathLst>
          </a:cu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3" name="Google Shape;1353;p86"/>
          <p:cNvSpPr/>
          <p:nvPr/>
        </p:nvSpPr>
        <p:spPr>
          <a:xfrm>
            <a:off x="1030956" y="3120832"/>
            <a:ext cx="126132" cy="236553"/>
          </a:xfrm>
          <a:custGeom>
            <a:rect b="b" l="l" r="r" t="t"/>
            <a:pathLst>
              <a:path extrusionOk="0" h="13644" w="7106">
                <a:moveTo>
                  <a:pt x="5671" y="2336"/>
                </a:moveTo>
                <a:cubicBezTo>
                  <a:pt x="6071" y="2302"/>
                  <a:pt x="6505" y="2336"/>
                  <a:pt x="6939" y="2336"/>
                </a:cubicBezTo>
                <a:lnTo>
                  <a:pt x="7105" y="2336"/>
                </a:lnTo>
                <a:lnTo>
                  <a:pt x="7105" y="134"/>
                </a:lnTo>
                <a:cubicBezTo>
                  <a:pt x="6872" y="101"/>
                  <a:pt x="6638" y="67"/>
                  <a:pt x="6405" y="67"/>
                </a:cubicBezTo>
                <a:cubicBezTo>
                  <a:pt x="5971" y="34"/>
                  <a:pt x="5538" y="1"/>
                  <a:pt x="5104" y="34"/>
                </a:cubicBezTo>
                <a:cubicBezTo>
                  <a:pt x="4437" y="34"/>
                  <a:pt x="3803" y="201"/>
                  <a:pt x="3269" y="601"/>
                </a:cubicBezTo>
                <a:cubicBezTo>
                  <a:pt x="2635" y="1035"/>
                  <a:pt x="2302" y="1668"/>
                  <a:pt x="2168" y="2436"/>
                </a:cubicBezTo>
                <a:cubicBezTo>
                  <a:pt x="2102" y="2736"/>
                  <a:pt x="2102" y="3069"/>
                  <a:pt x="2102" y="3370"/>
                </a:cubicBezTo>
                <a:cubicBezTo>
                  <a:pt x="2068" y="3870"/>
                  <a:pt x="2068" y="4370"/>
                  <a:pt x="2102" y="4837"/>
                </a:cubicBezTo>
                <a:lnTo>
                  <a:pt x="2102" y="5038"/>
                </a:lnTo>
                <a:lnTo>
                  <a:pt x="0" y="5038"/>
                </a:lnTo>
                <a:lnTo>
                  <a:pt x="0" y="7473"/>
                </a:lnTo>
                <a:lnTo>
                  <a:pt x="2068" y="7473"/>
                </a:lnTo>
                <a:lnTo>
                  <a:pt x="2068" y="13644"/>
                </a:lnTo>
                <a:lnTo>
                  <a:pt x="4637" y="13644"/>
                </a:lnTo>
                <a:lnTo>
                  <a:pt x="4637" y="7506"/>
                </a:lnTo>
                <a:lnTo>
                  <a:pt x="6705" y="7506"/>
                </a:lnTo>
                <a:cubicBezTo>
                  <a:pt x="6805" y="6672"/>
                  <a:pt x="6905" y="5871"/>
                  <a:pt x="7039" y="5038"/>
                </a:cubicBezTo>
                <a:lnTo>
                  <a:pt x="6572" y="5038"/>
                </a:lnTo>
                <a:cubicBezTo>
                  <a:pt x="5971" y="5038"/>
                  <a:pt x="4604" y="5038"/>
                  <a:pt x="4604" y="5038"/>
                </a:cubicBezTo>
                <a:cubicBezTo>
                  <a:pt x="4604" y="5038"/>
                  <a:pt x="4604" y="3803"/>
                  <a:pt x="4637" y="3303"/>
                </a:cubicBezTo>
                <a:cubicBezTo>
                  <a:pt x="4637" y="2569"/>
                  <a:pt x="5071" y="2336"/>
                  <a:pt x="5671" y="2336"/>
                </a:cubicBezTo>
                <a:close/>
              </a:path>
            </a:pathLst>
          </a:cu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1354" name="Google Shape;1354;p86"/>
          <p:cNvGrpSpPr/>
          <p:nvPr/>
        </p:nvGrpSpPr>
        <p:grpSpPr>
          <a:xfrm>
            <a:off x="2968967" y="3133059"/>
            <a:ext cx="205129" cy="212285"/>
            <a:chOff x="5771908" y="9306389"/>
            <a:chExt cx="601200" cy="631800"/>
          </a:xfrm>
        </p:grpSpPr>
        <p:sp>
          <p:nvSpPr>
            <p:cNvPr id="1355" name="Google Shape;1355;p86"/>
            <p:cNvSpPr/>
            <p:nvPr/>
          </p:nvSpPr>
          <p:spPr>
            <a:xfrm>
              <a:off x="5771908" y="9306389"/>
              <a:ext cx="601200" cy="631800"/>
            </a:xfrm>
            <a:prstGeom prst="roundRect">
              <a:avLst>
                <a:gd fmla="val 16667"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6" name="Google Shape;1356;p86"/>
            <p:cNvSpPr/>
            <p:nvPr/>
          </p:nvSpPr>
          <p:spPr>
            <a:xfrm>
              <a:off x="5933458" y="9483239"/>
              <a:ext cx="278100" cy="278100"/>
            </a:xfrm>
            <a:prstGeom prst="ellipse">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sp>
        <p:nvSpPr>
          <p:cNvPr id="1357" name="Google Shape;1357;p86"/>
          <p:cNvSpPr txBox="1"/>
          <p:nvPr>
            <p:ph idx="4294967295" type="subTitle"/>
          </p:nvPr>
        </p:nvSpPr>
        <p:spPr>
          <a:xfrm>
            <a:off x="724650" y="4228330"/>
            <a:ext cx="4947000" cy="2742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Please keep this slide for attribution</a:t>
            </a:r>
            <a:endParaRPr sz="1000"/>
          </a:p>
        </p:txBody>
      </p:sp>
      <p:cxnSp>
        <p:nvCxnSpPr>
          <p:cNvPr id="1358" name="Google Shape;1358;p86"/>
          <p:cNvCxnSpPr/>
          <p:nvPr/>
        </p:nvCxnSpPr>
        <p:spPr>
          <a:xfrm>
            <a:off x="724650" y="1659375"/>
            <a:ext cx="3970500" cy="0"/>
          </a:xfrm>
          <a:prstGeom prst="straightConnector1">
            <a:avLst/>
          </a:prstGeom>
          <a:noFill/>
          <a:ln cap="flat" cmpd="sng" w="19050">
            <a:solidFill>
              <a:schemeClr val="dk1"/>
            </a:solidFill>
            <a:prstDash val="solid"/>
            <a:round/>
            <a:headEnd len="med" w="med" type="none"/>
            <a:tailEnd len="med" w="med" type="none"/>
          </a:ln>
        </p:spPr>
      </p:cxnSp>
      <p:pic>
        <p:nvPicPr>
          <p:cNvPr id="1359" name="Google Shape;1359;p86"/>
          <p:cNvPicPr preferRelativeResize="0"/>
          <p:nvPr/>
        </p:nvPicPr>
        <p:blipFill>
          <a:blip r:embed="rId4">
            <a:alphaModFix/>
          </a:blip>
          <a:stretch>
            <a:fillRect/>
          </a:stretch>
        </p:blipFill>
        <p:spPr>
          <a:xfrm>
            <a:off x="8216169" y="3923244"/>
            <a:ext cx="842325" cy="1419425"/>
          </a:xfrm>
          <a:prstGeom prst="rect">
            <a:avLst/>
          </a:prstGeom>
          <a:noFill/>
          <a:ln>
            <a:noFill/>
          </a:ln>
        </p:spPr>
      </p:pic>
      <p:pic>
        <p:nvPicPr>
          <p:cNvPr id="1360" name="Google Shape;1360;p86"/>
          <p:cNvPicPr preferRelativeResize="0"/>
          <p:nvPr/>
        </p:nvPicPr>
        <p:blipFill>
          <a:blip r:embed="rId4">
            <a:alphaModFix/>
          </a:blip>
          <a:stretch>
            <a:fillRect/>
          </a:stretch>
        </p:blipFill>
        <p:spPr>
          <a:xfrm rot="2370790">
            <a:off x="7279472" y="446991"/>
            <a:ext cx="453855" cy="764816"/>
          </a:xfrm>
          <a:prstGeom prst="rect">
            <a:avLst/>
          </a:prstGeom>
          <a:noFill/>
          <a:ln>
            <a:noFill/>
          </a:ln>
        </p:spPr>
      </p:pic>
      <p:sp>
        <p:nvSpPr>
          <p:cNvPr id="1361" name="Google Shape;1361;p86"/>
          <p:cNvSpPr/>
          <p:nvPr/>
        </p:nvSpPr>
        <p:spPr>
          <a:xfrm>
            <a:off x="1972529" y="3134145"/>
            <a:ext cx="220628" cy="210074"/>
          </a:xfrm>
          <a:custGeom>
            <a:rect b="b" l="l" r="r" t="t"/>
            <a:pathLst>
              <a:path extrusionOk="0" h="209550" w="221181">
                <a:moveTo>
                  <a:pt x="58251" y="13776"/>
                </a:moveTo>
                <a:lnTo>
                  <a:pt x="193915" y="194868"/>
                </a:lnTo>
                <a:lnTo>
                  <a:pt x="164074" y="194868"/>
                </a:lnTo>
                <a:lnTo>
                  <a:pt x="27743" y="13776"/>
                </a:lnTo>
                <a:close/>
                <a:moveTo>
                  <a:pt x="0" y="0"/>
                </a:moveTo>
                <a:lnTo>
                  <a:pt x="86804" y="116501"/>
                </a:lnTo>
                <a:lnTo>
                  <a:pt x="0" y="209550"/>
                </a:lnTo>
                <a:lnTo>
                  <a:pt x="18400" y="209550"/>
                </a:lnTo>
                <a:lnTo>
                  <a:pt x="94908" y="127370"/>
                </a:lnTo>
                <a:lnTo>
                  <a:pt x="156161" y="209550"/>
                </a:lnTo>
                <a:lnTo>
                  <a:pt x="221181" y="209550"/>
                </a:lnTo>
                <a:lnTo>
                  <a:pt x="130659" y="88949"/>
                </a:lnTo>
                <a:lnTo>
                  <a:pt x="213506" y="0"/>
                </a:lnTo>
                <a:lnTo>
                  <a:pt x="195535" y="0"/>
                </a:lnTo>
                <a:lnTo>
                  <a:pt x="122555" y="78176"/>
                </a:lnTo>
                <a:lnTo>
                  <a:pt x="6387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5" name="Shape 1365"/>
        <p:cNvGrpSpPr/>
        <p:nvPr/>
      </p:nvGrpSpPr>
      <p:grpSpPr>
        <a:xfrm>
          <a:off x="0" y="0"/>
          <a:ext cx="0" cy="0"/>
          <a:chOff x="0" y="0"/>
          <a:chExt cx="0" cy="0"/>
        </a:xfrm>
      </p:grpSpPr>
      <p:sp>
        <p:nvSpPr>
          <p:cNvPr id="1366" name="Google Shape;1366;p87"/>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ICON PACK</a:t>
            </a:r>
            <a:endParaRPr/>
          </a:p>
        </p:txBody>
      </p:sp>
      <p:grpSp>
        <p:nvGrpSpPr>
          <p:cNvPr id="1367" name="Google Shape;1367;p87"/>
          <p:cNvGrpSpPr/>
          <p:nvPr/>
        </p:nvGrpSpPr>
        <p:grpSpPr>
          <a:xfrm>
            <a:off x="911686" y="1230278"/>
            <a:ext cx="201965" cy="289873"/>
            <a:chOff x="268675" y="1306125"/>
            <a:chExt cx="195400" cy="280450"/>
          </a:xfrm>
        </p:grpSpPr>
        <p:sp>
          <p:nvSpPr>
            <p:cNvPr id="1368" name="Google Shape;1368;p87"/>
            <p:cNvSpPr/>
            <p:nvPr/>
          </p:nvSpPr>
          <p:spPr>
            <a:xfrm>
              <a:off x="268675" y="1306125"/>
              <a:ext cx="195400" cy="280450"/>
            </a:xfrm>
            <a:custGeom>
              <a:rect b="b" l="l" r="r" t="t"/>
              <a:pathLst>
                <a:path extrusionOk="0" h="11218" w="7816">
                  <a:moveTo>
                    <a:pt x="7417" y="399"/>
                  </a:moveTo>
                  <a:lnTo>
                    <a:pt x="7417" y="1170"/>
                  </a:lnTo>
                  <a:lnTo>
                    <a:pt x="905" y="1170"/>
                  </a:lnTo>
                  <a:lnTo>
                    <a:pt x="718" y="1223"/>
                  </a:lnTo>
                  <a:lnTo>
                    <a:pt x="559" y="1303"/>
                  </a:lnTo>
                  <a:lnTo>
                    <a:pt x="399" y="1409"/>
                  </a:lnTo>
                  <a:lnTo>
                    <a:pt x="399" y="1064"/>
                  </a:lnTo>
                  <a:lnTo>
                    <a:pt x="426" y="931"/>
                  </a:lnTo>
                  <a:lnTo>
                    <a:pt x="453" y="798"/>
                  </a:lnTo>
                  <a:lnTo>
                    <a:pt x="532" y="691"/>
                  </a:lnTo>
                  <a:lnTo>
                    <a:pt x="612" y="585"/>
                  </a:lnTo>
                  <a:lnTo>
                    <a:pt x="692" y="505"/>
                  </a:lnTo>
                  <a:lnTo>
                    <a:pt x="825" y="452"/>
                  </a:lnTo>
                  <a:lnTo>
                    <a:pt x="931" y="399"/>
                  </a:lnTo>
                  <a:close/>
                  <a:moveTo>
                    <a:pt x="7417" y="1569"/>
                  </a:moveTo>
                  <a:lnTo>
                    <a:pt x="7417" y="2313"/>
                  </a:lnTo>
                  <a:lnTo>
                    <a:pt x="1064" y="2313"/>
                  </a:lnTo>
                  <a:lnTo>
                    <a:pt x="905" y="2339"/>
                  </a:lnTo>
                  <a:lnTo>
                    <a:pt x="718" y="2393"/>
                  </a:lnTo>
                  <a:lnTo>
                    <a:pt x="559" y="2446"/>
                  </a:lnTo>
                  <a:lnTo>
                    <a:pt x="399" y="2552"/>
                  </a:lnTo>
                  <a:lnTo>
                    <a:pt x="399" y="2233"/>
                  </a:lnTo>
                  <a:lnTo>
                    <a:pt x="426" y="2100"/>
                  </a:lnTo>
                  <a:lnTo>
                    <a:pt x="453" y="1967"/>
                  </a:lnTo>
                  <a:lnTo>
                    <a:pt x="532" y="1861"/>
                  </a:lnTo>
                  <a:lnTo>
                    <a:pt x="612" y="1755"/>
                  </a:lnTo>
                  <a:lnTo>
                    <a:pt x="692" y="1675"/>
                  </a:lnTo>
                  <a:lnTo>
                    <a:pt x="825" y="1622"/>
                  </a:lnTo>
                  <a:lnTo>
                    <a:pt x="931" y="1569"/>
                  </a:lnTo>
                  <a:close/>
                  <a:moveTo>
                    <a:pt x="7417" y="2712"/>
                  </a:moveTo>
                  <a:lnTo>
                    <a:pt x="7417" y="7922"/>
                  </a:lnTo>
                  <a:lnTo>
                    <a:pt x="984" y="7922"/>
                  </a:lnTo>
                  <a:lnTo>
                    <a:pt x="905" y="7948"/>
                  </a:lnTo>
                  <a:lnTo>
                    <a:pt x="825" y="7948"/>
                  </a:lnTo>
                  <a:lnTo>
                    <a:pt x="798" y="7975"/>
                  </a:lnTo>
                  <a:lnTo>
                    <a:pt x="718" y="7975"/>
                  </a:lnTo>
                  <a:lnTo>
                    <a:pt x="692" y="8001"/>
                  </a:lnTo>
                  <a:lnTo>
                    <a:pt x="639" y="8028"/>
                  </a:lnTo>
                  <a:lnTo>
                    <a:pt x="612" y="8028"/>
                  </a:lnTo>
                  <a:lnTo>
                    <a:pt x="559" y="8054"/>
                  </a:lnTo>
                  <a:lnTo>
                    <a:pt x="532" y="8081"/>
                  </a:lnTo>
                  <a:lnTo>
                    <a:pt x="453" y="8134"/>
                  </a:lnTo>
                  <a:lnTo>
                    <a:pt x="399" y="8161"/>
                  </a:lnTo>
                  <a:lnTo>
                    <a:pt x="399" y="3403"/>
                  </a:lnTo>
                  <a:lnTo>
                    <a:pt x="426" y="3270"/>
                  </a:lnTo>
                  <a:lnTo>
                    <a:pt x="453" y="3137"/>
                  </a:lnTo>
                  <a:lnTo>
                    <a:pt x="532" y="3031"/>
                  </a:lnTo>
                  <a:lnTo>
                    <a:pt x="612" y="2924"/>
                  </a:lnTo>
                  <a:lnTo>
                    <a:pt x="692" y="2845"/>
                  </a:lnTo>
                  <a:lnTo>
                    <a:pt x="825" y="2765"/>
                  </a:lnTo>
                  <a:lnTo>
                    <a:pt x="931" y="2738"/>
                  </a:lnTo>
                  <a:lnTo>
                    <a:pt x="1064" y="2712"/>
                  </a:lnTo>
                  <a:close/>
                  <a:moveTo>
                    <a:pt x="6779" y="8320"/>
                  </a:moveTo>
                  <a:lnTo>
                    <a:pt x="6646" y="8560"/>
                  </a:lnTo>
                  <a:lnTo>
                    <a:pt x="6566" y="8799"/>
                  </a:lnTo>
                  <a:lnTo>
                    <a:pt x="1091" y="8799"/>
                  </a:lnTo>
                  <a:lnTo>
                    <a:pt x="1011" y="8825"/>
                  </a:lnTo>
                  <a:lnTo>
                    <a:pt x="931" y="8852"/>
                  </a:lnTo>
                  <a:lnTo>
                    <a:pt x="905" y="8932"/>
                  </a:lnTo>
                  <a:lnTo>
                    <a:pt x="878" y="9011"/>
                  </a:lnTo>
                  <a:lnTo>
                    <a:pt x="905" y="9065"/>
                  </a:lnTo>
                  <a:lnTo>
                    <a:pt x="931" y="9144"/>
                  </a:lnTo>
                  <a:lnTo>
                    <a:pt x="1011" y="9171"/>
                  </a:lnTo>
                  <a:lnTo>
                    <a:pt x="1091" y="9197"/>
                  </a:lnTo>
                  <a:lnTo>
                    <a:pt x="1356" y="9197"/>
                  </a:lnTo>
                  <a:lnTo>
                    <a:pt x="1356" y="9676"/>
                  </a:lnTo>
                  <a:lnTo>
                    <a:pt x="1064" y="9676"/>
                  </a:lnTo>
                  <a:lnTo>
                    <a:pt x="931" y="9649"/>
                  </a:lnTo>
                  <a:lnTo>
                    <a:pt x="825" y="9623"/>
                  </a:lnTo>
                  <a:lnTo>
                    <a:pt x="692" y="9543"/>
                  </a:lnTo>
                  <a:lnTo>
                    <a:pt x="612" y="9463"/>
                  </a:lnTo>
                  <a:lnTo>
                    <a:pt x="532" y="9384"/>
                  </a:lnTo>
                  <a:lnTo>
                    <a:pt x="453" y="9251"/>
                  </a:lnTo>
                  <a:lnTo>
                    <a:pt x="426" y="9144"/>
                  </a:lnTo>
                  <a:lnTo>
                    <a:pt x="399" y="9011"/>
                  </a:lnTo>
                  <a:lnTo>
                    <a:pt x="426" y="8852"/>
                  </a:lnTo>
                  <a:lnTo>
                    <a:pt x="453" y="8746"/>
                  </a:lnTo>
                  <a:lnTo>
                    <a:pt x="532" y="8613"/>
                  </a:lnTo>
                  <a:lnTo>
                    <a:pt x="612" y="8533"/>
                  </a:lnTo>
                  <a:lnTo>
                    <a:pt x="692" y="8453"/>
                  </a:lnTo>
                  <a:lnTo>
                    <a:pt x="825" y="8373"/>
                  </a:lnTo>
                  <a:lnTo>
                    <a:pt x="931" y="8347"/>
                  </a:lnTo>
                  <a:lnTo>
                    <a:pt x="1064" y="8320"/>
                  </a:lnTo>
                  <a:close/>
                  <a:moveTo>
                    <a:pt x="6566" y="9197"/>
                  </a:moveTo>
                  <a:lnTo>
                    <a:pt x="6646" y="9437"/>
                  </a:lnTo>
                  <a:lnTo>
                    <a:pt x="6779" y="9676"/>
                  </a:lnTo>
                  <a:lnTo>
                    <a:pt x="3642" y="9676"/>
                  </a:lnTo>
                  <a:lnTo>
                    <a:pt x="3642" y="9197"/>
                  </a:lnTo>
                  <a:close/>
                  <a:moveTo>
                    <a:pt x="3244" y="9197"/>
                  </a:moveTo>
                  <a:lnTo>
                    <a:pt x="3244" y="10686"/>
                  </a:lnTo>
                  <a:lnTo>
                    <a:pt x="2579" y="10367"/>
                  </a:lnTo>
                  <a:lnTo>
                    <a:pt x="2499" y="10340"/>
                  </a:lnTo>
                  <a:lnTo>
                    <a:pt x="2420" y="10367"/>
                  </a:lnTo>
                  <a:lnTo>
                    <a:pt x="1755" y="10686"/>
                  </a:lnTo>
                  <a:lnTo>
                    <a:pt x="1755" y="9197"/>
                  </a:lnTo>
                  <a:close/>
                  <a:moveTo>
                    <a:pt x="1064" y="0"/>
                  </a:moveTo>
                  <a:lnTo>
                    <a:pt x="851" y="27"/>
                  </a:lnTo>
                  <a:lnTo>
                    <a:pt x="665" y="80"/>
                  </a:lnTo>
                  <a:lnTo>
                    <a:pt x="479" y="186"/>
                  </a:lnTo>
                  <a:lnTo>
                    <a:pt x="320" y="319"/>
                  </a:lnTo>
                  <a:lnTo>
                    <a:pt x="187" y="479"/>
                  </a:lnTo>
                  <a:lnTo>
                    <a:pt x="80" y="638"/>
                  </a:lnTo>
                  <a:lnTo>
                    <a:pt x="27" y="851"/>
                  </a:lnTo>
                  <a:lnTo>
                    <a:pt x="1" y="1064"/>
                  </a:lnTo>
                  <a:lnTo>
                    <a:pt x="1" y="9011"/>
                  </a:lnTo>
                  <a:lnTo>
                    <a:pt x="27" y="9224"/>
                  </a:lnTo>
                  <a:lnTo>
                    <a:pt x="80" y="9410"/>
                  </a:lnTo>
                  <a:lnTo>
                    <a:pt x="187" y="9596"/>
                  </a:lnTo>
                  <a:lnTo>
                    <a:pt x="320" y="9756"/>
                  </a:lnTo>
                  <a:lnTo>
                    <a:pt x="479" y="9889"/>
                  </a:lnTo>
                  <a:lnTo>
                    <a:pt x="665" y="9968"/>
                  </a:lnTo>
                  <a:lnTo>
                    <a:pt x="851" y="10048"/>
                  </a:lnTo>
                  <a:lnTo>
                    <a:pt x="1064" y="10075"/>
                  </a:lnTo>
                  <a:lnTo>
                    <a:pt x="1356" y="10075"/>
                  </a:lnTo>
                  <a:lnTo>
                    <a:pt x="1356" y="11032"/>
                  </a:lnTo>
                  <a:lnTo>
                    <a:pt x="1383" y="11111"/>
                  </a:lnTo>
                  <a:lnTo>
                    <a:pt x="1436" y="11191"/>
                  </a:lnTo>
                  <a:lnTo>
                    <a:pt x="1542" y="11218"/>
                  </a:lnTo>
                  <a:lnTo>
                    <a:pt x="1649" y="11191"/>
                  </a:lnTo>
                  <a:lnTo>
                    <a:pt x="2499" y="10766"/>
                  </a:lnTo>
                  <a:lnTo>
                    <a:pt x="3350" y="11191"/>
                  </a:lnTo>
                  <a:lnTo>
                    <a:pt x="3456" y="11218"/>
                  </a:lnTo>
                  <a:lnTo>
                    <a:pt x="3563" y="11191"/>
                  </a:lnTo>
                  <a:lnTo>
                    <a:pt x="3616" y="11111"/>
                  </a:lnTo>
                  <a:lnTo>
                    <a:pt x="3642" y="11032"/>
                  </a:lnTo>
                  <a:lnTo>
                    <a:pt x="3642" y="10075"/>
                  </a:lnTo>
                  <a:lnTo>
                    <a:pt x="7603" y="10075"/>
                  </a:lnTo>
                  <a:lnTo>
                    <a:pt x="7683" y="10048"/>
                  </a:lnTo>
                  <a:lnTo>
                    <a:pt x="7736" y="9995"/>
                  </a:lnTo>
                  <a:lnTo>
                    <a:pt x="7789" y="9942"/>
                  </a:lnTo>
                  <a:lnTo>
                    <a:pt x="7816" y="9862"/>
                  </a:lnTo>
                  <a:lnTo>
                    <a:pt x="7789" y="9782"/>
                  </a:lnTo>
                  <a:lnTo>
                    <a:pt x="7736" y="9729"/>
                  </a:lnTo>
                  <a:lnTo>
                    <a:pt x="7683" y="9676"/>
                  </a:lnTo>
                  <a:lnTo>
                    <a:pt x="7603" y="9676"/>
                  </a:lnTo>
                  <a:lnTo>
                    <a:pt x="7470" y="9649"/>
                  </a:lnTo>
                  <a:lnTo>
                    <a:pt x="7337" y="9623"/>
                  </a:lnTo>
                  <a:lnTo>
                    <a:pt x="7231" y="9543"/>
                  </a:lnTo>
                  <a:lnTo>
                    <a:pt x="7125" y="9463"/>
                  </a:lnTo>
                  <a:lnTo>
                    <a:pt x="7045" y="9384"/>
                  </a:lnTo>
                  <a:lnTo>
                    <a:pt x="6992" y="9251"/>
                  </a:lnTo>
                  <a:lnTo>
                    <a:pt x="6938" y="9144"/>
                  </a:lnTo>
                  <a:lnTo>
                    <a:pt x="6938" y="9011"/>
                  </a:lnTo>
                  <a:lnTo>
                    <a:pt x="6938" y="8878"/>
                  </a:lnTo>
                  <a:lnTo>
                    <a:pt x="6992" y="8746"/>
                  </a:lnTo>
                  <a:lnTo>
                    <a:pt x="7045" y="8639"/>
                  </a:lnTo>
                  <a:lnTo>
                    <a:pt x="7125" y="8533"/>
                  </a:lnTo>
                  <a:lnTo>
                    <a:pt x="7231" y="8453"/>
                  </a:lnTo>
                  <a:lnTo>
                    <a:pt x="7337" y="8373"/>
                  </a:lnTo>
                  <a:lnTo>
                    <a:pt x="7470" y="8347"/>
                  </a:lnTo>
                  <a:lnTo>
                    <a:pt x="7603" y="8320"/>
                  </a:lnTo>
                  <a:lnTo>
                    <a:pt x="7683" y="8320"/>
                  </a:lnTo>
                  <a:lnTo>
                    <a:pt x="7736" y="8267"/>
                  </a:lnTo>
                  <a:lnTo>
                    <a:pt x="7789" y="8214"/>
                  </a:lnTo>
                  <a:lnTo>
                    <a:pt x="7816" y="8134"/>
                  </a:lnTo>
                  <a:lnTo>
                    <a:pt x="7816" y="186"/>
                  </a:lnTo>
                  <a:lnTo>
                    <a:pt x="7789" y="107"/>
                  </a:lnTo>
                  <a:lnTo>
                    <a:pt x="7736" y="53"/>
                  </a:lnTo>
                  <a:lnTo>
                    <a:pt x="768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87"/>
            <p:cNvSpPr/>
            <p:nvPr/>
          </p:nvSpPr>
          <p:spPr>
            <a:xfrm>
              <a:off x="327150" y="1394500"/>
              <a:ext cx="78450" cy="75775"/>
            </a:xfrm>
            <a:custGeom>
              <a:rect b="b" l="l" r="r" t="t"/>
              <a:pathLst>
                <a:path extrusionOk="0" h="3031" w="3138">
                  <a:moveTo>
                    <a:pt x="1569" y="665"/>
                  </a:moveTo>
                  <a:lnTo>
                    <a:pt x="1808" y="1170"/>
                  </a:lnTo>
                  <a:lnTo>
                    <a:pt x="1888" y="1223"/>
                  </a:lnTo>
                  <a:lnTo>
                    <a:pt x="1968" y="1277"/>
                  </a:lnTo>
                  <a:lnTo>
                    <a:pt x="2526" y="1356"/>
                  </a:lnTo>
                  <a:lnTo>
                    <a:pt x="2127" y="1728"/>
                  </a:lnTo>
                  <a:lnTo>
                    <a:pt x="2074" y="1808"/>
                  </a:lnTo>
                  <a:lnTo>
                    <a:pt x="2074" y="1914"/>
                  </a:lnTo>
                  <a:lnTo>
                    <a:pt x="2154" y="2473"/>
                  </a:lnTo>
                  <a:lnTo>
                    <a:pt x="1649" y="2207"/>
                  </a:lnTo>
                  <a:lnTo>
                    <a:pt x="1569" y="2180"/>
                  </a:lnTo>
                  <a:lnTo>
                    <a:pt x="1463" y="2207"/>
                  </a:lnTo>
                  <a:lnTo>
                    <a:pt x="984" y="2473"/>
                  </a:lnTo>
                  <a:lnTo>
                    <a:pt x="1064" y="1914"/>
                  </a:lnTo>
                  <a:lnTo>
                    <a:pt x="1064" y="1808"/>
                  </a:lnTo>
                  <a:lnTo>
                    <a:pt x="1011" y="1728"/>
                  </a:lnTo>
                  <a:lnTo>
                    <a:pt x="612" y="1356"/>
                  </a:lnTo>
                  <a:lnTo>
                    <a:pt x="1170" y="1277"/>
                  </a:lnTo>
                  <a:lnTo>
                    <a:pt x="1250" y="1223"/>
                  </a:lnTo>
                  <a:lnTo>
                    <a:pt x="1330" y="1170"/>
                  </a:lnTo>
                  <a:lnTo>
                    <a:pt x="1569" y="665"/>
                  </a:lnTo>
                  <a:close/>
                  <a:moveTo>
                    <a:pt x="1569" y="1"/>
                  </a:moveTo>
                  <a:lnTo>
                    <a:pt x="1463" y="27"/>
                  </a:lnTo>
                  <a:lnTo>
                    <a:pt x="1383" y="107"/>
                  </a:lnTo>
                  <a:lnTo>
                    <a:pt x="1011" y="878"/>
                  </a:lnTo>
                  <a:lnTo>
                    <a:pt x="160" y="1011"/>
                  </a:lnTo>
                  <a:lnTo>
                    <a:pt x="54" y="1064"/>
                  </a:lnTo>
                  <a:lnTo>
                    <a:pt x="1" y="1144"/>
                  </a:lnTo>
                  <a:lnTo>
                    <a:pt x="1" y="1250"/>
                  </a:lnTo>
                  <a:lnTo>
                    <a:pt x="54" y="1356"/>
                  </a:lnTo>
                  <a:lnTo>
                    <a:pt x="665" y="1941"/>
                  </a:lnTo>
                  <a:lnTo>
                    <a:pt x="506" y="2792"/>
                  </a:lnTo>
                  <a:lnTo>
                    <a:pt x="533" y="2925"/>
                  </a:lnTo>
                  <a:lnTo>
                    <a:pt x="586" y="3004"/>
                  </a:lnTo>
                  <a:lnTo>
                    <a:pt x="692" y="3031"/>
                  </a:lnTo>
                  <a:lnTo>
                    <a:pt x="798" y="3004"/>
                  </a:lnTo>
                  <a:lnTo>
                    <a:pt x="1569" y="2606"/>
                  </a:lnTo>
                  <a:lnTo>
                    <a:pt x="2340" y="3004"/>
                  </a:lnTo>
                  <a:lnTo>
                    <a:pt x="2446" y="3031"/>
                  </a:lnTo>
                  <a:lnTo>
                    <a:pt x="2553" y="3004"/>
                  </a:lnTo>
                  <a:lnTo>
                    <a:pt x="2606" y="2925"/>
                  </a:lnTo>
                  <a:lnTo>
                    <a:pt x="2632" y="2792"/>
                  </a:lnTo>
                  <a:lnTo>
                    <a:pt x="2473" y="1941"/>
                  </a:lnTo>
                  <a:lnTo>
                    <a:pt x="3084" y="1356"/>
                  </a:lnTo>
                  <a:lnTo>
                    <a:pt x="3138" y="1250"/>
                  </a:lnTo>
                  <a:lnTo>
                    <a:pt x="3138" y="1144"/>
                  </a:lnTo>
                  <a:lnTo>
                    <a:pt x="3084" y="1064"/>
                  </a:lnTo>
                  <a:lnTo>
                    <a:pt x="2978" y="1011"/>
                  </a:lnTo>
                  <a:lnTo>
                    <a:pt x="2127" y="878"/>
                  </a:lnTo>
                  <a:lnTo>
                    <a:pt x="1755" y="107"/>
                  </a:lnTo>
                  <a:lnTo>
                    <a:pt x="1676" y="27"/>
                  </a:lnTo>
                  <a:lnTo>
                    <a:pt x="156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70" name="Google Shape;1370;p87"/>
          <p:cNvGrpSpPr/>
          <p:nvPr/>
        </p:nvGrpSpPr>
        <p:grpSpPr>
          <a:xfrm>
            <a:off x="1659677" y="1257061"/>
            <a:ext cx="287134" cy="236307"/>
            <a:chOff x="992350" y="1332025"/>
            <a:chExt cx="277800" cy="228625"/>
          </a:xfrm>
        </p:grpSpPr>
        <p:sp>
          <p:nvSpPr>
            <p:cNvPr id="1371" name="Google Shape;1371;p87"/>
            <p:cNvSpPr/>
            <p:nvPr/>
          </p:nvSpPr>
          <p:spPr>
            <a:xfrm>
              <a:off x="992350" y="1332025"/>
              <a:ext cx="277800" cy="136925"/>
            </a:xfrm>
            <a:custGeom>
              <a:rect b="b" l="l" r="r" t="t"/>
              <a:pathLst>
                <a:path extrusionOk="0" h="5477" w="11112">
                  <a:moveTo>
                    <a:pt x="1170" y="426"/>
                  </a:moveTo>
                  <a:lnTo>
                    <a:pt x="1250" y="479"/>
                  </a:lnTo>
                  <a:lnTo>
                    <a:pt x="1277" y="533"/>
                  </a:lnTo>
                  <a:lnTo>
                    <a:pt x="1303" y="612"/>
                  </a:lnTo>
                  <a:lnTo>
                    <a:pt x="1303" y="2765"/>
                  </a:lnTo>
                  <a:lnTo>
                    <a:pt x="1277" y="2845"/>
                  </a:lnTo>
                  <a:lnTo>
                    <a:pt x="1250" y="2898"/>
                  </a:lnTo>
                  <a:lnTo>
                    <a:pt x="1170" y="2952"/>
                  </a:lnTo>
                  <a:lnTo>
                    <a:pt x="1091" y="2978"/>
                  </a:lnTo>
                  <a:lnTo>
                    <a:pt x="400" y="2978"/>
                  </a:lnTo>
                  <a:lnTo>
                    <a:pt x="400" y="426"/>
                  </a:lnTo>
                  <a:close/>
                  <a:moveTo>
                    <a:pt x="5264" y="1463"/>
                  </a:moveTo>
                  <a:lnTo>
                    <a:pt x="5477" y="1490"/>
                  </a:lnTo>
                  <a:lnTo>
                    <a:pt x="5663" y="1543"/>
                  </a:lnTo>
                  <a:lnTo>
                    <a:pt x="5849" y="1622"/>
                  </a:lnTo>
                  <a:lnTo>
                    <a:pt x="6035" y="1702"/>
                  </a:lnTo>
                  <a:lnTo>
                    <a:pt x="6221" y="1782"/>
                  </a:lnTo>
                  <a:lnTo>
                    <a:pt x="6380" y="1915"/>
                  </a:lnTo>
                  <a:lnTo>
                    <a:pt x="6513" y="2021"/>
                  </a:lnTo>
                  <a:lnTo>
                    <a:pt x="6646" y="2181"/>
                  </a:lnTo>
                  <a:lnTo>
                    <a:pt x="6779" y="2314"/>
                  </a:lnTo>
                  <a:lnTo>
                    <a:pt x="6885" y="2500"/>
                  </a:lnTo>
                  <a:lnTo>
                    <a:pt x="6992" y="2659"/>
                  </a:lnTo>
                  <a:lnTo>
                    <a:pt x="7072" y="2845"/>
                  </a:lnTo>
                  <a:lnTo>
                    <a:pt x="7125" y="3031"/>
                  </a:lnTo>
                  <a:lnTo>
                    <a:pt x="7178" y="3244"/>
                  </a:lnTo>
                  <a:lnTo>
                    <a:pt x="7178" y="3457"/>
                  </a:lnTo>
                  <a:lnTo>
                    <a:pt x="6434" y="3457"/>
                  </a:lnTo>
                  <a:lnTo>
                    <a:pt x="6407" y="3191"/>
                  </a:lnTo>
                  <a:lnTo>
                    <a:pt x="6301" y="2925"/>
                  </a:lnTo>
                  <a:lnTo>
                    <a:pt x="6168" y="2712"/>
                  </a:lnTo>
                  <a:lnTo>
                    <a:pt x="6008" y="2526"/>
                  </a:lnTo>
                  <a:lnTo>
                    <a:pt x="5796" y="2367"/>
                  </a:lnTo>
                  <a:lnTo>
                    <a:pt x="5583" y="2234"/>
                  </a:lnTo>
                  <a:lnTo>
                    <a:pt x="5317" y="2181"/>
                  </a:lnTo>
                  <a:lnTo>
                    <a:pt x="5051" y="2127"/>
                  </a:lnTo>
                  <a:lnTo>
                    <a:pt x="1702" y="2127"/>
                  </a:lnTo>
                  <a:lnTo>
                    <a:pt x="1702" y="1463"/>
                  </a:lnTo>
                  <a:close/>
                  <a:moveTo>
                    <a:pt x="9065" y="3855"/>
                  </a:moveTo>
                  <a:lnTo>
                    <a:pt x="9251" y="3882"/>
                  </a:lnTo>
                  <a:lnTo>
                    <a:pt x="9411" y="3962"/>
                  </a:lnTo>
                  <a:lnTo>
                    <a:pt x="9544" y="4095"/>
                  </a:lnTo>
                  <a:lnTo>
                    <a:pt x="9623" y="4254"/>
                  </a:lnTo>
                  <a:lnTo>
                    <a:pt x="4121" y="4254"/>
                  </a:lnTo>
                  <a:lnTo>
                    <a:pt x="4201" y="4095"/>
                  </a:lnTo>
                  <a:lnTo>
                    <a:pt x="4334" y="3962"/>
                  </a:lnTo>
                  <a:lnTo>
                    <a:pt x="4493" y="3882"/>
                  </a:lnTo>
                  <a:lnTo>
                    <a:pt x="4679" y="3855"/>
                  </a:lnTo>
                  <a:close/>
                  <a:moveTo>
                    <a:pt x="10501" y="4653"/>
                  </a:moveTo>
                  <a:lnTo>
                    <a:pt x="10580" y="4679"/>
                  </a:lnTo>
                  <a:lnTo>
                    <a:pt x="10660" y="4732"/>
                  </a:lnTo>
                  <a:lnTo>
                    <a:pt x="10713" y="4786"/>
                  </a:lnTo>
                  <a:lnTo>
                    <a:pt x="10713" y="4865"/>
                  </a:lnTo>
                  <a:lnTo>
                    <a:pt x="10713" y="4945"/>
                  </a:lnTo>
                  <a:lnTo>
                    <a:pt x="10660" y="5025"/>
                  </a:lnTo>
                  <a:lnTo>
                    <a:pt x="10580" y="5078"/>
                  </a:lnTo>
                  <a:lnTo>
                    <a:pt x="3137" y="5078"/>
                  </a:lnTo>
                  <a:lnTo>
                    <a:pt x="3084" y="5025"/>
                  </a:lnTo>
                  <a:lnTo>
                    <a:pt x="3031" y="4945"/>
                  </a:lnTo>
                  <a:lnTo>
                    <a:pt x="3005" y="4865"/>
                  </a:lnTo>
                  <a:lnTo>
                    <a:pt x="3031" y="4786"/>
                  </a:lnTo>
                  <a:lnTo>
                    <a:pt x="3084" y="4732"/>
                  </a:lnTo>
                  <a:lnTo>
                    <a:pt x="3137" y="4679"/>
                  </a:lnTo>
                  <a:lnTo>
                    <a:pt x="3217" y="4653"/>
                  </a:lnTo>
                  <a:close/>
                  <a:moveTo>
                    <a:pt x="214" y="1"/>
                  </a:moveTo>
                  <a:lnTo>
                    <a:pt x="134" y="28"/>
                  </a:lnTo>
                  <a:lnTo>
                    <a:pt x="54" y="81"/>
                  </a:lnTo>
                  <a:lnTo>
                    <a:pt x="27" y="134"/>
                  </a:lnTo>
                  <a:lnTo>
                    <a:pt x="1" y="214"/>
                  </a:lnTo>
                  <a:lnTo>
                    <a:pt x="1" y="3164"/>
                  </a:lnTo>
                  <a:lnTo>
                    <a:pt x="27" y="3244"/>
                  </a:lnTo>
                  <a:lnTo>
                    <a:pt x="54" y="3324"/>
                  </a:lnTo>
                  <a:lnTo>
                    <a:pt x="134" y="3350"/>
                  </a:lnTo>
                  <a:lnTo>
                    <a:pt x="214" y="3377"/>
                  </a:lnTo>
                  <a:lnTo>
                    <a:pt x="1091" y="3377"/>
                  </a:lnTo>
                  <a:lnTo>
                    <a:pt x="1224" y="3350"/>
                  </a:lnTo>
                  <a:lnTo>
                    <a:pt x="1330" y="3324"/>
                  </a:lnTo>
                  <a:lnTo>
                    <a:pt x="1436" y="3270"/>
                  </a:lnTo>
                  <a:lnTo>
                    <a:pt x="1516" y="3191"/>
                  </a:lnTo>
                  <a:lnTo>
                    <a:pt x="1596" y="3111"/>
                  </a:lnTo>
                  <a:lnTo>
                    <a:pt x="1649" y="3005"/>
                  </a:lnTo>
                  <a:lnTo>
                    <a:pt x="1702" y="2898"/>
                  </a:lnTo>
                  <a:lnTo>
                    <a:pt x="1702" y="2765"/>
                  </a:lnTo>
                  <a:lnTo>
                    <a:pt x="1702" y="2553"/>
                  </a:lnTo>
                  <a:lnTo>
                    <a:pt x="5237" y="2553"/>
                  </a:lnTo>
                  <a:lnTo>
                    <a:pt x="5423" y="2606"/>
                  </a:lnTo>
                  <a:lnTo>
                    <a:pt x="5583" y="2686"/>
                  </a:lnTo>
                  <a:lnTo>
                    <a:pt x="5716" y="2792"/>
                  </a:lnTo>
                  <a:lnTo>
                    <a:pt x="5849" y="2925"/>
                  </a:lnTo>
                  <a:lnTo>
                    <a:pt x="5929" y="3084"/>
                  </a:lnTo>
                  <a:lnTo>
                    <a:pt x="6008" y="3270"/>
                  </a:lnTo>
                  <a:lnTo>
                    <a:pt x="6035" y="3457"/>
                  </a:lnTo>
                  <a:lnTo>
                    <a:pt x="4493" y="3457"/>
                  </a:lnTo>
                  <a:lnTo>
                    <a:pt x="4334" y="3510"/>
                  </a:lnTo>
                  <a:lnTo>
                    <a:pt x="4174" y="3589"/>
                  </a:lnTo>
                  <a:lnTo>
                    <a:pt x="4041" y="3669"/>
                  </a:lnTo>
                  <a:lnTo>
                    <a:pt x="3908" y="3802"/>
                  </a:lnTo>
                  <a:lnTo>
                    <a:pt x="3829" y="3935"/>
                  </a:lnTo>
                  <a:lnTo>
                    <a:pt x="3749" y="4095"/>
                  </a:lnTo>
                  <a:lnTo>
                    <a:pt x="3696" y="4254"/>
                  </a:lnTo>
                  <a:lnTo>
                    <a:pt x="3217" y="4254"/>
                  </a:lnTo>
                  <a:lnTo>
                    <a:pt x="3111" y="4281"/>
                  </a:lnTo>
                  <a:lnTo>
                    <a:pt x="2978" y="4307"/>
                  </a:lnTo>
                  <a:lnTo>
                    <a:pt x="2898" y="4360"/>
                  </a:lnTo>
                  <a:lnTo>
                    <a:pt x="2792" y="4440"/>
                  </a:lnTo>
                  <a:lnTo>
                    <a:pt x="2712" y="4546"/>
                  </a:lnTo>
                  <a:lnTo>
                    <a:pt x="2659" y="4626"/>
                  </a:lnTo>
                  <a:lnTo>
                    <a:pt x="2632" y="4759"/>
                  </a:lnTo>
                  <a:lnTo>
                    <a:pt x="2606" y="4865"/>
                  </a:lnTo>
                  <a:lnTo>
                    <a:pt x="2632" y="4998"/>
                  </a:lnTo>
                  <a:lnTo>
                    <a:pt x="2659" y="5105"/>
                  </a:lnTo>
                  <a:lnTo>
                    <a:pt x="2712" y="5211"/>
                  </a:lnTo>
                  <a:lnTo>
                    <a:pt x="2792" y="5317"/>
                  </a:lnTo>
                  <a:lnTo>
                    <a:pt x="2898" y="5370"/>
                  </a:lnTo>
                  <a:lnTo>
                    <a:pt x="2978" y="5424"/>
                  </a:lnTo>
                  <a:lnTo>
                    <a:pt x="3111" y="5477"/>
                  </a:lnTo>
                  <a:lnTo>
                    <a:pt x="10633" y="5477"/>
                  </a:lnTo>
                  <a:lnTo>
                    <a:pt x="10740" y="5424"/>
                  </a:lnTo>
                  <a:lnTo>
                    <a:pt x="10846" y="5370"/>
                  </a:lnTo>
                  <a:lnTo>
                    <a:pt x="10926" y="5317"/>
                  </a:lnTo>
                  <a:lnTo>
                    <a:pt x="11006" y="5211"/>
                  </a:lnTo>
                  <a:lnTo>
                    <a:pt x="11059" y="5105"/>
                  </a:lnTo>
                  <a:lnTo>
                    <a:pt x="11112" y="4998"/>
                  </a:lnTo>
                  <a:lnTo>
                    <a:pt x="11112" y="4865"/>
                  </a:lnTo>
                  <a:lnTo>
                    <a:pt x="11112" y="4759"/>
                  </a:lnTo>
                  <a:lnTo>
                    <a:pt x="11059" y="4626"/>
                  </a:lnTo>
                  <a:lnTo>
                    <a:pt x="11006" y="4546"/>
                  </a:lnTo>
                  <a:lnTo>
                    <a:pt x="10926" y="4440"/>
                  </a:lnTo>
                  <a:lnTo>
                    <a:pt x="10846" y="4360"/>
                  </a:lnTo>
                  <a:lnTo>
                    <a:pt x="10740" y="4307"/>
                  </a:lnTo>
                  <a:lnTo>
                    <a:pt x="10633" y="4281"/>
                  </a:lnTo>
                  <a:lnTo>
                    <a:pt x="10501" y="4254"/>
                  </a:lnTo>
                  <a:lnTo>
                    <a:pt x="10022" y="4254"/>
                  </a:lnTo>
                  <a:lnTo>
                    <a:pt x="9995" y="4095"/>
                  </a:lnTo>
                  <a:lnTo>
                    <a:pt x="9916" y="3935"/>
                  </a:lnTo>
                  <a:lnTo>
                    <a:pt x="9809" y="3802"/>
                  </a:lnTo>
                  <a:lnTo>
                    <a:pt x="9703" y="3669"/>
                  </a:lnTo>
                  <a:lnTo>
                    <a:pt x="9570" y="3589"/>
                  </a:lnTo>
                  <a:lnTo>
                    <a:pt x="9411" y="3510"/>
                  </a:lnTo>
                  <a:lnTo>
                    <a:pt x="9251" y="3457"/>
                  </a:lnTo>
                  <a:lnTo>
                    <a:pt x="7577" y="3457"/>
                  </a:lnTo>
                  <a:lnTo>
                    <a:pt x="7577" y="3191"/>
                  </a:lnTo>
                  <a:lnTo>
                    <a:pt x="7523" y="2952"/>
                  </a:lnTo>
                  <a:lnTo>
                    <a:pt x="7444" y="2739"/>
                  </a:lnTo>
                  <a:lnTo>
                    <a:pt x="7364" y="2500"/>
                  </a:lnTo>
                  <a:lnTo>
                    <a:pt x="7231" y="2287"/>
                  </a:lnTo>
                  <a:lnTo>
                    <a:pt x="7098" y="2101"/>
                  </a:lnTo>
                  <a:lnTo>
                    <a:pt x="6965" y="1915"/>
                  </a:lnTo>
                  <a:lnTo>
                    <a:pt x="6806" y="1755"/>
                  </a:lnTo>
                  <a:lnTo>
                    <a:pt x="6620" y="1596"/>
                  </a:lnTo>
                  <a:lnTo>
                    <a:pt x="6434" y="1463"/>
                  </a:lnTo>
                  <a:lnTo>
                    <a:pt x="6221" y="1330"/>
                  </a:lnTo>
                  <a:lnTo>
                    <a:pt x="6008" y="1250"/>
                  </a:lnTo>
                  <a:lnTo>
                    <a:pt x="5796" y="1171"/>
                  </a:lnTo>
                  <a:lnTo>
                    <a:pt x="5556" y="1117"/>
                  </a:lnTo>
                  <a:lnTo>
                    <a:pt x="5317" y="1064"/>
                  </a:lnTo>
                  <a:lnTo>
                    <a:pt x="1702" y="1064"/>
                  </a:lnTo>
                  <a:lnTo>
                    <a:pt x="1702" y="612"/>
                  </a:lnTo>
                  <a:lnTo>
                    <a:pt x="1702" y="506"/>
                  </a:lnTo>
                  <a:lnTo>
                    <a:pt x="1649" y="373"/>
                  </a:lnTo>
                  <a:lnTo>
                    <a:pt x="1596" y="267"/>
                  </a:lnTo>
                  <a:lnTo>
                    <a:pt x="1516" y="187"/>
                  </a:lnTo>
                  <a:lnTo>
                    <a:pt x="1436" y="107"/>
                  </a:lnTo>
                  <a:lnTo>
                    <a:pt x="1330" y="54"/>
                  </a:lnTo>
                  <a:lnTo>
                    <a:pt x="1224" y="28"/>
                  </a:lnTo>
                  <a:lnTo>
                    <a:pt x="109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87"/>
            <p:cNvSpPr/>
            <p:nvPr/>
          </p:nvSpPr>
          <p:spPr>
            <a:xfrm>
              <a:off x="1075425" y="1480225"/>
              <a:ext cx="10000" cy="14650"/>
            </a:xfrm>
            <a:custGeom>
              <a:rect b="b" l="l" r="r" t="t"/>
              <a:pathLst>
                <a:path extrusionOk="0" h="586" w="400">
                  <a:moveTo>
                    <a:pt x="133" y="1"/>
                  </a:moveTo>
                  <a:lnTo>
                    <a:pt x="54" y="54"/>
                  </a:lnTo>
                  <a:lnTo>
                    <a:pt x="27" y="107"/>
                  </a:lnTo>
                  <a:lnTo>
                    <a:pt x="1" y="187"/>
                  </a:lnTo>
                  <a:lnTo>
                    <a:pt x="1" y="399"/>
                  </a:lnTo>
                  <a:lnTo>
                    <a:pt x="27" y="479"/>
                  </a:lnTo>
                  <a:lnTo>
                    <a:pt x="54" y="532"/>
                  </a:lnTo>
                  <a:lnTo>
                    <a:pt x="133" y="585"/>
                  </a:lnTo>
                  <a:lnTo>
                    <a:pt x="293" y="585"/>
                  </a:lnTo>
                  <a:lnTo>
                    <a:pt x="346" y="532"/>
                  </a:lnTo>
                  <a:lnTo>
                    <a:pt x="399" y="479"/>
                  </a:lnTo>
                  <a:lnTo>
                    <a:pt x="399" y="399"/>
                  </a:lnTo>
                  <a:lnTo>
                    <a:pt x="399" y="187"/>
                  </a:lnTo>
                  <a:lnTo>
                    <a:pt x="399" y="107"/>
                  </a:lnTo>
                  <a:lnTo>
                    <a:pt x="346" y="54"/>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87"/>
            <p:cNvSpPr/>
            <p:nvPr/>
          </p:nvSpPr>
          <p:spPr>
            <a:xfrm>
              <a:off x="1075425" y="1509475"/>
              <a:ext cx="10000" cy="21950"/>
            </a:xfrm>
            <a:custGeom>
              <a:rect b="b" l="l" r="r" t="t"/>
              <a:pathLst>
                <a:path extrusionOk="0" h="878" w="400">
                  <a:moveTo>
                    <a:pt x="133" y="0"/>
                  </a:moveTo>
                  <a:lnTo>
                    <a:pt x="54" y="53"/>
                  </a:lnTo>
                  <a:lnTo>
                    <a:pt x="27" y="107"/>
                  </a:lnTo>
                  <a:lnTo>
                    <a:pt x="1" y="186"/>
                  </a:lnTo>
                  <a:lnTo>
                    <a:pt x="1" y="665"/>
                  </a:lnTo>
                  <a:lnTo>
                    <a:pt x="27" y="744"/>
                  </a:lnTo>
                  <a:lnTo>
                    <a:pt x="54" y="824"/>
                  </a:lnTo>
                  <a:lnTo>
                    <a:pt x="133" y="851"/>
                  </a:lnTo>
                  <a:lnTo>
                    <a:pt x="213" y="877"/>
                  </a:lnTo>
                  <a:lnTo>
                    <a:pt x="293" y="851"/>
                  </a:lnTo>
                  <a:lnTo>
                    <a:pt x="346" y="824"/>
                  </a:lnTo>
                  <a:lnTo>
                    <a:pt x="399" y="744"/>
                  </a:lnTo>
                  <a:lnTo>
                    <a:pt x="399" y="665"/>
                  </a:lnTo>
                  <a:lnTo>
                    <a:pt x="399" y="186"/>
                  </a:lnTo>
                  <a:lnTo>
                    <a:pt x="399" y="107"/>
                  </a:lnTo>
                  <a:lnTo>
                    <a:pt x="346" y="53"/>
                  </a:lnTo>
                  <a:lnTo>
                    <a:pt x="29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 name="Google Shape;1374;p87"/>
            <p:cNvSpPr/>
            <p:nvPr/>
          </p:nvSpPr>
          <p:spPr>
            <a:xfrm>
              <a:off x="1075425" y="1545350"/>
              <a:ext cx="10000" cy="15300"/>
            </a:xfrm>
            <a:custGeom>
              <a:rect b="b" l="l" r="r" t="t"/>
              <a:pathLst>
                <a:path extrusionOk="0" h="612" w="400">
                  <a:moveTo>
                    <a:pt x="213" y="1"/>
                  </a:moveTo>
                  <a:lnTo>
                    <a:pt x="133" y="27"/>
                  </a:lnTo>
                  <a:lnTo>
                    <a:pt x="54" y="54"/>
                  </a:lnTo>
                  <a:lnTo>
                    <a:pt x="27" y="134"/>
                  </a:lnTo>
                  <a:lnTo>
                    <a:pt x="1" y="213"/>
                  </a:lnTo>
                  <a:lnTo>
                    <a:pt x="1" y="399"/>
                  </a:lnTo>
                  <a:lnTo>
                    <a:pt x="27" y="479"/>
                  </a:lnTo>
                  <a:lnTo>
                    <a:pt x="54" y="532"/>
                  </a:lnTo>
                  <a:lnTo>
                    <a:pt x="133" y="585"/>
                  </a:lnTo>
                  <a:lnTo>
                    <a:pt x="213" y="612"/>
                  </a:lnTo>
                  <a:lnTo>
                    <a:pt x="293" y="585"/>
                  </a:lnTo>
                  <a:lnTo>
                    <a:pt x="346" y="532"/>
                  </a:lnTo>
                  <a:lnTo>
                    <a:pt x="399" y="479"/>
                  </a:lnTo>
                  <a:lnTo>
                    <a:pt x="399" y="399"/>
                  </a:lnTo>
                  <a:lnTo>
                    <a:pt x="399" y="213"/>
                  </a:lnTo>
                  <a:lnTo>
                    <a:pt x="399" y="134"/>
                  </a:lnTo>
                  <a:lnTo>
                    <a:pt x="346" y="54"/>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 name="Google Shape;1375;p87"/>
            <p:cNvSpPr/>
            <p:nvPr/>
          </p:nvSpPr>
          <p:spPr>
            <a:xfrm>
              <a:off x="1117300" y="1480225"/>
              <a:ext cx="9975" cy="14650"/>
            </a:xfrm>
            <a:custGeom>
              <a:rect b="b" l="l" r="r" t="t"/>
              <a:pathLst>
                <a:path extrusionOk="0" h="586" w="399">
                  <a:moveTo>
                    <a:pt x="133" y="1"/>
                  </a:moveTo>
                  <a:lnTo>
                    <a:pt x="53" y="54"/>
                  </a:lnTo>
                  <a:lnTo>
                    <a:pt x="27" y="107"/>
                  </a:lnTo>
                  <a:lnTo>
                    <a:pt x="0" y="187"/>
                  </a:lnTo>
                  <a:lnTo>
                    <a:pt x="0" y="399"/>
                  </a:lnTo>
                  <a:lnTo>
                    <a:pt x="27" y="479"/>
                  </a:lnTo>
                  <a:lnTo>
                    <a:pt x="53" y="532"/>
                  </a:lnTo>
                  <a:lnTo>
                    <a:pt x="133" y="585"/>
                  </a:lnTo>
                  <a:lnTo>
                    <a:pt x="266" y="585"/>
                  </a:lnTo>
                  <a:lnTo>
                    <a:pt x="346" y="532"/>
                  </a:lnTo>
                  <a:lnTo>
                    <a:pt x="372" y="479"/>
                  </a:lnTo>
                  <a:lnTo>
                    <a:pt x="399" y="399"/>
                  </a:lnTo>
                  <a:lnTo>
                    <a:pt x="399" y="187"/>
                  </a:lnTo>
                  <a:lnTo>
                    <a:pt x="372" y="107"/>
                  </a:lnTo>
                  <a:lnTo>
                    <a:pt x="346" y="54"/>
                  </a:lnTo>
                  <a:lnTo>
                    <a:pt x="26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 name="Google Shape;1376;p87"/>
            <p:cNvSpPr/>
            <p:nvPr/>
          </p:nvSpPr>
          <p:spPr>
            <a:xfrm>
              <a:off x="1117300" y="1509475"/>
              <a:ext cx="9975" cy="21950"/>
            </a:xfrm>
            <a:custGeom>
              <a:rect b="b" l="l" r="r" t="t"/>
              <a:pathLst>
                <a:path extrusionOk="0" h="878" w="399">
                  <a:moveTo>
                    <a:pt x="133" y="0"/>
                  </a:moveTo>
                  <a:lnTo>
                    <a:pt x="53" y="53"/>
                  </a:lnTo>
                  <a:lnTo>
                    <a:pt x="27" y="107"/>
                  </a:lnTo>
                  <a:lnTo>
                    <a:pt x="0" y="186"/>
                  </a:lnTo>
                  <a:lnTo>
                    <a:pt x="0" y="665"/>
                  </a:lnTo>
                  <a:lnTo>
                    <a:pt x="27" y="744"/>
                  </a:lnTo>
                  <a:lnTo>
                    <a:pt x="53" y="824"/>
                  </a:lnTo>
                  <a:lnTo>
                    <a:pt x="133" y="851"/>
                  </a:lnTo>
                  <a:lnTo>
                    <a:pt x="213" y="877"/>
                  </a:lnTo>
                  <a:lnTo>
                    <a:pt x="266" y="851"/>
                  </a:lnTo>
                  <a:lnTo>
                    <a:pt x="346" y="824"/>
                  </a:lnTo>
                  <a:lnTo>
                    <a:pt x="372" y="744"/>
                  </a:lnTo>
                  <a:lnTo>
                    <a:pt x="399" y="665"/>
                  </a:lnTo>
                  <a:lnTo>
                    <a:pt x="399" y="186"/>
                  </a:lnTo>
                  <a:lnTo>
                    <a:pt x="372" y="107"/>
                  </a:lnTo>
                  <a:lnTo>
                    <a:pt x="346" y="53"/>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p87"/>
            <p:cNvSpPr/>
            <p:nvPr/>
          </p:nvSpPr>
          <p:spPr>
            <a:xfrm>
              <a:off x="1117300" y="1545350"/>
              <a:ext cx="9975" cy="15300"/>
            </a:xfrm>
            <a:custGeom>
              <a:rect b="b" l="l" r="r" t="t"/>
              <a:pathLst>
                <a:path extrusionOk="0" h="612" w="399">
                  <a:moveTo>
                    <a:pt x="213" y="1"/>
                  </a:moveTo>
                  <a:lnTo>
                    <a:pt x="133" y="27"/>
                  </a:lnTo>
                  <a:lnTo>
                    <a:pt x="53" y="54"/>
                  </a:lnTo>
                  <a:lnTo>
                    <a:pt x="27" y="134"/>
                  </a:lnTo>
                  <a:lnTo>
                    <a:pt x="0" y="213"/>
                  </a:lnTo>
                  <a:lnTo>
                    <a:pt x="0" y="399"/>
                  </a:lnTo>
                  <a:lnTo>
                    <a:pt x="27" y="479"/>
                  </a:lnTo>
                  <a:lnTo>
                    <a:pt x="53" y="532"/>
                  </a:lnTo>
                  <a:lnTo>
                    <a:pt x="133" y="585"/>
                  </a:lnTo>
                  <a:lnTo>
                    <a:pt x="213" y="612"/>
                  </a:lnTo>
                  <a:lnTo>
                    <a:pt x="266" y="585"/>
                  </a:lnTo>
                  <a:lnTo>
                    <a:pt x="346" y="532"/>
                  </a:lnTo>
                  <a:lnTo>
                    <a:pt x="372" y="479"/>
                  </a:lnTo>
                  <a:lnTo>
                    <a:pt x="399" y="399"/>
                  </a:lnTo>
                  <a:lnTo>
                    <a:pt x="399" y="213"/>
                  </a:lnTo>
                  <a:lnTo>
                    <a:pt x="372" y="134"/>
                  </a:lnTo>
                  <a:lnTo>
                    <a:pt x="346" y="54"/>
                  </a:lnTo>
                  <a:lnTo>
                    <a:pt x="266"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 name="Google Shape;1378;p87"/>
            <p:cNvSpPr/>
            <p:nvPr/>
          </p:nvSpPr>
          <p:spPr>
            <a:xfrm>
              <a:off x="1159150" y="1480225"/>
              <a:ext cx="10000" cy="14650"/>
            </a:xfrm>
            <a:custGeom>
              <a:rect b="b" l="l" r="r" t="t"/>
              <a:pathLst>
                <a:path extrusionOk="0" h="586" w="400">
                  <a:moveTo>
                    <a:pt x="107" y="1"/>
                  </a:moveTo>
                  <a:lnTo>
                    <a:pt x="54" y="54"/>
                  </a:lnTo>
                  <a:lnTo>
                    <a:pt x="1" y="107"/>
                  </a:lnTo>
                  <a:lnTo>
                    <a:pt x="1" y="187"/>
                  </a:lnTo>
                  <a:lnTo>
                    <a:pt x="1" y="399"/>
                  </a:lnTo>
                  <a:lnTo>
                    <a:pt x="1" y="479"/>
                  </a:lnTo>
                  <a:lnTo>
                    <a:pt x="54" y="532"/>
                  </a:lnTo>
                  <a:lnTo>
                    <a:pt x="107" y="585"/>
                  </a:lnTo>
                  <a:lnTo>
                    <a:pt x="267" y="585"/>
                  </a:lnTo>
                  <a:lnTo>
                    <a:pt x="346" y="532"/>
                  </a:lnTo>
                  <a:lnTo>
                    <a:pt x="373" y="479"/>
                  </a:lnTo>
                  <a:lnTo>
                    <a:pt x="400" y="399"/>
                  </a:lnTo>
                  <a:lnTo>
                    <a:pt x="400" y="187"/>
                  </a:lnTo>
                  <a:lnTo>
                    <a:pt x="373" y="107"/>
                  </a:lnTo>
                  <a:lnTo>
                    <a:pt x="346" y="54"/>
                  </a:lnTo>
                  <a:lnTo>
                    <a:pt x="26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87"/>
            <p:cNvSpPr/>
            <p:nvPr/>
          </p:nvSpPr>
          <p:spPr>
            <a:xfrm>
              <a:off x="1159150" y="1509475"/>
              <a:ext cx="10000" cy="21950"/>
            </a:xfrm>
            <a:custGeom>
              <a:rect b="b" l="l" r="r" t="t"/>
              <a:pathLst>
                <a:path extrusionOk="0" h="878" w="400">
                  <a:moveTo>
                    <a:pt x="107" y="0"/>
                  </a:moveTo>
                  <a:lnTo>
                    <a:pt x="54" y="53"/>
                  </a:lnTo>
                  <a:lnTo>
                    <a:pt x="1" y="107"/>
                  </a:lnTo>
                  <a:lnTo>
                    <a:pt x="1" y="186"/>
                  </a:lnTo>
                  <a:lnTo>
                    <a:pt x="1" y="665"/>
                  </a:lnTo>
                  <a:lnTo>
                    <a:pt x="1" y="744"/>
                  </a:lnTo>
                  <a:lnTo>
                    <a:pt x="54" y="824"/>
                  </a:lnTo>
                  <a:lnTo>
                    <a:pt x="107" y="851"/>
                  </a:lnTo>
                  <a:lnTo>
                    <a:pt x="187" y="877"/>
                  </a:lnTo>
                  <a:lnTo>
                    <a:pt x="267" y="851"/>
                  </a:lnTo>
                  <a:lnTo>
                    <a:pt x="346" y="824"/>
                  </a:lnTo>
                  <a:lnTo>
                    <a:pt x="373" y="744"/>
                  </a:lnTo>
                  <a:lnTo>
                    <a:pt x="400" y="665"/>
                  </a:lnTo>
                  <a:lnTo>
                    <a:pt x="400" y="186"/>
                  </a:lnTo>
                  <a:lnTo>
                    <a:pt x="373" y="107"/>
                  </a:lnTo>
                  <a:lnTo>
                    <a:pt x="346" y="53"/>
                  </a:lnTo>
                  <a:lnTo>
                    <a:pt x="2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87"/>
            <p:cNvSpPr/>
            <p:nvPr/>
          </p:nvSpPr>
          <p:spPr>
            <a:xfrm>
              <a:off x="1159150" y="1545350"/>
              <a:ext cx="10000" cy="15300"/>
            </a:xfrm>
            <a:custGeom>
              <a:rect b="b" l="l" r="r" t="t"/>
              <a:pathLst>
                <a:path extrusionOk="0" h="612" w="400">
                  <a:moveTo>
                    <a:pt x="187" y="1"/>
                  </a:moveTo>
                  <a:lnTo>
                    <a:pt x="107" y="27"/>
                  </a:lnTo>
                  <a:lnTo>
                    <a:pt x="54" y="54"/>
                  </a:lnTo>
                  <a:lnTo>
                    <a:pt x="1" y="134"/>
                  </a:lnTo>
                  <a:lnTo>
                    <a:pt x="1" y="213"/>
                  </a:lnTo>
                  <a:lnTo>
                    <a:pt x="1" y="399"/>
                  </a:lnTo>
                  <a:lnTo>
                    <a:pt x="1" y="479"/>
                  </a:lnTo>
                  <a:lnTo>
                    <a:pt x="54" y="532"/>
                  </a:lnTo>
                  <a:lnTo>
                    <a:pt x="107" y="585"/>
                  </a:lnTo>
                  <a:lnTo>
                    <a:pt x="187" y="612"/>
                  </a:lnTo>
                  <a:lnTo>
                    <a:pt x="267" y="585"/>
                  </a:lnTo>
                  <a:lnTo>
                    <a:pt x="346" y="532"/>
                  </a:lnTo>
                  <a:lnTo>
                    <a:pt x="373" y="479"/>
                  </a:lnTo>
                  <a:lnTo>
                    <a:pt x="400" y="399"/>
                  </a:lnTo>
                  <a:lnTo>
                    <a:pt x="400" y="213"/>
                  </a:lnTo>
                  <a:lnTo>
                    <a:pt x="373" y="134"/>
                  </a:lnTo>
                  <a:lnTo>
                    <a:pt x="346" y="54"/>
                  </a:lnTo>
                  <a:lnTo>
                    <a:pt x="267"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 name="Google Shape;1381;p87"/>
            <p:cNvSpPr/>
            <p:nvPr/>
          </p:nvSpPr>
          <p:spPr>
            <a:xfrm>
              <a:off x="1201025" y="1480225"/>
              <a:ext cx="10000" cy="14650"/>
            </a:xfrm>
            <a:custGeom>
              <a:rect b="b" l="l" r="r" t="t"/>
              <a:pathLst>
                <a:path extrusionOk="0" h="586" w="400">
                  <a:moveTo>
                    <a:pt x="107" y="1"/>
                  </a:moveTo>
                  <a:lnTo>
                    <a:pt x="54" y="54"/>
                  </a:lnTo>
                  <a:lnTo>
                    <a:pt x="0" y="107"/>
                  </a:lnTo>
                  <a:lnTo>
                    <a:pt x="0" y="187"/>
                  </a:lnTo>
                  <a:lnTo>
                    <a:pt x="0" y="399"/>
                  </a:lnTo>
                  <a:lnTo>
                    <a:pt x="0" y="479"/>
                  </a:lnTo>
                  <a:lnTo>
                    <a:pt x="54" y="532"/>
                  </a:lnTo>
                  <a:lnTo>
                    <a:pt x="107" y="585"/>
                  </a:lnTo>
                  <a:lnTo>
                    <a:pt x="266" y="585"/>
                  </a:lnTo>
                  <a:lnTo>
                    <a:pt x="319" y="532"/>
                  </a:lnTo>
                  <a:lnTo>
                    <a:pt x="373" y="479"/>
                  </a:lnTo>
                  <a:lnTo>
                    <a:pt x="399" y="399"/>
                  </a:lnTo>
                  <a:lnTo>
                    <a:pt x="399" y="187"/>
                  </a:lnTo>
                  <a:lnTo>
                    <a:pt x="373" y="107"/>
                  </a:lnTo>
                  <a:lnTo>
                    <a:pt x="319" y="54"/>
                  </a:lnTo>
                  <a:lnTo>
                    <a:pt x="26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 name="Google Shape;1382;p87"/>
            <p:cNvSpPr/>
            <p:nvPr/>
          </p:nvSpPr>
          <p:spPr>
            <a:xfrm>
              <a:off x="1201025" y="1509475"/>
              <a:ext cx="10000" cy="21950"/>
            </a:xfrm>
            <a:custGeom>
              <a:rect b="b" l="l" r="r" t="t"/>
              <a:pathLst>
                <a:path extrusionOk="0" h="878" w="400">
                  <a:moveTo>
                    <a:pt x="107" y="0"/>
                  </a:moveTo>
                  <a:lnTo>
                    <a:pt x="54" y="53"/>
                  </a:lnTo>
                  <a:lnTo>
                    <a:pt x="0" y="107"/>
                  </a:lnTo>
                  <a:lnTo>
                    <a:pt x="0" y="186"/>
                  </a:lnTo>
                  <a:lnTo>
                    <a:pt x="0" y="665"/>
                  </a:lnTo>
                  <a:lnTo>
                    <a:pt x="0" y="744"/>
                  </a:lnTo>
                  <a:lnTo>
                    <a:pt x="54" y="824"/>
                  </a:lnTo>
                  <a:lnTo>
                    <a:pt x="107" y="851"/>
                  </a:lnTo>
                  <a:lnTo>
                    <a:pt x="187" y="877"/>
                  </a:lnTo>
                  <a:lnTo>
                    <a:pt x="266" y="851"/>
                  </a:lnTo>
                  <a:lnTo>
                    <a:pt x="319" y="824"/>
                  </a:lnTo>
                  <a:lnTo>
                    <a:pt x="373" y="744"/>
                  </a:lnTo>
                  <a:lnTo>
                    <a:pt x="399" y="665"/>
                  </a:lnTo>
                  <a:lnTo>
                    <a:pt x="399" y="186"/>
                  </a:lnTo>
                  <a:lnTo>
                    <a:pt x="373" y="107"/>
                  </a:lnTo>
                  <a:lnTo>
                    <a:pt x="319" y="53"/>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 name="Google Shape;1383;p87"/>
            <p:cNvSpPr/>
            <p:nvPr/>
          </p:nvSpPr>
          <p:spPr>
            <a:xfrm>
              <a:off x="1201025" y="1545350"/>
              <a:ext cx="10000" cy="15300"/>
            </a:xfrm>
            <a:custGeom>
              <a:rect b="b" l="l" r="r" t="t"/>
              <a:pathLst>
                <a:path extrusionOk="0" h="612" w="400">
                  <a:moveTo>
                    <a:pt x="187" y="1"/>
                  </a:moveTo>
                  <a:lnTo>
                    <a:pt x="107" y="27"/>
                  </a:lnTo>
                  <a:lnTo>
                    <a:pt x="54" y="54"/>
                  </a:lnTo>
                  <a:lnTo>
                    <a:pt x="0" y="134"/>
                  </a:lnTo>
                  <a:lnTo>
                    <a:pt x="0" y="213"/>
                  </a:lnTo>
                  <a:lnTo>
                    <a:pt x="0" y="399"/>
                  </a:lnTo>
                  <a:lnTo>
                    <a:pt x="0" y="479"/>
                  </a:lnTo>
                  <a:lnTo>
                    <a:pt x="54" y="532"/>
                  </a:lnTo>
                  <a:lnTo>
                    <a:pt x="107" y="585"/>
                  </a:lnTo>
                  <a:lnTo>
                    <a:pt x="187" y="612"/>
                  </a:lnTo>
                  <a:lnTo>
                    <a:pt x="266" y="585"/>
                  </a:lnTo>
                  <a:lnTo>
                    <a:pt x="319" y="532"/>
                  </a:lnTo>
                  <a:lnTo>
                    <a:pt x="373" y="479"/>
                  </a:lnTo>
                  <a:lnTo>
                    <a:pt x="399" y="399"/>
                  </a:lnTo>
                  <a:lnTo>
                    <a:pt x="399" y="213"/>
                  </a:lnTo>
                  <a:lnTo>
                    <a:pt x="373" y="134"/>
                  </a:lnTo>
                  <a:lnTo>
                    <a:pt x="319" y="54"/>
                  </a:lnTo>
                  <a:lnTo>
                    <a:pt x="266"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 name="Google Shape;1384;p87"/>
            <p:cNvSpPr/>
            <p:nvPr/>
          </p:nvSpPr>
          <p:spPr>
            <a:xfrm>
              <a:off x="1242225" y="1480225"/>
              <a:ext cx="10000" cy="14650"/>
            </a:xfrm>
            <a:custGeom>
              <a:rect b="b" l="l" r="r" t="t"/>
              <a:pathLst>
                <a:path extrusionOk="0" h="586" w="400">
                  <a:moveTo>
                    <a:pt x="133" y="1"/>
                  </a:moveTo>
                  <a:lnTo>
                    <a:pt x="80" y="54"/>
                  </a:lnTo>
                  <a:lnTo>
                    <a:pt x="27" y="107"/>
                  </a:lnTo>
                  <a:lnTo>
                    <a:pt x="0" y="187"/>
                  </a:lnTo>
                  <a:lnTo>
                    <a:pt x="0" y="399"/>
                  </a:lnTo>
                  <a:lnTo>
                    <a:pt x="27" y="479"/>
                  </a:lnTo>
                  <a:lnTo>
                    <a:pt x="80" y="532"/>
                  </a:lnTo>
                  <a:lnTo>
                    <a:pt x="133" y="585"/>
                  </a:lnTo>
                  <a:lnTo>
                    <a:pt x="293" y="585"/>
                  </a:lnTo>
                  <a:lnTo>
                    <a:pt x="346" y="532"/>
                  </a:lnTo>
                  <a:lnTo>
                    <a:pt x="399" y="479"/>
                  </a:lnTo>
                  <a:lnTo>
                    <a:pt x="399" y="399"/>
                  </a:lnTo>
                  <a:lnTo>
                    <a:pt x="399" y="187"/>
                  </a:lnTo>
                  <a:lnTo>
                    <a:pt x="399" y="107"/>
                  </a:lnTo>
                  <a:lnTo>
                    <a:pt x="346" y="54"/>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87"/>
            <p:cNvSpPr/>
            <p:nvPr/>
          </p:nvSpPr>
          <p:spPr>
            <a:xfrm>
              <a:off x="1242225" y="1509475"/>
              <a:ext cx="10000" cy="21950"/>
            </a:xfrm>
            <a:custGeom>
              <a:rect b="b" l="l" r="r" t="t"/>
              <a:pathLst>
                <a:path extrusionOk="0" h="878" w="400">
                  <a:moveTo>
                    <a:pt x="133" y="0"/>
                  </a:moveTo>
                  <a:lnTo>
                    <a:pt x="80" y="53"/>
                  </a:lnTo>
                  <a:lnTo>
                    <a:pt x="27" y="107"/>
                  </a:lnTo>
                  <a:lnTo>
                    <a:pt x="0" y="186"/>
                  </a:lnTo>
                  <a:lnTo>
                    <a:pt x="0" y="665"/>
                  </a:lnTo>
                  <a:lnTo>
                    <a:pt x="27" y="744"/>
                  </a:lnTo>
                  <a:lnTo>
                    <a:pt x="80" y="824"/>
                  </a:lnTo>
                  <a:lnTo>
                    <a:pt x="133" y="851"/>
                  </a:lnTo>
                  <a:lnTo>
                    <a:pt x="213" y="877"/>
                  </a:lnTo>
                  <a:lnTo>
                    <a:pt x="293" y="851"/>
                  </a:lnTo>
                  <a:lnTo>
                    <a:pt x="346" y="824"/>
                  </a:lnTo>
                  <a:lnTo>
                    <a:pt x="399" y="744"/>
                  </a:lnTo>
                  <a:lnTo>
                    <a:pt x="399" y="665"/>
                  </a:lnTo>
                  <a:lnTo>
                    <a:pt x="399" y="186"/>
                  </a:lnTo>
                  <a:lnTo>
                    <a:pt x="399" y="107"/>
                  </a:lnTo>
                  <a:lnTo>
                    <a:pt x="346" y="53"/>
                  </a:lnTo>
                  <a:lnTo>
                    <a:pt x="29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87"/>
            <p:cNvSpPr/>
            <p:nvPr/>
          </p:nvSpPr>
          <p:spPr>
            <a:xfrm>
              <a:off x="1242225" y="1545350"/>
              <a:ext cx="10000" cy="15300"/>
            </a:xfrm>
            <a:custGeom>
              <a:rect b="b" l="l" r="r" t="t"/>
              <a:pathLst>
                <a:path extrusionOk="0" h="612" w="400">
                  <a:moveTo>
                    <a:pt x="213" y="1"/>
                  </a:moveTo>
                  <a:lnTo>
                    <a:pt x="133" y="27"/>
                  </a:lnTo>
                  <a:lnTo>
                    <a:pt x="80" y="54"/>
                  </a:lnTo>
                  <a:lnTo>
                    <a:pt x="27" y="134"/>
                  </a:lnTo>
                  <a:lnTo>
                    <a:pt x="0" y="213"/>
                  </a:lnTo>
                  <a:lnTo>
                    <a:pt x="0" y="399"/>
                  </a:lnTo>
                  <a:lnTo>
                    <a:pt x="27" y="479"/>
                  </a:lnTo>
                  <a:lnTo>
                    <a:pt x="80" y="532"/>
                  </a:lnTo>
                  <a:lnTo>
                    <a:pt x="133" y="585"/>
                  </a:lnTo>
                  <a:lnTo>
                    <a:pt x="213" y="612"/>
                  </a:lnTo>
                  <a:lnTo>
                    <a:pt x="293" y="585"/>
                  </a:lnTo>
                  <a:lnTo>
                    <a:pt x="346" y="532"/>
                  </a:lnTo>
                  <a:lnTo>
                    <a:pt x="399" y="479"/>
                  </a:lnTo>
                  <a:lnTo>
                    <a:pt x="399" y="399"/>
                  </a:lnTo>
                  <a:lnTo>
                    <a:pt x="399" y="213"/>
                  </a:lnTo>
                  <a:lnTo>
                    <a:pt x="399" y="134"/>
                  </a:lnTo>
                  <a:lnTo>
                    <a:pt x="346" y="54"/>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87" name="Google Shape;1387;p87"/>
          <p:cNvSpPr/>
          <p:nvPr/>
        </p:nvSpPr>
        <p:spPr>
          <a:xfrm>
            <a:off x="2443409" y="1261532"/>
            <a:ext cx="300855" cy="227366"/>
          </a:xfrm>
          <a:custGeom>
            <a:rect b="b" l="l" r="r" t="t"/>
            <a:pathLst>
              <a:path extrusionOk="0" h="8799" w="11643">
                <a:moveTo>
                  <a:pt x="5556" y="399"/>
                </a:moveTo>
                <a:lnTo>
                  <a:pt x="5636" y="452"/>
                </a:lnTo>
                <a:lnTo>
                  <a:pt x="5662" y="505"/>
                </a:lnTo>
                <a:lnTo>
                  <a:pt x="5689" y="585"/>
                </a:lnTo>
                <a:lnTo>
                  <a:pt x="5689" y="2791"/>
                </a:lnTo>
                <a:lnTo>
                  <a:pt x="5290" y="2791"/>
                </a:lnTo>
                <a:lnTo>
                  <a:pt x="5290" y="585"/>
                </a:lnTo>
                <a:lnTo>
                  <a:pt x="5317" y="505"/>
                </a:lnTo>
                <a:lnTo>
                  <a:pt x="5370" y="452"/>
                </a:lnTo>
                <a:lnTo>
                  <a:pt x="5423" y="399"/>
                </a:lnTo>
                <a:close/>
                <a:moveTo>
                  <a:pt x="5689" y="3934"/>
                </a:moveTo>
                <a:lnTo>
                  <a:pt x="5689" y="4492"/>
                </a:lnTo>
                <a:lnTo>
                  <a:pt x="5662" y="4572"/>
                </a:lnTo>
                <a:lnTo>
                  <a:pt x="5636" y="4625"/>
                </a:lnTo>
                <a:lnTo>
                  <a:pt x="5556" y="4652"/>
                </a:lnTo>
                <a:lnTo>
                  <a:pt x="5503" y="4678"/>
                </a:lnTo>
                <a:lnTo>
                  <a:pt x="5423" y="4652"/>
                </a:lnTo>
                <a:lnTo>
                  <a:pt x="5370" y="4625"/>
                </a:lnTo>
                <a:lnTo>
                  <a:pt x="5317" y="4572"/>
                </a:lnTo>
                <a:lnTo>
                  <a:pt x="5290" y="4492"/>
                </a:lnTo>
                <a:lnTo>
                  <a:pt x="5290" y="3934"/>
                </a:lnTo>
                <a:close/>
                <a:moveTo>
                  <a:pt x="9383" y="3190"/>
                </a:moveTo>
                <a:lnTo>
                  <a:pt x="9570" y="3216"/>
                </a:lnTo>
                <a:lnTo>
                  <a:pt x="9756" y="3296"/>
                </a:lnTo>
                <a:lnTo>
                  <a:pt x="9915" y="3402"/>
                </a:lnTo>
                <a:lnTo>
                  <a:pt x="10048" y="3562"/>
                </a:lnTo>
                <a:lnTo>
                  <a:pt x="10154" y="3801"/>
                </a:lnTo>
                <a:lnTo>
                  <a:pt x="10208" y="4120"/>
                </a:lnTo>
                <a:lnTo>
                  <a:pt x="10234" y="4492"/>
                </a:lnTo>
                <a:lnTo>
                  <a:pt x="10234" y="4572"/>
                </a:lnTo>
                <a:lnTo>
                  <a:pt x="10208" y="4625"/>
                </a:lnTo>
                <a:lnTo>
                  <a:pt x="10154" y="4652"/>
                </a:lnTo>
                <a:lnTo>
                  <a:pt x="10101" y="4678"/>
                </a:lnTo>
                <a:lnTo>
                  <a:pt x="10021" y="4678"/>
                </a:lnTo>
                <a:lnTo>
                  <a:pt x="9942" y="4652"/>
                </a:lnTo>
                <a:lnTo>
                  <a:pt x="9915" y="4599"/>
                </a:lnTo>
                <a:lnTo>
                  <a:pt x="9889" y="4519"/>
                </a:lnTo>
                <a:lnTo>
                  <a:pt x="9862" y="4226"/>
                </a:lnTo>
                <a:lnTo>
                  <a:pt x="9809" y="3987"/>
                </a:lnTo>
                <a:lnTo>
                  <a:pt x="9729" y="3828"/>
                </a:lnTo>
                <a:lnTo>
                  <a:pt x="9623" y="3695"/>
                </a:lnTo>
                <a:lnTo>
                  <a:pt x="9516" y="3615"/>
                </a:lnTo>
                <a:lnTo>
                  <a:pt x="9410" y="3562"/>
                </a:lnTo>
                <a:lnTo>
                  <a:pt x="9304" y="3535"/>
                </a:lnTo>
                <a:lnTo>
                  <a:pt x="1701" y="3535"/>
                </a:lnTo>
                <a:lnTo>
                  <a:pt x="1595" y="3562"/>
                </a:lnTo>
                <a:lnTo>
                  <a:pt x="1462" y="3615"/>
                </a:lnTo>
                <a:lnTo>
                  <a:pt x="1356" y="3695"/>
                </a:lnTo>
                <a:lnTo>
                  <a:pt x="1250" y="3828"/>
                </a:lnTo>
                <a:lnTo>
                  <a:pt x="1170" y="3987"/>
                </a:lnTo>
                <a:lnTo>
                  <a:pt x="1117" y="4226"/>
                </a:lnTo>
                <a:lnTo>
                  <a:pt x="1090" y="4519"/>
                </a:lnTo>
                <a:lnTo>
                  <a:pt x="1090" y="4599"/>
                </a:lnTo>
                <a:lnTo>
                  <a:pt x="1037" y="4652"/>
                </a:lnTo>
                <a:lnTo>
                  <a:pt x="957" y="4678"/>
                </a:lnTo>
                <a:lnTo>
                  <a:pt x="877" y="4678"/>
                </a:lnTo>
                <a:lnTo>
                  <a:pt x="824" y="4652"/>
                </a:lnTo>
                <a:lnTo>
                  <a:pt x="771" y="4625"/>
                </a:lnTo>
                <a:lnTo>
                  <a:pt x="745" y="4572"/>
                </a:lnTo>
                <a:lnTo>
                  <a:pt x="745" y="4492"/>
                </a:lnTo>
                <a:lnTo>
                  <a:pt x="771" y="4120"/>
                </a:lnTo>
                <a:lnTo>
                  <a:pt x="851" y="3801"/>
                </a:lnTo>
                <a:lnTo>
                  <a:pt x="957" y="3562"/>
                </a:lnTo>
                <a:lnTo>
                  <a:pt x="1090" y="3402"/>
                </a:lnTo>
                <a:lnTo>
                  <a:pt x="1250" y="3296"/>
                </a:lnTo>
                <a:lnTo>
                  <a:pt x="1409" y="3216"/>
                </a:lnTo>
                <a:lnTo>
                  <a:pt x="1595" y="3190"/>
                </a:lnTo>
                <a:close/>
                <a:moveTo>
                  <a:pt x="5715" y="6167"/>
                </a:moveTo>
                <a:lnTo>
                  <a:pt x="5848" y="6194"/>
                </a:lnTo>
                <a:lnTo>
                  <a:pt x="5981" y="6247"/>
                </a:lnTo>
                <a:lnTo>
                  <a:pt x="6114" y="6326"/>
                </a:lnTo>
                <a:lnTo>
                  <a:pt x="6220" y="6406"/>
                </a:lnTo>
                <a:lnTo>
                  <a:pt x="6300" y="6512"/>
                </a:lnTo>
                <a:lnTo>
                  <a:pt x="6380" y="6619"/>
                </a:lnTo>
                <a:lnTo>
                  <a:pt x="6433" y="6752"/>
                </a:lnTo>
                <a:lnTo>
                  <a:pt x="6460" y="6805"/>
                </a:lnTo>
                <a:lnTo>
                  <a:pt x="6513" y="6858"/>
                </a:lnTo>
                <a:lnTo>
                  <a:pt x="6566" y="6885"/>
                </a:lnTo>
                <a:lnTo>
                  <a:pt x="6779" y="6885"/>
                </a:lnTo>
                <a:lnTo>
                  <a:pt x="6911" y="6911"/>
                </a:lnTo>
                <a:lnTo>
                  <a:pt x="7018" y="6991"/>
                </a:lnTo>
                <a:lnTo>
                  <a:pt x="7124" y="7097"/>
                </a:lnTo>
                <a:lnTo>
                  <a:pt x="7177" y="7204"/>
                </a:lnTo>
                <a:lnTo>
                  <a:pt x="7204" y="7337"/>
                </a:lnTo>
                <a:lnTo>
                  <a:pt x="7204" y="7469"/>
                </a:lnTo>
                <a:lnTo>
                  <a:pt x="7151" y="7602"/>
                </a:lnTo>
                <a:lnTo>
                  <a:pt x="7071" y="7709"/>
                </a:lnTo>
                <a:lnTo>
                  <a:pt x="6965" y="7788"/>
                </a:lnTo>
                <a:lnTo>
                  <a:pt x="6858" y="7842"/>
                </a:lnTo>
                <a:lnTo>
                  <a:pt x="6725" y="7868"/>
                </a:lnTo>
                <a:lnTo>
                  <a:pt x="4174" y="7868"/>
                </a:lnTo>
                <a:lnTo>
                  <a:pt x="4067" y="7842"/>
                </a:lnTo>
                <a:lnTo>
                  <a:pt x="3987" y="7788"/>
                </a:lnTo>
                <a:lnTo>
                  <a:pt x="3908" y="7735"/>
                </a:lnTo>
                <a:lnTo>
                  <a:pt x="3855" y="7655"/>
                </a:lnTo>
                <a:lnTo>
                  <a:pt x="3801" y="7576"/>
                </a:lnTo>
                <a:lnTo>
                  <a:pt x="3775" y="7469"/>
                </a:lnTo>
                <a:lnTo>
                  <a:pt x="3775" y="7390"/>
                </a:lnTo>
                <a:lnTo>
                  <a:pt x="3775" y="7283"/>
                </a:lnTo>
                <a:lnTo>
                  <a:pt x="3801" y="7177"/>
                </a:lnTo>
                <a:lnTo>
                  <a:pt x="3855" y="7097"/>
                </a:lnTo>
                <a:lnTo>
                  <a:pt x="3908" y="7018"/>
                </a:lnTo>
                <a:lnTo>
                  <a:pt x="3987" y="6964"/>
                </a:lnTo>
                <a:lnTo>
                  <a:pt x="4067" y="6911"/>
                </a:lnTo>
                <a:lnTo>
                  <a:pt x="4174" y="6885"/>
                </a:lnTo>
                <a:lnTo>
                  <a:pt x="4386" y="6885"/>
                </a:lnTo>
                <a:lnTo>
                  <a:pt x="4493" y="6938"/>
                </a:lnTo>
                <a:lnTo>
                  <a:pt x="4572" y="6964"/>
                </a:lnTo>
                <a:lnTo>
                  <a:pt x="4679" y="6938"/>
                </a:lnTo>
                <a:lnTo>
                  <a:pt x="4732" y="6885"/>
                </a:lnTo>
                <a:lnTo>
                  <a:pt x="4785" y="6805"/>
                </a:lnTo>
                <a:lnTo>
                  <a:pt x="4838" y="6672"/>
                </a:lnTo>
                <a:lnTo>
                  <a:pt x="4891" y="6566"/>
                </a:lnTo>
                <a:lnTo>
                  <a:pt x="4971" y="6433"/>
                </a:lnTo>
                <a:lnTo>
                  <a:pt x="5077" y="6353"/>
                </a:lnTo>
                <a:lnTo>
                  <a:pt x="5184" y="6273"/>
                </a:lnTo>
                <a:lnTo>
                  <a:pt x="5317" y="6220"/>
                </a:lnTo>
                <a:lnTo>
                  <a:pt x="5449" y="6167"/>
                </a:lnTo>
                <a:close/>
                <a:moveTo>
                  <a:pt x="585" y="6512"/>
                </a:moveTo>
                <a:lnTo>
                  <a:pt x="612" y="6805"/>
                </a:lnTo>
                <a:lnTo>
                  <a:pt x="691" y="7097"/>
                </a:lnTo>
                <a:lnTo>
                  <a:pt x="824" y="7337"/>
                </a:lnTo>
                <a:lnTo>
                  <a:pt x="1010" y="7549"/>
                </a:lnTo>
                <a:lnTo>
                  <a:pt x="1223" y="7735"/>
                </a:lnTo>
                <a:lnTo>
                  <a:pt x="1489" y="7868"/>
                </a:lnTo>
                <a:lnTo>
                  <a:pt x="1755" y="7974"/>
                </a:lnTo>
                <a:lnTo>
                  <a:pt x="2047" y="8001"/>
                </a:lnTo>
                <a:lnTo>
                  <a:pt x="2074" y="8001"/>
                </a:lnTo>
                <a:lnTo>
                  <a:pt x="1888" y="8081"/>
                </a:lnTo>
                <a:lnTo>
                  <a:pt x="1728" y="8134"/>
                </a:lnTo>
                <a:lnTo>
                  <a:pt x="1542" y="8161"/>
                </a:lnTo>
                <a:lnTo>
                  <a:pt x="1356" y="8161"/>
                </a:lnTo>
                <a:lnTo>
                  <a:pt x="1196" y="8134"/>
                </a:lnTo>
                <a:lnTo>
                  <a:pt x="1010" y="8081"/>
                </a:lnTo>
                <a:lnTo>
                  <a:pt x="851" y="7974"/>
                </a:lnTo>
                <a:lnTo>
                  <a:pt x="718" y="7868"/>
                </a:lnTo>
                <a:lnTo>
                  <a:pt x="585" y="7709"/>
                </a:lnTo>
                <a:lnTo>
                  <a:pt x="505" y="7549"/>
                </a:lnTo>
                <a:lnTo>
                  <a:pt x="452" y="7390"/>
                </a:lnTo>
                <a:lnTo>
                  <a:pt x="399" y="7204"/>
                </a:lnTo>
                <a:lnTo>
                  <a:pt x="399" y="7018"/>
                </a:lnTo>
                <a:lnTo>
                  <a:pt x="426" y="6858"/>
                </a:lnTo>
                <a:lnTo>
                  <a:pt x="479" y="6672"/>
                </a:lnTo>
                <a:lnTo>
                  <a:pt x="585" y="6512"/>
                </a:lnTo>
                <a:close/>
                <a:moveTo>
                  <a:pt x="10075" y="6406"/>
                </a:moveTo>
                <a:lnTo>
                  <a:pt x="10314" y="6911"/>
                </a:lnTo>
                <a:lnTo>
                  <a:pt x="10394" y="6991"/>
                </a:lnTo>
                <a:lnTo>
                  <a:pt x="10473" y="7018"/>
                </a:lnTo>
                <a:lnTo>
                  <a:pt x="11032" y="7097"/>
                </a:lnTo>
                <a:lnTo>
                  <a:pt x="10633" y="7496"/>
                </a:lnTo>
                <a:lnTo>
                  <a:pt x="10580" y="7576"/>
                </a:lnTo>
                <a:lnTo>
                  <a:pt x="10580" y="7655"/>
                </a:lnTo>
                <a:lnTo>
                  <a:pt x="10659" y="8214"/>
                </a:lnTo>
                <a:lnTo>
                  <a:pt x="10154" y="7948"/>
                </a:lnTo>
                <a:lnTo>
                  <a:pt x="9968" y="7948"/>
                </a:lnTo>
                <a:lnTo>
                  <a:pt x="9490" y="8214"/>
                </a:lnTo>
                <a:lnTo>
                  <a:pt x="9570" y="7655"/>
                </a:lnTo>
                <a:lnTo>
                  <a:pt x="9570" y="7576"/>
                </a:lnTo>
                <a:lnTo>
                  <a:pt x="9516" y="7496"/>
                </a:lnTo>
                <a:lnTo>
                  <a:pt x="9118" y="7097"/>
                </a:lnTo>
                <a:lnTo>
                  <a:pt x="9676" y="7018"/>
                </a:lnTo>
                <a:lnTo>
                  <a:pt x="9756" y="6991"/>
                </a:lnTo>
                <a:lnTo>
                  <a:pt x="9835" y="6911"/>
                </a:lnTo>
                <a:lnTo>
                  <a:pt x="10075" y="6406"/>
                </a:lnTo>
                <a:close/>
                <a:moveTo>
                  <a:pt x="5423" y="0"/>
                </a:moveTo>
                <a:lnTo>
                  <a:pt x="5263" y="27"/>
                </a:lnTo>
                <a:lnTo>
                  <a:pt x="5104" y="133"/>
                </a:lnTo>
                <a:lnTo>
                  <a:pt x="4998" y="239"/>
                </a:lnTo>
                <a:lnTo>
                  <a:pt x="4918" y="399"/>
                </a:lnTo>
                <a:lnTo>
                  <a:pt x="4891" y="585"/>
                </a:lnTo>
                <a:lnTo>
                  <a:pt x="4891" y="2791"/>
                </a:lnTo>
                <a:lnTo>
                  <a:pt x="1542" y="2791"/>
                </a:lnTo>
                <a:lnTo>
                  <a:pt x="1276" y="2844"/>
                </a:lnTo>
                <a:lnTo>
                  <a:pt x="1037" y="2951"/>
                </a:lnTo>
                <a:lnTo>
                  <a:pt x="931" y="3030"/>
                </a:lnTo>
                <a:lnTo>
                  <a:pt x="824" y="3110"/>
                </a:lnTo>
                <a:lnTo>
                  <a:pt x="718" y="3216"/>
                </a:lnTo>
                <a:lnTo>
                  <a:pt x="638" y="3323"/>
                </a:lnTo>
                <a:lnTo>
                  <a:pt x="558" y="3482"/>
                </a:lnTo>
                <a:lnTo>
                  <a:pt x="479" y="3642"/>
                </a:lnTo>
                <a:lnTo>
                  <a:pt x="426" y="3801"/>
                </a:lnTo>
                <a:lnTo>
                  <a:pt x="372" y="4014"/>
                </a:lnTo>
                <a:lnTo>
                  <a:pt x="346" y="4253"/>
                </a:lnTo>
                <a:lnTo>
                  <a:pt x="346" y="4492"/>
                </a:lnTo>
                <a:lnTo>
                  <a:pt x="372" y="4678"/>
                </a:lnTo>
                <a:lnTo>
                  <a:pt x="452" y="4838"/>
                </a:lnTo>
                <a:lnTo>
                  <a:pt x="558" y="4971"/>
                </a:lnTo>
                <a:lnTo>
                  <a:pt x="718" y="5051"/>
                </a:lnTo>
                <a:lnTo>
                  <a:pt x="718" y="5848"/>
                </a:lnTo>
                <a:lnTo>
                  <a:pt x="532" y="5981"/>
                </a:lnTo>
                <a:lnTo>
                  <a:pt x="372" y="6140"/>
                </a:lnTo>
                <a:lnTo>
                  <a:pt x="239" y="6326"/>
                </a:lnTo>
                <a:lnTo>
                  <a:pt x="133" y="6512"/>
                </a:lnTo>
                <a:lnTo>
                  <a:pt x="53" y="6725"/>
                </a:lnTo>
                <a:lnTo>
                  <a:pt x="0" y="6938"/>
                </a:lnTo>
                <a:lnTo>
                  <a:pt x="0" y="7177"/>
                </a:lnTo>
                <a:lnTo>
                  <a:pt x="27" y="7416"/>
                </a:lnTo>
                <a:lnTo>
                  <a:pt x="107" y="7629"/>
                </a:lnTo>
                <a:lnTo>
                  <a:pt x="186" y="7842"/>
                </a:lnTo>
                <a:lnTo>
                  <a:pt x="319" y="8028"/>
                </a:lnTo>
                <a:lnTo>
                  <a:pt x="479" y="8187"/>
                </a:lnTo>
                <a:lnTo>
                  <a:pt x="665" y="8320"/>
                </a:lnTo>
                <a:lnTo>
                  <a:pt x="851" y="8426"/>
                </a:lnTo>
                <a:lnTo>
                  <a:pt x="1064" y="8506"/>
                </a:lnTo>
                <a:lnTo>
                  <a:pt x="1303" y="8559"/>
                </a:lnTo>
                <a:lnTo>
                  <a:pt x="1515" y="8559"/>
                </a:lnTo>
                <a:lnTo>
                  <a:pt x="1755" y="8533"/>
                </a:lnTo>
                <a:lnTo>
                  <a:pt x="1967" y="8480"/>
                </a:lnTo>
                <a:lnTo>
                  <a:pt x="2180" y="8400"/>
                </a:lnTo>
                <a:lnTo>
                  <a:pt x="2366" y="8267"/>
                </a:lnTo>
                <a:lnTo>
                  <a:pt x="2525" y="8134"/>
                </a:lnTo>
                <a:lnTo>
                  <a:pt x="2685" y="7948"/>
                </a:lnTo>
                <a:lnTo>
                  <a:pt x="2791" y="7762"/>
                </a:lnTo>
                <a:lnTo>
                  <a:pt x="2818" y="7682"/>
                </a:lnTo>
                <a:lnTo>
                  <a:pt x="2818" y="7629"/>
                </a:lnTo>
                <a:lnTo>
                  <a:pt x="2791" y="7576"/>
                </a:lnTo>
                <a:lnTo>
                  <a:pt x="2765" y="7523"/>
                </a:lnTo>
                <a:lnTo>
                  <a:pt x="2712" y="7469"/>
                </a:lnTo>
                <a:lnTo>
                  <a:pt x="2525" y="7469"/>
                </a:lnTo>
                <a:lnTo>
                  <a:pt x="2286" y="7576"/>
                </a:lnTo>
                <a:lnTo>
                  <a:pt x="2047" y="7602"/>
                </a:lnTo>
                <a:lnTo>
                  <a:pt x="1834" y="7576"/>
                </a:lnTo>
                <a:lnTo>
                  <a:pt x="1622" y="7496"/>
                </a:lnTo>
                <a:lnTo>
                  <a:pt x="1462" y="7416"/>
                </a:lnTo>
                <a:lnTo>
                  <a:pt x="1303" y="7283"/>
                </a:lnTo>
                <a:lnTo>
                  <a:pt x="1170" y="7124"/>
                </a:lnTo>
                <a:lnTo>
                  <a:pt x="1064" y="6938"/>
                </a:lnTo>
                <a:lnTo>
                  <a:pt x="1010" y="6725"/>
                </a:lnTo>
                <a:lnTo>
                  <a:pt x="984" y="6512"/>
                </a:lnTo>
                <a:lnTo>
                  <a:pt x="1010" y="6273"/>
                </a:lnTo>
                <a:lnTo>
                  <a:pt x="1090" y="6061"/>
                </a:lnTo>
                <a:lnTo>
                  <a:pt x="1090" y="6034"/>
                </a:lnTo>
                <a:lnTo>
                  <a:pt x="1117" y="5981"/>
                </a:lnTo>
                <a:lnTo>
                  <a:pt x="1117" y="5954"/>
                </a:lnTo>
                <a:lnTo>
                  <a:pt x="1117" y="5051"/>
                </a:lnTo>
                <a:lnTo>
                  <a:pt x="1276" y="4971"/>
                </a:lnTo>
                <a:lnTo>
                  <a:pt x="1382" y="4838"/>
                </a:lnTo>
                <a:lnTo>
                  <a:pt x="1462" y="4678"/>
                </a:lnTo>
                <a:lnTo>
                  <a:pt x="1489" y="4519"/>
                </a:lnTo>
                <a:lnTo>
                  <a:pt x="1515" y="4306"/>
                </a:lnTo>
                <a:lnTo>
                  <a:pt x="1542" y="4120"/>
                </a:lnTo>
                <a:lnTo>
                  <a:pt x="1595" y="4040"/>
                </a:lnTo>
                <a:lnTo>
                  <a:pt x="1648" y="3987"/>
                </a:lnTo>
                <a:lnTo>
                  <a:pt x="1701" y="3961"/>
                </a:lnTo>
                <a:lnTo>
                  <a:pt x="1781" y="3934"/>
                </a:lnTo>
                <a:lnTo>
                  <a:pt x="4891" y="3934"/>
                </a:lnTo>
                <a:lnTo>
                  <a:pt x="4891" y="4492"/>
                </a:lnTo>
                <a:lnTo>
                  <a:pt x="4918" y="4678"/>
                </a:lnTo>
                <a:lnTo>
                  <a:pt x="4998" y="4838"/>
                </a:lnTo>
                <a:lnTo>
                  <a:pt x="5130" y="4971"/>
                </a:lnTo>
                <a:lnTo>
                  <a:pt x="5290" y="5051"/>
                </a:lnTo>
                <a:lnTo>
                  <a:pt x="5290" y="5795"/>
                </a:lnTo>
                <a:lnTo>
                  <a:pt x="5157" y="5848"/>
                </a:lnTo>
                <a:lnTo>
                  <a:pt x="5024" y="5901"/>
                </a:lnTo>
                <a:lnTo>
                  <a:pt x="4811" y="6061"/>
                </a:lnTo>
                <a:lnTo>
                  <a:pt x="4599" y="6273"/>
                </a:lnTo>
                <a:lnTo>
                  <a:pt x="4519" y="6380"/>
                </a:lnTo>
                <a:lnTo>
                  <a:pt x="4466" y="6512"/>
                </a:lnTo>
                <a:lnTo>
                  <a:pt x="4333" y="6486"/>
                </a:lnTo>
                <a:lnTo>
                  <a:pt x="4094" y="6486"/>
                </a:lnTo>
                <a:lnTo>
                  <a:pt x="3961" y="6539"/>
                </a:lnTo>
                <a:lnTo>
                  <a:pt x="3855" y="6592"/>
                </a:lnTo>
                <a:lnTo>
                  <a:pt x="3748" y="6645"/>
                </a:lnTo>
                <a:lnTo>
                  <a:pt x="3642" y="6725"/>
                </a:lnTo>
                <a:lnTo>
                  <a:pt x="3562" y="6831"/>
                </a:lnTo>
                <a:lnTo>
                  <a:pt x="3482" y="6911"/>
                </a:lnTo>
                <a:lnTo>
                  <a:pt x="3429" y="7044"/>
                </a:lnTo>
                <a:lnTo>
                  <a:pt x="3403" y="7150"/>
                </a:lnTo>
                <a:lnTo>
                  <a:pt x="3376" y="7283"/>
                </a:lnTo>
                <a:lnTo>
                  <a:pt x="3376" y="7390"/>
                </a:lnTo>
                <a:lnTo>
                  <a:pt x="3376" y="7523"/>
                </a:lnTo>
                <a:lnTo>
                  <a:pt x="3403" y="7655"/>
                </a:lnTo>
                <a:lnTo>
                  <a:pt x="3456" y="7762"/>
                </a:lnTo>
                <a:lnTo>
                  <a:pt x="3536" y="7868"/>
                </a:lnTo>
                <a:lnTo>
                  <a:pt x="3589" y="7974"/>
                </a:lnTo>
                <a:lnTo>
                  <a:pt x="3695" y="8054"/>
                </a:lnTo>
                <a:lnTo>
                  <a:pt x="3801" y="8134"/>
                </a:lnTo>
                <a:lnTo>
                  <a:pt x="3908" y="8187"/>
                </a:lnTo>
                <a:lnTo>
                  <a:pt x="4014" y="8240"/>
                </a:lnTo>
                <a:lnTo>
                  <a:pt x="4147" y="8267"/>
                </a:lnTo>
                <a:lnTo>
                  <a:pt x="6885" y="8267"/>
                </a:lnTo>
                <a:lnTo>
                  <a:pt x="7071" y="8214"/>
                </a:lnTo>
                <a:lnTo>
                  <a:pt x="7204" y="8134"/>
                </a:lnTo>
                <a:lnTo>
                  <a:pt x="7337" y="8028"/>
                </a:lnTo>
                <a:lnTo>
                  <a:pt x="7470" y="7895"/>
                </a:lnTo>
                <a:lnTo>
                  <a:pt x="7549" y="7735"/>
                </a:lnTo>
                <a:lnTo>
                  <a:pt x="7603" y="7576"/>
                </a:lnTo>
                <a:lnTo>
                  <a:pt x="7629" y="7390"/>
                </a:lnTo>
                <a:lnTo>
                  <a:pt x="7603" y="7204"/>
                </a:lnTo>
                <a:lnTo>
                  <a:pt x="7549" y="7044"/>
                </a:lnTo>
                <a:lnTo>
                  <a:pt x="7470" y="6885"/>
                </a:lnTo>
                <a:lnTo>
                  <a:pt x="7363" y="6752"/>
                </a:lnTo>
                <a:lnTo>
                  <a:pt x="7230" y="6645"/>
                </a:lnTo>
                <a:lnTo>
                  <a:pt x="7097" y="6566"/>
                </a:lnTo>
                <a:lnTo>
                  <a:pt x="6938" y="6512"/>
                </a:lnTo>
                <a:lnTo>
                  <a:pt x="6752" y="6486"/>
                </a:lnTo>
                <a:lnTo>
                  <a:pt x="6672" y="6326"/>
                </a:lnTo>
                <a:lnTo>
                  <a:pt x="6566" y="6194"/>
                </a:lnTo>
                <a:lnTo>
                  <a:pt x="6460" y="6087"/>
                </a:lnTo>
                <a:lnTo>
                  <a:pt x="6327" y="5981"/>
                </a:lnTo>
                <a:lnTo>
                  <a:pt x="6167" y="5901"/>
                </a:lnTo>
                <a:lnTo>
                  <a:pt x="6034" y="5821"/>
                </a:lnTo>
                <a:lnTo>
                  <a:pt x="5875" y="5795"/>
                </a:lnTo>
                <a:lnTo>
                  <a:pt x="5689" y="5768"/>
                </a:lnTo>
                <a:lnTo>
                  <a:pt x="5689" y="5051"/>
                </a:lnTo>
                <a:lnTo>
                  <a:pt x="5848" y="4971"/>
                </a:lnTo>
                <a:lnTo>
                  <a:pt x="5981" y="4838"/>
                </a:lnTo>
                <a:lnTo>
                  <a:pt x="6061" y="4678"/>
                </a:lnTo>
                <a:lnTo>
                  <a:pt x="6087" y="4492"/>
                </a:lnTo>
                <a:lnTo>
                  <a:pt x="6087" y="3934"/>
                </a:lnTo>
                <a:lnTo>
                  <a:pt x="9197" y="3934"/>
                </a:lnTo>
                <a:lnTo>
                  <a:pt x="9277" y="3961"/>
                </a:lnTo>
                <a:lnTo>
                  <a:pt x="9357" y="3987"/>
                </a:lnTo>
                <a:lnTo>
                  <a:pt x="9383" y="4040"/>
                </a:lnTo>
                <a:lnTo>
                  <a:pt x="9437" y="4120"/>
                </a:lnTo>
                <a:lnTo>
                  <a:pt x="9463" y="4306"/>
                </a:lnTo>
                <a:lnTo>
                  <a:pt x="9490" y="4519"/>
                </a:lnTo>
                <a:lnTo>
                  <a:pt x="9516" y="4678"/>
                </a:lnTo>
                <a:lnTo>
                  <a:pt x="9596" y="4838"/>
                </a:lnTo>
                <a:lnTo>
                  <a:pt x="9702" y="4971"/>
                </a:lnTo>
                <a:lnTo>
                  <a:pt x="9862" y="5051"/>
                </a:lnTo>
                <a:lnTo>
                  <a:pt x="9862" y="5901"/>
                </a:lnTo>
                <a:lnTo>
                  <a:pt x="9516" y="6645"/>
                </a:lnTo>
                <a:lnTo>
                  <a:pt x="8666" y="6752"/>
                </a:lnTo>
                <a:lnTo>
                  <a:pt x="8559" y="6805"/>
                </a:lnTo>
                <a:lnTo>
                  <a:pt x="8506" y="6885"/>
                </a:lnTo>
                <a:lnTo>
                  <a:pt x="8506" y="7018"/>
                </a:lnTo>
                <a:lnTo>
                  <a:pt x="8559" y="7097"/>
                </a:lnTo>
                <a:lnTo>
                  <a:pt x="9171" y="7709"/>
                </a:lnTo>
                <a:lnTo>
                  <a:pt x="9011" y="8559"/>
                </a:lnTo>
                <a:lnTo>
                  <a:pt x="9038" y="8666"/>
                </a:lnTo>
                <a:lnTo>
                  <a:pt x="9091" y="8745"/>
                </a:lnTo>
                <a:lnTo>
                  <a:pt x="9197" y="8798"/>
                </a:lnTo>
                <a:lnTo>
                  <a:pt x="9304" y="8772"/>
                </a:lnTo>
                <a:lnTo>
                  <a:pt x="10075" y="8373"/>
                </a:lnTo>
                <a:lnTo>
                  <a:pt x="10845" y="8772"/>
                </a:lnTo>
                <a:lnTo>
                  <a:pt x="10952" y="8798"/>
                </a:lnTo>
                <a:lnTo>
                  <a:pt x="11058" y="8745"/>
                </a:lnTo>
                <a:lnTo>
                  <a:pt x="11111" y="8666"/>
                </a:lnTo>
                <a:lnTo>
                  <a:pt x="11138" y="8559"/>
                </a:lnTo>
                <a:lnTo>
                  <a:pt x="10978" y="7709"/>
                </a:lnTo>
                <a:lnTo>
                  <a:pt x="11590" y="7097"/>
                </a:lnTo>
                <a:lnTo>
                  <a:pt x="11643" y="7018"/>
                </a:lnTo>
                <a:lnTo>
                  <a:pt x="11643" y="6885"/>
                </a:lnTo>
                <a:lnTo>
                  <a:pt x="11590" y="6805"/>
                </a:lnTo>
                <a:lnTo>
                  <a:pt x="11483" y="6752"/>
                </a:lnTo>
                <a:lnTo>
                  <a:pt x="10633" y="6645"/>
                </a:lnTo>
                <a:lnTo>
                  <a:pt x="10287" y="5901"/>
                </a:lnTo>
                <a:lnTo>
                  <a:pt x="10287" y="5051"/>
                </a:lnTo>
                <a:lnTo>
                  <a:pt x="10420" y="4971"/>
                </a:lnTo>
                <a:lnTo>
                  <a:pt x="10553" y="4838"/>
                </a:lnTo>
                <a:lnTo>
                  <a:pt x="10606" y="4678"/>
                </a:lnTo>
                <a:lnTo>
                  <a:pt x="10633" y="4492"/>
                </a:lnTo>
                <a:lnTo>
                  <a:pt x="10633" y="4253"/>
                </a:lnTo>
                <a:lnTo>
                  <a:pt x="10606" y="4014"/>
                </a:lnTo>
                <a:lnTo>
                  <a:pt x="10553" y="3801"/>
                </a:lnTo>
                <a:lnTo>
                  <a:pt x="10500" y="3642"/>
                </a:lnTo>
                <a:lnTo>
                  <a:pt x="10447" y="3482"/>
                </a:lnTo>
                <a:lnTo>
                  <a:pt x="10367" y="3323"/>
                </a:lnTo>
                <a:lnTo>
                  <a:pt x="10261" y="3216"/>
                </a:lnTo>
                <a:lnTo>
                  <a:pt x="10154" y="3110"/>
                </a:lnTo>
                <a:lnTo>
                  <a:pt x="10048" y="3030"/>
                </a:lnTo>
                <a:lnTo>
                  <a:pt x="9942" y="2951"/>
                </a:lnTo>
                <a:lnTo>
                  <a:pt x="9702" y="2844"/>
                </a:lnTo>
                <a:lnTo>
                  <a:pt x="9463" y="2791"/>
                </a:lnTo>
                <a:lnTo>
                  <a:pt x="6087" y="2791"/>
                </a:lnTo>
                <a:lnTo>
                  <a:pt x="6087" y="585"/>
                </a:lnTo>
                <a:lnTo>
                  <a:pt x="6087" y="452"/>
                </a:lnTo>
                <a:lnTo>
                  <a:pt x="6034" y="346"/>
                </a:lnTo>
                <a:lnTo>
                  <a:pt x="5981" y="239"/>
                </a:lnTo>
                <a:lnTo>
                  <a:pt x="5901" y="160"/>
                </a:lnTo>
                <a:lnTo>
                  <a:pt x="5768" y="53"/>
                </a:lnTo>
                <a:lnTo>
                  <a:pt x="560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88" name="Google Shape;1388;p87"/>
          <p:cNvGrpSpPr/>
          <p:nvPr/>
        </p:nvGrpSpPr>
        <p:grpSpPr>
          <a:xfrm>
            <a:off x="3240852" y="1261880"/>
            <a:ext cx="287806" cy="226668"/>
            <a:chOff x="2522125" y="1336700"/>
            <a:chExt cx="278450" cy="219300"/>
          </a:xfrm>
        </p:grpSpPr>
        <p:sp>
          <p:nvSpPr>
            <p:cNvPr id="1389" name="Google Shape;1389;p87"/>
            <p:cNvSpPr/>
            <p:nvPr/>
          </p:nvSpPr>
          <p:spPr>
            <a:xfrm>
              <a:off x="2557350" y="1425075"/>
              <a:ext cx="47200" cy="43225"/>
            </a:xfrm>
            <a:custGeom>
              <a:rect b="b" l="l" r="r" t="t"/>
              <a:pathLst>
                <a:path extrusionOk="0" h="1729" w="1888">
                  <a:moveTo>
                    <a:pt x="213" y="0"/>
                  </a:moveTo>
                  <a:lnTo>
                    <a:pt x="133" y="27"/>
                  </a:lnTo>
                  <a:lnTo>
                    <a:pt x="53" y="54"/>
                  </a:lnTo>
                  <a:lnTo>
                    <a:pt x="27" y="133"/>
                  </a:lnTo>
                  <a:lnTo>
                    <a:pt x="0" y="213"/>
                  </a:lnTo>
                  <a:lnTo>
                    <a:pt x="27" y="266"/>
                  </a:lnTo>
                  <a:lnTo>
                    <a:pt x="53" y="346"/>
                  </a:lnTo>
                  <a:lnTo>
                    <a:pt x="133" y="399"/>
                  </a:lnTo>
                  <a:lnTo>
                    <a:pt x="213" y="399"/>
                  </a:lnTo>
                  <a:lnTo>
                    <a:pt x="1143" y="426"/>
                  </a:lnTo>
                  <a:lnTo>
                    <a:pt x="133" y="1383"/>
                  </a:lnTo>
                  <a:lnTo>
                    <a:pt x="106" y="1436"/>
                  </a:lnTo>
                  <a:lnTo>
                    <a:pt x="80" y="1489"/>
                  </a:lnTo>
                  <a:lnTo>
                    <a:pt x="80" y="1542"/>
                  </a:lnTo>
                  <a:lnTo>
                    <a:pt x="80" y="1595"/>
                  </a:lnTo>
                  <a:lnTo>
                    <a:pt x="133" y="1648"/>
                  </a:lnTo>
                  <a:lnTo>
                    <a:pt x="160" y="1702"/>
                  </a:lnTo>
                  <a:lnTo>
                    <a:pt x="213" y="1728"/>
                  </a:lnTo>
                  <a:lnTo>
                    <a:pt x="1675" y="1728"/>
                  </a:lnTo>
                  <a:lnTo>
                    <a:pt x="1754" y="1702"/>
                  </a:lnTo>
                  <a:lnTo>
                    <a:pt x="1834" y="1675"/>
                  </a:lnTo>
                  <a:lnTo>
                    <a:pt x="1861" y="1595"/>
                  </a:lnTo>
                  <a:lnTo>
                    <a:pt x="1887" y="1516"/>
                  </a:lnTo>
                  <a:lnTo>
                    <a:pt x="1861" y="1462"/>
                  </a:lnTo>
                  <a:lnTo>
                    <a:pt x="1834" y="1383"/>
                  </a:lnTo>
                  <a:lnTo>
                    <a:pt x="1754" y="1356"/>
                  </a:lnTo>
                  <a:lnTo>
                    <a:pt x="1675" y="1329"/>
                  </a:lnTo>
                  <a:lnTo>
                    <a:pt x="771" y="1329"/>
                  </a:lnTo>
                  <a:lnTo>
                    <a:pt x="1754" y="373"/>
                  </a:lnTo>
                  <a:lnTo>
                    <a:pt x="1781" y="319"/>
                  </a:lnTo>
                  <a:lnTo>
                    <a:pt x="1808" y="266"/>
                  </a:lnTo>
                  <a:lnTo>
                    <a:pt x="1808" y="213"/>
                  </a:lnTo>
                  <a:lnTo>
                    <a:pt x="1808" y="133"/>
                  </a:lnTo>
                  <a:lnTo>
                    <a:pt x="1781" y="80"/>
                  </a:lnTo>
                  <a:lnTo>
                    <a:pt x="1728" y="54"/>
                  </a:lnTo>
                  <a:lnTo>
                    <a:pt x="1675" y="27"/>
                  </a:lnTo>
                  <a:lnTo>
                    <a:pt x="1622"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 name="Google Shape;1390;p87"/>
            <p:cNvSpPr/>
            <p:nvPr/>
          </p:nvSpPr>
          <p:spPr>
            <a:xfrm>
              <a:off x="2610500" y="1405125"/>
              <a:ext cx="66475" cy="60500"/>
            </a:xfrm>
            <a:custGeom>
              <a:rect b="b" l="l" r="r" t="t"/>
              <a:pathLst>
                <a:path extrusionOk="0" h="2420" w="2659">
                  <a:moveTo>
                    <a:pt x="133" y="1"/>
                  </a:moveTo>
                  <a:lnTo>
                    <a:pt x="54" y="54"/>
                  </a:lnTo>
                  <a:lnTo>
                    <a:pt x="27" y="107"/>
                  </a:lnTo>
                  <a:lnTo>
                    <a:pt x="1" y="187"/>
                  </a:lnTo>
                  <a:lnTo>
                    <a:pt x="27" y="267"/>
                  </a:lnTo>
                  <a:lnTo>
                    <a:pt x="54" y="346"/>
                  </a:lnTo>
                  <a:lnTo>
                    <a:pt x="107" y="373"/>
                  </a:lnTo>
                  <a:lnTo>
                    <a:pt x="187" y="400"/>
                  </a:lnTo>
                  <a:lnTo>
                    <a:pt x="1861" y="426"/>
                  </a:lnTo>
                  <a:lnTo>
                    <a:pt x="160" y="2074"/>
                  </a:lnTo>
                  <a:lnTo>
                    <a:pt x="133" y="2127"/>
                  </a:lnTo>
                  <a:lnTo>
                    <a:pt x="107" y="2181"/>
                  </a:lnTo>
                  <a:lnTo>
                    <a:pt x="107" y="2234"/>
                  </a:lnTo>
                  <a:lnTo>
                    <a:pt x="133" y="2287"/>
                  </a:lnTo>
                  <a:lnTo>
                    <a:pt x="160" y="2340"/>
                  </a:lnTo>
                  <a:lnTo>
                    <a:pt x="187" y="2367"/>
                  </a:lnTo>
                  <a:lnTo>
                    <a:pt x="240" y="2393"/>
                  </a:lnTo>
                  <a:lnTo>
                    <a:pt x="320" y="2420"/>
                  </a:lnTo>
                  <a:lnTo>
                    <a:pt x="2446" y="2420"/>
                  </a:lnTo>
                  <a:lnTo>
                    <a:pt x="2526" y="2393"/>
                  </a:lnTo>
                  <a:lnTo>
                    <a:pt x="2579" y="2367"/>
                  </a:lnTo>
                  <a:lnTo>
                    <a:pt x="2632" y="2287"/>
                  </a:lnTo>
                  <a:lnTo>
                    <a:pt x="2659" y="2207"/>
                  </a:lnTo>
                  <a:lnTo>
                    <a:pt x="2632" y="2127"/>
                  </a:lnTo>
                  <a:lnTo>
                    <a:pt x="2579" y="2074"/>
                  </a:lnTo>
                  <a:lnTo>
                    <a:pt x="2526" y="2021"/>
                  </a:lnTo>
                  <a:lnTo>
                    <a:pt x="798" y="2021"/>
                  </a:lnTo>
                  <a:lnTo>
                    <a:pt x="2499" y="373"/>
                  </a:lnTo>
                  <a:lnTo>
                    <a:pt x="2526" y="320"/>
                  </a:lnTo>
                  <a:lnTo>
                    <a:pt x="2552" y="267"/>
                  </a:lnTo>
                  <a:lnTo>
                    <a:pt x="2552" y="214"/>
                  </a:lnTo>
                  <a:lnTo>
                    <a:pt x="2526" y="134"/>
                  </a:lnTo>
                  <a:lnTo>
                    <a:pt x="2499" y="81"/>
                  </a:lnTo>
                  <a:lnTo>
                    <a:pt x="2473" y="54"/>
                  </a:lnTo>
                  <a:lnTo>
                    <a:pt x="2419" y="28"/>
                  </a:lnTo>
                  <a:lnTo>
                    <a:pt x="2340"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87"/>
            <p:cNvSpPr/>
            <p:nvPr/>
          </p:nvSpPr>
          <p:spPr>
            <a:xfrm>
              <a:off x="2682925" y="1387850"/>
              <a:ext cx="82450" cy="75125"/>
            </a:xfrm>
            <a:custGeom>
              <a:rect b="b" l="l" r="r" t="t"/>
              <a:pathLst>
                <a:path extrusionOk="0" h="3005" w="3298">
                  <a:moveTo>
                    <a:pt x="187" y="1"/>
                  </a:moveTo>
                  <a:lnTo>
                    <a:pt x="107" y="27"/>
                  </a:lnTo>
                  <a:lnTo>
                    <a:pt x="54" y="54"/>
                  </a:lnTo>
                  <a:lnTo>
                    <a:pt x="1" y="134"/>
                  </a:lnTo>
                  <a:lnTo>
                    <a:pt x="1" y="213"/>
                  </a:lnTo>
                  <a:lnTo>
                    <a:pt x="1" y="293"/>
                  </a:lnTo>
                  <a:lnTo>
                    <a:pt x="54" y="346"/>
                  </a:lnTo>
                  <a:lnTo>
                    <a:pt x="107" y="400"/>
                  </a:lnTo>
                  <a:lnTo>
                    <a:pt x="187" y="400"/>
                  </a:lnTo>
                  <a:lnTo>
                    <a:pt x="2473" y="426"/>
                  </a:lnTo>
                  <a:lnTo>
                    <a:pt x="187" y="2659"/>
                  </a:lnTo>
                  <a:lnTo>
                    <a:pt x="160" y="2712"/>
                  </a:lnTo>
                  <a:lnTo>
                    <a:pt x="134" y="2765"/>
                  </a:lnTo>
                  <a:lnTo>
                    <a:pt x="134" y="2818"/>
                  </a:lnTo>
                  <a:lnTo>
                    <a:pt x="160" y="2872"/>
                  </a:lnTo>
                  <a:lnTo>
                    <a:pt x="187" y="2925"/>
                  </a:lnTo>
                  <a:lnTo>
                    <a:pt x="214" y="2978"/>
                  </a:lnTo>
                  <a:lnTo>
                    <a:pt x="267" y="3005"/>
                  </a:lnTo>
                  <a:lnTo>
                    <a:pt x="3164" y="3005"/>
                  </a:lnTo>
                  <a:lnTo>
                    <a:pt x="3244" y="2951"/>
                  </a:lnTo>
                  <a:lnTo>
                    <a:pt x="3270" y="2898"/>
                  </a:lnTo>
                  <a:lnTo>
                    <a:pt x="3297" y="2818"/>
                  </a:lnTo>
                  <a:lnTo>
                    <a:pt x="3270" y="2739"/>
                  </a:lnTo>
                  <a:lnTo>
                    <a:pt x="3244" y="2659"/>
                  </a:lnTo>
                  <a:lnTo>
                    <a:pt x="3164" y="2632"/>
                  </a:lnTo>
                  <a:lnTo>
                    <a:pt x="3084" y="2606"/>
                  </a:lnTo>
                  <a:lnTo>
                    <a:pt x="825" y="2606"/>
                  </a:lnTo>
                  <a:lnTo>
                    <a:pt x="3111" y="373"/>
                  </a:lnTo>
                  <a:lnTo>
                    <a:pt x="3138" y="320"/>
                  </a:lnTo>
                  <a:lnTo>
                    <a:pt x="3164" y="267"/>
                  </a:lnTo>
                  <a:lnTo>
                    <a:pt x="3164" y="213"/>
                  </a:lnTo>
                  <a:lnTo>
                    <a:pt x="3138" y="160"/>
                  </a:lnTo>
                  <a:lnTo>
                    <a:pt x="3111" y="107"/>
                  </a:lnTo>
                  <a:lnTo>
                    <a:pt x="3084" y="81"/>
                  </a:lnTo>
                  <a:lnTo>
                    <a:pt x="3031" y="54"/>
                  </a:lnTo>
                  <a:lnTo>
                    <a:pt x="2951" y="27"/>
                  </a:lnTo>
                  <a:lnTo>
                    <a:pt x="18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87"/>
            <p:cNvSpPr/>
            <p:nvPr/>
          </p:nvSpPr>
          <p:spPr>
            <a:xfrm>
              <a:off x="2522125" y="1336700"/>
              <a:ext cx="278450" cy="219300"/>
            </a:xfrm>
            <a:custGeom>
              <a:rect b="b" l="l" r="r" t="t"/>
              <a:pathLst>
                <a:path extrusionOk="0" h="8772" w="11138">
                  <a:moveTo>
                    <a:pt x="7496" y="399"/>
                  </a:moveTo>
                  <a:lnTo>
                    <a:pt x="7815" y="425"/>
                  </a:lnTo>
                  <a:lnTo>
                    <a:pt x="8134" y="479"/>
                  </a:lnTo>
                  <a:lnTo>
                    <a:pt x="8453" y="558"/>
                  </a:lnTo>
                  <a:lnTo>
                    <a:pt x="8746" y="665"/>
                  </a:lnTo>
                  <a:lnTo>
                    <a:pt x="9038" y="797"/>
                  </a:lnTo>
                  <a:lnTo>
                    <a:pt x="9304" y="957"/>
                  </a:lnTo>
                  <a:lnTo>
                    <a:pt x="9570" y="1143"/>
                  </a:lnTo>
                  <a:lnTo>
                    <a:pt x="9782" y="1356"/>
                  </a:lnTo>
                  <a:lnTo>
                    <a:pt x="9995" y="1595"/>
                  </a:lnTo>
                  <a:lnTo>
                    <a:pt x="10181" y="1834"/>
                  </a:lnTo>
                  <a:lnTo>
                    <a:pt x="10340" y="2100"/>
                  </a:lnTo>
                  <a:lnTo>
                    <a:pt x="10500" y="2392"/>
                  </a:lnTo>
                  <a:lnTo>
                    <a:pt x="10606" y="2685"/>
                  </a:lnTo>
                  <a:lnTo>
                    <a:pt x="10686" y="3004"/>
                  </a:lnTo>
                  <a:lnTo>
                    <a:pt x="10739" y="3323"/>
                  </a:lnTo>
                  <a:lnTo>
                    <a:pt x="10739" y="3668"/>
                  </a:lnTo>
                  <a:lnTo>
                    <a:pt x="10739" y="3987"/>
                  </a:lnTo>
                  <a:lnTo>
                    <a:pt x="10686" y="4306"/>
                  </a:lnTo>
                  <a:lnTo>
                    <a:pt x="10606" y="4625"/>
                  </a:lnTo>
                  <a:lnTo>
                    <a:pt x="10500" y="4918"/>
                  </a:lnTo>
                  <a:lnTo>
                    <a:pt x="10340" y="5210"/>
                  </a:lnTo>
                  <a:lnTo>
                    <a:pt x="10181" y="5476"/>
                  </a:lnTo>
                  <a:lnTo>
                    <a:pt x="9995" y="5742"/>
                  </a:lnTo>
                  <a:lnTo>
                    <a:pt x="9782" y="5954"/>
                  </a:lnTo>
                  <a:lnTo>
                    <a:pt x="9570" y="6167"/>
                  </a:lnTo>
                  <a:lnTo>
                    <a:pt x="9304" y="6353"/>
                  </a:lnTo>
                  <a:lnTo>
                    <a:pt x="9038" y="6512"/>
                  </a:lnTo>
                  <a:lnTo>
                    <a:pt x="8746" y="6672"/>
                  </a:lnTo>
                  <a:lnTo>
                    <a:pt x="8453" y="6778"/>
                  </a:lnTo>
                  <a:lnTo>
                    <a:pt x="8134" y="6858"/>
                  </a:lnTo>
                  <a:lnTo>
                    <a:pt x="7815" y="6911"/>
                  </a:lnTo>
                  <a:lnTo>
                    <a:pt x="5609" y="6911"/>
                  </a:lnTo>
                  <a:lnTo>
                    <a:pt x="5503" y="6938"/>
                  </a:lnTo>
                  <a:lnTo>
                    <a:pt x="5396" y="7018"/>
                  </a:lnTo>
                  <a:lnTo>
                    <a:pt x="5343" y="7124"/>
                  </a:lnTo>
                  <a:lnTo>
                    <a:pt x="5343" y="7257"/>
                  </a:lnTo>
                  <a:lnTo>
                    <a:pt x="5529" y="8134"/>
                  </a:lnTo>
                  <a:lnTo>
                    <a:pt x="4174" y="7230"/>
                  </a:lnTo>
                  <a:lnTo>
                    <a:pt x="3961" y="7097"/>
                  </a:lnTo>
                  <a:lnTo>
                    <a:pt x="3748" y="7018"/>
                  </a:lnTo>
                  <a:lnTo>
                    <a:pt x="3509" y="6938"/>
                  </a:lnTo>
                  <a:lnTo>
                    <a:pt x="3270" y="6885"/>
                  </a:lnTo>
                  <a:lnTo>
                    <a:pt x="2951" y="6831"/>
                  </a:lnTo>
                  <a:lnTo>
                    <a:pt x="2632" y="6752"/>
                  </a:lnTo>
                  <a:lnTo>
                    <a:pt x="2339" y="6645"/>
                  </a:lnTo>
                  <a:lnTo>
                    <a:pt x="2074" y="6512"/>
                  </a:lnTo>
                  <a:lnTo>
                    <a:pt x="1808" y="6353"/>
                  </a:lnTo>
                  <a:lnTo>
                    <a:pt x="1569" y="6167"/>
                  </a:lnTo>
                  <a:lnTo>
                    <a:pt x="1356" y="5954"/>
                  </a:lnTo>
                  <a:lnTo>
                    <a:pt x="1143" y="5742"/>
                  </a:lnTo>
                  <a:lnTo>
                    <a:pt x="957" y="5502"/>
                  </a:lnTo>
                  <a:lnTo>
                    <a:pt x="798" y="5237"/>
                  </a:lnTo>
                  <a:lnTo>
                    <a:pt x="665" y="4971"/>
                  </a:lnTo>
                  <a:lnTo>
                    <a:pt x="558" y="4705"/>
                  </a:lnTo>
                  <a:lnTo>
                    <a:pt x="479" y="4386"/>
                  </a:lnTo>
                  <a:lnTo>
                    <a:pt x="426" y="4094"/>
                  </a:lnTo>
                  <a:lnTo>
                    <a:pt x="399" y="3775"/>
                  </a:lnTo>
                  <a:lnTo>
                    <a:pt x="399" y="3456"/>
                  </a:lnTo>
                  <a:lnTo>
                    <a:pt x="426" y="3137"/>
                  </a:lnTo>
                  <a:lnTo>
                    <a:pt x="505" y="2844"/>
                  </a:lnTo>
                  <a:lnTo>
                    <a:pt x="585" y="2552"/>
                  </a:lnTo>
                  <a:lnTo>
                    <a:pt x="718" y="2259"/>
                  </a:lnTo>
                  <a:lnTo>
                    <a:pt x="851" y="1994"/>
                  </a:lnTo>
                  <a:lnTo>
                    <a:pt x="1010" y="1728"/>
                  </a:lnTo>
                  <a:lnTo>
                    <a:pt x="1196" y="1515"/>
                  </a:lnTo>
                  <a:lnTo>
                    <a:pt x="1409" y="1276"/>
                  </a:lnTo>
                  <a:lnTo>
                    <a:pt x="1648" y="1090"/>
                  </a:lnTo>
                  <a:lnTo>
                    <a:pt x="1888" y="904"/>
                  </a:lnTo>
                  <a:lnTo>
                    <a:pt x="2153" y="771"/>
                  </a:lnTo>
                  <a:lnTo>
                    <a:pt x="2419" y="638"/>
                  </a:lnTo>
                  <a:lnTo>
                    <a:pt x="2712" y="532"/>
                  </a:lnTo>
                  <a:lnTo>
                    <a:pt x="3031" y="452"/>
                  </a:lnTo>
                  <a:lnTo>
                    <a:pt x="3323" y="425"/>
                  </a:lnTo>
                  <a:lnTo>
                    <a:pt x="3642" y="399"/>
                  </a:lnTo>
                  <a:close/>
                  <a:moveTo>
                    <a:pt x="3642" y="0"/>
                  </a:moveTo>
                  <a:lnTo>
                    <a:pt x="3296" y="27"/>
                  </a:lnTo>
                  <a:lnTo>
                    <a:pt x="2951" y="80"/>
                  </a:lnTo>
                  <a:lnTo>
                    <a:pt x="2605" y="160"/>
                  </a:lnTo>
                  <a:lnTo>
                    <a:pt x="2286" y="266"/>
                  </a:lnTo>
                  <a:lnTo>
                    <a:pt x="1967" y="399"/>
                  </a:lnTo>
                  <a:lnTo>
                    <a:pt x="1675" y="585"/>
                  </a:lnTo>
                  <a:lnTo>
                    <a:pt x="1409" y="771"/>
                  </a:lnTo>
                  <a:lnTo>
                    <a:pt x="1143" y="984"/>
                  </a:lnTo>
                  <a:lnTo>
                    <a:pt x="904" y="1249"/>
                  </a:lnTo>
                  <a:lnTo>
                    <a:pt x="691" y="1515"/>
                  </a:lnTo>
                  <a:lnTo>
                    <a:pt x="505" y="1781"/>
                  </a:lnTo>
                  <a:lnTo>
                    <a:pt x="346" y="2073"/>
                  </a:lnTo>
                  <a:lnTo>
                    <a:pt x="213" y="2392"/>
                  </a:lnTo>
                  <a:lnTo>
                    <a:pt x="107" y="2738"/>
                  </a:lnTo>
                  <a:lnTo>
                    <a:pt x="53" y="3083"/>
                  </a:lnTo>
                  <a:lnTo>
                    <a:pt x="0" y="3429"/>
                  </a:lnTo>
                  <a:lnTo>
                    <a:pt x="0" y="3801"/>
                  </a:lnTo>
                  <a:lnTo>
                    <a:pt x="27" y="4147"/>
                  </a:lnTo>
                  <a:lnTo>
                    <a:pt x="80" y="4492"/>
                  </a:lnTo>
                  <a:lnTo>
                    <a:pt x="186" y="4811"/>
                  </a:lnTo>
                  <a:lnTo>
                    <a:pt x="319" y="5130"/>
                  </a:lnTo>
                  <a:lnTo>
                    <a:pt x="452" y="5449"/>
                  </a:lnTo>
                  <a:lnTo>
                    <a:pt x="638" y="5742"/>
                  </a:lnTo>
                  <a:lnTo>
                    <a:pt x="851" y="6007"/>
                  </a:lnTo>
                  <a:lnTo>
                    <a:pt x="1064" y="6247"/>
                  </a:lnTo>
                  <a:lnTo>
                    <a:pt x="1329" y="6486"/>
                  </a:lnTo>
                  <a:lnTo>
                    <a:pt x="1595" y="6672"/>
                  </a:lnTo>
                  <a:lnTo>
                    <a:pt x="1888" y="6858"/>
                  </a:lnTo>
                  <a:lnTo>
                    <a:pt x="2180" y="7018"/>
                  </a:lnTo>
                  <a:lnTo>
                    <a:pt x="2525" y="7124"/>
                  </a:lnTo>
                  <a:lnTo>
                    <a:pt x="2844" y="7230"/>
                  </a:lnTo>
                  <a:lnTo>
                    <a:pt x="3217" y="7283"/>
                  </a:lnTo>
                  <a:lnTo>
                    <a:pt x="3403" y="7337"/>
                  </a:lnTo>
                  <a:lnTo>
                    <a:pt x="3589" y="7390"/>
                  </a:lnTo>
                  <a:lnTo>
                    <a:pt x="3775" y="7469"/>
                  </a:lnTo>
                  <a:lnTo>
                    <a:pt x="3961" y="7576"/>
                  </a:lnTo>
                  <a:lnTo>
                    <a:pt x="5742" y="8745"/>
                  </a:lnTo>
                  <a:lnTo>
                    <a:pt x="5795" y="8772"/>
                  </a:lnTo>
                  <a:lnTo>
                    <a:pt x="5901" y="8772"/>
                  </a:lnTo>
                  <a:lnTo>
                    <a:pt x="5954" y="8745"/>
                  </a:lnTo>
                  <a:lnTo>
                    <a:pt x="6008" y="8692"/>
                  </a:lnTo>
                  <a:lnTo>
                    <a:pt x="6034" y="8639"/>
                  </a:lnTo>
                  <a:lnTo>
                    <a:pt x="6061" y="8586"/>
                  </a:lnTo>
                  <a:lnTo>
                    <a:pt x="6034" y="8533"/>
                  </a:lnTo>
                  <a:lnTo>
                    <a:pt x="5768" y="7310"/>
                  </a:lnTo>
                  <a:lnTo>
                    <a:pt x="7868" y="7310"/>
                  </a:lnTo>
                  <a:lnTo>
                    <a:pt x="8214" y="7230"/>
                  </a:lnTo>
                  <a:lnTo>
                    <a:pt x="8586" y="7150"/>
                  </a:lnTo>
                  <a:lnTo>
                    <a:pt x="8905" y="7018"/>
                  </a:lnTo>
                  <a:lnTo>
                    <a:pt x="9224" y="6885"/>
                  </a:lnTo>
                  <a:lnTo>
                    <a:pt x="9543" y="6699"/>
                  </a:lnTo>
                  <a:lnTo>
                    <a:pt x="9809" y="6486"/>
                  </a:lnTo>
                  <a:lnTo>
                    <a:pt x="10075" y="6247"/>
                  </a:lnTo>
                  <a:lnTo>
                    <a:pt x="10314" y="5981"/>
                  </a:lnTo>
                  <a:lnTo>
                    <a:pt x="10526" y="5715"/>
                  </a:lnTo>
                  <a:lnTo>
                    <a:pt x="10713" y="5396"/>
                  </a:lnTo>
                  <a:lnTo>
                    <a:pt x="10845" y="5077"/>
                  </a:lnTo>
                  <a:lnTo>
                    <a:pt x="10978" y="4758"/>
                  </a:lnTo>
                  <a:lnTo>
                    <a:pt x="11085" y="4386"/>
                  </a:lnTo>
                  <a:lnTo>
                    <a:pt x="11138" y="4040"/>
                  </a:lnTo>
                  <a:lnTo>
                    <a:pt x="11138" y="3668"/>
                  </a:lnTo>
                  <a:lnTo>
                    <a:pt x="11138" y="3296"/>
                  </a:lnTo>
                  <a:lnTo>
                    <a:pt x="11085" y="2924"/>
                  </a:lnTo>
                  <a:lnTo>
                    <a:pt x="10978" y="2578"/>
                  </a:lnTo>
                  <a:lnTo>
                    <a:pt x="10845" y="2233"/>
                  </a:lnTo>
                  <a:lnTo>
                    <a:pt x="10713" y="1914"/>
                  </a:lnTo>
                  <a:lnTo>
                    <a:pt x="10526" y="1622"/>
                  </a:lnTo>
                  <a:lnTo>
                    <a:pt x="10314" y="1329"/>
                  </a:lnTo>
                  <a:lnTo>
                    <a:pt x="10075" y="1063"/>
                  </a:lnTo>
                  <a:lnTo>
                    <a:pt x="9809" y="824"/>
                  </a:lnTo>
                  <a:lnTo>
                    <a:pt x="9543" y="611"/>
                  </a:lnTo>
                  <a:lnTo>
                    <a:pt x="9224" y="452"/>
                  </a:lnTo>
                  <a:lnTo>
                    <a:pt x="8905" y="292"/>
                  </a:lnTo>
                  <a:lnTo>
                    <a:pt x="8586" y="160"/>
                  </a:lnTo>
                  <a:lnTo>
                    <a:pt x="8214" y="80"/>
                  </a:lnTo>
                  <a:lnTo>
                    <a:pt x="7868" y="27"/>
                  </a:lnTo>
                  <a:lnTo>
                    <a:pt x="74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3" name="Google Shape;1393;p87"/>
          <p:cNvGrpSpPr/>
          <p:nvPr/>
        </p:nvGrpSpPr>
        <p:grpSpPr>
          <a:xfrm>
            <a:off x="4079515" y="1228909"/>
            <a:ext cx="192327" cy="292612"/>
            <a:chOff x="3333525" y="1304800"/>
            <a:chExt cx="186075" cy="283100"/>
          </a:xfrm>
        </p:grpSpPr>
        <p:sp>
          <p:nvSpPr>
            <p:cNvPr id="1394" name="Google Shape;1394;p87"/>
            <p:cNvSpPr/>
            <p:nvPr/>
          </p:nvSpPr>
          <p:spPr>
            <a:xfrm>
              <a:off x="3333525" y="1304800"/>
              <a:ext cx="186075" cy="283100"/>
            </a:xfrm>
            <a:custGeom>
              <a:rect b="b" l="l" r="r" t="t"/>
              <a:pathLst>
                <a:path extrusionOk="0" h="11324" w="7443">
                  <a:moveTo>
                    <a:pt x="7018" y="425"/>
                  </a:moveTo>
                  <a:lnTo>
                    <a:pt x="7018" y="5449"/>
                  </a:lnTo>
                  <a:lnTo>
                    <a:pt x="2632" y="5449"/>
                  </a:lnTo>
                  <a:lnTo>
                    <a:pt x="2579" y="5476"/>
                  </a:lnTo>
                  <a:lnTo>
                    <a:pt x="2525" y="5476"/>
                  </a:lnTo>
                  <a:lnTo>
                    <a:pt x="2525" y="5502"/>
                  </a:lnTo>
                  <a:lnTo>
                    <a:pt x="2499" y="5502"/>
                  </a:lnTo>
                  <a:lnTo>
                    <a:pt x="2472" y="5529"/>
                  </a:lnTo>
                  <a:lnTo>
                    <a:pt x="399" y="7602"/>
                  </a:lnTo>
                  <a:lnTo>
                    <a:pt x="399" y="425"/>
                  </a:lnTo>
                  <a:close/>
                  <a:moveTo>
                    <a:pt x="2419" y="6140"/>
                  </a:moveTo>
                  <a:lnTo>
                    <a:pt x="2419" y="7895"/>
                  </a:lnTo>
                  <a:lnTo>
                    <a:pt x="691" y="7895"/>
                  </a:lnTo>
                  <a:lnTo>
                    <a:pt x="1542" y="7018"/>
                  </a:lnTo>
                  <a:lnTo>
                    <a:pt x="2419" y="6140"/>
                  </a:lnTo>
                  <a:close/>
                  <a:moveTo>
                    <a:pt x="798" y="8294"/>
                  </a:moveTo>
                  <a:lnTo>
                    <a:pt x="798" y="10925"/>
                  </a:lnTo>
                  <a:lnTo>
                    <a:pt x="399" y="10925"/>
                  </a:lnTo>
                  <a:lnTo>
                    <a:pt x="399" y="8294"/>
                  </a:lnTo>
                  <a:close/>
                  <a:moveTo>
                    <a:pt x="1515" y="8294"/>
                  </a:moveTo>
                  <a:lnTo>
                    <a:pt x="1515" y="10925"/>
                  </a:lnTo>
                  <a:lnTo>
                    <a:pt x="1196" y="10925"/>
                  </a:lnTo>
                  <a:lnTo>
                    <a:pt x="1196" y="8294"/>
                  </a:lnTo>
                  <a:close/>
                  <a:moveTo>
                    <a:pt x="2366" y="8294"/>
                  </a:moveTo>
                  <a:lnTo>
                    <a:pt x="2366" y="10925"/>
                  </a:lnTo>
                  <a:lnTo>
                    <a:pt x="1914" y="10925"/>
                  </a:lnTo>
                  <a:lnTo>
                    <a:pt x="1914" y="8294"/>
                  </a:lnTo>
                  <a:close/>
                  <a:moveTo>
                    <a:pt x="3084" y="5875"/>
                  </a:moveTo>
                  <a:lnTo>
                    <a:pt x="3084" y="10925"/>
                  </a:lnTo>
                  <a:lnTo>
                    <a:pt x="2765" y="10925"/>
                  </a:lnTo>
                  <a:lnTo>
                    <a:pt x="2765" y="8214"/>
                  </a:lnTo>
                  <a:lnTo>
                    <a:pt x="2791" y="8187"/>
                  </a:lnTo>
                  <a:lnTo>
                    <a:pt x="2818" y="8161"/>
                  </a:lnTo>
                  <a:lnTo>
                    <a:pt x="2818" y="8134"/>
                  </a:lnTo>
                  <a:lnTo>
                    <a:pt x="2818" y="8081"/>
                  </a:lnTo>
                  <a:lnTo>
                    <a:pt x="2818" y="5875"/>
                  </a:lnTo>
                  <a:close/>
                  <a:moveTo>
                    <a:pt x="3934" y="5875"/>
                  </a:moveTo>
                  <a:lnTo>
                    <a:pt x="3934" y="10925"/>
                  </a:lnTo>
                  <a:lnTo>
                    <a:pt x="3509" y="10925"/>
                  </a:lnTo>
                  <a:lnTo>
                    <a:pt x="3509" y="5875"/>
                  </a:lnTo>
                  <a:close/>
                  <a:moveTo>
                    <a:pt x="4678" y="5875"/>
                  </a:moveTo>
                  <a:lnTo>
                    <a:pt x="4678" y="10925"/>
                  </a:lnTo>
                  <a:lnTo>
                    <a:pt x="4333" y="10925"/>
                  </a:lnTo>
                  <a:lnTo>
                    <a:pt x="4333" y="5875"/>
                  </a:lnTo>
                  <a:close/>
                  <a:moveTo>
                    <a:pt x="5502" y="5875"/>
                  </a:moveTo>
                  <a:lnTo>
                    <a:pt x="5502" y="10925"/>
                  </a:lnTo>
                  <a:lnTo>
                    <a:pt x="5077" y="10925"/>
                  </a:lnTo>
                  <a:lnTo>
                    <a:pt x="5077" y="5875"/>
                  </a:lnTo>
                  <a:close/>
                  <a:moveTo>
                    <a:pt x="6247" y="5875"/>
                  </a:moveTo>
                  <a:lnTo>
                    <a:pt x="6247" y="10925"/>
                  </a:lnTo>
                  <a:lnTo>
                    <a:pt x="5901" y="10925"/>
                  </a:lnTo>
                  <a:lnTo>
                    <a:pt x="5901" y="5875"/>
                  </a:lnTo>
                  <a:close/>
                  <a:moveTo>
                    <a:pt x="7018" y="5875"/>
                  </a:moveTo>
                  <a:lnTo>
                    <a:pt x="7018" y="10925"/>
                  </a:lnTo>
                  <a:lnTo>
                    <a:pt x="6645" y="10925"/>
                  </a:lnTo>
                  <a:lnTo>
                    <a:pt x="6645" y="5875"/>
                  </a:lnTo>
                  <a:close/>
                  <a:moveTo>
                    <a:pt x="213" y="0"/>
                  </a:moveTo>
                  <a:lnTo>
                    <a:pt x="133" y="27"/>
                  </a:lnTo>
                  <a:lnTo>
                    <a:pt x="53" y="80"/>
                  </a:lnTo>
                  <a:lnTo>
                    <a:pt x="27" y="133"/>
                  </a:lnTo>
                  <a:lnTo>
                    <a:pt x="0" y="213"/>
                  </a:lnTo>
                  <a:lnTo>
                    <a:pt x="0" y="11111"/>
                  </a:lnTo>
                  <a:lnTo>
                    <a:pt x="27" y="11191"/>
                  </a:lnTo>
                  <a:lnTo>
                    <a:pt x="53" y="11244"/>
                  </a:lnTo>
                  <a:lnTo>
                    <a:pt x="133" y="11297"/>
                  </a:lnTo>
                  <a:lnTo>
                    <a:pt x="213" y="11324"/>
                  </a:lnTo>
                  <a:lnTo>
                    <a:pt x="7230" y="11324"/>
                  </a:lnTo>
                  <a:lnTo>
                    <a:pt x="7310" y="11297"/>
                  </a:lnTo>
                  <a:lnTo>
                    <a:pt x="7363" y="11244"/>
                  </a:lnTo>
                  <a:lnTo>
                    <a:pt x="7416" y="11191"/>
                  </a:lnTo>
                  <a:lnTo>
                    <a:pt x="7443" y="11111"/>
                  </a:lnTo>
                  <a:lnTo>
                    <a:pt x="7443" y="213"/>
                  </a:lnTo>
                  <a:lnTo>
                    <a:pt x="7416" y="133"/>
                  </a:lnTo>
                  <a:lnTo>
                    <a:pt x="7363" y="80"/>
                  </a:lnTo>
                  <a:lnTo>
                    <a:pt x="7310" y="27"/>
                  </a:lnTo>
                  <a:lnTo>
                    <a:pt x="723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87"/>
            <p:cNvSpPr/>
            <p:nvPr/>
          </p:nvSpPr>
          <p:spPr>
            <a:xfrm>
              <a:off x="3368075" y="1331375"/>
              <a:ext cx="116975" cy="83100"/>
            </a:xfrm>
            <a:custGeom>
              <a:rect b="b" l="l" r="r" t="t"/>
              <a:pathLst>
                <a:path extrusionOk="0" h="3324" w="4679">
                  <a:moveTo>
                    <a:pt x="4174" y="426"/>
                  </a:moveTo>
                  <a:lnTo>
                    <a:pt x="4227" y="479"/>
                  </a:lnTo>
                  <a:lnTo>
                    <a:pt x="4253" y="532"/>
                  </a:lnTo>
                  <a:lnTo>
                    <a:pt x="4253" y="612"/>
                  </a:lnTo>
                  <a:lnTo>
                    <a:pt x="4253" y="665"/>
                  </a:lnTo>
                  <a:lnTo>
                    <a:pt x="4200" y="718"/>
                  </a:lnTo>
                  <a:lnTo>
                    <a:pt x="4147" y="771"/>
                  </a:lnTo>
                  <a:lnTo>
                    <a:pt x="4120" y="851"/>
                  </a:lnTo>
                  <a:lnTo>
                    <a:pt x="4094" y="931"/>
                  </a:lnTo>
                  <a:lnTo>
                    <a:pt x="4094" y="1010"/>
                  </a:lnTo>
                  <a:lnTo>
                    <a:pt x="4147" y="1329"/>
                  </a:lnTo>
                  <a:lnTo>
                    <a:pt x="4147" y="1675"/>
                  </a:lnTo>
                  <a:lnTo>
                    <a:pt x="4147" y="2021"/>
                  </a:lnTo>
                  <a:lnTo>
                    <a:pt x="4094" y="2340"/>
                  </a:lnTo>
                  <a:lnTo>
                    <a:pt x="4094" y="2419"/>
                  </a:lnTo>
                  <a:lnTo>
                    <a:pt x="4120" y="2499"/>
                  </a:lnTo>
                  <a:lnTo>
                    <a:pt x="4147" y="2552"/>
                  </a:lnTo>
                  <a:lnTo>
                    <a:pt x="4200" y="2632"/>
                  </a:lnTo>
                  <a:lnTo>
                    <a:pt x="4253" y="2685"/>
                  </a:lnTo>
                  <a:lnTo>
                    <a:pt x="4253" y="2765"/>
                  </a:lnTo>
                  <a:lnTo>
                    <a:pt x="4253" y="2818"/>
                  </a:lnTo>
                  <a:lnTo>
                    <a:pt x="4200" y="2898"/>
                  </a:lnTo>
                  <a:lnTo>
                    <a:pt x="4147" y="2924"/>
                  </a:lnTo>
                  <a:lnTo>
                    <a:pt x="4067" y="2924"/>
                  </a:lnTo>
                  <a:lnTo>
                    <a:pt x="4014" y="2898"/>
                  </a:lnTo>
                  <a:lnTo>
                    <a:pt x="3961" y="2871"/>
                  </a:lnTo>
                  <a:lnTo>
                    <a:pt x="3828" y="2791"/>
                  </a:lnTo>
                  <a:lnTo>
                    <a:pt x="3695" y="2765"/>
                  </a:lnTo>
                  <a:lnTo>
                    <a:pt x="3004" y="2791"/>
                  </a:lnTo>
                  <a:lnTo>
                    <a:pt x="2340" y="2818"/>
                  </a:lnTo>
                  <a:lnTo>
                    <a:pt x="1648" y="2791"/>
                  </a:lnTo>
                  <a:lnTo>
                    <a:pt x="984" y="2765"/>
                  </a:lnTo>
                  <a:lnTo>
                    <a:pt x="824" y="2791"/>
                  </a:lnTo>
                  <a:lnTo>
                    <a:pt x="718" y="2871"/>
                  </a:lnTo>
                  <a:lnTo>
                    <a:pt x="691" y="2871"/>
                  </a:lnTo>
                  <a:lnTo>
                    <a:pt x="638" y="2924"/>
                  </a:lnTo>
                  <a:lnTo>
                    <a:pt x="505" y="2924"/>
                  </a:lnTo>
                  <a:lnTo>
                    <a:pt x="452" y="2871"/>
                  </a:lnTo>
                  <a:lnTo>
                    <a:pt x="426" y="2818"/>
                  </a:lnTo>
                  <a:lnTo>
                    <a:pt x="399" y="2738"/>
                  </a:lnTo>
                  <a:lnTo>
                    <a:pt x="426" y="2685"/>
                  </a:lnTo>
                  <a:lnTo>
                    <a:pt x="452" y="2632"/>
                  </a:lnTo>
                  <a:lnTo>
                    <a:pt x="505" y="2552"/>
                  </a:lnTo>
                  <a:lnTo>
                    <a:pt x="532" y="2499"/>
                  </a:lnTo>
                  <a:lnTo>
                    <a:pt x="559" y="2419"/>
                  </a:lnTo>
                  <a:lnTo>
                    <a:pt x="559" y="2340"/>
                  </a:lnTo>
                  <a:lnTo>
                    <a:pt x="532" y="2021"/>
                  </a:lnTo>
                  <a:lnTo>
                    <a:pt x="532" y="1675"/>
                  </a:lnTo>
                  <a:lnTo>
                    <a:pt x="532" y="1329"/>
                  </a:lnTo>
                  <a:lnTo>
                    <a:pt x="559" y="1010"/>
                  </a:lnTo>
                  <a:lnTo>
                    <a:pt x="559" y="931"/>
                  </a:lnTo>
                  <a:lnTo>
                    <a:pt x="532" y="851"/>
                  </a:lnTo>
                  <a:lnTo>
                    <a:pt x="505" y="771"/>
                  </a:lnTo>
                  <a:lnTo>
                    <a:pt x="452" y="718"/>
                  </a:lnTo>
                  <a:lnTo>
                    <a:pt x="426" y="638"/>
                  </a:lnTo>
                  <a:lnTo>
                    <a:pt x="399" y="585"/>
                  </a:lnTo>
                  <a:lnTo>
                    <a:pt x="426" y="505"/>
                  </a:lnTo>
                  <a:lnTo>
                    <a:pt x="452" y="452"/>
                  </a:lnTo>
                  <a:lnTo>
                    <a:pt x="505" y="426"/>
                  </a:lnTo>
                  <a:lnTo>
                    <a:pt x="638" y="426"/>
                  </a:lnTo>
                  <a:lnTo>
                    <a:pt x="718" y="479"/>
                  </a:lnTo>
                  <a:lnTo>
                    <a:pt x="824" y="559"/>
                  </a:lnTo>
                  <a:lnTo>
                    <a:pt x="984" y="585"/>
                  </a:lnTo>
                  <a:lnTo>
                    <a:pt x="1648" y="559"/>
                  </a:lnTo>
                  <a:lnTo>
                    <a:pt x="2340" y="532"/>
                  </a:lnTo>
                  <a:lnTo>
                    <a:pt x="3004" y="559"/>
                  </a:lnTo>
                  <a:lnTo>
                    <a:pt x="3695" y="585"/>
                  </a:lnTo>
                  <a:lnTo>
                    <a:pt x="3828" y="559"/>
                  </a:lnTo>
                  <a:lnTo>
                    <a:pt x="3961" y="479"/>
                  </a:lnTo>
                  <a:lnTo>
                    <a:pt x="3961" y="452"/>
                  </a:lnTo>
                  <a:lnTo>
                    <a:pt x="4041" y="426"/>
                  </a:lnTo>
                  <a:close/>
                  <a:moveTo>
                    <a:pt x="585" y="0"/>
                  </a:moveTo>
                  <a:lnTo>
                    <a:pt x="479" y="27"/>
                  </a:lnTo>
                  <a:lnTo>
                    <a:pt x="373" y="54"/>
                  </a:lnTo>
                  <a:lnTo>
                    <a:pt x="266" y="107"/>
                  </a:lnTo>
                  <a:lnTo>
                    <a:pt x="160" y="160"/>
                  </a:lnTo>
                  <a:lnTo>
                    <a:pt x="107" y="266"/>
                  </a:lnTo>
                  <a:lnTo>
                    <a:pt x="54" y="346"/>
                  </a:lnTo>
                  <a:lnTo>
                    <a:pt x="0" y="452"/>
                  </a:lnTo>
                  <a:lnTo>
                    <a:pt x="0" y="585"/>
                  </a:lnTo>
                  <a:lnTo>
                    <a:pt x="0" y="692"/>
                  </a:lnTo>
                  <a:lnTo>
                    <a:pt x="27" y="798"/>
                  </a:lnTo>
                  <a:lnTo>
                    <a:pt x="80" y="878"/>
                  </a:lnTo>
                  <a:lnTo>
                    <a:pt x="160" y="984"/>
                  </a:lnTo>
                  <a:lnTo>
                    <a:pt x="133" y="1329"/>
                  </a:lnTo>
                  <a:lnTo>
                    <a:pt x="133" y="1675"/>
                  </a:lnTo>
                  <a:lnTo>
                    <a:pt x="133" y="2021"/>
                  </a:lnTo>
                  <a:lnTo>
                    <a:pt x="160" y="2366"/>
                  </a:lnTo>
                  <a:lnTo>
                    <a:pt x="54" y="2499"/>
                  </a:lnTo>
                  <a:lnTo>
                    <a:pt x="0" y="2659"/>
                  </a:lnTo>
                  <a:lnTo>
                    <a:pt x="0" y="2818"/>
                  </a:lnTo>
                  <a:lnTo>
                    <a:pt x="54" y="2978"/>
                  </a:lnTo>
                  <a:lnTo>
                    <a:pt x="133" y="3110"/>
                  </a:lnTo>
                  <a:lnTo>
                    <a:pt x="240" y="3217"/>
                  </a:lnTo>
                  <a:lnTo>
                    <a:pt x="399" y="3296"/>
                  </a:lnTo>
                  <a:lnTo>
                    <a:pt x="559" y="3323"/>
                  </a:lnTo>
                  <a:lnTo>
                    <a:pt x="691" y="3323"/>
                  </a:lnTo>
                  <a:lnTo>
                    <a:pt x="798" y="3296"/>
                  </a:lnTo>
                  <a:lnTo>
                    <a:pt x="904" y="3243"/>
                  </a:lnTo>
                  <a:lnTo>
                    <a:pt x="984" y="3164"/>
                  </a:lnTo>
                  <a:lnTo>
                    <a:pt x="1648" y="3190"/>
                  </a:lnTo>
                  <a:lnTo>
                    <a:pt x="2340" y="3217"/>
                  </a:lnTo>
                  <a:lnTo>
                    <a:pt x="3004" y="3190"/>
                  </a:lnTo>
                  <a:lnTo>
                    <a:pt x="3695" y="3164"/>
                  </a:lnTo>
                  <a:lnTo>
                    <a:pt x="3775" y="3243"/>
                  </a:lnTo>
                  <a:lnTo>
                    <a:pt x="3881" y="3296"/>
                  </a:lnTo>
                  <a:lnTo>
                    <a:pt x="3988" y="3323"/>
                  </a:lnTo>
                  <a:lnTo>
                    <a:pt x="4200" y="3323"/>
                  </a:lnTo>
                  <a:lnTo>
                    <a:pt x="4307" y="3296"/>
                  </a:lnTo>
                  <a:lnTo>
                    <a:pt x="4413" y="3243"/>
                  </a:lnTo>
                  <a:lnTo>
                    <a:pt x="4493" y="3164"/>
                  </a:lnTo>
                  <a:lnTo>
                    <a:pt x="4572" y="3084"/>
                  </a:lnTo>
                  <a:lnTo>
                    <a:pt x="4626" y="2978"/>
                  </a:lnTo>
                  <a:lnTo>
                    <a:pt x="4652" y="2871"/>
                  </a:lnTo>
                  <a:lnTo>
                    <a:pt x="4679" y="2765"/>
                  </a:lnTo>
                  <a:lnTo>
                    <a:pt x="4652" y="2659"/>
                  </a:lnTo>
                  <a:lnTo>
                    <a:pt x="4626" y="2552"/>
                  </a:lnTo>
                  <a:lnTo>
                    <a:pt x="4572" y="2446"/>
                  </a:lnTo>
                  <a:lnTo>
                    <a:pt x="4519" y="2366"/>
                  </a:lnTo>
                  <a:lnTo>
                    <a:pt x="4546" y="2021"/>
                  </a:lnTo>
                  <a:lnTo>
                    <a:pt x="4546" y="1675"/>
                  </a:lnTo>
                  <a:lnTo>
                    <a:pt x="4546" y="1329"/>
                  </a:lnTo>
                  <a:lnTo>
                    <a:pt x="4519" y="984"/>
                  </a:lnTo>
                  <a:lnTo>
                    <a:pt x="4572" y="904"/>
                  </a:lnTo>
                  <a:lnTo>
                    <a:pt x="4626" y="798"/>
                  </a:lnTo>
                  <a:lnTo>
                    <a:pt x="4652" y="718"/>
                  </a:lnTo>
                  <a:lnTo>
                    <a:pt x="4652" y="612"/>
                  </a:lnTo>
                  <a:lnTo>
                    <a:pt x="4652" y="532"/>
                  </a:lnTo>
                  <a:lnTo>
                    <a:pt x="4626" y="426"/>
                  </a:lnTo>
                  <a:lnTo>
                    <a:pt x="4599" y="319"/>
                  </a:lnTo>
                  <a:lnTo>
                    <a:pt x="4546" y="240"/>
                  </a:lnTo>
                  <a:lnTo>
                    <a:pt x="4466" y="160"/>
                  </a:lnTo>
                  <a:lnTo>
                    <a:pt x="4360" y="80"/>
                  </a:lnTo>
                  <a:lnTo>
                    <a:pt x="4253" y="27"/>
                  </a:lnTo>
                  <a:lnTo>
                    <a:pt x="4014" y="27"/>
                  </a:lnTo>
                  <a:lnTo>
                    <a:pt x="3881" y="54"/>
                  </a:lnTo>
                  <a:lnTo>
                    <a:pt x="3775" y="107"/>
                  </a:lnTo>
                  <a:lnTo>
                    <a:pt x="3695" y="186"/>
                  </a:lnTo>
                  <a:lnTo>
                    <a:pt x="3004" y="133"/>
                  </a:lnTo>
                  <a:lnTo>
                    <a:pt x="1648" y="133"/>
                  </a:lnTo>
                  <a:lnTo>
                    <a:pt x="984" y="186"/>
                  </a:lnTo>
                  <a:lnTo>
                    <a:pt x="904" y="107"/>
                  </a:lnTo>
                  <a:lnTo>
                    <a:pt x="798" y="54"/>
                  </a:lnTo>
                  <a:lnTo>
                    <a:pt x="691" y="27"/>
                  </a:lnTo>
                  <a:lnTo>
                    <a:pt x="58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96" name="Google Shape;1396;p87"/>
          <p:cNvSpPr/>
          <p:nvPr/>
        </p:nvSpPr>
        <p:spPr>
          <a:xfrm>
            <a:off x="4822013" y="1252940"/>
            <a:ext cx="288504" cy="244550"/>
          </a:xfrm>
          <a:custGeom>
            <a:rect b="b" l="l" r="r" t="t"/>
            <a:pathLst>
              <a:path extrusionOk="0" h="9464" w="11165">
                <a:moveTo>
                  <a:pt x="10766" y="399"/>
                </a:moveTo>
                <a:lnTo>
                  <a:pt x="10766" y="798"/>
                </a:lnTo>
                <a:lnTo>
                  <a:pt x="399" y="798"/>
                </a:lnTo>
                <a:lnTo>
                  <a:pt x="399" y="399"/>
                </a:lnTo>
                <a:close/>
                <a:moveTo>
                  <a:pt x="1941" y="1197"/>
                </a:moveTo>
                <a:lnTo>
                  <a:pt x="1914" y="1781"/>
                </a:lnTo>
                <a:lnTo>
                  <a:pt x="1861" y="2313"/>
                </a:lnTo>
                <a:lnTo>
                  <a:pt x="1808" y="2792"/>
                </a:lnTo>
                <a:lnTo>
                  <a:pt x="1728" y="3190"/>
                </a:lnTo>
                <a:lnTo>
                  <a:pt x="1649" y="3509"/>
                </a:lnTo>
                <a:lnTo>
                  <a:pt x="1569" y="3802"/>
                </a:lnTo>
                <a:lnTo>
                  <a:pt x="1436" y="4147"/>
                </a:lnTo>
                <a:lnTo>
                  <a:pt x="931" y="4147"/>
                </a:lnTo>
                <a:lnTo>
                  <a:pt x="931" y="1197"/>
                </a:lnTo>
                <a:close/>
                <a:moveTo>
                  <a:pt x="3376" y="1197"/>
                </a:moveTo>
                <a:lnTo>
                  <a:pt x="3350" y="1542"/>
                </a:lnTo>
                <a:lnTo>
                  <a:pt x="3323" y="1861"/>
                </a:lnTo>
                <a:lnTo>
                  <a:pt x="3217" y="2419"/>
                </a:lnTo>
                <a:lnTo>
                  <a:pt x="3057" y="2898"/>
                </a:lnTo>
                <a:lnTo>
                  <a:pt x="2898" y="3297"/>
                </a:lnTo>
                <a:lnTo>
                  <a:pt x="2712" y="3616"/>
                </a:lnTo>
                <a:lnTo>
                  <a:pt x="2552" y="3881"/>
                </a:lnTo>
                <a:lnTo>
                  <a:pt x="2420" y="4041"/>
                </a:lnTo>
                <a:lnTo>
                  <a:pt x="2313" y="4147"/>
                </a:lnTo>
                <a:lnTo>
                  <a:pt x="1861" y="4147"/>
                </a:lnTo>
                <a:lnTo>
                  <a:pt x="1994" y="3722"/>
                </a:lnTo>
                <a:lnTo>
                  <a:pt x="2154" y="3084"/>
                </a:lnTo>
                <a:lnTo>
                  <a:pt x="2233" y="2685"/>
                </a:lnTo>
                <a:lnTo>
                  <a:pt x="2287" y="2233"/>
                </a:lnTo>
                <a:lnTo>
                  <a:pt x="2313" y="1755"/>
                </a:lnTo>
                <a:lnTo>
                  <a:pt x="2340" y="1197"/>
                </a:lnTo>
                <a:close/>
                <a:moveTo>
                  <a:pt x="4998" y="1197"/>
                </a:moveTo>
                <a:lnTo>
                  <a:pt x="4998" y="4147"/>
                </a:lnTo>
                <a:lnTo>
                  <a:pt x="2845" y="4147"/>
                </a:lnTo>
                <a:lnTo>
                  <a:pt x="2978" y="3961"/>
                </a:lnTo>
                <a:lnTo>
                  <a:pt x="3137" y="3722"/>
                </a:lnTo>
                <a:lnTo>
                  <a:pt x="3297" y="3429"/>
                </a:lnTo>
                <a:lnTo>
                  <a:pt x="3430" y="3084"/>
                </a:lnTo>
                <a:lnTo>
                  <a:pt x="3563" y="2685"/>
                </a:lnTo>
                <a:lnTo>
                  <a:pt x="3642" y="2260"/>
                </a:lnTo>
                <a:lnTo>
                  <a:pt x="3722" y="1755"/>
                </a:lnTo>
                <a:lnTo>
                  <a:pt x="3775" y="1197"/>
                </a:lnTo>
                <a:close/>
                <a:moveTo>
                  <a:pt x="7390" y="1197"/>
                </a:moveTo>
                <a:lnTo>
                  <a:pt x="7443" y="1755"/>
                </a:lnTo>
                <a:lnTo>
                  <a:pt x="7497" y="2260"/>
                </a:lnTo>
                <a:lnTo>
                  <a:pt x="7603" y="2685"/>
                </a:lnTo>
                <a:lnTo>
                  <a:pt x="7736" y="3084"/>
                </a:lnTo>
                <a:lnTo>
                  <a:pt x="7869" y="3429"/>
                </a:lnTo>
                <a:lnTo>
                  <a:pt x="8028" y="3722"/>
                </a:lnTo>
                <a:lnTo>
                  <a:pt x="8188" y="3961"/>
                </a:lnTo>
                <a:lnTo>
                  <a:pt x="8321" y="4147"/>
                </a:lnTo>
                <a:lnTo>
                  <a:pt x="6168" y="4147"/>
                </a:lnTo>
                <a:lnTo>
                  <a:pt x="6168" y="1197"/>
                </a:lnTo>
                <a:close/>
                <a:moveTo>
                  <a:pt x="8826" y="1197"/>
                </a:moveTo>
                <a:lnTo>
                  <a:pt x="8852" y="1755"/>
                </a:lnTo>
                <a:lnTo>
                  <a:pt x="8879" y="2233"/>
                </a:lnTo>
                <a:lnTo>
                  <a:pt x="8932" y="2685"/>
                </a:lnTo>
                <a:lnTo>
                  <a:pt x="9012" y="3084"/>
                </a:lnTo>
                <a:lnTo>
                  <a:pt x="9145" y="3722"/>
                </a:lnTo>
                <a:lnTo>
                  <a:pt x="9304" y="4147"/>
                </a:lnTo>
                <a:lnTo>
                  <a:pt x="8852" y="4147"/>
                </a:lnTo>
                <a:lnTo>
                  <a:pt x="8746" y="4041"/>
                </a:lnTo>
                <a:lnTo>
                  <a:pt x="8613" y="3881"/>
                </a:lnTo>
                <a:lnTo>
                  <a:pt x="8427" y="3616"/>
                </a:lnTo>
                <a:lnTo>
                  <a:pt x="8267" y="3297"/>
                </a:lnTo>
                <a:lnTo>
                  <a:pt x="8108" y="2898"/>
                </a:lnTo>
                <a:lnTo>
                  <a:pt x="7948" y="2419"/>
                </a:lnTo>
                <a:lnTo>
                  <a:pt x="7842" y="1861"/>
                </a:lnTo>
                <a:lnTo>
                  <a:pt x="7816" y="1542"/>
                </a:lnTo>
                <a:lnTo>
                  <a:pt x="7789" y="1197"/>
                </a:lnTo>
                <a:close/>
                <a:moveTo>
                  <a:pt x="10234" y="1197"/>
                </a:moveTo>
                <a:lnTo>
                  <a:pt x="10234" y="4147"/>
                </a:lnTo>
                <a:lnTo>
                  <a:pt x="9729" y="4147"/>
                </a:lnTo>
                <a:lnTo>
                  <a:pt x="9597" y="3802"/>
                </a:lnTo>
                <a:lnTo>
                  <a:pt x="9517" y="3509"/>
                </a:lnTo>
                <a:lnTo>
                  <a:pt x="9437" y="3190"/>
                </a:lnTo>
                <a:lnTo>
                  <a:pt x="9357" y="2792"/>
                </a:lnTo>
                <a:lnTo>
                  <a:pt x="9304" y="2313"/>
                </a:lnTo>
                <a:lnTo>
                  <a:pt x="9251" y="1781"/>
                </a:lnTo>
                <a:lnTo>
                  <a:pt x="9224" y="1197"/>
                </a:lnTo>
                <a:close/>
                <a:moveTo>
                  <a:pt x="2207" y="4546"/>
                </a:moveTo>
                <a:lnTo>
                  <a:pt x="2207" y="4918"/>
                </a:lnTo>
                <a:lnTo>
                  <a:pt x="931" y="4918"/>
                </a:lnTo>
                <a:lnTo>
                  <a:pt x="931" y="4546"/>
                </a:lnTo>
                <a:close/>
                <a:moveTo>
                  <a:pt x="10234" y="4546"/>
                </a:moveTo>
                <a:lnTo>
                  <a:pt x="10234" y="4918"/>
                </a:lnTo>
                <a:lnTo>
                  <a:pt x="8959" y="4918"/>
                </a:lnTo>
                <a:lnTo>
                  <a:pt x="8959" y="4546"/>
                </a:lnTo>
                <a:close/>
                <a:moveTo>
                  <a:pt x="1356" y="5317"/>
                </a:moveTo>
                <a:lnTo>
                  <a:pt x="1356" y="8267"/>
                </a:lnTo>
                <a:lnTo>
                  <a:pt x="931" y="8267"/>
                </a:lnTo>
                <a:lnTo>
                  <a:pt x="931" y="5317"/>
                </a:lnTo>
                <a:close/>
                <a:moveTo>
                  <a:pt x="2207" y="5317"/>
                </a:moveTo>
                <a:lnTo>
                  <a:pt x="2207" y="8267"/>
                </a:lnTo>
                <a:lnTo>
                  <a:pt x="1755" y="8267"/>
                </a:lnTo>
                <a:lnTo>
                  <a:pt x="1755" y="5317"/>
                </a:lnTo>
                <a:close/>
                <a:moveTo>
                  <a:pt x="4998" y="5317"/>
                </a:moveTo>
                <a:lnTo>
                  <a:pt x="4998" y="8267"/>
                </a:lnTo>
                <a:lnTo>
                  <a:pt x="2606" y="8267"/>
                </a:lnTo>
                <a:lnTo>
                  <a:pt x="2606" y="5317"/>
                </a:lnTo>
                <a:close/>
                <a:moveTo>
                  <a:pt x="5769" y="1197"/>
                </a:moveTo>
                <a:lnTo>
                  <a:pt x="5769" y="4360"/>
                </a:lnTo>
                <a:lnTo>
                  <a:pt x="5769" y="4440"/>
                </a:lnTo>
                <a:lnTo>
                  <a:pt x="5822" y="4493"/>
                </a:lnTo>
                <a:lnTo>
                  <a:pt x="5875" y="4546"/>
                </a:lnTo>
                <a:lnTo>
                  <a:pt x="8560" y="4546"/>
                </a:lnTo>
                <a:lnTo>
                  <a:pt x="8560" y="4918"/>
                </a:lnTo>
                <a:lnTo>
                  <a:pt x="5875" y="4918"/>
                </a:lnTo>
                <a:lnTo>
                  <a:pt x="5822" y="4971"/>
                </a:lnTo>
                <a:lnTo>
                  <a:pt x="5769" y="5024"/>
                </a:lnTo>
                <a:lnTo>
                  <a:pt x="5769" y="5104"/>
                </a:lnTo>
                <a:lnTo>
                  <a:pt x="5769" y="8267"/>
                </a:lnTo>
                <a:lnTo>
                  <a:pt x="5397" y="8267"/>
                </a:lnTo>
                <a:lnTo>
                  <a:pt x="5397" y="5104"/>
                </a:lnTo>
                <a:lnTo>
                  <a:pt x="5397" y="5024"/>
                </a:lnTo>
                <a:lnTo>
                  <a:pt x="5343" y="4971"/>
                </a:lnTo>
                <a:lnTo>
                  <a:pt x="5290" y="4918"/>
                </a:lnTo>
                <a:lnTo>
                  <a:pt x="2606" y="4918"/>
                </a:lnTo>
                <a:lnTo>
                  <a:pt x="2606" y="4546"/>
                </a:lnTo>
                <a:lnTo>
                  <a:pt x="5290" y="4546"/>
                </a:lnTo>
                <a:lnTo>
                  <a:pt x="5343" y="4493"/>
                </a:lnTo>
                <a:lnTo>
                  <a:pt x="5397" y="4440"/>
                </a:lnTo>
                <a:lnTo>
                  <a:pt x="5397" y="4360"/>
                </a:lnTo>
                <a:lnTo>
                  <a:pt x="5397" y="1197"/>
                </a:lnTo>
                <a:close/>
                <a:moveTo>
                  <a:pt x="8560" y="5317"/>
                </a:moveTo>
                <a:lnTo>
                  <a:pt x="8560" y="8267"/>
                </a:lnTo>
                <a:lnTo>
                  <a:pt x="6168" y="8267"/>
                </a:lnTo>
                <a:lnTo>
                  <a:pt x="6168" y="5317"/>
                </a:lnTo>
                <a:close/>
                <a:moveTo>
                  <a:pt x="9410" y="5317"/>
                </a:moveTo>
                <a:lnTo>
                  <a:pt x="9410" y="8267"/>
                </a:lnTo>
                <a:lnTo>
                  <a:pt x="8959" y="8267"/>
                </a:lnTo>
                <a:lnTo>
                  <a:pt x="8959" y="5317"/>
                </a:lnTo>
                <a:close/>
                <a:moveTo>
                  <a:pt x="10234" y="5317"/>
                </a:moveTo>
                <a:lnTo>
                  <a:pt x="10234" y="8267"/>
                </a:lnTo>
                <a:lnTo>
                  <a:pt x="9809" y="8267"/>
                </a:lnTo>
                <a:lnTo>
                  <a:pt x="9809" y="5317"/>
                </a:lnTo>
                <a:close/>
                <a:moveTo>
                  <a:pt x="10766" y="8666"/>
                </a:moveTo>
                <a:lnTo>
                  <a:pt x="10766" y="9065"/>
                </a:lnTo>
                <a:lnTo>
                  <a:pt x="399" y="9065"/>
                </a:lnTo>
                <a:lnTo>
                  <a:pt x="399" y="8666"/>
                </a:lnTo>
                <a:close/>
                <a:moveTo>
                  <a:pt x="187" y="0"/>
                </a:moveTo>
                <a:lnTo>
                  <a:pt x="107" y="27"/>
                </a:lnTo>
                <a:lnTo>
                  <a:pt x="54" y="80"/>
                </a:lnTo>
                <a:lnTo>
                  <a:pt x="1" y="133"/>
                </a:lnTo>
                <a:lnTo>
                  <a:pt x="1" y="213"/>
                </a:lnTo>
                <a:lnTo>
                  <a:pt x="1" y="1011"/>
                </a:lnTo>
                <a:lnTo>
                  <a:pt x="1" y="1090"/>
                </a:lnTo>
                <a:lnTo>
                  <a:pt x="54" y="1143"/>
                </a:lnTo>
                <a:lnTo>
                  <a:pt x="107" y="1197"/>
                </a:lnTo>
                <a:lnTo>
                  <a:pt x="532" y="1197"/>
                </a:lnTo>
                <a:lnTo>
                  <a:pt x="532" y="8267"/>
                </a:lnTo>
                <a:lnTo>
                  <a:pt x="107" y="8267"/>
                </a:lnTo>
                <a:lnTo>
                  <a:pt x="54" y="8320"/>
                </a:lnTo>
                <a:lnTo>
                  <a:pt x="1" y="8374"/>
                </a:lnTo>
                <a:lnTo>
                  <a:pt x="1" y="8453"/>
                </a:lnTo>
                <a:lnTo>
                  <a:pt x="1" y="9251"/>
                </a:lnTo>
                <a:lnTo>
                  <a:pt x="1" y="9331"/>
                </a:lnTo>
                <a:lnTo>
                  <a:pt x="54" y="9410"/>
                </a:lnTo>
                <a:lnTo>
                  <a:pt x="107" y="9437"/>
                </a:lnTo>
                <a:lnTo>
                  <a:pt x="187" y="9463"/>
                </a:lnTo>
                <a:lnTo>
                  <a:pt x="10979" y="9463"/>
                </a:lnTo>
                <a:lnTo>
                  <a:pt x="11032" y="9437"/>
                </a:lnTo>
                <a:lnTo>
                  <a:pt x="11112" y="9410"/>
                </a:lnTo>
                <a:lnTo>
                  <a:pt x="11138" y="9331"/>
                </a:lnTo>
                <a:lnTo>
                  <a:pt x="11165" y="9251"/>
                </a:lnTo>
                <a:lnTo>
                  <a:pt x="11165" y="8453"/>
                </a:lnTo>
                <a:lnTo>
                  <a:pt x="11138" y="8374"/>
                </a:lnTo>
                <a:lnTo>
                  <a:pt x="11112" y="8320"/>
                </a:lnTo>
                <a:lnTo>
                  <a:pt x="11032" y="8267"/>
                </a:lnTo>
                <a:lnTo>
                  <a:pt x="10633" y="8267"/>
                </a:lnTo>
                <a:lnTo>
                  <a:pt x="10633" y="4360"/>
                </a:lnTo>
                <a:lnTo>
                  <a:pt x="10633" y="1197"/>
                </a:lnTo>
                <a:lnTo>
                  <a:pt x="11032" y="1197"/>
                </a:lnTo>
                <a:lnTo>
                  <a:pt x="11112" y="1143"/>
                </a:lnTo>
                <a:lnTo>
                  <a:pt x="11138" y="1090"/>
                </a:lnTo>
                <a:lnTo>
                  <a:pt x="11165" y="1011"/>
                </a:lnTo>
                <a:lnTo>
                  <a:pt x="11165" y="213"/>
                </a:lnTo>
                <a:lnTo>
                  <a:pt x="11138" y="133"/>
                </a:lnTo>
                <a:lnTo>
                  <a:pt x="11112" y="80"/>
                </a:lnTo>
                <a:lnTo>
                  <a:pt x="11032" y="27"/>
                </a:lnTo>
                <a:lnTo>
                  <a:pt x="1097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 name="Google Shape;1397;p87"/>
          <p:cNvSpPr/>
          <p:nvPr/>
        </p:nvSpPr>
        <p:spPr>
          <a:xfrm>
            <a:off x="5609154" y="1278353"/>
            <a:ext cx="295377" cy="193722"/>
          </a:xfrm>
          <a:custGeom>
            <a:rect b="b" l="l" r="r" t="t"/>
            <a:pathLst>
              <a:path extrusionOk="0" h="7497" w="11431">
                <a:moveTo>
                  <a:pt x="5025" y="1250"/>
                </a:moveTo>
                <a:lnTo>
                  <a:pt x="5078" y="1277"/>
                </a:lnTo>
                <a:lnTo>
                  <a:pt x="5131" y="1303"/>
                </a:lnTo>
                <a:lnTo>
                  <a:pt x="5131" y="1357"/>
                </a:lnTo>
                <a:lnTo>
                  <a:pt x="5131" y="1410"/>
                </a:lnTo>
                <a:lnTo>
                  <a:pt x="5105" y="1463"/>
                </a:lnTo>
                <a:lnTo>
                  <a:pt x="5051" y="1516"/>
                </a:lnTo>
                <a:lnTo>
                  <a:pt x="5025" y="1569"/>
                </a:lnTo>
                <a:lnTo>
                  <a:pt x="4998" y="1649"/>
                </a:lnTo>
                <a:lnTo>
                  <a:pt x="4998" y="1729"/>
                </a:lnTo>
                <a:lnTo>
                  <a:pt x="5025" y="2021"/>
                </a:lnTo>
                <a:lnTo>
                  <a:pt x="5051" y="2287"/>
                </a:lnTo>
                <a:lnTo>
                  <a:pt x="5025" y="2579"/>
                </a:lnTo>
                <a:lnTo>
                  <a:pt x="4998" y="2872"/>
                </a:lnTo>
                <a:lnTo>
                  <a:pt x="4998" y="2898"/>
                </a:lnTo>
                <a:lnTo>
                  <a:pt x="2048" y="2898"/>
                </a:lnTo>
                <a:lnTo>
                  <a:pt x="2021" y="2872"/>
                </a:lnTo>
                <a:lnTo>
                  <a:pt x="1995" y="2579"/>
                </a:lnTo>
                <a:lnTo>
                  <a:pt x="1995" y="2287"/>
                </a:lnTo>
                <a:lnTo>
                  <a:pt x="1995" y="2021"/>
                </a:lnTo>
                <a:lnTo>
                  <a:pt x="2021" y="1729"/>
                </a:lnTo>
                <a:lnTo>
                  <a:pt x="2021" y="1649"/>
                </a:lnTo>
                <a:lnTo>
                  <a:pt x="2021" y="1569"/>
                </a:lnTo>
                <a:lnTo>
                  <a:pt x="1995" y="1516"/>
                </a:lnTo>
                <a:lnTo>
                  <a:pt x="1941" y="1463"/>
                </a:lnTo>
                <a:lnTo>
                  <a:pt x="1915" y="1410"/>
                </a:lnTo>
                <a:lnTo>
                  <a:pt x="1888" y="1357"/>
                </a:lnTo>
                <a:lnTo>
                  <a:pt x="1915" y="1330"/>
                </a:lnTo>
                <a:lnTo>
                  <a:pt x="1941" y="1277"/>
                </a:lnTo>
                <a:lnTo>
                  <a:pt x="1968" y="1250"/>
                </a:lnTo>
                <a:lnTo>
                  <a:pt x="2074" y="1250"/>
                </a:lnTo>
                <a:lnTo>
                  <a:pt x="2101" y="1303"/>
                </a:lnTo>
                <a:lnTo>
                  <a:pt x="2127" y="1303"/>
                </a:lnTo>
                <a:lnTo>
                  <a:pt x="2234" y="1383"/>
                </a:lnTo>
                <a:lnTo>
                  <a:pt x="2367" y="1383"/>
                </a:lnTo>
                <a:lnTo>
                  <a:pt x="2951" y="1357"/>
                </a:lnTo>
                <a:lnTo>
                  <a:pt x="4094" y="1357"/>
                </a:lnTo>
                <a:lnTo>
                  <a:pt x="4679" y="1383"/>
                </a:lnTo>
                <a:lnTo>
                  <a:pt x="4812" y="1383"/>
                </a:lnTo>
                <a:lnTo>
                  <a:pt x="4918" y="1303"/>
                </a:lnTo>
                <a:lnTo>
                  <a:pt x="4945" y="1277"/>
                </a:lnTo>
                <a:lnTo>
                  <a:pt x="4972" y="1250"/>
                </a:lnTo>
                <a:close/>
                <a:moveTo>
                  <a:pt x="9437" y="1250"/>
                </a:moveTo>
                <a:lnTo>
                  <a:pt x="9490" y="1277"/>
                </a:lnTo>
                <a:lnTo>
                  <a:pt x="9517" y="1303"/>
                </a:lnTo>
                <a:lnTo>
                  <a:pt x="9544" y="1357"/>
                </a:lnTo>
                <a:lnTo>
                  <a:pt x="9517" y="1410"/>
                </a:lnTo>
                <a:lnTo>
                  <a:pt x="9490" y="1463"/>
                </a:lnTo>
                <a:lnTo>
                  <a:pt x="9464" y="1516"/>
                </a:lnTo>
                <a:lnTo>
                  <a:pt x="9411" y="1569"/>
                </a:lnTo>
                <a:lnTo>
                  <a:pt x="9411" y="1649"/>
                </a:lnTo>
                <a:lnTo>
                  <a:pt x="9411" y="1729"/>
                </a:lnTo>
                <a:lnTo>
                  <a:pt x="9437" y="2021"/>
                </a:lnTo>
                <a:lnTo>
                  <a:pt x="9437" y="2287"/>
                </a:lnTo>
                <a:lnTo>
                  <a:pt x="9437" y="2579"/>
                </a:lnTo>
                <a:lnTo>
                  <a:pt x="9411" y="2872"/>
                </a:lnTo>
                <a:lnTo>
                  <a:pt x="9411" y="2898"/>
                </a:lnTo>
                <a:lnTo>
                  <a:pt x="6434" y="2898"/>
                </a:lnTo>
                <a:lnTo>
                  <a:pt x="6434" y="2872"/>
                </a:lnTo>
                <a:lnTo>
                  <a:pt x="6407" y="2579"/>
                </a:lnTo>
                <a:lnTo>
                  <a:pt x="6407" y="2287"/>
                </a:lnTo>
                <a:lnTo>
                  <a:pt x="6407" y="2021"/>
                </a:lnTo>
                <a:lnTo>
                  <a:pt x="6434" y="1729"/>
                </a:lnTo>
                <a:lnTo>
                  <a:pt x="6434" y="1649"/>
                </a:lnTo>
                <a:lnTo>
                  <a:pt x="6407" y="1569"/>
                </a:lnTo>
                <a:lnTo>
                  <a:pt x="6380" y="1516"/>
                </a:lnTo>
                <a:lnTo>
                  <a:pt x="6327" y="1463"/>
                </a:lnTo>
                <a:lnTo>
                  <a:pt x="6301" y="1410"/>
                </a:lnTo>
                <a:lnTo>
                  <a:pt x="6301" y="1357"/>
                </a:lnTo>
                <a:lnTo>
                  <a:pt x="6301" y="1303"/>
                </a:lnTo>
                <a:lnTo>
                  <a:pt x="6327" y="1277"/>
                </a:lnTo>
                <a:lnTo>
                  <a:pt x="6380" y="1250"/>
                </a:lnTo>
                <a:lnTo>
                  <a:pt x="6460" y="1250"/>
                </a:lnTo>
                <a:lnTo>
                  <a:pt x="6513" y="1303"/>
                </a:lnTo>
                <a:lnTo>
                  <a:pt x="6620" y="1383"/>
                </a:lnTo>
                <a:lnTo>
                  <a:pt x="6753" y="1383"/>
                </a:lnTo>
                <a:lnTo>
                  <a:pt x="7337" y="1357"/>
                </a:lnTo>
                <a:lnTo>
                  <a:pt x="8507" y="1357"/>
                </a:lnTo>
                <a:lnTo>
                  <a:pt x="9065" y="1383"/>
                </a:lnTo>
                <a:lnTo>
                  <a:pt x="9198" y="1383"/>
                </a:lnTo>
                <a:lnTo>
                  <a:pt x="9331" y="1303"/>
                </a:lnTo>
                <a:lnTo>
                  <a:pt x="9331" y="1277"/>
                </a:lnTo>
                <a:lnTo>
                  <a:pt x="9384" y="1250"/>
                </a:lnTo>
                <a:close/>
                <a:moveTo>
                  <a:pt x="9358" y="400"/>
                </a:moveTo>
                <a:lnTo>
                  <a:pt x="9517" y="426"/>
                </a:lnTo>
                <a:lnTo>
                  <a:pt x="9677" y="479"/>
                </a:lnTo>
                <a:lnTo>
                  <a:pt x="9809" y="533"/>
                </a:lnTo>
                <a:lnTo>
                  <a:pt x="10102" y="692"/>
                </a:lnTo>
                <a:lnTo>
                  <a:pt x="10341" y="878"/>
                </a:lnTo>
                <a:lnTo>
                  <a:pt x="10554" y="1117"/>
                </a:lnTo>
                <a:lnTo>
                  <a:pt x="10713" y="1410"/>
                </a:lnTo>
                <a:lnTo>
                  <a:pt x="10766" y="1569"/>
                </a:lnTo>
                <a:lnTo>
                  <a:pt x="10793" y="1729"/>
                </a:lnTo>
                <a:lnTo>
                  <a:pt x="10820" y="1888"/>
                </a:lnTo>
                <a:lnTo>
                  <a:pt x="10846" y="2048"/>
                </a:lnTo>
                <a:lnTo>
                  <a:pt x="10846" y="3483"/>
                </a:lnTo>
                <a:lnTo>
                  <a:pt x="10633" y="3271"/>
                </a:lnTo>
                <a:lnTo>
                  <a:pt x="10394" y="3111"/>
                </a:lnTo>
                <a:lnTo>
                  <a:pt x="10128" y="3005"/>
                </a:lnTo>
                <a:lnTo>
                  <a:pt x="9836" y="2925"/>
                </a:lnTo>
                <a:lnTo>
                  <a:pt x="9809" y="2872"/>
                </a:lnTo>
                <a:lnTo>
                  <a:pt x="9836" y="2579"/>
                </a:lnTo>
                <a:lnTo>
                  <a:pt x="9836" y="2287"/>
                </a:lnTo>
                <a:lnTo>
                  <a:pt x="9836" y="1995"/>
                </a:lnTo>
                <a:lnTo>
                  <a:pt x="9809" y="1702"/>
                </a:lnTo>
                <a:lnTo>
                  <a:pt x="9863" y="1649"/>
                </a:lnTo>
                <a:lnTo>
                  <a:pt x="9916" y="1543"/>
                </a:lnTo>
                <a:lnTo>
                  <a:pt x="9942" y="1463"/>
                </a:lnTo>
                <a:lnTo>
                  <a:pt x="9942" y="1357"/>
                </a:lnTo>
                <a:lnTo>
                  <a:pt x="9916" y="1197"/>
                </a:lnTo>
                <a:lnTo>
                  <a:pt x="9836" y="1064"/>
                </a:lnTo>
                <a:lnTo>
                  <a:pt x="9756" y="985"/>
                </a:lnTo>
                <a:lnTo>
                  <a:pt x="9677" y="905"/>
                </a:lnTo>
                <a:lnTo>
                  <a:pt x="9570" y="878"/>
                </a:lnTo>
                <a:lnTo>
                  <a:pt x="9464" y="852"/>
                </a:lnTo>
                <a:lnTo>
                  <a:pt x="9358" y="852"/>
                </a:lnTo>
                <a:lnTo>
                  <a:pt x="9251" y="878"/>
                </a:lnTo>
                <a:lnTo>
                  <a:pt x="9145" y="931"/>
                </a:lnTo>
                <a:lnTo>
                  <a:pt x="9065" y="985"/>
                </a:lnTo>
                <a:lnTo>
                  <a:pt x="8480" y="958"/>
                </a:lnTo>
                <a:lnTo>
                  <a:pt x="7337" y="958"/>
                </a:lnTo>
                <a:lnTo>
                  <a:pt x="6779" y="985"/>
                </a:lnTo>
                <a:lnTo>
                  <a:pt x="6699" y="931"/>
                </a:lnTo>
                <a:lnTo>
                  <a:pt x="6593" y="878"/>
                </a:lnTo>
                <a:lnTo>
                  <a:pt x="6513" y="852"/>
                </a:lnTo>
                <a:lnTo>
                  <a:pt x="6301" y="852"/>
                </a:lnTo>
                <a:lnTo>
                  <a:pt x="6221" y="878"/>
                </a:lnTo>
                <a:lnTo>
                  <a:pt x="6141" y="931"/>
                </a:lnTo>
                <a:lnTo>
                  <a:pt x="6061" y="985"/>
                </a:lnTo>
                <a:lnTo>
                  <a:pt x="5982" y="1064"/>
                </a:lnTo>
                <a:lnTo>
                  <a:pt x="5929" y="1171"/>
                </a:lnTo>
                <a:lnTo>
                  <a:pt x="5902" y="1250"/>
                </a:lnTo>
                <a:lnTo>
                  <a:pt x="5902" y="1357"/>
                </a:lnTo>
                <a:lnTo>
                  <a:pt x="5902" y="1436"/>
                </a:lnTo>
                <a:lnTo>
                  <a:pt x="5929" y="1543"/>
                </a:lnTo>
                <a:lnTo>
                  <a:pt x="5955" y="1622"/>
                </a:lnTo>
                <a:lnTo>
                  <a:pt x="6035" y="1702"/>
                </a:lnTo>
                <a:lnTo>
                  <a:pt x="6008" y="1995"/>
                </a:lnTo>
                <a:lnTo>
                  <a:pt x="6008" y="2287"/>
                </a:lnTo>
                <a:lnTo>
                  <a:pt x="6008" y="2579"/>
                </a:lnTo>
                <a:lnTo>
                  <a:pt x="6035" y="2872"/>
                </a:lnTo>
                <a:lnTo>
                  <a:pt x="6008" y="2898"/>
                </a:lnTo>
                <a:lnTo>
                  <a:pt x="5424" y="2898"/>
                </a:lnTo>
                <a:lnTo>
                  <a:pt x="5424" y="2872"/>
                </a:lnTo>
                <a:lnTo>
                  <a:pt x="5450" y="2579"/>
                </a:lnTo>
                <a:lnTo>
                  <a:pt x="5450" y="2287"/>
                </a:lnTo>
                <a:lnTo>
                  <a:pt x="5450" y="1995"/>
                </a:lnTo>
                <a:lnTo>
                  <a:pt x="5424" y="1702"/>
                </a:lnTo>
                <a:lnTo>
                  <a:pt x="5477" y="1649"/>
                </a:lnTo>
                <a:lnTo>
                  <a:pt x="5503" y="1543"/>
                </a:lnTo>
                <a:lnTo>
                  <a:pt x="5530" y="1463"/>
                </a:lnTo>
                <a:lnTo>
                  <a:pt x="5556" y="1357"/>
                </a:lnTo>
                <a:lnTo>
                  <a:pt x="5530" y="1197"/>
                </a:lnTo>
                <a:lnTo>
                  <a:pt x="5450" y="1064"/>
                </a:lnTo>
                <a:lnTo>
                  <a:pt x="5370" y="985"/>
                </a:lnTo>
                <a:lnTo>
                  <a:pt x="5291" y="905"/>
                </a:lnTo>
                <a:lnTo>
                  <a:pt x="5184" y="878"/>
                </a:lnTo>
                <a:lnTo>
                  <a:pt x="5078" y="852"/>
                </a:lnTo>
                <a:lnTo>
                  <a:pt x="4972" y="852"/>
                </a:lnTo>
                <a:lnTo>
                  <a:pt x="4865" y="878"/>
                </a:lnTo>
                <a:lnTo>
                  <a:pt x="4759" y="931"/>
                </a:lnTo>
                <a:lnTo>
                  <a:pt x="4679" y="985"/>
                </a:lnTo>
                <a:lnTo>
                  <a:pt x="4094" y="958"/>
                </a:lnTo>
                <a:lnTo>
                  <a:pt x="2951" y="958"/>
                </a:lnTo>
                <a:lnTo>
                  <a:pt x="2367" y="985"/>
                </a:lnTo>
                <a:lnTo>
                  <a:pt x="2287" y="931"/>
                </a:lnTo>
                <a:lnTo>
                  <a:pt x="2207" y="878"/>
                </a:lnTo>
                <a:lnTo>
                  <a:pt x="2101" y="852"/>
                </a:lnTo>
                <a:lnTo>
                  <a:pt x="1915" y="852"/>
                </a:lnTo>
                <a:lnTo>
                  <a:pt x="1835" y="878"/>
                </a:lnTo>
                <a:lnTo>
                  <a:pt x="1729" y="931"/>
                </a:lnTo>
                <a:lnTo>
                  <a:pt x="1649" y="985"/>
                </a:lnTo>
                <a:lnTo>
                  <a:pt x="1596" y="1064"/>
                </a:lnTo>
                <a:lnTo>
                  <a:pt x="1543" y="1171"/>
                </a:lnTo>
                <a:lnTo>
                  <a:pt x="1516" y="1250"/>
                </a:lnTo>
                <a:lnTo>
                  <a:pt x="1489" y="1357"/>
                </a:lnTo>
                <a:lnTo>
                  <a:pt x="1516" y="1436"/>
                </a:lnTo>
                <a:lnTo>
                  <a:pt x="1516" y="1543"/>
                </a:lnTo>
                <a:lnTo>
                  <a:pt x="1569" y="1622"/>
                </a:lnTo>
                <a:lnTo>
                  <a:pt x="1622" y="1702"/>
                </a:lnTo>
                <a:lnTo>
                  <a:pt x="1596" y="1995"/>
                </a:lnTo>
                <a:lnTo>
                  <a:pt x="1596" y="2287"/>
                </a:lnTo>
                <a:lnTo>
                  <a:pt x="1596" y="2579"/>
                </a:lnTo>
                <a:lnTo>
                  <a:pt x="1622" y="2872"/>
                </a:lnTo>
                <a:lnTo>
                  <a:pt x="1596" y="2925"/>
                </a:lnTo>
                <a:lnTo>
                  <a:pt x="1303" y="3005"/>
                </a:lnTo>
                <a:lnTo>
                  <a:pt x="1064" y="3111"/>
                </a:lnTo>
                <a:lnTo>
                  <a:pt x="825" y="3271"/>
                </a:lnTo>
                <a:lnTo>
                  <a:pt x="612" y="3483"/>
                </a:lnTo>
                <a:lnTo>
                  <a:pt x="612" y="2048"/>
                </a:lnTo>
                <a:lnTo>
                  <a:pt x="612" y="1888"/>
                </a:lnTo>
                <a:lnTo>
                  <a:pt x="639" y="1729"/>
                </a:lnTo>
                <a:lnTo>
                  <a:pt x="692" y="1569"/>
                </a:lnTo>
                <a:lnTo>
                  <a:pt x="745" y="1410"/>
                </a:lnTo>
                <a:lnTo>
                  <a:pt x="905" y="1117"/>
                </a:lnTo>
                <a:lnTo>
                  <a:pt x="1091" y="878"/>
                </a:lnTo>
                <a:lnTo>
                  <a:pt x="1330" y="692"/>
                </a:lnTo>
                <a:lnTo>
                  <a:pt x="1622" y="533"/>
                </a:lnTo>
                <a:lnTo>
                  <a:pt x="1782" y="479"/>
                </a:lnTo>
                <a:lnTo>
                  <a:pt x="1941" y="426"/>
                </a:lnTo>
                <a:lnTo>
                  <a:pt x="2101" y="400"/>
                </a:lnTo>
                <a:close/>
                <a:moveTo>
                  <a:pt x="9597" y="3297"/>
                </a:moveTo>
                <a:lnTo>
                  <a:pt x="9703" y="3324"/>
                </a:lnTo>
                <a:lnTo>
                  <a:pt x="9916" y="3350"/>
                </a:lnTo>
                <a:lnTo>
                  <a:pt x="10102" y="3403"/>
                </a:lnTo>
                <a:lnTo>
                  <a:pt x="10288" y="3510"/>
                </a:lnTo>
                <a:lnTo>
                  <a:pt x="10447" y="3643"/>
                </a:lnTo>
                <a:lnTo>
                  <a:pt x="1011" y="3643"/>
                </a:lnTo>
                <a:lnTo>
                  <a:pt x="1170" y="3510"/>
                </a:lnTo>
                <a:lnTo>
                  <a:pt x="1357" y="3403"/>
                </a:lnTo>
                <a:lnTo>
                  <a:pt x="1543" y="3350"/>
                </a:lnTo>
                <a:lnTo>
                  <a:pt x="1755" y="3324"/>
                </a:lnTo>
                <a:lnTo>
                  <a:pt x="1862" y="3297"/>
                </a:lnTo>
                <a:close/>
                <a:moveTo>
                  <a:pt x="10713" y="4041"/>
                </a:moveTo>
                <a:lnTo>
                  <a:pt x="10793" y="4281"/>
                </a:lnTo>
                <a:lnTo>
                  <a:pt x="10846" y="4546"/>
                </a:lnTo>
                <a:lnTo>
                  <a:pt x="10846" y="4998"/>
                </a:lnTo>
                <a:lnTo>
                  <a:pt x="612" y="4998"/>
                </a:lnTo>
                <a:lnTo>
                  <a:pt x="612" y="4546"/>
                </a:lnTo>
                <a:lnTo>
                  <a:pt x="639" y="4281"/>
                </a:lnTo>
                <a:lnTo>
                  <a:pt x="719" y="4041"/>
                </a:lnTo>
                <a:close/>
                <a:moveTo>
                  <a:pt x="11032" y="5397"/>
                </a:moveTo>
                <a:lnTo>
                  <a:pt x="11032" y="5796"/>
                </a:lnTo>
                <a:lnTo>
                  <a:pt x="426" y="5796"/>
                </a:lnTo>
                <a:lnTo>
                  <a:pt x="426" y="5397"/>
                </a:lnTo>
                <a:close/>
                <a:moveTo>
                  <a:pt x="1197" y="6194"/>
                </a:moveTo>
                <a:lnTo>
                  <a:pt x="1197" y="7098"/>
                </a:lnTo>
                <a:lnTo>
                  <a:pt x="798" y="7098"/>
                </a:lnTo>
                <a:lnTo>
                  <a:pt x="798" y="6194"/>
                </a:lnTo>
                <a:close/>
                <a:moveTo>
                  <a:pt x="10633" y="6194"/>
                </a:moveTo>
                <a:lnTo>
                  <a:pt x="10633" y="7098"/>
                </a:lnTo>
                <a:lnTo>
                  <a:pt x="10261" y="7098"/>
                </a:lnTo>
                <a:lnTo>
                  <a:pt x="10261" y="6194"/>
                </a:lnTo>
                <a:close/>
                <a:moveTo>
                  <a:pt x="2048" y="1"/>
                </a:moveTo>
                <a:lnTo>
                  <a:pt x="1862" y="28"/>
                </a:lnTo>
                <a:lnTo>
                  <a:pt x="1649" y="81"/>
                </a:lnTo>
                <a:lnTo>
                  <a:pt x="1463" y="160"/>
                </a:lnTo>
                <a:lnTo>
                  <a:pt x="1277" y="240"/>
                </a:lnTo>
                <a:lnTo>
                  <a:pt x="1117" y="347"/>
                </a:lnTo>
                <a:lnTo>
                  <a:pt x="958" y="479"/>
                </a:lnTo>
                <a:lnTo>
                  <a:pt x="798" y="612"/>
                </a:lnTo>
                <a:lnTo>
                  <a:pt x="665" y="745"/>
                </a:lnTo>
                <a:lnTo>
                  <a:pt x="559" y="905"/>
                </a:lnTo>
                <a:lnTo>
                  <a:pt x="453" y="1064"/>
                </a:lnTo>
                <a:lnTo>
                  <a:pt x="373" y="1250"/>
                </a:lnTo>
                <a:lnTo>
                  <a:pt x="293" y="1436"/>
                </a:lnTo>
                <a:lnTo>
                  <a:pt x="240" y="1649"/>
                </a:lnTo>
                <a:lnTo>
                  <a:pt x="214" y="1835"/>
                </a:lnTo>
                <a:lnTo>
                  <a:pt x="214" y="2048"/>
                </a:lnTo>
                <a:lnTo>
                  <a:pt x="214" y="4998"/>
                </a:lnTo>
                <a:lnTo>
                  <a:pt x="134" y="4998"/>
                </a:lnTo>
                <a:lnTo>
                  <a:pt x="81" y="5051"/>
                </a:lnTo>
                <a:lnTo>
                  <a:pt x="27" y="5105"/>
                </a:lnTo>
                <a:lnTo>
                  <a:pt x="1" y="5184"/>
                </a:lnTo>
                <a:lnTo>
                  <a:pt x="1" y="5982"/>
                </a:lnTo>
                <a:lnTo>
                  <a:pt x="27" y="6062"/>
                </a:lnTo>
                <a:lnTo>
                  <a:pt x="81" y="6141"/>
                </a:lnTo>
                <a:lnTo>
                  <a:pt x="134" y="6168"/>
                </a:lnTo>
                <a:lnTo>
                  <a:pt x="214" y="6194"/>
                </a:lnTo>
                <a:lnTo>
                  <a:pt x="400" y="6194"/>
                </a:lnTo>
                <a:lnTo>
                  <a:pt x="400" y="7311"/>
                </a:lnTo>
                <a:lnTo>
                  <a:pt x="400" y="7391"/>
                </a:lnTo>
                <a:lnTo>
                  <a:pt x="453" y="7444"/>
                </a:lnTo>
                <a:lnTo>
                  <a:pt x="506" y="7497"/>
                </a:lnTo>
                <a:lnTo>
                  <a:pt x="1463" y="7497"/>
                </a:lnTo>
                <a:lnTo>
                  <a:pt x="1543" y="7444"/>
                </a:lnTo>
                <a:lnTo>
                  <a:pt x="1569" y="7391"/>
                </a:lnTo>
                <a:lnTo>
                  <a:pt x="1596" y="7311"/>
                </a:lnTo>
                <a:lnTo>
                  <a:pt x="1596" y="6194"/>
                </a:lnTo>
                <a:lnTo>
                  <a:pt x="9836" y="6194"/>
                </a:lnTo>
                <a:lnTo>
                  <a:pt x="9836" y="7311"/>
                </a:lnTo>
                <a:lnTo>
                  <a:pt x="9863" y="7391"/>
                </a:lnTo>
                <a:lnTo>
                  <a:pt x="9916" y="7444"/>
                </a:lnTo>
                <a:lnTo>
                  <a:pt x="9969" y="7497"/>
                </a:lnTo>
                <a:lnTo>
                  <a:pt x="10926" y="7497"/>
                </a:lnTo>
                <a:lnTo>
                  <a:pt x="10979" y="7444"/>
                </a:lnTo>
                <a:lnTo>
                  <a:pt x="11032" y="7391"/>
                </a:lnTo>
                <a:lnTo>
                  <a:pt x="11059" y="7311"/>
                </a:lnTo>
                <a:lnTo>
                  <a:pt x="11059" y="6194"/>
                </a:lnTo>
                <a:lnTo>
                  <a:pt x="11218" y="6194"/>
                </a:lnTo>
                <a:lnTo>
                  <a:pt x="11298" y="6168"/>
                </a:lnTo>
                <a:lnTo>
                  <a:pt x="11378" y="6141"/>
                </a:lnTo>
                <a:lnTo>
                  <a:pt x="11404" y="6062"/>
                </a:lnTo>
                <a:lnTo>
                  <a:pt x="11431" y="5982"/>
                </a:lnTo>
                <a:lnTo>
                  <a:pt x="11431" y="5184"/>
                </a:lnTo>
                <a:lnTo>
                  <a:pt x="11404" y="5105"/>
                </a:lnTo>
                <a:lnTo>
                  <a:pt x="11378" y="5051"/>
                </a:lnTo>
                <a:lnTo>
                  <a:pt x="11298" y="4998"/>
                </a:lnTo>
                <a:lnTo>
                  <a:pt x="11245" y="4998"/>
                </a:lnTo>
                <a:lnTo>
                  <a:pt x="11245" y="2048"/>
                </a:lnTo>
                <a:lnTo>
                  <a:pt x="11218" y="1835"/>
                </a:lnTo>
                <a:lnTo>
                  <a:pt x="11192" y="1649"/>
                </a:lnTo>
                <a:lnTo>
                  <a:pt x="11139" y="1436"/>
                </a:lnTo>
                <a:lnTo>
                  <a:pt x="11059" y="1250"/>
                </a:lnTo>
                <a:lnTo>
                  <a:pt x="10979" y="1064"/>
                </a:lnTo>
                <a:lnTo>
                  <a:pt x="10873" y="905"/>
                </a:lnTo>
                <a:lnTo>
                  <a:pt x="10766" y="745"/>
                </a:lnTo>
                <a:lnTo>
                  <a:pt x="10633" y="612"/>
                </a:lnTo>
                <a:lnTo>
                  <a:pt x="10474" y="479"/>
                </a:lnTo>
                <a:lnTo>
                  <a:pt x="10314" y="347"/>
                </a:lnTo>
                <a:lnTo>
                  <a:pt x="10155" y="240"/>
                </a:lnTo>
                <a:lnTo>
                  <a:pt x="9969" y="160"/>
                </a:lnTo>
                <a:lnTo>
                  <a:pt x="9783" y="81"/>
                </a:lnTo>
                <a:lnTo>
                  <a:pt x="9597" y="28"/>
                </a:lnTo>
                <a:lnTo>
                  <a:pt x="938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98" name="Google Shape;1398;p87"/>
          <p:cNvGrpSpPr/>
          <p:nvPr/>
        </p:nvGrpSpPr>
        <p:grpSpPr>
          <a:xfrm>
            <a:off x="6472532" y="1232345"/>
            <a:ext cx="150466" cy="285739"/>
            <a:chOff x="5648750" y="1308125"/>
            <a:chExt cx="145575" cy="276450"/>
          </a:xfrm>
        </p:grpSpPr>
        <p:sp>
          <p:nvSpPr>
            <p:cNvPr id="1399" name="Google Shape;1399;p87"/>
            <p:cNvSpPr/>
            <p:nvPr/>
          </p:nvSpPr>
          <p:spPr>
            <a:xfrm>
              <a:off x="5648750" y="1308125"/>
              <a:ext cx="145575" cy="276450"/>
            </a:xfrm>
            <a:custGeom>
              <a:rect b="b" l="l" r="r" t="t"/>
              <a:pathLst>
                <a:path extrusionOk="0" h="11058" w="5823">
                  <a:moveTo>
                    <a:pt x="2872" y="399"/>
                  </a:moveTo>
                  <a:lnTo>
                    <a:pt x="3111" y="425"/>
                  </a:lnTo>
                  <a:lnTo>
                    <a:pt x="3350" y="452"/>
                  </a:lnTo>
                  <a:lnTo>
                    <a:pt x="3589" y="505"/>
                  </a:lnTo>
                  <a:lnTo>
                    <a:pt x="3828" y="585"/>
                  </a:lnTo>
                  <a:lnTo>
                    <a:pt x="4041" y="691"/>
                  </a:lnTo>
                  <a:lnTo>
                    <a:pt x="4254" y="824"/>
                  </a:lnTo>
                  <a:lnTo>
                    <a:pt x="4466" y="957"/>
                  </a:lnTo>
                  <a:lnTo>
                    <a:pt x="4652" y="1143"/>
                  </a:lnTo>
                  <a:lnTo>
                    <a:pt x="4812" y="1329"/>
                  </a:lnTo>
                  <a:lnTo>
                    <a:pt x="4971" y="1542"/>
                  </a:lnTo>
                  <a:lnTo>
                    <a:pt x="5104" y="1754"/>
                  </a:lnTo>
                  <a:lnTo>
                    <a:pt x="5211" y="1967"/>
                  </a:lnTo>
                  <a:lnTo>
                    <a:pt x="5317" y="2233"/>
                  </a:lnTo>
                  <a:lnTo>
                    <a:pt x="5370" y="2472"/>
                  </a:lnTo>
                  <a:lnTo>
                    <a:pt x="5397" y="2738"/>
                  </a:lnTo>
                  <a:lnTo>
                    <a:pt x="5423" y="2977"/>
                  </a:lnTo>
                  <a:lnTo>
                    <a:pt x="5423" y="3535"/>
                  </a:lnTo>
                  <a:lnTo>
                    <a:pt x="5423" y="3615"/>
                  </a:lnTo>
                  <a:lnTo>
                    <a:pt x="5397" y="3695"/>
                  </a:lnTo>
                  <a:lnTo>
                    <a:pt x="5344" y="3775"/>
                  </a:lnTo>
                  <a:lnTo>
                    <a:pt x="5264" y="3801"/>
                  </a:lnTo>
                  <a:lnTo>
                    <a:pt x="5184" y="3854"/>
                  </a:lnTo>
                  <a:lnTo>
                    <a:pt x="5025" y="3854"/>
                  </a:lnTo>
                  <a:lnTo>
                    <a:pt x="4971" y="3801"/>
                  </a:lnTo>
                  <a:lnTo>
                    <a:pt x="4892" y="3775"/>
                  </a:lnTo>
                  <a:lnTo>
                    <a:pt x="4839" y="3695"/>
                  </a:lnTo>
                  <a:lnTo>
                    <a:pt x="4812" y="3615"/>
                  </a:lnTo>
                  <a:lnTo>
                    <a:pt x="4812" y="3535"/>
                  </a:lnTo>
                  <a:lnTo>
                    <a:pt x="4812" y="2977"/>
                  </a:lnTo>
                  <a:lnTo>
                    <a:pt x="4812" y="2765"/>
                  </a:lnTo>
                  <a:lnTo>
                    <a:pt x="4785" y="2578"/>
                  </a:lnTo>
                  <a:lnTo>
                    <a:pt x="4732" y="2392"/>
                  </a:lnTo>
                  <a:lnTo>
                    <a:pt x="4652" y="2206"/>
                  </a:lnTo>
                  <a:lnTo>
                    <a:pt x="4573" y="2047"/>
                  </a:lnTo>
                  <a:lnTo>
                    <a:pt x="4466" y="1887"/>
                  </a:lnTo>
                  <a:lnTo>
                    <a:pt x="4360" y="1728"/>
                  </a:lnTo>
                  <a:lnTo>
                    <a:pt x="4227" y="1595"/>
                  </a:lnTo>
                  <a:lnTo>
                    <a:pt x="4068" y="1462"/>
                  </a:lnTo>
                  <a:lnTo>
                    <a:pt x="3908" y="1356"/>
                  </a:lnTo>
                  <a:lnTo>
                    <a:pt x="3749" y="1249"/>
                  </a:lnTo>
                  <a:lnTo>
                    <a:pt x="3563" y="1196"/>
                  </a:lnTo>
                  <a:lnTo>
                    <a:pt x="3377" y="1116"/>
                  </a:lnTo>
                  <a:lnTo>
                    <a:pt x="3190" y="1090"/>
                  </a:lnTo>
                  <a:lnTo>
                    <a:pt x="3004" y="1063"/>
                  </a:lnTo>
                  <a:lnTo>
                    <a:pt x="2818" y="1063"/>
                  </a:lnTo>
                  <a:lnTo>
                    <a:pt x="2632" y="1090"/>
                  </a:lnTo>
                  <a:lnTo>
                    <a:pt x="2446" y="1116"/>
                  </a:lnTo>
                  <a:lnTo>
                    <a:pt x="2260" y="1170"/>
                  </a:lnTo>
                  <a:lnTo>
                    <a:pt x="2101" y="1249"/>
                  </a:lnTo>
                  <a:lnTo>
                    <a:pt x="1941" y="1329"/>
                  </a:lnTo>
                  <a:lnTo>
                    <a:pt x="1782" y="1435"/>
                  </a:lnTo>
                  <a:lnTo>
                    <a:pt x="1649" y="1542"/>
                  </a:lnTo>
                  <a:lnTo>
                    <a:pt x="1516" y="1675"/>
                  </a:lnTo>
                  <a:lnTo>
                    <a:pt x="1410" y="1808"/>
                  </a:lnTo>
                  <a:lnTo>
                    <a:pt x="1303" y="1967"/>
                  </a:lnTo>
                  <a:lnTo>
                    <a:pt x="1197" y="2127"/>
                  </a:lnTo>
                  <a:lnTo>
                    <a:pt x="1144" y="2286"/>
                  </a:lnTo>
                  <a:lnTo>
                    <a:pt x="1064" y="2472"/>
                  </a:lnTo>
                  <a:lnTo>
                    <a:pt x="1037" y="2632"/>
                  </a:lnTo>
                  <a:lnTo>
                    <a:pt x="1011" y="2818"/>
                  </a:lnTo>
                  <a:lnTo>
                    <a:pt x="1011" y="3004"/>
                  </a:lnTo>
                  <a:lnTo>
                    <a:pt x="1011" y="3456"/>
                  </a:lnTo>
                  <a:lnTo>
                    <a:pt x="1011" y="3615"/>
                  </a:lnTo>
                  <a:lnTo>
                    <a:pt x="1037" y="3775"/>
                  </a:lnTo>
                  <a:lnTo>
                    <a:pt x="1091" y="3934"/>
                  </a:lnTo>
                  <a:lnTo>
                    <a:pt x="1144" y="4094"/>
                  </a:lnTo>
                  <a:lnTo>
                    <a:pt x="1223" y="4226"/>
                  </a:lnTo>
                  <a:lnTo>
                    <a:pt x="1303" y="4359"/>
                  </a:lnTo>
                  <a:lnTo>
                    <a:pt x="1410" y="4466"/>
                  </a:lnTo>
                  <a:lnTo>
                    <a:pt x="1542" y="4572"/>
                  </a:lnTo>
                  <a:lnTo>
                    <a:pt x="5423" y="7416"/>
                  </a:lnTo>
                  <a:lnTo>
                    <a:pt x="5423" y="10659"/>
                  </a:lnTo>
                  <a:lnTo>
                    <a:pt x="399" y="10659"/>
                  </a:lnTo>
                  <a:lnTo>
                    <a:pt x="399" y="2924"/>
                  </a:lnTo>
                  <a:lnTo>
                    <a:pt x="399" y="2685"/>
                  </a:lnTo>
                  <a:lnTo>
                    <a:pt x="453" y="2419"/>
                  </a:lnTo>
                  <a:lnTo>
                    <a:pt x="506" y="2180"/>
                  </a:lnTo>
                  <a:lnTo>
                    <a:pt x="586" y="1967"/>
                  </a:lnTo>
                  <a:lnTo>
                    <a:pt x="692" y="1754"/>
                  </a:lnTo>
                  <a:lnTo>
                    <a:pt x="825" y="1542"/>
                  </a:lnTo>
                  <a:lnTo>
                    <a:pt x="958" y="1356"/>
                  </a:lnTo>
                  <a:lnTo>
                    <a:pt x="1117" y="1170"/>
                  </a:lnTo>
                  <a:lnTo>
                    <a:pt x="1303" y="1010"/>
                  </a:lnTo>
                  <a:lnTo>
                    <a:pt x="1489" y="851"/>
                  </a:lnTo>
                  <a:lnTo>
                    <a:pt x="1675" y="744"/>
                  </a:lnTo>
                  <a:lnTo>
                    <a:pt x="1888" y="638"/>
                  </a:lnTo>
                  <a:lnTo>
                    <a:pt x="2127" y="532"/>
                  </a:lnTo>
                  <a:lnTo>
                    <a:pt x="2366" y="479"/>
                  </a:lnTo>
                  <a:lnTo>
                    <a:pt x="2606" y="425"/>
                  </a:lnTo>
                  <a:lnTo>
                    <a:pt x="2872" y="399"/>
                  </a:lnTo>
                  <a:close/>
                  <a:moveTo>
                    <a:pt x="2845" y="0"/>
                  </a:moveTo>
                  <a:lnTo>
                    <a:pt x="2553" y="27"/>
                  </a:lnTo>
                  <a:lnTo>
                    <a:pt x="2287" y="80"/>
                  </a:lnTo>
                  <a:lnTo>
                    <a:pt x="1994" y="160"/>
                  </a:lnTo>
                  <a:lnTo>
                    <a:pt x="1729" y="266"/>
                  </a:lnTo>
                  <a:lnTo>
                    <a:pt x="1489" y="372"/>
                  </a:lnTo>
                  <a:lnTo>
                    <a:pt x="1250" y="532"/>
                  </a:lnTo>
                  <a:lnTo>
                    <a:pt x="1037" y="691"/>
                  </a:lnTo>
                  <a:lnTo>
                    <a:pt x="825" y="877"/>
                  </a:lnTo>
                  <a:lnTo>
                    <a:pt x="639" y="1090"/>
                  </a:lnTo>
                  <a:lnTo>
                    <a:pt x="479" y="1329"/>
                  </a:lnTo>
                  <a:lnTo>
                    <a:pt x="346" y="1542"/>
                  </a:lnTo>
                  <a:lnTo>
                    <a:pt x="213" y="1808"/>
                  </a:lnTo>
                  <a:lnTo>
                    <a:pt x="134" y="2073"/>
                  </a:lnTo>
                  <a:lnTo>
                    <a:pt x="54" y="2339"/>
                  </a:lnTo>
                  <a:lnTo>
                    <a:pt x="1" y="2632"/>
                  </a:lnTo>
                  <a:lnTo>
                    <a:pt x="1" y="2924"/>
                  </a:lnTo>
                  <a:lnTo>
                    <a:pt x="1" y="10845"/>
                  </a:lnTo>
                  <a:lnTo>
                    <a:pt x="1" y="10925"/>
                  </a:lnTo>
                  <a:lnTo>
                    <a:pt x="54" y="10978"/>
                  </a:lnTo>
                  <a:lnTo>
                    <a:pt x="107" y="11031"/>
                  </a:lnTo>
                  <a:lnTo>
                    <a:pt x="187" y="11058"/>
                  </a:lnTo>
                  <a:lnTo>
                    <a:pt x="5636" y="11058"/>
                  </a:lnTo>
                  <a:lnTo>
                    <a:pt x="5689" y="11031"/>
                  </a:lnTo>
                  <a:lnTo>
                    <a:pt x="5769" y="10978"/>
                  </a:lnTo>
                  <a:lnTo>
                    <a:pt x="5795" y="10925"/>
                  </a:lnTo>
                  <a:lnTo>
                    <a:pt x="5822" y="10845"/>
                  </a:lnTo>
                  <a:lnTo>
                    <a:pt x="5822" y="7310"/>
                  </a:lnTo>
                  <a:lnTo>
                    <a:pt x="5795" y="7230"/>
                  </a:lnTo>
                  <a:lnTo>
                    <a:pt x="5742" y="7150"/>
                  </a:lnTo>
                  <a:lnTo>
                    <a:pt x="1782" y="4253"/>
                  </a:lnTo>
                  <a:lnTo>
                    <a:pt x="1622" y="4094"/>
                  </a:lnTo>
                  <a:lnTo>
                    <a:pt x="1516" y="3908"/>
                  </a:lnTo>
                  <a:lnTo>
                    <a:pt x="1436" y="3695"/>
                  </a:lnTo>
                  <a:lnTo>
                    <a:pt x="1410" y="3456"/>
                  </a:lnTo>
                  <a:lnTo>
                    <a:pt x="1410" y="3004"/>
                  </a:lnTo>
                  <a:lnTo>
                    <a:pt x="1436" y="2711"/>
                  </a:lnTo>
                  <a:lnTo>
                    <a:pt x="1516" y="2446"/>
                  </a:lnTo>
                  <a:lnTo>
                    <a:pt x="1622" y="2180"/>
                  </a:lnTo>
                  <a:lnTo>
                    <a:pt x="1808" y="1967"/>
                  </a:lnTo>
                  <a:lnTo>
                    <a:pt x="2021" y="1754"/>
                  </a:lnTo>
                  <a:lnTo>
                    <a:pt x="2260" y="1622"/>
                  </a:lnTo>
                  <a:lnTo>
                    <a:pt x="2526" y="1515"/>
                  </a:lnTo>
                  <a:lnTo>
                    <a:pt x="2845" y="1462"/>
                  </a:lnTo>
                  <a:lnTo>
                    <a:pt x="3137" y="1489"/>
                  </a:lnTo>
                  <a:lnTo>
                    <a:pt x="3430" y="1568"/>
                  </a:lnTo>
                  <a:lnTo>
                    <a:pt x="3696" y="1701"/>
                  </a:lnTo>
                  <a:lnTo>
                    <a:pt x="3935" y="1887"/>
                  </a:lnTo>
                  <a:lnTo>
                    <a:pt x="4147" y="2100"/>
                  </a:lnTo>
                  <a:lnTo>
                    <a:pt x="4280" y="2366"/>
                  </a:lnTo>
                  <a:lnTo>
                    <a:pt x="4387" y="2658"/>
                  </a:lnTo>
                  <a:lnTo>
                    <a:pt x="4413" y="2977"/>
                  </a:lnTo>
                  <a:lnTo>
                    <a:pt x="4413" y="3535"/>
                  </a:lnTo>
                  <a:lnTo>
                    <a:pt x="4413" y="3695"/>
                  </a:lnTo>
                  <a:lnTo>
                    <a:pt x="4466" y="3828"/>
                  </a:lnTo>
                  <a:lnTo>
                    <a:pt x="4520" y="3934"/>
                  </a:lnTo>
                  <a:lnTo>
                    <a:pt x="4626" y="4040"/>
                  </a:lnTo>
                  <a:lnTo>
                    <a:pt x="4732" y="4120"/>
                  </a:lnTo>
                  <a:lnTo>
                    <a:pt x="4839" y="4200"/>
                  </a:lnTo>
                  <a:lnTo>
                    <a:pt x="4971" y="4226"/>
                  </a:lnTo>
                  <a:lnTo>
                    <a:pt x="5104" y="4253"/>
                  </a:lnTo>
                  <a:lnTo>
                    <a:pt x="5264" y="4226"/>
                  </a:lnTo>
                  <a:lnTo>
                    <a:pt x="5397" y="4200"/>
                  </a:lnTo>
                  <a:lnTo>
                    <a:pt x="5503" y="4120"/>
                  </a:lnTo>
                  <a:lnTo>
                    <a:pt x="5609" y="4040"/>
                  </a:lnTo>
                  <a:lnTo>
                    <a:pt x="5716" y="3934"/>
                  </a:lnTo>
                  <a:lnTo>
                    <a:pt x="5769" y="3828"/>
                  </a:lnTo>
                  <a:lnTo>
                    <a:pt x="5822" y="3695"/>
                  </a:lnTo>
                  <a:lnTo>
                    <a:pt x="5822" y="3535"/>
                  </a:lnTo>
                  <a:lnTo>
                    <a:pt x="5822" y="2977"/>
                  </a:lnTo>
                  <a:lnTo>
                    <a:pt x="5795" y="2685"/>
                  </a:lnTo>
                  <a:lnTo>
                    <a:pt x="5769" y="2392"/>
                  </a:lnTo>
                  <a:lnTo>
                    <a:pt x="5689" y="2100"/>
                  </a:lnTo>
                  <a:lnTo>
                    <a:pt x="5583" y="1834"/>
                  </a:lnTo>
                  <a:lnTo>
                    <a:pt x="5450" y="1568"/>
                  </a:lnTo>
                  <a:lnTo>
                    <a:pt x="5290" y="1303"/>
                  </a:lnTo>
                  <a:lnTo>
                    <a:pt x="5131" y="1063"/>
                  </a:lnTo>
                  <a:lnTo>
                    <a:pt x="4918" y="851"/>
                  </a:lnTo>
                  <a:lnTo>
                    <a:pt x="4706" y="665"/>
                  </a:lnTo>
                  <a:lnTo>
                    <a:pt x="4466" y="479"/>
                  </a:lnTo>
                  <a:lnTo>
                    <a:pt x="4227" y="346"/>
                  </a:lnTo>
                  <a:lnTo>
                    <a:pt x="3961" y="213"/>
                  </a:lnTo>
                  <a:lnTo>
                    <a:pt x="3696" y="133"/>
                  </a:lnTo>
                  <a:lnTo>
                    <a:pt x="3430" y="53"/>
                  </a:lnTo>
                  <a:lnTo>
                    <a:pt x="3137" y="2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0" name="Google Shape;1400;p87"/>
            <p:cNvSpPr/>
            <p:nvPr/>
          </p:nvSpPr>
          <p:spPr>
            <a:xfrm>
              <a:off x="5674000" y="1526075"/>
              <a:ext cx="38575" cy="35250"/>
            </a:xfrm>
            <a:custGeom>
              <a:rect b="b" l="l" r="r" t="t"/>
              <a:pathLst>
                <a:path extrusionOk="0" h="1410" w="1543">
                  <a:moveTo>
                    <a:pt x="107" y="1"/>
                  </a:moveTo>
                  <a:lnTo>
                    <a:pt x="54" y="54"/>
                  </a:lnTo>
                  <a:lnTo>
                    <a:pt x="1" y="107"/>
                  </a:lnTo>
                  <a:lnTo>
                    <a:pt x="1" y="187"/>
                  </a:lnTo>
                  <a:lnTo>
                    <a:pt x="1" y="267"/>
                  </a:lnTo>
                  <a:lnTo>
                    <a:pt x="54" y="346"/>
                  </a:lnTo>
                  <a:lnTo>
                    <a:pt x="107" y="373"/>
                  </a:lnTo>
                  <a:lnTo>
                    <a:pt x="187" y="399"/>
                  </a:lnTo>
                  <a:lnTo>
                    <a:pt x="772" y="399"/>
                  </a:lnTo>
                  <a:lnTo>
                    <a:pt x="107" y="1064"/>
                  </a:lnTo>
                  <a:lnTo>
                    <a:pt x="81" y="1117"/>
                  </a:lnTo>
                  <a:lnTo>
                    <a:pt x="54" y="1170"/>
                  </a:lnTo>
                  <a:lnTo>
                    <a:pt x="54" y="1223"/>
                  </a:lnTo>
                  <a:lnTo>
                    <a:pt x="54" y="1277"/>
                  </a:lnTo>
                  <a:lnTo>
                    <a:pt x="107" y="1330"/>
                  </a:lnTo>
                  <a:lnTo>
                    <a:pt x="134" y="1356"/>
                  </a:lnTo>
                  <a:lnTo>
                    <a:pt x="187" y="1383"/>
                  </a:lnTo>
                  <a:lnTo>
                    <a:pt x="240" y="1410"/>
                  </a:lnTo>
                  <a:lnTo>
                    <a:pt x="1330" y="1383"/>
                  </a:lnTo>
                  <a:lnTo>
                    <a:pt x="1410" y="1383"/>
                  </a:lnTo>
                  <a:lnTo>
                    <a:pt x="1463" y="1330"/>
                  </a:lnTo>
                  <a:lnTo>
                    <a:pt x="1516" y="1277"/>
                  </a:lnTo>
                  <a:lnTo>
                    <a:pt x="1543" y="1197"/>
                  </a:lnTo>
                  <a:lnTo>
                    <a:pt x="1516" y="1117"/>
                  </a:lnTo>
                  <a:lnTo>
                    <a:pt x="1463" y="1064"/>
                  </a:lnTo>
                  <a:lnTo>
                    <a:pt x="1410" y="1011"/>
                  </a:lnTo>
                  <a:lnTo>
                    <a:pt x="1330" y="984"/>
                  </a:lnTo>
                  <a:lnTo>
                    <a:pt x="745" y="984"/>
                  </a:lnTo>
                  <a:lnTo>
                    <a:pt x="1410" y="346"/>
                  </a:lnTo>
                  <a:lnTo>
                    <a:pt x="1436" y="293"/>
                  </a:lnTo>
                  <a:lnTo>
                    <a:pt x="1463" y="240"/>
                  </a:lnTo>
                  <a:lnTo>
                    <a:pt x="1463" y="187"/>
                  </a:lnTo>
                  <a:lnTo>
                    <a:pt x="1436" y="134"/>
                  </a:lnTo>
                  <a:lnTo>
                    <a:pt x="1410" y="80"/>
                  </a:lnTo>
                  <a:lnTo>
                    <a:pt x="1383" y="27"/>
                  </a:lnTo>
                  <a:lnTo>
                    <a:pt x="133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87"/>
            <p:cNvSpPr/>
            <p:nvPr/>
          </p:nvSpPr>
          <p:spPr>
            <a:xfrm>
              <a:off x="5721200" y="1488200"/>
              <a:ext cx="45875" cy="42550"/>
            </a:xfrm>
            <a:custGeom>
              <a:rect b="b" l="l" r="r" t="t"/>
              <a:pathLst>
                <a:path extrusionOk="0" h="1702" w="1835">
                  <a:moveTo>
                    <a:pt x="213" y="1"/>
                  </a:moveTo>
                  <a:lnTo>
                    <a:pt x="133" y="27"/>
                  </a:lnTo>
                  <a:lnTo>
                    <a:pt x="53" y="80"/>
                  </a:lnTo>
                  <a:lnTo>
                    <a:pt x="27" y="134"/>
                  </a:lnTo>
                  <a:lnTo>
                    <a:pt x="0" y="213"/>
                  </a:lnTo>
                  <a:lnTo>
                    <a:pt x="27" y="293"/>
                  </a:lnTo>
                  <a:lnTo>
                    <a:pt x="53" y="346"/>
                  </a:lnTo>
                  <a:lnTo>
                    <a:pt x="133" y="399"/>
                  </a:lnTo>
                  <a:lnTo>
                    <a:pt x="213" y="399"/>
                  </a:lnTo>
                  <a:lnTo>
                    <a:pt x="1090" y="426"/>
                  </a:lnTo>
                  <a:lnTo>
                    <a:pt x="133" y="1356"/>
                  </a:lnTo>
                  <a:lnTo>
                    <a:pt x="106" y="1409"/>
                  </a:lnTo>
                  <a:lnTo>
                    <a:pt x="80" y="1463"/>
                  </a:lnTo>
                  <a:lnTo>
                    <a:pt x="80" y="1516"/>
                  </a:lnTo>
                  <a:lnTo>
                    <a:pt x="106" y="1569"/>
                  </a:lnTo>
                  <a:lnTo>
                    <a:pt x="133" y="1622"/>
                  </a:lnTo>
                  <a:lnTo>
                    <a:pt x="160" y="1649"/>
                  </a:lnTo>
                  <a:lnTo>
                    <a:pt x="213" y="1675"/>
                  </a:lnTo>
                  <a:lnTo>
                    <a:pt x="292" y="1702"/>
                  </a:lnTo>
                  <a:lnTo>
                    <a:pt x="1622" y="1675"/>
                  </a:lnTo>
                  <a:lnTo>
                    <a:pt x="1701" y="1675"/>
                  </a:lnTo>
                  <a:lnTo>
                    <a:pt x="1781" y="1622"/>
                  </a:lnTo>
                  <a:lnTo>
                    <a:pt x="1808" y="1569"/>
                  </a:lnTo>
                  <a:lnTo>
                    <a:pt x="1834" y="1489"/>
                  </a:lnTo>
                  <a:lnTo>
                    <a:pt x="1808" y="1409"/>
                  </a:lnTo>
                  <a:lnTo>
                    <a:pt x="1781" y="1356"/>
                  </a:lnTo>
                  <a:lnTo>
                    <a:pt x="1701" y="1303"/>
                  </a:lnTo>
                  <a:lnTo>
                    <a:pt x="1622" y="1277"/>
                  </a:lnTo>
                  <a:lnTo>
                    <a:pt x="771" y="1277"/>
                  </a:lnTo>
                  <a:lnTo>
                    <a:pt x="1701" y="373"/>
                  </a:lnTo>
                  <a:lnTo>
                    <a:pt x="1754" y="320"/>
                  </a:lnTo>
                  <a:lnTo>
                    <a:pt x="1754" y="266"/>
                  </a:lnTo>
                  <a:lnTo>
                    <a:pt x="1781" y="187"/>
                  </a:lnTo>
                  <a:lnTo>
                    <a:pt x="1754" y="134"/>
                  </a:lnTo>
                  <a:lnTo>
                    <a:pt x="1728" y="80"/>
                  </a:lnTo>
                  <a:lnTo>
                    <a:pt x="1675" y="54"/>
                  </a:lnTo>
                  <a:lnTo>
                    <a:pt x="1622" y="27"/>
                  </a:lnTo>
                  <a:lnTo>
                    <a:pt x="1568"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02" name="Google Shape;1402;p87"/>
          <p:cNvGrpSpPr/>
          <p:nvPr/>
        </p:nvGrpSpPr>
        <p:grpSpPr>
          <a:xfrm>
            <a:off x="7255562" y="1219296"/>
            <a:ext cx="165557" cy="311837"/>
            <a:chOff x="6406325" y="1295500"/>
            <a:chExt cx="160175" cy="301700"/>
          </a:xfrm>
        </p:grpSpPr>
        <p:sp>
          <p:nvSpPr>
            <p:cNvPr id="1403" name="Google Shape;1403;p87"/>
            <p:cNvSpPr/>
            <p:nvPr/>
          </p:nvSpPr>
          <p:spPr>
            <a:xfrm>
              <a:off x="6422275" y="1336700"/>
              <a:ext cx="128950" cy="128925"/>
            </a:xfrm>
            <a:custGeom>
              <a:rect b="b" l="l" r="r" t="t"/>
              <a:pathLst>
                <a:path extrusionOk="0" h="5157" w="5158">
                  <a:moveTo>
                    <a:pt x="2579" y="479"/>
                  </a:moveTo>
                  <a:lnTo>
                    <a:pt x="3110" y="1010"/>
                  </a:lnTo>
                  <a:lnTo>
                    <a:pt x="3137" y="1063"/>
                  </a:lnTo>
                  <a:lnTo>
                    <a:pt x="2871" y="1010"/>
                  </a:lnTo>
                  <a:lnTo>
                    <a:pt x="2579" y="984"/>
                  </a:lnTo>
                  <a:lnTo>
                    <a:pt x="2552" y="984"/>
                  </a:lnTo>
                  <a:lnTo>
                    <a:pt x="2260" y="1010"/>
                  </a:lnTo>
                  <a:lnTo>
                    <a:pt x="1994" y="1063"/>
                  </a:lnTo>
                  <a:lnTo>
                    <a:pt x="2047" y="1010"/>
                  </a:lnTo>
                  <a:lnTo>
                    <a:pt x="2579" y="479"/>
                  </a:lnTo>
                  <a:close/>
                  <a:moveTo>
                    <a:pt x="2366" y="1409"/>
                  </a:moveTo>
                  <a:lnTo>
                    <a:pt x="2366" y="1781"/>
                  </a:lnTo>
                  <a:lnTo>
                    <a:pt x="2260" y="1808"/>
                  </a:lnTo>
                  <a:lnTo>
                    <a:pt x="2154" y="1861"/>
                  </a:lnTo>
                  <a:lnTo>
                    <a:pt x="1808" y="1515"/>
                  </a:lnTo>
                  <a:lnTo>
                    <a:pt x="2074" y="1435"/>
                  </a:lnTo>
                  <a:lnTo>
                    <a:pt x="2366" y="1409"/>
                  </a:lnTo>
                  <a:close/>
                  <a:moveTo>
                    <a:pt x="2765" y="1409"/>
                  </a:moveTo>
                  <a:lnTo>
                    <a:pt x="3057" y="1435"/>
                  </a:lnTo>
                  <a:lnTo>
                    <a:pt x="3323" y="1515"/>
                  </a:lnTo>
                  <a:lnTo>
                    <a:pt x="2978" y="1861"/>
                  </a:lnTo>
                  <a:lnTo>
                    <a:pt x="2871" y="1808"/>
                  </a:lnTo>
                  <a:lnTo>
                    <a:pt x="2765" y="1781"/>
                  </a:lnTo>
                  <a:lnTo>
                    <a:pt x="2765" y="1409"/>
                  </a:lnTo>
                  <a:close/>
                  <a:moveTo>
                    <a:pt x="2021" y="452"/>
                  </a:moveTo>
                  <a:lnTo>
                    <a:pt x="1755" y="718"/>
                  </a:lnTo>
                  <a:lnTo>
                    <a:pt x="1516" y="1010"/>
                  </a:lnTo>
                  <a:lnTo>
                    <a:pt x="1303" y="1303"/>
                  </a:lnTo>
                  <a:lnTo>
                    <a:pt x="1011" y="1515"/>
                  </a:lnTo>
                  <a:lnTo>
                    <a:pt x="718" y="1754"/>
                  </a:lnTo>
                  <a:lnTo>
                    <a:pt x="452" y="2020"/>
                  </a:lnTo>
                  <a:lnTo>
                    <a:pt x="559" y="1728"/>
                  </a:lnTo>
                  <a:lnTo>
                    <a:pt x="692" y="1489"/>
                  </a:lnTo>
                  <a:lnTo>
                    <a:pt x="851" y="1249"/>
                  </a:lnTo>
                  <a:lnTo>
                    <a:pt x="1037" y="1037"/>
                  </a:lnTo>
                  <a:lnTo>
                    <a:pt x="1250" y="851"/>
                  </a:lnTo>
                  <a:lnTo>
                    <a:pt x="1489" y="691"/>
                  </a:lnTo>
                  <a:lnTo>
                    <a:pt x="1728" y="558"/>
                  </a:lnTo>
                  <a:lnTo>
                    <a:pt x="2021" y="452"/>
                  </a:lnTo>
                  <a:close/>
                  <a:moveTo>
                    <a:pt x="3110" y="452"/>
                  </a:moveTo>
                  <a:lnTo>
                    <a:pt x="3403" y="558"/>
                  </a:lnTo>
                  <a:lnTo>
                    <a:pt x="3669" y="691"/>
                  </a:lnTo>
                  <a:lnTo>
                    <a:pt x="3881" y="851"/>
                  </a:lnTo>
                  <a:lnTo>
                    <a:pt x="4094" y="1037"/>
                  </a:lnTo>
                  <a:lnTo>
                    <a:pt x="4307" y="1249"/>
                  </a:lnTo>
                  <a:lnTo>
                    <a:pt x="4440" y="1489"/>
                  </a:lnTo>
                  <a:lnTo>
                    <a:pt x="4572" y="1728"/>
                  </a:lnTo>
                  <a:lnTo>
                    <a:pt x="4679" y="2020"/>
                  </a:lnTo>
                  <a:lnTo>
                    <a:pt x="4413" y="1754"/>
                  </a:lnTo>
                  <a:lnTo>
                    <a:pt x="4147" y="1515"/>
                  </a:lnTo>
                  <a:lnTo>
                    <a:pt x="3828" y="1303"/>
                  </a:lnTo>
                  <a:lnTo>
                    <a:pt x="3616" y="1010"/>
                  </a:lnTo>
                  <a:lnTo>
                    <a:pt x="3376" y="718"/>
                  </a:lnTo>
                  <a:lnTo>
                    <a:pt x="3110" y="452"/>
                  </a:lnTo>
                  <a:close/>
                  <a:moveTo>
                    <a:pt x="1516" y="1808"/>
                  </a:moveTo>
                  <a:lnTo>
                    <a:pt x="1861" y="2153"/>
                  </a:lnTo>
                  <a:lnTo>
                    <a:pt x="1835" y="2259"/>
                  </a:lnTo>
                  <a:lnTo>
                    <a:pt x="1781" y="2366"/>
                  </a:lnTo>
                  <a:lnTo>
                    <a:pt x="1409" y="2366"/>
                  </a:lnTo>
                  <a:lnTo>
                    <a:pt x="1436" y="2073"/>
                  </a:lnTo>
                  <a:lnTo>
                    <a:pt x="1516" y="1808"/>
                  </a:lnTo>
                  <a:close/>
                  <a:moveTo>
                    <a:pt x="3616" y="1808"/>
                  </a:moveTo>
                  <a:lnTo>
                    <a:pt x="3695" y="2073"/>
                  </a:lnTo>
                  <a:lnTo>
                    <a:pt x="3748" y="2366"/>
                  </a:lnTo>
                  <a:lnTo>
                    <a:pt x="3350" y="2366"/>
                  </a:lnTo>
                  <a:lnTo>
                    <a:pt x="3323" y="2259"/>
                  </a:lnTo>
                  <a:lnTo>
                    <a:pt x="3270" y="2153"/>
                  </a:lnTo>
                  <a:lnTo>
                    <a:pt x="3616" y="1808"/>
                  </a:lnTo>
                  <a:close/>
                  <a:moveTo>
                    <a:pt x="2579" y="2153"/>
                  </a:moveTo>
                  <a:lnTo>
                    <a:pt x="2659" y="2180"/>
                  </a:lnTo>
                  <a:lnTo>
                    <a:pt x="2738" y="2180"/>
                  </a:lnTo>
                  <a:lnTo>
                    <a:pt x="2845" y="2286"/>
                  </a:lnTo>
                  <a:lnTo>
                    <a:pt x="2951" y="2419"/>
                  </a:lnTo>
                  <a:lnTo>
                    <a:pt x="2978" y="2472"/>
                  </a:lnTo>
                  <a:lnTo>
                    <a:pt x="2978" y="2578"/>
                  </a:lnTo>
                  <a:lnTo>
                    <a:pt x="2978" y="2658"/>
                  </a:lnTo>
                  <a:lnTo>
                    <a:pt x="2951" y="2738"/>
                  </a:lnTo>
                  <a:lnTo>
                    <a:pt x="2845" y="2844"/>
                  </a:lnTo>
                  <a:lnTo>
                    <a:pt x="2738" y="2951"/>
                  </a:lnTo>
                  <a:lnTo>
                    <a:pt x="2659" y="2977"/>
                  </a:lnTo>
                  <a:lnTo>
                    <a:pt x="2473" y="2977"/>
                  </a:lnTo>
                  <a:lnTo>
                    <a:pt x="2419" y="2951"/>
                  </a:lnTo>
                  <a:lnTo>
                    <a:pt x="2286" y="2844"/>
                  </a:lnTo>
                  <a:lnTo>
                    <a:pt x="2180" y="2738"/>
                  </a:lnTo>
                  <a:lnTo>
                    <a:pt x="2180" y="2658"/>
                  </a:lnTo>
                  <a:lnTo>
                    <a:pt x="2154" y="2578"/>
                  </a:lnTo>
                  <a:lnTo>
                    <a:pt x="2180" y="2472"/>
                  </a:lnTo>
                  <a:lnTo>
                    <a:pt x="2180" y="2419"/>
                  </a:lnTo>
                  <a:lnTo>
                    <a:pt x="2286" y="2286"/>
                  </a:lnTo>
                  <a:lnTo>
                    <a:pt x="2419" y="2180"/>
                  </a:lnTo>
                  <a:lnTo>
                    <a:pt x="2473" y="2180"/>
                  </a:lnTo>
                  <a:lnTo>
                    <a:pt x="2579" y="2153"/>
                  </a:lnTo>
                  <a:close/>
                  <a:moveTo>
                    <a:pt x="1064" y="1994"/>
                  </a:moveTo>
                  <a:lnTo>
                    <a:pt x="1011" y="2259"/>
                  </a:lnTo>
                  <a:lnTo>
                    <a:pt x="984" y="2552"/>
                  </a:lnTo>
                  <a:lnTo>
                    <a:pt x="984" y="2578"/>
                  </a:lnTo>
                  <a:lnTo>
                    <a:pt x="1011" y="2871"/>
                  </a:lnTo>
                  <a:lnTo>
                    <a:pt x="1064" y="3137"/>
                  </a:lnTo>
                  <a:lnTo>
                    <a:pt x="1011" y="3083"/>
                  </a:lnTo>
                  <a:lnTo>
                    <a:pt x="479" y="2578"/>
                  </a:lnTo>
                  <a:lnTo>
                    <a:pt x="1011" y="2047"/>
                  </a:lnTo>
                  <a:lnTo>
                    <a:pt x="1064" y="1994"/>
                  </a:lnTo>
                  <a:close/>
                  <a:moveTo>
                    <a:pt x="4094" y="1994"/>
                  </a:moveTo>
                  <a:lnTo>
                    <a:pt x="4121" y="2047"/>
                  </a:lnTo>
                  <a:lnTo>
                    <a:pt x="4652" y="2578"/>
                  </a:lnTo>
                  <a:lnTo>
                    <a:pt x="4121" y="3083"/>
                  </a:lnTo>
                  <a:lnTo>
                    <a:pt x="4094" y="3137"/>
                  </a:lnTo>
                  <a:lnTo>
                    <a:pt x="4121" y="2871"/>
                  </a:lnTo>
                  <a:lnTo>
                    <a:pt x="4147" y="2578"/>
                  </a:lnTo>
                  <a:lnTo>
                    <a:pt x="4147" y="2552"/>
                  </a:lnTo>
                  <a:lnTo>
                    <a:pt x="4121" y="2259"/>
                  </a:lnTo>
                  <a:lnTo>
                    <a:pt x="4094" y="1994"/>
                  </a:lnTo>
                  <a:close/>
                  <a:moveTo>
                    <a:pt x="1781" y="2765"/>
                  </a:moveTo>
                  <a:lnTo>
                    <a:pt x="1835" y="2871"/>
                  </a:lnTo>
                  <a:lnTo>
                    <a:pt x="1861" y="2977"/>
                  </a:lnTo>
                  <a:lnTo>
                    <a:pt x="1516" y="3323"/>
                  </a:lnTo>
                  <a:lnTo>
                    <a:pt x="1436" y="3057"/>
                  </a:lnTo>
                  <a:lnTo>
                    <a:pt x="1409" y="2765"/>
                  </a:lnTo>
                  <a:close/>
                  <a:moveTo>
                    <a:pt x="3748" y="2765"/>
                  </a:moveTo>
                  <a:lnTo>
                    <a:pt x="3695" y="3057"/>
                  </a:lnTo>
                  <a:lnTo>
                    <a:pt x="3616" y="3323"/>
                  </a:lnTo>
                  <a:lnTo>
                    <a:pt x="3270" y="2977"/>
                  </a:lnTo>
                  <a:lnTo>
                    <a:pt x="3323" y="2871"/>
                  </a:lnTo>
                  <a:lnTo>
                    <a:pt x="3350" y="2765"/>
                  </a:lnTo>
                  <a:close/>
                  <a:moveTo>
                    <a:pt x="2154" y="3270"/>
                  </a:moveTo>
                  <a:lnTo>
                    <a:pt x="2260" y="3323"/>
                  </a:lnTo>
                  <a:lnTo>
                    <a:pt x="2366" y="3349"/>
                  </a:lnTo>
                  <a:lnTo>
                    <a:pt x="2366" y="3721"/>
                  </a:lnTo>
                  <a:lnTo>
                    <a:pt x="2074" y="3695"/>
                  </a:lnTo>
                  <a:lnTo>
                    <a:pt x="1808" y="3615"/>
                  </a:lnTo>
                  <a:lnTo>
                    <a:pt x="2154" y="3270"/>
                  </a:lnTo>
                  <a:close/>
                  <a:moveTo>
                    <a:pt x="2978" y="3270"/>
                  </a:moveTo>
                  <a:lnTo>
                    <a:pt x="3323" y="3615"/>
                  </a:lnTo>
                  <a:lnTo>
                    <a:pt x="3057" y="3695"/>
                  </a:lnTo>
                  <a:lnTo>
                    <a:pt x="2765" y="3721"/>
                  </a:lnTo>
                  <a:lnTo>
                    <a:pt x="2765" y="3349"/>
                  </a:lnTo>
                  <a:lnTo>
                    <a:pt x="2871" y="3323"/>
                  </a:lnTo>
                  <a:lnTo>
                    <a:pt x="2978" y="3270"/>
                  </a:lnTo>
                  <a:close/>
                  <a:moveTo>
                    <a:pt x="3137" y="4067"/>
                  </a:moveTo>
                  <a:lnTo>
                    <a:pt x="3110" y="4120"/>
                  </a:lnTo>
                  <a:lnTo>
                    <a:pt x="2579" y="4652"/>
                  </a:lnTo>
                  <a:lnTo>
                    <a:pt x="2047" y="4120"/>
                  </a:lnTo>
                  <a:lnTo>
                    <a:pt x="1994" y="4067"/>
                  </a:lnTo>
                  <a:lnTo>
                    <a:pt x="2260" y="4120"/>
                  </a:lnTo>
                  <a:lnTo>
                    <a:pt x="2552" y="4147"/>
                  </a:lnTo>
                  <a:lnTo>
                    <a:pt x="2579" y="4147"/>
                  </a:lnTo>
                  <a:lnTo>
                    <a:pt x="2871" y="4120"/>
                  </a:lnTo>
                  <a:lnTo>
                    <a:pt x="3137" y="4067"/>
                  </a:lnTo>
                  <a:close/>
                  <a:moveTo>
                    <a:pt x="452" y="3110"/>
                  </a:moveTo>
                  <a:lnTo>
                    <a:pt x="718" y="3376"/>
                  </a:lnTo>
                  <a:lnTo>
                    <a:pt x="1011" y="3615"/>
                  </a:lnTo>
                  <a:lnTo>
                    <a:pt x="1303" y="3828"/>
                  </a:lnTo>
                  <a:lnTo>
                    <a:pt x="1516" y="4120"/>
                  </a:lnTo>
                  <a:lnTo>
                    <a:pt x="1755" y="4413"/>
                  </a:lnTo>
                  <a:lnTo>
                    <a:pt x="2021" y="4678"/>
                  </a:lnTo>
                  <a:lnTo>
                    <a:pt x="1728" y="4572"/>
                  </a:lnTo>
                  <a:lnTo>
                    <a:pt x="1489" y="4439"/>
                  </a:lnTo>
                  <a:lnTo>
                    <a:pt x="1250" y="4280"/>
                  </a:lnTo>
                  <a:lnTo>
                    <a:pt x="1037" y="4094"/>
                  </a:lnTo>
                  <a:lnTo>
                    <a:pt x="851" y="3881"/>
                  </a:lnTo>
                  <a:lnTo>
                    <a:pt x="692" y="3642"/>
                  </a:lnTo>
                  <a:lnTo>
                    <a:pt x="559" y="3402"/>
                  </a:lnTo>
                  <a:lnTo>
                    <a:pt x="452" y="3110"/>
                  </a:lnTo>
                  <a:close/>
                  <a:moveTo>
                    <a:pt x="4679" y="3110"/>
                  </a:moveTo>
                  <a:lnTo>
                    <a:pt x="4572" y="3402"/>
                  </a:lnTo>
                  <a:lnTo>
                    <a:pt x="4440" y="3642"/>
                  </a:lnTo>
                  <a:lnTo>
                    <a:pt x="4307" y="3881"/>
                  </a:lnTo>
                  <a:lnTo>
                    <a:pt x="4094" y="4094"/>
                  </a:lnTo>
                  <a:lnTo>
                    <a:pt x="3881" y="4280"/>
                  </a:lnTo>
                  <a:lnTo>
                    <a:pt x="3669" y="4439"/>
                  </a:lnTo>
                  <a:lnTo>
                    <a:pt x="3403" y="4572"/>
                  </a:lnTo>
                  <a:lnTo>
                    <a:pt x="3110" y="4678"/>
                  </a:lnTo>
                  <a:lnTo>
                    <a:pt x="3376" y="4413"/>
                  </a:lnTo>
                  <a:lnTo>
                    <a:pt x="3616" y="4147"/>
                  </a:lnTo>
                  <a:lnTo>
                    <a:pt x="3828" y="3828"/>
                  </a:lnTo>
                  <a:lnTo>
                    <a:pt x="4147" y="3615"/>
                  </a:lnTo>
                  <a:lnTo>
                    <a:pt x="4413" y="3376"/>
                  </a:lnTo>
                  <a:lnTo>
                    <a:pt x="4679" y="3110"/>
                  </a:lnTo>
                  <a:close/>
                  <a:moveTo>
                    <a:pt x="2313" y="0"/>
                  </a:moveTo>
                  <a:lnTo>
                    <a:pt x="2047" y="53"/>
                  </a:lnTo>
                  <a:lnTo>
                    <a:pt x="1808" y="106"/>
                  </a:lnTo>
                  <a:lnTo>
                    <a:pt x="1569" y="186"/>
                  </a:lnTo>
                  <a:lnTo>
                    <a:pt x="1330" y="292"/>
                  </a:lnTo>
                  <a:lnTo>
                    <a:pt x="1117" y="425"/>
                  </a:lnTo>
                  <a:lnTo>
                    <a:pt x="931" y="585"/>
                  </a:lnTo>
                  <a:lnTo>
                    <a:pt x="745" y="744"/>
                  </a:lnTo>
                  <a:lnTo>
                    <a:pt x="585" y="930"/>
                  </a:lnTo>
                  <a:lnTo>
                    <a:pt x="426" y="1116"/>
                  </a:lnTo>
                  <a:lnTo>
                    <a:pt x="293" y="1329"/>
                  </a:lnTo>
                  <a:lnTo>
                    <a:pt x="187" y="1568"/>
                  </a:lnTo>
                  <a:lnTo>
                    <a:pt x="107" y="1808"/>
                  </a:lnTo>
                  <a:lnTo>
                    <a:pt x="54" y="2047"/>
                  </a:lnTo>
                  <a:lnTo>
                    <a:pt x="0" y="2313"/>
                  </a:lnTo>
                  <a:lnTo>
                    <a:pt x="0" y="2578"/>
                  </a:lnTo>
                  <a:lnTo>
                    <a:pt x="0" y="2818"/>
                  </a:lnTo>
                  <a:lnTo>
                    <a:pt x="54" y="3083"/>
                  </a:lnTo>
                  <a:lnTo>
                    <a:pt x="107" y="3323"/>
                  </a:lnTo>
                  <a:lnTo>
                    <a:pt x="187" y="3562"/>
                  </a:lnTo>
                  <a:lnTo>
                    <a:pt x="293" y="3801"/>
                  </a:lnTo>
                  <a:lnTo>
                    <a:pt x="426" y="4014"/>
                  </a:lnTo>
                  <a:lnTo>
                    <a:pt x="585" y="4200"/>
                  </a:lnTo>
                  <a:lnTo>
                    <a:pt x="745" y="4386"/>
                  </a:lnTo>
                  <a:lnTo>
                    <a:pt x="931" y="4545"/>
                  </a:lnTo>
                  <a:lnTo>
                    <a:pt x="1117" y="4705"/>
                  </a:lnTo>
                  <a:lnTo>
                    <a:pt x="1330" y="4838"/>
                  </a:lnTo>
                  <a:lnTo>
                    <a:pt x="1569" y="4944"/>
                  </a:lnTo>
                  <a:lnTo>
                    <a:pt x="1808" y="5024"/>
                  </a:lnTo>
                  <a:lnTo>
                    <a:pt x="2047" y="5104"/>
                  </a:lnTo>
                  <a:lnTo>
                    <a:pt x="2313" y="5130"/>
                  </a:lnTo>
                  <a:lnTo>
                    <a:pt x="2579" y="5157"/>
                  </a:lnTo>
                  <a:lnTo>
                    <a:pt x="2818" y="5130"/>
                  </a:lnTo>
                  <a:lnTo>
                    <a:pt x="3084" y="5104"/>
                  </a:lnTo>
                  <a:lnTo>
                    <a:pt x="3323" y="5024"/>
                  </a:lnTo>
                  <a:lnTo>
                    <a:pt x="3562" y="4944"/>
                  </a:lnTo>
                  <a:lnTo>
                    <a:pt x="3802" y="4838"/>
                  </a:lnTo>
                  <a:lnTo>
                    <a:pt x="4014" y="4705"/>
                  </a:lnTo>
                  <a:lnTo>
                    <a:pt x="4200" y="4545"/>
                  </a:lnTo>
                  <a:lnTo>
                    <a:pt x="4386" y="4386"/>
                  </a:lnTo>
                  <a:lnTo>
                    <a:pt x="4546" y="4200"/>
                  </a:lnTo>
                  <a:lnTo>
                    <a:pt x="4705" y="4014"/>
                  </a:lnTo>
                  <a:lnTo>
                    <a:pt x="4838" y="3801"/>
                  </a:lnTo>
                  <a:lnTo>
                    <a:pt x="4945" y="3562"/>
                  </a:lnTo>
                  <a:lnTo>
                    <a:pt x="5024" y="3323"/>
                  </a:lnTo>
                  <a:lnTo>
                    <a:pt x="5104" y="3083"/>
                  </a:lnTo>
                  <a:lnTo>
                    <a:pt x="5131" y="2818"/>
                  </a:lnTo>
                  <a:lnTo>
                    <a:pt x="5157" y="2578"/>
                  </a:lnTo>
                  <a:lnTo>
                    <a:pt x="5131" y="2313"/>
                  </a:lnTo>
                  <a:lnTo>
                    <a:pt x="5104" y="2047"/>
                  </a:lnTo>
                  <a:lnTo>
                    <a:pt x="5024" y="1808"/>
                  </a:lnTo>
                  <a:lnTo>
                    <a:pt x="4945" y="1568"/>
                  </a:lnTo>
                  <a:lnTo>
                    <a:pt x="4838" y="1329"/>
                  </a:lnTo>
                  <a:lnTo>
                    <a:pt x="4705" y="1116"/>
                  </a:lnTo>
                  <a:lnTo>
                    <a:pt x="4546" y="930"/>
                  </a:lnTo>
                  <a:lnTo>
                    <a:pt x="4386" y="744"/>
                  </a:lnTo>
                  <a:lnTo>
                    <a:pt x="4200" y="585"/>
                  </a:lnTo>
                  <a:lnTo>
                    <a:pt x="4014" y="425"/>
                  </a:lnTo>
                  <a:lnTo>
                    <a:pt x="3802" y="292"/>
                  </a:lnTo>
                  <a:lnTo>
                    <a:pt x="3562" y="186"/>
                  </a:lnTo>
                  <a:lnTo>
                    <a:pt x="3323" y="106"/>
                  </a:lnTo>
                  <a:lnTo>
                    <a:pt x="3084" y="53"/>
                  </a:lnTo>
                  <a:lnTo>
                    <a:pt x="281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87"/>
            <p:cNvSpPr/>
            <p:nvPr/>
          </p:nvSpPr>
          <p:spPr>
            <a:xfrm>
              <a:off x="6406325" y="1295500"/>
              <a:ext cx="160175" cy="301700"/>
            </a:xfrm>
            <a:custGeom>
              <a:rect b="b" l="l" r="r" t="t"/>
              <a:pathLst>
                <a:path extrusionOk="0" h="12068" w="6407">
                  <a:moveTo>
                    <a:pt x="3217" y="1409"/>
                  </a:moveTo>
                  <a:lnTo>
                    <a:pt x="3483" y="1435"/>
                  </a:lnTo>
                  <a:lnTo>
                    <a:pt x="3775" y="1462"/>
                  </a:lnTo>
                  <a:lnTo>
                    <a:pt x="4041" y="1542"/>
                  </a:lnTo>
                  <a:lnTo>
                    <a:pt x="4307" y="1621"/>
                  </a:lnTo>
                  <a:lnTo>
                    <a:pt x="4546" y="1754"/>
                  </a:lnTo>
                  <a:lnTo>
                    <a:pt x="4759" y="1887"/>
                  </a:lnTo>
                  <a:lnTo>
                    <a:pt x="4998" y="2047"/>
                  </a:lnTo>
                  <a:lnTo>
                    <a:pt x="5184" y="2233"/>
                  </a:lnTo>
                  <a:lnTo>
                    <a:pt x="5370" y="2445"/>
                  </a:lnTo>
                  <a:lnTo>
                    <a:pt x="5529" y="2658"/>
                  </a:lnTo>
                  <a:lnTo>
                    <a:pt x="5662" y="2871"/>
                  </a:lnTo>
                  <a:lnTo>
                    <a:pt x="5795" y="3137"/>
                  </a:lnTo>
                  <a:lnTo>
                    <a:pt x="5875" y="3376"/>
                  </a:lnTo>
                  <a:lnTo>
                    <a:pt x="5955" y="3642"/>
                  </a:lnTo>
                  <a:lnTo>
                    <a:pt x="5981" y="3934"/>
                  </a:lnTo>
                  <a:lnTo>
                    <a:pt x="6008" y="4226"/>
                  </a:lnTo>
                  <a:lnTo>
                    <a:pt x="5981" y="4492"/>
                  </a:lnTo>
                  <a:lnTo>
                    <a:pt x="5955" y="4785"/>
                  </a:lnTo>
                  <a:lnTo>
                    <a:pt x="5875" y="5050"/>
                  </a:lnTo>
                  <a:lnTo>
                    <a:pt x="5795" y="5316"/>
                  </a:lnTo>
                  <a:lnTo>
                    <a:pt x="5662" y="5556"/>
                  </a:lnTo>
                  <a:lnTo>
                    <a:pt x="5529" y="5768"/>
                  </a:lnTo>
                  <a:lnTo>
                    <a:pt x="5370" y="6007"/>
                  </a:lnTo>
                  <a:lnTo>
                    <a:pt x="5184" y="6193"/>
                  </a:lnTo>
                  <a:lnTo>
                    <a:pt x="4998" y="6380"/>
                  </a:lnTo>
                  <a:lnTo>
                    <a:pt x="4759" y="6539"/>
                  </a:lnTo>
                  <a:lnTo>
                    <a:pt x="4546" y="6672"/>
                  </a:lnTo>
                  <a:lnTo>
                    <a:pt x="4307" y="6805"/>
                  </a:lnTo>
                  <a:lnTo>
                    <a:pt x="4041" y="6885"/>
                  </a:lnTo>
                  <a:lnTo>
                    <a:pt x="3775" y="6964"/>
                  </a:lnTo>
                  <a:lnTo>
                    <a:pt x="3483" y="6991"/>
                  </a:lnTo>
                  <a:lnTo>
                    <a:pt x="3217" y="7017"/>
                  </a:lnTo>
                  <a:lnTo>
                    <a:pt x="2924" y="6991"/>
                  </a:lnTo>
                  <a:lnTo>
                    <a:pt x="2632" y="6964"/>
                  </a:lnTo>
                  <a:lnTo>
                    <a:pt x="2366" y="6885"/>
                  </a:lnTo>
                  <a:lnTo>
                    <a:pt x="2127" y="6805"/>
                  </a:lnTo>
                  <a:lnTo>
                    <a:pt x="1861" y="6672"/>
                  </a:lnTo>
                  <a:lnTo>
                    <a:pt x="1649" y="6539"/>
                  </a:lnTo>
                  <a:lnTo>
                    <a:pt x="1436" y="6380"/>
                  </a:lnTo>
                  <a:lnTo>
                    <a:pt x="1223" y="6193"/>
                  </a:lnTo>
                  <a:lnTo>
                    <a:pt x="1037" y="6007"/>
                  </a:lnTo>
                  <a:lnTo>
                    <a:pt x="878" y="5768"/>
                  </a:lnTo>
                  <a:lnTo>
                    <a:pt x="745" y="5556"/>
                  </a:lnTo>
                  <a:lnTo>
                    <a:pt x="638" y="5316"/>
                  </a:lnTo>
                  <a:lnTo>
                    <a:pt x="532" y="5050"/>
                  </a:lnTo>
                  <a:lnTo>
                    <a:pt x="452" y="4785"/>
                  </a:lnTo>
                  <a:lnTo>
                    <a:pt x="426" y="4492"/>
                  </a:lnTo>
                  <a:lnTo>
                    <a:pt x="399" y="4226"/>
                  </a:lnTo>
                  <a:lnTo>
                    <a:pt x="426" y="3934"/>
                  </a:lnTo>
                  <a:lnTo>
                    <a:pt x="452" y="3642"/>
                  </a:lnTo>
                  <a:lnTo>
                    <a:pt x="532" y="3376"/>
                  </a:lnTo>
                  <a:lnTo>
                    <a:pt x="638" y="3137"/>
                  </a:lnTo>
                  <a:lnTo>
                    <a:pt x="745" y="2871"/>
                  </a:lnTo>
                  <a:lnTo>
                    <a:pt x="878" y="2658"/>
                  </a:lnTo>
                  <a:lnTo>
                    <a:pt x="1037" y="2445"/>
                  </a:lnTo>
                  <a:lnTo>
                    <a:pt x="1223" y="2233"/>
                  </a:lnTo>
                  <a:lnTo>
                    <a:pt x="1436" y="2047"/>
                  </a:lnTo>
                  <a:lnTo>
                    <a:pt x="1649" y="1887"/>
                  </a:lnTo>
                  <a:lnTo>
                    <a:pt x="1861" y="1754"/>
                  </a:lnTo>
                  <a:lnTo>
                    <a:pt x="2127" y="1621"/>
                  </a:lnTo>
                  <a:lnTo>
                    <a:pt x="2366" y="1542"/>
                  </a:lnTo>
                  <a:lnTo>
                    <a:pt x="2632" y="1462"/>
                  </a:lnTo>
                  <a:lnTo>
                    <a:pt x="2924" y="1435"/>
                  </a:lnTo>
                  <a:lnTo>
                    <a:pt x="3217" y="1409"/>
                  </a:lnTo>
                  <a:close/>
                  <a:moveTo>
                    <a:pt x="1516" y="7921"/>
                  </a:moveTo>
                  <a:lnTo>
                    <a:pt x="1595" y="7948"/>
                  </a:lnTo>
                  <a:lnTo>
                    <a:pt x="1675" y="8001"/>
                  </a:lnTo>
                  <a:lnTo>
                    <a:pt x="1702" y="8081"/>
                  </a:lnTo>
                  <a:lnTo>
                    <a:pt x="1702" y="8160"/>
                  </a:lnTo>
                  <a:lnTo>
                    <a:pt x="1622" y="8240"/>
                  </a:lnTo>
                  <a:lnTo>
                    <a:pt x="1542" y="8267"/>
                  </a:lnTo>
                  <a:lnTo>
                    <a:pt x="1436" y="8240"/>
                  </a:lnTo>
                  <a:lnTo>
                    <a:pt x="1356" y="8160"/>
                  </a:lnTo>
                  <a:lnTo>
                    <a:pt x="1356" y="8107"/>
                  </a:lnTo>
                  <a:lnTo>
                    <a:pt x="1356" y="8028"/>
                  </a:lnTo>
                  <a:lnTo>
                    <a:pt x="1383" y="8001"/>
                  </a:lnTo>
                  <a:lnTo>
                    <a:pt x="1436" y="7948"/>
                  </a:lnTo>
                  <a:lnTo>
                    <a:pt x="1462" y="7921"/>
                  </a:lnTo>
                  <a:close/>
                  <a:moveTo>
                    <a:pt x="4918" y="7921"/>
                  </a:moveTo>
                  <a:lnTo>
                    <a:pt x="4971" y="7948"/>
                  </a:lnTo>
                  <a:lnTo>
                    <a:pt x="5024" y="7974"/>
                  </a:lnTo>
                  <a:lnTo>
                    <a:pt x="5051" y="8028"/>
                  </a:lnTo>
                  <a:lnTo>
                    <a:pt x="5051" y="8107"/>
                  </a:lnTo>
                  <a:lnTo>
                    <a:pt x="5051" y="8160"/>
                  </a:lnTo>
                  <a:lnTo>
                    <a:pt x="5024" y="8214"/>
                  </a:lnTo>
                  <a:lnTo>
                    <a:pt x="4971" y="8267"/>
                  </a:lnTo>
                  <a:lnTo>
                    <a:pt x="4838" y="8267"/>
                  </a:lnTo>
                  <a:lnTo>
                    <a:pt x="4785" y="8240"/>
                  </a:lnTo>
                  <a:lnTo>
                    <a:pt x="4759" y="8214"/>
                  </a:lnTo>
                  <a:lnTo>
                    <a:pt x="4732" y="8160"/>
                  </a:lnTo>
                  <a:lnTo>
                    <a:pt x="4705" y="8081"/>
                  </a:lnTo>
                  <a:lnTo>
                    <a:pt x="4732" y="8028"/>
                  </a:lnTo>
                  <a:lnTo>
                    <a:pt x="4759" y="7974"/>
                  </a:lnTo>
                  <a:lnTo>
                    <a:pt x="4812" y="7948"/>
                  </a:lnTo>
                  <a:lnTo>
                    <a:pt x="4865" y="7921"/>
                  </a:lnTo>
                  <a:close/>
                  <a:moveTo>
                    <a:pt x="3270" y="8214"/>
                  </a:moveTo>
                  <a:lnTo>
                    <a:pt x="3323" y="8267"/>
                  </a:lnTo>
                  <a:lnTo>
                    <a:pt x="3376" y="8320"/>
                  </a:lnTo>
                  <a:lnTo>
                    <a:pt x="3376" y="8373"/>
                  </a:lnTo>
                  <a:lnTo>
                    <a:pt x="3376" y="8453"/>
                  </a:lnTo>
                  <a:lnTo>
                    <a:pt x="3323" y="8506"/>
                  </a:lnTo>
                  <a:lnTo>
                    <a:pt x="3270" y="8533"/>
                  </a:lnTo>
                  <a:lnTo>
                    <a:pt x="3217" y="8559"/>
                  </a:lnTo>
                  <a:lnTo>
                    <a:pt x="3137" y="8533"/>
                  </a:lnTo>
                  <a:lnTo>
                    <a:pt x="3084" y="8506"/>
                  </a:lnTo>
                  <a:lnTo>
                    <a:pt x="3057" y="8453"/>
                  </a:lnTo>
                  <a:lnTo>
                    <a:pt x="3031" y="8373"/>
                  </a:lnTo>
                  <a:lnTo>
                    <a:pt x="3057" y="8320"/>
                  </a:lnTo>
                  <a:lnTo>
                    <a:pt x="3084" y="8267"/>
                  </a:lnTo>
                  <a:lnTo>
                    <a:pt x="3137" y="8214"/>
                  </a:lnTo>
                  <a:close/>
                  <a:moveTo>
                    <a:pt x="1144" y="9091"/>
                  </a:moveTo>
                  <a:lnTo>
                    <a:pt x="1197" y="9224"/>
                  </a:lnTo>
                  <a:lnTo>
                    <a:pt x="1223" y="9250"/>
                  </a:lnTo>
                  <a:lnTo>
                    <a:pt x="1250" y="9383"/>
                  </a:lnTo>
                  <a:lnTo>
                    <a:pt x="1250" y="9410"/>
                  </a:lnTo>
                  <a:lnTo>
                    <a:pt x="1250" y="9543"/>
                  </a:lnTo>
                  <a:lnTo>
                    <a:pt x="1250" y="9569"/>
                  </a:lnTo>
                  <a:lnTo>
                    <a:pt x="1250" y="9702"/>
                  </a:lnTo>
                  <a:lnTo>
                    <a:pt x="1250" y="9729"/>
                  </a:lnTo>
                  <a:lnTo>
                    <a:pt x="1090" y="9702"/>
                  </a:lnTo>
                  <a:lnTo>
                    <a:pt x="957" y="9649"/>
                  </a:lnTo>
                  <a:lnTo>
                    <a:pt x="798" y="9596"/>
                  </a:lnTo>
                  <a:lnTo>
                    <a:pt x="665" y="9516"/>
                  </a:lnTo>
                  <a:lnTo>
                    <a:pt x="665" y="9490"/>
                  </a:lnTo>
                  <a:lnTo>
                    <a:pt x="771" y="9383"/>
                  </a:lnTo>
                  <a:lnTo>
                    <a:pt x="878" y="9277"/>
                  </a:lnTo>
                  <a:lnTo>
                    <a:pt x="878" y="9250"/>
                  </a:lnTo>
                  <a:lnTo>
                    <a:pt x="1011" y="9171"/>
                  </a:lnTo>
                  <a:lnTo>
                    <a:pt x="1037" y="9171"/>
                  </a:lnTo>
                  <a:lnTo>
                    <a:pt x="1144" y="9091"/>
                  </a:lnTo>
                  <a:close/>
                  <a:moveTo>
                    <a:pt x="5264" y="9091"/>
                  </a:moveTo>
                  <a:lnTo>
                    <a:pt x="5397" y="9171"/>
                  </a:lnTo>
                  <a:lnTo>
                    <a:pt x="5529" y="9250"/>
                  </a:lnTo>
                  <a:lnTo>
                    <a:pt x="5529" y="9277"/>
                  </a:lnTo>
                  <a:lnTo>
                    <a:pt x="5636" y="9383"/>
                  </a:lnTo>
                  <a:lnTo>
                    <a:pt x="5742" y="9490"/>
                  </a:lnTo>
                  <a:lnTo>
                    <a:pt x="5742" y="9516"/>
                  </a:lnTo>
                  <a:lnTo>
                    <a:pt x="5609" y="9596"/>
                  </a:lnTo>
                  <a:lnTo>
                    <a:pt x="5476" y="9649"/>
                  </a:lnTo>
                  <a:lnTo>
                    <a:pt x="5317" y="9702"/>
                  </a:lnTo>
                  <a:lnTo>
                    <a:pt x="5157" y="9729"/>
                  </a:lnTo>
                  <a:lnTo>
                    <a:pt x="5157" y="9702"/>
                  </a:lnTo>
                  <a:lnTo>
                    <a:pt x="5157" y="9569"/>
                  </a:lnTo>
                  <a:lnTo>
                    <a:pt x="5157" y="9543"/>
                  </a:lnTo>
                  <a:lnTo>
                    <a:pt x="5157" y="9410"/>
                  </a:lnTo>
                  <a:lnTo>
                    <a:pt x="5157" y="9383"/>
                  </a:lnTo>
                  <a:lnTo>
                    <a:pt x="5184" y="9250"/>
                  </a:lnTo>
                  <a:lnTo>
                    <a:pt x="5210" y="9224"/>
                  </a:lnTo>
                  <a:lnTo>
                    <a:pt x="5264" y="9091"/>
                  </a:lnTo>
                  <a:close/>
                  <a:moveTo>
                    <a:pt x="3217" y="9436"/>
                  </a:moveTo>
                  <a:lnTo>
                    <a:pt x="3297" y="9543"/>
                  </a:lnTo>
                  <a:lnTo>
                    <a:pt x="3323" y="9569"/>
                  </a:lnTo>
                  <a:lnTo>
                    <a:pt x="3403" y="9702"/>
                  </a:lnTo>
                  <a:lnTo>
                    <a:pt x="3456" y="9835"/>
                  </a:lnTo>
                  <a:lnTo>
                    <a:pt x="3483" y="9862"/>
                  </a:lnTo>
                  <a:lnTo>
                    <a:pt x="3509" y="9995"/>
                  </a:lnTo>
                  <a:lnTo>
                    <a:pt x="3350" y="10021"/>
                  </a:lnTo>
                  <a:lnTo>
                    <a:pt x="3217" y="10048"/>
                  </a:lnTo>
                  <a:lnTo>
                    <a:pt x="3057" y="10021"/>
                  </a:lnTo>
                  <a:lnTo>
                    <a:pt x="2898" y="9995"/>
                  </a:lnTo>
                  <a:lnTo>
                    <a:pt x="2951" y="9862"/>
                  </a:lnTo>
                  <a:lnTo>
                    <a:pt x="2951" y="9835"/>
                  </a:lnTo>
                  <a:lnTo>
                    <a:pt x="3004" y="9702"/>
                  </a:lnTo>
                  <a:lnTo>
                    <a:pt x="3084" y="9569"/>
                  </a:lnTo>
                  <a:lnTo>
                    <a:pt x="3111" y="9543"/>
                  </a:lnTo>
                  <a:lnTo>
                    <a:pt x="3217" y="9436"/>
                  </a:lnTo>
                  <a:close/>
                  <a:moveTo>
                    <a:pt x="506" y="9888"/>
                  </a:moveTo>
                  <a:lnTo>
                    <a:pt x="638" y="9968"/>
                  </a:lnTo>
                  <a:lnTo>
                    <a:pt x="798" y="10021"/>
                  </a:lnTo>
                  <a:lnTo>
                    <a:pt x="957" y="10074"/>
                  </a:lnTo>
                  <a:lnTo>
                    <a:pt x="1144" y="10128"/>
                  </a:lnTo>
                  <a:lnTo>
                    <a:pt x="1037" y="10260"/>
                  </a:lnTo>
                  <a:lnTo>
                    <a:pt x="931" y="10420"/>
                  </a:lnTo>
                  <a:lnTo>
                    <a:pt x="479" y="10898"/>
                  </a:lnTo>
                  <a:lnTo>
                    <a:pt x="452" y="10234"/>
                  </a:lnTo>
                  <a:lnTo>
                    <a:pt x="479" y="10048"/>
                  </a:lnTo>
                  <a:lnTo>
                    <a:pt x="506" y="9888"/>
                  </a:lnTo>
                  <a:close/>
                  <a:moveTo>
                    <a:pt x="5902" y="9888"/>
                  </a:moveTo>
                  <a:lnTo>
                    <a:pt x="5955" y="10048"/>
                  </a:lnTo>
                  <a:lnTo>
                    <a:pt x="5955" y="10234"/>
                  </a:lnTo>
                  <a:lnTo>
                    <a:pt x="5928" y="10898"/>
                  </a:lnTo>
                  <a:lnTo>
                    <a:pt x="5476" y="10420"/>
                  </a:lnTo>
                  <a:lnTo>
                    <a:pt x="5370" y="10260"/>
                  </a:lnTo>
                  <a:lnTo>
                    <a:pt x="5290" y="10128"/>
                  </a:lnTo>
                  <a:lnTo>
                    <a:pt x="5450" y="10074"/>
                  </a:lnTo>
                  <a:lnTo>
                    <a:pt x="5609" y="10021"/>
                  </a:lnTo>
                  <a:lnTo>
                    <a:pt x="5769" y="9968"/>
                  </a:lnTo>
                  <a:lnTo>
                    <a:pt x="5902" y="9888"/>
                  </a:lnTo>
                  <a:close/>
                  <a:moveTo>
                    <a:pt x="3536" y="10393"/>
                  </a:moveTo>
                  <a:lnTo>
                    <a:pt x="3509" y="10579"/>
                  </a:lnTo>
                  <a:lnTo>
                    <a:pt x="3456" y="10765"/>
                  </a:lnTo>
                  <a:lnTo>
                    <a:pt x="3217" y="11350"/>
                  </a:lnTo>
                  <a:lnTo>
                    <a:pt x="2951" y="10765"/>
                  </a:lnTo>
                  <a:lnTo>
                    <a:pt x="2898" y="10579"/>
                  </a:lnTo>
                  <a:lnTo>
                    <a:pt x="2871" y="10393"/>
                  </a:lnTo>
                  <a:lnTo>
                    <a:pt x="2871" y="10393"/>
                  </a:lnTo>
                  <a:lnTo>
                    <a:pt x="3031" y="10420"/>
                  </a:lnTo>
                  <a:lnTo>
                    <a:pt x="3217" y="10446"/>
                  </a:lnTo>
                  <a:lnTo>
                    <a:pt x="3376" y="10420"/>
                  </a:lnTo>
                  <a:lnTo>
                    <a:pt x="3536" y="10393"/>
                  </a:lnTo>
                  <a:close/>
                  <a:moveTo>
                    <a:pt x="3217" y="0"/>
                  </a:moveTo>
                  <a:lnTo>
                    <a:pt x="3137" y="27"/>
                  </a:lnTo>
                  <a:lnTo>
                    <a:pt x="3057" y="53"/>
                  </a:lnTo>
                  <a:lnTo>
                    <a:pt x="3031" y="133"/>
                  </a:lnTo>
                  <a:lnTo>
                    <a:pt x="3004" y="186"/>
                  </a:lnTo>
                  <a:lnTo>
                    <a:pt x="3004" y="1010"/>
                  </a:lnTo>
                  <a:lnTo>
                    <a:pt x="2738" y="1037"/>
                  </a:lnTo>
                  <a:lnTo>
                    <a:pt x="2473" y="1090"/>
                  </a:lnTo>
                  <a:lnTo>
                    <a:pt x="2233" y="1170"/>
                  </a:lnTo>
                  <a:lnTo>
                    <a:pt x="1994" y="1249"/>
                  </a:lnTo>
                  <a:lnTo>
                    <a:pt x="1755" y="1356"/>
                  </a:lnTo>
                  <a:lnTo>
                    <a:pt x="1542" y="1489"/>
                  </a:lnTo>
                  <a:lnTo>
                    <a:pt x="1330" y="1621"/>
                  </a:lnTo>
                  <a:lnTo>
                    <a:pt x="1117" y="1781"/>
                  </a:lnTo>
                  <a:lnTo>
                    <a:pt x="931" y="1967"/>
                  </a:lnTo>
                  <a:lnTo>
                    <a:pt x="771" y="2153"/>
                  </a:lnTo>
                  <a:lnTo>
                    <a:pt x="612" y="2339"/>
                  </a:lnTo>
                  <a:lnTo>
                    <a:pt x="452" y="2578"/>
                  </a:lnTo>
                  <a:lnTo>
                    <a:pt x="346" y="2791"/>
                  </a:lnTo>
                  <a:lnTo>
                    <a:pt x="240" y="3030"/>
                  </a:lnTo>
                  <a:lnTo>
                    <a:pt x="133" y="3270"/>
                  </a:lnTo>
                  <a:lnTo>
                    <a:pt x="80" y="3535"/>
                  </a:lnTo>
                  <a:lnTo>
                    <a:pt x="27" y="3801"/>
                  </a:lnTo>
                  <a:lnTo>
                    <a:pt x="1" y="4067"/>
                  </a:lnTo>
                  <a:lnTo>
                    <a:pt x="1" y="4333"/>
                  </a:lnTo>
                  <a:lnTo>
                    <a:pt x="27" y="4572"/>
                  </a:lnTo>
                  <a:lnTo>
                    <a:pt x="54" y="4838"/>
                  </a:lnTo>
                  <a:lnTo>
                    <a:pt x="133" y="5077"/>
                  </a:lnTo>
                  <a:lnTo>
                    <a:pt x="213" y="5316"/>
                  </a:lnTo>
                  <a:lnTo>
                    <a:pt x="293" y="5556"/>
                  </a:lnTo>
                  <a:lnTo>
                    <a:pt x="426" y="5795"/>
                  </a:lnTo>
                  <a:lnTo>
                    <a:pt x="559" y="6007"/>
                  </a:lnTo>
                  <a:lnTo>
                    <a:pt x="718" y="6220"/>
                  </a:lnTo>
                  <a:lnTo>
                    <a:pt x="878" y="6406"/>
                  </a:lnTo>
                  <a:lnTo>
                    <a:pt x="1064" y="6592"/>
                  </a:lnTo>
                  <a:lnTo>
                    <a:pt x="1250" y="6752"/>
                  </a:lnTo>
                  <a:lnTo>
                    <a:pt x="1462" y="6911"/>
                  </a:lnTo>
                  <a:lnTo>
                    <a:pt x="1702" y="7044"/>
                  </a:lnTo>
                  <a:lnTo>
                    <a:pt x="1516" y="7523"/>
                  </a:lnTo>
                  <a:lnTo>
                    <a:pt x="1356" y="7549"/>
                  </a:lnTo>
                  <a:lnTo>
                    <a:pt x="1197" y="7629"/>
                  </a:lnTo>
                  <a:lnTo>
                    <a:pt x="1064" y="7735"/>
                  </a:lnTo>
                  <a:lnTo>
                    <a:pt x="984" y="7895"/>
                  </a:lnTo>
                  <a:lnTo>
                    <a:pt x="957" y="8081"/>
                  </a:lnTo>
                  <a:lnTo>
                    <a:pt x="957" y="8240"/>
                  </a:lnTo>
                  <a:lnTo>
                    <a:pt x="1037" y="8400"/>
                  </a:lnTo>
                  <a:lnTo>
                    <a:pt x="1144" y="8533"/>
                  </a:lnTo>
                  <a:lnTo>
                    <a:pt x="1090" y="8692"/>
                  </a:lnTo>
                  <a:lnTo>
                    <a:pt x="1037" y="8719"/>
                  </a:lnTo>
                  <a:lnTo>
                    <a:pt x="798" y="8852"/>
                  </a:lnTo>
                  <a:lnTo>
                    <a:pt x="559" y="9011"/>
                  </a:lnTo>
                  <a:lnTo>
                    <a:pt x="373" y="9224"/>
                  </a:lnTo>
                  <a:lnTo>
                    <a:pt x="240" y="9463"/>
                  </a:lnTo>
                  <a:lnTo>
                    <a:pt x="160" y="9649"/>
                  </a:lnTo>
                  <a:lnTo>
                    <a:pt x="107" y="9862"/>
                  </a:lnTo>
                  <a:lnTo>
                    <a:pt x="54" y="10048"/>
                  </a:lnTo>
                  <a:lnTo>
                    <a:pt x="54" y="10260"/>
                  </a:lnTo>
                  <a:lnTo>
                    <a:pt x="107" y="11377"/>
                  </a:lnTo>
                  <a:lnTo>
                    <a:pt x="107" y="11430"/>
                  </a:lnTo>
                  <a:lnTo>
                    <a:pt x="133" y="11483"/>
                  </a:lnTo>
                  <a:lnTo>
                    <a:pt x="187" y="11536"/>
                  </a:lnTo>
                  <a:lnTo>
                    <a:pt x="240" y="11563"/>
                  </a:lnTo>
                  <a:lnTo>
                    <a:pt x="346" y="11563"/>
                  </a:lnTo>
                  <a:lnTo>
                    <a:pt x="399" y="11536"/>
                  </a:lnTo>
                  <a:lnTo>
                    <a:pt x="452" y="11510"/>
                  </a:lnTo>
                  <a:lnTo>
                    <a:pt x="1223" y="10686"/>
                  </a:lnTo>
                  <a:lnTo>
                    <a:pt x="1383" y="10473"/>
                  </a:lnTo>
                  <a:lnTo>
                    <a:pt x="1516" y="10260"/>
                  </a:lnTo>
                  <a:lnTo>
                    <a:pt x="1595" y="10048"/>
                  </a:lnTo>
                  <a:lnTo>
                    <a:pt x="1649" y="9782"/>
                  </a:lnTo>
                  <a:lnTo>
                    <a:pt x="1649" y="9543"/>
                  </a:lnTo>
                  <a:lnTo>
                    <a:pt x="1622" y="9303"/>
                  </a:lnTo>
                  <a:lnTo>
                    <a:pt x="1569" y="9064"/>
                  </a:lnTo>
                  <a:lnTo>
                    <a:pt x="1462" y="8825"/>
                  </a:lnTo>
                  <a:lnTo>
                    <a:pt x="1516" y="8666"/>
                  </a:lnTo>
                  <a:lnTo>
                    <a:pt x="1702" y="8639"/>
                  </a:lnTo>
                  <a:lnTo>
                    <a:pt x="1861" y="8559"/>
                  </a:lnTo>
                  <a:lnTo>
                    <a:pt x="1968" y="8453"/>
                  </a:lnTo>
                  <a:lnTo>
                    <a:pt x="2074" y="8293"/>
                  </a:lnTo>
                  <a:lnTo>
                    <a:pt x="2100" y="8134"/>
                  </a:lnTo>
                  <a:lnTo>
                    <a:pt x="2074" y="7948"/>
                  </a:lnTo>
                  <a:lnTo>
                    <a:pt x="2021" y="7788"/>
                  </a:lnTo>
                  <a:lnTo>
                    <a:pt x="1888" y="7655"/>
                  </a:lnTo>
                  <a:lnTo>
                    <a:pt x="2074" y="7204"/>
                  </a:lnTo>
                  <a:lnTo>
                    <a:pt x="2287" y="7283"/>
                  </a:lnTo>
                  <a:lnTo>
                    <a:pt x="2526" y="7336"/>
                  </a:lnTo>
                  <a:lnTo>
                    <a:pt x="2765" y="7390"/>
                  </a:lnTo>
                  <a:lnTo>
                    <a:pt x="3004" y="7416"/>
                  </a:lnTo>
                  <a:lnTo>
                    <a:pt x="3004" y="7842"/>
                  </a:lnTo>
                  <a:lnTo>
                    <a:pt x="2845" y="7921"/>
                  </a:lnTo>
                  <a:lnTo>
                    <a:pt x="2738" y="8054"/>
                  </a:lnTo>
                  <a:lnTo>
                    <a:pt x="2659" y="8214"/>
                  </a:lnTo>
                  <a:lnTo>
                    <a:pt x="2632" y="8373"/>
                  </a:lnTo>
                  <a:lnTo>
                    <a:pt x="2659" y="8559"/>
                  </a:lnTo>
                  <a:lnTo>
                    <a:pt x="2738" y="8719"/>
                  </a:lnTo>
                  <a:lnTo>
                    <a:pt x="2845" y="8825"/>
                  </a:lnTo>
                  <a:lnTo>
                    <a:pt x="3004" y="8905"/>
                  </a:lnTo>
                  <a:lnTo>
                    <a:pt x="3004" y="9064"/>
                  </a:lnTo>
                  <a:lnTo>
                    <a:pt x="2951" y="9117"/>
                  </a:lnTo>
                  <a:lnTo>
                    <a:pt x="2765" y="9330"/>
                  </a:lnTo>
                  <a:lnTo>
                    <a:pt x="2632" y="9569"/>
                  </a:lnTo>
                  <a:lnTo>
                    <a:pt x="2526" y="9835"/>
                  </a:lnTo>
                  <a:lnTo>
                    <a:pt x="2473" y="10128"/>
                  </a:lnTo>
                  <a:lnTo>
                    <a:pt x="2473" y="10314"/>
                  </a:lnTo>
                  <a:lnTo>
                    <a:pt x="2473" y="10526"/>
                  </a:lnTo>
                  <a:lnTo>
                    <a:pt x="2526" y="10712"/>
                  </a:lnTo>
                  <a:lnTo>
                    <a:pt x="2579" y="10898"/>
                  </a:lnTo>
                  <a:lnTo>
                    <a:pt x="3031" y="11935"/>
                  </a:lnTo>
                  <a:lnTo>
                    <a:pt x="3057" y="11988"/>
                  </a:lnTo>
                  <a:lnTo>
                    <a:pt x="3084" y="12041"/>
                  </a:lnTo>
                  <a:lnTo>
                    <a:pt x="3137" y="12068"/>
                  </a:lnTo>
                  <a:lnTo>
                    <a:pt x="3270" y="12068"/>
                  </a:lnTo>
                  <a:lnTo>
                    <a:pt x="3323" y="12041"/>
                  </a:lnTo>
                  <a:lnTo>
                    <a:pt x="3350" y="11988"/>
                  </a:lnTo>
                  <a:lnTo>
                    <a:pt x="3403" y="11935"/>
                  </a:lnTo>
                  <a:lnTo>
                    <a:pt x="3828" y="10898"/>
                  </a:lnTo>
                  <a:lnTo>
                    <a:pt x="3908" y="10659"/>
                  </a:lnTo>
                  <a:lnTo>
                    <a:pt x="3935" y="10420"/>
                  </a:lnTo>
                  <a:lnTo>
                    <a:pt x="3935" y="10181"/>
                  </a:lnTo>
                  <a:lnTo>
                    <a:pt x="3908" y="9915"/>
                  </a:lnTo>
                  <a:lnTo>
                    <a:pt x="3828" y="9702"/>
                  </a:lnTo>
                  <a:lnTo>
                    <a:pt x="3722" y="9463"/>
                  </a:lnTo>
                  <a:lnTo>
                    <a:pt x="3589" y="9250"/>
                  </a:lnTo>
                  <a:lnTo>
                    <a:pt x="3403" y="9064"/>
                  </a:lnTo>
                  <a:lnTo>
                    <a:pt x="3403" y="8905"/>
                  </a:lnTo>
                  <a:lnTo>
                    <a:pt x="3562" y="8825"/>
                  </a:lnTo>
                  <a:lnTo>
                    <a:pt x="3669" y="8719"/>
                  </a:lnTo>
                  <a:lnTo>
                    <a:pt x="3748" y="8559"/>
                  </a:lnTo>
                  <a:lnTo>
                    <a:pt x="3775" y="8373"/>
                  </a:lnTo>
                  <a:lnTo>
                    <a:pt x="3748" y="8214"/>
                  </a:lnTo>
                  <a:lnTo>
                    <a:pt x="3669" y="8054"/>
                  </a:lnTo>
                  <a:lnTo>
                    <a:pt x="3562" y="7921"/>
                  </a:lnTo>
                  <a:lnTo>
                    <a:pt x="3403" y="7842"/>
                  </a:lnTo>
                  <a:lnTo>
                    <a:pt x="3403" y="7416"/>
                  </a:lnTo>
                  <a:lnTo>
                    <a:pt x="3642" y="7390"/>
                  </a:lnTo>
                  <a:lnTo>
                    <a:pt x="3881" y="7336"/>
                  </a:lnTo>
                  <a:lnTo>
                    <a:pt x="4121" y="7283"/>
                  </a:lnTo>
                  <a:lnTo>
                    <a:pt x="4333" y="7204"/>
                  </a:lnTo>
                  <a:lnTo>
                    <a:pt x="4519" y="7655"/>
                  </a:lnTo>
                  <a:lnTo>
                    <a:pt x="4386" y="7788"/>
                  </a:lnTo>
                  <a:lnTo>
                    <a:pt x="4333" y="7948"/>
                  </a:lnTo>
                  <a:lnTo>
                    <a:pt x="4307" y="8134"/>
                  </a:lnTo>
                  <a:lnTo>
                    <a:pt x="4360" y="8293"/>
                  </a:lnTo>
                  <a:lnTo>
                    <a:pt x="4440" y="8453"/>
                  </a:lnTo>
                  <a:lnTo>
                    <a:pt x="4546" y="8559"/>
                  </a:lnTo>
                  <a:lnTo>
                    <a:pt x="4705" y="8639"/>
                  </a:lnTo>
                  <a:lnTo>
                    <a:pt x="4891" y="8666"/>
                  </a:lnTo>
                  <a:lnTo>
                    <a:pt x="4945" y="8825"/>
                  </a:lnTo>
                  <a:lnTo>
                    <a:pt x="4838" y="9091"/>
                  </a:lnTo>
                  <a:lnTo>
                    <a:pt x="4759" y="9383"/>
                  </a:lnTo>
                  <a:lnTo>
                    <a:pt x="4759" y="9676"/>
                  </a:lnTo>
                  <a:lnTo>
                    <a:pt x="4812" y="9995"/>
                  </a:lnTo>
                  <a:lnTo>
                    <a:pt x="4865" y="10181"/>
                  </a:lnTo>
                  <a:lnTo>
                    <a:pt x="4945" y="10367"/>
                  </a:lnTo>
                  <a:lnTo>
                    <a:pt x="5051" y="10526"/>
                  </a:lnTo>
                  <a:lnTo>
                    <a:pt x="5184" y="10686"/>
                  </a:lnTo>
                  <a:lnTo>
                    <a:pt x="5955" y="11510"/>
                  </a:lnTo>
                  <a:lnTo>
                    <a:pt x="6008" y="11536"/>
                  </a:lnTo>
                  <a:lnTo>
                    <a:pt x="6061" y="11563"/>
                  </a:lnTo>
                  <a:lnTo>
                    <a:pt x="6167" y="11563"/>
                  </a:lnTo>
                  <a:lnTo>
                    <a:pt x="6221" y="11536"/>
                  </a:lnTo>
                  <a:lnTo>
                    <a:pt x="6274" y="11483"/>
                  </a:lnTo>
                  <a:lnTo>
                    <a:pt x="6300" y="11430"/>
                  </a:lnTo>
                  <a:lnTo>
                    <a:pt x="6300" y="11377"/>
                  </a:lnTo>
                  <a:lnTo>
                    <a:pt x="6353" y="10260"/>
                  </a:lnTo>
                  <a:lnTo>
                    <a:pt x="6327" y="9995"/>
                  </a:lnTo>
                  <a:lnTo>
                    <a:pt x="6300" y="9755"/>
                  </a:lnTo>
                  <a:lnTo>
                    <a:pt x="6194" y="9516"/>
                  </a:lnTo>
                  <a:lnTo>
                    <a:pt x="6088" y="9303"/>
                  </a:lnTo>
                  <a:lnTo>
                    <a:pt x="5928" y="9117"/>
                  </a:lnTo>
                  <a:lnTo>
                    <a:pt x="5742" y="8931"/>
                  </a:lnTo>
                  <a:lnTo>
                    <a:pt x="5556" y="8798"/>
                  </a:lnTo>
                  <a:lnTo>
                    <a:pt x="5317" y="8692"/>
                  </a:lnTo>
                  <a:lnTo>
                    <a:pt x="5264" y="8533"/>
                  </a:lnTo>
                  <a:lnTo>
                    <a:pt x="5370" y="8400"/>
                  </a:lnTo>
                  <a:lnTo>
                    <a:pt x="5450" y="8240"/>
                  </a:lnTo>
                  <a:lnTo>
                    <a:pt x="5450" y="8081"/>
                  </a:lnTo>
                  <a:lnTo>
                    <a:pt x="5423" y="7895"/>
                  </a:lnTo>
                  <a:lnTo>
                    <a:pt x="5343" y="7735"/>
                  </a:lnTo>
                  <a:lnTo>
                    <a:pt x="5210" y="7629"/>
                  </a:lnTo>
                  <a:lnTo>
                    <a:pt x="5051" y="7549"/>
                  </a:lnTo>
                  <a:lnTo>
                    <a:pt x="4891" y="7523"/>
                  </a:lnTo>
                  <a:lnTo>
                    <a:pt x="4705" y="7044"/>
                  </a:lnTo>
                  <a:lnTo>
                    <a:pt x="4945" y="6911"/>
                  </a:lnTo>
                  <a:lnTo>
                    <a:pt x="5157" y="6752"/>
                  </a:lnTo>
                  <a:lnTo>
                    <a:pt x="5343" y="6592"/>
                  </a:lnTo>
                  <a:lnTo>
                    <a:pt x="5529" y="6406"/>
                  </a:lnTo>
                  <a:lnTo>
                    <a:pt x="5716" y="6220"/>
                  </a:lnTo>
                  <a:lnTo>
                    <a:pt x="5848" y="6007"/>
                  </a:lnTo>
                  <a:lnTo>
                    <a:pt x="5981" y="5795"/>
                  </a:lnTo>
                  <a:lnTo>
                    <a:pt x="6114" y="5556"/>
                  </a:lnTo>
                  <a:lnTo>
                    <a:pt x="6194" y="5316"/>
                  </a:lnTo>
                  <a:lnTo>
                    <a:pt x="6274" y="5077"/>
                  </a:lnTo>
                  <a:lnTo>
                    <a:pt x="6353" y="4838"/>
                  </a:lnTo>
                  <a:lnTo>
                    <a:pt x="6380" y="4572"/>
                  </a:lnTo>
                  <a:lnTo>
                    <a:pt x="6407" y="4333"/>
                  </a:lnTo>
                  <a:lnTo>
                    <a:pt x="6407" y="4067"/>
                  </a:lnTo>
                  <a:lnTo>
                    <a:pt x="6380" y="3801"/>
                  </a:lnTo>
                  <a:lnTo>
                    <a:pt x="6327" y="3535"/>
                  </a:lnTo>
                  <a:lnTo>
                    <a:pt x="6274" y="3270"/>
                  </a:lnTo>
                  <a:lnTo>
                    <a:pt x="6167" y="3030"/>
                  </a:lnTo>
                  <a:lnTo>
                    <a:pt x="6061" y="2791"/>
                  </a:lnTo>
                  <a:lnTo>
                    <a:pt x="5955" y="2578"/>
                  </a:lnTo>
                  <a:lnTo>
                    <a:pt x="5822" y="2339"/>
                  </a:lnTo>
                  <a:lnTo>
                    <a:pt x="5662" y="2153"/>
                  </a:lnTo>
                  <a:lnTo>
                    <a:pt x="5476" y="1967"/>
                  </a:lnTo>
                  <a:lnTo>
                    <a:pt x="5290" y="1781"/>
                  </a:lnTo>
                  <a:lnTo>
                    <a:pt x="5104" y="1621"/>
                  </a:lnTo>
                  <a:lnTo>
                    <a:pt x="4891" y="1489"/>
                  </a:lnTo>
                  <a:lnTo>
                    <a:pt x="4652" y="1356"/>
                  </a:lnTo>
                  <a:lnTo>
                    <a:pt x="4413" y="1249"/>
                  </a:lnTo>
                  <a:lnTo>
                    <a:pt x="4174" y="1170"/>
                  </a:lnTo>
                  <a:lnTo>
                    <a:pt x="3935" y="1090"/>
                  </a:lnTo>
                  <a:lnTo>
                    <a:pt x="3669" y="1037"/>
                  </a:lnTo>
                  <a:lnTo>
                    <a:pt x="3403" y="1010"/>
                  </a:lnTo>
                  <a:lnTo>
                    <a:pt x="3403" y="186"/>
                  </a:lnTo>
                  <a:lnTo>
                    <a:pt x="3403" y="133"/>
                  </a:lnTo>
                  <a:lnTo>
                    <a:pt x="3350" y="53"/>
                  </a:lnTo>
                  <a:lnTo>
                    <a:pt x="3297" y="27"/>
                  </a:lnTo>
                  <a:lnTo>
                    <a:pt x="321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05" name="Google Shape;1405;p87"/>
          <p:cNvGrpSpPr/>
          <p:nvPr/>
        </p:nvGrpSpPr>
        <p:grpSpPr>
          <a:xfrm>
            <a:off x="8001485" y="1239193"/>
            <a:ext cx="255558" cy="272044"/>
            <a:chOff x="7128000" y="1314750"/>
            <a:chExt cx="247250" cy="263200"/>
          </a:xfrm>
        </p:grpSpPr>
        <p:sp>
          <p:nvSpPr>
            <p:cNvPr id="1406" name="Google Shape;1406;p87"/>
            <p:cNvSpPr/>
            <p:nvPr/>
          </p:nvSpPr>
          <p:spPr>
            <a:xfrm>
              <a:off x="7128000" y="1330700"/>
              <a:ext cx="247250" cy="247250"/>
            </a:xfrm>
            <a:custGeom>
              <a:rect b="b" l="l" r="r" t="t"/>
              <a:pathLst>
                <a:path extrusionOk="0" h="9890" w="9890">
                  <a:moveTo>
                    <a:pt x="7311" y="665"/>
                  </a:moveTo>
                  <a:lnTo>
                    <a:pt x="7630" y="905"/>
                  </a:lnTo>
                  <a:lnTo>
                    <a:pt x="7922" y="1170"/>
                  </a:lnTo>
                  <a:lnTo>
                    <a:pt x="8215" y="1436"/>
                  </a:lnTo>
                  <a:lnTo>
                    <a:pt x="8454" y="1729"/>
                  </a:lnTo>
                  <a:lnTo>
                    <a:pt x="8666" y="2021"/>
                  </a:lnTo>
                  <a:lnTo>
                    <a:pt x="8879" y="2367"/>
                  </a:lnTo>
                  <a:lnTo>
                    <a:pt x="9039" y="2686"/>
                  </a:lnTo>
                  <a:lnTo>
                    <a:pt x="9198" y="3058"/>
                  </a:lnTo>
                  <a:lnTo>
                    <a:pt x="9304" y="3403"/>
                  </a:lnTo>
                  <a:lnTo>
                    <a:pt x="9384" y="3775"/>
                  </a:lnTo>
                  <a:lnTo>
                    <a:pt x="9464" y="4148"/>
                  </a:lnTo>
                  <a:lnTo>
                    <a:pt x="9490" y="4520"/>
                  </a:lnTo>
                  <a:lnTo>
                    <a:pt x="9490" y="4918"/>
                  </a:lnTo>
                  <a:lnTo>
                    <a:pt x="9437" y="5291"/>
                  </a:lnTo>
                  <a:lnTo>
                    <a:pt x="9384" y="5689"/>
                  </a:lnTo>
                  <a:lnTo>
                    <a:pt x="9278" y="6061"/>
                  </a:lnTo>
                  <a:lnTo>
                    <a:pt x="9145" y="6434"/>
                  </a:lnTo>
                  <a:lnTo>
                    <a:pt x="9012" y="6806"/>
                  </a:lnTo>
                  <a:lnTo>
                    <a:pt x="8826" y="7151"/>
                  </a:lnTo>
                  <a:lnTo>
                    <a:pt x="8613" y="7470"/>
                  </a:lnTo>
                  <a:lnTo>
                    <a:pt x="8374" y="7763"/>
                  </a:lnTo>
                  <a:lnTo>
                    <a:pt x="8135" y="8055"/>
                  </a:lnTo>
                  <a:lnTo>
                    <a:pt x="7842" y="8321"/>
                  </a:lnTo>
                  <a:lnTo>
                    <a:pt x="7550" y="8560"/>
                  </a:lnTo>
                  <a:lnTo>
                    <a:pt x="7231" y="8773"/>
                  </a:lnTo>
                  <a:lnTo>
                    <a:pt x="6912" y="8959"/>
                  </a:lnTo>
                  <a:lnTo>
                    <a:pt x="6567" y="9118"/>
                  </a:lnTo>
                  <a:lnTo>
                    <a:pt x="6221" y="9251"/>
                  </a:lnTo>
                  <a:lnTo>
                    <a:pt x="5849" y="9357"/>
                  </a:lnTo>
                  <a:lnTo>
                    <a:pt x="5477" y="9437"/>
                  </a:lnTo>
                  <a:lnTo>
                    <a:pt x="5078" y="9490"/>
                  </a:lnTo>
                  <a:lnTo>
                    <a:pt x="4387" y="9490"/>
                  </a:lnTo>
                  <a:lnTo>
                    <a:pt x="4068" y="9464"/>
                  </a:lnTo>
                  <a:lnTo>
                    <a:pt x="3775" y="9411"/>
                  </a:lnTo>
                  <a:lnTo>
                    <a:pt x="3483" y="9357"/>
                  </a:lnTo>
                  <a:lnTo>
                    <a:pt x="3217" y="9278"/>
                  </a:lnTo>
                  <a:lnTo>
                    <a:pt x="2925" y="9171"/>
                  </a:lnTo>
                  <a:lnTo>
                    <a:pt x="2659" y="9065"/>
                  </a:lnTo>
                  <a:lnTo>
                    <a:pt x="2393" y="8932"/>
                  </a:lnTo>
                  <a:lnTo>
                    <a:pt x="2127" y="8773"/>
                  </a:lnTo>
                  <a:lnTo>
                    <a:pt x="1888" y="8613"/>
                  </a:lnTo>
                  <a:lnTo>
                    <a:pt x="1649" y="8427"/>
                  </a:lnTo>
                  <a:lnTo>
                    <a:pt x="1436" y="8241"/>
                  </a:lnTo>
                  <a:lnTo>
                    <a:pt x="1224" y="8028"/>
                  </a:lnTo>
                  <a:lnTo>
                    <a:pt x="1011" y="7816"/>
                  </a:lnTo>
                  <a:lnTo>
                    <a:pt x="825" y="7577"/>
                  </a:lnTo>
                  <a:lnTo>
                    <a:pt x="665" y="7337"/>
                  </a:lnTo>
                  <a:lnTo>
                    <a:pt x="1091" y="7470"/>
                  </a:lnTo>
                  <a:lnTo>
                    <a:pt x="1516" y="7550"/>
                  </a:lnTo>
                  <a:lnTo>
                    <a:pt x="1968" y="7603"/>
                  </a:lnTo>
                  <a:lnTo>
                    <a:pt x="2420" y="7630"/>
                  </a:lnTo>
                  <a:lnTo>
                    <a:pt x="2951" y="7603"/>
                  </a:lnTo>
                  <a:lnTo>
                    <a:pt x="3457" y="7523"/>
                  </a:lnTo>
                  <a:lnTo>
                    <a:pt x="3962" y="7390"/>
                  </a:lnTo>
                  <a:lnTo>
                    <a:pt x="4440" y="7204"/>
                  </a:lnTo>
                  <a:lnTo>
                    <a:pt x="4892" y="6992"/>
                  </a:lnTo>
                  <a:lnTo>
                    <a:pt x="5317" y="6726"/>
                  </a:lnTo>
                  <a:lnTo>
                    <a:pt x="5716" y="6434"/>
                  </a:lnTo>
                  <a:lnTo>
                    <a:pt x="6088" y="6115"/>
                  </a:lnTo>
                  <a:lnTo>
                    <a:pt x="6434" y="5742"/>
                  </a:lnTo>
                  <a:lnTo>
                    <a:pt x="6726" y="5344"/>
                  </a:lnTo>
                  <a:lnTo>
                    <a:pt x="6992" y="4892"/>
                  </a:lnTo>
                  <a:lnTo>
                    <a:pt x="7204" y="4440"/>
                  </a:lnTo>
                  <a:lnTo>
                    <a:pt x="7391" y="3961"/>
                  </a:lnTo>
                  <a:lnTo>
                    <a:pt x="7497" y="3483"/>
                  </a:lnTo>
                  <a:lnTo>
                    <a:pt x="7577" y="2951"/>
                  </a:lnTo>
                  <a:lnTo>
                    <a:pt x="7603" y="2420"/>
                  </a:lnTo>
                  <a:lnTo>
                    <a:pt x="7603" y="1968"/>
                  </a:lnTo>
                  <a:lnTo>
                    <a:pt x="7550" y="1543"/>
                  </a:lnTo>
                  <a:lnTo>
                    <a:pt x="7444" y="1091"/>
                  </a:lnTo>
                  <a:lnTo>
                    <a:pt x="7311" y="665"/>
                  </a:lnTo>
                  <a:close/>
                  <a:moveTo>
                    <a:pt x="6859" y="1"/>
                  </a:moveTo>
                  <a:lnTo>
                    <a:pt x="6806" y="27"/>
                  </a:lnTo>
                  <a:lnTo>
                    <a:pt x="6753" y="81"/>
                  </a:lnTo>
                  <a:lnTo>
                    <a:pt x="6726" y="107"/>
                  </a:lnTo>
                  <a:lnTo>
                    <a:pt x="6699" y="187"/>
                  </a:lnTo>
                  <a:lnTo>
                    <a:pt x="6699" y="240"/>
                  </a:lnTo>
                  <a:lnTo>
                    <a:pt x="6726" y="293"/>
                  </a:lnTo>
                  <a:lnTo>
                    <a:pt x="6832" y="559"/>
                  </a:lnTo>
                  <a:lnTo>
                    <a:pt x="6939" y="798"/>
                  </a:lnTo>
                  <a:lnTo>
                    <a:pt x="7098" y="1330"/>
                  </a:lnTo>
                  <a:lnTo>
                    <a:pt x="7178" y="1862"/>
                  </a:lnTo>
                  <a:lnTo>
                    <a:pt x="7204" y="2154"/>
                  </a:lnTo>
                  <a:lnTo>
                    <a:pt x="7204" y="2420"/>
                  </a:lnTo>
                  <a:lnTo>
                    <a:pt x="7178" y="2925"/>
                  </a:lnTo>
                  <a:lnTo>
                    <a:pt x="7125" y="3403"/>
                  </a:lnTo>
                  <a:lnTo>
                    <a:pt x="6992" y="3855"/>
                  </a:lnTo>
                  <a:lnTo>
                    <a:pt x="6832" y="4280"/>
                  </a:lnTo>
                  <a:lnTo>
                    <a:pt x="6620" y="4706"/>
                  </a:lnTo>
                  <a:lnTo>
                    <a:pt x="6380" y="5104"/>
                  </a:lnTo>
                  <a:lnTo>
                    <a:pt x="6115" y="5477"/>
                  </a:lnTo>
                  <a:lnTo>
                    <a:pt x="5796" y="5822"/>
                  </a:lnTo>
                  <a:lnTo>
                    <a:pt x="5450" y="6141"/>
                  </a:lnTo>
                  <a:lnTo>
                    <a:pt x="5105" y="6407"/>
                  </a:lnTo>
                  <a:lnTo>
                    <a:pt x="4706" y="6646"/>
                  </a:lnTo>
                  <a:lnTo>
                    <a:pt x="4281" y="6859"/>
                  </a:lnTo>
                  <a:lnTo>
                    <a:pt x="3829" y="7018"/>
                  </a:lnTo>
                  <a:lnTo>
                    <a:pt x="3377" y="7125"/>
                  </a:lnTo>
                  <a:lnTo>
                    <a:pt x="2898" y="7204"/>
                  </a:lnTo>
                  <a:lnTo>
                    <a:pt x="2420" y="7231"/>
                  </a:lnTo>
                  <a:lnTo>
                    <a:pt x="2127" y="7231"/>
                  </a:lnTo>
                  <a:lnTo>
                    <a:pt x="1862" y="7204"/>
                  </a:lnTo>
                  <a:lnTo>
                    <a:pt x="1330" y="7098"/>
                  </a:lnTo>
                  <a:lnTo>
                    <a:pt x="798" y="6939"/>
                  </a:lnTo>
                  <a:lnTo>
                    <a:pt x="533" y="6859"/>
                  </a:lnTo>
                  <a:lnTo>
                    <a:pt x="293" y="6726"/>
                  </a:lnTo>
                  <a:lnTo>
                    <a:pt x="107" y="6726"/>
                  </a:lnTo>
                  <a:lnTo>
                    <a:pt x="54" y="6779"/>
                  </a:lnTo>
                  <a:lnTo>
                    <a:pt x="28" y="6832"/>
                  </a:lnTo>
                  <a:lnTo>
                    <a:pt x="1" y="6885"/>
                  </a:lnTo>
                  <a:lnTo>
                    <a:pt x="1" y="6939"/>
                  </a:lnTo>
                  <a:lnTo>
                    <a:pt x="28" y="6992"/>
                  </a:lnTo>
                  <a:lnTo>
                    <a:pt x="214" y="7364"/>
                  </a:lnTo>
                  <a:lnTo>
                    <a:pt x="453" y="7709"/>
                  </a:lnTo>
                  <a:lnTo>
                    <a:pt x="692" y="8055"/>
                  </a:lnTo>
                  <a:lnTo>
                    <a:pt x="984" y="8347"/>
                  </a:lnTo>
                  <a:lnTo>
                    <a:pt x="1277" y="8640"/>
                  </a:lnTo>
                  <a:lnTo>
                    <a:pt x="1596" y="8879"/>
                  </a:lnTo>
                  <a:lnTo>
                    <a:pt x="1915" y="9118"/>
                  </a:lnTo>
                  <a:lnTo>
                    <a:pt x="2287" y="9304"/>
                  </a:lnTo>
                  <a:lnTo>
                    <a:pt x="2632" y="9490"/>
                  </a:lnTo>
                  <a:lnTo>
                    <a:pt x="3031" y="9623"/>
                  </a:lnTo>
                  <a:lnTo>
                    <a:pt x="3403" y="9756"/>
                  </a:lnTo>
                  <a:lnTo>
                    <a:pt x="3802" y="9836"/>
                  </a:lnTo>
                  <a:lnTo>
                    <a:pt x="4227" y="9889"/>
                  </a:lnTo>
                  <a:lnTo>
                    <a:pt x="5051" y="9889"/>
                  </a:lnTo>
                  <a:lnTo>
                    <a:pt x="5477" y="9836"/>
                  </a:lnTo>
                  <a:lnTo>
                    <a:pt x="5875" y="9756"/>
                  </a:lnTo>
                  <a:lnTo>
                    <a:pt x="6301" y="9650"/>
                  </a:lnTo>
                  <a:lnTo>
                    <a:pt x="6673" y="9490"/>
                  </a:lnTo>
                  <a:lnTo>
                    <a:pt x="7045" y="9331"/>
                  </a:lnTo>
                  <a:lnTo>
                    <a:pt x="7417" y="9118"/>
                  </a:lnTo>
                  <a:lnTo>
                    <a:pt x="7736" y="8906"/>
                  </a:lnTo>
                  <a:lnTo>
                    <a:pt x="8055" y="8640"/>
                  </a:lnTo>
                  <a:lnTo>
                    <a:pt x="8347" y="8374"/>
                  </a:lnTo>
                  <a:lnTo>
                    <a:pt x="8640" y="8082"/>
                  </a:lnTo>
                  <a:lnTo>
                    <a:pt x="8879" y="7763"/>
                  </a:lnTo>
                  <a:lnTo>
                    <a:pt x="9118" y="7417"/>
                  </a:lnTo>
                  <a:lnTo>
                    <a:pt x="9304" y="7071"/>
                  </a:lnTo>
                  <a:lnTo>
                    <a:pt x="9490" y="6699"/>
                  </a:lnTo>
                  <a:lnTo>
                    <a:pt x="9623" y="6301"/>
                  </a:lnTo>
                  <a:lnTo>
                    <a:pt x="9756" y="5902"/>
                  </a:lnTo>
                  <a:lnTo>
                    <a:pt x="9836" y="5477"/>
                  </a:lnTo>
                  <a:lnTo>
                    <a:pt x="9863" y="5078"/>
                  </a:lnTo>
                  <a:lnTo>
                    <a:pt x="9889" y="4653"/>
                  </a:lnTo>
                  <a:lnTo>
                    <a:pt x="9863" y="4227"/>
                  </a:lnTo>
                  <a:lnTo>
                    <a:pt x="9809" y="3829"/>
                  </a:lnTo>
                  <a:lnTo>
                    <a:pt x="9730" y="3430"/>
                  </a:lnTo>
                  <a:lnTo>
                    <a:pt x="9623" y="3031"/>
                  </a:lnTo>
                  <a:lnTo>
                    <a:pt x="9464" y="2659"/>
                  </a:lnTo>
                  <a:lnTo>
                    <a:pt x="9304" y="2287"/>
                  </a:lnTo>
                  <a:lnTo>
                    <a:pt x="9092" y="1941"/>
                  </a:lnTo>
                  <a:lnTo>
                    <a:pt x="8879" y="1596"/>
                  </a:lnTo>
                  <a:lnTo>
                    <a:pt x="8613" y="1277"/>
                  </a:lnTo>
                  <a:lnTo>
                    <a:pt x="8347" y="984"/>
                  </a:lnTo>
                  <a:lnTo>
                    <a:pt x="8029" y="719"/>
                  </a:lnTo>
                  <a:lnTo>
                    <a:pt x="7710" y="453"/>
                  </a:lnTo>
                  <a:lnTo>
                    <a:pt x="7364" y="240"/>
                  </a:lnTo>
                  <a:lnTo>
                    <a:pt x="6992" y="27"/>
                  </a:lnTo>
                  <a:lnTo>
                    <a:pt x="691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 name="Google Shape;1407;p87"/>
            <p:cNvSpPr/>
            <p:nvPr/>
          </p:nvSpPr>
          <p:spPr>
            <a:xfrm>
              <a:off x="7157925" y="1398500"/>
              <a:ext cx="82425" cy="79100"/>
            </a:xfrm>
            <a:custGeom>
              <a:rect b="b" l="l" r="r" t="t"/>
              <a:pathLst>
                <a:path extrusionOk="0" h="3164" w="3297">
                  <a:moveTo>
                    <a:pt x="1648" y="638"/>
                  </a:moveTo>
                  <a:lnTo>
                    <a:pt x="1914" y="1196"/>
                  </a:lnTo>
                  <a:lnTo>
                    <a:pt x="1994" y="1276"/>
                  </a:lnTo>
                  <a:lnTo>
                    <a:pt x="2073" y="1303"/>
                  </a:lnTo>
                  <a:lnTo>
                    <a:pt x="2685" y="1382"/>
                  </a:lnTo>
                  <a:lnTo>
                    <a:pt x="2233" y="1808"/>
                  </a:lnTo>
                  <a:lnTo>
                    <a:pt x="2180" y="1887"/>
                  </a:lnTo>
                  <a:lnTo>
                    <a:pt x="2180" y="1994"/>
                  </a:lnTo>
                  <a:lnTo>
                    <a:pt x="2286" y="2605"/>
                  </a:lnTo>
                  <a:lnTo>
                    <a:pt x="1754" y="2313"/>
                  </a:lnTo>
                  <a:lnTo>
                    <a:pt x="1648" y="2286"/>
                  </a:lnTo>
                  <a:lnTo>
                    <a:pt x="1568" y="2313"/>
                  </a:lnTo>
                  <a:lnTo>
                    <a:pt x="1010" y="2605"/>
                  </a:lnTo>
                  <a:lnTo>
                    <a:pt x="1117" y="1994"/>
                  </a:lnTo>
                  <a:lnTo>
                    <a:pt x="1117" y="1887"/>
                  </a:lnTo>
                  <a:lnTo>
                    <a:pt x="1063" y="1808"/>
                  </a:lnTo>
                  <a:lnTo>
                    <a:pt x="638" y="1382"/>
                  </a:lnTo>
                  <a:lnTo>
                    <a:pt x="1223" y="1303"/>
                  </a:lnTo>
                  <a:lnTo>
                    <a:pt x="1329" y="1276"/>
                  </a:lnTo>
                  <a:lnTo>
                    <a:pt x="1382" y="1196"/>
                  </a:lnTo>
                  <a:lnTo>
                    <a:pt x="1648" y="638"/>
                  </a:lnTo>
                  <a:close/>
                  <a:moveTo>
                    <a:pt x="1648" y="0"/>
                  </a:moveTo>
                  <a:lnTo>
                    <a:pt x="1542" y="27"/>
                  </a:lnTo>
                  <a:lnTo>
                    <a:pt x="1462" y="106"/>
                  </a:lnTo>
                  <a:lnTo>
                    <a:pt x="1063" y="930"/>
                  </a:lnTo>
                  <a:lnTo>
                    <a:pt x="160" y="1063"/>
                  </a:lnTo>
                  <a:lnTo>
                    <a:pt x="80" y="1090"/>
                  </a:lnTo>
                  <a:lnTo>
                    <a:pt x="0" y="1196"/>
                  </a:lnTo>
                  <a:lnTo>
                    <a:pt x="0" y="1303"/>
                  </a:lnTo>
                  <a:lnTo>
                    <a:pt x="53" y="1409"/>
                  </a:lnTo>
                  <a:lnTo>
                    <a:pt x="718" y="2020"/>
                  </a:lnTo>
                  <a:lnTo>
                    <a:pt x="558" y="2924"/>
                  </a:lnTo>
                  <a:lnTo>
                    <a:pt x="558" y="3030"/>
                  </a:lnTo>
                  <a:lnTo>
                    <a:pt x="638" y="3137"/>
                  </a:lnTo>
                  <a:lnTo>
                    <a:pt x="744" y="3163"/>
                  </a:lnTo>
                  <a:lnTo>
                    <a:pt x="851" y="3137"/>
                  </a:lnTo>
                  <a:lnTo>
                    <a:pt x="1648" y="2711"/>
                  </a:lnTo>
                  <a:lnTo>
                    <a:pt x="2472" y="3137"/>
                  </a:lnTo>
                  <a:lnTo>
                    <a:pt x="2578" y="3163"/>
                  </a:lnTo>
                  <a:lnTo>
                    <a:pt x="2658" y="3137"/>
                  </a:lnTo>
                  <a:lnTo>
                    <a:pt x="2738" y="3030"/>
                  </a:lnTo>
                  <a:lnTo>
                    <a:pt x="2738" y="2924"/>
                  </a:lnTo>
                  <a:lnTo>
                    <a:pt x="2605" y="2020"/>
                  </a:lnTo>
                  <a:lnTo>
                    <a:pt x="3243" y="1409"/>
                  </a:lnTo>
                  <a:lnTo>
                    <a:pt x="3296" y="1303"/>
                  </a:lnTo>
                  <a:lnTo>
                    <a:pt x="3296" y="1196"/>
                  </a:lnTo>
                  <a:lnTo>
                    <a:pt x="3243" y="1090"/>
                  </a:lnTo>
                  <a:lnTo>
                    <a:pt x="3137" y="1063"/>
                  </a:lnTo>
                  <a:lnTo>
                    <a:pt x="2233" y="930"/>
                  </a:lnTo>
                  <a:lnTo>
                    <a:pt x="1834" y="106"/>
                  </a:lnTo>
                  <a:lnTo>
                    <a:pt x="1754" y="27"/>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 name="Google Shape;1408;p87"/>
            <p:cNvSpPr/>
            <p:nvPr/>
          </p:nvSpPr>
          <p:spPr>
            <a:xfrm>
              <a:off x="7153925" y="1314750"/>
              <a:ext cx="46550" cy="45875"/>
            </a:xfrm>
            <a:custGeom>
              <a:rect b="b" l="l" r="r" t="t"/>
              <a:pathLst>
                <a:path extrusionOk="0" h="1835" w="1862">
                  <a:moveTo>
                    <a:pt x="240" y="1"/>
                  </a:moveTo>
                  <a:lnTo>
                    <a:pt x="187" y="27"/>
                  </a:lnTo>
                  <a:lnTo>
                    <a:pt x="134" y="81"/>
                  </a:lnTo>
                  <a:lnTo>
                    <a:pt x="107" y="160"/>
                  </a:lnTo>
                  <a:lnTo>
                    <a:pt x="107" y="240"/>
                  </a:lnTo>
                  <a:lnTo>
                    <a:pt x="134" y="320"/>
                  </a:lnTo>
                  <a:lnTo>
                    <a:pt x="187" y="373"/>
                  </a:lnTo>
                  <a:lnTo>
                    <a:pt x="266" y="400"/>
                  </a:lnTo>
                  <a:lnTo>
                    <a:pt x="1144" y="506"/>
                  </a:lnTo>
                  <a:lnTo>
                    <a:pt x="80" y="1303"/>
                  </a:lnTo>
                  <a:lnTo>
                    <a:pt x="54" y="1357"/>
                  </a:lnTo>
                  <a:lnTo>
                    <a:pt x="27" y="1410"/>
                  </a:lnTo>
                  <a:lnTo>
                    <a:pt x="1" y="1463"/>
                  </a:lnTo>
                  <a:lnTo>
                    <a:pt x="27" y="1516"/>
                  </a:lnTo>
                  <a:lnTo>
                    <a:pt x="27" y="1569"/>
                  </a:lnTo>
                  <a:lnTo>
                    <a:pt x="80" y="1622"/>
                  </a:lnTo>
                  <a:lnTo>
                    <a:pt x="134" y="1649"/>
                  </a:lnTo>
                  <a:lnTo>
                    <a:pt x="187" y="1649"/>
                  </a:lnTo>
                  <a:lnTo>
                    <a:pt x="1649" y="1835"/>
                  </a:lnTo>
                  <a:lnTo>
                    <a:pt x="1755" y="1835"/>
                  </a:lnTo>
                  <a:lnTo>
                    <a:pt x="1808" y="1782"/>
                  </a:lnTo>
                  <a:lnTo>
                    <a:pt x="1861" y="1729"/>
                  </a:lnTo>
                  <a:lnTo>
                    <a:pt x="1861" y="1649"/>
                  </a:lnTo>
                  <a:lnTo>
                    <a:pt x="1861" y="1569"/>
                  </a:lnTo>
                  <a:lnTo>
                    <a:pt x="1835" y="1516"/>
                  </a:lnTo>
                  <a:lnTo>
                    <a:pt x="1782" y="1463"/>
                  </a:lnTo>
                  <a:lnTo>
                    <a:pt x="1702" y="1436"/>
                  </a:lnTo>
                  <a:lnTo>
                    <a:pt x="718" y="1330"/>
                  </a:lnTo>
                  <a:lnTo>
                    <a:pt x="1755" y="532"/>
                  </a:lnTo>
                  <a:lnTo>
                    <a:pt x="1808" y="479"/>
                  </a:lnTo>
                  <a:lnTo>
                    <a:pt x="1835" y="426"/>
                  </a:lnTo>
                  <a:lnTo>
                    <a:pt x="1835" y="373"/>
                  </a:lnTo>
                  <a:lnTo>
                    <a:pt x="1835" y="320"/>
                  </a:lnTo>
                  <a:lnTo>
                    <a:pt x="1808" y="267"/>
                  </a:lnTo>
                  <a:lnTo>
                    <a:pt x="1782" y="214"/>
                  </a:lnTo>
                  <a:lnTo>
                    <a:pt x="1728" y="187"/>
                  </a:lnTo>
                  <a:lnTo>
                    <a:pt x="1675" y="160"/>
                  </a:lnTo>
                  <a:lnTo>
                    <a:pt x="3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 name="Google Shape;1409;p87"/>
            <p:cNvSpPr/>
            <p:nvPr/>
          </p:nvSpPr>
          <p:spPr>
            <a:xfrm>
              <a:off x="7214400" y="1342675"/>
              <a:ext cx="41900" cy="41875"/>
            </a:xfrm>
            <a:custGeom>
              <a:rect b="b" l="l" r="r" t="t"/>
              <a:pathLst>
                <a:path extrusionOk="0" h="1675" w="1676">
                  <a:moveTo>
                    <a:pt x="240" y="0"/>
                  </a:moveTo>
                  <a:lnTo>
                    <a:pt x="160" y="53"/>
                  </a:lnTo>
                  <a:lnTo>
                    <a:pt x="107" y="107"/>
                  </a:lnTo>
                  <a:lnTo>
                    <a:pt x="80" y="186"/>
                  </a:lnTo>
                  <a:lnTo>
                    <a:pt x="107" y="266"/>
                  </a:lnTo>
                  <a:lnTo>
                    <a:pt x="133" y="319"/>
                  </a:lnTo>
                  <a:lnTo>
                    <a:pt x="187" y="372"/>
                  </a:lnTo>
                  <a:lnTo>
                    <a:pt x="266" y="399"/>
                  </a:lnTo>
                  <a:lnTo>
                    <a:pt x="957" y="505"/>
                  </a:lnTo>
                  <a:lnTo>
                    <a:pt x="80" y="1143"/>
                  </a:lnTo>
                  <a:lnTo>
                    <a:pt x="54" y="1196"/>
                  </a:lnTo>
                  <a:lnTo>
                    <a:pt x="27" y="1250"/>
                  </a:lnTo>
                  <a:lnTo>
                    <a:pt x="1" y="1303"/>
                  </a:lnTo>
                  <a:lnTo>
                    <a:pt x="27" y="1356"/>
                  </a:lnTo>
                  <a:lnTo>
                    <a:pt x="54" y="1409"/>
                  </a:lnTo>
                  <a:lnTo>
                    <a:pt x="80" y="1462"/>
                  </a:lnTo>
                  <a:lnTo>
                    <a:pt x="133" y="1489"/>
                  </a:lnTo>
                  <a:lnTo>
                    <a:pt x="187" y="1515"/>
                  </a:lnTo>
                  <a:lnTo>
                    <a:pt x="1462" y="1675"/>
                  </a:lnTo>
                  <a:lnTo>
                    <a:pt x="1489" y="1675"/>
                  </a:lnTo>
                  <a:lnTo>
                    <a:pt x="1569" y="1648"/>
                  </a:lnTo>
                  <a:lnTo>
                    <a:pt x="1622" y="1622"/>
                  </a:lnTo>
                  <a:lnTo>
                    <a:pt x="1675" y="1542"/>
                  </a:lnTo>
                  <a:lnTo>
                    <a:pt x="1675" y="1489"/>
                  </a:lnTo>
                  <a:lnTo>
                    <a:pt x="1675" y="1409"/>
                  </a:lnTo>
                  <a:lnTo>
                    <a:pt x="1649" y="1329"/>
                  </a:lnTo>
                  <a:lnTo>
                    <a:pt x="1595" y="1276"/>
                  </a:lnTo>
                  <a:lnTo>
                    <a:pt x="1516" y="1276"/>
                  </a:lnTo>
                  <a:lnTo>
                    <a:pt x="718" y="1170"/>
                  </a:lnTo>
                  <a:lnTo>
                    <a:pt x="1569" y="505"/>
                  </a:lnTo>
                  <a:lnTo>
                    <a:pt x="1622" y="479"/>
                  </a:lnTo>
                  <a:lnTo>
                    <a:pt x="1649" y="426"/>
                  </a:lnTo>
                  <a:lnTo>
                    <a:pt x="1649" y="372"/>
                  </a:lnTo>
                  <a:lnTo>
                    <a:pt x="1649" y="319"/>
                  </a:lnTo>
                  <a:lnTo>
                    <a:pt x="1622" y="266"/>
                  </a:lnTo>
                  <a:lnTo>
                    <a:pt x="1595" y="213"/>
                  </a:lnTo>
                  <a:lnTo>
                    <a:pt x="1542" y="186"/>
                  </a:lnTo>
                  <a:lnTo>
                    <a:pt x="1489" y="160"/>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10" name="Google Shape;1410;p87"/>
          <p:cNvSpPr/>
          <p:nvPr/>
        </p:nvSpPr>
        <p:spPr>
          <a:xfrm>
            <a:off x="897268" y="1958346"/>
            <a:ext cx="230131" cy="291940"/>
          </a:xfrm>
          <a:custGeom>
            <a:rect b="b" l="l" r="r" t="t"/>
            <a:pathLst>
              <a:path extrusionOk="0" h="11298" w="8906">
                <a:moveTo>
                  <a:pt x="8507" y="399"/>
                </a:moveTo>
                <a:lnTo>
                  <a:pt x="8507" y="1170"/>
                </a:lnTo>
                <a:lnTo>
                  <a:pt x="399" y="1170"/>
                </a:lnTo>
                <a:lnTo>
                  <a:pt x="399" y="399"/>
                </a:lnTo>
                <a:close/>
                <a:moveTo>
                  <a:pt x="5503" y="1569"/>
                </a:moveTo>
                <a:lnTo>
                  <a:pt x="5264" y="1888"/>
                </a:lnTo>
                <a:lnTo>
                  <a:pt x="5184" y="1994"/>
                </a:lnTo>
                <a:lnTo>
                  <a:pt x="5051" y="2021"/>
                </a:lnTo>
                <a:lnTo>
                  <a:pt x="3881" y="2021"/>
                </a:lnTo>
                <a:lnTo>
                  <a:pt x="3749" y="1994"/>
                </a:lnTo>
                <a:lnTo>
                  <a:pt x="3669" y="1888"/>
                </a:lnTo>
                <a:lnTo>
                  <a:pt x="3430" y="1569"/>
                </a:lnTo>
                <a:close/>
                <a:moveTo>
                  <a:pt x="8002" y="1569"/>
                </a:moveTo>
                <a:lnTo>
                  <a:pt x="8002" y="3775"/>
                </a:lnTo>
                <a:lnTo>
                  <a:pt x="931" y="3775"/>
                </a:lnTo>
                <a:lnTo>
                  <a:pt x="931" y="1569"/>
                </a:lnTo>
                <a:lnTo>
                  <a:pt x="2924" y="1569"/>
                </a:lnTo>
                <a:lnTo>
                  <a:pt x="3323" y="2127"/>
                </a:lnTo>
                <a:lnTo>
                  <a:pt x="3430" y="2260"/>
                </a:lnTo>
                <a:lnTo>
                  <a:pt x="3562" y="2340"/>
                </a:lnTo>
                <a:lnTo>
                  <a:pt x="3722" y="2393"/>
                </a:lnTo>
                <a:lnTo>
                  <a:pt x="3881" y="2419"/>
                </a:lnTo>
                <a:lnTo>
                  <a:pt x="5051" y="2419"/>
                </a:lnTo>
                <a:lnTo>
                  <a:pt x="5210" y="2393"/>
                </a:lnTo>
                <a:lnTo>
                  <a:pt x="5370" y="2340"/>
                </a:lnTo>
                <a:lnTo>
                  <a:pt x="5503" y="2260"/>
                </a:lnTo>
                <a:lnTo>
                  <a:pt x="5609" y="2127"/>
                </a:lnTo>
                <a:lnTo>
                  <a:pt x="5981" y="1569"/>
                </a:lnTo>
                <a:close/>
                <a:moveTo>
                  <a:pt x="5503" y="4174"/>
                </a:moveTo>
                <a:lnTo>
                  <a:pt x="5264" y="4493"/>
                </a:lnTo>
                <a:lnTo>
                  <a:pt x="5184" y="4572"/>
                </a:lnTo>
                <a:lnTo>
                  <a:pt x="5051" y="4599"/>
                </a:lnTo>
                <a:lnTo>
                  <a:pt x="3881" y="4599"/>
                </a:lnTo>
                <a:lnTo>
                  <a:pt x="3749" y="4572"/>
                </a:lnTo>
                <a:lnTo>
                  <a:pt x="3669" y="4493"/>
                </a:lnTo>
                <a:lnTo>
                  <a:pt x="3430" y="4174"/>
                </a:lnTo>
                <a:close/>
                <a:moveTo>
                  <a:pt x="8002" y="4174"/>
                </a:moveTo>
                <a:lnTo>
                  <a:pt x="8002" y="7018"/>
                </a:lnTo>
                <a:lnTo>
                  <a:pt x="931" y="7018"/>
                </a:lnTo>
                <a:lnTo>
                  <a:pt x="931" y="4174"/>
                </a:lnTo>
                <a:lnTo>
                  <a:pt x="2924" y="4174"/>
                </a:lnTo>
                <a:lnTo>
                  <a:pt x="3323" y="4732"/>
                </a:lnTo>
                <a:lnTo>
                  <a:pt x="3430" y="4838"/>
                </a:lnTo>
                <a:lnTo>
                  <a:pt x="3562" y="4945"/>
                </a:lnTo>
                <a:lnTo>
                  <a:pt x="3722" y="4998"/>
                </a:lnTo>
                <a:lnTo>
                  <a:pt x="5210" y="4998"/>
                </a:lnTo>
                <a:lnTo>
                  <a:pt x="5370" y="4945"/>
                </a:lnTo>
                <a:lnTo>
                  <a:pt x="5503" y="4838"/>
                </a:lnTo>
                <a:lnTo>
                  <a:pt x="5609" y="4732"/>
                </a:lnTo>
                <a:lnTo>
                  <a:pt x="5981" y="4174"/>
                </a:lnTo>
                <a:close/>
                <a:moveTo>
                  <a:pt x="5503" y="7417"/>
                </a:moveTo>
                <a:lnTo>
                  <a:pt x="5264" y="7762"/>
                </a:lnTo>
                <a:lnTo>
                  <a:pt x="5184" y="7842"/>
                </a:lnTo>
                <a:lnTo>
                  <a:pt x="5051" y="7868"/>
                </a:lnTo>
                <a:lnTo>
                  <a:pt x="3881" y="7868"/>
                </a:lnTo>
                <a:lnTo>
                  <a:pt x="3749" y="7842"/>
                </a:lnTo>
                <a:lnTo>
                  <a:pt x="3669" y="7762"/>
                </a:lnTo>
                <a:lnTo>
                  <a:pt x="3430" y="7417"/>
                </a:lnTo>
                <a:close/>
                <a:moveTo>
                  <a:pt x="8002" y="7417"/>
                </a:moveTo>
                <a:lnTo>
                  <a:pt x="8002" y="10261"/>
                </a:lnTo>
                <a:lnTo>
                  <a:pt x="931" y="10261"/>
                </a:lnTo>
                <a:lnTo>
                  <a:pt x="931" y="7417"/>
                </a:lnTo>
                <a:lnTo>
                  <a:pt x="2924" y="7417"/>
                </a:lnTo>
                <a:lnTo>
                  <a:pt x="3323" y="7975"/>
                </a:lnTo>
                <a:lnTo>
                  <a:pt x="3430" y="8108"/>
                </a:lnTo>
                <a:lnTo>
                  <a:pt x="3562" y="8187"/>
                </a:lnTo>
                <a:lnTo>
                  <a:pt x="3722" y="8241"/>
                </a:lnTo>
                <a:lnTo>
                  <a:pt x="3881" y="8267"/>
                </a:lnTo>
                <a:lnTo>
                  <a:pt x="5051" y="8267"/>
                </a:lnTo>
                <a:lnTo>
                  <a:pt x="5210" y="8241"/>
                </a:lnTo>
                <a:lnTo>
                  <a:pt x="5370" y="8187"/>
                </a:lnTo>
                <a:lnTo>
                  <a:pt x="5503" y="8108"/>
                </a:lnTo>
                <a:lnTo>
                  <a:pt x="5609" y="7975"/>
                </a:lnTo>
                <a:lnTo>
                  <a:pt x="5981" y="7417"/>
                </a:lnTo>
                <a:close/>
                <a:moveTo>
                  <a:pt x="3057" y="10660"/>
                </a:moveTo>
                <a:lnTo>
                  <a:pt x="2951" y="10846"/>
                </a:lnTo>
                <a:lnTo>
                  <a:pt x="2898" y="10872"/>
                </a:lnTo>
                <a:lnTo>
                  <a:pt x="2818" y="10899"/>
                </a:lnTo>
                <a:lnTo>
                  <a:pt x="1914" y="10899"/>
                </a:lnTo>
                <a:lnTo>
                  <a:pt x="1861" y="10872"/>
                </a:lnTo>
                <a:lnTo>
                  <a:pt x="1808" y="10846"/>
                </a:lnTo>
                <a:lnTo>
                  <a:pt x="1675" y="10660"/>
                </a:lnTo>
                <a:close/>
                <a:moveTo>
                  <a:pt x="7257" y="10660"/>
                </a:moveTo>
                <a:lnTo>
                  <a:pt x="7124" y="10846"/>
                </a:lnTo>
                <a:lnTo>
                  <a:pt x="7071" y="10872"/>
                </a:lnTo>
                <a:lnTo>
                  <a:pt x="7018" y="10899"/>
                </a:lnTo>
                <a:lnTo>
                  <a:pt x="6114" y="10899"/>
                </a:lnTo>
                <a:lnTo>
                  <a:pt x="6035" y="10872"/>
                </a:lnTo>
                <a:lnTo>
                  <a:pt x="5981" y="10846"/>
                </a:lnTo>
                <a:lnTo>
                  <a:pt x="5875" y="10660"/>
                </a:lnTo>
                <a:close/>
                <a:moveTo>
                  <a:pt x="213" y="0"/>
                </a:moveTo>
                <a:lnTo>
                  <a:pt x="133" y="27"/>
                </a:lnTo>
                <a:lnTo>
                  <a:pt x="80" y="54"/>
                </a:lnTo>
                <a:lnTo>
                  <a:pt x="27" y="133"/>
                </a:lnTo>
                <a:lnTo>
                  <a:pt x="1" y="186"/>
                </a:lnTo>
                <a:lnTo>
                  <a:pt x="1" y="1383"/>
                </a:lnTo>
                <a:lnTo>
                  <a:pt x="27" y="1436"/>
                </a:lnTo>
                <a:lnTo>
                  <a:pt x="80" y="1516"/>
                </a:lnTo>
                <a:lnTo>
                  <a:pt x="133" y="1542"/>
                </a:lnTo>
                <a:lnTo>
                  <a:pt x="213" y="1569"/>
                </a:lnTo>
                <a:lnTo>
                  <a:pt x="532" y="1569"/>
                </a:lnTo>
                <a:lnTo>
                  <a:pt x="532" y="10473"/>
                </a:lnTo>
                <a:lnTo>
                  <a:pt x="532" y="10553"/>
                </a:lnTo>
                <a:lnTo>
                  <a:pt x="585" y="10606"/>
                </a:lnTo>
                <a:lnTo>
                  <a:pt x="638" y="10660"/>
                </a:lnTo>
                <a:lnTo>
                  <a:pt x="1197" y="10660"/>
                </a:lnTo>
                <a:lnTo>
                  <a:pt x="1489" y="11058"/>
                </a:lnTo>
                <a:lnTo>
                  <a:pt x="1569" y="11165"/>
                </a:lnTo>
                <a:lnTo>
                  <a:pt x="1675" y="11244"/>
                </a:lnTo>
                <a:lnTo>
                  <a:pt x="1781" y="11297"/>
                </a:lnTo>
                <a:lnTo>
                  <a:pt x="2951" y="11297"/>
                </a:lnTo>
                <a:lnTo>
                  <a:pt x="3057" y="11244"/>
                </a:lnTo>
                <a:lnTo>
                  <a:pt x="3190" y="11165"/>
                </a:lnTo>
                <a:lnTo>
                  <a:pt x="3270" y="11058"/>
                </a:lnTo>
                <a:lnTo>
                  <a:pt x="3536" y="10660"/>
                </a:lnTo>
                <a:lnTo>
                  <a:pt x="5397" y="10660"/>
                </a:lnTo>
                <a:lnTo>
                  <a:pt x="5662" y="11058"/>
                </a:lnTo>
                <a:lnTo>
                  <a:pt x="5742" y="11165"/>
                </a:lnTo>
                <a:lnTo>
                  <a:pt x="5848" y="11244"/>
                </a:lnTo>
                <a:lnTo>
                  <a:pt x="5981" y="11297"/>
                </a:lnTo>
                <a:lnTo>
                  <a:pt x="7124" y="11297"/>
                </a:lnTo>
                <a:lnTo>
                  <a:pt x="7257" y="11244"/>
                </a:lnTo>
                <a:lnTo>
                  <a:pt x="7364" y="11165"/>
                </a:lnTo>
                <a:lnTo>
                  <a:pt x="7443" y="11058"/>
                </a:lnTo>
                <a:lnTo>
                  <a:pt x="7736" y="10660"/>
                </a:lnTo>
                <a:lnTo>
                  <a:pt x="8267" y="10660"/>
                </a:lnTo>
                <a:lnTo>
                  <a:pt x="8347" y="10606"/>
                </a:lnTo>
                <a:lnTo>
                  <a:pt x="8374" y="10553"/>
                </a:lnTo>
                <a:lnTo>
                  <a:pt x="8400" y="10473"/>
                </a:lnTo>
                <a:lnTo>
                  <a:pt x="8400" y="1569"/>
                </a:lnTo>
                <a:lnTo>
                  <a:pt x="8719" y="1569"/>
                </a:lnTo>
                <a:lnTo>
                  <a:pt x="8799" y="1542"/>
                </a:lnTo>
                <a:lnTo>
                  <a:pt x="8852" y="1516"/>
                </a:lnTo>
                <a:lnTo>
                  <a:pt x="8905" y="1436"/>
                </a:lnTo>
                <a:lnTo>
                  <a:pt x="8905" y="1383"/>
                </a:lnTo>
                <a:lnTo>
                  <a:pt x="8905" y="186"/>
                </a:lnTo>
                <a:lnTo>
                  <a:pt x="8905" y="133"/>
                </a:lnTo>
                <a:lnTo>
                  <a:pt x="8852" y="54"/>
                </a:lnTo>
                <a:lnTo>
                  <a:pt x="8799" y="27"/>
                </a:lnTo>
                <a:lnTo>
                  <a:pt x="87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11" name="Google Shape;1411;p87"/>
          <p:cNvGrpSpPr/>
          <p:nvPr/>
        </p:nvGrpSpPr>
        <p:grpSpPr>
          <a:xfrm>
            <a:off x="1692649" y="1979638"/>
            <a:ext cx="221190" cy="249356"/>
            <a:chOff x="1024250" y="2029800"/>
            <a:chExt cx="214000" cy="241250"/>
          </a:xfrm>
        </p:grpSpPr>
        <p:sp>
          <p:nvSpPr>
            <p:cNvPr id="1412" name="Google Shape;1412;p87"/>
            <p:cNvSpPr/>
            <p:nvPr/>
          </p:nvSpPr>
          <p:spPr>
            <a:xfrm>
              <a:off x="1113975" y="2216525"/>
              <a:ext cx="34575" cy="10675"/>
            </a:xfrm>
            <a:custGeom>
              <a:rect b="b" l="l" r="r" t="t"/>
              <a:pathLst>
                <a:path extrusionOk="0" h="427" w="1383">
                  <a:moveTo>
                    <a:pt x="186" y="1"/>
                  </a:moveTo>
                  <a:lnTo>
                    <a:pt x="107" y="27"/>
                  </a:lnTo>
                  <a:lnTo>
                    <a:pt x="53" y="81"/>
                  </a:lnTo>
                  <a:lnTo>
                    <a:pt x="0" y="134"/>
                  </a:lnTo>
                  <a:lnTo>
                    <a:pt x="0" y="213"/>
                  </a:lnTo>
                  <a:lnTo>
                    <a:pt x="0" y="293"/>
                  </a:lnTo>
                  <a:lnTo>
                    <a:pt x="53" y="346"/>
                  </a:lnTo>
                  <a:lnTo>
                    <a:pt x="107" y="399"/>
                  </a:lnTo>
                  <a:lnTo>
                    <a:pt x="186" y="426"/>
                  </a:lnTo>
                  <a:lnTo>
                    <a:pt x="1170" y="426"/>
                  </a:lnTo>
                  <a:lnTo>
                    <a:pt x="1250" y="399"/>
                  </a:lnTo>
                  <a:lnTo>
                    <a:pt x="1329" y="346"/>
                  </a:lnTo>
                  <a:lnTo>
                    <a:pt x="1356" y="293"/>
                  </a:lnTo>
                  <a:lnTo>
                    <a:pt x="1383" y="213"/>
                  </a:lnTo>
                  <a:lnTo>
                    <a:pt x="1356" y="134"/>
                  </a:lnTo>
                  <a:lnTo>
                    <a:pt x="1329" y="81"/>
                  </a:lnTo>
                  <a:lnTo>
                    <a:pt x="1250" y="27"/>
                  </a:lnTo>
                  <a:lnTo>
                    <a:pt x="117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 name="Google Shape;1413;p87"/>
            <p:cNvSpPr/>
            <p:nvPr/>
          </p:nvSpPr>
          <p:spPr>
            <a:xfrm>
              <a:off x="1024250" y="2029800"/>
              <a:ext cx="214000" cy="241250"/>
            </a:xfrm>
            <a:custGeom>
              <a:rect b="b" l="l" r="r" t="t"/>
              <a:pathLst>
                <a:path extrusionOk="0" h="9650" w="8560">
                  <a:moveTo>
                    <a:pt x="5397" y="399"/>
                  </a:moveTo>
                  <a:lnTo>
                    <a:pt x="5689" y="426"/>
                  </a:lnTo>
                  <a:lnTo>
                    <a:pt x="5955" y="505"/>
                  </a:lnTo>
                  <a:lnTo>
                    <a:pt x="6221" y="638"/>
                  </a:lnTo>
                  <a:lnTo>
                    <a:pt x="6433" y="824"/>
                  </a:lnTo>
                  <a:lnTo>
                    <a:pt x="6620" y="1064"/>
                  </a:lnTo>
                  <a:lnTo>
                    <a:pt x="6779" y="1303"/>
                  </a:lnTo>
                  <a:lnTo>
                    <a:pt x="6859" y="1595"/>
                  </a:lnTo>
                  <a:lnTo>
                    <a:pt x="6885" y="1888"/>
                  </a:lnTo>
                  <a:lnTo>
                    <a:pt x="6885" y="2207"/>
                  </a:lnTo>
                  <a:lnTo>
                    <a:pt x="6806" y="2180"/>
                  </a:lnTo>
                  <a:lnTo>
                    <a:pt x="6646" y="2180"/>
                  </a:lnTo>
                  <a:lnTo>
                    <a:pt x="6513" y="2154"/>
                  </a:lnTo>
                  <a:lnTo>
                    <a:pt x="5397" y="2100"/>
                  </a:lnTo>
                  <a:lnTo>
                    <a:pt x="4280" y="2074"/>
                  </a:lnTo>
                  <a:lnTo>
                    <a:pt x="3084" y="2100"/>
                  </a:lnTo>
                  <a:lnTo>
                    <a:pt x="1915" y="2180"/>
                  </a:lnTo>
                  <a:lnTo>
                    <a:pt x="1729" y="2207"/>
                  </a:lnTo>
                  <a:lnTo>
                    <a:pt x="1702" y="2207"/>
                  </a:lnTo>
                  <a:lnTo>
                    <a:pt x="1543" y="2233"/>
                  </a:lnTo>
                  <a:lnTo>
                    <a:pt x="1516" y="2260"/>
                  </a:lnTo>
                  <a:lnTo>
                    <a:pt x="1356" y="2313"/>
                  </a:lnTo>
                  <a:lnTo>
                    <a:pt x="1330" y="2313"/>
                  </a:lnTo>
                  <a:lnTo>
                    <a:pt x="1170" y="2393"/>
                  </a:lnTo>
                  <a:lnTo>
                    <a:pt x="1011" y="2472"/>
                  </a:lnTo>
                  <a:lnTo>
                    <a:pt x="984" y="2472"/>
                  </a:lnTo>
                  <a:lnTo>
                    <a:pt x="851" y="2579"/>
                  </a:lnTo>
                  <a:lnTo>
                    <a:pt x="825" y="2605"/>
                  </a:lnTo>
                  <a:lnTo>
                    <a:pt x="692" y="2712"/>
                  </a:lnTo>
                  <a:lnTo>
                    <a:pt x="559" y="2845"/>
                  </a:lnTo>
                  <a:lnTo>
                    <a:pt x="453" y="2978"/>
                  </a:lnTo>
                  <a:lnTo>
                    <a:pt x="426" y="3004"/>
                  </a:lnTo>
                  <a:lnTo>
                    <a:pt x="400" y="3031"/>
                  </a:lnTo>
                  <a:lnTo>
                    <a:pt x="453" y="2765"/>
                  </a:lnTo>
                  <a:lnTo>
                    <a:pt x="506" y="2499"/>
                  </a:lnTo>
                  <a:lnTo>
                    <a:pt x="612" y="2233"/>
                  </a:lnTo>
                  <a:lnTo>
                    <a:pt x="718" y="1994"/>
                  </a:lnTo>
                  <a:lnTo>
                    <a:pt x="851" y="1755"/>
                  </a:lnTo>
                  <a:lnTo>
                    <a:pt x="984" y="1542"/>
                  </a:lnTo>
                  <a:lnTo>
                    <a:pt x="1170" y="1356"/>
                  </a:lnTo>
                  <a:lnTo>
                    <a:pt x="1356" y="1170"/>
                  </a:lnTo>
                  <a:lnTo>
                    <a:pt x="1543" y="984"/>
                  </a:lnTo>
                  <a:lnTo>
                    <a:pt x="1755" y="851"/>
                  </a:lnTo>
                  <a:lnTo>
                    <a:pt x="1994" y="718"/>
                  </a:lnTo>
                  <a:lnTo>
                    <a:pt x="2234" y="612"/>
                  </a:lnTo>
                  <a:lnTo>
                    <a:pt x="2499" y="505"/>
                  </a:lnTo>
                  <a:lnTo>
                    <a:pt x="2765" y="452"/>
                  </a:lnTo>
                  <a:lnTo>
                    <a:pt x="3031" y="426"/>
                  </a:lnTo>
                  <a:lnTo>
                    <a:pt x="3297" y="399"/>
                  </a:lnTo>
                  <a:close/>
                  <a:moveTo>
                    <a:pt x="7390" y="1808"/>
                  </a:moveTo>
                  <a:lnTo>
                    <a:pt x="7550" y="1835"/>
                  </a:lnTo>
                  <a:lnTo>
                    <a:pt x="7683" y="1861"/>
                  </a:lnTo>
                  <a:lnTo>
                    <a:pt x="7816" y="1941"/>
                  </a:lnTo>
                  <a:lnTo>
                    <a:pt x="7949" y="2047"/>
                  </a:lnTo>
                  <a:lnTo>
                    <a:pt x="8028" y="2154"/>
                  </a:lnTo>
                  <a:lnTo>
                    <a:pt x="8108" y="2286"/>
                  </a:lnTo>
                  <a:lnTo>
                    <a:pt x="8135" y="2419"/>
                  </a:lnTo>
                  <a:lnTo>
                    <a:pt x="8161" y="2579"/>
                  </a:lnTo>
                  <a:lnTo>
                    <a:pt x="8161" y="3031"/>
                  </a:lnTo>
                  <a:lnTo>
                    <a:pt x="8082" y="2924"/>
                  </a:lnTo>
                  <a:lnTo>
                    <a:pt x="8055" y="2898"/>
                  </a:lnTo>
                  <a:lnTo>
                    <a:pt x="7975" y="2818"/>
                  </a:lnTo>
                  <a:lnTo>
                    <a:pt x="7922" y="2765"/>
                  </a:lnTo>
                  <a:lnTo>
                    <a:pt x="7869" y="2712"/>
                  </a:lnTo>
                  <a:lnTo>
                    <a:pt x="7816" y="2659"/>
                  </a:lnTo>
                  <a:lnTo>
                    <a:pt x="7736" y="2605"/>
                  </a:lnTo>
                  <a:lnTo>
                    <a:pt x="7683" y="2552"/>
                  </a:lnTo>
                  <a:lnTo>
                    <a:pt x="7630" y="2526"/>
                  </a:lnTo>
                  <a:lnTo>
                    <a:pt x="7576" y="2472"/>
                  </a:lnTo>
                  <a:lnTo>
                    <a:pt x="7497" y="2419"/>
                  </a:lnTo>
                  <a:lnTo>
                    <a:pt x="7417" y="2393"/>
                  </a:lnTo>
                  <a:lnTo>
                    <a:pt x="7337" y="2366"/>
                  </a:lnTo>
                  <a:lnTo>
                    <a:pt x="7284" y="2340"/>
                  </a:lnTo>
                  <a:lnTo>
                    <a:pt x="7284" y="1888"/>
                  </a:lnTo>
                  <a:lnTo>
                    <a:pt x="7284" y="1808"/>
                  </a:lnTo>
                  <a:close/>
                  <a:moveTo>
                    <a:pt x="5370" y="2499"/>
                  </a:moveTo>
                  <a:lnTo>
                    <a:pt x="6487" y="2552"/>
                  </a:lnTo>
                  <a:lnTo>
                    <a:pt x="6620" y="2579"/>
                  </a:lnTo>
                  <a:lnTo>
                    <a:pt x="6726" y="2579"/>
                  </a:lnTo>
                  <a:lnTo>
                    <a:pt x="7018" y="2659"/>
                  </a:lnTo>
                  <a:lnTo>
                    <a:pt x="7258" y="2765"/>
                  </a:lnTo>
                  <a:lnTo>
                    <a:pt x="7497" y="2924"/>
                  </a:lnTo>
                  <a:lnTo>
                    <a:pt x="7683" y="3110"/>
                  </a:lnTo>
                  <a:lnTo>
                    <a:pt x="7842" y="3297"/>
                  </a:lnTo>
                  <a:lnTo>
                    <a:pt x="7975" y="3536"/>
                  </a:lnTo>
                  <a:lnTo>
                    <a:pt x="8082" y="3775"/>
                  </a:lnTo>
                  <a:lnTo>
                    <a:pt x="8135" y="4041"/>
                  </a:lnTo>
                  <a:lnTo>
                    <a:pt x="8161" y="4333"/>
                  </a:lnTo>
                  <a:lnTo>
                    <a:pt x="8161" y="4493"/>
                  </a:lnTo>
                  <a:lnTo>
                    <a:pt x="8108" y="4732"/>
                  </a:lnTo>
                  <a:lnTo>
                    <a:pt x="8055" y="4971"/>
                  </a:lnTo>
                  <a:lnTo>
                    <a:pt x="7949" y="5184"/>
                  </a:lnTo>
                  <a:lnTo>
                    <a:pt x="7816" y="5396"/>
                  </a:lnTo>
                  <a:lnTo>
                    <a:pt x="7656" y="5582"/>
                  </a:lnTo>
                  <a:lnTo>
                    <a:pt x="7444" y="5742"/>
                  </a:lnTo>
                  <a:lnTo>
                    <a:pt x="7258" y="5848"/>
                  </a:lnTo>
                  <a:lnTo>
                    <a:pt x="7045" y="5901"/>
                  </a:lnTo>
                  <a:lnTo>
                    <a:pt x="6832" y="5928"/>
                  </a:lnTo>
                  <a:lnTo>
                    <a:pt x="6620" y="5928"/>
                  </a:lnTo>
                  <a:lnTo>
                    <a:pt x="6274" y="5901"/>
                  </a:lnTo>
                  <a:lnTo>
                    <a:pt x="5955" y="5822"/>
                  </a:lnTo>
                  <a:lnTo>
                    <a:pt x="5609" y="5742"/>
                  </a:lnTo>
                  <a:lnTo>
                    <a:pt x="5290" y="5636"/>
                  </a:lnTo>
                  <a:lnTo>
                    <a:pt x="4759" y="5450"/>
                  </a:lnTo>
                  <a:lnTo>
                    <a:pt x="4520" y="5423"/>
                  </a:lnTo>
                  <a:lnTo>
                    <a:pt x="4280" y="5396"/>
                  </a:lnTo>
                  <a:lnTo>
                    <a:pt x="4041" y="5423"/>
                  </a:lnTo>
                  <a:lnTo>
                    <a:pt x="3802" y="5450"/>
                  </a:lnTo>
                  <a:lnTo>
                    <a:pt x="3270" y="5636"/>
                  </a:lnTo>
                  <a:lnTo>
                    <a:pt x="3111" y="5662"/>
                  </a:lnTo>
                  <a:lnTo>
                    <a:pt x="2818" y="5769"/>
                  </a:lnTo>
                  <a:lnTo>
                    <a:pt x="2526" y="5848"/>
                  </a:lnTo>
                  <a:lnTo>
                    <a:pt x="2234" y="5901"/>
                  </a:lnTo>
                  <a:lnTo>
                    <a:pt x="1941" y="5928"/>
                  </a:lnTo>
                  <a:lnTo>
                    <a:pt x="1782" y="5955"/>
                  </a:lnTo>
                  <a:lnTo>
                    <a:pt x="1622" y="5928"/>
                  </a:lnTo>
                  <a:lnTo>
                    <a:pt x="1596" y="5928"/>
                  </a:lnTo>
                  <a:lnTo>
                    <a:pt x="1516" y="5901"/>
                  </a:lnTo>
                  <a:lnTo>
                    <a:pt x="1463" y="5901"/>
                  </a:lnTo>
                  <a:lnTo>
                    <a:pt x="1410" y="5875"/>
                  </a:lnTo>
                  <a:lnTo>
                    <a:pt x="1356" y="5848"/>
                  </a:lnTo>
                  <a:lnTo>
                    <a:pt x="1303" y="5848"/>
                  </a:lnTo>
                  <a:lnTo>
                    <a:pt x="1250" y="5795"/>
                  </a:lnTo>
                  <a:lnTo>
                    <a:pt x="1224" y="5795"/>
                  </a:lnTo>
                  <a:lnTo>
                    <a:pt x="1144" y="5742"/>
                  </a:lnTo>
                  <a:lnTo>
                    <a:pt x="1117" y="5742"/>
                  </a:lnTo>
                  <a:lnTo>
                    <a:pt x="1011" y="5662"/>
                  </a:lnTo>
                  <a:lnTo>
                    <a:pt x="851" y="5529"/>
                  </a:lnTo>
                  <a:lnTo>
                    <a:pt x="692" y="5343"/>
                  </a:lnTo>
                  <a:lnTo>
                    <a:pt x="586" y="5157"/>
                  </a:lnTo>
                  <a:lnTo>
                    <a:pt x="506" y="4971"/>
                  </a:lnTo>
                  <a:lnTo>
                    <a:pt x="426" y="4652"/>
                  </a:lnTo>
                  <a:lnTo>
                    <a:pt x="400" y="4307"/>
                  </a:lnTo>
                  <a:lnTo>
                    <a:pt x="426" y="3988"/>
                  </a:lnTo>
                  <a:lnTo>
                    <a:pt x="506" y="3669"/>
                  </a:lnTo>
                  <a:lnTo>
                    <a:pt x="665" y="3376"/>
                  </a:lnTo>
                  <a:lnTo>
                    <a:pt x="851" y="3137"/>
                  </a:lnTo>
                  <a:lnTo>
                    <a:pt x="1064" y="2898"/>
                  </a:lnTo>
                  <a:lnTo>
                    <a:pt x="1330" y="2738"/>
                  </a:lnTo>
                  <a:lnTo>
                    <a:pt x="1622" y="2632"/>
                  </a:lnTo>
                  <a:lnTo>
                    <a:pt x="1782" y="2605"/>
                  </a:lnTo>
                  <a:lnTo>
                    <a:pt x="1941" y="2579"/>
                  </a:lnTo>
                  <a:lnTo>
                    <a:pt x="3111" y="2499"/>
                  </a:lnTo>
                  <a:close/>
                  <a:moveTo>
                    <a:pt x="400" y="5609"/>
                  </a:moveTo>
                  <a:lnTo>
                    <a:pt x="426" y="5636"/>
                  </a:lnTo>
                  <a:lnTo>
                    <a:pt x="453" y="5689"/>
                  </a:lnTo>
                  <a:lnTo>
                    <a:pt x="506" y="5769"/>
                  </a:lnTo>
                  <a:lnTo>
                    <a:pt x="559" y="5795"/>
                  </a:lnTo>
                  <a:lnTo>
                    <a:pt x="612" y="5875"/>
                  </a:lnTo>
                  <a:lnTo>
                    <a:pt x="665" y="5901"/>
                  </a:lnTo>
                  <a:lnTo>
                    <a:pt x="745" y="5955"/>
                  </a:lnTo>
                  <a:lnTo>
                    <a:pt x="798" y="6008"/>
                  </a:lnTo>
                  <a:lnTo>
                    <a:pt x="798" y="6486"/>
                  </a:lnTo>
                  <a:lnTo>
                    <a:pt x="798" y="6513"/>
                  </a:lnTo>
                  <a:lnTo>
                    <a:pt x="639" y="6460"/>
                  </a:lnTo>
                  <a:lnTo>
                    <a:pt x="506" y="6327"/>
                  </a:lnTo>
                  <a:lnTo>
                    <a:pt x="426" y="6167"/>
                  </a:lnTo>
                  <a:lnTo>
                    <a:pt x="400" y="6008"/>
                  </a:lnTo>
                  <a:lnTo>
                    <a:pt x="400" y="5609"/>
                  </a:lnTo>
                  <a:close/>
                  <a:moveTo>
                    <a:pt x="8161" y="5582"/>
                  </a:moveTo>
                  <a:lnTo>
                    <a:pt x="8161" y="6008"/>
                  </a:lnTo>
                  <a:lnTo>
                    <a:pt x="8161" y="6088"/>
                  </a:lnTo>
                  <a:lnTo>
                    <a:pt x="8135" y="6167"/>
                  </a:lnTo>
                  <a:lnTo>
                    <a:pt x="8055" y="6327"/>
                  </a:lnTo>
                  <a:lnTo>
                    <a:pt x="7922" y="6460"/>
                  </a:lnTo>
                  <a:lnTo>
                    <a:pt x="7842" y="6486"/>
                  </a:lnTo>
                  <a:lnTo>
                    <a:pt x="7763" y="6513"/>
                  </a:lnTo>
                  <a:lnTo>
                    <a:pt x="7763" y="6008"/>
                  </a:lnTo>
                  <a:lnTo>
                    <a:pt x="7816" y="5955"/>
                  </a:lnTo>
                  <a:lnTo>
                    <a:pt x="7895" y="5901"/>
                  </a:lnTo>
                  <a:lnTo>
                    <a:pt x="7949" y="5848"/>
                  </a:lnTo>
                  <a:lnTo>
                    <a:pt x="8002" y="5795"/>
                  </a:lnTo>
                  <a:lnTo>
                    <a:pt x="8055" y="5742"/>
                  </a:lnTo>
                  <a:lnTo>
                    <a:pt x="8108" y="5689"/>
                  </a:lnTo>
                  <a:lnTo>
                    <a:pt x="8135" y="5636"/>
                  </a:lnTo>
                  <a:lnTo>
                    <a:pt x="8161" y="5582"/>
                  </a:lnTo>
                  <a:close/>
                  <a:moveTo>
                    <a:pt x="4280" y="5795"/>
                  </a:moveTo>
                  <a:lnTo>
                    <a:pt x="4466" y="5822"/>
                  </a:lnTo>
                  <a:lnTo>
                    <a:pt x="4679" y="5848"/>
                  </a:lnTo>
                  <a:lnTo>
                    <a:pt x="5158" y="6008"/>
                  </a:lnTo>
                  <a:lnTo>
                    <a:pt x="5503" y="6114"/>
                  </a:lnTo>
                  <a:lnTo>
                    <a:pt x="5875" y="6220"/>
                  </a:lnTo>
                  <a:lnTo>
                    <a:pt x="6221" y="6300"/>
                  </a:lnTo>
                  <a:lnTo>
                    <a:pt x="6593" y="6327"/>
                  </a:lnTo>
                  <a:lnTo>
                    <a:pt x="6752" y="6353"/>
                  </a:lnTo>
                  <a:lnTo>
                    <a:pt x="6806" y="6353"/>
                  </a:lnTo>
                  <a:lnTo>
                    <a:pt x="6939" y="6327"/>
                  </a:lnTo>
                  <a:lnTo>
                    <a:pt x="6992" y="6327"/>
                  </a:lnTo>
                  <a:lnTo>
                    <a:pt x="7151" y="6300"/>
                  </a:lnTo>
                  <a:lnTo>
                    <a:pt x="7178" y="6274"/>
                  </a:lnTo>
                  <a:lnTo>
                    <a:pt x="7337" y="6247"/>
                  </a:lnTo>
                  <a:lnTo>
                    <a:pt x="7337" y="6486"/>
                  </a:lnTo>
                  <a:lnTo>
                    <a:pt x="7337" y="6752"/>
                  </a:lnTo>
                  <a:lnTo>
                    <a:pt x="7284" y="7044"/>
                  </a:lnTo>
                  <a:lnTo>
                    <a:pt x="7231" y="7310"/>
                  </a:lnTo>
                  <a:lnTo>
                    <a:pt x="7125" y="7550"/>
                  </a:lnTo>
                  <a:lnTo>
                    <a:pt x="7018" y="7789"/>
                  </a:lnTo>
                  <a:lnTo>
                    <a:pt x="6885" y="8028"/>
                  </a:lnTo>
                  <a:lnTo>
                    <a:pt x="6726" y="8241"/>
                  </a:lnTo>
                  <a:lnTo>
                    <a:pt x="6540" y="8427"/>
                  </a:lnTo>
                  <a:lnTo>
                    <a:pt x="6354" y="8613"/>
                  </a:lnTo>
                  <a:lnTo>
                    <a:pt x="6141" y="8772"/>
                  </a:lnTo>
                  <a:lnTo>
                    <a:pt x="5902" y="8905"/>
                  </a:lnTo>
                  <a:lnTo>
                    <a:pt x="5663" y="9038"/>
                  </a:lnTo>
                  <a:lnTo>
                    <a:pt x="5397" y="9118"/>
                  </a:lnTo>
                  <a:lnTo>
                    <a:pt x="5131" y="9198"/>
                  </a:lnTo>
                  <a:lnTo>
                    <a:pt x="4865" y="9224"/>
                  </a:lnTo>
                  <a:lnTo>
                    <a:pt x="4573" y="9251"/>
                  </a:lnTo>
                  <a:lnTo>
                    <a:pt x="3961" y="9251"/>
                  </a:lnTo>
                  <a:lnTo>
                    <a:pt x="3696" y="9224"/>
                  </a:lnTo>
                  <a:lnTo>
                    <a:pt x="3456" y="9198"/>
                  </a:lnTo>
                  <a:lnTo>
                    <a:pt x="3191" y="9144"/>
                  </a:lnTo>
                  <a:lnTo>
                    <a:pt x="2951" y="9038"/>
                  </a:lnTo>
                  <a:lnTo>
                    <a:pt x="2739" y="8958"/>
                  </a:lnTo>
                  <a:lnTo>
                    <a:pt x="2499" y="8825"/>
                  </a:lnTo>
                  <a:lnTo>
                    <a:pt x="2313" y="8693"/>
                  </a:lnTo>
                  <a:lnTo>
                    <a:pt x="2101" y="8533"/>
                  </a:lnTo>
                  <a:lnTo>
                    <a:pt x="1941" y="8347"/>
                  </a:lnTo>
                  <a:lnTo>
                    <a:pt x="1782" y="8161"/>
                  </a:lnTo>
                  <a:lnTo>
                    <a:pt x="1622" y="7948"/>
                  </a:lnTo>
                  <a:lnTo>
                    <a:pt x="1516" y="7736"/>
                  </a:lnTo>
                  <a:lnTo>
                    <a:pt x="1410" y="7496"/>
                  </a:lnTo>
                  <a:lnTo>
                    <a:pt x="1330" y="7257"/>
                  </a:lnTo>
                  <a:lnTo>
                    <a:pt x="1250" y="6991"/>
                  </a:lnTo>
                  <a:lnTo>
                    <a:pt x="1224" y="6725"/>
                  </a:lnTo>
                  <a:lnTo>
                    <a:pt x="1224" y="6247"/>
                  </a:lnTo>
                  <a:lnTo>
                    <a:pt x="1383" y="6274"/>
                  </a:lnTo>
                  <a:lnTo>
                    <a:pt x="1410" y="6300"/>
                  </a:lnTo>
                  <a:lnTo>
                    <a:pt x="1569" y="6327"/>
                  </a:lnTo>
                  <a:lnTo>
                    <a:pt x="1755" y="6353"/>
                  </a:lnTo>
                  <a:lnTo>
                    <a:pt x="1835" y="6353"/>
                  </a:lnTo>
                  <a:lnTo>
                    <a:pt x="1968" y="6327"/>
                  </a:lnTo>
                  <a:lnTo>
                    <a:pt x="2340" y="6300"/>
                  </a:lnTo>
                  <a:lnTo>
                    <a:pt x="2686" y="6220"/>
                  </a:lnTo>
                  <a:lnTo>
                    <a:pt x="3031" y="6114"/>
                  </a:lnTo>
                  <a:lnTo>
                    <a:pt x="3377" y="6008"/>
                  </a:lnTo>
                  <a:lnTo>
                    <a:pt x="3855" y="5848"/>
                  </a:lnTo>
                  <a:lnTo>
                    <a:pt x="4094" y="5822"/>
                  </a:lnTo>
                  <a:lnTo>
                    <a:pt x="4280" y="5795"/>
                  </a:lnTo>
                  <a:close/>
                  <a:moveTo>
                    <a:pt x="3297" y="0"/>
                  </a:moveTo>
                  <a:lnTo>
                    <a:pt x="2978" y="27"/>
                  </a:lnTo>
                  <a:lnTo>
                    <a:pt x="2632" y="80"/>
                  </a:lnTo>
                  <a:lnTo>
                    <a:pt x="2313" y="160"/>
                  </a:lnTo>
                  <a:lnTo>
                    <a:pt x="2021" y="266"/>
                  </a:lnTo>
                  <a:lnTo>
                    <a:pt x="1729" y="399"/>
                  </a:lnTo>
                  <a:lnTo>
                    <a:pt x="1463" y="559"/>
                  </a:lnTo>
                  <a:lnTo>
                    <a:pt x="1197" y="745"/>
                  </a:lnTo>
                  <a:lnTo>
                    <a:pt x="958" y="957"/>
                  </a:lnTo>
                  <a:lnTo>
                    <a:pt x="745" y="1197"/>
                  </a:lnTo>
                  <a:lnTo>
                    <a:pt x="559" y="1462"/>
                  </a:lnTo>
                  <a:lnTo>
                    <a:pt x="400" y="1728"/>
                  </a:lnTo>
                  <a:lnTo>
                    <a:pt x="267" y="2021"/>
                  </a:lnTo>
                  <a:lnTo>
                    <a:pt x="134" y="2313"/>
                  </a:lnTo>
                  <a:lnTo>
                    <a:pt x="54" y="2632"/>
                  </a:lnTo>
                  <a:lnTo>
                    <a:pt x="1" y="2978"/>
                  </a:lnTo>
                  <a:lnTo>
                    <a:pt x="1" y="3297"/>
                  </a:lnTo>
                  <a:lnTo>
                    <a:pt x="1" y="4333"/>
                  </a:lnTo>
                  <a:lnTo>
                    <a:pt x="27" y="4652"/>
                  </a:lnTo>
                  <a:lnTo>
                    <a:pt x="81" y="4998"/>
                  </a:lnTo>
                  <a:lnTo>
                    <a:pt x="27" y="5131"/>
                  </a:lnTo>
                  <a:lnTo>
                    <a:pt x="1" y="5290"/>
                  </a:lnTo>
                  <a:lnTo>
                    <a:pt x="1" y="6008"/>
                  </a:lnTo>
                  <a:lnTo>
                    <a:pt x="1" y="6167"/>
                  </a:lnTo>
                  <a:lnTo>
                    <a:pt x="54" y="6353"/>
                  </a:lnTo>
                  <a:lnTo>
                    <a:pt x="134" y="6486"/>
                  </a:lnTo>
                  <a:lnTo>
                    <a:pt x="240" y="6619"/>
                  </a:lnTo>
                  <a:lnTo>
                    <a:pt x="373" y="6752"/>
                  </a:lnTo>
                  <a:lnTo>
                    <a:pt x="506" y="6832"/>
                  </a:lnTo>
                  <a:lnTo>
                    <a:pt x="665" y="6912"/>
                  </a:lnTo>
                  <a:lnTo>
                    <a:pt x="851" y="6938"/>
                  </a:lnTo>
                  <a:lnTo>
                    <a:pt x="905" y="7231"/>
                  </a:lnTo>
                  <a:lnTo>
                    <a:pt x="984" y="7496"/>
                  </a:lnTo>
                  <a:lnTo>
                    <a:pt x="1091" y="7762"/>
                  </a:lnTo>
                  <a:lnTo>
                    <a:pt x="1197" y="8001"/>
                  </a:lnTo>
                  <a:lnTo>
                    <a:pt x="1356" y="8241"/>
                  </a:lnTo>
                  <a:lnTo>
                    <a:pt x="1516" y="8480"/>
                  </a:lnTo>
                  <a:lnTo>
                    <a:pt x="1702" y="8693"/>
                  </a:lnTo>
                  <a:lnTo>
                    <a:pt x="1915" y="8879"/>
                  </a:lnTo>
                  <a:lnTo>
                    <a:pt x="2127" y="9038"/>
                  </a:lnTo>
                  <a:lnTo>
                    <a:pt x="2340" y="9198"/>
                  </a:lnTo>
                  <a:lnTo>
                    <a:pt x="2606" y="9330"/>
                  </a:lnTo>
                  <a:lnTo>
                    <a:pt x="2845" y="9437"/>
                  </a:lnTo>
                  <a:lnTo>
                    <a:pt x="3111" y="9517"/>
                  </a:lnTo>
                  <a:lnTo>
                    <a:pt x="3403" y="9596"/>
                  </a:lnTo>
                  <a:lnTo>
                    <a:pt x="3669" y="9623"/>
                  </a:lnTo>
                  <a:lnTo>
                    <a:pt x="3961" y="9649"/>
                  </a:lnTo>
                  <a:lnTo>
                    <a:pt x="4573" y="9649"/>
                  </a:lnTo>
                  <a:lnTo>
                    <a:pt x="4865" y="9623"/>
                  </a:lnTo>
                  <a:lnTo>
                    <a:pt x="5158" y="9596"/>
                  </a:lnTo>
                  <a:lnTo>
                    <a:pt x="5423" y="9517"/>
                  </a:lnTo>
                  <a:lnTo>
                    <a:pt x="5716" y="9437"/>
                  </a:lnTo>
                  <a:lnTo>
                    <a:pt x="5955" y="9330"/>
                  </a:lnTo>
                  <a:lnTo>
                    <a:pt x="6194" y="9198"/>
                  </a:lnTo>
                  <a:lnTo>
                    <a:pt x="6433" y="9038"/>
                  </a:lnTo>
                  <a:lnTo>
                    <a:pt x="6646" y="8879"/>
                  </a:lnTo>
                  <a:lnTo>
                    <a:pt x="6859" y="8693"/>
                  </a:lnTo>
                  <a:lnTo>
                    <a:pt x="7045" y="8480"/>
                  </a:lnTo>
                  <a:lnTo>
                    <a:pt x="7204" y="8241"/>
                  </a:lnTo>
                  <a:lnTo>
                    <a:pt x="7364" y="8001"/>
                  </a:lnTo>
                  <a:lnTo>
                    <a:pt x="7470" y="7762"/>
                  </a:lnTo>
                  <a:lnTo>
                    <a:pt x="7576" y="7496"/>
                  </a:lnTo>
                  <a:lnTo>
                    <a:pt x="7656" y="7231"/>
                  </a:lnTo>
                  <a:lnTo>
                    <a:pt x="7709" y="6938"/>
                  </a:lnTo>
                  <a:lnTo>
                    <a:pt x="7895" y="6912"/>
                  </a:lnTo>
                  <a:lnTo>
                    <a:pt x="8055" y="6832"/>
                  </a:lnTo>
                  <a:lnTo>
                    <a:pt x="8188" y="6752"/>
                  </a:lnTo>
                  <a:lnTo>
                    <a:pt x="8321" y="6646"/>
                  </a:lnTo>
                  <a:lnTo>
                    <a:pt x="8427" y="6486"/>
                  </a:lnTo>
                  <a:lnTo>
                    <a:pt x="8507" y="6353"/>
                  </a:lnTo>
                  <a:lnTo>
                    <a:pt x="8560" y="6167"/>
                  </a:lnTo>
                  <a:lnTo>
                    <a:pt x="8560" y="6008"/>
                  </a:lnTo>
                  <a:lnTo>
                    <a:pt x="8560" y="5290"/>
                  </a:lnTo>
                  <a:lnTo>
                    <a:pt x="8533" y="5131"/>
                  </a:lnTo>
                  <a:lnTo>
                    <a:pt x="8480" y="4971"/>
                  </a:lnTo>
                  <a:lnTo>
                    <a:pt x="8507" y="4785"/>
                  </a:lnTo>
                  <a:lnTo>
                    <a:pt x="8533" y="4599"/>
                  </a:lnTo>
                  <a:lnTo>
                    <a:pt x="8560" y="4519"/>
                  </a:lnTo>
                  <a:lnTo>
                    <a:pt x="8560" y="2579"/>
                  </a:lnTo>
                  <a:lnTo>
                    <a:pt x="8533" y="2340"/>
                  </a:lnTo>
                  <a:lnTo>
                    <a:pt x="8480" y="2127"/>
                  </a:lnTo>
                  <a:lnTo>
                    <a:pt x="8374" y="1914"/>
                  </a:lnTo>
                  <a:lnTo>
                    <a:pt x="8214" y="1755"/>
                  </a:lnTo>
                  <a:lnTo>
                    <a:pt x="8055" y="1622"/>
                  </a:lnTo>
                  <a:lnTo>
                    <a:pt x="7842" y="1489"/>
                  </a:lnTo>
                  <a:lnTo>
                    <a:pt x="7630" y="1436"/>
                  </a:lnTo>
                  <a:lnTo>
                    <a:pt x="7390" y="1409"/>
                  </a:lnTo>
                  <a:lnTo>
                    <a:pt x="7231" y="1409"/>
                  </a:lnTo>
                  <a:lnTo>
                    <a:pt x="7125" y="1117"/>
                  </a:lnTo>
                  <a:lnTo>
                    <a:pt x="6965" y="824"/>
                  </a:lnTo>
                  <a:lnTo>
                    <a:pt x="6779" y="585"/>
                  </a:lnTo>
                  <a:lnTo>
                    <a:pt x="6566" y="399"/>
                  </a:lnTo>
                  <a:lnTo>
                    <a:pt x="6301" y="213"/>
                  </a:lnTo>
                  <a:lnTo>
                    <a:pt x="6008" y="107"/>
                  </a:lnTo>
                  <a:lnTo>
                    <a:pt x="5716" y="27"/>
                  </a:lnTo>
                  <a:lnTo>
                    <a:pt x="53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87"/>
            <p:cNvSpPr/>
            <p:nvPr/>
          </p:nvSpPr>
          <p:spPr>
            <a:xfrm>
              <a:off x="1064125" y="2138125"/>
              <a:ext cx="53850" cy="19300"/>
            </a:xfrm>
            <a:custGeom>
              <a:rect b="b" l="l" r="r" t="t"/>
              <a:pathLst>
                <a:path extrusionOk="0" h="772" w="2154">
                  <a:moveTo>
                    <a:pt x="160" y="0"/>
                  </a:moveTo>
                  <a:lnTo>
                    <a:pt x="80" y="27"/>
                  </a:lnTo>
                  <a:lnTo>
                    <a:pt x="1" y="107"/>
                  </a:lnTo>
                  <a:lnTo>
                    <a:pt x="1" y="213"/>
                  </a:lnTo>
                  <a:lnTo>
                    <a:pt x="54" y="319"/>
                  </a:lnTo>
                  <a:lnTo>
                    <a:pt x="160" y="425"/>
                  </a:lnTo>
                  <a:lnTo>
                    <a:pt x="266" y="505"/>
                  </a:lnTo>
                  <a:lnTo>
                    <a:pt x="506" y="665"/>
                  </a:lnTo>
                  <a:lnTo>
                    <a:pt x="798" y="744"/>
                  </a:lnTo>
                  <a:lnTo>
                    <a:pt x="931" y="771"/>
                  </a:lnTo>
                  <a:lnTo>
                    <a:pt x="1223" y="771"/>
                  </a:lnTo>
                  <a:lnTo>
                    <a:pt x="1383" y="744"/>
                  </a:lnTo>
                  <a:lnTo>
                    <a:pt x="1649" y="665"/>
                  </a:lnTo>
                  <a:lnTo>
                    <a:pt x="1888" y="505"/>
                  </a:lnTo>
                  <a:lnTo>
                    <a:pt x="2021" y="425"/>
                  </a:lnTo>
                  <a:lnTo>
                    <a:pt x="2101" y="319"/>
                  </a:lnTo>
                  <a:lnTo>
                    <a:pt x="2154" y="239"/>
                  </a:lnTo>
                  <a:lnTo>
                    <a:pt x="2154" y="160"/>
                  </a:lnTo>
                  <a:lnTo>
                    <a:pt x="2127" y="107"/>
                  </a:lnTo>
                  <a:lnTo>
                    <a:pt x="2074" y="27"/>
                  </a:lnTo>
                  <a:lnTo>
                    <a:pt x="2021" y="0"/>
                  </a:lnTo>
                  <a:lnTo>
                    <a:pt x="1861" y="0"/>
                  </a:lnTo>
                  <a:lnTo>
                    <a:pt x="1808" y="53"/>
                  </a:lnTo>
                  <a:lnTo>
                    <a:pt x="1649" y="186"/>
                  </a:lnTo>
                  <a:lnTo>
                    <a:pt x="1489" y="293"/>
                  </a:lnTo>
                  <a:lnTo>
                    <a:pt x="1277" y="346"/>
                  </a:lnTo>
                  <a:lnTo>
                    <a:pt x="1091" y="372"/>
                  </a:lnTo>
                  <a:lnTo>
                    <a:pt x="878" y="346"/>
                  </a:lnTo>
                  <a:lnTo>
                    <a:pt x="692" y="293"/>
                  </a:lnTo>
                  <a:lnTo>
                    <a:pt x="506" y="186"/>
                  </a:lnTo>
                  <a:lnTo>
                    <a:pt x="346" y="53"/>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 name="Google Shape;1415;p87"/>
            <p:cNvSpPr/>
            <p:nvPr/>
          </p:nvSpPr>
          <p:spPr>
            <a:xfrm>
              <a:off x="1144550" y="2137450"/>
              <a:ext cx="53850" cy="19975"/>
            </a:xfrm>
            <a:custGeom>
              <a:rect b="b" l="l" r="r" t="t"/>
              <a:pathLst>
                <a:path extrusionOk="0" h="799" w="2154">
                  <a:moveTo>
                    <a:pt x="160" y="1"/>
                  </a:moveTo>
                  <a:lnTo>
                    <a:pt x="53" y="54"/>
                  </a:lnTo>
                  <a:lnTo>
                    <a:pt x="0" y="134"/>
                  </a:lnTo>
                  <a:lnTo>
                    <a:pt x="0" y="240"/>
                  </a:lnTo>
                  <a:lnTo>
                    <a:pt x="27" y="346"/>
                  </a:lnTo>
                  <a:lnTo>
                    <a:pt x="266" y="532"/>
                  </a:lnTo>
                  <a:lnTo>
                    <a:pt x="505" y="665"/>
                  </a:lnTo>
                  <a:lnTo>
                    <a:pt x="771" y="771"/>
                  </a:lnTo>
                  <a:lnTo>
                    <a:pt x="1063" y="798"/>
                  </a:lnTo>
                  <a:lnTo>
                    <a:pt x="1356" y="771"/>
                  </a:lnTo>
                  <a:lnTo>
                    <a:pt x="1621" y="665"/>
                  </a:lnTo>
                  <a:lnTo>
                    <a:pt x="1887" y="532"/>
                  </a:lnTo>
                  <a:lnTo>
                    <a:pt x="2100" y="346"/>
                  </a:lnTo>
                  <a:lnTo>
                    <a:pt x="2127" y="266"/>
                  </a:lnTo>
                  <a:lnTo>
                    <a:pt x="2153" y="187"/>
                  </a:lnTo>
                  <a:lnTo>
                    <a:pt x="2127" y="107"/>
                  </a:lnTo>
                  <a:lnTo>
                    <a:pt x="2073" y="54"/>
                  </a:lnTo>
                  <a:lnTo>
                    <a:pt x="1994" y="27"/>
                  </a:lnTo>
                  <a:lnTo>
                    <a:pt x="1861" y="27"/>
                  </a:lnTo>
                  <a:lnTo>
                    <a:pt x="1781" y="80"/>
                  </a:lnTo>
                  <a:lnTo>
                    <a:pt x="1648" y="213"/>
                  </a:lnTo>
                  <a:lnTo>
                    <a:pt x="1462" y="320"/>
                  </a:lnTo>
                  <a:lnTo>
                    <a:pt x="1276" y="373"/>
                  </a:lnTo>
                  <a:lnTo>
                    <a:pt x="1063" y="399"/>
                  </a:lnTo>
                  <a:lnTo>
                    <a:pt x="877" y="373"/>
                  </a:lnTo>
                  <a:lnTo>
                    <a:pt x="665" y="320"/>
                  </a:lnTo>
                  <a:lnTo>
                    <a:pt x="505" y="213"/>
                  </a:lnTo>
                  <a:lnTo>
                    <a:pt x="346" y="80"/>
                  </a:lnTo>
                  <a:lnTo>
                    <a:pt x="266" y="27"/>
                  </a:lnTo>
                  <a:lnTo>
                    <a:pt x="16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16" name="Google Shape;1416;p87"/>
          <p:cNvGrpSpPr/>
          <p:nvPr/>
        </p:nvGrpSpPr>
        <p:grpSpPr>
          <a:xfrm>
            <a:off x="2469503" y="1955594"/>
            <a:ext cx="249356" cy="297444"/>
            <a:chOff x="1775850" y="2029800"/>
            <a:chExt cx="241250" cy="287775"/>
          </a:xfrm>
        </p:grpSpPr>
        <p:sp>
          <p:nvSpPr>
            <p:cNvPr id="1417" name="Google Shape;1417;p87"/>
            <p:cNvSpPr/>
            <p:nvPr/>
          </p:nvSpPr>
          <p:spPr>
            <a:xfrm>
              <a:off x="1775850" y="2029800"/>
              <a:ext cx="241250" cy="287775"/>
            </a:xfrm>
            <a:custGeom>
              <a:rect b="b" l="l" r="r" t="t"/>
              <a:pathLst>
                <a:path extrusionOk="0" h="11511" w="9650">
                  <a:moveTo>
                    <a:pt x="6034" y="479"/>
                  </a:moveTo>
                  <a:lnTo>
                    <a:pt x="6353" y="585"/>
                  </a:lnTo>
                  <a:lnTo>
                    <a:pt x="6699" y="771"/>
                  </a:lnTo>
                  <a:lnTo>
                    <a:pt x="6885" y="904"/>
                  </a:lnTo>
                  <a:lnTo>
                    <a:pt x="7071" y="1037"/>
                  </a:lnTo>
                  <a:lnTo>
                    <a:pt x="7230" y="1197"/>
                  </a:lnTo>
                  <a:lnTo>
                    <a:pt x="7390" y="1383"/>
                  </a:lnTo>
                  <a:lnTo>
                    <a:pt x="7470" y="1542"/>
                  </a:lnTo>
                  <a:lnTo>
                    <a:pt x="7549" y="1702"/>
                  </a:lnTo>
                  <a:lnTo>
                    <a:pt x="7603" y="1861"/>
                  </a:lnTo>
                  <a:lnTo>
                    <a:pt x="7656" y="2021"/>
                  </a:lnTo>
                  <a:lnTo>
                    <a:pt x="7682" y="2207"/>
                  </a:lnTo>
                  <a:lnTo>
                    <a:pt x="7709" y="2393"/>
                  </a:lnTo>
                  <a:lnTo>
                    <a:pt x="7682" y="2765"/>
                  </a:lnTo>
                  <a:lnTo>
                    <a:pt x="1914" y="2765"/>
                  </a:lnTo>
                  <a:lnTo>
                    <a:pt x="1941" y="2552"/>
                  </a:lnTo>
                  <a:lnTo>
                    <a:pt x="1994" y="2340"/>
                  </a:lnTo>
                  <a:lnTo>
                    <a:pt x="2074" y="2154"/>
                  </a:lnTo>
                  <a:lnTo>
                    <a:pt x="2207" y="1994"/>
                  </a:lnTo>
                  <a:lnTo>
                    <a:pt x="2313" y="1888"/>
                  </a:lnTo>
                  <a:lnTo>
                    <a:pt x="2472" y="1781"/>
                  </a:lnTo>
                  <a:lnTo>
                    <a:pt x="2685" y="1675"/>
                  </a:lnTo>
                  <a:lnTo>
                    <a:pt x="2951" y="1569"/>
                  </a:lnTo>
                  <a:lnTo>
                    <a:pt x="3243" y="1489"/>
                  </a:lnTo>
                  <a:lnTo>
                    <a:pt x="3642" y="1462"/>
                  </a:lnTo>
                  <a:lnTo>
                    <a:pt x="4067" y="1462"/>
                  </a:lnTo>
                  <a:lnTo>
                    <a:pt x="4599" y="1516"/>
                  </a:lnTo>
                  <a:lnTo>
                    <a:pt x="4865" y="1542"/>
                  </a:lnTo>
                  <a:lnTo>
                    <a:pt x="5104" y="1516"/>
                  </a:lnTo>
                  <a:lnTo>
                    <a:pt x="5290" y="1489"/>
                  </a:lnTo>
                  <a:lnTo>
                    <a:pt x="5476" y="1436"/>
                  </a:lnTo>
                  <a:lnTo>
                    <a:pt x="5609" y="1356"/>
                  </a:lnTo>
                  <a:lnTo>
                    <a:pt x="5715" y="1276"/>
                  </a:lnTo>
                  <a:lnTo>
                    <a:pt x="5822" y="1170"/>
                  </a:lnTo>
                  <a:lnTo>
                    <a:pt x="5901" y="1064"/>
                  </a:lnTo>
                  <a:lnTo>
                    <a:pt x="5955" y="931"/>
                  </a:lnTo>
                  <a:lnTo>
                    <a:pt x="6008" y="798"/>
                  </a:lnTo>
                  <a:lnTo>
                    <a:pt x="6034" y="638"/>
                  </a:lnTo>
                  <a:lnTo>
                    <a:pt x="6034" y="479"/>
                  </a:lnTo>
                  <a:close/>
                  <a:moveTo>
                    <a:pt x="8028" y="3164"/>
                  </a:moveTo>
                  <a:lnTo>
                    <a:pt x="8028" y="3536"/>
                  </a:lnTo>
                  <a:lnTo>
                    <a:pt x="1622" y="3536"/>
                  </a:lnTo>
                  <a:lnTo>
                    <a:pt x="1622" y="3164"/>
                  </a:lnTo>
                  <a:close/>
                  <a:moveTo>
                    <a:pt x="8028" y="3934"/>
                  </a:moveTo>
                  <a:lnTo>
                    <a:pt x="8028" y="4280"/>
                  </a:lnTo>
                  <a:lnTo>
                    <a:pt x="1622" y="4280"/>
                  </a:lnTo>
                  <a:lnTo>
                    <a:pt x="1622" y="3934"/>
                  </a:lnTo>
                  <a:close/>
                  <a:moveTo>
                    <a:pt x="8427" y="4679"/>
                  </a:moveTo>
                  <a:lnTo>
                    <a:pt x="8586" y="4705"/>
                  </a:lnTo>
                  <a:lnTo>
                    <a:pt x="8746" y="4758"/>
                  </a:lnTo>
                  <a:lnTo>
                    <a:pt x="8879" y="4838"/>
                  </a:lnTo>
                  <a:lnTo>
                    <a:pt x="9011" y="4918"/>
                  </a:lnTo>
                  <a:lnTo>
                    <a:pt x="9091" y="5051"/>
                  </a:lnTo>
                  <a:lnTo>
                    <a:pt x="9171" y="5184"/>
                  </a:lnTo>
                  <a:lnTo>
                    <a:pt x="9224" y="5343"/>
                  </a:lnTo>
                  <a:lnTo>
                    <a:pt x="9251" y="5503"/>
                  </a:lnTo>
                  <a:lnTo>
                    <a:pt x="9251" y="9144"/>
                  </a:lnTo>
                  <a:lnTo>
                    <a:pt x="9224" y="9304"/>
                  </a:lnTo>
                  <a:lnTo>
                    <a:pt x="9171" y="9463"/>
                  </a:lnTo>
                  <a:lnTo>
                    <a:pt x="9091" y="9596"/>
                  </a:lnTo>
                  <a:lnTo>
                    <a:pt x="9011" y="9703"/>
                  </a:lnTo>
                  <a:lnTo>
                    <a:pt x="8879" y="9809"/>
                  </a:lnTo>
                  <a:lnTo>
                    <a:pt x="8746" y="9889"/>
                  </a:lnTo>
                  <a:lnTo>
                    <a:pt x="8586" y="9942"/>
                  </a:lnTo>
                  <a:lnTo>
                    <a:pt x="1064" y="9942"/>
                  </a:lnTo>
                  <a:lnTo>
                    <a:pt x="904" y="9889"/>
                  </a:lnTo>
                  <a:lnTo>
                    <a:pt x="771" y="9809"/>
                  </a:lnTo>
                  <a:lnTo>
                    <a:pt x="638" y="9703"/>
                  </a:lnTo>
                  <a:lnTo>
                    <a:pt x="532" y="9596"/>
                  </a:lnTo>
                  <a:lnTo>
                    <a:pt x="479" y="9463"/>
                  </a:lnTo>
                  <a:lnTo>
                    <a:pt x="426" y="9304"/>
                  </a:lnTo>
                  <a:lnTo>
                    <a:pt x="399" y="9144"/>
                  </a:lnTo>
                  <a:lnTo>
                    <a:pt x="399" y="5503"/>
                  </a:lnTo>
                  <a:lnTo>
                    <a:pt x="426" y="5343"/>
                  </a:lnTo>
                  <a:lnTo>
                    <a:pt x="479" y="5184"/>
                  </a:lnTo>
                  <a:lnTo>
                    <a:pt x="532" y="5051"/>
                  </a:lnTo>
                  <a:lnTo>
                    <a:pt x="638" y="4918"/>
                  </a:lnTo>
                  <a:lnTo>
                    <a:pt x="771" y="4838"/>
                  </a:lnTo>
                  <a:lnTo>
                    <a:pt x="904" y="4758"/>
                  </a:lnTo>
                  <a:lnTo>
                    <a:pt x="1064" y="4705"/>
                  </a:lnTo>
                  <a:lnTo>
                    <a:pt x="1223" y="4679"/>
                  </a:lnTo>
                  <a:close/>
                  <a:moveTo>
                    <a:pt x="8028" y="10341"/>
                  </a:moveTo>
                  <a:lnTo>
                    <a:pt x="8028" y="11032"/>
                  </a:lnTo>
                  <a:lnTo>
                    <a:pt x="8001" y="11085"/>
                  </a:lnTo>
                  <a:lnTo>
                    <a:pt x="7948" y="11111"/>
                  </a:lnTo>
                  <a:lnTo>
                    <a:pt x="1702" y="11111"/>
                  </a:lnTo>
                  <a:lnTo>
                    <a:pt x="1648" y="11085"/>
                  </a:lnTo>
                  <a:lnTo>
                    <a:pt x="1622" y="11032"/>
                  </a:lnTo>
                  <a:lnTo>
                    <a:pt x="1622" y="10341"/>
                  </a:lnTo>
                  <a:close/>
                  <a:moveTo>
                    <a:pt x="5742" y="0"/>
                  </a:moveTo>
                  <a:lnTo>
                    <a:pt x="5689" y="27"/>
                  </a:lnTo>
                  <a:lnTo>
                    <a:pt x="5636" y="54"/>
                  </a:lnTo>
                  <a:lnTo>
                    <a:pt x="5609" y="80"/>
                  </a:lnTo>
                  <a:lnTo>
                    <a:pt x="5582" y="133"/>
                  </a:lnTo>
                  <a:lnTo>
                    <a:pt x="5582" y="213"/>
                  </a:lnTo>
                  <a:lnTo>
                    <a:pt x="5582" y="266"/>
                  </a:lnTo>
                  <a:lnTo>
                    <a:pt x="5609" y="319"/>
                  </a:lnTo>
                  <a:lnTo>
                    <a:pt x="5636" y="452"/>
                  </a:lnTo>
                  <a:lnTo>
                    <a:pt x="5636" y="585"/>
                  </a:lnTo>
                  <a:lnTo>
                    <a:pt x="5609" y="745"/>
                  </a:lnTo>
                  <a:lnTo>
                    <a:pt x="5556" y="878"/>
                  </a:lnTo>
                  <a:lnTo>
                    <a:pt x="5476" y="957"/>
                  </a:lnTo>
                  <a:lnTo>
                    <a:pt x="5370" y="1037"/>
                  </a:lnTo>
                  <a:lnTo>
                    <a:pt x="5263" y="1090"/>
                  </a:lnTo>
                  <a:lnTo>
                    <a:pt x="5131" y="1117"/>
                  </a:lnTo>
                  <a:lnTo>
                    <a:pt x="4891" y="1143"/>
                  </a:lnTo>
                  <a:lnTo>
                    <a:pt x="4652" y="1117"/>
                  </a:lnTo>
                  <a:lnTo>
                    <a:pt x="4067" y="1064"/>
                  </a:lnTo>
                  <a:lnTo>
                    <a:pt x="3562" y="1064"/>
                  </a:lnTo>
                  <a:lnTo>
                    <a:pt x="3137" y="1117"/>
                  </a:lnTo>
                  <a:lnTo>
                    <a:pt x="2765" y="1197"/>
                  </a:lnTo>
                  <a:lnTo>
                    <a:pt x="2472" y="1329"/>
                  </a:lnTo>
                  <a:lnTo>
                    <a:pt x="2233" y="1462"/>
                  </a:lnTo>
                  <a:lnTo>
                    <a:pt x="2047" y="1595"/>
                  </a:lnTo>
                  <a:lnTo>
                    <a:pt x="1914" y="1728"/>
                  </a:lnTo>
                  <a:lnTo>
                    <a:pt x="1728" y="1941"/>
                  </a:lnTo>
                  <a:lnTo>
                    <a:pt x="1622" y="2207"/>
                  </a:lnTo>
                  <a:lnTo>
                    <a:pt x="1542" y="2472"/>
                  </a:lnTo>
                  <a:lnTo>
                    <a:pt x="1515" y="2765"/>
                  </a:lnTo>
                  <a:lnTo>
                    <a:pt x="1409" y="2765"/>
                  </a:lnTo>
                  <a:lnTo>
                    <a:pt x="1329" y="2791"/>
                  </a:lnTo>
                  <a:lnTo>
                    <a:pt x="1276" y="2818"/>
                  </a:lnTo>
                  <a:lnTo>
                    <a:pt x="1223" y="2898"/>
                  </a:lnTo>
                  <a:lnTo>
                    <a:pt x="1223" y="2978"/>
                  </a:lnTo>
                  <a:lnTo>
                    <a:pt x="1223" y="3536"/>
                  </a:lnTo>
                  <a:lnTo>
                    <a:pt x="1143" y="3536"/>
                  </a:lnTo>
                  <a:lnTo>
                    <a:pt x="1064" y="3589"/>
                  </a:lnTo>
                  <a:lnTo>
                    <a:pt x="1037" y="3642"/>
                  </a:lnTo>
                  <a:lnTo>
                    <a:pt x="1010" y="3722"/>
                  </a:lnTo>
                  <a:lnTo>
                    <a:pt x="1037" y="3802"/>
                  </a:lnTo>
                  <a:lnTo>
                    <a:pt x="1064" y="3881"/>
                  </a:lnTo>
                  <a:lnTo>
                    <a:pt x="1143" y="3908"/>
                  </a:lnTo>
                  <a:lnTo>
                    <a:pt x="1223" y="3934"/>
                  </a:lnTo>
                  <a:lnTo>
                    <a:pt x="1223" y="4280"/>
                  </a:lnTo>
                  <a:lnTo>
                    <a:pt x="984" y="4307"/>
                  </a:lnTo>
                  <a:lnTo>
                    <a:pt x="745" y="4386"/>
                  </a:lnTo>
                  <a:lnTo>
                    <a:pt x="532" y="4493"/>
                  </a:lnTo>
                  <a:lnTo>
                    <a:pt x="346" y="4652"/>
                  </a:lnTo>
                  <a:lnTo>
                    <a:pt x="213" y="4812"/>
                  </a:lnTo>
                  <a:lnTo>
                    <a:pt x="107" y="5024"/>
                  </a:lnTo>
                  <a:lnTo>
                    <a:pt x="27" y="5264"/>
                  </a:lnTo>
                  <a:lnTo>
                    <a:pt x="0" y="5503"/>
                  </a:lnTo>
                  <a:lnTo>
                    <a:pt x="0" y="9144"/>
                  </a:lnTo>
                  <a:lnTo>
                    <a:pt x="27" y="9384"/>
                  </a:lnTo>
                  <a:lnTo>
                    <a:pt x="107" y="9623"/>
                  </a:lnTo>
                  <a:lnTo>
                    <a:pt x="213" y="9809"/>
                  </a:lnTo>
                  <a:lnTo>
                    <a:pt x="346" y="9995"/>
                  </a:lnTo>
                  <a:lnTo>
                    <a:pt x="532" y="10154"/>
                  </a:lnTo>
                  <a:lnTo>
                    <a:pt x="745" y="10261"/>
                  </a:lnTo>
                  <a:lnTo>
                    <a:pt x="984" y="10341"/>
                  </a:lnTo>
                  <a:lnTo>
                    <a:pt x="1223" y="10341"/>
                  </a:lnTo>
                  <a:lnTo>
                    <a:pt x="1223" y="11032"/>
                  </a:lnTo>
                  <a:lnTo>
                    <a:pt x="1223" y="11111"/>
                  </a:lnTo>
                  <a:lnTo>
                    <a:pt x="1250" y="11218"/>
                  </a:lnTo>
                  <a:lnTo>
                    <a:pt x="1303" y="11297"/>
                  </a:lnTo>
                  <a:lnTo>
                    <a:pt x="1356" y="11351"/>
                  </a:lnTo>
                  <a:lnTo>
                    <a:pt x="1436" y="11430"/>
                  </a:lnTo>
                  <a:lnTo>
                    <a:pt x="1515" y="11457"/>
                  </a:lnTo>
                  <a:lnTo>
                    <a:pt x="1622" y="11510"/>
                  </a:lnTo>
                  <a:lnTo>
                    <a:pt x="8028" y="11510"/>
                  </a:lnTo>
                  <a:lnTo>
                    <a:pt x="8134" y="11457"/>
                  </a:lnTo>
                  <a:lnTo>
                    <a:pt x="8214" y="11430"/>
                  </a:lnTo>
                  <a:lnTo>
                    <a:pt x="8267" y="11351"/>
                  </a:lnTo>
                  <a:lnTo>
                    <a:pt x="8347" y="11297"/>
                  </a:lnTo>
                  <a:lnTo>
                    <a:pt x="8373" y="11218"/>
                  </a:lnTo>
                  <a:lnTo>
                    <a:pt x="8427" y="11111"/>
                  </a:lnTo>
                  <a:lnTo>
                    <a:pt x="8427" y="11032"/>
                  </a:lnTo>
                  <a:lnTo>
                    <a:pt x="8427" y="10341"/>
                  </a:lnTo>
                  <a:lnTo>
                    <a:pt x="8666" y="10341"/>
                  </a:lnTo>
                  <a:lnTo>
                    <a:pt x="8905" y="10261"/>
                  </a:lnTo>
                  <a:lnTo>
                    <a:pt x="9091" y="10154"/>
                  </a:lnTo>
                  <a:lnTo>
                    <a:pt x="9277" y="9995"/>
                  </a:lnTo>
                  <a:lnTo>
                    <a:pt x="9437" y="9809"/>
                  </a:lnTo>
                  <a:lnTo>
                    <a:pt x="9543" y="9623"/>
                  </a:lnTo>
                  <a:lnTo>
                    <a:pt x="9623" y="9384"/>
                  </a:lnTo>
                  <a:lnTo>
                    <a:pt x="9649" y="9144"/>
                  </a:lnTo>
                  <a:lnTo>
                    <a:pt x="9649" y="5503"/>
                  </a:lnTo>
                  <a:lnTo>
                    <a:pt x="9623" y="5264"/>
                  </a:lnTo>
                  <a:lnTo>
                    <a:pt x="9543" y="5024"/>
                  </a:lnTo>
                  <a:lnTo>
                    <a:pt x="9437" y="4812"/>
                  </a:lnTo>
                  <a:lnTo>
                    <a:pt x="9277" y="4652"/>
                  </a:lnTo>
                  <a:lnTo>
                    <a:pt x="9091" y="4493"/>
                  </a:lnTo>
                  <a:lnTo>
                    <a:pt x="8905" y="4386"/>
                  </a:lnTo>
                  <a:lnTo>
                    <a:pt x="8666" y="4307"/>
                  </a:lnTo>
                  <a:lnTo>
                    <a:pt x="8427" y="4280"/>
                  </a:lnTo>
                  <a:lnTo>
                    <a:pt x="8427" y="3934"/>
                  </a:lnTo>
                  <a:lnTo>
                    <a:pt x="8506" y="3908"/>
                  </a:lnTo>
                  <a:lnTo>
                    <a:pt x="8560" y="3881"/>
                  </a:lnTo>
                  <a:lnTo>
                    <a:pt x="8613" y="3802"/>
                  </a:lnTo>
                  <a:lnTo>
                    <a:pt x="8639" y="3722"/>
                  </a:lnTo>
                  <a:lnTo>
                    <a:pt x="8613" y="3642"/>
                  </a:lnTo>
                  <a:lnTo>
                    <a:pt x="8560" y="3589"/>
                  </a:lnTo>
                  <a:lnTo>
                    <a:pt x="8506" y="3536"/>
                  </a:lnTo>
                  <a:lnTo>
                    <a:pt x="8427" y="3536"/>
                  </a:lnTo>
                  <a:lnTo>
                    <a:pt x="8427" y="2978"/>
                  </a:lnTo>
                  <a:lnTo>
                    <a:pt x="8400" y="2898"/>
                  </a:lnTo>
                  <a:lnTo>
                    <a:pt x="8373" y="2818"/>
                  </a:lnTo>
                  <a:lnTo>
                    <a:pt x="8294" y="2791"/>
                  </a:lnTo>
                  <a:lnTo>
                    <a:pt x="8214" y="2765"/>
                  </a:lnTo>
                  <a:lnTo>
                    <a:pt x="8081" y="2765"/>
                  </a:lnTo>
                  <a:lnTo>
                    <a:pt x="8108" y="2552"/>
                  </a:lnTo>
                  <a:lnTo>
                    <a:pt x="8108" y="2340"/>
                  </a:lnTo>
                  <a:lnTo>
                    <a:pt x="8081" y="2127"/>
                  </a:lnTo>
                  <a:lnTo>
                    <a:pt x="8055" y="1941"/>
                  </a:lnTo>
                  <a:lnTo>
                    <a:pt x="8001" y="1728"/>
                  </a:lnTo>
                  <a:lnTo>
                    <a:pt x="7922" y="1542"/>
                  </a:lnTo>
                  <a:lnTo>
                    <a:pt x="7815" y="1329"/>
                  </a:lnTo>
                  <a:lnTo>
                    <a:pt x="7709" y="1170"/>
                  </a:lnTo>
                  <a:lnTo>
                    <a:pt x="7576" y="984"/>
                  </a:lnTo>
                  <a:lnTo>
                    <a:pt x="7443" y="851"/>
                  </a:lnTo>
                  <a:lnTo>
                    <a:pt x="7151" y="585"/>
                  </a:lnTo>
                  <a:lnTo>
                    <a:pt x="6832" y="399"/>
                  </a:lnTo>
                  <a:lnTo>
                    <a:pt x="6539" y="240"/>
                  </a:lnTo>
                  <a:lnTo>
                    <a:pt x="6247" y="133"/>
                  </a:lnTo>
                  <a:lnTo>
                    <a:pt x="6034" y="54"/>
                  </a:lnTo>
                  <a:lnTo>
                    <a:pt x="579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 name="Google Shape;1418;p87"/>
            <p:cNvSpPr/>
            <p:nvPr/>
          </p:nvSpPr>
          <p:spPr>
            <a:xfrm>
              <a:off x="1848950" y="2161375"/>
              <a:ext cx="94375" cy="93725"/>
            </a:xfrm>
            <a:custGeom>
              <a:rect b="b" l="l" r="r" t="t"/>
              <a:pathLst>
                <a:path extrusionOk="0" h="3749" w="3775">
                  <a:moveTo>
                    <a:pt x="824" y="718"/>
                  </a:moveTo>
                  <a:lnTo>
                    <a:pt x="824" y="984"/>
                  </a:lnTo>
                  <a:lnTo>
                    <a:pt x="824" y="1170"/>
                  </a:lnTo>
                  <a:lnTo>
                    <a:pt x="851" y="1383"/>
                  </a:lnTo>
                  <a:lnTo>
                    <a:pt x="904" y="1569"/>
                  </a:lnTo>
                  <a:lnTo>
                    <a:pt x="984" y="1755"/>
                  </a:lnTo>
                  <a:lnTo>
                    <a:pt x="1064" y="1914"/>
                  </a:lnTo>
                  <a:lnTo>
                    <a:pt x="1170" y="2074"/>
                  </a:lnTo>
                  <a:lnTo>
                    <a:pt x="1276" y="2233"/>
                  </a:lnTo>
                  <a:lnTo>
                    <a:pt x="1409" y="2366"/>
                  </a:lnTo>
                  <a:lnTo>
                    <a:pt x="1542" y="2499"/>
                  </a:lnTo>
                  <a:lnTo>
                    <a:pt x="1702" y="2605"/>
                  </a:lnTo>
                  <a:lnTo>
                    <a:pt x="1861" y="2712"/>
                  </a:lnTo>
                  <a:lnTo>
                    <a:pt x="2020" y="2792"/>
                  </a:lnTo>
                  <a:lnTo>
                    <a:pt x="2207" y="2871"/>
                  </a:lnTo>
                  <a:lnTo>
                    <a:pt x="2393" y="2924"/>
                  </a:lnTo>
                  <a:lnTo>
                    <a:pt x="2605" y="2951"/>
                  </a:lnTo>
                  <a:lnTo>
                    <a:pt x="2791" y="2951"/>
                  </a:lnTo>
                  <a:lnTo>
                    <a:pt x="3057" y="2924"/>
                  </a:lnTo>
                  <a:lnTo>
                    <a:pt x="3057" y="2924"/>
                  </a:lnTo>
                  <a:lnTo>
                    <a:pt x="2818" y="3111"/>
                  </a:lnTo>
                  <a:lnTo>
                    <a:pt x="2579" y="3243"/>
                  </a:lnTo>
                  <a:lnTo>
                    <a:pt x="2286" y="3323"/>
                  </a:lnTo>
                  <a:lnTo>
                    <a:pt x="1994" y="3350"/>
                  </a:lnTo>
                  <a:lnTo>
                    <a:pt x="1755" y="3350"/>
                  </a:lnTo>
                  <a:lnTo>
                    <a:pt x="1542" y="3297"/>
                  </a:lnTo>
                  <a:lnTo>
                    <a:pt x="1329" y="3217"/>
                  </a:lnTo>
                  <a:lnTo>
                    <a:pt x="1117" y="3111"/>
                  </a:lnTo>
                  <a:lnTo>
                    <a:pt x="957" y="2951"/>
                  </a:lnTo>
                  <a:lnTo>
                    <a:pt x="798" y="2792"/>
                  </a:lnTo>
                  <a:lnTo>
                    <a:pt x="665" y="2605"/>
                  </a:lnTo>
                  <a:lnTo>
                    <a:pt x="532" y="2419"/>
                  </a:lnTo>
                  <a:lnTo>
                    <a:pt x="479" y="2180"/>
                  </a:lnTo>
                  <a:lnTo>
                    <a:pt x="426" y="1968"/>
                  </a:lnTo>
                  <a:lnTo>
                    <a:pt x="426" y="1728"/>
                  </a:lnTo>
                  <a:lnTo>
                    <a:pt x="426" y="1516"/>
                  </a:lnTo>
                  <a:lnTo>
                    <a:pt x="479" y="1303"/>
                  </a:lnTo>
                  <a:lnTo>
                    <a:pt x="585" y="1090"/>
                  </a:lnTo>
                  <a:lnTo>
                    <a:pt x="691" y="878"/>
                  </a:lnTo>
                  <a:lnTo>
                    <a:pt x="824" y="718"/>
                  </a:lnTo>
                  <a:close/>
                  <a:moveTo>
                    <a:pt x="1117" y="1"/>
                  </a:moveTo>
                  <a:lnTo>
                    <a:pt x="851" y="187"/>
                  </a:lnTo>
                  <a:lnTo>
                    <a:pt x="612" y="373"/>
                  </a:lnTo>
                  <a:lnTo>
                    <a:pt x="399" y="612"/>
                  </a:lnTo>
                  <a:lnTo>
                    <a:pt x="240" y="878"/>
                  </a:lnTo>
                  <a:lnTo>
                    <a:pt x="107" y="1144"/>
                  </a:lnTo>
                  <a:lnTo>
                    <a:pt x="27" y="1462"/>
                  </a:lnTo>
                  <a:lnTo>
                    <a:pt x="0" y="1755"/>
                  </a:lnTo>
                  <a:lnTo>
                    <a:pt x="27" y="2074"/>
                  </a:lnTo>
                  <a:lnTo>
                    <a:pt x="107" y="2393"/>
                  </a:lnTo>
                  <a:lnTo>
                    <a:pt x="240" y="2685"/>
                  </a:lnTo>
                  <a:lnTo>
                    <a:pt x="399" y="2951"/>
                  </a:lnTo>
                  <a:lnTo>
                    <a:pt x="585" y="3190"/>
                  </a:lnTo>
                  <a:lnTo>
                    <a:pt x="824" y="3376"/>
                  </a:lnTo>
                  <a:lnTo>
                    <a:pt x="1090" y="3536"/>
                  </a:lnTo>
                  <a:lnTo>
                    <a:pt x="1383" y="3669"/>
                  </a:lnTo>
                  <a:lnTo>
                    <a:pt x="1675" y="3748"/>
                  </a:lnTo>
                  <a:lnTo>
                    <a:pt x="1994" y="3748"/>
                  </a:lnTo>
                  <a:lnTo>
                    <a:pt x="2313" y="3722"/>
                  </a:lnTo>
                  <a:lnTo>
                    <a:pt x="2605" y="3669"/>
                  </a:lnTo>
                  <a:lnTo>
                    <a:pt x="2898" y="3536"/>
                  </a:lnTo>
                  <a:lnTo>
                    <a:pt x="3163" y="3376"/>
                  </a:lnTo>
                  <a:lnTo>
                    <a:pt x="3403" y="3164"/>
                  </a:lnTo>
                  <a:lnTo>
                    <a:pt x="3589" y="2924"/>
                  </a:lnTo>
                  <a:lnTo>
                    <a:pt x="3748" y="2659"/>
                  </a:lnTo>
                  <a:lnTo>
                    <a:pt x="3775" y="2605"/>
                  </a:lnTo>
                  <a:lnTo>
                    <a:pt x="3775" y="2526"/>
                  </a:lnTo>
                  <a:lnTo>
                    <a:pt x="3748" y="2473"/>
                  </a:lnTo>
                  <a:lnTo>
                    <a:pt x="3722" y="2419"/>
                  </a:lnTo>
                  <a:lnTo>
                    <a:pt x="3669" y="2393"/>
                  </a:lnTo>
                  <a:lnTo>
                    <a:pt x="3615" y="2366"/>
                  </a:lnTo>
                  <a:lnTo>
                    <a:pt x="3562" y="2366"/>
                  </a:lnTo>
                  <a:lnTo>
                    <a:pt x="3482" y="2393"/>
                  </a:lnTo>
                  <a:lnTo>
                    <a:pt x="3323" y="2473"/>
                  </a:lnTo>
                  <a:lnTo>
                    <a:pt x="3163" y="2499"/>
                  </a:lnTo>
                  <a:lnTo>
                    <a:pt x="2977" y="2552"/>
                  </a:lnTo>
                  <a:lnTo>
                    <a:pt x="2632" y="2552"/>
                  </a:lnTo>
                  <a:lnTo>
                    <a:pt x="2472" y="2526"/>
                  </a:lnTo>
                  <a:lnTo>
                    <a:pt x="2180" y="2419"/>
                  </a:lnTo>
                  <a:lnTo>
                    <a:pt x="1914" y="2287"/>
                  </a:lnTo>
                  <a:lnTo>
                    <a:pt x="1675" y="2100"/>
                  </a:lnTo>
                  <a:lnTo>
                    <a:pt x="1489" y="1861"/>
                  </a:lnTo>
                  <a:lnTo>
                    <a:pt x="1356" y="1595"/>
                  </a:lnTo>
                  <a:lnTo>
                    <a:pt x="1250" y="1303"/>
                  </a:lnTo>
                  <a:lnTo>
                    <a:pt x="1223" y="1144"/>
                  </a:lnTo>
                  <a:lnTo>
                    <a:pt x="1223" y="984"/>
                  </a:lnTo>
                  <a:lnTo>
                    <a:pt x="1223" y="798"/>
                  </a:lnTo>
                  <a:lnTo>
                    <a:pt x="1250" y="612"/>
                  </a:lnTo>
                  <a:lnTo>
                    <a:pt x="1303" y="452"/>
                  </a:lnTo>
                  <a:lnTo>
                    <a:pt x="1383" y="293"/>
                  </a:lnTo>
                  <a:lnTo>
                    <a:pt x="1409" y="213"/>
                  </a:lnTo>
                  <a:lnTo>
                    <a:pt x="1409" y="160"/>
                  </a:lnTo>
                  <a:lnTo>
                    <a:pt x="1383" y="107"/>
                  </a:lnTo>
                  <a:lnTo>
                    <a:pt x="1356" y="54"/>
                  </a:lnTo>
                  <a:lnTo>
                    <a:pt x="130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19" name="Google Shape;1419;p87"/>
          <p:cNvGrpSpPr/>
          <p:nvPr/>
        </p:nvGrpSpPr>
        <p:grpSpPr>
          <a:xfrm>
            <a:off x="3262816" y="1953191"/>
            <a:ext cx="243878" cy="302250"/>
            <a:chOff x="2543375" y="2029800"/>
            <a:chExt cx="235950" cy="292425"/>
          </a:xfrm>
        </p:grpSpPr>
        <p:sp>
          <p:nvSpPr>
            <p:cNvPr id="1420" name="Google Shape;1420;p87"/>
            <p:cNvSpPr/>
            <p:nvPr/>
          </p:nvSpPr>
          <p:spPr>
            <a:xfrm>
              <a:off x="2656350" y="2029800"/>
              <a:ext cx="122975" cy="292425"/>
            </a:xfrm>
            <a:custGeom>
              <a:rect b="b" l="l" r="r" t="t"/>
              <a:pathLst>
                <a:path extrusionOk="0" h="11697" w="4919">
                  <a:moveTo>
                    <a:pt x="3377" y="399"/>
                  </a:moveTo>
                  <a:lnTo>
                    <a:pt x="3377" y="984"/>
                  </a:lnTo>
                  <a:lnTo>
                    <a:pt x="1542" y="984"/>
                  </a:lnTo>
                  <a:lnTo>
                    <a:pt x="1542" y="399"/>
                  </a:lnTo>
                  <a:close/>
                  <a:moveTo>
                    <a:pt x="3137" y="1383"/>
                  </a:moveTo>
                  <a:lnTo>
                    <a:pt x="3137" y="1542"/>
                  </a:lnTo>
                  <a:lnTo>
                    <a:pt x="1782" y="1542"/>
                  </a:lnTo>
                  <a:lnTo>
                    <a:pt x="1782" y="1383"/>
                  </a:lnTo>
                  <a:close/>
                  <a:moveTo>
                    <a:pt x="3270" y="1941"/>
                  </a:moveTo>
                  <a:lnTo>
                    <a:pt x="3536" y="1967"/>
                  </a:lnTo>
                  <a:lnTo>
                    <a:pt x="3775" y="2047"/>
                  </a:lnTo>
                  <a:lnTo>
                    <a:pt x="3961" y="2154"/>
                  </a:lnTo>
                  <a:lnTo>
                    <a:pt x="4147" y="2313"/>
                  </a:lnTo>
                  <a:lnTo>
                    <a:pt x="4307" y="2499"/>
                  </a:lnTo>
                  <a:lnTo>
                    <a:pt x="4413" y="2712"/>
                  </a:lnTo>
                  <a:lnTo>
                    <a:pt x="4493" y="2951"/>
                  </a:lnTo>
                  <a:lnTo>
                    <a:pt x="4520" y="3190"/>
                  </a:lnTo>
                  <a:lnTo>
                    <a:pt x="4520" y="3988"/>
                  </a:lnTo>
                  <a:lnTo>
                    <a:pt x="399" y="3988"/>
                  </a:lnTo>
                  <a:lnTo>
                    <a:pt x="399" y="3190"/>
                  </a:lnTo>
                  <a:lnTo>
                    <a:pt x="426" y="2951"/>
                  </a:lnTo>
                  <a:lnTo>
                    <a:pt x="506" y="2712"/>
                  </a:lnTo>
                  <a:lnTo>
                    <a:pt x="612" y="2499"/>
                  </a:lnTo>
                  <a:lnTo>
                    <a:pt x="772" y="2313"/>
                  </a:lnTo>
                  <a:lnTo>
                    <a:pt x="958" y="2154"/>
                  </a:lnTo>
                  <a:lnTo>
                    <a:pt x="1170" y="2047"/>
                  </a:lnTo>
                  <a:lnTo>
                    <a:pt x="1410" y="1967"/>
                  </a:lnTo>
                  <a:lnTo>
                    <a:pt x="1649" y="1941"/>
                  </a:lnTo>
                  <a:close/>
                  <a:moveTo>
                    <a:pt x="4201" y="4386"/>
                  </a:moveTo>
                  <a:lnTo>
                    <a:pt x="4280" y="4413"/>
                  </a:lnTo>
                  <a:lnTo>
                    <a:pt x="4413" y="4493"/>
                  </a:lnTo>
                  <a:lnTo>
                    <a:pt x="4493" y="4626"/>
                  </a:lnTo>
                  <a:lnTo>
                    <a:pt x="4520" y="4705"/>
                  </a:lnTo>
                  <a:lnTo>
                    <a:pt x="4520" y="4785"/>
                  </a:lnTo>
                  <a:lnTo>
                    <a:pt x="4520" y="5742"/>
                  </a:lnTo>
                  <a:lnTo>
                    <a:pt x="4520" y="5822"/>
                  </a:lnTo>
                  <a:lnTo>
                    <a:pt x="4493" y="5901"/>
                  </a:lnTo>
                  <a:lnTo>
                    <a:pt x="4413" y="6008"/>
                  </a:lnTo>
                  <a:lnTo>
                    <a:pt x="4280" y="6114"/>
                  </a:lnTo>
                  <a:lnTo>
                    <a:pt x="4201" y="6114"/>
                  </a:lnTo>
                  <a:lnTo>
                    <a:pt x="4121" y="6141"/>
                  </a:lnTo>
                  <a:lnTo>
                    <a:pt x="798" y="6141"/>
                  </a:lnTo>
                  <a:lnTo>
                    <a:pt x="718" y="6114"/>
                  </a:lnTo>
                  <a:lnTo>
                    <a:pt x="639" y="6114"/>
                  </a:lnTo>
                  <a:lnTo>
                    <a:pt x="532" y="6008"/>
                  </a:lnTo>
                  <a:lnTo>
                    <a:pt x="426" y="5901"/>
                  </a:lnTo>
                  <a:lnTo>
                    <a:pt x="399" y="5822"/>
                  </a:lnTo>
                  <a:lnTo>
                    <a:pt x="399" y="5742"/>
                  </a:lnTo>
                  <a:lnTo>
                    <a:pt x="399" y="4785"/>
                  </a:lnTo>
                  <a:lnTo>
                    <a:pt x="399" y="4705"/>
                  </a:lnTo>
                  <a:lnTo>
                    <a:pt x="426" y="4626"/>
                  </a:lnTo>
                  <a:lnTo>
                    <a:pt x="532" y="4493"/>
                  </a:lnTo>
                  <a:lnTo>
                    <a:pt x="639" y="4413"/>
                  </a:lnTo>
                  <a:lnTo>
                    <a:pt x="718" y="4386"/>
                  </a:lnTo>
                  <a:close/>
                  <a:moveTo>
                    <a:pt x="4520" y="6539"/>
                  </a:moveTo>
                  <a:lnTo>
                    <a:pt x="4520" y="10261"/>
                  </a:lnTo>
                  <a:lnTo>
                    <a:pt x="4520" y="10420"/>
                  </a:lnTo>
                  <a:lnTo>
                    <a:pt x="4466" y="10580"/>
                  </a:lnTo>
                  <a:lnTo>
                    <a:pt x="4387" y="10713"/>
                  </a:lnTo>
                  <a:lnTo>
                    <a:pt x="4280" y="10846"/>
                  </a:lnTo>
                  <a:lnTo>
                    <a:pt x="4174" y="10925"/>
                  </a:lnTo>
                  <a:lnTo>
                    <a:pt x="4041" y="11005"/>
                  </a:lnTo>
                  <a:lnTo>
                    <a:pt x="3882" y="11058"/>
                  </a:lnTo>
                  <a:lnTo>
                    <a:pt x="3722" y="11085"/>
                  </a:lnTo>
                  <a:lnTo>
                    <a:pt x="3377" y="11085"/>
                  </a:lnTo>
                  <a:lnTo>
                    <a:pt x="3430" y="10952"/>
                  </a:lnTo>
                  <a:lnTo>
                    <a:pt x="3430" y="10819"/>
                  </a:lnTo>
                  <a:lnTo>
                    <a:pt x="3403" y="10739"/>
                  </a:lnTo>
                  <a:lnTo>
                    <a:pt x="3377" y="10660"/>
                  </a:lnTo>
                  <a:lnTo>
                    <a:pt x="3297" y="10633"/>
                  </a:lnTo>
                  <a:lnTo>
                    <a:pt x="3244" y="10606"/>
                  </a:lnTo>
                  <a:lnTo>
                    <a:pt x="3164" y="10633"/>
                  </a:lnTo>
                  <a:lnTo>
                    <a:pt x="3084" y="10660"/>
                  </a:lnTo>
                  <a:lnTo>
                    <a:pt x="3058" y="10739"/>
                  </a:lnTo>
                  <a:lnTo>
                    <a:pt x="3031" y="10819"/>
                  </a:lnTo>
                  <a:lnTo>
                    <a:pt x="3031" y="10899"/>
                  </a:lnTo>
                  <a:lnTo>
                    <a:pt x="3004" y="10979"/>
                  </a:lnTo>
                  <a:lnTo>
                    <a:pt x="2951" y="11058"/>
                  </a:lnTo>
                  <a:lnTo>
                    <a:pt x="2898" y="11138"/>
                  </a:lnTo>
                  <a:lnTo>
                    <a:pt x="2818" y="11218"/>
                  </a:lnTo>
                  <a:lnTo>
                    <a:pt x="2739" y="11244"/>
                  </a:lnTo>
                  <a:lnTo>
                    <a:pt x="2632" y="11297"/>
                  </a:lnTo>
                  <a:lnTo>
                    <a:pt x="2287" y="11297"/>
                  </a:lnTo>
                  <a:lnTo>
                    <a:pt x="2180" y="11244"/>
                  </a:lnTo>
                  <a:lnTo>
                    <a:pt x="2101" y="11218"/>
                  </a:lnTo>
                  <a:lnTo>
                    <a:pt x="2021" y="11138"/>
                  </a:lnTo>
                  <a:lnTo>
                    <a:pt x="1968" y="11058"/>
                  </a:lnTo>
                  <a:lnTo>
                    <a:pt x="1941" y="10979"/>
                  </a:lnTo>
                  <a:lnTo>
                    <a:pt x="1915" y="10899"/>
                  </a:lnTo>
                  <a:lnTo>
                    <a:pt x="1888" y="10819"/>
                  </a:lnTo>
                  <a:lnTo>
                    <a:pt x="1888" y="10739"/>
                  </a:lnTo>
                  <a:lnTo>
                    <a:pt x="1835" y="10660"/>
                  </a:lnTo>
                  <a:lnTo>
                    <a:pt x="1782" y="10633"/>
                  </a:lnTo>
                  <a:lnTo>
                    <a:pt x="1702" y="10606"/>
                  </a:lnTo>
                  <a:lnTo>
                    <a:pt x="1622" y="10633"/>
                  </a:lnTo>
                  <a:lnTo>
                    <a:pt x="1542" y="10660"/>
                  </a:lnTo>
                  <a:lnTo>
                    <a:pt x="1516" y="10739"/>
                  </a:lnTo>
                  <a:lnTo>
                    <a:pt x="1489" y="10819"/>
                  </a:lnTo>
                  <a:lnTo>
                    <a:pt x="1516" y="10952"/>
                  </a:lnTo>
                  <a:lnTo>
                    <a:pt x="1542" y="11085"/>
                  </a:lnTo>
                  <a:lnTo>
                    <a:pt x="1197" y="11085"/>
                  </a:lnTo>
                  <a:lnTo>
                    <a:pt x="1037" y="11058"/>
                  </a:lnTo>
                  <a:lnTo>
                    <a:pt x="904" y="11005"/>
                  </a:lnTo>
                  <a:lnTo>
                    <a:pt x="745" y="10925"/>
                  </a:lnTo>
                  <a:lnTo>
                    <a:pt x="639" y="10846"/>
                  </a:lnTo>
                  <a:lnTo>
                    <a:pt x="532" y="10713"/>
                  </a:lnTo>
                  <a:lnTo>
                    <a:pt x="479" y="10580"/>
                  </a:lnTo>
                  <a:lnTo>
                    <a:pt x="426" y="10420"/>
                  </a:lnTo>
                  <a:lnTo>
                    <a:pt x="399" y="10261"/>
                  </a:lnTo>
                  <a:lnTo>
                    <a:pt x="399" y="6539"/>
                  </a:lnTo>
                  <a:close/>
                  <a:moveTo>
                    <a:pt x="1356" y="0"/>
                  </a:moveTo>
                  <a:lnTo>
                    <a:pt x="1277" y="27"/>
                  </a:lnTo>
                  <a:lnTo>
                    <a:pt x="1223" y="54"/>
                  </a:lnTo>
                  <a:lnTo>
                    <a:pt x="1170" y="133"/>
                  </a:lnTo>
                  <a:lnTo>
                    <a:pt x="1144" y="186"/>
                  </a:lnTo>
                  <a:lnTo>
                    <a:pt x="1144" y="1197"/>
                  </a:lnTo>
                  <a:lnTo>
                    <a:pt x="1170" y="1276"/>
                  </a:lnTo>
                  <a:lnTo>
                    <a:pt x="1223" y="1329"/>
                  </a:lnTo>
                  <a:lnTo>
                    <a:pt x="1277" y="1383"/>
                  </a:lnTo>
                  <a:lnTo>
                    <a:pt x="1383" y="1383"/>
                  </a:lnTo>
                  <a:lnTo>
                    <a:pt x="1383" y="1569"/>
                  </a:lnTo>
                  <a:lnTo>
                    <a:pt x="1091" y="1648"/>
                  </a:lnTo>
                  <a:lnTo>
                    <a:pt x="825" y="1781"/>
                  </a:lnTo>
                  <a:lnTo>
                    <a:pt x="585" y="1941"/>
                  </a:lnTo>
                  <a:lnTo>
                    <a:pt x="399" y="2127"/>
                  </a:lnTo>
                  <a:lnTo>
                    <a:pt x="240" y="2366"/>
                  </a:lnTo>
                  <a:lnTo>
                    <a:pt x="107" y="2632"/>
                  </a:lnTo>
                  <a:lnTo>
                    <a:pt x="27" y="2898"/>
                  </a:lnTo>
                  <a:lnTo>
                    <a:pt x="1" y="3190"/>
                  </a:lnTo>
                  <a:lnTo>
                    <a:pt x="1" y="4174"/>
                  </a:lnTo>
                  <a:lnTo>
                    <a:pt x="1" y="4253"/>
                  </a:lnTo>
                  <a:lnTo>
                    <a:pt x="27" y="4307"/>
                  </a:lnTo>
                  <a:lnTo>
                    <a:pt x="80" y="4333"/>
                  </a:lnTo>
                  <a:lnTo>
                    <a:pt x="107" y="4360"/>
                  </a:lnTo>
                  <a:lnTo>
                    <a:pt x="27" y="4572"/>
                  </a:lnTo>
                  <a:lnTo>
                    <a:pt x="1" y="4785"/>
                  </a:lnTo>
                  <a:lnTo>
                    <a:pt x="1" y="5742"/>
                  </a:lnTo>
                  <a:lnTo>
                    <a:pt x="27" y="5955"/>
                  </a:lnTo>
                  <a:lnTo>
                    <a:pt x="107" y="6141"/>
                  </a:lnTo>
                  <a:lnTo>
                    <a:pt x="80" y="6194"/>
                  </a:lnTo>
                  <a:lnTo>
                    <a:pt x="27" y="6220"/>
                  </a:lnTo>
                  <a:lnTo>
                    <a:pt x="1" y="6274"/>
                  </a:lnTo>
                  <a:lnTo>
                    <a:pt x="1" y="6327"/>
                  </a:lnTo>
                  <a:lnTo>
                    <a:pt x="1" y="10261"/>
                  </a:lnTo>
                  <a:lnTo>
                    <a:pt x="27" y="10527"/>
                  </a:lnTo>
                  <a:lnTo>
                    <a:pt x="107" y="10739"/>
                  </a:lnTo>
                  <a:lnTo>
                    <a:pt x="213" y="10952"/>
                  </a:lnTo>
                  <a:lnTo>
                    <a:pt x="346" y="11111"/>
                  </a:lnTo>
                  <a:lnTo>
                    <a:pt x="532" y="11271"/>
                  </a:lnTo>
                  <a:lnTo>
                    <a:pt x="745" y="11377"/>
                  </a:lnTo>
                  <a:lnTo>
                    <a:pt x="958" y="11457"/>
                  </a:lnTo>
                  <a:lnTo>
                    <a:pt x="1197" y="11484"/>
                  </a:lnTo>
                  <a:lnTo>
                    <a:pt x="1808" y="11484"/>
                  </a:lnTo>
                  <a:lnTo>
                    <a:pt x="1941" y="11563"/>
                  </a:lnTo>
                  <a:lnTo>
                    <a:pt x="2074" y="11643"/>
                  </a:lnTo>
                  <a:lnTo>
                    <a:pt x="2234" y="11670"/>
                  </a:lnTo>
                  <a:lnTo>
                    <a:pt x="2393" y="11696"/>
                  </a:lnTo>
                  <a:lnTo>
                    <a:pt x="2553" y="11696"/>
                  </a:lnTo>
                  <a:lnTo>
                    <a:pt x="2712" y="11670"/>
                  </a:lnTo>
                  <a:lnTo>
                    <a:pt x="2845" y="11643"/>
                  </a:lnTo>
                  <a:lnTo>
                    <a:pt x="3004" y="11563"/>
                  </a:lnTo>
                  <a:lnTo>
                    <a:pt x="3137" y="11484"/>
                  </a:lnTo>
                  <a:lnTo>
                    <a:pt x="3722" y="11484"/>
                  </a:lnTo>
                  <a:lnTo>
                    <a:pt x="3961" y="11457"/>
                  </a:lnTo>
                  <a:lnTo>
                    <a:pt x="4201" y="11377"/>
                  </a:lnTo>
                  <a:lnTo>
                    <a:pt x="4387" y="11271"/>
                  </a:lnTo>
                  <a:lnTo>
                    <a:pt x="4573" y="11111"/>
                  </a:lnTo>
                  <a:lnTo>
                    <a:pt x="4706" y="10952"/>
                  </a:lnTo>
                  <a:lnTo>
                    <a:pt x="4839" y="10739"/>
                  </a:lnTo>
                  <a:lnTo>
                    <a:pt x="4892" y="10527"/>
                  </a:lnTo>
                  <a:lnTo>
                    <a:pt x="4918" y="10261"/>
                  </a:lnTo>
                  <a:lnTo>
                    <a:pt x="4918" y="6327"/>
                  </a:lnTo>
                  <a:lnTo>
                    <a:pt x="4918" y="6274"/>
                  </a:lnTo>
                  <a:lnTo>
                    <a:pt x="4892" y="6220"/>
                  </a:lnTo>
                  <a:lnTo>
                    <a:pt x="4865" y="6194"/>
                  </a:lnTo>
                  <a:lnTo>
                    <a:pt x="4812" y="6141"/>
                  </a:lnTo>
                  <a:lnTo>
                    <a:pt x="4892" y="5955"/>
                  </a:lnTo>
                  <a:lnTo>
                    <a:pt x="4918" y="5742"/>
                  </a:lnTo>
                  <a:lnTo>
                    <a:pt x="4918" y="4785"/>
                  </a:lnTo>
                  <a:lnTo>
                    <a:pt x="4892" y="4572"/>
                  </a:lnTo>
                  <a:lnTo>
                    <a:pt x="4812" y="4360"/>
                  </a:lnTo>
                  <a:lnTo>
                    <a:pt x="4865" y="4333"/>
                  </a:lnTo>
                  <a:lnTo>
                    <a:pt x="4892" y="4307"/>
                  </a:lnTo>
                  <a:lnTo>
                    <a:pt x="4918" y="4253"/>
                  </a:lnTo>
                  <a:lnTo>
                    <a:pt x="4918" y="4174"/>
                  </a:lnTo>
                  <a:lnTo>
                    <a:pt x="4918" y="3190"/>
                  </a:lnTo>
                  <a:lnTo>
                    <a:pt x="4892" y="2898"/>
                  </a:lnTo>
                  <a:lnTo>
                    <a:pt x="4812" y="2632"/>
                  </a:lnTo>
                  <a:lnTo>
                    <a:pt x="4706" y="2366"/>
                  </a:lnTo>
                  <a:lnTo>
                    <a:pt x="4520" y="2127"/>
                  </a:lnTo>
                  <a:lnTo>
                    <a:pt x="4333" y="1941"/>
                  </a:lnTo>
                  <a:lnTo>
                    <a:pt x="4094" y="1781"/>
                  </a:lnTo>
                  <a:lnTo>
                    <a:pt x="3828" y="1648"/>
                  </a:lnTo>
                  <a:lnTo>
                    <a:pt x="3536" y="1569"/>
                  </a:lnTo>
                  <a:lnTo>
                    <a:pt x="3536" y="1383"/>
                  </a:lnTo>
                  <a:lnTo>
                    <a:pt x="3642" y="1383"/>
                  </a:lnTo>
                  <a:lnTo>
                    <a:pt x="3722" y="1329"/>
                  </a:lnTo>
                  <a:lnTo>
                    <a:pt x="3749" y="1276"/>
                  </a:lnTo>
                  <a:lnTo>
                    <a:pt x="3775" y="1197"/>
                  </a:lnTo>
                  <a:lnTo>
                    <a:pt x="3775" y="186"/>
                  </a:lnTo>
                  <a:lnTo>
                    <a:pt x="3749" y="133"/>
                  </a:lnTo>
                  <a:lnTo>
                    <a:pt x="3722" y="54"/>
                  </a:lnTo>
                  <a:lnTo>
                    <a:pt x="3642" y="27"/>
                  </a:lnTo>
                  <a:lnTo>
                    <a:pt x="356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87"/>
            <p:cNvSpPr/>
            <p:nvPr/>
          </p:nvSpPr>
          <p:spPr>
            <a:xfrm>
              <a:off x="2702875" y="2144100"/>
              <a:ext cx="30600" cy="34575"/>
            </a:xfrm>
            <a:custGeom>
              <a:rect b="b" l="l" r="r" t="t"/>
              <a:pathLst>
                <a:path extrusionOk="0" h="1383" w="1224">
                  <a:moveTo>
                    <a:pt x="612" y="505"/>
                  </a:moveTo>
                  <a:lnTo>
                    <a:pt x="798" y="745"/>
                  </a:lnTo>
                  <a:lnTo>
                    <a:pt x="798" y="798"/>
                  </a:lnTo>
                  <a:lnTo>
                    <a:pt x="824" y="851"/>
                  </a:lnTo>
                  <a:lnTo>
                    <a:pt x="798" y="904"/>
                  </a:lnTo>
                  <a:lnTo>
                    <a:pt x="771" y="931"/>
                  </a:lnTo>
                  <a:lnTo>
                    <a:pt x="692" y="984"/>
                  </a:lnTo>
                  <a:lnTo>
                    <a:pt x="532" y="984"/>
                  </a:lnTo>
                  <a:lnTo>
                    <a:pt x="452" y="931"/>
                  </a:lnTo>
                  <a:lnTo>
                    <a:pt x="399" y="904"/>
                  </a:lnTo>
                  <a:lnTo>
                    <a:pt x="399" y="851"/>
                  </a:lnTo>
                  <a:lnTo>
                    <a:pt x="399" y="798"/>
                  </a:lnTo>
                  <a:lnTo>
                    <a:pt x="426" y="745"/>
                  </a:lnTo>
                  <a:lnTo>
                    <a:pt x="612" y="505"/>
                  </a:lnTo>
                  <a:close/>
                  <a:moveTo>
                    <a:pt x="505" y="0"/>
                  </a:moveTo>
                  <a:lnTo>
                    <a:pt x="452" y="54"/>
                  </a:lnTo>
                  <a:lnTo>
                    <a:pt x="107" y="505"/>
                  </a:lnTo>
                  <a:lnTo>
                    <a:pt x="54" y="612"/>
                  </a:lnTo>
                  <a:lnTo>
                    <a:pt x="0" y="692"/>
                  </a:lnTo>
                  <a:lnTo>
                    <a:pt x="0" y="798"/>
                  </a:lnTo>
                  <a:lnTo>
                    <a:pt x="0" y="904"/>
                  </a:lnTo>
                  <a:lnTo>
                    <a:pt x="27" y="1010"/>
                  </a:lnTo>
                  <a:lnTo>
                    <a:pt x="80" y="1117"/>
                  </a:lnTo>
                  <a:lnTo>
                    <a:pt x="133" y="1197"/>
                  </a:lnTo>
                  <a:lnTo>
                    <a:pt x="213" y="1276"/>
                  </a:lnTo>
                  <a:lnTo>
                    <a:pt x="293" y="1329"/>
                  </a:lnTo>
                  <a:lnTo>
                    <a:pt x="399" y="1356"/>
                  </a:lnTo>
                  <a:lnTo>
                    <a:pt x="612" y="1383"/>
                  </a:lnTo>
                  <a:lnTo>
                    <a:pt x="798" y="1356"/>
                  </a:lnTo>
                  <a:lnTo>
                    <a:pt x="904" y="1329"/>
                  </a:lnTo>
                  <a:lnTo>
                    <a:pt x="984" y="1276"/>
                  </a:lnTo>
                  <a:lnTo>
                    <a:pt x="1064" y="1197"/>
                  </a:lnTo>
                  <a:lnTo>
                    <a:pt x="1143" y="1117"/>
                  </a:lnTo>
                  <a:lnTo>
                    <a:pt x="1170" y="1010"/>
                  </a:lnTo>
                  <a:lnTo>
                    <a:pt x="1197" y="904"/>
                  </a:lnTo>
                  <a:lnTo>
                    <a:pt x="1223" y="798"/>
                  </a:lnTo>
                  <a:lnTo>
                    <a:pt x="1197" y="692"/>
                  </a:lnTo>
                  <a:lnTo>
                    <a:pt x="1170" y="612"/>
                  </a:lnTo>
                  <a:lnTo>
                    <a:pt x="1117" y="505"/>
                  </a:lnTo>
                  <a:lnTo>
                    <a:pt x="771" y="54"/>
                  </a:lnTo>
                  <a:lnTo>
                    <a:pt x="69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87"/>
            <p:cNvSpPr/>
            <p:nvPr/>
          </p:nvSpPr>
          <p:spPr>
            <a:xfrm>
              <a:off x="2543375" y="2183300"/>
              <a:ext cx="98375" cy="133600"/>
            </a:xfrm>
            <a:custGeom>
              <a:rect b="b" l="l" r="r" t="t"/>
              <a:pathLst>
                <a:path extrusionOk="0" h="5344" w="3935">
                  <a:moveTo>
                    <a:pt x="3510" y="399"/>
                  </a:moveTo>
                  <a:lnTo>
                    <a:pt x="3324" y="1808"/>
                  </a:lnTo>
                  <a:lnTo>
                    <a:pt x="3244" y="1835"/>
                  </a:lnTo>
                  <a:lnTo>
                    <a:pt x="3137" y="1861"/>
                  </a:lnTo>
                  <a:lnTo>
                    <a:pt x="2898" y="1835"/>
                  </a:lnTo>
                  <a:lnTo>
                    <a:pt x="2606" y="1782"/>
                  </a:lnTo>
                  <a:lnTo>
                    <a:pt x="2260" y="1702"/>
                  </a:lnTo>
                  <a:lnTo>
                    <a:pt x="1862" y="1569"/>
                  </a:lnTo>
                  <a:lnTo>
                    <a:pt x="1436" y="1489"/>
                  </a:lnTo>
                  <a:lnTo>
                    <a:pt x="1197" y="1463"/>
                  </a:lnTo>
                  <a:lnTo>
                    <a:pt x="772" y="1463"/>
                  </a:lnTo>
                  <a:lnTo>
                    <a:pt x="559" y="1489"/>
                  </a:lnTo>
                  <a:lnTo>
                    <a:pt x="426" y="399"/>
                  </a:lnTo>
                  <a:close/>
                  <a:moveTo>
                    <a:pt x="1170" y="1861"/>
                  </a:moveTo>
                  <a:lnTo>
                    <a:pt x="1383" y="1888"/>
                  </a:lnTo>
                  <a:lnTo>
                    <a:pt x="1782" y="1968"/>
                  </a:lnTo>
                  <a:lnTo>
                    <a:pt x="2154" y="2074"/>
                  </a:lnTo>
                  <a:lnTo>
                    <a:pt x="2446" y="2154"/>
                  </a:lnTo>
                  <a:lnTo>
                    <a:pt x="2765" y="2234"/>
                  </a:lnTo>
                  <a:lnTo>
                    <a:pt x="3031" y="2260"/>
                  </a:lnTo>
                  <a:lnTo>
                    <a:pt x="3297" y="2234"/>
                  </a:lnTo>
                  <a:lnTo>
                    <a:pt x="2978" y="4945"/>
                  </a:lnTo>
                  <a:lnTo>
                    <a:pt x="958" y="4945"/>
                  </a:lnTo>
                  <a:lnTo>
                    <a:pt x="586" y="1915"/>
                  </a:lnTo>
                  <a:lnTo>
                    <a:pt x="798" y="1861"/>
                  </a:lnTo>
                  <a:close/>
                  <a:moveTo>
                    <a:pt x="107" y="1"/>
                  </a:moveTo>
                  <a:lnTo>
                    <a:pt x="54" y="54"/>
                  </a:lnTo>
                  <a:lnTo>
                    <a:pt x="1" y="134"/>
                  </a:lnTo>
                  <a:lnTo>
                    <a:pt x="1" y="213"/>
                  </a:lnTo>
                  <a:lnTo>
                    <a:pt x="559" y="5157"/>
                  </a:lnTo>
                  <a:lnTo>
                    <a:pt x="586" y="5237"/>
                  </a:lnTo>
                  <a:lnTo>
                    <a:pt x="639" y="5290"/>
                  </a:lnTo>
                  <a:lnTo>
                    <a:pt x="692" y="5317"/>
                  </a:lnTo>
                  <a:lnTo>
                    <a:pt x="772" y="5344"/>
                  </a:lnTo>
                  <a:lnTo>
                    <a:pt x="3164" y="5344"/>
                  </a:lnTo>
                  <a:lnTo>
                    <a:pt x="3217" y="5317"/>
                  </a:lnTo>
                  <a:lnTo>
                    <a:pt x="3297" y="5290"/>
                  </a:lnTo>
                  <a:lnTo>
                    <a:pt x="3324" y="5237"/>
                  </a:lnTo>
                  <a:lnTo>
                    <a:pt x="3350" y="5157"/>
                  </a:lnTo>
                  <a:lnTo>
                    <a:pt x="3935" y="213"/>
                  </a:lnTo>
                  <a:lnTo>
                    <a:pt x="3908" y="134"/>
                  </a:lnTo>
                  <a:lnTo>
                    <a:pt x="3882" y="54"/>
                  </a:lnTo>
                  <a:lnTo>
                    <a:pt x="380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23" name="Google Shape;1423;p87"/>
          <p:cNvSpPr/>
          <p:nvPr/>
        </p:nvSpPr>
        <p:spPr>
          <a:xfrm>
            <a:off x="4042418" y="1966589"/>
            <a:ext cx="266540" cy="275454"/>
          </a:xfrm>
          <a:custGeom>
            <a:rect b="b" l="l" r="r" t="t"/>
            <a:pathLst>
              <a:path extrusionOk="0" h="10660" w="10315">
                <a:moveTo>
                  <a:pt x="8161" y="399"/>
                </a:moveTo>
                <a:lnTo>
                  <a:pt x="7949" y="1011"/>
                </a:lnTo>
                <a:lnTo>
                  <a:pt x="7869" y="1170"/>
                </a:lnTo>
                <a:lnTo>
                  <a:pt x="7736" y="1277"/>
                </a:lnTo>
                <a:lnTo>
                  <a:pt x="7603" y="1356"/>
                </a:lnTo>
                <a:lnTo>
                  <a:pt x="7417" y="1383"/>
                </a:lnTo>
                <a:lnTo>
                  <a:pt x="2872" y="1383"/>
                </a:lnTo>
                <a:lnTo>
                  <a:pt x="2712" y="1356"/>
                </a:lnTo>
                <a:lnTo>
                  <a:pt x="2553" y="1277"/>
                </a:lnTo>
                <a:lnTo>
                  <a:pt x="2446" y="1170"/>
                </a:lnTo>
                <a:lnTo>
                  <a:pt x="2366" y="1011"/>
                </a:lnTo>
                <a:lnTo>
                  <a:pt x="2154" y="399"/>
                </a:lnTo>
                <a:close/>
                <a:moveTo>
                  <a:pt x="5131" y="6168"/>
                </a:moveTo>
                <a:lnTo>
                  <a:pt x="5290" y="6407"/>
                </a:lnTo>
                <a:lnTo>
                  <a:pt x="5450" y="6673"/>
                </a:lnTo>
                <a:lnTo>
                  <a:pt x="5530" y="6938"/>
                </a:lnTo>
                <a:lnTo>
                  <a:pt x="5530" y="7071"/>
                </a:lnTo>
                <a:lnTo>
                  <a:pt x="5530" y="7178"/>
                </a:lnTo>
                <a:lnTo>
                  <a:pt x="5503" y="7257"/>
                </a:lnTo>
                <a:lnTo>
                  <a:pt x="5450" y="7311"/>
                </a:lnTo>
                <a:lnTo>
                  <a:pt x="5370" y="7364"/>
                </a:lnTo>
                <a:lnTo>
                  <a:pt x="5290" y="7390"/>
                </a:lnTo>
                <a:lnTo>
                  <a:pt x="5290" y="7071"/>
                </a:lnTo>
                <a:lnTo>
                  <a:pt x="5290" y="6992"/>
                </a:lnTo>
                <a:lnTo>
                  <a:pt x="5237" y="6938"/>
                </a:lnTo>
                <a:lnTo>
                  <a:pt x="5184" y="6885"/>
                </a:lnTo>
                <a:lnTo>
                  <a:pt x="5104" y="6859"/>
                </a:lnTo>
                <a:lnTo>
                  <a:pt x="5025" y="6885"/>
                </a:lnTo>
                <a:lnTo>
                  <a:pt x="4971" y="6938"/>
                </a:lnTo>
                <a:lnTo>
                  <a:pt x="4918" y="6992"/>
                </a:lnTo>
                <a:lnTo>
                  <a:pt x="4892" y="7071"/>
                </a:lnTo>
                <a:lnTo>
                  <a:pt x="4892" y="7364"/>
                </a:lnTo>
                <a:lnTo>
                  <a:pt x="4812" y="7337"/>
                </a:lnTo>
                <a:lnTo>
                  <a:pt x="4759" y="7257"/>
                </a:lnTo>
                <a:lnTo>
                  <a:pt x="4732" y="7178"/>
                </a:lnTo>
                <a:lnTo>
                  <a:pt x="4706" y="7098"/>
                </a:lnTo>
                <a:lnTo>
                  <a:pt x="4706" y="6992"/>
                </a:lnTo>
                <a:lnTo>
                  <a:pt x="4732" y="6912"/>
                </a:lnTo>
                <a:lnTo>
                  <a:pt x="4812" y="6699"/>
                </a:lnTo>
                <a:lnTo>
                  <a:pt x="4945" y="6513"/>
                </a:lnTo>
                <a:lnTo>
                  <a:pt x="5051" y="6354"/>
                </a:lnTo>
                <a:lnTo>
                  <a:pt x="5131" y="6168"/>
                </a:lnTo>
                <a:close/>
                <a:moveTo>
                  <a:pt x="6008" y="8347"/>
                </a:moveTo>
                <a:lnTo>
                  <a:pt x="6008" y="8746"/>
                </a:lnTo>
                <a:lnTo>
                  <a:pt x="4307" y="8746"/>
                </a:lnTo>
                <a:lnTo>
                  <a:pt x="4307" y="8347"/>
                </a:lnTo>
                <a:close/>
                <a:moveTo>
                  <a:pt x="5344" y="5104"/>
                </a:moveTo>
                <a:lnTo>
                  <a:pt x="5530" y="5131"/>
                </a:lnTo>
                <a:lnTo>
                  <a:pt x="5716" y="5158"/>
                </a:lnTo>
                <a:lnTo>
                  <a:pt x="5875" y="5211"/>
                </a:lnTo>
                <a:lnTo>
                  <a:pt x="6061" y="5264"/>
                </a:lnTo>
                <a:lnTo>
                  <a:pt x="6221" y="5344"/>
                </a:lnTo>
                <a:lnTo>
                  <a:pt x="6380" y="5423"/>
                </a:lnTo>
                <a:lnTo>
                  <a:pt x="6513" y="5530"/>
                </a:lnTo>
                <a:lnTo>
                  <a:pt x="6646" y="5663"/>
                </a:lnTo>
                <a:lnTo>
                  <a:pt x="6779" y="5795"/>
                </a:lnTo>
                <a:lnTo>
                  <a:pt x="6885" y="5928"/>
                </a:lnTo>
                <a:lnTo>
                  <a:pt x="6965" y="6088"/>
                </a:lnTo>
                <a:lnTo>
                  <a:pt x="7045" y="6247"/>
                </a:lnTo>
                <a:lnTo>
                  <a:pt x="7125" y="6433"/>
                </a:lnTo>
                <a:lnTo>
                  <a:pt x="7151" y="6593"/>
                </a:lnTo>
                <a:lnTo>
                  <a:pt x="7178" y="6779"/>
                </a:lnTo>
                <a:lnTo>
                  <a:pt x="7204" y="6992"/>
                </a:lnTo>
                <a:lnTo>
                  <a:pt x="7204" y="8746"/>
                </a:lnTo>
                <a:lnTo>
                  <a:pt x="6407" y="8746"/>
                </a:lnTo>
                <a:lnTo>
                  <a:pt x="6407" y="8135"/>
                </a:lnTo>
                <a:lnTo>
                  <a:pt x="6380" y="8081"/>
                </a:lnTo>
                <a:lnTo>
                  <a:pt x="6354" y="8002"/>
                </a:lnTo>
                <a:lnTo>
                  <a:pt x="6274" y="7975"/>
                </a:lnTo>
                <a:lnTo>
                  <a:pt x="6194" y="7949"/>
                </a:lnTo>
                <a:lnTo>
                  <a:pt x="5290" y="7949"/>
                </a:lnTo>
                <a:lnTo>
                  <a:pt x="5290" y="7789"/>
                </a:lnTo>
                <a:lnTo>
                  <a:pt x="5450" y="7762"/>
                </a:lnTo>
                <a:lnTo>
                  <a:pt x="5583" y="7709"/>
                </a:lnTo>
                <a:lnTo>
                  <a:pt x="5663" y="7630"/>
                </a:lnTo>
                <a:lnTo>
                  <a:pt x="5742" y="7550"/>
                </a:lnTo>
                <a:lnTo>
                  <a:pt x="5849" y="7417"/>
                </a:lnTo>
                <a:lnTo>
                  <a:pt x="5902" y="7257"/>
                </a:lnTo>
                <a:lnTo>
                  <a:pt x="5928" y="7045"/>
                </a:lnTo>
                <a:lnTo>
                  <a:pt x="5902" y="6806"/>
                </a:lnTo>
                <a:lnTo>
                  <a:pt x="5822" y="6540"/>
                </a:lnTo>
                <a:lnTo>
                  <a:pt x="5716" y="6301"/>
                </a:lnTo>
                <a:lnTo>
                  <a:pt x="5583" y="6088"/>
                </a:lnTo>
                <a:lnTo>
                  <a:pt x="5423" y="5902"/>
                </a:lnTo>
                <a:lnTo>
                  <a:pt x="5237" y="5742"/>
                </a:lnTo>
                <a:lnTo>
                  <a:pt x="5078" y="5636"/>
                </a:lnTo>
                <a:lnTo>
                  <a:pt x="4971" y="5609"/>
                </a:lnTo>
                <a:lnTo>
                  <a:pt x="4865" y="5636"/>
                </a:lnTo>
                <a:lnTo>
                  <a:pt x="4812" y="5742"/>
                </a:lnTo>
                <a:lnTo>
                  <a:pt x="4785" y="5822"/>
                </a:lnTo>
                <a:lnTo>
                  <a:pt x="4785" y="5955"/>
                </a:lnTo>
                <a:lnTo>
                  <a:pt x="4759" y="6035"/>
                </a:lnTo>
                <a:lnTo>
                  <a:pt x="4599" y="6301"/>
                </a:lnTo>
                <a:lnTo>
                  <a:pt x="4466" y="6513"/>
                </a:lnTo>
                <a:lnTo>
                  <a:pt x="4360" y="6779"/>
                </a:lnTo>
                <a:lnTo>
                  <a:pt x="4307" y="6965"/>
                </a:lnTo>
                <a:lnTo>
                  <a:pt x="4307" y="7151"/>
                </a:lnTo>
                <a:lnTo>
                  <a:pt x="4360" y="7337"/>
                </a:lnTo>
                <a:lnTo>
                  <a:pt x="4440" y="7497"/>
                </a:lnTo>
                <a:lnTo>
                  <a:pt x="4520" y="7603"/>
                </a:lnTo>
                <a:lnTo>
                  <a:pt x="4652" y="7683"/>
                </a:lnTo>
                <a:lnTo>
                  <a:pt x="4759" y="7762"/>
                </a:lnTo>
                <a:lnTo>
                  <a:pt x="4892" y="7789"/>
                </a:lnTo>
                <a:lnTo>
                  <a:pt x="4892" y="7949"/>
                </a:lnTo>
                <a:lnTo>
                  <a:pt x="4094" y="7949"/>
                </a:lnTo>
                <a:lnTo>
                  <a:pt x="4015" y="7975"/>
                </a:lnTo>
                <a:lnTo>
                  <a:pt x="3961" y="8002"/>
                </a:lnTo>
                <a:lnTo>
                  <a:pt x="3908" y="8081"/>
                </a:lnTo>
                <a:lnTo>
                  <a:pt x="3908" y="8135"/>
                </a:lnTo>
                <a:lnTo>
                  <a:pt x="3908" y="8746"/>
                </a:lnTo>
                <a:lnTo>
                  <a:pt x="3111" y="8746"/>
                </a:lnTo>
                <a:lnTo>
                  <a:pt x="3111" y="6992"/>
                </a:lnTo>
                <a:lnTo>
                  <a:pt x="3111" y="6779"/>
                </a:lnTo>
                <a:lnTo>
                  <a:pt x="3137" y="6593"/>
                </a:lnTo>
                <a:lnTo>
                  <a:pt x="3191" y="6433"/>
                </a:lnTo>
                <a:lnTo>
                  <a:pt x="3244" y="6247"/>
                </a:lnTo>
                <a:lnTo>
                  <a:pt x="3323" y="6088"/>
                </a:lnTo>
                <a:lnTo>
                  <a:pt x="3430" y="5928"/>
                </a:lnTo>
                <a:lnTo>
                  <a:pt x="3536" y="5795"/>
                </a:lnTo>
                <a:lnTo>
                  <a:pt x="3642" y="5663"/>
                </a:lnTo>
                <a:lnTo>
                  <a:pt x="3775" y="5530"/>
                </a:lnTo>
                <a:lnTo>
                  <a:pt x="3935" y="5423"/>
                </a:lnTo>
                <a:lnTo>
                  <a:pt x="4068" y="5344"/>
                </a:lnTo>
                <a:lnTo>
                  <a:pt x="4254" y="5264"/>
                </a:lnTo>
                <a:lnTo>
                  <a:pt x="4413" y="5211"/>
                </a:lnTo>
                <a:lnTo>
                  <a:pt x="4599" y="5158"/>
                </a:lnTo>
                <a:lnTo>
                  <a:pt x="4785" y="5131"/>
                </a:lnTo>
                <a:lnTo>
                  <a:pt x="4971" y="5104"/>
                </a:lnTo>
                <a:close/>
                <a:moveTo>
                  <a:pt x="7098" y="1782"/>
                </a:moveTo>
                <a:lnTo>
                  <a:pt x="7098" y="2579"/>
                </a:lnTo>
                <a:lnTo>
                  <a:pt x="7125" y="2818"/>
                </a:lnTo>
                <a:lnTo>
                  <a:pt x="7151" y="3058"/>
                </a:lnTo>
                <a:lnTo>
                  <a:pt x="7204" y="3297"/>
                </a:lnTo>
                <a:lnTo>
                  <a:pt x="7284" y="3509"/>
                </a:lnTo>
                <a:lnTo>
                  <a:pt x="7390" y="3722"/>
                </a:lnTo>
                <a:lnTo>
                  <a:pt x="7523" y="3935"/>
                </a:lnTo>
                <a:lnTo>
                  <a:pt x="7656" y="4121"/>
                </a:lnTo>
                <a:lnTo>
                  <a:pt x="7816" y="4307"/>
                </a:lnTo>
                <a:lnTo>
                  <a:pt x="8028" y="4546"/>
                </a:lnTo>
                <a:lnTo>
                  <a:pt x="8188" y="4785"/>
                </a:lnTo>
                <a:lnTo>
                  <a:pt x="8347" y="5051"/>
                </a:lnTo>
                <a:lnTo>
                  <a:pt x="8480" y="5344"/>
                </a:lnTo>
                <a:lnTo>
                  <a:pt x="8587" y="5636"/>
                </a:lnTo>
                <a:lnTo>
                  <a:pt x="8666" y="5928"/>
                </a:lnTo>
                <a:lnTo>
                  <a:pt x="8693" y="6247"/>
                </a:lnTo>
                <a:lnTo>
                  <a:pt x="8719" y="6566"/>
                </a:lnTo>
                <a:lnTo>
                  <a:pt x="8719" y="8746"/>
                </a:lnTo>
                <a:lnTo>
                  <a:pt x="7603" y="8746"/>
                </a:lnTo>
                <a:lnTo>
                  <a:pt x="7603" y="6992"/>
                </a:lnTo>
                <a:lnTo>
                  <a:pt x="7576" y="6752"/>
                </a:lnTo>
                <a:lnTo>
                  <a:pt x="7550" y="6513"/>
                </a:lnTo>
                <a:lnTo>
                  <a:pt x="7497" y="6301"/>
                </a:lnTo>
                <a:lnTo>
                  <a:pt x="7417" y="6088"/>
                </a:lnTo>
                <a:lnTo>
                  <a:pt x="7337" y="5902"/>
                </a:lnTo>
                <a:lnTo>
                  <a:pt x="7204" y="5716"/>
                </a:lnTo>
                <a:lnTo>
                  <a:pt x="7071" y="5530"/>
                </a:lnTo>
                <a:lnTo>
                  <a:pt x="6938" y="5370"/>
                </a:lnTo>
                <a:lnTo>
                  <a:pt x="6779" y="5237"/>
                </a:lnTo>
                <a:lnTo>
                  <a:pt x="6593" y="5104"/>
                </a:lnTo>
                <a:lnTo>
                  <a:pt x="6407" y="4998"/>
                </a:lnTo>
                <a:lnTo>
                  <a:pt x="6221" y="4892"/>
                </a:lnTo>
                <a:lnTo>
                  <a:pt x="6008" y="4812"/>
                </a:lnTo>
                <a:lnTo>
                  <a:pt x="5795" y="4759"/>
                </a:lnTo>
                <a:lnTo>
                  <a:pt x="5556" y="4732"/>
                </a:lnTo>
                <a:lnTo>
                  <a:pt x="5344" y="4706"/>
                </a:lnTo>
                <a:lnTo>
                  <a:pt x="4971" y="4706"/>
                </a:lnTo>
                <a:lnTo>
                  <a:pt x="4732" y="4732"/>
                </a:lnTo>
                <a:lnTo>
                  <a:pt x="4520" y="4759"/>
                </a:lnTo>
                <a:lnTo>
                  <a:pt x="4307" y="4812"/>
                </a:lnTo>
                <a:lnTo>
                  <a:pt x="4094" y="4892"/>
                </a:lnTo>
                <a:lnTo>
                  <a:pt x="3882" y="4998"/>
                </a:lnTo>
                <a:lnTo>
                  <a:pt x="3696" y="5104"/>
                </a:lnTo>
                <a:lnTo>
                  <a:pt x="3536" y="5237"/>
                </a:lnTo>
                <a:lnTo>
                  <a:pt x="3377" y="5370"/>
                </a:lnTo>
                <a:lnTo>
                  <a:pt x="3217" y="5530"/>
                </a:lnTo>
                <a:lnTo>
                  <a:pt x="3084" y="5716"/>
                </a:lnTo>
                <a:lnTo>
                  <a:pt x="2978" y="5902"/>
                </a:lnTo>
                <a:lnTo>
                  <a:pt x="2872" y="6088"/>
                </a:lnTo>
                <a:lnTo>
                  <a:pt x="2818" y="6301"/>
                </a:lnTo>
                <a:lnTo>
                  <a:pt x="2739" y="6513"/>
                </a:lnTo>
                <a:lnTo>
                  <a:pt x="2712" y="6752"/>
                </a:lnTo>
                <a:lnTo>
                  <a:pt x="2712" y="6992"/>
                </a:lnTo>
                <a:lnTo>
                  <a:pt x="2712" y="8746"/>
                </a:lnTo>
                <a:lnTo>
                  <a:pt x="1596" y="8746"/>
                </a:lnTo>
                <a:lnTo>
                  <a:pt x="1596" y="6566"/>
                </a:lnTo>
                <a:lnTo>
                  <a:pt x="1596" y="6247"/>
                </a:lnTo>
                <a:lnTo>
                  <a:pt x="1649" y="5928"/>
                </a:lnTo>
                <a:lnTo>
                  <a:pt x="1729" y="5636"/>
                </a:lnTo>
                <a:lnTo>
                  <a:pt x="1808" y="5344"/>
                </a:lnTo>
                <a:lnTo>
                  <a:pt x="1941" y="5051"/>
                </a:lnTo>
                <a:lnTo>
                  <a:pt x="2101" y="4785"/>
                </a:lnTo>
                <a:lnTo>
                  <a:pt x="2287" y="4546"/>
                </a:lnTo>
                <a:lnTo>
                  <a:pt x="2499" y="4307"/>
                </a:lnTo>
                <a:lnTo>
                  <a:pt x="2659" y="4121"/>
                </a:lnTo>
                <a:lnTo>
                  <a:pt x="2792" y="3935"/>
                </a:lnTo>
                <a:lnTo>
                  <a:pt x="2898" y="3722"/>
                </a:lnTo>
                <a:lnTo>
                  <a:pt x="3004" y="3509"/>
                </a:lnTo>
                <a:lnTo>
                  <a:pt x="3084" y="3297"/>
                </a:lnTo>
                <a:lnTo>
                  <a:pt x="3137" y="3058"/>
                </a:lnTo>
                <a:lnTo>
                  <a:pt x="3191" y="2818"/>
                </a:lnTo>
                <a:lnTo>
                  <a:pt x="3191" y="2579"/>
                </a:lnTo>
                <a:lnTo>
                  <a:pt x="3191" y="1782"/>
                </a:lnTo>
                <a:close/>
                <a:moveTo>
                  <a:pt x="9464" y="9145"/>
                </a:moveTo>
                <a:lnTo>
                  <a:pt x="9570" y="9198"/>
                </a:lnTo>
                <a:lnTo>
                  <a:pt x="9676" y="9251"/>
                </a:lnTo>
                <a:lnTo>
                  <a:pt x="9756" y="9304"/>
                </a:lnTo>
                <a:lnTo>
                  <a:pt x="9809" y="9384"/>
                </a:lnTo>
                <a:lnTo>
                  <a:pt x="9862" y="9490"/>
                </a:lnTo>
                <a:lnTo>
                  <a:pt x="9916" y="9597"/>
                </a:lnTo>
                <a:lnTo>
                  <a:pt x="9916" y="9703"/>
                </a:lnTo>
                <a:lnTo>
                  <a:pt x="9916" y="9809"/>
                </a:lnTo>
                <a:lnTo>
                  <a:pt x="9862" y="9916"/>
                </a:lnTo>
                <a:lnTo>
                  <a:pt x="9809" y="9995"/>
                </a:lnTo>
                <a:lnTo>
                  <a:pt x="9756" y="10102"/>
                </a:lnTo>
                <a:lnTo>
                  <a:pt x="9676" y="10155"/>
                </a:lnTo>
                <a:lnTo>
                  <a:pt x="9570" y="10208"/>
                </a:lnTo>
                <a:lnTo>
                  <a:pt x="9464" y="10235"/>
                </a:lnTo>
                <a:lnTo>
                  <a:pt x="9357" y="10261"/>
                </a:lnTo>
                <a:lnTo>
                  <a:pt x="931" y="10261"/>
                </a:lnTo>
                <a:lnTo>
                  <a:pt x="825" y="10235"/>
                </a:lnTo>
                <a:lnTo>
                  <a:pt x="718" y="10208"/>
                </a:lnTo>
                <a:lnTo>
                  <a:pt x="639" y="10155"/>
                </a:lnTo>
                <a:lnTo>
                  <a:pt x="559" y="10102"/>
                </a:lnTo>
                <a:lnTo>
                  <a:pt x="479" y="9995"/>
                </a:lnTo>
                <a:lnTo>
                  <a:pt x="426" y="9916"/>
                </a:lnTo>
                <a:lnTo>
                  <a:pt x="399" y="9809"/>
                </a:lnTo>
                <a:lnTo>
                  <a:pt x="399" y="9703"/>
                </a:lnTo>
                <a:lnTo>
                  <a:pt x="399" y="9597"/>
                </a:lnTo>
                <a:lnTo>
                  <a:pt x="426" y="9490"/>
                </a:lnTo>
                <a:lnTo>
                  <a:pt x="479" y="9384"/>
                </a:lnTo>
                <a:lnTo>
                  <a:pt x="559" y="9304"/>
                </a:lnTo>
                <a:lnTo>
                  <a:pt x="639" y="9251"/>
                </a:lnTo>
                <a:lnTo>
                  <a:pt x="718" y="9198"/>
                </a:lnTo>
                <a:lnTo>
                  <a:pt x="825" y="9145"/>
                </a:lnTo>
                <a:close/>
                <a:moveTo>
                  <a:pt x="1782" y="1"/>
                </a:moveTo>
                <a:lnTo>
                  <a:pt x="1702" y="80"/>
                </a:lnTo>
                <a:lnTo>
                  <a:pt x="1675" y="160"/>
                </a:lnTo>
                <a:lnTo>
                  <a:pt x="1675" y="267"/>
                </a:lnTo>
                <a:lnTo>
                  <a:pt x="1994" y="1144"/>
                </a:lnTo>
                <a:lnTo>
                  <a:pt x="2048" y="1277"/>
                </a:lnTo>
                <a:lnTo>
                  <a:pt x="2101" y="1383"/>
                </a:lnTo>
                <a:lnTo>
                  <a:pt x="2207" y="1489"/>
                </a:lnTo>
                <a:lnTo>
                  <a:pt x="2287" y="1596"/>
                </a:lnTo>
                <a:lnTo>
                  <a:pt x="2420" y="1649"/>
                </a:lnTo>
                <a:lnTo>
                  <a:pt x="2526" y="1729"/>
                </a:lnTo>
                <a:lnTo>
                  <a:pt x="2659" y="1755"/>
                </a:lnTo>
                <a:lnTo>
                  <a:pt x="2792" y="1782"/>
                </a:lnTo>
                <a:lnTo>
                  <a:pt x="2792" y="2579"/>
                </a:lnTo>
                <a:lnTo>
                  <a:pt x="2792" y="2792"/>
                </a:lnTo>
                <a:lnTo>
                  <a:pt x="2765" y="2978"/>
                </a:lnTo>
                <a:lnTo>
                  <a:pt x="2712" y="3191"/>
                </a:lnTo>
                <a:lnTo>
                  <a:pt x="2632" y="3377"/>
                </a:lnTo>
                <a:lnTo>
                  <a:pt x="2553" y="3536"/>
                </a:lnTo>
                <a:lnTo>
                  <a:pt x="2446" y="3722"/>
                </a:lnTo>
                <a:lnTo>
                  <a:pt x="2340" y="3882"/>
                </a:lnTo>
                <a:lnTo>
                  <a:pt x="2207" y="4015"/>
                </a:lnTo>
                <a:lnTo>
                  <a:pt x="1968" y="4280"/>
                </a:lnTo>
                <a:lnTo>
                  <a:pt x="1755" y="4573"/>
                </a:lnTo>
                <a:lnTo>
                  <a:pt x="1596" y="4865"/>
                </a:lnTo>
                <a:lnTo>
                  <a:pt x="1436" y="5184"/>
                </a:lnTo>
                <a:lnTo>
                  <a:pt x="1330" y="5530"/>
                </a:lnTo>
                <a:lnTo>
                  <a:pt x="1250" y="5849"/>
                </a:lnTo>
                <a:lnTo>
                  <a:pt x="1197" y="6194"/>
                </a:lnTo>
                <a:lnTo>
                  <a:pt x="1197" y="6566"/>
                </a:lnTo>
                <a:lnTo>
                  <a:pt x="1197" y="8746"/>
                </a:lnTo>
                <a:lnTo>
                  <a:pt x="931" y="8746"/>
                </a:lnTo>
                <a:lnTo>
                  <a:pt x="745" y="8773"/>
                </a:lnTo>
                <a:lnTo>
                  <a:pt x="559" y="8826"/>
                </a:lnTo>
                <a:lnTo>
                  <a:pt x="399" y="8905"/>
                </a:lnTo>
                <a:lnTo>
                  <a:pt x="267" y="9012"/>
                </a:lnTo>
                <a:lnTo>
                  <a:pt x="160" y="9171"/>
                </a:lnTo>
                <a:lnTo>
                  <a:pt x="54" y="9331"/>
                </a:lnTo>
                <a:lnTo>
                  <a:pt x="1" y="9517"/>
                </a:lnTo>
                <a:lnTo>
                  <a:pt x="1" y="9703"/>
                </a:lnTo>
                <a:lnTo>
                  <a:pt x="1" y="9889"/>
                </a:lnTo>
                <a:lnTo>
                  <a:pt x="54" y="10075"/>
                </a:lnTo>
                <a:lnTo>
                  <a:pt x="160" y="10235"/>
                </a:lnTo>
                <a:lnTo>
                  <a:pt x="267" y="10367"/>
                </a:lnTo>
                <a:lnTo>
                  <a:pt x="399" y="10500"/>
                </a:lnTo>
                <a:lnTo>
                  <a:pt x="559" y="10580"/>
                </a:lnTo>
                <a:lnTo>
                  <a:pt x="745" y="10633"/>
                </a:lnTo>
                <a:lnTo>
                  <a:pt x="931" y="10660"/>
                </a:lnTo>
                <a:lnTo>
                  <a:pt x="9357" y="10660"/>
                </a:lnTo>
                <a:lnTo>
                  <a:pt x="9543" y="10633"/>
                </a:lnTo>
                <a:lnTo>
                  <a:pt x="9730" y="10580"/>
                </a:lnTo>
                <a:lnTo>
                  <a:pt x="9889" y="10500"/>
                </a:lnTo>
                <a:lnTo>
                  <a:pt x="10049" y="10367"/>
                </a:lnTo>
                <a:lnTo>
                  <a:pt x="10155" y="10235"/>
                </a:lnTo>
                <a:lnTo>
                  <a:pt x="10235" y="10075"/>
                </a:lnTo>
                <a:lnTo>
                  <a:pt x="10288" y="9889"/>
                </a:lnTo>
                <a:lnTo>
                  <a:pt x="10314" y="9703"/>
                </a:lnTo>
                <a:lnTo>
                  <a:pt x="10288" y="9517"/>
                </a:lnTo>
                <a:lnTo>
                  <a:pt x="10235" y="9331"/>
                </a:lnTo>
                <a:lnTo>
                  <a:pt x="10155" y="9171"/>
                </a:lnTo>
                <a:lnTo>
                  <a:pt x="10049" y="9012"/>
                </a:lnTo>
                <a:lnTo>
                  <a:pt x="9889" y="8905"/>
                </a:lnTo>
                <a:lnTo>
                  <a:pt x="9730" y="8826"/>
                </a:lnTo>
                <a:lnTo>
                  <a:pt x="9543" y="8773"/>
                </a:lnTo>
                <a:lnTo>
                  <a:pt x="9357" y="8746"/>
                </a:lnTo>
                <a:lnTo>
                  <a:pt x="9118" y="8746"/>
                </a:lnTo>
                <a:lnTo>
                  <a:pt x="9118" y="6566"/>
                </a:lnTo>
                <a:lnTo>
                  <a:pt x="9092" y="6194"/>
                </a:lnTo>
                <a:lnTo>
                  <a:pt x="9038" y="5849"/>
                </a:lnTo>
                <a:lnTo>
                  <a:pt x="8959" y="5530"/>
                </a:lnTo>
                <a:lnTo>
                  <a:pt x="8852" y="5184"/>
                </a:lnTo>
                <a:lnTo>
                  <a:pt x="8719" y="4865"/>
                </a:lnTo>
                <a:lnTo>
                  <a:pt x="8533" y="4573"/>
                </a:lnTo>
                <a:lnTo>
                  <a:pt x="8321" y="4280"/>
                </a:lnTo>
                <a:lnTo>
                  <a:pt x="8108" y="4015"/>
                </a:lnTo>
                <a:lnTo>
                  <a:pt x="7975" y="3882"/>
                </a:lnTo>
                <a:lnTo>
                  <a:pt x="7842" y="3722"/>
                </a:lnTo>
                <a:lnTo>
                  <a:pt x="7736" y="3536"/>
                </a:lnTo>
                <a:lnTo>
                  <a:pt x="7656" y="3377"/>
                </a:lnTo>
                <a:lnTo>
                  <a:pt x="7603" y="3191"/>
                </a:lnTo>
                <a:lnTo>
                  <a:pt x="7550" y="2978"/>
                </a:lnTo>
                <a:lnTo>
                  <a:pt x="7523" y="2792"/>
                </a:lnTo>
                <a:lnTo>
                  <a:pt x="7497" y="2579"/>
                </a:lnTo>
                <a:lnTo>
                  <a:pt x="7497" y="1782"/>
                </a:lnTo>
                <a:lnTo>
                  <a:pt x="7630" y="1755"/>
                </a:lnTo>
                <a:lnTo>
                  <a:pt x="7763" y="1729"/>
                </a:lnTo>
                <a:lnTo>
                  <a:pt x="7895" y="1649"/>
                </a:lnTo>
                <a:lnTo>
                  <a:pt x="8002" y="1596"/>
                </a:lnTo>
                <a:lnTo>
                  <a:pt x="8108" y="1489"/>
                </a:lnTo>
                <a:lnTo>
                  <a:pt x="8188" y="1383"/>
                </a:lnTo>
                <a:lnTo>
                  <a:pt x="8268" y="1277"/>
                </a:lnTo>
                <a:lnTo>
                  <a:pt x="8321" y="1144"/>
                </a:lnTo>
                <a:lnTo>
                  <a:pt x="8613" y="267"/>
                </a:lnTo>
                <a:lnTo>
                  <a:pt x="8640" y="160"/>
                </a:lnTo>
                <a:lnTo>
                  <a:pt x="8587" y="80"/>
                </a:lnTo>
                <a:lnTo>
                  <a:pt x="853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24" name="Google Shape;1424;p87"/>
          <p:cNvGrpSpPr/>
          <p:nvPr/>
        </p:nvGrpSpPr>
        <p:grpSpPr>
          <a:xfrm>
            <a:off x="4818565" y="1982041"/>
            <a:ext cx="295377" cy="244550"/>
            <a:chOff x="4048550" y="1991250"/>
            <a:chExt cx="285775" cy="236600"/>
          </a:xfrm>
        </p:grpSpPr>
        <p:sp>
          <p:nvSpPr>
            <p:cNvPr id="1425" name="Google Shape;1425;p87"/>
            <p:cNvSpPr/>
            <p:nvPr/>
          </p:nvSpPr>
          <p:spPr>
            <a:xfrm>
              <a:off x="4048550" y="1991250"/>
              <a:ext cx="285775" cy="236600"/>
            </a:xfrm>
            <a:custGeom>
              <a:rect b="b" l="l" r="r" t="t"/>
              <a:pathLst>
                <a:path extrusionOk="0" h="9464" w="11431">
                  <a:moveTo>
                    <a:pt x="9995" y="639"/>
                  </a:moveTo>
                  <a:lnTo>
                    <a:pt x="10155" y="1144"/>
                  </a:lnTo>
                  <a:lnTo>
                    <a:pt x="10208" y="1223"/>
                  </a:lnTo>
                  <a:lnTo>
                    <a:pt x="10288" y="1277"/>
                  </a:lnTo>
                  <a:lnTo>
                    <a:pt x="10793" y="1436"/>
                  </a:lnTo>
                  <a:lnTo>
                    <a:pt x="10367" y="1728"/>
                  </a:lnTo>
                  <a:lnTo>
                    <a:pt x="10314" y="1808"/>
                  </a:lnTo>
                  <a:lnTo>
                    <a:pt x="10288" y="1915"/>
                  </a:lnTo>
                  <a:lnTo>
                    <a:pt x="10288" y="2420"/>
                  </a:lnTo>
                  <a:lnTo>
                    <a:pt x="9862" y="2127"/>
                  </a:lnTo>
                  <a:lnTo>
                    <a:pt x="9783" y="2074"/>
                  </a:lnTo>
                  <a:lnTo>
                    <a:pt x="9703" y="2074"/>
                  </a:lnTo>
                  <a:lnTo>
                    <a:pt x="9198" y="2260"/>
                  </a:lnTo>
                  <a:lnTo>
                    <a:pt x="9357" y="1755"/>
                  </a:lnTo>
                  <a:lnTo>
                    <a:pt x="9357" y="1675"/>
                  </a:lnTo>
                  <a:lnTo>
                    <a:pt x="9331" y="1569"/>
                  </a:lnTo>
                  <a:lnTo>
                    <a:pt x="9012" y="1170"/>
                  </a:lnTo>
                  <a:lnTo>
                    <a:pt x="9543" y="1170"/>
                  </a:lnTo>
                  <a:lnTo>
                    <a:pt x="9623" y="1144"/>
                  </a:lnTo>
                  <a:lnTo>
                    <a:pt x="9703" y="1091"/>
                  </a:lnTo>
                  <a:lnTo>
                    <a:pt x="9995" y="639"/>
                  </a:lnTo>
                  <a:close/>
                  <a:moveTo>
                    <a:pt x="2898" y="2765"/>
                  </a:moveTo>
                  <a:lnTo>
                    <a:pt x="2978" y="2978"/>
                  </a:lnTo>
                  <a:lnTo>
                    <a:pt x="3004" y="3190"/>
                  </a:lnTo>
                  <a:lnTo>
                    <a:pt x="2978" y="3377"/>
                  </a:lnTo>
                  <a:lnTo>
                    <a:pt x="2925" y="3563"/>
                  </a:lnTo>
                  <a:lnTo>
                    <a:pt x="2845" y="3722"/>
                  </a:lnTo>
                  <a:lnTo>
                    <a:pt x="2712" y="3855"/>
                  </a:lnTo>
                  <a:lnTo>
                    <a:pt x="2579" y="3988"/>
                  </a:lnTo>
                  <a:lnTo>
                    <a:pt x="2420" y="4068"/>
                  </a:lnTo>
                  <a:lnTo>
                    <a:pt x="2234" y="4121"/>
                  </a:lnTo>
                  <a:lnTo>
                    <a:pt x="2047" y="4147"/>
                  </a:lnTo>
                  <a:lnTo>
                    <a:pt x="1915" y="4147"/>
                  </a:lnTo>
                  <a:lnTo>
                    <a:pt x="1915" y="4121"/>
                  </a:lnTo>
                  <a:lnTo>
                    <a:pt x="1968" y="4041"/>
                  </a:lnTo>
                  <a:lnTo>
                    <a:pt x="2047" y="3882"/>
                  </a:lnTo>
                  <a:lnTo>
                    <a:pt x="2074" y="3802"/>
                  </a:lnTo>
                  <a:lnTo>
                    <a:pt x="2180" y="3642"/>
                  </a:lnTo>
                  <a:lnTo>
                    <a:pt x="2207" y="3589"/>
                  </a:lnTo>
                  <a:lnTo>
                    <a:pt x="2340" y="3377"/>
                  </a:lnTo>
                  <a:lnTo>
                    <a:pt x="2366" y="3377"/>
                  </a:lnTo>
                  <a:lnTo>
                    <a:pt x="2499" y="3190"/>
                  </a:lnTo>
                  <a:lnTo>
                    <a:pt x="2553" y="3137"/>
                  </a:lnTo>
                  <a:lnTo>
                    <a:pt x="2659" y="3004"/>
                  </a:lnTo>
                  <a:lnTo>
                    <a:pt x="2712" y="2951"/>
                  </a:lnTo>
                  <a:lnTo>
                    <a:pt x="2845" y="2818"/>
                  </a:lnTo>
                  <a:lnTo>
                    <a:pt x="2872" y="2765"/>
                  </a:lnTo>
                  <a:close/>
                  <a:moveTo>
                    <a:pt x="7071" y="2393"/>
                  </a:moveTo>
                  <a:lnTo>
                    <a:pt x="7231" y="2420"/>
                  </a:lnTo>
                  <a:lnTo>
                    <a:pt x="7390" y="2473"/>
                  </a:lnTo>
                  <a:lnTo>
                    <a:pt x="7523" y="2526"/>
                  </a:lnTo>
                  <a:lnTo>
                    <a:pt x="7683" y="2632"/>
                  </a:lnTo>
                  <a:lnTo>
                    <a:pt x="7630" y="2685"/>
                  </a:lnTo>
                  <a:lnTo>
                    <a:pt x="7603" y="2765"/>
                  </a:lnTo>
                  <a:lnTo>
                    <a:pt x="7523" y="2898"/>
                  </a:lnTo>
                  <a:lnTo>
                    <a:pt x="7497" y="2978"/>
                  </a:lnTo>
                  <a:lnTo>
                    <a:pt x="7417" y="3137"/>
                  </a:lnTo>
                  <a:lnTo>
                    <a:pt x="7390" y="3217"/>
                  </a:lnTo>
                  <a:lnTo>
                    <a:pt x="7311" y="3403"/>
                  </a:lnTo>
                  <a:lnTo>
                    <a:pt x="7311" y="3456"/>
                  </a:lnTo>
                  <a:lnTo>
                    <a:pt x="7231" y="3696"/>
                  </a:lnTo>
                  <a:lnTo>
                    <a:pt x="7231" y="3775"/>
                  </a:lnTo>
                  <a:lnTo>
                    <a:pt x="7178" y="3961"/>
                  </a:lnTo>
                  <a:lnTo>
                    <a:pt x="7178" y="4068"/>
                  </a:lnTo>
                  <a:lnTo>
                    <a:pt x="7151" y="4254"/>
                  </a:lnTo>
                  <a:lnTo>
                    <a:pt x="7151" y="4360"/>
                  </a:lnTo>
                  <a:lnTo>
                    <a:pt x="7125" y="4440"/>
                  </a:lnTo>
                  <a:lnTo>
                    <a:pt x="6832" y="4440"/>
                  </a:lnTo>
                  <a:lnTo>
                    <a:pt x="6673" y="4387"/>
                  </a:lnTo>
                  <a:lnTo>
                    <a:pt x="6513" y="4333"/>
                  </a:lnTo>
                  <a:lnTo>
                    <a:pt x="6380" y="4254"/>
                  </a:lnTo>
                  <a:lnTo>
                    <a:pt x="6247" y="4147"/>
                  </a:lnTo>
                  <a:lnTo>
                    <a:pt x="6141" y="4014"/>
                  </a:lnTo>
                  <a:lnTo>
                    <a:pt x="6061" y="3855"/>
                  </a:lnTo>
                  <a:lnTo>
                    <a:pt x="6008" y="3696"/>
                  </a:lnTo>
                  <a:lnTo>
                    <a:pt x="5955" y="3536"/>
                  </a:lnTo>
                  <a:lnTo>
                    <a:pt x="5955" y="3377"/>
                  </a:lnTo>
                  <a:lnTo>
                    <a:pt x="5982" y="3217"/>
                  </a:lnTo>
                  <a:lnTo>
                    <a:pt x="6035" y="3058"/>
                  </a:lnTo>
                  <a:lnTo>
                    <a:pt x="6088" y="2898"/>
                  </a:lnTo>
                  <a:lnTo>
                    <a:pt x="6194" y="2765"/>
                  </a:lnTo>
                  <a:lnTo>
                    <a:pt x="6301" y="2659"/>
                  </a:lnTo>
                  <a:lnTo>
                    <a:pt x="6433" y="2553"/>
                  </a:lnTo>
                  <a:lnTo>
                    <a:pt x="6593" y="2473"/>
                  </a:lnTo>
                  <a:lnTo>
                    <a:pt x="6752" y="2420"/>
                  </a:lnTo>
                  <a:lnTo>
                    <a:pt x="6912" y="2393"/>
                  </a:lnTo>
                  <a:close/>
                  <a:moveTo>
                    <a:pt x="6540" y="1516"/>
                  </a:moveTo>
                  <a:lnTo>
                    <a:pt x="6912" y="1542"/>
                  </a:lnTo>
                  <a:lnTo>
                    <a:pt x="7311" y="1569"/>
                  </a:lnTo>
                  <a:lnTo>
                    <a:pt x="7709" y="1622"/>
                  </a:lnTo>
                  <a:lnTo>
                    <a:pt x="8507" y="1782"/>
                  </a:lnTo>
                  <a:lnTo>
                    <a:pt x="8188" y="2021"/>
                  </a:lnTo>
                  <a:lnTo>
                    <a:pt x="7895" y="2313"/>
                  </a:lnTo>
                  <a:lnTo>
                    <a:pt x="7709" y="2180"/>
                  </a:lnTo>
                  <a:lnTo>
                    <a:pt x="7497" y="2074"/>
                  </a:lnTo>
                  <a:lnTo>
                    <a:pt x="7284" y="2021"/>
                  </a:lnTo>
                  <a:lnTo>
                    <a:pt x="7071" y="1994"/>
                  </a:lnTo>
                  <a:lnTo>
                    <a:pt x="6832" y="1994"/>
                  </a:lnTo>
                  <a:lnTo>
                    <a:pt x="6619" y="2047"/>
                  </a:lnTo>
                  <a:lnTo>
                    <a:pt x="6407" y="2101"/>
                  </a:lnTo>
                  <a:lnTo>
                    <a:pt x="6194" y="2234"/>
                  </a:lnTo>
                  <a:lnTo>
                    <a:pt x="6008" y="2366"/>
                  </a:lnTo>
                  <a:lnTo>
                    <a:pt x="5849" y="2553"/>
                  </a:lnTo>
                  <a:lnTo>
                    <a:pt x="5742" y="2739"/>
                  </a:lnTo>
                  <a:lnTo>
                    <a:pt x="5636" y="2925"/>
                  </a:lnTo>
                  <a:lnTo>
                    <a:pt x="5583" y="3164"/>
                  </a:lnTo>
                  <a:lnTo>
                    <a:pt x="5556" y="3377"/>
                  </a:lnTo>
                  <a:lnTo>
                    <a:pt x="5583" y="3616"/>
                  </a:lnTo>
                  <a:lnTo>
                    <a:pt x="5609" y="3828"/>
                  </a:lnTo>
                  <a:lnTo>
                    <a:pt x="5716" y="4041"/>
                  </a:lnTo>
                  <a:lnTo>
                    <a:pt x="5822" y="4254"/>
                  </a:lnTo>
                  <a:lnTo>
                    <a:pt x="5955" y="4413"/>
                  </a:lnTo>
                  <a:lnTo>
                    <a:pt x="6141" y="4573"/>
                  </a:lnTo>
                  <a:lnTo>
                    <a:pt x="6327" y="4679"/>
                  </a:lnTo>
                  <a:lnTo>
                    <a:pt x="6540" y="4785"/>
                  </a:lnTo>
                  <a:lnTo>
                    <a:pt x="6752" y="4839"/>
                  </a:lnTo>
                  <a:lnTo>
                    <a:pt x="7125" y="4839"/>
                  </a:lnTo>
                  <a:lnTo>
                    <a:pt x="7151" y="5476"/>
                  </a:lnTo>
                  <a:lnTo>
                    <a:pt x="7231" y="6114"/>
                  </a:lnTo>
                  <a:lnTo>
                    <a:pt x="7364" y="6752"/>
                  </a:lnTo>
                  <a:lnTo>
                    <a:pt x="7523" y="7364"/>
                  </a:lnTo>
                  <a:lnTo>
                    <a:pt x="1223" y="7364"/>
                  </a:lnTo>
                  <a:lnTo>
                    <a:pt x="1277" y="6566"/>
                  </a:lnTo>
                  <a:lnTo>
                    <a:pt x="1383" y="5849"/>
                  </a:lnTo>
                  <a:lnTo>
                    <a:pt x="1463" y="5476"/>
                  </a:lnTo>
                  <a:lnTo>
                    <a:pt x="1542" y="5157"/>
                  </a:lnTo>
                  <a:lnTo>
                    <a:pt x="1622" y="4812"/>
                  </a:lnTo>
                  <a:lnTo>
                    <a:pt x="1755" y="4520"/>
                  </a:lnTo>
                  <a:lnTo>
                    <a:pt x="1941" y="4546"/>
                  </a:lnTo>
                  <a:lnTo>
                    <a:pt x="2154" y="4546"/>
                  </a:lnTo>
                  <a:lnTo>
                    <a:pt x="2340" y="4520"/>
                  </a:lnTo>
                  <a:lnTo>
                    <a:pt x="2526" y="4466"/>
                  </a:lnTo>
                  <a:lnTo>
                    <a:pt x="2685" y="4387"/>
                  </a:lnTo>
                  <a:lnTo>
                    <a:pt x="2872" y="4280"/>
                  </a:lnTo>
                  <a:lnTo>
                    <a:pt x="3004" y="4147"/>
                  </a:lnTo>
                  <a:lnTo>
                    <a:pt x="3137" y="3988"/>
                  </a:lnTo>
                  <a:lnTo>
                    <a:pt x="3244" y="3828"/>
                  </a:lnTo>
                  <a:lnTo>
                    <a:pt x="3323" y="3642"/>
                  </a:lnTo>
                  <a:lnTo>
                    <a:pt x="3377" y="3456"/>
                  </a:lnTo>
                  <a:lnTo>
                    <a:pt x="3403" y="3244"/>
                  </a:lnTo>
                  <a:lnTo>
                    <a:pt x="3403" y="3058"/>
                  </a:lnTo>
                  <a:lnTo>
                    <a:pt x="3350" y="2871"/>
                  </a:lnTo>
                  <a:lnTo>
                    <a:pt x="3297" y="2685"/>
                  </a:lnTo>
                  <a:lnTo>
                    <a:pt x="3217" y="2499"/>
                  </a:lnTo>
                  <a:lnTo>
                    <a:pt x="3456" y="2313"/>
                  </a:lnTo>
                  <a:lnTo>
                    <a:pt x="3696" y="2154"/>
                  </a:lnTo>
                  <a:lnTo>
                    <a:pt x="3961" y="2021"/>
                  </a:lnTo>
                  <a:lnTo>
                    <a:pt x="4254" y="1888"/>
                  </a:lnTo>
                  <a:lnTo>
                    <a:pt x="4546" y="1782"/>
                  </a:lnTo>
                  <a:lnTo>
                    <a:pt x="4865" y="1702"/>
                  </a:lnTo>
                  <a:lnTo>
                    <a:pt x="5158" y="1622"/>
                  </a:lnTo>
                  <a:lnTo>
                    <a:pt x="5503" y="1569"/>
                  </a:lnTo>
                  <a:lnTo>
                    <a:pt x="5849" y="1542"/>
                  </a:lnTo>
                  <a:lnTo>
                    <a:pt x="6194" y="1516"/>
                  </a:lnTo>
                  <a:close/>
                  <a:moveTo>
                    <a:pt x="7816" y="7762"/>
                  </a:moveTo>
                  <a:lnTo>
                    <a:pt x="7922" y="7789"/>
                  </a:lnTo>
                  <a:lnTo>
                    <a:pt x="8055" y="7816"/>
                  </a:lnTo>
                  <a:lnTo>
                    <a:pt x="8161" y="7869"/>
                  </a:lnTo>
                  <a:lnTo>
                    <a:pt x="8268" y="7949"/>
                  </a:lnTo>
                  <a:lnTo>
                    <a:pt x="8347" y="8055"/>
                  </a:lnTo>
                  <a:lnTo>
                    <a:pt x="8400" y="8161"/>
                  </a:lnTo>
                  <a:lnTo>
                    <a:pt x="8427" y="8294"/>
                  </a:lnTo>
                  <a:lnTo>
                    <a:pt x="8454" y="8400"/>
                  </a:lnTo>
                  <a:lnTo>
                    <a:pt x="8427" y="8533"/>
                  </a:lnTo>
                  <a:lnTo>
                    <a:pt x="8400" y="8666"/>
                  </a:lnTo>
                  <a:lnTo>
                    <a:pt x="8347" y="8773"/>
                  </a:lnTo>
                  <a:lnTo>
                    <a:pt x="8268" y="8879"/>
                  </a:lnTo>
                  <a:lnTo>
                    <a:pt x="8161" y="8959"/>
                  </a:lnTo>
                  <a:lnTo>
                    <a:pt x="8055" y="9012"/>
                  </a:lnTo>
                  <a:lnTo>
                    <a:pt x="7922" y="9038"/>
                  </a:lnTo>
                  <a:lnTo>
                    <a:pt x="7789" y="9065"/>
                  </a:lnTo>
                  <a:lnTo>
                    <a:pt x="1037" y="9065"/>
                  </a:lnTo>
                  <a:lnTo>
                    <a:pt x="904" y="9038"/>
                  </a:lnTo>
                  <a:lnTo>
                    <a:pt x="772" y="9012"/>
                  </a:lnTo>
                  <a:lnTo>
                    <a:pt x="665" y="8959"/>
                  </a:lnTo>
                  <a:lnTo>
                    <a:pt x="586" y="8879"/>
                  </a:lnTo>
                  <a:lnTo>
                    <a:pt x="506" y="8773"/>
                  </a:lnTo>
                  <a:lnTo>
                    <a:pt x="426" y="8666"/>
                  </a:lnTo>
                  <a:lnTo>
                    <a:pt x="399" y="8533"/>
                  </a:lnTo>
                  <a:lnTo>
                    <a:pt x="399" y="8427"/>
                  </a:lnTo>
                  <a:lnTo>
                    <a:pt x="399" y="8294"/>
                  </a:lnTo>
                  <a:lnTo>
                    <a:pt x="426" y="8161"/>
                  </a:lnTo>
                  <a:lnTo>
                    <a:pt x="506" y="8055"/>
                  </a:lnTo>
                  <a:lnTo>
                    <a:pt x="586" y="7949"/>
                  </a:lnTo>
                  <a:lnTo>
                    <a:pt x="665" y="7869"/>
                  </a:lnTo>
                  <a:lnTo>
                    <a:pt x="772" y="7816"/>
                  </a:lnTo>
                  <a:lnTo>
                    <a:pt x="904" y="7789"/>
                  </a:lnTo>
                  <a:lnTo>
                    <a:pt x="1037" y="7762"/>
                  </a:lnTo>
                  <a:close/>
                  <a:moveTo>
                    <a:pt x="10102" y="1"/>
                  </a:moveTo>
                  <a:lnTo>
                    <a:pt x="9995" y="27"/>
                  </a:lnTo>
                  <a:lnTo>
                    <a:pt x="9916" y="80"/>
                  </a:lnTo>
                  <a:lnTo>
                    <a:pt x="9437" y="772"/>
                  </a:lnTo>
                  <a:lnTo>
                    <a:pt x="8613" y="772"/>
                  </a:lnTo>
                  <a:lnTo>
                    <a:pt x="8507" y="798"/>
                  </a:lnTo>
                  <a:lnTo>
                    <a:pt x="8427" y="878"/>
                  </a:lnTo>
                  <a:lnTo>
                    <a:pt x="8400" y="984"/>
                  </a:lnTo>
                  <a:lnTo>
                    <a:pt x="8454" y="1091"/>
                  </a:lnTo>
                  <a:lnTo>
                    <a:pt x="8693" y="1410"/>
                  </a:lnTo>
                  <a:lnTo>
                    <a:pt x="8241" y="1303"/>
                  </a:lnTo>
                  <a:lnTo>
                    <a:pt x="7789" y="1223"/>
                  </a:lnTo>
                  <a:lnTo>
                    <a:pt x="7364" y="1170"/>
                  </a:lnTo>
                  <a:lnTo>
                    <a:pt x="6912" y="1144"/>
                  </a:lnTo>
                  <a:lnTo>
                    <a:pt x="6513" y="1117"/>
                  </a:lnTo>
                  <a:lnTo>
                    <a:pt x="6114" y="1117"/>
                  </a:lnTo>
                  <a:lnTo>
                    <a:pt x="5716" y="1144"/>
                  </a:lnTo>
                  <a:lnTo>
                    <a:pt x="5344" y="1197"/>
                  </a:lnTo>
                  <a:lnTo>
                    <a:pt x="4971" y="1250"/>
                  </a:lnTo>
                  <a:lnTo>
                    <a:pt x="4626" y="1356"/>
                  </a:lnTo>
                  <a:lnTo>
                    <a:pt x="4280" y="1463"/>
                  </a:lnTo>
                  <a:lnTo>
                    <a:pt x="3961" y="1596"/>
                  </a:lnTo>
                  <a:lnTo>
                    <a:pt x="3642" y="1728"/>
                  </a:lnTo>
                  <a:lnTo>
                    <a:pt x="3350" y="1915"/>
                  </a:lnTo>
                  <a:lnTo>
                    <a:pt x="3084" y="2101"/>
                  </a:lnTo>
                  <a:lnTo>
                    <a:pt x="2792" y="2313"/>
                  </a:lnTo>
                  <a:lnTo>
                    <a:pt x="2606" y="2499"/>
                  </a:lnTo>
                  <a:lnTo>
                    <a:pt x="2234" y="2871"/>
                  </a:lnTo>
                  <a:lnTo>
                    <a:pt x="1941" y="3297"/>
                  </a:lnTo>
                  <a:lnTo>
                    <a:pt x="1675" y="3722"/>
                  </a:lnTo>
                  <a:lnTo>
                    <a:pt x="1436" y="4201"/>
                  </a:lnTo>
                  <a:lnTo>
                    <a:pt x="1303" y="4546"/>
                  </a:lnTo>
                  <a:lnTo>
                    <a:pt x="1197" y="4892"/>
                  </a:lnTo>
                  <a:lnTo>
                    <a:pt x="1091" y="5264"/>
                  </a:lnTo>
                  <a:lnTo>
                    <a:pt x="1011" y="5663"/>
                  </a:lnTo>
                  <a:lnTo>
                    <a:pt x="931" y="6088"/>
                  </a:lnTo>
                  <a:lnTo>
                    <a:pt x="878" y="6487"/>
                  </a:lnTo>
                  <a:lnTo>
                    <a:pt x="851" y="6938"/>
                  </a:lnTo>
                  <a:lnTo>
                    <a:pt x="825" y="7390"/>
                  </a:lnTo>
                  <a:lnTo>
                    <a:pt x="639" y="7443"/>
                  </a:lnTo>
                  <a:lnTo>
                    <a:pt x="479" y="7523"/>
                  </a:lnTo>
                  <a:lnTo>
                    <a:pt x="320" y="7656"/>
                  </a:lnTo>
                  <a:lnTo>
                    <a:pt x="187" y="7789"/>
                  </a:lnTo>
                  <a:lnTo>
                    <a:pt x="107" y="7949"/>
                  </a:lnTo>
                  <a:lnTo>
                    <a:pt x="27" y="8135"/>
                  </a:lnTo>
                  <a:lnTo>
                    <a:pt x="1" y="8321"/>
                  </a:lnTo>
                  <a:lnTo>
                    <a:pt x="1" y="8507"/>
                  </a:lnTo>
                  <a:lnTo>
                    <a:pt x="27" y="8719"/>
                  </a:lnTo>
                  <a:lnTo>
                    <a:pt x="107" y="8879"/>
                  </a:lnTo>
                  <a:lnTo>
                    <a:pt x="213" y="9038"/>
                  </a:lnTo>
                  <a:lnTo>
                    <a:pt x="320" y="9198"/>
                  </a:lnTo>
                  <a:lnTo>
                    <a:pt x="479" y="9304"/>
                  </a:lnTo>
                  <a:lnTo>
                    <a:pt x="639" y="9384"/>
                  </a:lnTo>
                  <a:lnTo>
                    <a:pt x="825" y="9437"/>
                  </a:lnTo>
                  <a:lnTo>
                    <a:pt x="1037" y="9464"/>
                  </a:lnTo>
                  <a:lnTo>
                    <a:pt x="7789" y="9464"/>
                  </a:lnTo>
                  <a:lnTo>
                    <a:pt x="8002" y="9437"/>
                  </a:lnTo>
                  <a:lnTo>
                    <a:pt x="8188" y="9384"/>
                  </a:lnTo>
                  <a:lnTo>
                    <a:pt x="8347" y="9304"/>
                  </a:lnTo>
                  <a:lnTo>
                    <a:pt x="8507" y="9171"/>
                  </a:lnTo>
                  <a:lnTo>
                    <a:pt x="8640" y="9038"/>
                  </a:lnTo>
                  <a:lnTo>
                    <a:pt x="8746" y="8879"/>
                  </a:lnTo>
                  <a:lnTo>
                    <a:pt x="8799" y="8693"/>
                  </a:lnTo>
                  <a:lnTo>
                    <a:pt x="8852" y="8480"/>
                  </a:lnTo>
                  <a:lnTo>
                    <a:pt x="8826" y="8294"/>
                  </a:lnTo>
                  <a:lnTo>
                    <a:pt x="8799" y="8108"/>
                  </a:lnTo>
                  <a:lnTo>
                    <a:pt x="8719" y="7922"/>
                  </a:lnTo>
                  <a:lnTo>
                    <a:pt x="8613" y="7762"/>
                  </a:lnTo>
                  <a:lnTo>
                    <a:pt x="8480" y="7630"/>
                  </a:lnTo>
                  <a:lnTo>
                    <a:pt x="8321" y="7497"/>
                  </a:lnTo>
                  <a:lnTo>
                    <a:pt x="8161" y="7417"/>
                  </a:lnTo>
                  <a:lnTo>
                    <a:pt x="7949" y="7390"/>
                  </a:lnTo>
                  <a:lnTo>
                    <a:pt x="7736" y="6619"/>
                  </a:lnTo>
                  <a:lnTo>
                    <a:pt x="7603" y="5902"/>
                  </a:lnTo>
                  <a:lnTo>
                    <a:pt x="7523" y="5237"/>
                  </a:lnTo>
                  <a:lnTo>
                    <a:pt x="7523" y="4918"/>
                  </a:lnTo>
                  <a:lnTo>
                    <a:pt x="7523" y="4626"/>
                  </a:lnTo>
                  <a:lnTo>
                    <a:pt x="7550" y="4333"/>
                  </a:lnTo>
                  <a:lnTo>
                    <a:pt x="7576" y="4068"/>
                  </a:lnTo>
                  <a:lnTo>
                    <a:pt x="7630" y="3802"/>
                  </a:lnTo>
                  <a:lnTo>
                    <a:pt x="7683" y="3563"/>
                  </a:lnTo>
                  <a:lnTo>
                    <a:pt x="7762" y="3350"/>
                  </a:lnTo>
                  <a:lnTo>
                    <a:pt x="7869" y="3137"/>
                  </a:lnTo>
                  <a:lnTo>
                    <a:pt x="7975" y="2925"/>
                  </a:lnTo>
                  <a:lnTo>
                    <a:pt x="8081" y="2739"/>
                  </a:lnTo>
                  <a:lnTo>
                    <a:pt x="8108" y="2712"/>
                  </a:lnTo>
                  <a:lnTo>
                    <a:pt x="8268" y="2526"/>
                  </a:lnTo>
                  <a:lnTo>
                    <a:pt x="8427" y="2340"/>
                  </a:lnTo>
                  <a:lnTo>
                    <a:pt x="8640" y="2180"/>
                  </a:lnTo>
                  <a:lnTo>
                    <a:pt x="8852" y="2047"/>
                  </a:lnTo>
                  <a:lnTo>
                    <a:pt x="8693" y="2526"/>
                  </a:lnTo>
                  <a:lnTo>
                    <a:pt x="8693" y="2632"/>
                  </a:lnTo>
                  <a:lnTo>
                    <a:pt x="8746" y="2712"/>
                  </a:lnTo>
                  <a:lnTo>
                    <a:pt x="8826" y="2765"/>
                  </a:lnTo>
                  <a:lnTo>
                    <a:pt x="8959" y="2765"/>
                  </a:lnTo>
                  <a:lnTo>
                    <a:pt x="9730" y="2499"/>
                  </a:lnTo>
                  <a:lnTo>
                    <a:pt x="10394" y="2978"/>
                  </a:lnTo>
                  <a:lnTo>
                    <a:pt x="10500" y="3031"/>
                  </a:lnTo>
                  <a:lnTo>
                    <a:pt x="10607" y="3004"/>
                  </a:lnTo>
                  <a:lnTo>
                    <a:pt x="10686" y="2925"/>
                  </a:lnTo>
                  <a:lnTo>
                    <a:pt x="10713" y="2818"/>
                  </a:lnTo>
                  <a:lnTo>
                    <a:pt x="10686" y="1994"/>
                  </a:lnTo>
                  <a:lnTo>
                    <a:pt x="11351" y="1516"/>
                  </a:lnTo>
                  <a:lnTo>
                    <a:pt x="11431" y="1436"/>
                  </a:lnTo>
                  <a:lnTo>
                    <a:pt x="11431" y="1330"/>
                  </a:lnTo>
                  <a:lnTo>
                    <a:pt x="11378" y="1223"/>
                  </a:lnTo>
                  <a:lnTo>
                    <a:pt x="11298" y="1170"/>
                  </a:lnTo>
                  <a:lnTo>
                    <a:pt x="10500" y="931"/>
                  </a:lnTo>
                  <a:lnTo>
                    <a:pt x="10261" y="134"/>
                  </a:lnTo>
                  <a:lnTo>
                    <a:pt x="10208" y="54"/>
                  </a:lnTo>
                  <a:lnTo>
                    <a:pt x="1010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 name="Google Shape;1426;p87"/>
            <p:cNvSpPr/>
            <p:nvPr/>
          </p:nvSpPr>
          <p:spPr>
            <a:xfrm>
              <a:off x="4138275" y="2107550"/>
              <a:ext cx="46525" cy="47200"/>
            </a:xfrm>
            <a:custGeom>
              <a:rect b="b" l="l" r="r" t="t"/>
              <a:pathLst>
                <a:path extrusionOk="0" h="1888" w="1861">
                  <a:moveTo>
                    <a:pt x="931" y="399"/>
                  </a:moveTo>
                  <a:lnTo>
                    <a:pt x="1037" y="426"/>
                  </a:lnTo>
                  <a:lnTo>
                    <a:pt x="1143" y="452"/>
                  </a:lnTo>
                  <a:lnTo>
                    <a:pt x="1223" y="505"/>
                  </a:lnTo>
                  <a:lnTo>
                    <a:pt x="1303" y="559"/>
                  </a:lnTo>
                  <a:lnTo>
                    <a:pt x="1382" y="638"/>
                  </a:lnTo>
                  <a:lnTo>
                    <a:pt x="1436" y="745"/>
                  </a:lnTo>
                  <a:lnTo>
                    <a:pt x="1462" y="824"/>
                  </a:lnTo>
                  <a:lnTo>
                    <a:pt x="1462" y="957"/>
                  </a:lnTo>
                  <a:lnTo>
                    <a:pt x="1462" y="1064"/>
                  </a:lnTo>
                  <a:lnTo>
                    <a:pt x="1436" y="1143"/>
                  </a:lnTo>
                  <a:lnTo>
                    <a:pt x="1382" y="1250"/>
                  </a:lnTo>
                  <a:lnTo>
                    <a:pt x="1303" y="1330"/>
                  </a:lnTo>
                  <a:lnTo>
                    <a:pt x="1223" y="1383"/>
                  </a:lnTo>
                  <a:lnTo>
                    <a:pt x="1143" y="1436"/>
                  </a:lnTo>
                  <a:lnTo>
                    <a:pt x="1037" y="1462"/>
                  </a:lnTo>
                  <a:lnTo>
                    <a:pt x="931" y="1489"/>
                  </a:lnTo>
                  <a:lnTo>
                    <a:pt x="824" y="1462"/>
                  </a:lnTo>
                  <a:lnTo>
                    <a:pt x="718" y="1436"/>
                  </a:lnTo>
                  <a:lnTo>
                    <a:pt x="638" y="1383"/>
                  </a:lnTo>
                  <a:lnTo>
                    <a:pt x="558" y="1330"/>
                  </a:lnTo>
                  <a:lnTo>
                    <a:pt x="479" y="1250"/>
                  </a:lnTo>
                  <a:lnTo>
                    <a:pt x="426" y="1143"/>
                  </a:lnTo>
                  <a:lnTo>
                    <a:pt x="399" y="1064"/>
                  </a:lnTo>
                  <a:lnTo>
                    <a:pt x="399" y="957"/>
                  </a:lnTo>
                  <a:lnTo>
                    <a:pt x="399" y="824"/>
                  </a:lnTo>
                  <a:lnTo>
                    <a:pt x="426" y="745"/>
                  </a:lnTo>
                  <a:lnTo>
                    <a:pt x="479" y="638"/>
                  </a:lnTo>
                  <a:lnTo>
                    <a:pt x="558" y="559"/>
                  </a:lnTo>
                  <a:lnTo>
                    <a:pt x="638" y="505"/>
                  </a:lnTo>
                  <a:lnTo>
                    <a:pt x="718" y="452"/>
                  </a:lnTo>
                  <a:lnTo>
                    <a:pt x="824" y="426"/>
                  </a:lnTo>
                  <a:lnTo>
                    <a:pt x="931" y="399"/>
                  </a:lnTo>
                  <a:close/>
                  <a:moveTo>
                    <a:pt x="931" y="0"/>
                  </a:moveTo>
                  <a:lnTo>
                    <a:pt x="744" y="27"/>
                  </a:lnTo>
                  <a:lnTo>
                    <a:pt x="558" y="80"/>
                  </a:lnTo>
                  <a:lnTo>
                    <a:pt x="399" y="160"/>
                  </a:lnTo>
                  <a:lnTo>
                    <a:pt x="266" y="293"/>
                  </a:lnTo>
                  <a:lnTo>
                    <a:pt x="160" y="426"/>
                  </a:lnTo>
                  <a:lnTo>
                    <a:pt x="53" y="585"/>
                  </a:lnTo>
                  <a:lnTo>
                    <a:pt x="0" y="745"/>
                  </a:lnTo>
                  <a:lnTo>
                    <a:pt x="0" y="957"/>
                  </a:lnTo>
                  <a:lnTo>
                    <a:pt x="0" y="1143"/>
                  </a:lnTo>
                  <a:lnTo>
                    <a:pt x="53" y="1303"/>
                  </a:lnTo>
                  <a:lnTo>
                    <a:pt x="160" y="1462"/>
                  </a:lnTo>
                  <a:lnTo>
                    <a:pt x="266" y="1622"/>
                  </a:lnTo>
                  <a:lnTo>
                    <a:pt x="399" y="1728"/>
                  </a:lnTo>
                  <a:lnTo>
                    <a:pt x="558" y="1808"/>
                  </a:lnTo>
                  <a:lnTo>
                    <a:pt x="744" y="1861"/>
                  </a:lnTo>
                  <a:lnTo>
                    <a:pt x="931" y="1888"/>
                  </a:lnTo>
                  <a:lnTo>
                    <a:pt x="1117" y="1861"/>
                  </a:lnTo>
                  <a:lnTo>
                    <a:pt x="1303" y="1808"/>
                  </a:lnTo>
                  <a:lnTo>
                    <a:pt x="1462" y="1728"/>
                  </a:lnTo>
                  <a:lnTo>
                    <a:pt x="1595" y="1622"/>
                  </a:lnTo>
                  <a:lnTo>
                    <a:pt x="1701" y="1462"/>
                  </a:lnTo>
                  <a:lnTo>
                    <a:pt x="1808" y="1303"/>
                  </a:lnTo>
                  <a:lnTo>
                    <a:pt x="1861" y="1143"/>
                  </a:lnTo>
                  <a:lnTo>
                    <a:pt x="1861" y="957"/>
                  </a:lnTo>
                  <a:lnTo>
                    <a:pt x="1861" y="745"/>
                  </a:lnTo>
                  <a:lnTo>
                    <a:pt x="1808" y="585"/>
                  </a:lnTo>
                  <a:lnTo>
                    <a:pt x="1701" y="426"/>
                  </a:lnTo>
                  <a:lnTo>
                    <a:pt x="1595" y="293"/>
                  </a:lnTo>
                  <a:lnTo>
                    <a:pt x="1462" y="160"/>
                  </a:lnTo>
                  <a:lnTo>
                    <a:pt x="1303" y="80"/>
                  </a:lnTo>
                  <a:lnTo>
                    <a:pt x="1117" y="27"/>
                  </a:lnTo>
                  <a:lnTo>
                    <a:pt x="93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27" name="Google Shape;1427;p87"/>
          <p:cNvGrpSpPr/>
          <p:nvPr/>
        </p:nvGrpSpPr>
        <p:grpSpPr>
          <a:xfrm>
            <a:off x="5618081" y="1961434"/>
            <a:ext cx="277522" cy="285765"/>
            <a:chOff x="4822075" y="2015850"/>
            <a:chExt cx="268500" cy="276475"/>
          </a:xfrm>
        </p:grpSpPr>
        <p:sp>
          <p:nvSpPr>
            <p:cNvPr id="1428" name="Google Shape;1428;p87"/>
            <p:cNvSpPr/>
            <p:nvPr/>
          </p:nvSpPr>
          <p:spPr>
            <a:xfrm>
              <a:off x="4858625" y="2136125"/>
              <a:ext cx="107025" cy="107025"/>
            </a:xfrm>
            <a:custGeom>
              <a:rect b="b" l="l" r="r" t="t"/>
              <a:pathLst>
                <a:path extrusionOk="0" h="4281" w="4281">
                  <a:moveTo>
                    <a:pt x="2313" y="399"/>
                  </a:moveTo>
                  <a:lnTo>
                    <a:pt x="2499" y="426"/>
                  </a:lnTo>
                  <a:lnTo>
                    <a:pt x="2659" y="479"/>
                  </a:lnTo>
                  <a:lnTo>
                    <a:pt x="2818" y="532"/>
                  </a:lnTo>
                  <a:lnTo>
                    <a:pt x="2978" y="612"/>
                  </a:lnTo>
                  <a:lnTo>
                    <a:pt x="3110" y="692"/>
                  </a:lnTo>
                  <a:lnTo>
                    <a:pt x="3243" y="798"/>
                  </a:lnTo>
                  <a:lnTo>
                    <a:pt x="3376" y="904"/>
                  </a:lnTo>
                  <a:lnTo>
                    <a:pt x="3483" y="1037"/>
                  </a:lnTo>
                  <a:lnTo>
                    <a:pt x="3589" y="1170"/>
                  </a:lnTo>
                  <a:lnTo>
                    <a:pt x="3669" y="1303"/>
                  </a:lnTo>
                  <a:lnTo>
                    <a:pt x="3748" y="1462"/>
                  </a:lnTo>
                  <a:lnTo>
                    <a:pt x="3802" y="1622"/>
                  </a:lnTo>
                  <a:lnTo>
                    <a:pt x="3855" y="1781"/>
                  </a:lnTo>
                  <a:lnTo>
                    <a:pt x="3881" y="1967"/>
                  </a:lnTo>
                  <a:lnTo>
                    <a:pt x="3881" y="2154"/>
                  </a:lnTo>
                  <a:lnTo>
                    <a:pt x="3881" y="2313"/>
                  </a:lnTo>
                  <a:lnTo>
                    <a:pt x="3855" y="2499"/>
                  </a:lnTo>
                  <a:lnTo>
                    <a:pt x="3802" y="2659"/>
                  </a:lnTo>
                  <a:lnTo>
                    <a:pt x="3748" y="2818"/>
                  </a:lnTo>
                  <a:lnTo>
                    <a:pt x="3669" y="2978"/>
                  </a:lnTo>
                  <a:lnTo>
                    <a:pt x="3589" y="3110"/>
                  </a:lnTo>
                  <a:lnTo>
                    <a:pt x="3483" y="3243"/>
                  </a:lnTo>
                  <a:lnTo>
                    <a:pt x="3376" y="3376"/>
                  </a:lnTo>
                  <a:lnTo>
                    <a:pt x="3243" y="3483"/>
                  </a:lnTo>
                  <a:lnTo>
                    <a:pt x="3110" y="3589"/>
                  </a:lnTo>
                  <a:lnTo>
                    <a:pt x="2978" y="3669"/>
                  </a:lnTo>
                  <a:lnTo>
                    <a:pt x="2818" y="3748"/>
                  </a:lnTo>
                  <a:lnTo>
                    <a:pt x="2659" y="3802"/>
                  </a:lnTo>
                  <a:lnTo>
                    <a:pt x="2499" y="3855"/>
                  </a:lnTo>
                  <a:lnTo>
                    <a:pt x="2313" y="3881"/>
                  </a:lnTo>
                  <a:lnTo>
                    <a:pt x="1967" y="3881"/>
                  </a:lnTo>
                  <a:lnTo>
                    <a:pt x="1781" y="3855"/>
                  </a:lnTo>
                  <a:lnTo>
                    <a:pt x="1622" y="3802"/>
                  </a:lnTo>
                  <a:lnTo>
                    <a:pt x="1462" y="3748"/>
                  </a:lnTo>
                  <a:lnTo>
                    <a:pt x="1330" y="3669"/>
                  </a:lnTo>
                  <a:lnTo>
                    <a:pt x="1170" y="3589"/>
                  </a:lnTo>
                  <a:lnTo>
                    <a:pt x="1037" y="3483"/>
                  </a:lnTo>
                  <a:lnTo>
                    <a:pt x="904" y="3376"/>
                  </a:lnTo>
                  <a:lnTo>
                    <a:pt x="798" y="3243"/>
                  </a:lnTo>
                  <a:lnTo>
                    <a:pt x="692" y="3110"/>
                  </a:lnTo>
                  <a:lnTo>
                    <a:pt x="612" y="2978"/>
                  </a:lnTo>
                  <a:lnTo>
                    <a:pt x="532" y="2818"/>
                  </a:lnTo>
                  <a:lnTo>
                    <a:pt x="479" y="2659"/>
                  </a:lnTo>
                  <a:lnTo>
                    <a:pt x="452" y="2499"/>
                  </a:lnTo>
                  <a:lnTo>
                    <a:pt x="426" y="2313"/>
                  </a:lnTo>
                  <a:lnTo>
                    <a:pt x="399" y="2154"/>
                  </a:lnTo>
                  <a:lnTo>
                    <a:pt x="426" y="1967"/>
                  </a:lnTo>
                  <a:lnTo>
                    <a:pt x="452" y="1781"/>
                  </a:lnTo>
                  <a:lnTo>
                    <a:pt x="479" y="1622"/>
                  </a:lnTo>
                  <a:lnTo>
                    <a:pt x="532" y="1462"/>
                  </a:lnTo>
                  <a:lnTo>
                    <a:pt x="612" y="1303"/>
                  </a:lnTo>
                  <a:lnTo>
                    <a:pt x="692" y="1170"/>
                  </a:lnTo>
                  <a:lnTo>
                    <a:pt x="798" y="1037"/>
                  </a:lnTo>
                  <a:lnTo>
                    <a:pt x="904" y="904"/>
                  </a:lnTo>
                  <a:lnTo>
                    <a:pt x="1037" y="798"/>
                  </a:lnTo>
                  <a:lnTo>
                    <a:pt x="1170" y="692"/>
                  </a:lnTo>
                  <a:lnTo>
                    <a:pt x="1330" y="612"/>
                  </a:lnTo>
                  <a:lnTo>
                    <a:pt x="1462" y="532"/>
                  </a:lnTo>
                  <a:lnTo>
                    <a:pt x="1622" y="479"/>
                  </a:lnTo>
                  <a:lnTo>
                    <a:pt x="1808" y="426"/>
                  </a:lnTo>
                  <a:lnTo>
                    <a:pt x="1967" y="399"/>
                  </a:lnTo>
                  <a:close/>
                  <a:moveTo>
                    <a:pt x="2154" y="0"/>
                  </a:moveTo>
                  <a:lnTo>
                    <a:pt x="1914" y="27"/>
                  </a:lnTo>
                  <a:lnTo>
                    <a:pt x="1702" y="54"/>
                  </a:lnTo>
                  <a:lnTo>
                    <a:pt x="1516" y="107"/>
                  </a:lnTo>
                  <a:lnTo>
                    <a:pt x="1303" y="160"/>
                  </a:lnTo>
                  <a:lnTo>
                    <a:pt x="1117" y="266"/>
                  </a:lnTo>
                  <a:lnTo>
                    <a:pt x="957" y="373"/>
                  </a:lnTo>
                  <a:lnTo>
                    <a:pt x="771" y="479"/>
                  </a:lnTo>
                  <a:lnTo>
                    <a:pt x="638" y="638"/>
                  </a:lnTo>
                  <a:lnTo>
                    <a:pt x="505" y="771"/>
                  </a:lnTo>
                  <a:lnTo>
                    <a:pt x="373" y="957"/>
                  </a:lnTo>
                  <a:lnTo>
                    <a:pt x="266" y="1117"/>
                  </a:lnTo>
                  <a:lnTo>
                    <a:pt x="187" y="1303"/>
                  </a:lnTo>
                  <a:lnTo>
                    <a:pt x="107" y="1516"/>
                  </a:lnTo>
                  <a:lnTo>
                    <a:pt x="54" y="1702"/>
                  </a:lnTo>
                  <a:lnTo>
                    <a:pt x="27" y="1914"/>
                  </a:lnTo>
                  <a:lnTo>
                    <a:pt x="0" y="2154"/>
                  </a:lnTo>
                  <a:lnTo>
                    <a:pt x="27" y="2366"/>
                  </a:lnTo>
                  <a:lnTo>
                    <a:pt x="54" y="2579"/>
                  </a:lnTo>
                  <a:lnTo>
                    <a:pt x="107" y="2765"/>
                  </a:lnTo>
                  <a:lnTo>
                    <a:pt x="187" y="2978"/>
                  </a:lnTo>
                  <a:lnTo>
                    <a:pt x="266" y="3164"/>
                  </a:lnTo>
                  <a:lnTo>
                    <a:pt x="373" y="3350"/>
                  </a:lnTo>
                  <a:lnTo>
                    <a:pt x="505" y="3509"/>
                  </a:lnTo>
                  <a:lnTo>
                    <a:pt x="638" y="3642"/>
                  </a:lnTo>
                  <a:lnTo>
                    <a:pt x="771" y="3802"/>
                  </a:lnTo>
                  <a:lnTo>
                    <a:pt x="957" y="3908"/>
                  </a:lnTo>
                  <a:lnTo>
                    <a:pt x="1117" y="4014"/>
                  </a:lnTo>
                  <a:lnTo>
                    <a:pt x="1303" y="4121"/>
                  </a:lnTo>
                  <a:lnTo>
                    <a:pt x="1516" y="4174"/>
                  </a:lnTo>
                  <a:lnTo>
                    <a:pt x="1702" y="4227"/>
                  </a:lnTo>
                  <a:lnTo>
                    <a:pt x="1914" y="4280"/>
                  </a:lnTo>
                  <a:lnTo>
                    <a:pt x="2366" y="4280"/>
                  </a:lnTo>
                  <a:lnTo>
                    <a:pt x="2579" y="4227"/>
                  </a:lnTo>
                  <a:lnTo>
                    <a:pt x="2791" y="4174"/>
                  </a:lnTo>
                  <a:lnTo>
                    <a:pt x="2978" y="4121"/>
                  </a:lnTo>
                  <a:lnTo>
                    <a:pt x="3164" y="4014"/>
                  </a:lnTo>
                  <a:lnTo>
                    <a:pt x="3350" y="3908"/>
                  </a:lnTo>
                  <a:lnTo>
                    <a:pt x="3509" y="3802"/>
                  </a:lnTo>
                  <a:lnTo>
                    <a:pt x="3669" y="3642"/>
                  </a:lnTo>
                  <a:lnTo>
                    <a:pt x="3802" y="3509"/>
                  </a:lnTo>
                  <a:lnTo>
                    <a:pt x="3908" y="3350"/>
                  </a:lnTo>
                  <a:lnTo>
                    <a:pt x="4014" y="3164"/>
                  </a:lnTo>
                  <a:lnTo>
                    <a:pt x="4121" y="2978"/>
                  </a:lnTo>
                  <a:lnTo>
                    <a:pt x="4200" y="2765"/>
                  </a:lnTo>
                  <a:lnTo>
                    <a:pt x="4253" y="2579"/>
                  </a:lnTo>
                  <a:lnTo>
                    <a:pt x="4280" y="2366"/>
                  </a:lnTo>
                  <a:lnTo>
                    <a:pt x="4280" y="2154"/>
                  </a:lnTo>
                  <a:lnTo>
                    <a:pt x="4280" y="1914"/>
                  </a:lnTo>
                  <a:lnTo>
                    <a:pt x="4227" y="1702"/>
                  </a:lnTo>
                  <a:lnTo>
                    <a:pt x="4200" y="1516"/>
                  </a:lnTo>
                  <a:lnTo>
                    <a:pt x="4121" y="1303"/>
                  </a:lnTo>
                  <a:lnTo>
                    <a:pt x="4014" y="1117"/>
                  </a:lnTo>
                  <a:lnTo>
                    <a:pt x="3908" y="957"/>
                  </a:lnTo>
                  <a:lnTo>
                    <a:pt x="3802" y="771"/>
                  </a:lnTo>
                  <a:lnTo>
                    <a:pt x="3669" y="638"/>
                  </a:lnTo>
                  <a:lnTo>
                    <a:pt x="3509" y="505"/>
                  </a:lnTo>
                  <a:lnTo>
                    <a:pt x="3350" y="373"/>
                  </a:lnTo>
                  <a:lnTo>
                    <a:pt x="3164" y="266"/>
                  </a:lnTo>
                  <a:lnTo>
                    <a:pt x="2978" y="160"/>
                  </a:lnTo>
                  <a:lnTo>
                    <a:pt x="2791" y="107"/>
                  </a:lnTo>
                  <a:lnTo>
                    <a:pt x="2579" y="54"/>
                  </a:lnTo>
                  <a:lnTo>
                    <a:pt x="2366" y="27"/>
                  </a:lnTo>
                  <a:lnTo>
                    <a:pt x="215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 name="Google Shape;1429;p87"/>
            <p:cNvSpPr/>
            <p:nvPr/>
          </p:nvSpPr>
          <p:spPr>
            <a:xfrm>
              <a:off x="4822075" y="2015850"/>
              <a:ext cx="268500" cy="276475"/>
            </a:xfrm>
            <a:custGeom>
              <a:rect b="b" l="l" r="r" t="t"/>
              <a:pathLst>
                <a:path extrusionOk="0" h="11059" w="10740">
                  <a:moveTo>
                    <a:pt x="1542" y="426"/>
                  </a:moveTo>
                  <a:lnTo>
                    <a:pt x="1542" y="1648"/>
                  </a:lnTo>
                  <a:lnTo>
                    <a:pt x="1197" y="1648"/>
                  </a:lnTo>
                  <a:lnTo>
                    <a:pt x="1197" y="426"/>
                  </a:lnTo>
                  <a:close/>
                  <a:moveTo>
                    <a:pt x="2286" y="426"/>
                  </a:moveTo>
                  <a:lnTo>
                    <a:pt x="2286" y="1648"/>
                  </a:lnTo>
                  <a:lnTo>
                    <a:pt x="1941" y="1648"/>
                  </a:lnTo>
                  <a:lnTo>
                    <a:pt x="1941" y="426"/>
                  </a:lnTo>
                  <a:close/>
                  <a:moveTo>
                    <a:pt x="3031" y="426"/>
                  </a:moveTo>
                  <a:lnTo>
                    <a:pt x="3031" y="1648"/>
                  </a:lnTo>
                  <a:lnTo>
                    <a:pt x="2685" y="1648"/>
                  </a:lnTo>
                  <a:lnTo>
                    <a:pt x="2685" y="426"/>
                  </a:lnTo>
                  <a:close/>
                  <a:moveTo>
                    <a:pt x="3775" y="426"/>
                  </a:moveTo>
                  <a:lnTo>
                    <a:pt x="3775" y="1648"/>
                  </a:lnTo>
                  <a:lnTo>
                    <a:pt x="3429" y="1648"/>
                  </a:lnTo>
                  <a:lnTo>
                    <a:pt x="3429" y="426"/>
                  </a:lnTo>
                  <a:close/>
                  <a:moveTo>
                    <a:pt x="4519" y="426"/>
                  </a:moveTo>
                  <a:lnTo>
                    <a:pt x="4519" y="1648"/>
                  </a:lnTo>
                  <a:lnTo>
                    <a:pt x="4174" y="1648"/>
                  </a:lnTo>
                  <a:lnTo>
                    <a:pt x="4174" y="426"/>
                  </a:lnTo>
                  <a:close/>
                  <a:moveTo>
                    <a:pt x="5264" y="426"/>
                  </a:moveTo>
                  <a:lnTo>
                    <a:pt x="5264" y="1648"/>
                  </a:lnTo>
                  <a:lnTo>
                    <a:pt x="4918" y="1648"/>
                  </a:lnTo>
                  <a:lnTo>
                    <a:pt x="4918" y="426"/>
                  </a:lnTo>
                  <a:close/>
                  <a:moveTo>
                    <a:pt x="6008" y="426"/>
                  </a:moveTo>
                  <a:lnTo>
                    <a:pt x="6008" y="1648"/>
                  </a:lnTo>
                  <a:lnTo>
                    <a:pt x="5689" y="1648"/>
                  </a:lnTo>
                  <a:lnTo>
                    <a:pt x="5689" y="426"/>
                  </a:lnTo>
                  <a:close/>
                  <a:moveTo>
                    <a:pt x="5583" y="2047"/>
                  </a:moveTo>
                  <a:lnTo>
                    <a:pt x="5583" y="2525"/>
                  </a:lnTo>
                  <a:lnTo>
                    <a:pt x="1649" y="2525"/>
                  </a:lnTo>
                  <a:lnTo>
                    <a:pt x="1649" y="2047"/>
                  </a:lnTo>
                  <a:close/>
                  <a:moveTo>
                    <a:pt x="8852" y="7523"/>
                  </a:moveTo>
                  <a:lnTo>
                    <a:pt x="9065" y="7549"/>
                  </a:lnTo>
                  <a:lnTo>
                    <a:pt x="9304" y="7602"/>
                  </a:lnTo>
                  <a:lnTo>
                    <a:pt x="9517" y="7682"/>
                  </a:lnTo>
                  <a:lnTo>
                    <a:pt x="9703" y="7815"/>
                  </a:lnTo>
                  <a:lnTo>
                    <a:pt x="9889" y="7975"/>
                  </a:lnTo>
                  <a:lnTo>
                    <a:pt x="10048" y="8161"/>
                  </a:lnTo>
                  <a:lnTo>
                    <a:pt x="10181" y="8347"/>
                  </a:lnTo>
                  <a:lnTo>
                    <a:pt x="10261" y="8559"/>
                  </a:lnTo>
                  <a:lnTo>
                    <a:pt x="10314" y="8799"/>
                  </a:lnTo>
                  <a:lnTo>
                    <a:pt x="10341" y="9011"/>
                  </a:lnTo>
                  <a:lnTo>
                    <a:pt x="10341" y="9251"/>
                  </a:lnTo>
                  <a:lnTo>
                    <a:pt x="10287" y="9490"/>
                  </a:lnTo>
                  <a:lnTo>
                    <a:pt x="10208" y="9702"/>
                  </a:lnTo>
                  <a:lnTo>
                    <a:pt x="8161" y="7656"/>
                  </a:lnTo>
                  <a:lnTo>
                    <a:pt x="8374" y="7576"/>
                  </a:lnTo>
                  <a:lnTo>
                    <a:pt x="8613" y="7523"/>
                  </a:lnTo>
                  <a:close/>
                  <a:moveTo>
                    <a:pt x="7815" y="7868"/>
                  </a:moveTo>
                  <a:lnTo>
                    <a:pt x="9995" y="10075"/>
                  </a:lnTo>
                  <a:lnTo>
                    <a:pt x="9889" y="10181"/>
                  </a:lnTo>
                  <a:lnTo>
                    <a:pt x="9756" y="10314"/>
                  </a:lnTo>
                  <a:lnTo>
                    <a:pt x="7550" y="8108"/>
                  </a:lnTo>
                  <a:lnTo>
                    <a:pt x="7576" y="8108"/>
                  </a:lnTo>
                  <a:lnTo>
                    <a:pt x="7682" y="7975"/>
                  </a:lnTo>
                  <a:lnTo>
                    <a:pt x="7815" y="7868"/>
                  </a:lnTo>
                  <a:close/>
                  <a:moveTo>
                    <a:pt x="5689" y="2924"/>
                  </a:moveTo>
                  <a:lnTo>
                    <a:pt x="6646" y="3934"/>
                  </a:lnTo>
                  <a:lnTo>
                    <a:pt x="6726" y="4041"/>
                  </a:lnTo>
                  <a:lnTo>
                    <a:pt x="6779" y="4120"/>
                  </a:lnTo>
                  <a:lnTo>
                    <a:pt x="6805" y="4227"/>
                  </a:lnTo>
                  <a:lnTo>
                    <a:pt x="6805" y="4333"/>
                  </a:lnTo>
                  <a:lnTo>
                    <a:pt x="6805" y="9942"/>
                  </a:lnTo>
                  <a:lnTo>
                    <a:pt x="6805" y="10075"/>
                  </a:lnTo>
                  <a:lnTo>
                    <a:pt x="6752" y="10207"/>
                  </a:lnTo>
                  <a:lnTo>
                    <a:pt x="6699" y="10340"/>
                  </a:lnTo>
                  <a:lnTo>
                    <a:pt x="6619" y="10447"/>
                  </a:lnTo>
                  <a:lnTo>
                    <a:pt x="6513" y="10526"/>
                  </a:lnTo>
                  <a:lnTo>
                    <a:pt x="6380" y="10606"/>
                  </a:lnTo>
                  <a:lnTo>
                    <a:pt x="6247" y="10633"/>
                  </a:lnTo>
                  <a:lnTo>
                    <a:pt x="6114" y="10659"/>
                  </a:lnTo>
                  <a:lnTo>
                    <a:pt x="1117" y="10659"/>
                  </a:lnTo>
                  <a:lnTo>
                    <a:pt x="957" y="10633"/>
                  </a:lnTo>
                  <a:lnTo>
                    <a:pt x="824" y="10606"/>
                  </a:lnTo>
                  <a:lnTo>
                    <a:pt x="718" y="10526"/>
                  </a:lnTo>
                  <a:lnTo>
                    <a:pt x="612" y="10447"/>
                  </a:lnTo>
                  <a:lnTo>
                    <a:pt x="506" y="10340"/>
                  </a:lnTo>
                  <a:lnTo>
                    <a:pt x="452" y="10207"/>
                  </a:lnTo>
                  <a:lnTo>
                    <a:pt x="399" y="10075"/>
                  </a:lnTo>
                  <a:lnTo>
                    <a:pt x="399" y="9942"/>
                  </a:lnTo>
                  <a:lnTo>
                    <a:pt x="399" y="4333"/>
                  </a:lnTo>
                  <a:lnTo>
                    <a:pt x="399" y="4227"/>
                  </a:lnTo>
                  <a:lnTo>
                    <a:pt x="426" y="4120"/>
                  </a:lnTo>
                  <a:lnTo>
                    <a:pt x="479" y="4041"/>
                  </a:lnTo>
                  <a:lnTo>
                    <a:pt x="559" y="3934"/>
                  </a:lnTo>
                  <a:lnTo>
                    <a:pt x="1516" y="2924"/>
                  </a:lnTo>
                  <a:close/>
                  <a:moveTo>
                    <a:pt x="7337" y="8453"/>
                  </a:moveTo>
                  <a:lnTo>
                    <a:pt x="9410" y="10526"/>
                  </a:lnTo>
                  <a:lnTo>
                    <a:pt x="9198" y="10606"/>
                  </a:lnTo>
                  <a:lnTo>
                    <a:pt x="8958" y="10633"/>
                  </a:lnTo>
                  <a:lnTo>
                    <a:pt x="8719" y="10659"/>
                  </a:lnTo>
                  <a:lnTo>
                    <a:pt x="8507" y="10633"/>
                  </a:lnTo>
                  <a:lnTo>
                    <a:pt x="8267" y="10553"/>
                  </a:lnTo>
                  <a:lnTo>
                    <a:pt x="8055" y="10473"/>
                  </a:lnTo>
                  <a:lnTo>
                    <a:pt x="7869" y="10340"/>
                  </a:lnTo>
                  <a:lnTo>
                    <a:pt x="7682" y="10181"/>
                  </a:lnTo>
                  <a:lnTo>
                    <a:pt x="7523" y="10021"/>
                  </a:lnTo>
                  <a:lnTo>
                    <a:pt x="7390" y="9809"/>
                  </a:lnTo>
                  <a:lnTo>
                    <a:pt x="7310" y="9596"/>
                  </a:lnTo>
                  <a:lnTo>
                    <a:pt x="7257" y="9383"/>
                  </a:lnTo>
                  <a:lnTo>
                    <a:pt x="7231" y="9144"/>
                  </a:lnTo>
                  <a:lnTo>
                    <a:pt x="7231" y="8905"/>
                  </a:lnTo>
                  <a:lnTo>
                    <a:pt x="7284" y="8692"/>
                  </a:lnTo>
                  <a:lnTo>
                    <a:pt x="7337" y="8453"/>
                  </a:lnTo>
                  <a:close/>
                  <a:moveTo>
                    <a:pt x="984" y="0"/>
                  </a:moveTo>
                  <a:lnTo>
                    <a:pt x="931" y="27"/>
                  </a:lnTo>
                  <a:lnTo>
                    <a:pt x="851" y="80"/>
                  </a:lnTo>
                  <a:lnTo>
                    <a:pt x="824" y="133"/>
                  </a:lnTo>
                  <a:lnTo>
                    <a:pt x="798" y="213"/>
                  </a:lnTo>
                  <a:lnTo>
                    <a:pt x="798" y="1861"/>
                  </a:lnTo>
                  <a:lnTo>
                    <a:pt x="824" y="1941"/>
                  </a:lnTo>
                  <a:lnTo>
                    <a:pt x="851" y="1994"/>
                  </a:lnTo>
                  <a:lnTo>
                    <a:pt x="931" y="2047"/>
                  </a:lnTo>
                  <a:lnTo>
                    <a:pt x="1250" y="2047"/>
                  </a:lnTo>
                  <a:lnTo>
                    <a:pt x="1250" y="2632"/>
                  </a:lnTo>
                  <a:lnTo>
                    <a:pt x="266" y="3668"/>
                  </a:lnTo>
                  <a:lnTo>
                    <a:pt x="160" y="3801"/>
                  </a:lnTo>
                  <a:lnTo>
                    <a:pt x="54" y="3987"/>
                  </a:lnTo>
                  <a:lnTo>
                    <a:pt x="27" y="4147"/>
                  </a:lnTo>
                  <a:lnTo>
                    <a:pt x="0" y="4333"/>
                  </a:lnTo>
                  <a:lnTo>
                    <a:pt x="0" y="9942"/>
                  </a:lnTo>
                  <a:lnTo>
                    <a:pt x="27" y="10154"/>
                  </a:lnTo>
                  <a:lnTo>
                    <a:pt x="80" y="10367"/>
                  </a:lnTo>
                  <a:lnTo>
                    <a:pt x="187" y="10553"/>
                  </a:lnTo>
                  <a:lnTo>
                    <a:pt x="319" y="10712"/>
                  </a:lnTo>
                  <a:lnTo>
                    <a:pt x="479" y="10872"/>
                  </a:lnTo>
                  <a:lnTo>
                    <a:pt x="665" y="10952"/>
                  </a:lnTo>
                  <a:lnTo>
                    <a:pt x="878" y="11031"/>
                  </a:lnTo>
                  <a:lnTo>
                    <a:pt x="1117" y="11058"/>
                  </a:lnTo>
                  <a:lnTo>
                    <a:pt x="6114" y="11058"/>
                  </a:lnTo>
                  <a:lnTo>
                    <a:pt x="6300" y="11031"/>
                  </a:lnTo>
                  <a:lnTo>
                    <a:pt x="6460" y="10978"/>
                  </a:lnTo>
                  <a:lnTo>
                    <a:pt x="6646" y="10925"/>
                  </a:lnTo>
                  <a:lnTo>
                    <a:pt x="6779" y="10819"/>
                  </a:lnTo>
                  <a:lnTo>
                    <a:pt x="6912" y="10686"/>
                  </a:lnTo>
                  <a:lnTo>
                    <a:pt x="7018" y="10553"/>
                  </a:lnTo>
                  <a:lnTo>
                    <a:pt x="7124" y="10394"/>
                  </a:lnTo>
                  <a:lnTo>
                    <a:pt x="7177" y="10207"/>
                  </a:lnTo>
                  <a:lnTo>
                    <a:pt x="7310" y="10367"/>
                  </a:lnTo>
                  <a:lnTo>
                    <a:pt x="7443" y="10500"/>
                  </a:lnTo>
                  <a:lnTo>
                    <a:pt x="7576" y="10633"/>
                  </a:lnTo>
                  <a:lnTo>
                    <a:pt x="7736" y="10739"/>
                  </a:lnTo>
                  <a:lnTo>
                    <a:pt x="7895" y="10845"/>
                  </a:lnTo>
                  <a:lnTo>
                    <a:pt x="8055" y="10899"/>
                  </a:lnTo>
                  <a:lnTo>
                    <a:pt x="8241" y="10978"/>
                  </a:lnTo>
                  <a:lnTo>
                    <a:pt x="8400" y="11005"/>
                  </a:lnTo>
                  <a:lnTo>
                    <a:pt x="8586" y="11031"/>
                  </a:lnTo>
                  <a:lnTo>
                    <a:pt x="8772" y="11058"/>
                  </a:lnTo>
                  <a:lnTo>
                    <a:pt x="8958" y="11031"/>
                  </a:lnTo>
                  <a:lnTo>
                    <a:pt x="9144" y="11005"/>
                  </a:lnTo>
                  <a:lnTo>
                    <a:pt x="9331" y="10978"/>
                  </a:lnTo>
                  <a:lnTo>
                    <a:pt x="9517" y="10925"/>
                  </a:lnTo>
                  <a:lnTo>
                    <a:pt x="9676" y="10845"/>
                  </a:lnTo>
                  <a:lnTo>
                    <a:pt x="9862" y="10739"/>
                  </a:lnTo>
                  <a:lnTo>
                    <a:pt x="10022" y="10606"/>
                  </a:lnTo>
                  <a:lnTo>
                    <a:pt x="10181" y="10473"/>
                  </a:lnTo>
                  <a:lnTo>
                    <a:pt x="10314" y="10314"/>
                  </a:lnTo>
                  <a:lnTo>
                    <a:pt x="10447" y="10154"/>
                  </a:lnTo>
                  <a:lnTo>
                    <a:pt x="10606" y="9835"/>
                  </a:lnTo>
                  <a:lnTo>
                    <a:pt x="10713" y="9516"/>
                  </a:lnTo>
                  <a:lnTo>
                    <a:pt x="10739" y="9197"/>
                  </a:lnTo>
                  <a:lnTo>
                    <a:pt x="10739" y="8878"/>
                  </a:lnTo>
                  <a:lnTo>
                    <a:pt x="10686" y="8559"/>
                  </a:lnTo>
                  <a:lnTo>
                    <a:pt x="10553" y="8240"/>
                  </a:lnTo>
                  <a:lnTo>
                    <a:pt x="10394" y="7948"/>
                  </a:lnTo>
                  <a:lnTo>
                    <a:pt x="10181" y="7682"/>
                  </a:lnTo>
                  <a:lnTo>
                    <a:pt x="9915" y="7470"/>
                  </a:lnTo>
                  <a:lnTo>
                    <a:pt x="9623" y="7310"/>
                  </a:lnTo>
                  <a:lnTo>
                    <a:pt x="9331" y="7177"/>
                  </a:lnTo>
                  <a:lnTo>
                    <a:pt x="8985" y="7124"/>
                  </a:lnTo>
                  <a:lnTo>
                    <a:pt x="8666" y="7124"/>
                  </a:lnTo>
                  <a:lnTo>
                    <a:pt x="8347" y="7177"/>
                  </a:lnTo>
                  <a:lnTo>
                    <a:pt x="8028" y="7257"/>
                  </a:lnTo>
                  <a:lnTo>
                    <a:pt x="7709" y="7416"/>
                  </a:lnTo>
                  <a:lnTo>
                    <a:pt x="7709" y="7443"/>
                  </a:lnTo>
                  <a:lnTo>
                    <a:pt x="7443" y="7629"/>
                  </a:lnTo>
                  <a:lnTo>
                    <a:pt x="7231" y="7895"/>
                  </a:lnTo>
                  <a:lnTo>
                    <a:pt x="7231" y="4333"/>
                  </a:lnTo>
                  <a:lnTo>
                    <a:pt x="7204" y="4147"/>
                  </a:lnTo>
                  <a:lnTo>
                    <a:pt x="7151" y="3987"/>
                  </a:lnTo>
                  <a:lnTo>
                    <a:pt x="7071" y="3801"/>
                  </a:lnTo>
                  <a:lnTo>
                    <a:pt x="6938" y="3668"/>
                  </a:lnTo>
                  <a:lnTo>
                    <a:pt x="5981" y="2632"/>
                  </a:lnTo>
                  <a:lnTo>
                    <a:pt x="5981" y="2047"/>
                  </a:lnTo>
                  <a:lnTo>
                    <a:pt x="6300" y="2047"/>
                  </a:lnTo>
                  <a:lnTo>
                    <a:pt x="6353" y="1994"/>
                  </a:lnTo>
                  <a:lnTo>
                    <a:pt x="6407" y="1941"/>
                  </a:lnTo>
                  <a:lnTo>
                    <a:pt x="6407" y="1861"/>
                  </a:lnTo>
                  <a:lnTo>
                    <a:pt x="6407" y="213"/>
                  </a:lnTo>
                  <a:lnTo>
                    <a:pt x="6407" y="133"/>
                  </a:lnTo>
                  <a:lnTo>
                    <a:pt x="6353" y="80"/>
                  </a:lnTo>
                  <a:lnTo>
                    <a:pt x="6300" y="27"/>
                  </a:lnTo>
                  <a:lnTo>
                    <a:pt x="622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0" name="Google Shape;1430;p87"/>
            <p:cNvSpPr/>
            <p:nvPr/>
          </p:nvSpPr>
          <p:spPr>
            <a:xfrm>
              <a:off x="4879225" y="2188625"/>
              <a:ext cx="29275" cy="27275"/>
            </a:xfrm>
            <a:custGeom>
              <a:rect b="b" l="l" r="r" t="t"/>
              <a:pathLst>
                <a:path extrusionOk="0" h="1091" w="1171">
                  <a:moveTo>
                    <a:pt x="187" y="0"/>
                  </a:moveTo>
                  <a:lnTo>
                    <a:pt x="107" y="27"/>
                  </a:lnTo>
                  <a:lnTo>
                    <a:pt x="54" y="80"/>
                  </a:lnTo>
                  <a:lnTo>
                    <a:pt x="0" y="133"/>
                  </a:lnTo>
                  <a:lnTo>
                    <a:pt x="0" y="213"/>
                  </a:lnTo>
                  <a:lnTo>
                    <a:pt x="0" y="293"/>
                  </a:lnTo>
                  <a:lnTo>
                    <a:pt x="54" y="346"/>
                  </a:lnTo>
                  <a:lnTo>
                    <a:pt x="107" y="399"/>
                  </a:lnTo>
                  <a:lnTo>
                    <a:pt x="187" y="399"/>
                  </a:lnTo>
                  <a:lnTo>
                    <a:pt x="426" y="426"/>
                  </a:lnTo>
                  <a:lnTo>
                    <a:pt x="80" y="745"/>
                  </a:lnTo>
                  <a:lnTo>
                    <a:pt x="54" y="798"/>
                  </a:lnTo>
                  <a:lnTo>
                    <a:pt x="27" y="851"/>
                  </a:lnTo>
                  <a:lnTo>
                    <a:pt x="27" y="904"/>
                  </a:lnTo>
                  <a:lnTo>
                    <a:pt x="54" y="957"/>
                  </a:lnTo>
                  <a:lnTo>
                    <a:pt x="80" y="1010"/>
                  </a:lnTo>
                  <a:lnTo>
                    <a:pt x="107" y="1064"/>
                  </a:lnTo>
                  <a:lnTo>
                    <a:pt x="160" y="1090"/>
                  </a:lnTo>
                  <a:lnTo>
                    <a:pt x="957" y="1090"/>
                  </a:lnTo>
                  <a:lnTo>
                    <a:pt x="1037" y="1064"/>
                  </a:lnTo>
                  <a:lnTo>
                    <a:pt x="1117" y="1037"/>
                  </a:lnTo>
                  <a:lnTo>
                    <a:pt x="1143" y="957"/>
                  </a:lnTo>
                  <a:lnTo>
                    <a:pt x="1170" y="878"/>
                  </a:lnTo>
                  <a:lnTo>
                    <a:pt x="1143" y="824"/>
                  </a:lnTo>
                  <a:lnTo>
                    <a:pt x="1117" y="745"/>
                  </a:lnTo>
                  <a:lnTo>
                    <a:pt x="1037" y="718"/>
                  </a:lnTo>
                  <a:lnTo>
                    <a:pt x="957" y="691"/>
                  </a:lnTo>
                  <a:lnTo>
                    <a:pt x="718" y="691"/>
                  </a:lnTo>
                  <a:lnTo>
                    <a:pt x="1064" y="346"/>
                  </a:lnTo>
                  <a:lnTo>
                    <a:pt x="1090" y="319"/>
                  </a:lnTo>
                  <a:lnTo>
                    <a:pt x="1117" y="266"/>
                  </a:lnTo>
                  <a:lnTo>
                    <a:pt x="1117" y="186"/>
                  </a:lnTo>
                  <a:lnTo>
                    <a:pt x="1090" y="133"/>
                  </a:lnTo>
                  <a:lnTo>
                    <a:pt x="1064" y="80"/>
                  </a:lnTo>
                  <a:lnTo>
                    <a:pt x="1037" y="54"/>
                  </a:lnTo>
                  <a:lnTo>
                    <a:pt x="984" y="27"/>
                  </a:lnTo>
                  <a:lnTo>
                    <a:pt x="904" y="27"/>
                  </a:lnTo>
                  <a:lnTo>
                    <a:pt x="18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87"/>
            <p:cNvSpPr/>
            <p:nvPr/>
          </p:nvSpPr>
          <p:spPr>
            <a:xfrm>
              <a:off x="4911125" y="2163375"/>
              <a:ext cx="34575" cy="31925"/>
            </a:xfrm>
            <a:custGeom>
              <a:rect b="b" l="l" r="r" t="t"/>
              <a:pathLst>
                <a:path extrusionOk="0" h="1277" w="1383">
                  <a:moveTo>
                    <a:pt x="213" y="0"/>
                  </a:moveTo>
                  <a:lnTo>
                    <a:pt x="133" y="27"/>
                  </a:lnTo>
                  <a:lnTo>
                    <a:pt x="54" y="53"/>
                  </a:lnTo>
                  <a:lnTo>
                    <a:pt x="27" y="133"/>
                  </a:lnTo>
                  <a:lnTo>
                    <a:pt x="0" y="186"/>
                  </a:lnTo>
                  <a:lnTo>
                    <a:pt x="27" y="266"/>
                  </a:lnTo>
                  <a:lnTo>
                    <a:pt x="54" y="346"/>
                  </a:lnTo>
                  <a:lnTo>
                    <a:pt x="133" y="372"/>
                  </a:lnTo>
                  <a:lnTo>
                    <a:pt x="213" y="399"/>
                  </a:lnTo>
                  <a:lnTo>
                    <a:pt x="638" y="399"/>
                  </a:lnTo>
                  <a:lnTo>
                    <a:pt x="107" y="931"/>
                  </a:lnTo>
                  <a:lnTo>
                    <a:pt x="80" y="984"/>
                  </a:lnTo>
                  <a:lnTo>
                    <a:pt x="54" y="1037"/>
                  </a:lnTo>
                  <a:lnTo>
                    <a:pt x="54" y="1090"/>
                  </a:lnTo>
                  <a:lnTo>
                    <a:pt x="80" y="1143"/>
                  </a:lnTo>
                  <a:lnTo>
                    <a:pt x="107" y="1196"/>
                  </a:lnTo>
                  <a:lnTo>
                    <a:pt x="160" y="1250"/>
                  </a:lnTo>
                  <a:lnTo>
                    <a:pt x="213" y="1250"/>
                  </a:lnTo>
                  <a:lnTo>
                    <a:pt x="266" y="1276"/>
                  </a:lnTo>
                  <a:lnTo>
                    <a:pt x="1170" y="1276"/>
                  </a:lnTo>
                  <a:lnTo>
                    <a:pt x="1250" y="1250"/>
                  </a:lnTo>
                  <a:lnTo>
                    <a:pt x="1329" y="1196"/>
                  </a:lnTo>
                  <a:lnTo>
                    <a:pt x="1356" y="1143"/>
                  </a:lnTo>
                  <a:lnTo>
                    <a:pt x="1383" y="1064"/>
                  </a:lnTo>
                  <a:lnTo>
                    <a:pt x="1356" y="984"/>
                  </a:lnTo>
                  <a:lnTo>
                    <a:pt x="1329" y="931"/>
                  </a:lnTo>
                  <a:lnTo>
                    <a:pt x="1250" y="877"/>
                  </a:lnTo>
                  <a:lnTo>
                    <a:pt x="745" y="877"/>
                  </a:lnTo>
                  <a:lnTo>
                    <a:pt x="1276" y="346"/>
                  </a:lnTo>
                  <a:lnTo>
                    <a:pt x="1303" y="293"/>
                  </a:lnTo>
                  <a:lnTo>
                    <a:pt x="1329" y="239"/>
                  </a:lnTo>
                  <a:lnTo>
                    <a:pt x="1329" y="186"/>
                  </a:lnTo>
                  <a:lnTo>
                    <a:pt x="1329" y="133"/>
                  </a:lnTo>
                  <a:lnTo>
                    <a:pt x="1303" y="80"/>
                  </a:lnTo>
                  <a:lnTo>
                    <a:pt x="1250" y="27"/>
                  </a:lnTo>
                  <a:lnTo>
                    <a:pt x="11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32" name="Google Shape;1432;p87"/>
          <p:cNvGrpSpPr/>
          <p:nvPr/>
        </p:nvGrpSpPr>
        <p:grpSpPr>
          <a:xfrm>
            <a:off x="6411395" y="1997493"/>
            <a:ext cx="272715" cy="213645"/>
            <a:chOff x="5589600" y="2038425"/>
            <a:chExt cx="263850" cy="206700"/>
          </a:xfrm>
        </p:grpSpPr>
        <p:sp>
          <p:nvSpPr>
            <p:cNvPr id="1433" name="Google Shape;1433;p87"/>
            <p:cNvSpPr/>
            <p:nvPr/>
          </p:nvSpPr>
          <p:spPr>
            <a:xfrm>
              <a:off x="5589600" y="2038425"/>
              <a:ext cx="263850" cy="206700"/>
            </a:xfrm>
            <a:custGeom>
              <a:rect b="b" l="l" r="r" t="t"/>
              <a:pathLst>
                <a:path extrusionOk="0" h="8268" w="10554">
                  <a:moveTo>
                    <a:pt x="1862" y="1782"/>
                  </a:moveTo>
                  <a:lnTo>
                    <a:pt x="2021" y="1809"/>
                  </a:lnTo>
                  <a:lnTo>
                    <a:pt x="2154" y="1862"/>
                  </a:lnTo>
                  <a:lnTo>
                    <a:pt x="2260" y="1941"/>
                  </a:lnTo>
                  <a:lnTo>
                    <a:pt x="2367" y="2021"/>
                  </a:lnTo>
                  <a:lnTo>
                    <a:pt x="2473" y="2127"/>
                  </a:lnTo>
                  <a:lnTo>
                    <a:pt x="2526" y="2260"/>
                  </a:lnTo>
                  <a:lnTo>
                    <a:pt x="2579" y="2393"/>
                  </a:lnTo>
                  <a:lnTo>
                    <a:pt x="2606" y="2553"/>
                  </a:lnTo>
                  <a:lnTo>
                    <a:pt x="2579" y="2686"/>
                  </a:lnTo>
                  <a:lnTo>
                    <a:pt x="2553" y="2845"/>
                  </a:lnTo>
                  <a:lnTo>
                    <a:pt x="2500" y="2978"/>
                  </a:lnTo>
                  <a:lnTo>
                    <a:pt x="2420" y="3084"/>
                  </a:lnTo>
                  <a:lnTo>
                    <a:pt x="2340" y="3191"/>
                  </a:lnTo>
                  <a:lnTo>
                    <a:pt x="2234" y="3297"/>
                  </a:lnTo>
                  <a:lnTo>
                    <a:pt x="2101" y="3350"/>
                  </a:lnTo>
                  <a:lnTo>
                    <a:pt x="1968" y="3403"/>
                  </a:lnTo>
                  <a:lnTo>
                    <a:pt x="1809" y="3430"/>
                  </a:lnTo>
                  <a:lnTo>
                    <a:pt x="1676" y="3430"/>
                  </a:lnTo>
                  <a:lnTo>
                    <a:pt x="1543" y="3403"/>
                  </a:lnTo>
                  <a:lnTo>
                    <a:pt x="1410" y="3350"/>
                  </a:lnTo>
                  <a:lnTo>
                    <a:pt x="1277" y="3270"/>
                  </a:lnTo>
                  <a:lnTo>
                    <a:pt x="1171" y="3164"/>
                  </a:lnTo>
                  <a:lnTo>
                    <a:pt x="1091" y="3058"/>
                  </a:lnTo>
                  <a:lnTo>
                    <a:pt x="1011" y="2925"/>
                  </a:lnTo>
                  <a:lnTo>
                    <a:pt x="1091" y="2765"/>
                  </a:lnTo>
                  <a:lnTo>
                    <a:pt x="1197" y="2606"/>
                  </a:lnTo>
                  <a:lnTo>
                    <a:pt x="1250" y="2526"/>
                  </a:lnTo>
                  <a:lnTo>
                    <a:pt x="1383" y="2314"/>
                  </a:lnTo>
                  <a:lnTo>
                    <a:pt x="1410" y="2314"/>
                  </a:lnTo>
                  <a:lnTo>
                    <a:pt x="1543" y="2127"/>
                  </a:lnTo>
                  <a:lnTo>
                    <a:pt x="1596" y="2074"/>
                  </a:lnTo>
                  <a:lnTo>
                    <a:pt x="1755" y="1888"/>
                  </a:lnTo>
                  <a:lnTo>
                    <a:pt x="1809" y="1835"/>
                  </a:lnTo>
                  <a:lnTo>
                    <a:pt x="1862" y="1782"/>
                  </a:lnTo>
                  <a:close/>
                  <a:moveTo>
                    <a:pt x="9251" y="2446"/>
                  </a:moveTo>
                  <a:lnTo>
                    <a:pt x="9251" y="2473"/>
                  </a:lnTo>
                  <a:lnTo>
                    <a:pt x="9411" y="2686"/>
                  </a:lnTo>
                  <a:lnTo>
                    <a:pt x="9411" y="2712"/>
                  </a:lnTo>
                  <a:lnTo>
                    <a:pt x="9544" y="2952"/>
                  </a:lnTo>
                  <a:lnTo>
                    <a:pt x="9677" y="3191"/>
                  </a:lnTo>
                  <a:lnTo>
                    <a:pt x="9677" y="3217"/>
                  </a:lnTo>
                  <a:lnTo>
                    <a:pt x="9783" y="3483"/>
                  </a:lnTo>
                  <a:lnTo>
                    <a:pt x="9730" y="3589"/>
                  </a:lnTo>
                  <a:lnTo>
                    <a:pt x="9650" y="3669"/>
                  </a:lnTo>
                  <a:lnTo>
                    <a:pt x="9544" y="3749"/>
                  </a:lnTo>
                  <a:lnTo>
                    <a:pt x="9437" y="3802"/>
                  </a:lnTo>
                  <a:lnTo>
                    <a:pt x="9304" y="3855"/>
                  </a:lnTo>
                  <a:lnTo>
                    <a:pt x="9065" y="3855"/>
                  </a:lnTo>
                  <a:lnTo>
                    <a:pt x="8932" y="3829"/>
                  </a:lnTo>
                  <a:lnTo>
                    <a:pt x="8826" y="3776"/>
                  </a:lnTo>
                  <a:lnTo>
                    <a:pt x="8720" y="3696"/>
                  </a:lnTo>
                  <a:lnTo>
                    <a:pt x="8640" y="3616"/>
                  </a:lnTo>
                  <a:lnTo>
                    <a:pt x="8560" y="3510"/>
                  </a:lnTo>
                  <a:lnTo>
                    <a:pt x="8507" y="3403"/>
                  </a:lnTo>
                  <a:lnTo>
                    <a:pt x="8480" y="3297"/>
                  </a:lnTo>
                  <a:lnTo>
                    <a:pt x="8454" y="3164"/>
                  </a:lnTo>
                  <a:lnTo>
                    <a:pt x="8480" y="3031"/>
                  </a:lnTo>
                  <a:lnTo>
                    <a:pt x="8507" y="2925"/>
                  </a:lnTo>
                  <a:lnTo>
                    <a:pt x="8560" y="2792"/>
                  </a:lnTo>
                  <a:lnTo>
                    <a:pt x="8613" y="2712"/>
                  </a:lnTo>
                  <a:lnTo>
                    <a:pt x="8720" y="2606"/>
                  </a:lnTo>
                  <a:lnTo>
                    <a:pt x="8799" y="2553"/>
                  </a:lnTo>
                  <a:lnTo>
                    <a:pt x="8932" y="2500"/>
                  </a:lnTo>
                  <a:lnTo>
                    <a:pt x="9039" y="2473"/>
                  </a:lnTo>
                  <a:lnTo>
                    <a:pt x="9172" y="2446"/>
                  </a:lnTo>
                  <a:close/>
                  <a:moveTo>
                    <a:pt x="7550" y="5105"/>
                  </a:moveTo>
                  <a:lnTo>
                    <a:pt x="7656" y="5158"/>
                  </a:lnTo>
                  <a:lnTo>
                    <a:pt x="7763" y="5184"/>
                  </a:lnTo>
                  <a:lnTo>
                    <a:pt x="7842" y="5264"/>
                  </a:lnTo>
                  <a:lnTo>
                    <a:pt x="7922" y="5344"/>
                  </a:lnTo>
                  <a:lnTo>
                    <a:pt x="8002" y="5450"/>
                  </a:lnTo>
                  <a:lnTo>
                    <a:pt x="8029" y="5556"/>
                  </a:lnTo>
                  <a:lnTo>
                    <a:pt x="8055" y="5663"/>
                  </a:lnTo>
                  <a:lnTo>
                    <a:pt x="8055" y="5769"/>
                  </a:lnTo>
                  <a:lnTo>
                    <a:pt x="8029" y="5902"/>
                  </a:lnTo>
                  <a:lnTo>
                    <a:pt x="7975" y="6008"/>
                  </a:lnTo>
                  <a:lnTo>
                    <a:pt x="7922" y="6088"/>
                  </a:lnTo>
                  <a:lnTo>
                    <a:pt x="7842" y="6168"/>
                  </a:lnTo>
                  <a:lnTo>
                    <a:pt x="7736" y="6248"/>
                  </a:lnTo>
                  <a:lnTo>
                    <a:pt x="7630" y="6274"/>
                  </a:lnTo>
                  <a:lnTo>
                    <a:pt x="7524" y="6301"/>
                  </a:lnTo>
                  <a:lnTo>
                    <a:pt x="7417" y="6301"/>
                  </a:lnTo>
                  <a:lnTo>
                    <a:pt x="7444" y="6194"/>
                  </a:lnTo>
                  <a:lnTo>
                    <a:pt x="7470" y="6035"/>
                  </a:lnTo>
                  <a:lnTo>
                    <a:pt x="7497" y="5982"/>
                  </a:lnTo>
                  <a:lnTo>
                    <a:pt x="7497" y="5902"/>
                  </a:lnTo>
                  <a:lnTo>
                    <a:pt x="7524" y="5849"/>
                  </a:lnTo>
                  <a:lnTo>
                    <a:pt x="7524" y="5769"/>
                  </a:lnTo>
                  <a:lnTo>
                    <a:pt x="7550" y="5689"/>
                  </a:lnTo>
                  <a:lnTo>
                    <a:pt x="7550" y="5610"/>
                  </a:lnTo>
                  <a:lnTo>
                    <a:pt x="7550" y="5556"/>
                  </a:lnTo>
                  <a:lnTo>
                    <a:pt x="7550" y="5477"/>
                  </a:lnTo>
                  <a:lnTo>
                    <a:pt x="7550" y="5397"/>
                  </a:lnTo>
                  <a:lnTo>
                    <a:pt x="7550" y="5344"/>
                  </a:lnTo>
                  <a:lnTo>
                    <a:pt x="7550" y="5264"/>
                  </a:lnTo>
                  <a:lnTo>
                    <a:pt x="7550" y="5237"/>
                  </a:lnTo>
                  <a:lnTo>
                    <a:pt x="7550" y="5105"/>
                  </a:lnTo>
                  <a:close/>
                  <a:moveTo>
                    <a:pt x="506" y="5291"/>
                  </a:moveTo>
                  <a:lnTo>
                    <a:pt x="612" y="5344"/>
                  </a:lnTo>
                  <a:lnTo>
                    <a:pt x="692" y="5397"/>
                  </a:lnTo>
                  <a:lnTo>
                    <a:pt x="772" y="5450"/>
                  </a:lnTo>
                  <a:lnTo>
                    <a:pt x="852" y="5530"/>
                  </a:lnTo>
                  <a:lnTo>
                    <a:pt x="905" y="5610"/>
                  </a:lnTo>
                  <a:lnTo>
                    <a:pt x="931" y="5716"/>
                  </a:lnTo>
                  <a:lnTo>
                    <a:pt x="958" y="5822"/>
                  </a:lnTo>
                  <a:lnTo>
                    <a:pt x="958" y="5929"/>
                  </a:lnTo>
                  <a:lnTo>
                    <a:pt x="931" y="6035"/>
                  </a:lnTo>
                  <a:lnTo>
                    <a:pt x="905" y="6141"/>
                  </a:lnTo>
                  <a:lnTo>
                    <a:pt x="852" y="6221"/>
                  </a:lnTo>
                  <a:lnTo>
                    <a:pt x="772" y="6301"/>
                  </a:lnTo>
                  <a:lnTo>
                    <a:pt x="692" y="6380"/>
                  </a:lnTo>
                  <a:lnTo>
                    <a:pt x="612" y="6434"/>
                  </a:lnTo>
                  <a:lnTo>
                    <a:pt x="506" y="6460"/>
                  </a:lnTo>
                  <a:lnTo>
                    <a:pt x="479" y="6407"/>
                  </a:lnTo>
                  <a:lnTo>
                    <a:pt x="453" y="6248"/>
                  </a:lnTo>
                  <a:lnTo>
                    <a:pt x="426" y="6115"/>
                  </a:lnTo>
                  <a:lnTo>
                    <a:pt x="426" y="5955"/>
                  </a:lnTo>
                  <a:lnTo>
                    <a:pt x="400" y="5796"/>
                  </a:lnTo>
                  <a:lnTo>
                    <a:pt x="400" y="5636"/>
                  </a:lnTo>
                  <a:lnTo>
                    <a:pt x="400" y="5503"/>
                  </a:lnTo>
                  <a:lnTo>
                    <a:pt x="400" y="5344"/>
                  </a:lnTo>
                  <a:lnTo>
                    <a:pt x="400" y="5291"/>
                  </a:lnTo>
                  <a:close/>
                  <a:moveTo>
                    <a:pt x="3031" y="5929"/>
                  </a:moveTo>
                  <a:lnTo>
                    <a:pt x="3058" y="5982"/>
                  </a:lnTo>
                  <a:lnTo>
                    <a:pt x="3058" y="6035"/>
                  </a:lnTo>
                  <a:lnTo>
                    <a:pt x="3111" y="6194"/>
                  </a:lnTo>
                  <a:lnTo>
                    <a:pt x="3138" y="6301"/>
                  </a:lnTo>
                  <a:lnTo>
                    <a:pt x="3138" y="6327"/>
                  </a:lnTo>
                  <a:lnTo>
                    <a:pt x="3164" y="6593"/>
                  </a:lnTo>
                  <a:lnTo>
                    <a:pt x="3111" y="6859"/>
                  </a:lnTo>
                  <a:lnTo>
                    <a:pt x="3058" y="7018"/>
                  </a:lnTo>
                  <a:lnTo>
                    <a:pt x="3005" y="7178"/>
                  </a:lnTo>
                  <a:lnTo>
                    <a:pt x="2872" y="7045"/>
                  </a:lnTo>
                  <a:lnTo>
                    <a:pt x="2792" y="6886"/>
                  </a:lnTo>
                  <a:lnTo>
                    <a:pt x="2739" y="6699"/>
                  </a:lnTo>
                  <a:lnTo>
                    <a:pt x="2739" y="6540"/>
                  </a:lnTo>
                  <a:lnTo>
                    <a:pt x="2765" y="6354"/>
                  </a:lnTo>
                  <a:lnTo>
                    <a:pt x="2819" y="6194"/>
                  </a:lnTo>
                  <a:lnTo>
                    <a:pt x="2925" y="6062"/>
                  </a:lnTo>
                  <a:lnTo>
                    <a:pt x="3031" y="5929"/>
                  </a:lnTo>
                  <a:close/>
                  <a:moveTo>
                    <a:pt x="10022" y="6540"/>
                  </a:moveTo>
                  <a:lnTo>
                    <a:pt x="10022" y="6593"/>
                  </a:lnTo>
                  <a:lnTo>
                    <a:pt x="9996" y="6673"/>
                  </a:lnTo>
                  <a:lnTo>
                    <a:pt x="9942" y="6939"/>
                  </a:lnTo>
                  <a:lnTo>
                    <a:pt x="9889" y="7072"/>
                  </a:lnTo>
                  <a:lnTo>
                    <a:pt x="9863" y="7098"/>
                  </a:lnTo>
                  <a:lnTo>
                    <a:pt x="9810" y="7231"/>
                  </a:lnTo>
                  <a:lnTo>
                    <a:pt x="9783" y="7258"/>
                  </a:lnTo>
                  <a:lnTo>
                    <a:pt x="9730" y="7364"/>
                  </a:lnTo>
                  <a:lnTo>
                    <a:pt x="9703" y="7391"/>
                  </a:lnTo>
                  <a:lnTo>
                    <a:pt x="9597" y="7497"/>
                  </a:lnTo>
                  <a:lnTo>
                    <a:pt x="9544" y="7417"/>
                  </a:lnTo>
                  <a:lnTo>
                    <a:pt x="9517" y="7337"/>
                  </a:lnTo>
                  <a:lnTo>
                    <a:pt x="9491" y="7231"/>
                  </a:lnTo>
                  <a:lnTo>
                    <a:pt x="9464" y="7125"/>
                  </a:lnTo>
                  <a:lnTo>
                    <a:pt x="9491" y="7018"/>
                  </a:lnTo>
                  <a:lnTo>
                    <a:pt x="9517" y="6912"/>
                  </a:lnTo>
                  <a:lnTo>
                    <a:pt x="9570" y="6806"/>
                  </a:lnTo>
                  <a:lnTo>
                    <a:pt x="9623" y="6726"/>
                  </a:lnTo>
                  <a:lnTo>
                    <a:pt x="9730" y="6646"/>
                  </a:lnTo>
                  <a:lnTo>
                    <a:pt x="9810" y="6593"/>
                  </a:lnTo>
                  <a:lnTo>
                    <a:pt x="9916" y="6540"/>
                  </a:lnTo>
                  <a:close/>
                  <a:moveTo>
                    <a:pt x="5264" y="400"/>
                  </a:moveTo>
                  <a:lnTo>
                    <a:pt x="5822" y="426"/>
                  </a:lnTo>
                  <a:lnTo>
                    <a:pt x="6354" y="506"/>
                  </a:lnTo>
                  <a:lnTo>
                    <a:pt x="6832" y="639"/>
                  </a:lnTo>
                  <a:lnTo>
                    <a:pt x="7337" y="825"/>
                  </a:lnTo>
                  <a:lnTo>
                    <a:pt x="7789" y="1064"/>
                  </a:lnTo>
                  <a:lnTo>
                    <a:pt x="8188" y="1357"/>
                  </a:lnTo>
                  <a:lnTo>
                    <a:pt x="8587" y="1702"/>
                  </a:lnTo>
                  <a:lnTo>
                    <a:pt x="8959" y="2074"/>
                  </a:lnTo>
                  <a:lnTo>
                    <a:pt x="8773" y="2127"/>
                  </a:lnTo>
                  <a:lnTo>
                    <a:pt x="8640" y="2181"/>
                  </a:lnTo>
                  <a:lnTo>
                    <a:pt x="8480" y="2287"/>
                  </a:lnTo>
                  <a:lnTo>
                    <a:pt x="8374" y="2393"/>
                  </a:lnTo>
                  <a:lnTo>
                    <a:pt x="8268" y="2526"/>
                  </a:lnTo>
                  <a:lnTo>
                    <a:pt x="8161" y="2686"/>
                  </a:lnTo>
                  <a:lnTo>
                    <a:pt x="8108" y="2845"/>
                  </a:lnTo>
                  <a:lnTo>
                    <a:pt x="8082" y="3005"/>
                  </a:lnTo>
                  <a:lnTo>
                    <a:pt x="8055" y="3191"/>
                  </a:lnTo>
                  <a:lnTo>
                    <a:pt x="8082" y="3350"/>
                  </a:lnTo>
                  <a:lnTo>
                    <a:pt x="8135" y="3510"/>
                  </a:lnTo>
                  <a:lnTo>
                    <a:pt x="8188" y="3669"/>
                  </a:lnTo>
                  <a:lnTo>
                    <a:pt x="8294" y="3829"/>
                  </a:lnTo>
                  <a:lnTo>
                    <a:pt x="8401" y="3935"/>
                  </a:lnTo>
                  <a:lnTo>
                    <a:pt x="8534" y="4068"/>
                  </a:lnTo>
                  <a:lnTo>
                    <a:pt x="8667" y="4148"/>
                  </a:lnTo>
                  <a:lnTo>
                    <a:pt x="8853" y="4201"/>
                  </a:lnTo>
                  <a:lnTo>
                    <a:pt x="9012" y="4254"/>
                  </a:lnTo>
                  <a:lnTo>
                    <a:pt x="9358" y="4254"/>
                  </a:lnTo>
                  <a:lnTo>
                    <a:pt x="9517" y="4201"/>
                  </a:lnTo>
                  <a:lnTo>
                    <a:pt x="9677" y="4148"/>
                  </a:lnTo>
                  <a:lnTo>
                    <a:pt x="9810" y="4041"/>
                  </a:lnTo>
                  <a:lnTo>
                    <a:pt x="9942" y="3935"/>
                  </a:lnTo>
                  <a:lnTo>
                    <a:pt x="10075" y="4467"/>
                  </a:lnTo>
                  <a:lnTo>
                    <a:pt x="10155" y="5025"/>
                  </a:lnTo>
                  <a:lnTo>
                    <a:pt x="10155" y="5583"/>
                  </a:lnTo>
                  <a:lnTo>
                    <a:pt x="10102" y="6141"/>
                  </a:lnTo>
                  <a:lnTo>
                    <a:pt x="10075" y="6115"/>
                  </a:lnTo>
                  <a:lnTo>
                    <a:pt x="9942" y="6141"/>
                  </a:lnTo>
                  <a:lnTo>
                    <a:pt x="9783" y="6168"/>
                  </a:lnTo>
                  <a:lnTo>
                    <a:pt x="9677" y="6221"/>
                  </a:lnTo>
                  <a:lnTo>
                    <a:pt x="9544" y="6274"/>
                  </a:lnTo>
                  <a:lnTo>
                    <a:pt x="9437" y="6354"/>
                  </a:lnTo>
                  <a:lnTo>
                    <a:pt x="9331" y="6460"/>
                  </a:lnTo>
                  <a:lnTo>
                    <a:pt x="9251" y="6567"/>
                  </a:lnTo>
                  <a:lnTo>
                    <a:pt x="9172" y="6699"/>
                  </a:lnTo>
                  <a:lnTo>
                    <a:pt x="9118" y="6832"/>
                  </a:lnTo>
                  <a:lnTo>
                    <a:pt x="9092" y="6965"/>
                  </a:lnTo>
                  <a:lnTo>
                    <a:pt x="9065" y="7098"/>
                  </a:lnTo>
                  <a:lnTo>
                    <a:pt x="9092" y="7231"/>
                  </a:lnTo>
                  <a:lnTo>
                    <a:pt x="9092" y="7364"/>
                  </a:lnTo>
                  <a:lnTo>
                    <a:pt x="9145" y="7497"/>
                  </a:lnTo>
                  <a:lnTo>
                    <a:pt x="9198" y="7630"/>
                  </a:lnTo>
                  <a:lnTo>
                    <a:pt x="9278" y="7736"/>
                  </a:lnTo>
                  <a:lnTo>
                    <a:pt x="9278" y="7763"/>
                  </a:lnTo>
                  <a:lnTo>
                    <a:pt x="9039" y="7842"/>
                  </a:lnTo>
                  <a:lnTo>
                    <a:pt x="8799" y="7869"/>
                  </a:lnTo>
                  <a:lnTo>
                    <a:pt x="8560" y="7869"/>
                  </a:lnTo>
                  <a:lnTo>
                    <a:pt x="8321" y="7816"/>
                  </a:lnTo>
                  <a:lnTo>
                    <a:pt x="8135" y="7736"/>
                  </a:lnTo>
                  <a:lnTo>
                    <a:pt x="7975" y="7630"/>
                  </a:lnTo>
                  <a:lnTo>
                    <a:pt x="7842" y="7523"/>
                  </a:lnTo>
                  <a:lnTo>
                    <a:pt x="7710" y="7391"/>
                  </a:lnTo>
                  <a:lnTo>
                    <a:pt x="7603" y="7231"/>
                  </a:lnTo>
                  <a:lnTo>
                    <a:pt x="7497" y="7072"/>
                  </a:lnTo>
                  <a:lnTo>
                    <a:pt x="7444" y="6912"/>
                  </a:lnTo>
                  <a:lnTo>
                    <a:pt x="7391" y="6699"/>
                  </a:lnTo>
                  <a:lnTo>
                    <a:pt x="7470" y="6726"/>
                  </a:lnTo>
                  <a:lnTo>
                    <a:pt x="7656" y="6699"/>
                  </a:lnTo>
                  <a:lnTo>
                    <a:pt x="7842" y="6646"/>
                  </a:lnTo>
                  <a:lnTo>
                    <a:pt x="8029" y="6540"/>
                  </a:lnTo>
                  <a:lnTo>
                    <a:pt x="8161" y="6434"/>
                  </a:lnTo>
                  <a:lnTo>
                    <a:pt x="8294" y="6274"/>
                  </a:lnTo>
                  <a:lnTo>
                    <a:pt x="8374" y="6115"/>
                  </a:lnTo>
                  <a:lnTo>
                    <a:pt x="8454" y="5929"/>
                  </a:lnTo>
                  <a:lnTo>
                    <a:pt x="8454" y="5716"/>
                  </a:lnTo>
                  <a:lnTo>
                    <a:pt x="8454" y="5503"/>
                  </a:lnTo>
                  <a:lnTo>
                    <a:pt x="8374" y="5317"/>
                  </a:lnTo>
                  <a:lnTo>
                    <a:pt x="8294" y="5158"/>
                  </a:lnTo>
                  <a:lnTo>
                    <a:pt x="8161" y="4998"/>
                  </a:lnTo>
                  <a:lnTo>
                    <a:pt x="8029" y="4892"/>
                  </a:lnTo>
                  <a:lnTo>
                    <a:pt x="7842" y="4786"/>
                  </a:lnTo>
                  <a:lnTo>
                    <a:pt x="7656" y="4732"/>
                  </a:lnTo>
                  <a:lnTo>
                    <a:pt x="7470" y="4706"/>
                  </a:lnTo>
                  <a:lnTo>
                    <a:pt x="7391" y="4493"/>
                  </a:lnTo>
                  <a:lnTo>
                    <a:pt x="7311" y="4281"/>
                  </a:lnTo>
                  <a:lnTo>
                    <a:pt x="7205" y="4068"/>
                  </a:lnTo>
                  <a:lnTo>
                    <a:pt x="7072" y="3882"/>
                  </a:lnTo>
                  <a:lnTo>
                    <a:pt x="6939" y="3722"/>
                  </a:lnTo>
                  <a:lnTo>
                    <a:pt x="6806" y="3563"/>
                  </a:lnTo>
                  <a:lnTo>
                    <a:pt x="6620" y="3430"/>
                  </a:lnTo>
                  <a:lnTo>
                    <a:pt x="6407" y="3297"/>
                  </a:lnTo>
                  <a:lnTo>
                    <a:pt x="6168" y="3191"/>
                  </a:lnTo>
                  <a:lnTo>
                    <a:pt x="5902" y="3084"/>
                  </a:lnTo>
                  <a:lnTo>
                    <a:pt x="5610" y="3031"/>
                  </a:lnTo>
                  <a:lnTo>
                    <a:pt x="5264" y="3005"/>
                  </a:lnTo>
                  <a:lnTo>
                    <a:pt x="4945" y="3031"/>
                  </a:lnTo>
                  <a:lnTo>
                    <a:pt x="4626" y="3084"/>
                  </a:lnTo>
                  <a:lnTo>
                    <a:pt x="4360" y="3191"/>
                  </a:lnTo>
                  <a:lnTo>
                    <a:pt x="4121" y="3297"/>
                  </a:lnTo>
                  <a:lnTo>
                    <a:pt x="3935" y="3430"/>
                  </a:lnTo>
                  <a:lnTo>
                    <a:pt x="3749" y="3563"/>
                  </a:lnTo>
                  <a:lnTo>
                    <a:pt x="3616" y="3722"/>
                  </a:lnTo>
                  <a:lnTo>
                    <a:pt x="3483" y="3882"/>
                  </a:lnTo>
                  <a:lnTo>
                    <a:pt x="3377" y="4041"/>
                  </a:lnTo>
                  <a:lnTo>
                    <a:pt x="3270" y="4227"/>
                  </a:lnTo>
                  <a:lnTo>
                    <a:pt x="3164" y="4440"/>
                  </a:lnTo>
                  <a:lnTo>
                    <a:pt x="3111" y="4626"/>
                  </a:lnTo>
                  <a:lnTo>
                    <a:pt x="3058" y="4839"/>
                  </a:lnTo>
                  <a:lnTo>
                    <a:pt x="3005" y="5051"/>
                  </a:lnTo>
                  <a:lnTo>
                    <a:pt x="3005" y="5264"/>
                  </a:lnTo>
                  <a:lnTo>
                    <a:pt x="3005" y="5477"/>
                  </a:lnTo>
                  <a:lnTo>
                    <a:pt x="2872" y="5556"/>
                  </a:lnTo>
                  <a:lnTo>
                    <a:pt x="2739" y="5636"/>
                  </a:lnTo>
                  <a:lnTo>
                    <a:pt x="2633" y="5743"/>
                  </a:lnTo>
                  <a:lnTo>
                    <a:pt x="2553" y="5875"/>
                  </a:lnTo>
                  <a:lnTo>
                    <a:pt x="2473" y="5982"/>
                  </a:lnTo>
                  <a:lnTo>
                    <a:pt x="2420" y="6115"/>
                  </a:lnTo>
                  <a:lnTo>
                    <a:pt x="2367" y="6274"/>
                  </a:lnTo>
                  <a:lnTo>
                    <a:pt x="2340" y="6407"/>
                  </a:lnTo>
                  <a:lnTo>
                    <a:pt x="2340" y="6567"/>
                  </a:lnTo>
                  <a:lnTo>
                    <a:pt x="2340" y="6726"/>
                  </a:lnTo>
                  <a:lnTo>
                    <a:pt x="2367" y="6859"/>
                  </a:lnTo>
                  <a:lnTo>
                    <a:pt x="2420" y="6992"/>
                  </a:lnTo>
                  <a:lnTo>
                    <a:pt x="2473" y="7125"/>
                  </a:lnTo>
                  <a:lnTo>
                    <a:pt x="2553" y="7258"/>
                  </a:lnTo>
                  <a:lnTo>
                    <a:pt x="2659" y="7391"/>
                  </a:lnTo>
                  <a:lnTo>
                    <a:pt x="2765" y="7497"/>
                  </a:lnTo>
                  <a:lnTo>
                    <a:pt x="2633" y="7577"/>
                  </a:lnTo>
                  <a:lnTo>
                    <a:pt x="2500" y="7683"/>
                  </a:lnTo>
                  <a:lnTo>
                    <a:pt x="2367" y="7736"/>
                  </a:lnTo>
                  <a:lnTo>
                    <a:pt x="2234" y="7816"/>
                  </a:lnTo>
                  <a:lnTo>
                    <a:pt x="1995" y="7869"/>
                  </a:lnTo>
                  <a:lnTo>
                    <a:pt x="1755" y="7869"/>
                  </a:lnTo>
                  <a:lnTo>
                    <a:pt x="1516" y="7842"/>
                  </a:lnTo>
                  <a:lnTo>
                    <a:pt x="1277" y="7763"/>
                  </a:lnTo>
                  <a:lnTo>
                    <a:pt x="1038" y="7603"/>
                  </a:lnTo>
                  <a:lnTo>
                    <a:pt x="852" y="7417"/>
                  </a:lnTo>
                  <a:lnTo>
                    <a:pt x="719" y="7178"/>
                  </a:lnTo>
                  <a:lnTo>
                    <a:pt x="612" y="6939"/>
                  </a:lnTo>
                  <a:lnTo>
                    <a:pt x="586" y="6859"/>
                  </a:lnTo>
                  <a:lnTo>
                    <a:pt x="772" y="6806"/>
                  </a:lnTo>
                  <a:lnTo>
                    <a:pt x="931" y="6699"/>
                  </a:lnTo>
                  <a:lnTo>
                    <a:pt x="1064" y="6593"/>
                  </a:lnTo>
                  <a:lnTo>
                    <a:pt x="1171" y="6460"/>
                  </a:lnTo>
                  <a:lnTo>
                    <a:pt x="1250" y="6301"/>
                  </a:lnTo>
                  <a:lnTo>
                    <a:pt x="1330" y="6141"/>
                  </a:lnTo>
                  <a:lnTo>
                    <a:pt x="1357" y="5982"/>
                  </a:lnTo>
                  <a:lnTo>
                    <a:pt x="1357" y="5796"/>
                  </a:lnTo>
                  <a:lnTo>
                    <a:pt x="1330" y="5610"/>
                  </a:lnTo>
                  <a:lnTo>
                    <a:pt x="1250" y="5450"/>
                  </a:lnTo>
                  <a:lnTo>
                    <a:pt x="1171" y="5291"/>
                  </a:lnTo>
                  <a:lnTo>
                    <a:pt x="1064" y="5158"/>
                  </a:lnTo>
                  <a:lnTo>
                    <a:pt x="905" y="5051"/>
                  </a:lnTo>
                  <a:lnTo>
                    <a:pt x="772" y="4972"/>
                  </a:lnTo>
                  <a:lnTo>
                    <a:pt x="586" y="4919"/>
                  </a:lnTo>
                  <a:lnTo>
                    <a:pt x="426" y="4892"/>
                  </a:lnTo>
                  <a:lnTo>
                    <a:pt x="479" y="4493"/>
                  </a:lnTo>
                  <a:lnTo>
                    <a:pt x="559" y="4095"/>
                  </a:lnTo>
                  <a:lnTo>
                    <a:pt x="666" y="3722"/>
                  </a:lnTo>
                  <a:lnTo>
                    <a:pt x="798" y="3350"/>
                  </a:lnTo>
                  <a:lnTo>
                    <a:pt x="931" y="3510"/>
                  </a:lnTo>
                  <a:lnTo>
                    <a:pt x="1091" y="3616"/>
                  </a:lnTo>
                  <a:lnTo>
                    <a:pt x="1250" y="3696"/>
                  </a:lnTo>
                  <a:lnTo>
                    <a:pt x="1410" y="3776"/>
                  </a:lnTo>
                  <a:lnTo>
                    <a:pt x="1596" y="3802"/>
                  </a:lnTo>
                  <a:lnTo>
                    <a:pt x="1782" y="3829"/>
                  </a:lnTo>
                  <a:lnTo>
                    <a:pt x="1968" y="3802"/>
                  </a:lnTo>
                  <a:lnTo>
                    <a:pt x="2154" y="3776"/>
                  </a:lnTo>
                  <a:lnTo>
                    <a:pt x="2340" y="3696"/>
                  </a:lnTo>
                  <a:lnTo>
                    <a:pt x="2500" y="3589"/>
                  </a:lnTo>
                  <a:lnTo>
                    <a:pt x="2633" y="3483"/>
                  </a:lnTo>
                  <a:lnTo>
                    <a:pt x="2765" y="3324"/>
                  </a:lnTo>
                  <a:lnTo>
                    <a:pt x="2845" y="3164"/>
                  </a:lnTo>
                  <a:lnTo>
                    <a:pt x="2925" y="3005"/>
                  </a:lnTo>
                  <a:lnTo>
                    <a:pt x="2978" y="2819"/>
                  </a:lnTo>
                  <a:lnTo>
                    <a:pt x="3005" y="2633"/>
                  </a:lnTo>
                  <a:lnTo>
                    <a:pt x="2978" y="2446"/>
                  </a:lnTo>
                  <a:lnTo>
                    <a:pt x="2952" y="2260"/>
                  </a:lnTo>
                  <a:lnTo>
                    <a:pt x="2898" y="2074"/>
                  </a:lnTo>
                  <a:lnTo>
                    <a:pt x="2792" y="1915"/>
                  </a:lnTo>
                  <a:lnTo>
                    <a:pt x="2686" y="1782"/>
                  </a:lnTo>
                  <a:lnTo>
                    <a:pt x="2553" y="1649"/>
                  </a:lnTo>
                  <a:lnTo>
                    <a:pt x="2393" y="1543"/>
                  </a:lnTo>
                  <a:lnTo>
                    <a:pt x="2234" y="1463"/>
                  </a:lnTo>
                  <a:lnTo>
                    <a:pt x="2553" y="1197"/>
                  </a:lnTo>
                  <a:lnTo>
                    <a:pt x="2925" y="984"/>
                  </a:lnTo>
                  <a:lnTo>
                    <a:pt x="3270" y="825"/>
                  </a:lnTo>
                  <a:lnTo>
                    <a:pt x="3669" y="666"/>
                  </a:lnTo>
                  <a:lnTo>
                    <a:pt x="4041" y="559"/>
                  </a:lnTo>
                  <a:lnTo>
                    <a:pt x="4440" y="479"/>
                  </a:lnTo>
                  <a:lnTo>
                    <a:pt x="4865" y="426"/>
                  </a:lnTo>
                  <a:lnTo>
                    <a:pt x="5264" y="400"/>
                  </a:lnTo>
                  <a:close/>
                  <a:moveTo>
                    <a:pt x="5264" y="1"/>
                  </a:moveTo>
                  <a:lnTo>
                    <a:pt x="4732" y="28"/>
                  </a:lnTo>
                  <a:lnTo>
                    <a:pt x="4227" y="107"/>
                  </a:lnTo>
                  <a:lnTo>
                    <a:pt x="3749" y="214"/>
                  </a:lnTo>
                  <a:lnTo>
                    <a:pt x="3270" y="373"/>
                  </a:lnTo>
                  <a:lnTo>
                    <a:pt x="2819" y="586"/>
                  </a:lnTo>
                  <a:lnTo>
                    <a:pt x="2393" y="852"/>
                  </a:lnTo>
                  <a:lnTo>
                    <a:pt x="1968" y="1144"/>
                  </a:lnTo>
                  <a:lnTo>
                    <a:pt x="1596" y="1463"/>
                  </a:lnTo>
                  <a:lnTo>
                    <a:pt x="1490" y="1569"/>
                  </a:lnTo>
                  <a:lnTo>
                    <a:pt x="1410" y="1676"/>
                  </a:lnTo>
                  <a:lnTo>
                    <a:pt x="1303" y="1782"/>
                  </a:lnTo>
                  <a:lnTo>
                    <a:pt x="1250" y="1862"/>
                  </a:lnTo>
                  <a:lnTo>
                    <a:pt x="1064" y="2074"/>
                  </a:lnTo>
                  <a:lnTo>
                    <a:pt x="931" y="2314"/>
                  </a:lnTo>
                  <a:lnTo>
                    <a:pt x="852" y="2393"/>
                  </a:lnTo>
                  <a:lnTo>
                    <a:pt x="798" y="2526"/>
                  </a:lnTo>
                  <a:lnTo>
                    <a:pt x="612" y="2819"/>
                  </a:lnTo>
                  <a:lnTo>
                    <a:pt x="373" y="3377"/>
                  </a:lnTo>
                  <a:lnTo>
                    <a:pt x="187" y="3935"/>
                  </a:lnTo>
                  <a:lnTo>
                    <a:pt x="54" y="4493"/>
                  </a:lnTo>
                  <a:lnTo>
                    <a:pt x="1" y="5078"/>
                  </a:lnTo>
                  <a:lnTo>
                    <a:pt x="1" y="5370"/>
                  </a:lnTo>
                  <a:lnTo>
                    <a:pt x="1" y="5450"/>
                  </a:lnTo>
                  <a:lnTo>
                    <a:pt x="1" y="5716"/>
                  </a:lnTo>
                  <a:lnTo>
                    <a:pt x="1" y="5769"/>
                  </a:lnTo>
                  <a:lnTo>
                    <a:pt x="28" y="6035"/>
                  </a:lnTo>
                  <a:lnTo>
                    <a:pt x="28" y="6088"/>
                  </a:lnTo>
                  <a:lnTo>
                    <a:pt x="81" y="6354"/>
                  </a:lnTo>
                  <a:lnTo>
                    <a:pt x="81" y="6434"/>
                  </a:lnTo>
                  <a:lnTo>
                    <a:pt x="134" y="6699"/>
                  </a:lnTo>
                  <a:lnTo>
                    <a:pt x="134" y="6726"/>
                  </a:lnTo>
                  <a:lnTo>
                    <a:pt x="240" y="7045"/>
                  </a:lnTo>
                  <a:lnTo>
                    <a:pt x="293" y="7205"/>
                  </a:lnTo>
                  <a:lnTo>
                    <a:pt x="373" y="7364"/>
                  </a:lnTo>
                  <a:lnTo>
                    <a:pt x="453" y="7523"/>
                  </a:lnTo>
                  <a:lnTo>
                    <a:pt x="559" y="7656"/>
                  </a:lnTo>
                  <a:lnTo>
                    <a:pt x="666" y="7789"/>
                  </a:lnTo>
                  <a:lnTo>
                    <a:pt x="798" y="7922"/>
                  </a:lnTo>
                  <a:lnTo>
                    <a:pt x="931" y="8029"/>
                  </a:lnTo>
                  <a:lnTo>
                    <a:pt x="1091" y="8108"/>
                  </a:lnTo>
                  <a:lnTo>
                    <a:pt x="1250" y="8188"/>
                  </a:lnTo>
                  <a:lnTo>
                    <a:pt x="1383" y="8215"/>
                  </a:lnTo>
                  <a:lnTo>
                    <a:pt x="1543" y="8268"/>
                  </a:lnTo>
                  <a:lnTo>
                    <a:pt x="2048" y="8268"/>
                  </a:lnTo>
                  <a:lnTo>
                    <a:pt x="2207" y="8241"/>
                  </a:lnTo>
                  <a:lnTo>
                    <a:pt x="2340" y="8188"/>
                  </a:lnTo>
                  <a:lnTo>
                    <a:pt x="2633" y="8055"/>
                  </a:lnTo>
                  <a:lnTo>
                    <a:pt x="2898" y="7896"/>
                  </a:lnTo>
                  <a:lnTo>
                    <a:pt x="3138" y="7683"/>
                  </a:lnTo>
                  <a:lnTo>
                    <a:pt x="3324" y="7417"/>
                  </a:lnTo>
                  <a:lnTo>
                    <a:pt x="3324" y="7391"/>
                  </a:lnTo>
                  <a:lnTo>
                    <a:pt x="3377" y="7284"/>
                  </a:lnTo>
                  <a:lnTo>
                    <a:pt x="3430" y="7231"/>
                  </a:lnTo>
                  <a:lnTo>
                    <a:pt x="3430" y="7178"/>
                  </a:lnTo>
                  <a:lnTo>
                    <a:pt x="3483" y="7072"/>
                  </a:lnTo>
                  <a:lnTo>
                    <a:pt x="3483" y="7045"/>
                  </a:lnTo>
                  <a:lnTo>
                    <a:pt x="3510" y="6912"/>
                  </a:lnTo>
                  <a:lnTo>
                    <a:pt x="3536" y="6886"/>
                  </a:lnTo>
                  <a:lnTo>
                    <a:pt x="3563" y="6726"/>
                  </a:lnTo>
                  <a:lnTo>
                    <a:pt x="3563" y="6407"/>
                  </a:lnTo>
                  <a:lnTo>
                    <a:pt x="3563" y="6380"/>
                  </a:lnTo>
                  <a:lnTo>
                    <a:pt x="3536" y="6248"/>
                  </a:lnTo>
                  <a:lnTo>
                    <a:pt x="3536" y="6221"/>
                  </a:lnTo>
                  <a:lnTo>
                    <a:pt x="3483" y="6062"/>
                  </a:lnTo>
                  <a:lnTo>
                    <a:pt x="3457" y="5955"/>
                  </a:lnTo>
                  <a:lnTo>
                    <a:pt x="3430" y="5849"/>
                  </a:lnTo>
                  <a:lnTo>
                    <a:pt x="3430" y="5822"/>
                  </a:lnTo>
                  <a:lnTo>
                    <a:pt x="3403" y="5583"/>
                  </a:lnTo>
                  <a:lnTo>
                    <a:pt x="3403" y="5397"/>
                  </a:lnTo>
                  <a:lnTo>
                    <a:pt x="3403" y="5184"/>
                  </a:lnTo>
                  <a:lnTo>
                    <a:pt x="3430" y="4998"/>
                  </a:lnTo>
                  <a:lnTo>
                    <a:pt x="3483" y="4812"/>
                  </a:lnTo>
                  <a:lnTo>
                    <a:pt x="3536" y="4626"/>
                  </a:lnTo>
                  <a:lnTo>
                    <a:pt x="3616" y="4440"/>
                  </a:lnTo>
                  <a:lnTo>
                    <a:pt x="3696" y="4281"/>
                  </a:lnTo>
                  <a:lnTo>
                    <a:pt x="3802" y="4121"/>
                  </a:lnTo>
                  <a:lnTo>
                    <a:pt x="3908" y="3988"/>
                  </a:lnTo>
                  <a:lnTo>
                    <a:pt x="4015" y="3855"/>
                  </a:lnTo>
                  <a:lnTo>
                    <a:pt x="4174" y="3749"/>
                  </a:lnTo>
                  <a:lnTo>
                    <a:pt x="4334" y="3643"/>
                  </a:lnTo>
                  <a:lnTo>
                    <a:pt x="4520" y="3563"/>
                  </a:lnTo>
                  <a:lnTo>
                    <a:pt x="4759" y="3483"/>
                  </a:lnTo>
                  <a:lnTo>
                    <a:pt x="4998" y="3430"/>
                  </a:lnTo>
                  <a:lnTo>
                    <a:pt x="5264" y="3403"/>
                  </a:lnTo>
                  <a:lnTo>
                    <a:pt x="5556" y="3430"/>
                  </a:lnTo>
                  <a:lnTo>
                    <a:pt x="5796" y="3483"/>
                  </a:lnTo>
                  <a:lnTo>
                    <a:pt x="6008" y="3563"/>
                  </a:lnTo>
                  <a:lnTo>
                    <a:pt x="6221" y="3643"/>
                  </a:lnTo>
                  <a:lnTo>
                    <a:pt x="6381" y="3749"/>
                  </a:lnTo>
                  <a:lnTo>
                    <a:pt x="6513" y="3855"/>
                  </a:lnTo>
                  <a:lnTo>
                    <a:pt x="6646" y="3988"/>
                  </a:lnTo>
                  <a:lnTo>
                    <a:pt x="6753" y="4121"/>
                  </a:lnTo>
                  <a:lnTo>
                    <a:pt x="6859" y="4307"/>
                  </a:lnTo>
                  <a:lnTo>
                    <a:pt x="6965" y="4520"/>
                  </a:lnTo>
                  <a:lnTo>
                    <a:pt x="7045" y="4732"/>
                  </a:lnTo>
                  <a:lnTo>
                    <a:pt x="7098" y="4972"/>
                  </a:lnTo>
                  <a:lnTo>
                    <a:pt x="7151" y="5237"/>
                  </a:lnTo>
                  <a:lnTo>
                    <a:pt x="7151" y="5530"/>
                  </a:lnTo>
                  <a:lnTo>
                    <a:pt x="7151" y="5663"/>
                  </a:lnTo>
                  <a:lnTo>
                    <a:pt x="7125" y="5769"/>
                  </a:lnTo>
                  <a:lnTo>
                    <a:pt x="7125" y="5796"/>
                  </a:lnTo>
                  <a:lnTo>
                    <a:pt x="7098" y="5902"/>
                  </a:lnTo>
                  <a:lnTo>
                    <a:pt x="7098" y="5929"/>
                  </a:lnTo>
                  <a:lnTo>
                    <a:pt x="7045" y="6062"/>
                  </a:lnTo>
                  <a:lnTo>
                    <a:pt x="7018" y="6248"/>
                  </a:lnTo>
                  <a:lnTo>
                    <a:pt x="7018" y="6274"/>
                  </a:lnTo>
                  <a:lnTo>
                    <a:pt x="6992" y="6460"/>
                  </a:lnTo>
                  <a:lnTo>
                    <a:pt x="6992" y="6753"/>
                  </a:lnTo>
                  <a:lnTo>
                    <a:pt x="7045" y="7018"/>
                  </a:lnTo>
                  <a:lnTo>
                    <a:pt x="7151" y="7284"/>
                  </a:lnTo>
                  <a:lnTo>
                    <a:pt x="7311" y="7523"/>
                  </a:lnTo>
                  <a:lnTo>
                    <a:pt x="7470" y="7736"/>
                  </a:lnTo>
                  <a:lnTo>
                    <a:pt x="7683" y="7922"/>
                  </a:lnTo>
                  <a:lnTo>
                    <a:pt x="7922" y="8082"/>
                  </a:lnTo>
                  <a:lnTo>
                    <a:pt x="8188" y="8188"/>
                  </a:lnTo>
                  <a:lnTo>
                    <a:pt x="8480" y="8241"/>
                  </a:lnTo>
                  <a:lnTo>
                    <a:pt x="8746" y="8268"/>
                  </a:lnTo>
                  <a:lnTo>
                    <a:pt x="8932" y="8268"/>
                  </a:lnTo>
                  <a:lnTo>
                    <a:pt x="9118" y="8241"/>
                  </a:lnTo>
                  <a:lnTo>
                    <a:pt x="9304" y="8188"/>
                  </a:lnTo>
                  <a:lnTo>
                    <a:pt x="9464" y="8108"/>
                  </a:lnTo>
                  <a:lnTo>
                    <a:pt x="9597" y="8029"/>
                  </a:lnTo>
                  <a:lnTo>
                    <a:pt x="9730" y="7922"/>
                  </a:lnTo>
                  <a:lnTo>
                    <a:pt x="9756" y="7896"/>
                  </a:lnTo>
                  <a:lnTo>
                    <a:pt x="9863" y="7816"/>
                  </a:lnTo>
                  <a:lnTo>
                    <a:pt x="9889" y="7789"/>
                  </a:lnTo>
                  <a:lnTo>
                    <a:pt x="9969" y="7710"/>
                  </a:lnTo>
                  <a:lnTo>
                    <a:pt x="9996" y="7656"/>
                  </a:lnTo>
                  <a:lnTo>
                    <a:pt x="10049" y="7577"/>
                  </a:lnTo>
                  <a:lnTo>
                    <a:pt x="10128" y="7470"/>
                  </a:lnTo>
                  <a:lnTo>
                    <a:pt x="10155" y="7391"/>
                  </a:lnTo>
                  <a:lnTo>
                    <a:pt x="10208" y="7337"/>
                  </a:lnTo>
                  <a:lnTo>
                    <a:pt x="10235" y="7258"/>
                  </a:lnTo>
                  <a:lnTo>
                    <a:pt x="10261" y="7178"/>
                  </a:lnTo>
                  <a:lnTo>
                    <a:pt x="10315" y="7045"/>
                  </a:lnTo>
                  <a:lnTo>
                    <a:pt x="10394" y="6726"/>
                  </a:lnTo>
                  <a:lnTo>
                    <a:pt x="10474" y="6380"/>
                  </a:lnTo>
                  <a:lnTo>
                    <a:pt x="10527" y="6008"/>
                  </a:lnTo>
                  <a:lnTo>
                    <a:pt x="10554" y="5636"/>
                  </a:lnTo>
                  <a:lnTo>
                    <a:pt x="10554" y="5264"/>
                  </a:lnTo>
                  <a:lnTo>
                    <a:pt x="10527" y="4892"/>
                  </a:lnTo>
                  <a:lnTo>
                    <a:pt x="10474" y="4520"/>
                  </a:lnTo>
                  <a:lnTo>
                    <a:pt x="10421" y="4148"/>
                  </a:lnTo>
                  <a:lnTo>
                    <a:pt x="10315" y="3776"/>
                  </a:lnTo>
                  <a:lnTo>
                    <a:pt x="10208" y="3430"/>
                  </a:lnTo>
                  <a:lnTo>
                    <a:pt x="10208" y="3403"/>
                  </a:lnTo>
                  <a:lnTo>
                    <a:pt x="10075" y="3084"/>
                  </a:lnTo>
                  <a:lnTo>
                    <a:pt x="10049" y="3058"/>
                  </a:lnTo>
                  <a:lnTo>
                    <a:pt x="9916" y="2765"/>
                  </a:lnTo>
                  <a:lnTo>
                    <a:pt x="9889" y="2739"/>
                  </a:lnTo>
                  <a:lnTo>
                    <a:pt x="9730" y="2473"/>
                  </a:lnTo>
                  <a:lnTo>
                    <a:pt x="9730" y="2446"/>
                  </a:lnTo>
                  <a:lnTo>
                    <a:pt x="9517" y="2154"/>
                  </a:lnTo>
                  <a:lnTo>
                    <a:pt x="9464" y="2074"/>
                  </a:lnTo>
                  <a:lnTo>
                    <a:pt x="9278" y="1835"/>
                  </a:lnTo>
                  <a:lnTo>
                    <a:pt x="9065" y="1596"/>
                  </a:lnTo>
                  <a:lnTo>
                    <a:pt x="8853" y="1383"/>
                  </a:lnTo>
                  <a:lnTo>
                    <a:pt x="8640" y="1197"/>
                  </a:lnTo>
                  <a:lnTo>
                    <a:pt x="8401" y="1011"/>
                  </a:lnTo>
                  <a:lnTo>
                    <a:pt x="8161" y="825"/>
                  </a:lnTo>
                  <a:lnTo>
                    <a:pt x="7896" y="692"/>
                  </a:lnTo>
                  <a:lnTo>
                    <a:pt x="7630" y="533"/>
                  </a:lnTo>
                  <a:lnTo>
                    <a:pt x="7364" y="426"/>
                  </a:lnTo>
                  <a:lnTo>
                    <a:pt x="7098" y="320"/>
                  </a:lnTo>
                  <a:lnTo>
                    <a:pt x="6806" y="214"/>
                  </a:lnTo>
                  <a:lnTo>
                    <a:pt x="6513" y="134"/>
                  </a:lnTo>
                  <a:lnTo>
                    <a:pt x="6221" y="81"/>
                  </a:lnTo>
                  <a:lnTo>
                    <a:pt x="5902" y="54"/>
                  </a:lnTo>
                  <a:lnTo>
                    <a:pt x="5583" y="28"/>
                  </a:lnTo>
                  <a:lnTo>
                    <a:pt x="526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4" name="Google Shape;1434;p87"/>
            <p:cNvSpPr/>
            <p:nvPr/>
          </p:nvSpPr>
          <p:spPr>
            <a:xfrm>
              <a:off x="5705250" y="2057050"/>
              <a:ext cx="50525" cy="50525"/>
            </a:xfrm>
            <a:custGeom>
              <a:rect b="b" l="l" r="r" t="t"/>
              <a:pathLst>
                <a:path extrusionOk="0" h="2021" w="2021">
                  <a:moveTo>
                    <a:pt x="1010" y="399"/>
                  </a:moveTo>
                  <a:lnTo>
                    <a:pt x="1117" y="426"/>
                  </a:lnTo>
                  <a:lnTo>
                    <a:pt x="1249" y="452"/>
                  </a:lnTo>
                  <a:lnTo>
                    <a:pt x="1356" y="505"/>
                  </a:lnTo>
                  <a:lnTo>
                    <a:pt x="1436" y="585"/>
                  </a:lnTo>
                  <a:lnTo>
                    <a:pt x="1515" y="665"/>
                  </a:lnTo>
                  <a:lnTo>
                    <a:pt x="1568" y="771"/>
                  </a:lnTo>
                  <a:lnTo>
                    <a:pt x="1595" y="877"/>
                  </a:lnTo>
                  <a:lnTo>
                    <a:pt x="1622" y="1010"/>
                  </a:lnTo>
                  <a:lnTo>
                    <a:pt x="1595" y="1117"/>
                  </a:lnTo>
                  <a:lnTo>
                    <a:pt x="1568" y="1250"/>
                  </a:lnTo>
                  <a:lnTo>
                    <a:pt x="1515" y="1356"/>
                  </a:lnTo>
                  <a:lnTo>
                    <a:pt x="1436" y="1436"/>
                  </a:lnTo>
                  <a:lnTo>
                    <a:pt x="1356" y="1515"/>
                  </a:lnTo>
                  <a:lnTo>
                    <a:pt x="1249" y="1569"/>
                  </a:lnTo>
                  <a:lnTo>
                    <a:pt x="1117" y="1595"/>
                  </a:lnTo>
                  <a:lnTo>
                    <a:pt x="1010" y="1622"/>
                  </a:lnTo>
                  <a:lnTo>
                    <a:pt x="877" y="1595"/>
                  </a:lnTo>
                  <a:lnTo>
                    <a:pt x="771" y="1569"/>
                  </a:lnTo>
                  <a:lnTo>
                    <a:pt x="665" y="1515"/>
                  </a:lnTo>
                  <a:lnTo>
                    <a:pt x="585" y="1436"/>
                  </a:lnTo>
                  <a:lnTo>
                    <a:pt x="505" y="1356"/>
                  </a:lnTo>
                  <a:lnTo>
                    <a:pt x="452" y="1250"/>
                  </a:lnTo>
                  <a:lnTo>
                    <a:pt x="399" y="1143"/>
                  </a:lnTo>
                  <a:lnTo>
                    <a:pt x="399" y="1010"/>
                  </a:lnTo>
                  <a:lnTo>
                    <a:pt x="399" y="877"/>
                  </a:lnTo>
                  <a:lnTo>
                    <a:pt x="452" y="771"/>
                  </a:lnTo>
                  <a:lnTo>
                    <a:pt x="505" y="665"/>
                  </a:lnTo>
                  <a:lnTo>
                    <a:pt x="585" y="585"/>
                  </a:lnTo>
                  <a:lnTo>
                    <a:pt x="665" y="505"/>
                  </a:lnTo>
                  <a:lnTo>
                    <a:pt x="771" y="452"/>
                  </a:lnTo>
                  <a:lnTo>
                    <a:pt x="877" y="426"/>
                  </a:lnTo>
                  <a:lnTo>
                    <a:pt x="1010" y="399"/>
                  </a:lnTo>
                  <a:close/>
                  <a:moveTo>
                    <a:pt x="1010" y="0"/>
                  </a:moveTo>
                  <a:lnTo>
                    <a:pt x="798" y="27"/>
                  </a:lnTo>
                  <a:lnTo>
                    <a:pt x="612" y="80"/>
                  </a:lnTo>
                  <a:lnTo>
                    <a:pt x="452" y="160"/>
                  </a:lnTo>
                  <a:lnTo>
                    <a:pt x="293" y="293"/>
                  </a:lnTo>
                  <a:lnTo>
                    <a:pt x="160" y="452"/>
                  </a:lnTo>
                  <a:lnTo>
                    <a:pt x="80" y="612"/>
                  </a:lnTo>
                  <a:lnTo>
                    <a:pt x="27" y="798"/>
                  </a:lnTo>
                  <a:lnTo>
                    <a:pt x="0" y="1010"/>
                  </a:lnTo>
                  <a:lnTo>
                    <a:pt x="27" y="1223"/>
                  </a:lnTo>
                  <a:lnTo>
                    <a:pt x="80" y="1409"/>
                  </a:lnTo>
                  <a:lnTo>
                    <a:pt x="160" y="1569"/>
                  </a:lnTo>
                  <a:lnTo>
                    <a:pt x="293" y="1728"/>
                  </a:lnTo>
                  <a:lnTo>
                    <a:pt x="452" y="1834"/>
                  </a:lnTo>
                  <a:lnTo>
                    <a:pt x="612" y="1941"/>
                  </a:lnTo>
                  <a:lnTo>
                    <a:pt x="798" y="1994"/>
                  </a:lnTo>
                  <a:lnTo>
                    <a:pt x="1010" y="2020"/>
                  </a:lnTo>
                  <a:lnTo>
                    <a:pt x="1196" y="1994"/>
                  </a:lnTo>
                  <a:lnTo>
                    <a:pt x="1409" y="1941"/>
                  </a:lnTo>
                  <a:lnTo>
                    <a:pt x="1568" y="1834"/>
                  </a:lnTo>
                  <a:lnTo>
                    <a:pt x="1728" y="1728"/>
                  </a:lnTo>
                  <a:lnTo>
                    <a:pt x="1834" y="1569"/>
                  </a:lnTo>
                  <a:lnTo>
                    <a:pt x="1941" y="1409"/>
                  </a:lnTo>
                  <a:lnTo>
                    <a:pt x="1994" y="1223"/>
                  </a:lnTo>
                  <a:lnTo>
                    <a:pt x="2020" y="1010"/>
                  </a:lnTo>
                  <a:lnTo>
                    <a:pt x="1994" y="798"/>
                  </a:lnTo>
                  <a:lnTo>
                    <a:pt x="1941" y="612"/>
                  </a:lnTo>
                  <a:lnTo>
                    <a:pt x="1834" y="452"/>
                  </a:lnTo>
                  <a:lnTo>
                    <a:pt x="1728" y="293"/>
                  </a:lnTo>
                  <a:lnTo>
                    <a:pt x="1568" y="160"/>
                  </a:lnTo>
                  <a:lnTo>
                    <a:pt x="1409" y="80"/>
                  </a:lnTo>
                  <a:lnTo>
                    <a:pt x="1196" y="27"/>
                  </a:lnTo>
                  <a:lnTo>
                    <a:pt x="101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35" name="Google Shape;1435;p87"/>
          <p:cNvSpPr/>
          <p:nvPr/>
        </p:nvSpPr>
        <p:spPr>
          <a:xfrm>
            <a:off x="7204752" y="1956279"/>
            <a:ext cx="267211" cy="296075"/>
          </a:xfrm>
          <a:custGeom>
            <a:rect b="b" l="l" r="r" t="t"/>
            <a:pathLst>
              <a:path extrusionOk="0" h="11458" w="10341">
                <a:moveTo>
                  <a:pt x="5184" y="400"/>
                </a:moveTo>
                <a:lnTo>
                  <a:pt x="5290" y="426"/>
                </a:lnTo>
                <a:lnTo>
                  <a:pt x="5397" y="479"/>
                </a:lnTo>
                <a:lnTo>
                  <a:pt x="5450" y="586"/>
                </a:lnTo>
                <a:lnTo>
                  <a:pt x="5476" y="692"/>
                </a:lnTo>
                <a:lnTo>
                  <a:pt x="5476" y="851"/>
                </a:lnTo>
                <a:lnTo>
                  <a:pt x="4865" y="851"/>
                </a:lnTo>
                <a:lnTo>
                  <a:pt x="4865" y="692"/>
                </a:lnTo>
                <a:lnTo>
                  <a:pt x="4891" y="586"/>
                </a:lnTo>
                <a:lnTo>
                  <a:pt x="4971" y="479"/>
                </a:lnTo>
                <a:lnTo>
                  <a:pt x="5051" y="426"/>
                </a:lnTo>
                <a:lnTo>
                  <a:pt x="5184" y="400"/>
                </a:lnTo>
                <a:close/>
                <a:moveTo>
                  <a:pt x="5955" y="1250"/>
                </a:moveTo>
                <a:lnTo>
                  <a:pt x="5955" y="1463"/>
                </a:lnTo>
                <a:lnTo>
                  <a:pt x="4413" y="1463"/>
                </a:lnTo>
                <a:lnTo>
                  <a:pt x="4413" y="1250"/>
                </a:lnTo>
                <a:close/>
                <a:moveTo>
                  <a:pt x="2712" y="2367"/>
                </a:moveTo>
                <a:lnTo>
                  <a:pt x="2845" y="2393"/>
                </a:lnTo>
                <a:lnTo>
                  <a:pt x="2951" y="2473"/>
                </a:lnTo>
                <a:lnTo>
                  <a:pt x="3031" y="2579"/>
                </a:lnTo>
                <a:lnTo>
                  <a:pt x="3057" y="2712"/>
                </a:lnTo>
                <a:lnTo>
                  <a:pt x="3057" y="2898"/>
                </a:lnTo>
                <a:lnTo>
                  <a:pt x="2286" y="2898"/>
                </a:lnTo>
                <a:lnTo>
                  <a:pt x="2286" y="2712"/>
                </a:lnTo>
                <a:lnTo>
                  <a:pt x="2313" y="2579"/>
                </a:lnTo>
                <a:lnTo>
                  <a:pt x="2366" y="2473"/>
                </a:lnTo>
                <a:lnTo>
                  <a:pt x="2499" y="2393"/>
                </a:lnTo>
                <a:lnTo>
                  <a:pt x="2632" y="2367"/>
                </a:lnTo>
                <a:close/>
                <a:moveTo>
                  <a:pt x="5476" y="1862"/>
                </a:moveTo>
                <a:lnTo>
                  <a:pt x="5476" y="2898"/>
                </a:lnTo>
                <a:lnTo>
                  <a:pt x="4865" y="2898"/>
                </a:lnTo>
                <a:lnTo>
                  <a:pt x="4865" y="1862"/>
                </a:lnTo>
                <a:close/>
                <a:moveTo>
                  <a:pt x="7709" y="2367"/>
                </a:moveTo>
                <a:lnTo>
                  <a:pt x="7842" y="2393"/>
                </a:lnTo>
                <a:lnTo>
                  <a:pt x="7975" y="2473"/>
                </a:lnTo>
                <a:lnTo>
                  <a:pt x="8055" y="2579"/>
                </a:lnTo>
                <a:lnTo>
                  <a:pt x="8081" y="2712"/>
                </a:lnTo>
                <a:lnTo>
                  <a:pt x="8081" y="2898"/>
                </a:lnTo>
                <a:lnTo>
                  <a:pt x="7284" y="2898"/>
                </a:lnTo>
                <a:lnTo>
                  <a:pt x="7284" y="2712"/>
                </a:lnTo>
                <a:lnTo>
                  <a:pt x="7310" y="2579"/>
                </a:lnTo>
                <a:lnTo>
                  <a:pt x="7390" y="2473"/>
                </a:lnTo>
                <a:lnTo>
                  <a:pt x="7496" y="2393"/>
                </a:lnTo>
                <a:lnTo>
                  <a:pt x="7656" y="2367"/>
                </a:lnTo>
                <a:close/>
                <a:moveTo>
                  <a:pt x="9543" y="3297"/>
                </a:moveTo>
                <a:lnTo>
                  <a:pt x="9623" y="3324"/>
                </a:lnTo>
                <a:lnTo>
                  <a:pt x="9703" y="3350"/>
                </a:lnTo>
                <a:lnTo>
                  <a:pt x="9809" y="3430"/>
                </a:lnTo>
                <a:lnTo>
                  <a:pt x="9915" y="3563"/>
                </a:lnTo>
                <a:lnTo>
                  <a:pt x="9942" y="3643"/>
                </a:lnTo>
                <a:lnTo>
                  <a:pt x="9942" y="3722"/>
                </a:lnTo>
                <a:lnTo>
                  <a:pt x="9942" y="3802"/>
                </a:lnTo>
                <a:lnTo>
                  <a:pt x="9915" y="3882"/>
                </a:lnTo>
                <a:lnTo>
                  <a:pt x="9809" y="4015"/>
                </a:lnTo>
                <a:lnTo>
                  <a:pt x="9703" y="4094"/>
                </a:lnTo>
                <a:lnTo>
                  <a:pt x="9623" y="4121"/>
                </a:lnTo>
                <a:lnTo>
                  <a:pt x="745" y="4121"/>
                </a:lnTo>
                <a:lnTo>
                  <a:pt x="665" y="4094"/>
                </a:lnTo>
                <a:lnTo>
                  <a:pt x="532" y="4015"/>
                </a:lnTo>
                <a:lnTo>
                  <a:pt x="426" y="3882"/>
                </a:lnTo>
                <a:lnTo>
                  <a:pt x="426" y="3802"/>
                </a:lnTo>
                <a:lnTo>
                  <a:pt x="399" y="3722"/>
                </a:lnTo>
                <a:lnTo>
                  <a:pt x="426" y="3643"/>
                </a:lnTo>
                <a:lnTo>
                  <a:pt x="426" y="3563"/>
                </a:lnTo>
                <a:lnTo>
                  <a:pt x="532" y="3430"/>
                </a:lnTo>
                <a:lnTo>
                  <a:pt x="665" y="3350"/>
                </a:lnTo>
                <a:lnTo>
                  <a:pt x="745" y="3324"/>
                </a:lnTo>
                <a:lnTo>
                  <a:pt x="825" y="3297"/>
                </a:lnTo>
                <a:close/>
                <a:moveTo>
                  <a:pt x="9437" y="4520"/>
                </a:moveTo>
                <a:lnTo>
                  <a:pt x="9437" y="5477"/>
                </a:lnTo>
                <a:lnTo>
                  <a:pt x="9410" y="5689"/>
                </a:lnTo>
                <a:lnTo>
                  <a:pt x="9384" y="5902"/>
                </a:lnTo>
                <a:lnTo>
                  <a:pt x="9331" y="6115"/>
                </a:lnTo>
                <a:lnTo>
                  <a:pt x="9251" y="6301"/>
                </a:lnTo>
                <a:lnTo>
                  <a:pt x="9171" y="6487"/>
                </a:lnTo>
                <a:lnTo>
                  <a:pt x="9065" y="6673"/>
                </a:lnTo>
                <a:lnTo>
                  <a:pt x="8958" y="6832"/>
                </a:lnTo>
                <a:lnTo>
                  <a:pt x="8826" y="6992"/>
                </a:lnTo>
                <a:lnTo>
                  <a:pt x="8666" y="7125"/>
                </a:lnTo>
                <a:lnTo>
                  <a:pt x="8507" y="7258"/>
                </a:lnTo>
                <a:lnTo>
                  <a:pt x="8320" y="7390"/>
                </a:lnTo>
                <a:lnTo>
                  <a:pt x="8134" y="7470"/>
                </a:lnTo>
                <a:lnTo>
                  <a:pt x="7948" y="7550"/>
                </a:lnTo>
                <a:lnTo>
                  <a:pt x="7762" y="7630"/>
                </a:lnTo>
                <a:lnTo>
                  <a:pt x="7550" y="7656"/>
                </a:lnTo>
                <a:lnTo>
                  <a:pt x="7310" y="7683"/>
                </a:lnTo>
                <a:lnTo>
                  <a:pt x="3031" y="7683"/>
                </a:lnTo>
                <a:lnTo>
                  <a:pt x="2818" y="7656"/>
                </a:lnTo>
                <a:lnTo>
                  <a:pt x="2605" y="7630"/>
                </a:lnTo>
                <a:lnTo>
                  <a:pt x="2393" y="7550"/>
                </a:lnTo>
                <a:lnTo>
                  <a:pt x="2207" y="7470"/>
                </a:lnTo>
                <a:lnTo>
                  <a:pt x="2021" y="7390"/>
                </a:lnTo>
                <a:lnTo>
                  <a:pt x="1835" y="7258"/>
                </a:lnTo>
                <a:lnTo>
                  <a:pt x="1675" y="7125"/>
                </a:lnTo>
                <a:lnTo>
                  <a:pt x="1542" y="6992"/>
                </a:lnTo>
                <a:lnTo>
                  <a:pt x="1409" y="6832"/>
                </a:lnTo>
                <a:lnTo>
                  <a:pt x="1276" y="6673"/>
                </a:lnTo>
                <a:lnTo>
                  <a:pt x="1170" y="6487"/>
                </a:lnTo>
                <a:lnTo>
                  <a:pt x="1090" y="6301"/>
                </a:lnTo>
                <a:lnTo>
                  <a:pt x="1011" y="6115"/>
                </a:lnTo>
                <a:lnTo>
                  <a:pt x="957" y="5902"/>
                </a:lnTo>
                <a:lnTo>
                  <a:pt x="931" y="5689"/>
                </a:lnTo>
                <a:lnTo>
                  <a:pt x="931" y="5477"/>
                </a:lnTo>
                <a:lnTo>
                  <a:pt x="931" y="4520"/>
                </a:lnTo>
                <a:close/>
                <a:moveTo>
                  <a:pt x="7098" y="8082"/>
                </a:moveTo>
                <a:lnTo>
                  <a:pt x="7098" y="11059"/>
                </a:lnTo>
                <a:lnTo>
                  <a:pt x="3243" y="11059"/>
                </a:lnTo>
                <a:lnTo>
                  <a:pt x="3243" y="8082"/>
                </a:lnTo>
                <a:close/>
                <a:moveTo>
                  <a:pt x="5024" y="1"/>
                </a:moveTo>
                <a:lnTo>
                  <a:pt x="4891" y="54"/>
                </a:lnTo>
                <a:lnTo>
                  <a:pt x="4785" y="107"/>
                </a:lnTo>
                <a:lnTo>
                  <a:pt x="4679" y="214"/>
                </a:lnTo>
                <a:lnTo>
                  <a:pt x="4599" y="293"/>
                </a:lnTo>
                <a:lnTo>
                  <a:pt x="4519" y="426"/>
                </a:lnTo>
                <a:lnTo>
                  <a:pt x="4493" y="559"/>
                </a:lnTo>
                <a:lnTo>
                  <a:pt x="4466" y="692"/>
                </a:lnTo>
                <a:lnTo>
                  <a:pt x="4466" y="851"/>
                </a:lnTo>
                <a:lnTo>
                  <a:pt x="4121" y="851"/>
                </a:lnTo>
                <a:lnTo>
                  <a:pt x="4067" y="905"/>
                </a:lnTo>
                <a:lnTo>
                  <a:pt x="4014" y="958"/>
                </a:lnTo>
                <a:lnTo>
                  <a:pt x="3988" y="1038"/>
                </a:lnTo>
                <a:lnTo>
                  <a:pt x="3988" y="1649"/>
                </a:lnTo>
                <a:lnTo>
                  <a:pt x="4014" y="1729"/>
                </a:lnTo>
                <a:lnTo>
                  <a:pt x="4067" y="1782"/>
                </a:lnTo>
                <a:lnTo>
                  <a:pt x="4121" y="1835"/>
                </a:lnTo>
                <a:lnTo>
                  <a:pt x="4200" y="1862"/>
                </a:lnTo>
                <a:lnTo>
                  <a:pt x="4466" y="1862"/>
                </a:lnTo>
                <a:lnTo>
                  <a:pt x="4466" y="2898"/>
                </a:lnTo>
                <a:lnTo>
                  <a:pt x="3456" y="2898"/>
                </a:lnTo>
                <a:lnTo>
                  <a:pt x="3456" y="2712"/>
                </a:lnTo>
                <a:lnTo>
                  <a:pt x="3456" y="2579"/>
                </a:lnTo>
                <a:lnTo>
                  <a:pt x="3403" y="2420"/>
                </a:lnTo>
                <a:lnTo>
                  <a:pt x="3323" y="2287"/>
                </a:lnTo>
                <a:lnTo>
                  <a:pt x="3243" y="2181"/>
                </a:lnTo>
                <a:lnTo>
                  <a:pt x="3137" y="2101"/>
                </a:lnTo>
                <a:lnTo>
                  <a:pt x="3004" y="2021"/>
                </a:lnTo>
                <a:lnTo>
                  <a:pt x="2845" y="1968"/>
                </a:lnTo>
                <a:lnTo>
                  <a:pt x="2473" y="1968"/>
                </a:lnTo>
                <a:lnTo>
                  <a:pt x="2340" y="2021"/>
                </a:lnTo>
                <a:lnTo>
                  <a:pt x="2207" y="2101"/>
                </a:lnTo>
                <a:lnTo>
                  <a:pt x="2100" y="2181"/>
                </a:lnTo>
                <a:lnTo>
                  <a:pt x="1994" y="2287"/>
                </a:lnTo>
                <a:lnTo>
                  <a:pt x="1941" y="2420"/>
                </a:lnTo>
                <a:lnTo>
                  <a:pt x="1888" y="2579"/>
                </a:lnTo>
                <a:lnTo>
                  <a:pt x="1861" y="2712"/>
                </a:lnTo>
                <a:lnTo>
                  <a:pt x="1861" y="2898"/>
                </a:lnTo>
                <a:lnTo>
                  <a:pt x="825" y="2898"/>
                </a:lnTo>
                <a:lnTo>
                  <a:pt x="665" y="2925"/>
                </a:lnTo>
                <a:lnTo>
                  <a:pt x="532" y="2951"/>
                </a:lnTo>
                <a:lnTo>
                  <a:pt x="399" y="3005"/>
                </a:lnTo>
                <a:lnTo>
                  <a:pt x="293" y="3084"/>
                </a:lnTo>
                <a:lnTo>
                  <a:pt x="187" y="3191"/>
                </a:lnTo>
                <a:lnTo>
                  <a:pt x="107" y="3297"/>
                </a:lnTo>
                <a:lnTo>
                  <a:pt x="54" y="3430"/>
                </a:lnTo>
                <a:lnTo>
                  <a:pt x="27" y="3563"/>
                </a:lnTo>
                <a:lnTo>
                  <a:pt x="0" y="3722"/>
                </a:lnTo>
                <a:lnTo>
                  <a:pt x="27" y="3855"/>
                </a:lnTo>
                <a:lnTo>
                  <a:pt x="54" y="3988"/>
                </a:lnTo>
                <a:lnTo>
                  <a:pt x="107" y="4121"/>
                </a:lnTo>
                <a:lnTo>
                  <a:pt x="187" y="4227"/>
                </a:lnTo>
                <a:lnTo>
                  <a:pt x="266" y="4334"/>
                </a:lnTo>
                <a:lnTo>
                  <a:pt x="399" y="4413"/>
                </a:lnTo>
                <a:lnTo>
                  <a:pt x="532" y="4467"/>
                </a:lnTo>
                <a:lnTo>
                  <a:pt x="532" y="5477"/>
                </a:lnTo>
                <a:lnTo>
                  <a:pt x="532" y="5716"/>
                </a:lnTo>
                <a:lnTo>
                  <a:pt x="559" y="5955"/>
                </a:lnTo>
                <a:lnTo>
                  <a:pt x="612" y="6194"/>
                </a:lnTo>
                <a:lnTo>
                  <a:pt x="692" y="6407"/>
                </a:lnTo>
                <a:lnTo>
                  <a:pt x="798" y="6620"/>
                </a:lnTo>
                <a:lnTo>
                  <a:pt x="904" y="6832"/>
                </a:lnTo>
                <a:lnTo>
                  <a:pt x="1037" y="7018"/>
                </a:lnTo>
                <a:lnTo>
                  <a:pt x="1197" y="7204"/>
                </a:lnTo>
                <a:lnTo>
                  <a:pt x="1356" y="7390"/>
                </a:lnTo>
                <a:lnTo>
                  <a:pt x="1516" y="7523"/>
                </a:lnTo>
                <a:lnTo>
                  <a:pt x="1728" y="7656"/>
                </a:lnTo>
                <a:lnTo>
                  <a:pt x="1914" y="7789"/>
                </a:lnTo>
                <a:lnTo>
                  <a:pt x="2127" y="7896"/>
                </a:lnTo>
                <a:lnTo>
                  <a:pt x="2366" y="7975"/>
                </a:lnTo>
                <a:lnTo>
                  <a:pt x="2605" y="8028"/>
                </a:lnTo>
                <a:lnTo>
                  <a:pt x="2845" y="8082"/>
                </a:lnTo>
                <a:lnTo>
                  <a:pt x="2845" y="11271"/>
                </a:lnTo>
                <a:lnTo>
                  <a:pt x="2871" y="11351"/>
                </a:lnTo>
                <a:lnTo>
                  <a:pt x="2898" y="11404"/>
                </a:lnTo>
                <a:lnTo>
                  <a:pt x="2978" y="11457"/>
                </a:lnTo>
                <a:lnTo>
                  <a:pt x="7390" y="11457"/>
                </a:lnTo>
                <a:lnTo>
                  <a:pt x="7443" y="11404"/>
                </a:lnTo>
                <a:lnTo>
                  <a:pt x="7496" y="11351"/>
                </a:lnTo>
                <a:lnTo>
                  <a:pt x="7496" y="11271"/>
                </a:lnTo>
                <a:lnTo>
                  <a:pt x="7496" y="8082"/>
                </a:lnTo>
                <a:lnTo>
                  <a:pt x="7736" y="8028"/>
                </a:lnTo>
                <a:lnTo>
                  <a:pt x="7975" y="7975"/>
                </a:lnTo>
                <a:lnTo>
                  <a:pt x="8214" y="7896"/>
                </a:lnTo>
                <a:lnTo>
                  <a:pt x="8427" y="7789"/>
                </a:lnTo>
                <a:lnTo>
                  <a:pt x="8613" y="7656"/>
                </a:lnTo>
                <a:lnTo>
                  <a:pt x="8826" y="7523"/>
                </a:lnTo>
                <a:lnTo>
                  <a:pt x="8985" y="7390"/>
                </a:lnTo>
                <a:lnTo>
                  <a:pt x="9171" y="7204"/>
                </a:lnTo>
                <a:lnTo>
                  <a:pt x="9304" y="7018"/>
                </a:lnTo>
                <a:lnTo>
                  <a:pt x="9437" y="6832"/>
                </a:lnTo>
                <a:lnTo>
                  <a:pt x="9543" y="6620"/>
                </a:lnTo>
                <a:lnTo>
                  <a:pt x="9650" y="6407"/>
                </a:lnTo>
                <a:lnTo>
                  <a:pt x="9729" y="6194"/>
                </a:lnTo>
                <a:lnTo>
                  <a:pt x="9782" y="5955"/>
                </a:lnTo>
                <a:lnTo>
                  <a:pt x="9809" y="5716"/>
                </a:lnTo>
                <a:lnTo>
                  <a:pt x="9836" y="5477"/>
                </a:lnTo>
                <a:lnTo>
                  <a:pt x="9836" y="4467"/>
                </a:lnTo>
                <a:lnTo>
                  <a:pt x="9942" y="4413"/>
                </a:lnTo>
                <a:lnTo>
                  <a:pt x="10048" y="4360"/>
                </a:lnTo>
                <a:lnTo>
                  <a:pt x="10128" y="4254"/>
                </a:lnTo>
                <a:lnTo>
                  <a:pt x="10208" y="4174"/>
                </a:lnTo>
                <a:lnTo>
                  <a:pt x="10261" y="4068"/>
                </a:lnTo>
                <a:lnTo>
                  <a:pt x="10314" y="3962"/>
                </a:lnTo>
                <a:lnTo>
                  <a:pt x="10341" y="3829"/>
                </a:lnTo>
                <a:lnTo>
                  <a:pt x="10341" y="3722"/>
                </a:lnTo>
                <a:lnTo>
                  <a:pt x="10314" y="3563"/>
                </a:lnTo>
                <a:lnTo>
                  <a:pt x="10288" y="3403"/>
                </a:lnTo>
                <a:lnTo>
                  <a:pt x="10208" y="3270"/>
                </a:lnTo>
                <a:lnTo>
                  <a:pt x="10101" y="3137"/>
                </a:lnTo>
                <a:lnTo>
                  <a:pt x="9995" y="3058"/>
                </a:lnTo>
                <a:lnTo>
                  <a:pt x="9836" y="2978"/>
                </a:lnTo>
                <a:lnTo>
                  <a:pt x="9703" y="2925"/>
                </a:lnTo>
                <a:lnTo>
                  <a:pt x="9543" y="2898"/>
                </a:lnTo>
                <a:lnTo>
                  <a:pt x="8480" y="2898"/>
                </a:lnTo>
                <a:lnTo>
                  <a:pt x="8480" y="2712"/>
                </a:lnTo>
                <a:lnTo>
                  <a:pt x="8453" y="2579"/>
                </a:lnTo>
                <a:lnTo>
                  <a:pt x="8400" y="2420"/>
                </a:lnTo>
                <a:lnTo>
                  <a:pt x="8347" y="2287"/>
                </a:lnTo>
                <a:lnTo>
                  <a:pt x="8241" y="2181"/>
                </a:lnTo>
                <a:lnTo>
                  <a:pt x="8134" y="2101"/>
                </a:lnTo>
                <a:lnTo>
                  <a:pt x="8002" y="2021"/>
                </a:lnTo>
                <a:lnTo>
                  <a:pt x="7869" y="1968"/>
                </a:lnTo>
                <a:lnTo>
                  <a:pt x="7496" y="1968"/>
                </a:lnTo>
                <a:lnTo>
                  <a:pt x="7337" y="2021"/>
                </a:lnTo>
                <a:lnTo>
                  <a:pt x="7231" y="2101"/>
                </a:lnTo>
                <a:lnTo>
                  <a:pt x="7098" y="2181"/>
                </a:lnTo>
                <a:lnTo>
                  <a:pt x="7018" y="2287"/>
                </a:lnTo>
                <a:lnTo>
                  <a:pt x="6938" y="2420"/>
                </a:lnTo>
                <a:lnTo>
                  <a:pt x="6912" y="2579"/>
                </a:lnTo>
                <a:lnTo>
                  <a:pt x="6885" y="2712"/>
                </a:lnTo>
                <a:lnTo>
                  <a:pt x="6885" y="2898"/>
                </a:lnTo>
                <a:lnTo>
                  <a:pt x="5875" y="2898"/>
                </a:lnTo>
                <a:lnTo>
                  <a:pt x="5875" y="1862"/>
                </a:lnTo>
                <a:lnTo>
                  <a:pt x="6141" y="1862"/>
                </a:lnTo>
                <a:lnTo>
                  <a:pt x="6221" y="1835"/>
                </a:lnTo>
                <a:lnTo>
                  <a:pt x="6274" y="1782"/>
                </a:lnTo>
                <a:lnTo>
                  <a:pt x="6327" y="1729"/>
                </a:lnTo>
                <a:lnTo>
                  <a:pt x="6353" y="1649"/>
                </a:lnTo>
                <a:lnTo>
                  <a:pt x="6353" y="1038"/>
                </a:lnTo>
                <a:lnTo>
                  <a:pt x="6327" y="958"/>
                </a:lnTo>
                <a:lnTo>
                  <a:pt x="6274" y="905"/>
                </a:lnTo>
                <a:lnTo>
                  <a:pt x="6221" y="851"/>
                </a:lnTo>
                <a:lnTo>
                  <a:pt x="5875" y="851"/>
                </a:lnTo>
                <a:lnTo>
                  <a:pt x="5875" y="692"/>
                </a:lnTo>
                <a:lnTo>
                  <a:pt x="5848" y="559"/>
                </a:lnTo>
                <a:lnTo>
                  <a:pt x="5822" y="426"/>
                </a:lnTo>
                <a:lnTo>
                  <a:pt x="5742" y="293"/>
                </a:lnTo>
                <a:lnTo>
                  <a:pt x="5662" y="214"/>
                </a:lnTo>
                <a:lnTo>
                  <a:pt x="5556" y="107"/>
                </a:lnTo>
                <a:lnTo>
                  <a:pt x="5450" y="54"/>
                </a:lnTo>
                <a:lnTo>
                  <a:pt x="531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36" name="Google Shape;1436;p87"/>
          <p:cNvGrpSpPr/>
          <p:nvPr/>
        </p:nvGrpSpPr>
        <p:grpSpPr>
          <a:xfrm>
            <a:off x="7993940" y="1977584"/>
            <a:ext cx="269950" cy="253465"/>
            <a:chOff x="7120700" y="2051075"/>
            <a:chExt cx="261175" cy="245225"/>
          </a:xfrm>
        </p:grpSpPr>
        <p:sp>
          <p:nvSpPr>
            <p:cNvPr id="1437" name="Google Shape;1437;p87"/>
            <p:cNvSpPr/>
            <p:nvPr/>
          </p:nvSpPr>
          <p:spPr>
            <a:xfrm>
              <a:off x="7191800" y="2160050"/>
              <a:ext cx="28600" cy="27925"/>
            </a:xfrm>
            <a:custGeom>
              <a:rect b="b" l="l" r="r" t="t"/>
              <a:pathLst>
                <a:path extrusionOk="0" h="1117" w="1144">
                  <a:moveTo>
                    <a:pt x="586" y="399"/>
                  </a:moveTo>
                  <a:lnTo>
                    <a:pt x="639" y="426"/>
                  </a:lnTo>
                  <a:lnTo>
                    <a:pt x="692" y="452"/>
                  </a:lnTo>
                  <a:lnTo>
                    <a:pt x="718" y="505"/>
                  </a:lnTo>
                  <a:lnTo>
                    <a:pt x="745" y="559"/>
                  </a:lnTo>
                  <a:lnTo>
                    <a:pt x="718" y="638"/>
                  </a:lnTo>
                  <a:lnTo>
                    <a:pt x="692" y="665"/>
                  </a:lnTo>
                  <a:lnTo>
                    <a:pt x="639" y="718"/>
                  </a:lnTo>
                  <a:lnTo>
                    <a:pt x="506" y="718"/>
                  </a:lnTo>
                  <a:lnTo>
                    <a:pt x="453" y="665"/>
                  </a:lnTo>
                  <a:lnTo>
                    <a:pt x="426" y="638"/>
                  </a:lnTo>
                  <a:lnTo>
                    <a:pt x="399" y="559"/>
                  </a:lnTo>
                  <a:lnTo>
                    <a:pt x="426" y="505"/>
                  </a:lnTo>
                  <a:lnTo>
                    <a:pt x="453" y="452"/>
                  </a:lnTo>
                  <a:lnTo>
                    <a:pt x="506" y="426"/>
                  </a:lnTo>
                  <a:lnTo>
                    <a:pt x="586" y="399"/>
                  </a:lnTo>
                  <a:close/>
                  <a:moveTo>
                    <a:pt x="453" y="0"/>
                  </a:moveTo>
                  <a:lnTo>
                    <a:pt x="346" y="54"/>
                  </a:lnTo>
                  <a:lnTo>
                    <a:pt x="267" y="107"/>
                  </a:lnTo>
                  <a:lnTo>
                    <a:pt x="187" y="160"/>
                  </a:lnTo>
                  <a:lnTo>
                    <a:pt x="107" y="240"/>
                  </a:lnTo>
                  <a:lnTo>
                    <a:pt x="54" y="346"/>
                  </a:lnTo>
                  <a:lnTo>
                    <a:pt x="27" y="452"/>
                  </a:lnTo>
                  <a:lnTo>
                    <a:pt x="1" y="559"/>
                  </a:lnTo>
                  <a:lnTo>
                    <a:pt x="27" y="665"/>
                  </a:lnTo>
                  <a:lnTo>
                    <a:pt x="54" y="771"/>
                  </a:lnTo>
                  <a:lnTo>
                    <a:pt x="107" y="878"/>
                  </a:lnTo>
                  <a:lnTo>
                    <a:pt x="187" y="957"/>
                  </a:lnTo>
                  <a:lnTo>
                    <a:pt x="267" y="1037"/>
                  </a:lnTo>
                  <a:lnTo>
                    <a:pt x="346" y="1090"/>
                  </a:lnTo>
                  <a:lnTo>
                    <a:pt x="453" y="1117"/>
                  </a:lnTo>
                  <a:lnTo>
                    <a:pt x="692" y="1117"/>
                  </a:lnTo>
                  <a:lnTo>
                    <a:pt x="798" y="1090"/>
                  </a:lnTo>
                  <a:lnTo>
                    <a:pt x="878" y="1037"/>
                  </a:lnTo>
                  <a:lnTo>
                    <a:pt x="958" y="957"/>
                  </a:lnTo>
                  <a:lnTo>
                    <a:pt x="1037" y="878"/>
                  </a:lnTo>
                  <a:lnTo>
                    <a:pt x="1091" y="771"/>
                  </a:lnTo>
                  <a:lnTo>
                    <a:pt x="1117" y="665"/>
                  </a:lnTo>
                  <a:lnTo>
                    <a:pt x="1144" y="559"/>
                  </a:lnTo>
                  <a:lnTo>
                    <a:pt x="1117" y="452"/>
                  </a:lnTo>
                  <a:lnTo>
                    <a:pt x="1091" y="346"/>
                  </a:lnTo>
                  <a:lnTo>
                    <a:pt x="1037" y="240"/>
                  </a:lnTo>
                  <a:lnTo>
                    <a:pt x="958" y="160"/>
                  </a:lnTo>
                  <a:lnTo>
                    <a:pt x="878" y="107"/>
                  </a:lnTo>
                  <a:lnTo>
                    <a:pt x="798" y="54"/>
                  </a:lnTo>
                  <a:lnTo>
                    <a:pt x="69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87"/>
            <p:cNvSpPr/>
            <p:nvPr/>
          </p:nvSpPr>
          <p:spPr>
            <a:xfrm>
              <a:off x="7282850" y="2160050"/>
              <a:ext cx="27925" cy="27925"/>
            </a:xfrm>
            <a:custGeom>
              <a:rect b="b" l="l" r="r" t="t"/>
              <a:pathLst>
                <a:path extrusionOk="0" h="1117" w="1117">
                  <a:moveTo>
                    <a:pt x="559" y="399"/>
                  </a:moveTo>
                  <a:lnTo>
                    <a:pt x="612" y="426"/>
                  </a:lnTo>
                  <a:lnTo>
                    <a:pt x="665" y="452"/>
                  </a:lnTo>
                  <a:lnTo>
                    <a:pt x="718" y="505"/>
                  </a:lnTo>
                  <a:lnTo>
                    <a:pt x="718" y="559"/>
                  </a:lnTo>
                  <a:lnTo>
                    <a:pt x="718" y="638"/>
                  </a:lnTo>
                  <a:lnTo>
                    <a:pt x="665" y="665"/>
                  </a:lnTo>
                  <a:lnTo>
                    <a:pt x="612" y="718"/>
                  </a:lnTo>
                  <a:lnTo>
                    <a:pt x="505" y="718"/>
                  </a:lnTo>
                  <a:lnTo>
                    <a:pt x="452" y="665"/>
                  </a:lnTo>
                  <a:lnTo>
                    <a:pt x="399" y="638"/>
                  </a:lnTo>
                  <a:lnTo>
                    <a:pt x="399" y="559"/>
                  </a:lnTo>
                  <a:lnTo>
                    <a:pt x="399" y="505"/>
                  </a:lnTo>
                  <a:lnTo>
                    <a:pt x="452" y="452"/>
                  </a:lnTo>
                  <a:lnTo>
                    <a:pt x="505" y="426"/>
                  </a:lnTo>
                  <a:lnTo>
                    <a:pt x="559" y="399"/>
                  </a:lnTo>
                  <a:close/>
                  <a:moveTo>
                    <a:pt x="452" y="0"/>
                  </a:moveTo>
                  <a:lnTo>
                    <a:pt x="346" y="54"/>
                  </a:lnTo>
                  <a:lnTo>
                    <a:pt x="240" y="107"/>
                  </a:lnTo>
                  <a:lnTo>
                    <a:pt x="160" y="160"/>
                  </a:lnTo>
                  <a:lnTo>
                    <a:pt x="80" y="240"/>
                  </a:lnTo>
                  <a:lnTo>
                    <a:pt x="54" y="346"/>
                  </a:lnTo>
                  <a:lnTo>
                    <a:pt x="0" y="452"/>
                  </a:lnTo>
                  <a:lnTo>
                    <a:pt x="0" y="559"/>
                  </a:lnTo>
                  <a:lnTo>
                    <a:pt x="0" y="665"/>
                  </a:lnTo>
                  <a:lnTo>
                    <a:pt x="54" y="771"/>
                  </a:lnTo>
                  <a:lnTo>
                    <a:pt x="80" y="878"/>
                  </a:lnTo>
                  <a:lnTo>
                    <a:pt x="160" y="957"/>
                  </a:lnTo>
                  <a:lnTo>
                    <a:pt x="240" y="1037"/>
                  </a:lnTo>
                  <a:lnTo>
                    <a:pt x="346" y="1090"/>
                  </a:lnTo>
                  <a:lnTo>
                    <a:pt x="452" y="1117"/>
                  </a:lnTo>
                  <a:lnTo>
                    <a:pt x="665" y="1117"/>
                  </a:lnTo>
                  <a:lnTo>
                    <a:pt x="771" y="1090"/>
                  </a:lnTo>
                  <a:lnTo>
                    <a:pt x="878" y="1037"/>
                  </a:lnTo>
                  <a:lnTo>
                    <a:pt x="957" y="957"/>
                  </a:lnTo>
                  <a:lnTo>
                    <a:pt x="1037" y="878"/>
                  </a:lnTo>
                  <a:lnTo>
                    <a:pt x="1090" y="771"/>
                  </a:lnTo>
                  <a:lnTo>
                    <a:pt x="1117" y="665"/>
                  </a:lnTo>
                  <a:lnTo>
                    <a:pt x="1117" y="559"/>
                  </a:lnTo>
                  <a:lnTo>
                    <a:pt x="1117" y="452"/>
                  </a:lnTo>
                  <a:lnTo>
                    <a:pt x="1090" y="346"/>
                  </a:lnTo>
                  <a:lnTo>
                    <a:pt x="1037" y="240"/>
                  </a:lnTo>
                  <a:lnTo>
                    <a:pt x="957" y="160"/>
                  </a:lnTo>
                  <a:lnTo>
                    <a:pt x="878" y="107"/>
                  </a:lnTo>
                  <a:lnTo>
                    <a:pt x="771" y="54"/>
                  </a:lnTo>
                  <a:lnTo>
                    <a:pt x="66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9" name="Google Shape;1439;p87"/>
            <p:cNvSpPr/>
            <p:nvPr/>
          </p:nvSpPr>
          <p:spPr>
            <a:xfrm>
              <a:off x="7120700" y="2051075"/>
              <a:ext cx="261175" cy="245225"/>
            </a:xfrm>
            <a:custGeom>
              <a:rect b="b" l="l" r="r" t="t"/>
              <a:pathLst>
                <a:path extrusionOk="0" h="9809" w="10447">
                  <a:moveTo>
                    <a:pt x="798" y="1037"/>
                  </a:moveTo>
                  <a:lnTo>
                    <a:pt x="878" y="1116"/>
                  </a:lnTo>
                  <a:lnTo>
                    <a:pt x="1090" y="1276"/>
                  </a:lnTo>
                  <a:lnTo>
                    <a:pt x="1330" y="1409"/>
                  </a:lnTo>
                  <a:lnTo>
                    <a:pt x="1595" y="1515"/>
                  </a:lnTo>
                  <a:lnTo>
                    <a:pt x="1888" y="1595"/>
                  </a:lnTo>
                  <a:lnTo>
                    <a:pt x="2154" y="1675"/>
                  </a:lnTo>
                  <a:lnTo>
                    <a:pt x="2446" y="1728"/>
                  </a:lnTo>
                  <a:lnTo>
                    <a:pt x="3031" y="1808"/>
                  </a:lnTo>
                  <a:lnTo>
                    <a:pt x="2738" y="1967"/>
                  </a:lnTo>
                  <a:lnTo>
                    <a:pt x="2473" y="2153"/>
                  </a:lnTo>
                  <a:lnTo>
                    <a:pt x="2180" y="2339"/>
                  </a:lnTo>
                  <a:lnTo>
                    <a:pt x="1941" y="2552"/>
                  </a:lnTo>
                  <a:lnTo>
                    <a:pt x="1728" y="2446"/>
                  </a:lnTo>
                  <a:lnTo>
                    <a:pt x="1542" y="2313"/>
                  </a:lnTo>
                  <a:lnTo>
                    <a:pt x="1383" y="2180"/>
                  </a:lnTo>
                  <a:lnTo>
                    <a:pt x="1223" y="2020"/>
                  </a:lnTo>
                  <a:lnTo>
                    <a:pt x="1064" y="1781"/>
                  </a:lnTo>
                  <a:lnTo>
                    <a:pt x="931" y="1568"/>
                  </a:lnTo>
                  <a:lnTo>
                    <a:pt x="851" y="1303"/>
                  </a:lnTo>
                  <a:lnTo>
                    <a:pt x="798" y="1037"/>
                  </a:lnTo>
                  <a:close/>
                  <a:moveTo>
                    <a:pt x="9676" y="1063"/>
                  </a:moveTo>
                  <a:lnTo>
                    <a:pt x="9623" y="1303"/>
                  </a:lnTo>
                  <a:lnTo>
                    <a:pt x="9517" y="1568"/>
                  </a:lnTo>
                  <a:lnTo>
                    <a:pt x="9384" y="1808"/>
                  </a:lnTo>
                  <a:lnTo>
                    <a:pt x="9224" y="2020"/>
                  </a:lnTo>
                  <a:lnTo>
                    <a:pt x="9065" y="2180"/>
                  </a:lnTo>
                  <a:lnTo>
                    <a:pt x="8905" y="2313"/>
                  </a:lnTo>
                  <a:lnTo>
                    <a:pt x="8719" y="2446"/>
                  </a:lnTo>
                  <a:lnTo>
                    <a:pt x="8533" y="2552"/>
                  </a:lnTo>
                  <a:lnTo>
                    <a:pt x="8267" y="2339"/>
                  </a:lnTo>
                  <a:lnTo>
                    <a:pt x="8002" y="2153"/>
                  </a:lnTo>
                  <a:lnTo>
                    <a:pt x="7736" y="1967"/>
                  </a:lnTo>
                  <a:lnTo>
                    <a:pt x="7443" y="1808"/>
                  </a:lnTo>
                  <a:lnTo>
                    <a:pt x="8002" y="1728"/>
                  </a:lnTo>
                  <a:lnTo>
                    <a:pt x="8294" y="1675"/>
                  </a:lnTo>
                  <a:lnTo>
                    <a:pt x="8586" y="1595"/>
                  </a:lnTo>
                  <a:lnTo>
                    <a:pt x="8852" y="1515"/>
                  </a:lnTo>
                  <a:lnTo>
                    <a:pt x="9118" y="1409"/>
                  </a:lnTo>
                  <a:lnTo>
                    <a:pt x="9357" y="1276"/>
                  </a:lnTo>
                  <a:lnTo>
                    <a:pt x="9570" y="1143"/>
                  </a:lnTo>
                  <a:lnTo>
                    <a:pt x="9676" y="1063"/>
                  </a:lnTo>
                  <a:close/>
                  <a:moveTo>
                    <a:pt x="5237" y="1675"/>
                  </a:moveTo>
                  <a:lnTo>
                    <a:pt x="5689" y="1701"/>
                  </a:lnTo>
                  <a:lnTo>
                    <a:pt x="6167" y="1781"/>
                  </a:lnTo>
                  <a:lnTo>
                    <a:pt x="6274" y="1808"/>
                  </a:lnTo>
                  <a:lnTo>
                    <a:pt x="6779" y="1967"/>
                  </a:lnTo>
                  <a:lnTo>
                    <a:pt x="7257" y="2153"/>
                  </a:lnTo>
                  <a:lnTo>
                    <a:pt x="7683" y="2419"/>
                  </a:lnTo>
                  <a:lnTo>
                    <a:pt x="8108" y="2711"/>
                  </a:lnTo>
                  <a:lnTo>
                    <a:pt x="7815" y="2818"/>
                  </a:lnTo>
                  <a:lnTo>
                    <a:pt x="7523" y="2871"/>
                  </a:lnTo>
                  <a:lnTo>
                    <a:pt x="7204" y="2897"/>
                  </a:lnTo>
                  <a:lnTo>
                    <a:pt x="6912" y="2897"/>
                  </a:lnTo>
                  <a:lnTo>
                    <a:pt x="6859" y="2924"/>
                  </a:lnTo>
                  <a:lnTo>
                    <a:pt x="6593" y="2951"/>
                  </a:lnTo>
                  <a:lnTo>
                    <a:pt x="6353" y="3030"/>
                  </a:lnTo>
                  <a:lnTo>
                    <a:pt x="6114" y="3137"/>
                  </a:lnTo>
                  <a:lnTo>
                    <a:pt x="5902" y="3270"/>
                  </a:lnTo>
                  <a:lnTo>
                    <a:pt x="5689" y="3429"/>
                  </a:lnTo>
                  <a:lnTo>
                    <a:pt x="5503" y="3615"/>
                  </a:lnTo>
                  <a:lnTo>
                    <a:pt x="5370" y="3828"/>
                  </a:lnTo>
                  <a:lnTo>
                    <a:pt x="5237" y="4067"/>
                  </a:lnTo>
                  <a:lnTo>
                    <a:pt x="5104" y="3828"/>
                  </a:lnTo>
                  <a:lnTo>
                    <a:pt x="4945" y="3615"/>
                  </a:lnTo>
                  <a:lnTo>
                    <a:pt x="4759" y="3429"/>
                  </a:lnTo>
                  <a:lnTo>
                    <a:pt x="4573" y="3270"/>
                  </a:lnTo>
                  <a:lnTo>
                    <a:pt x="4360" y="3137"/>
                  </a:lnTo>
                  <a:lnTo>
                    <a:pt x="4121" y="3030"/>
                  </a:lnTo>
                  <a:lnTo>
                    <a:pt x="3881" y="2951"/>
                  </a:lnTo>
                  <a:lnTo>
                    <a:pt x="3616" y="2924"/>
                  </a:lnTo>
                  <a:lnTo>
                    <a:pt x="3562" y="2897"/>
                  </a:lnTo>
                  <a:lnTo>
                    <a:pt x="3243" y="2897"/>
                  </a:lnTo>
                  <a:lnTo>
                    <a:pt x="2951" y="2871"/>
                  </a:lnTo>
                  <a:lnTo>
                    <a:pt x="2659" y="2791"/>
                  </a:lnTo>
                  <a:lnTo>
                    <a:pt x="2340" y="2711"/>
                  </a:lnTo>
                  <a:lnTo>
                    <a:pt x="2765" y="2419"/>
                  </a:lnTo>
                  <a:lnTo>
                    <a:pt x="3217" y="2153"/>
                  </a:lnTo>
                  <a:lnTo>
                    <a:pt x="3669" y="1967"/>
                  </a:lnTo>
                  <a:lnTo>
                    <a:pt x="4174" y="1808"/>
                  </a:lnTo>
                  <a:lnTo>
                    <a:pt x="4307" y="1781"/>
                  </a:lnTo>
                  <a:lnTo>
                    <a:pt x="4759" y="1701"/>
                  </a:lnTo>
                  <a:lnTo>
                    <a:pt x="5237" y="1675"/>
                  </a:lnTo>
                  <a:close/>
                  <a:moveTo>
                    <a:pt x="10022" y="1276"/>
                  </a:moveTo>
                  <a:lnTo>
                    <a:pt x="10048" y="1595"/>
                  </a:lnTo>
                  <a:lnTo>
                    <a:pt x="10048" y="1887"/>
                  </a:lnTo>
                  <a:lnTo>
                    <a:pt x="9995" y="2153"/>
                  </a:lnTo>
                  <a:lnTo>
                    <a:pt x="9915" y="2419"/>
                  </a:lnTo>
                  <a:lnTo>
                    <a:pt x="9809" y="2658"/>
                  </a:lnTo>
                  <a:lnTo>
                    <a:pt x="9676" y="2871"/>
                  </a:lnTo>
                  <a:lnTo>
                    <a:pt x="9543" y="3057"/>
                  </a:lnTo>
                  <a:lnTo>
                    <a:pt x="9384" y="3243"/>
                  </a:lnTo>
                  <a:lnTo>
                    <a:pt x="9277" y="3402"/>
                  </a:lnTo>
                  <a:lnTo>
                    <a:pt x="9171" y="3535"/>
                  </a:lnTo>
                  <a:lnTo>
                    <a:pt x="9118" y="3721"/>
                  </a:lnTo>
                  <a:lnTo>
                    <a:pt x="9065" y="3881"/>
                  </a:lnTo>
                  <a:lnTo>
                    <a:pt x="9012" y="4040"/>
                  </a:lnTo>
                  <a:lnTo>
                    <a:pt x="9012" y="4226"/>
                  </a:lnTo>
                  <a:lnTo>
                    <a:pt x="9012" y="4413"/>
                  </a:lnTo>
                  <a:lnTo>
                    <a:pt x="9038" y="4599"/>
                  </a:lnTo>
                  <a:lnTo>
                    <a:pt x="9012" y="4439"/>
                  </a:lnTo>
                  <a:lnTo>
                    <a:pt x="8905" y="4147"/>
                  </a:lnTo>
                  <a:lnTo>
                    <a:pt x="8746" y="3854"/>
                  </a:lnTo>
                  <a:lnTo>
                    <a:pt x="8560" y="3589"/>
                  </a:lnTo>
                  <a:lnTo>
                    <a:pt x="8321" y="3349"/>
                  </a:lnTo>
                  <a:lnTo>
                    <a:pt x="8028" y="3163"/>
                  </a:lnTo>
                  <a:lnTo>
                    <a:pt x="8241" y="3110"/>
                  </a:lnTo>
                  <a:lnTo>
                    <a:pt x="8453" y="3030"/>
                  </a:lnTo>
                  <a:lnTo>
                    <a:pt x="8666" y="2951"/>
                  </a:lnTo>
                  <a:lnTo>
                    <a:pt x="8852" y="2844"/>
                  </a:lnTo>
                  <a:lnTo>
                    <a:pt x="9038" y="2711"/>
                  </a:lnTo>
                  <a:lnTo>
                    <a:pt x="9224" y="2578"/>
                  </a:lnTo>
                  <a:lnTo>
                    <a:pt x="9384" y="2419"/>
                  </a:lnTo>
                  <a:lnTo>
                    <a:pt x="9543" y="2259"/>
                  </a:lnTo>
                  <a:lnTo>
                    <a:pt x="9703" y="2047"/>
                  </a:lnTo>
                  <a:lnTo>
                    <a:pt x="9836" y="1808"/>
                  </a:lnTo>
                  <a:lnTo>
                    <a:pt x="9969" y="1542"/>
                  </a:lnTo>
                  <a:lnTo>
                    <a:pt x="10022" y="1276"/>
                  </a:lnTo>
                  <a:close/>
                  <a:moveTo>
                    <a:pt x="3403" y="3296"/>
                  </a:moveTo>
                  <a:lnTo>
                    <a:pt x="3589" y="3323"/>
                  </a:lnTo>
                  <a:lnTo>
                    <a:pt x="3749" y="3349"/>
                  </a:lnTo>
                  <a:lnTo>
                    <a:pt x="4041" y="3429"/>
                  </a:lnTo>
                  <a:lnTo>
                    <a:pt x="4307" y="3589"/>
                  </a:lnTo>
                  <a:lnTo>
                    <a:pt x="4546" y="3775"/>
                  </a:lnTo>
                  <a:lnTo>
                    <a:pt x="4759" y="4014"/>
                  </a:lnTo>
                  <a:lnTo>
                    <a:pt x="4892" y="4306"/>
                  </a:lnTo>
                  <a:lnTo>
                    <a:pt x="4998" y="4599"/>
                  </a:lnTo>
                  <a:lnTo>
                    <a:pt x="5024" y="4758"/>
                  </a:lnTo>
                  <a:lnTo>
                    <a:pt x="5024" y="4918"/>
                  </a:lnTo>
                  <a:lnTo>
                    <a:pt x="4998" y="5157"/>
                  </a:lnTo>
                  <a:lnTo>
                    <a:pt x="4971" y="5396"/>
                  </a:lnTo>
                  <a:lnTo>
                    <a:pt x="4865" y="5609"/>
                  </a:lnTo>
                  <a:lnTo>
                    <a:pt x="4759" y="5795"/>
                  </a:lnTo>
                  <a:lnTo>
                    <a:pt x="4626" y="5981"/>
                  </a:lnTo>
                  <a:lnTo>
                    <a:pt x="4466" y="6140"/>
                  </a:lnTo>
                  <a:lnTo>
                    <a:pt x="4280" y="6300"/>
                  </a:lnTo>
                  <a:lnTo>
                    <a:pt x="4067" y="6406"/>
                  </a:lnTo>
                  <a:lnTo>
                    <a:pt x="3908" y="6459"/>
                  </a:lnTo>
                  <a:lnTo>
                    <a:pt x="3749" y="6512"/>
                  </a:lnTo>
                  <a:lnTo>
                    <a:pt x="3589" y="6512"/>
                  </a:lnTo>
                  <a:lnTo>
                    <a:pt x="3430" y="6539"/>
                  </a:lnTo>
                  <a:lnTo>
                    <a:pt x="3243" y="6512"/>
                  </a:lnTo>
                  <a:lnTo>
                    <a:pt x="3084" y="6512"/>
                  </a:lnTo>
                  <a:lnTo>
                    <a:pt x="2792" y="6406"/>
                  </a:lnTo>
                  <a:lnTo>
                    <a:pt x="2526" y="6247"/>
                  </a:lnTo>
                  <a:lnTo>
                    <a:pt x="2287" y="6061"/>
                  </a:lnTo>
                  <a:lnTo>
                    <a:pt x="2074" y="5821"/>
                  </a:lnTo>
                  <a:lnTo>
                    <a:pt x="1941" y="5556"/>
                  </a:lnTo>
                  <a:lnTo>
                    <a:pt x="1835" y="5237"/>
                  </a:lnTo>
                  <a:lnTo>
                    <a:pt x="1808" y="5077"/>
                  </a:lnTo>
                  <a:lnTo>
                    <a:pt x="1808" y="4918"/>
                  </a:lnTo>
                  <a:lnTo>
                    <a:pt x="1808" y="4758"/>
                  </a:lnTo>
                  <a:lnTo>
                    <a:pt x="1835" y="4599"/>
                  </a:lnTo>
                  <a:lnTo>
                    <a:pt x="1941" y="4306"/>
                  </a:lnTo>
                  <a:lnTo>
                    <a:pt x="2074" y="4014"/>
                  </a:lnTo>
                  <a:lnTo>
                    <a:pt x="2287" y="3775"/>
                  </a:lnTo>
                  <a:lnTo>
                    <a:pt x="2526" y="3589"/>
                  </a:lnTo>
                  <a:lnTo>
                    <a:pt x="2792" y="3429"/>
                  </a:lnTo>
                  <a:lnTo>
                    <a:pt x="3084" y="3349"/>
                  </a:lnTo>
                  <a:lnTo>
                    <a:pt x="3243" y="3323"/>
                  </a:lnTo>
                  <a:lnTo>
                    <a:pt x="3403" y="3296"/>
                  </a:lnTo>
                  <a:close/>
                  <a:moveTo>
                    <a:pt x="7124" y="3323"/>
                  </a:moveTo>
                  <a:lnTo>
                    <a:pt x="7364" y="3349"/>
                  </a:lnTo>
                  <a:lnTo>
                    <a:pt x="7629" y="3402"/>
                  </a:lnTo>
                  <a:lnTo>
                    <a:pt x="7869" y="3535"/>
                  </a:lnTo>
                  <a:lnTo>
                    <a:pt x="8081" y="3695"/>
                  </a:lnTo>
                  <a:lnTo>
                    <a:pt x="8267" y="3881"/>
                  </a:lnTo>
                  <a:lnTo>
                    <a:pt x="8427" y="4094"/>
                  </a:lnTo>
                  <a:lnTo>
                    <a:pt x="8533" y="4306"/>
                  </a:lnTo>
                  <a:lnTo>
                    <a:pt x="8613" y="4572"/>
                  </a:lnTo>
                  <a:lnTo>
                    <a:pt x="8666" y="4811"/>
                  </a:lnTo>
                  <a:lnTo>
                    <a:pt x="8639" y="5077"/>
                  </a:lnTo>
                  <a:lnTo>
                    <a:pt x="8613" y="5343"/>
                  </a:lnTo>
                  <a:lnTo>
                    <a:pt x="8507" y="5609"/>
                  </a:lnTo>
                  <a:lnTo>
                    <a:pt x="8374" y="5821"/>
                  </a:lnTo>
                  <a:lnTo>
                    <a:pt x="8214" y="6034"/>
                  </a:lnTo>
                  <a:lnTo>
                    <a:pt x="8028" y="6193"/>
                  </a:lnTo>
                  <a:lnTo>
                    <a:pt x="7815" y="6353"/>
                  </a:lnTo>
                  <a:lnTo>
                    <a:pt x="7576" y="6459"/>
                  </a:lnTo>
                  <a:lnTo>
                    <a:pt x="7310" y="6512"/>
                  </a:lnTo>
                  <a:lnTo>
                    <a:pt x="7045" y="6539"/>
                  </a:lnTo>
                  <a:lnTo>
                    <a:pt x="6885" y="6539"/>
                  </a:lnTo>
                  <a:lnTo>
                    <a:pt x="6726" y="6512"/>
                  </a:lnTo>
                  <a:lnTo>
                    <a:pt x="6566" y="6459"/>
                  </a:lnTo>
                  <a:lnTo>
                    <a:pt x="6407" y="6406"/>
                  </a:lnTo>
                  <a:lnTo>
                    <a:pt x="6274" y="6353"/>
                  </a:lnTo>
                  <a:lnTo>
                    <a:pt x="6088" y="6220"/>
                  </a:lnTo>
                  <a:lnTo>
                    <a:pt x="5902" y="6061"/>
                  </a:lnTo>
                  <a:lnTo>
                    <a:pt x="5769" y="5901"/>
                  </a:lnTo>
                  <a:lnTo>
                    <a:pt x="5636" y="5688"/>
                  </a:lnTo>
                  <a:lnTo>
                    <a:pt x="5529" y="5449"/>
                  </a:lnTo>
                  <a:lnTo>
                    <a:pt x="5450" y="5210"/>
                  </a:lnTo>
                  <a:lnTo>
                    <a:pt x="5423" y="4944"/>
                  </a:lnTo>
                  <a:lnTo>
                    <a:pt x="5450" y="4678"/>
                  </a:lnTo>
                  <a:lnTo>
                    <a:pt x="5503" y="4439"/>
                  </a:lnTo>
                  <a:lnTo>
                    <a:pt x="5609" y="4200"/>
                  </a:lnTo>
                  <a:lnTo>
                    <a:pt x="5742" y="3961"/>
                  </a:lnTo>
                  <a:lnTo>
                    <a:pt x="5928" y="3775"/>
                  </a:lnTo>
                  <a:lnTo>
                    <a:pt x="6141" y="3589"/>
                  </a:lnTo>
                  <a:lnTo>
                    <a:pt x="6353" y="3456"/>
                  </a:lnTo>
                  <a:lnTo>
                    <a:pt x="6593" y="3376"/>
                  </a:lnTo>
                  <a:lnTo>
                    <a:pt x="6859" y="3323"/>
                  </a:lnTo>
                  <a:close/>
                  <a:moveTo>
                    <a:pt x="5237" y="5874"/>
                  </a:moveTo>
                  <a:lnTo>
                    <a:pt x="5290" y="5928"/>
                  </a:lnTo>
                  <a:lnTo>
                    <a:pt x="5370" y="6034"/>
                  </a:lnTo>
                  <a:lnTo>
                    <a:pt x="5450" y="6167"/>
                  </a:lnTo>
                  <a:lnTo>
                    <a:pt x="5476" y="6193"/>
                  </a:lnTo>
                  <a:lnTo>
                    <a:pt x="5556" y="6273"/>
                  </a:lnTo>
                  <a:lnTo>
                    <a:pt x="5583" y="6300"/>
                  </a:lnTo>
                  <a:lnTo>
                    <a:pt x="5689" y="6406"/>
                  </a:lnTo>
                  <a:lnTo>
                    <a:pt x="5795" y="6512"/>
                  </a:lnTo>
                  <a:lnTo>
                    <a:pt x="5848" y="6539"/>
                  </a:lnTo>
                  <a:lnTo>
                    <a:pt x="5928" y="6592"/>
                  </a:lnTo>
                  <a:lnTo>
                    <a:pt x="5981" y="6619"/>
                  </a:lnTo>
                  <a:lnTo>
                    <a:pt x="6008" y="6645"/>
                  </a:lnTo>
                  <a:lnTo>
                    <a:pt x="5237" y="7496"/>
                  </a:lnTo>
                  <a:lnTo>
                    <a:pt x="4466" y="6645"/>
                  </a:lnTo>
                  <a:lnTo>
                    <a:pt x="4493" y="6619"/>
                  </a:lnTo>
                  <a:lnTo>
                    <a:pt x="4519" y="6592"/>
                  </a:lnTo>
                  <a:lnTo>
                    <a:pt x="4626" y="6539"/>
                  </a:lnTo>
                  <a:lnTo>
                    <a:pt x="4652" y="6512"/>
                  </a:lnTo>
                  <a:lnTo>
                    <a:pt x="4759" y="6406"/>
                  </a:lnTo>
                  <a:lnTo>
                    <a:pt x="4785" y="6406"/>
                  </a:lnTo>
                  <a:lnTo>
                    <a:pt x="4865" y="6300"/>
                  </a:lnTo>
                  <a:lnTo>
                    <a:pt x="4892" y="6273"/>
                  </a:lnTo>
                  <a:lnTo>
                    <a:pt x="4971" y="6193"/>
                  </a:lnTo>
                  <a:lnTo>
                    <a:pt x="4998" y="6167"/>
                  </a:lnTo>
                  <a:lnTo>
                    <a:pt x="5078" y="6034"/>
                  </a:lnTo>
                  <a:lnTo>
                    <a:pt x="5104" y="6034"/>
                  </a:lnTo>
                  <a:lnTo>
                    <a:pt x="5157" y="5928"/>
                  </a:lnTo>
                  <a:lnTo>
                    <a:pt x="5237" y="5874"/>
                  </a:lnTo>
                  <a:close/>
                  <a:moveTo>
                    <a:pt x="426" y="1276"/>
                  </a:moveTo>
                  <a:lnTo>
                    <a:pt x="506" y="1542"/>
                  </a:lnTo>
                  <a:lnTo>
                    <a:pt x="612" y="1808"/>
                  </a:lnTo>
                  <a:lnTo>
                    <a:pt x="745" y="2047"/>
                  </a:lnTo>
                  <a:lnTo>
                    <a:pt x="931" y="2259"/>
                  </a:lnTo>
                  <a:lnTo>
                    <a:pt x="1090" y="2419"/>
                  </a:lnTo>
                  <a:lnTo>
                    <a:pt x="1250" y="2578"/>
                  </a:lnTo>
                  <a:lnTo>
                    <a:pt x="1436" y="2711"/>
                  </a:lnTo>
                  <a:lnTo>
                    <a:pt x="1622" y="2844"/>
                  </a:lnTo>
                  <a:lnTo>
                    <a:pt x="1808" y="2951"/>
                  </a:lnTo>
                  <a:lnTo>
                    <a:pt x="2021" y="3030"/>
                  </a:lnTo>
                  <a:lnTo>
                    <a:pt x="2207" y="3110"/>
                  </a:lnTo>
                  <a:lnTo>
                    <a:pt x="2446" y="3163"/>
                  </a:lnTo>
                  <a:lnTo>
                    <a:pt x="2154" y="3349"/>
                  </a:lnTo>
                  <a:lnTo>
                    <a:pt x="1914" y="3589"/>
                  </a:lnTo>
                  <a:lnTo>
                    <a:pt x="1728" y="3854"/>
                  </a:lnTo>
                  <a:lnTo>
                    <a:pt x="1569" y="4147"/>
                  </a:lnTo>
                  <a:lnTo>
                    <a:pt x="1463" y="4439"/>
                  </a:lnTo>
                  <a:lnTo>
                    <a:pt x="1409" y="4758"/>
                  </a:lnTo>
                  <a:lnTo>
                    <a:pt x="1409" y="5104"/>
                  </a:lnTo>
                  <a:lnTo>
                    <a:pt x="1463" y="5423"/>
                  </a:lnTo>
                  <a:lnTo>
                    <a:pt x="1595" y="5742"/>
                  </a:lnTo>
                  <a:lnTo>
                    <a:pt x="1755" y="6034"/>
                  </a:lnTo>
                  <a:lnTo>
                    <a:pt x="1941" y="6300"/>
                  </a:lnTo>
                  <a:lnTo>
                    <a:pt x="2180" y="6512"/>
                  </a:lnTo>
                  <a:lnTo>
                    <a:pt x="2473" y="6699"/>
                  </a:lnTo>
                  <a:lnTo>
                    <a:pt x="2765" y="6831"/>
                  </a:lnTo>
                  <a:lnTo>
                    <a:pt x="3084" y="6911"/>
                  </a:lnTo>
                  <a:lnTo>
                    <a:pt x="3430" y="6938"/>
                  </a:lnTo>
                  <a:lnTo>
                    <a:pt x="3749" y="6911"/>
                  </a:lnTo>
                  <a:lnTo>
                    <a:pt x="4094" y="6831"/>
                  </a:lnTo>
                  <a:lnTo>
                    <a:pt x="5078" y="7921"/>
                  </a:lnTo>
                  <a:lnTo>
                    <a:pt x="5131" y="7974"/>
                  </a:lnTo>
                  <a:lnTo>
                    <a:pt x="5184" y="8001"/>
                  </a:lnTo>
                  <a:lnTo>
                    <a:pt x="5237" y="8001"/>
                  </a:lnTo>
                  <a:lnTo>
                    <a:pt x="5317" y="7974"/>
                  </a:lnTo>
                  <a:lnTo>
                    <a:pt x="5370" y="7921"/>
                  </a:lnTo>
                  <a:lnTo>
                    <a:pt x="6380" y="6831"/>
                  </a:lnTo>
                  <a:lnTo>
                    <a:pt x="6699" y="6911"/>
                  </a:lnTo>
                  <a:lnTo>
                    <a:pt x="7045" y="6938"/>
                  </a:lnTo>
                  <a:lnTo>
                    <a:pt x="7390" y="6911"/>
                  </a:lnTo>
                  <a:lnTo>
                    <a:pt x="7709" y="6831"/>
                  </a:lnTo>
                  <a:lnTo>
                    <a:pt x="8002" y="6699"/>
                  </a:lnTo>
                  <a:lnTo>
                    <a:pt x="8267" y="6512"/>
                  </a:lnTo>
                  <a:lnTo>
                    <a:pt x="8507" y="6300"/>
                  </a:lnTo>
                  <a:lnTo>
                    <a:pt x="8719" y="6034"/>
                  </a:lnTo>
                  <a:lnTo>
                    <a:pt x="8879" y="5742"/>
                  </a:lnTo>
                  <a:lnTo>
                    <a:pt x="8985" y="5423"/>
                  </a:lnTo>
                  <a:lnTo>
                    <a:pt x="9038" y="5104"/>
                  </a:lnTo>
                  <a:lnTo>
                    <a:pt x="9065" y="4758"/>
                  </a:lnTo>
                  <a:lnTo>
                    <a:pt x="9038" y="4599"/>
                  </a:lnTo>
                  <a:lnTo>
                    <a:pt x="9118" y="4971"/>
                  </a:lnTo>
                  <a:lnTo>
                    <a:pt x="9118" y="5343"/>
                  </a:lnTo>
                  <a:lnTo>
                    <a:pt x="9118" y="5582"/>
                  </a:lnTo>
                  <a:lnTo>
                    <a:pt x="9118" y="5609"/>
                  </a:lnTo>
                  <a:lnTo>
                    <a:pt x="9012" y="6619"/>
                  </a:lnTo>
                  <a:lnTo>
                    <a:pt x="8879" y="7602"/>
                  </a:lnTo>
                  <a:lnTo>
                    <a:pt x="8799" y="8054"/>
                  </a:lnTo>
                  <a:lnTo>
                    <a:pt x="8772" y="8160"/>
                  </a:lnTo>
                  <a:lnTo>
                    <a:pt x="8719" y="8267"/>
                  </a:lnTo>
                  <a:lnTo>
                    <a:pt x="8639" y="8373"/>
                  </a:lnTo>
                  <a:lnTo>
                    <a:pt x="8560" y="8453"/>
                  </a:lnTo>
                  <a:lnTo>
                    <a:pt x="8453" y="8506"/>
                  </a:lnTo>
                  <a:lnTo>
                    <a:pt x="8347" y="8533"/>
                  </a:lnTo>
                  <a:lnTo>
                    <a:pt x="8108" y="8533"/>
                  </a:lnTo>
                  <a:lnTo>
                    <a:pt x="7842" y="8506"/>
                  </a:lnTo>
                  <a:lnTo>
                    <a:pt x="7603" y="8559"/>
                  </a:lnTo>
                  <a:lnTo>
                    <a:pt x="7364" y="8639"/>
                  </a:lnTo>
                  <a:lnTo>
                    <a:pt x="7151" y="8798"/>
                  </a:lnTo>
                  <a:lnTo>
                    <a:pt x="6593" y="9277"/>
                  </a:lnTo>
                  <a:lnTo>
                    <a:pt x="6460" y="9383"/>
                  </a:lnTo>
                  <a:lnTo>
                    <a:pt x="6274" y="9410"/>
                  </a:lnTo>
                  <a:lnTo>
                    <a:pt x="6114" y="9410"/>
                  </a:lnTo>
                  <a:lnTo>
                    <a:pt x="5955" y="9357"/>
                  </a:lnTo>
                  <a:lnTo>
                    <a:pt x="5769" y="9250"/>
                  </a:lnTo>
                  <a:lnTo>
                    <a:pt x="5636" y="9197"/>
                  </a:lnTo>
                  <a:lnTo>
                    <a:pt x="5503" y="9171"/>
                  </a:lnTo>
                  <a:lnTo>
                    <a:pt x="5370" y="9144"/>
                  </a:lnTo>
                  <a:lnTo>
                    <a:pt x="5237" y="9117"/>
                  </a:lnTo>
                  <a:lnTo>
                    <a:pt x="5104" y="9144"/>
                  </a:lnTo>
                  <a:lnTo>
                    <a:pt x="4945" y="9171"/>
                  </a:lnTo>
                  <a:lnTo>
                    <a:pt x="4812" y="9197"/>
                  </a:lnTo>
                  <a:lnTo>
                    <a:pt x="4705" y="9250"/>
                  </a:lnTo>
                  <a:lnTo>
                    <a:pt x="4519" y="9357"/>
                  </a:lnTo>
                  <a:lnTo>
                    <a:pt x="4360" y="9410"/>
                  </a:lnTo>
                  <a:lnTo>
                    <a:pt x="4174" y="9410"/>
                  </a:lnTo>
                  <a:lnTo>
                    <a:pt x="4014" y="9383"/>
                  </a:lnTo>
                  <a:lnTo>
                    <a:pt x="3881" y="9277"/>
                  </a:lnTo>
                  <a:lnTo>
                    <a:pt x="3323" y="8798"/>
                  </a:lnTo>
                  <a:lnTo>
                    <a:pt x="3111" y="8639"/>
                  </a:lnTo>
                  <a:lnTo>
                    <a:pt x="2871" y="8559"/>
                  </a:lnTo>
                  <a:lnTo>
                    <a:pt x="2606" y="8506"/>
                  </a:lnTo>
                  <a:lnTo>
                    <a:pt x="2340" y="8533"/>
                  </a:lnTo>
                  <a:lnTo>
                    <a:pt x="2127" y="8533"/>
                  </a:lnTo>
                  <a:lnTo>
                    <a:pt x="2021" y="8506"/>
                  </a:lnTo>
                  <a:lnTo>
                    <a:pt x="1914" y="8453"/>
                  </a:lnTo>
                  <a:lnTo>
                    <a:pt x="1808" y="8373"/>
                  </a:lnTo>
                  <a:lnTo>
                    <a:pt x="1755" y="8267"/>
                  </a:lnTo>
                  <a:lnTo>
                    <a:pt x="1702" y="8160"/>
                  </a:lnTo>
                  <a:lnTo>
                    <a:pt x="1675" y="8054"/>
                  </a:lnTo>
                  <a:lnTo>
                    <a:pt x="1595" y="7602"/>
                  </a:lnTo>
                  <a:lnTo>
                    <a:pt x="1436" y="6619"/>
                  </a:lnTo>
                  <a:lnTo>
                    <a:pt x="1356" y="5609"/>
                  </a:lnTo>
                  <a:lnTo>
                    <a:pt x="1356" y="5582"/>
                  </a:lnTo>
                  <a:lnTo>
                    <a:pt x="1330" y="5343"/>
                  </a:lnTo>
                  <a:lnTo>
                    <a:pt x="1356" y="4971"/>
                  </a:lnTo>
                  <a:lnTo>
                    <a:pt x="1409" y="4599"/>
                  </a:lnTo>
                  <a:lnTo>
                    <a:pt x="1436" y="4413"/>
                  </a:lnTo>
                  <a:lnTo>
                    <a:pt x="1463" y="4226"/>
                  </a:lnTo>
                  <a:lnTo>
                    <a:pt x="1436" y="4040"/>
                  </a:lnTo>
                  <a:lnTo>
                    <a:pt x="1409" y="3881"/>
                  </a:lnTo>
                  <a:lnTo>
                    <a:pt x="1356" y="3721"/>
                  </a:lnTo>
                  <a:lnTo>
                    <a:pt x="1276" y="3535"/>
                  </a:lnTo>
                  <a:lnTo>
                    <a:pt x="1197" y="3402"/>
                  </a:lnTo>
                  <a:lnTo>
                    <a:pt x="1064" y="3243"/>
                  </a:lnTo>
                  <a:lnTo>
                    <a:pt x="931" y="3057"/>
                  </a:lnTo>
                  <a:lnTo>
                    <a:pt x="798" y="2871"/>
                  </a:lnTo>
                  <a:lnTo>
                    <a:pt x="665" y="2658"/>
                  </a:lnTo>
                  <a:lnTo>
                    <a:pt x="559" y="2419"/>
                  </a:lnTo>
                  <a:lnTo>
                    <a:pt x="479" y="2153"/>
                  </a:lnTo>
                  <a:lnTo>
                    <a:pt x="426" y="1887"/>
                  </a:lnTo>
                  <a:lnTo>
                    <a:pt x="399" y="1595"/>
                  </a:lnTo>
                  <a:lnTo>
                    <a:pt x="426" y="1276"/>
                  </a:lnTo>
                  <a:close/>
                  <a:moveTo>
                    <a:pt x="585" y="0"/>
                  </a:moveTo>
                  <a:lnTo>
                    <a:pt x="532" y="27"/>
                  </a:lnTo>
                  <a:lnTo>
                    <a:pt x="479" y="27"/>
                  </a:lnTo>
                  <a:lnTo>
                    <a:pt x="479" y="53"/>
                  </a:lnTo>
                  <a:lnTo>
                    <a:pt x="452" y="53"/>
                  </a:lnTo>
                  <a:lnTo>
                    <a:pt x="452" y="80"/>
                  </a:lnTo>
                  <a:lnTo>
                    <a:pt x="426" y="80"/>
                  </a:lnTo>
                  <a:lnTo>
                    <a:pt x="426" y="106"/>
                  </a:lnTo>
                  <a:lnTo>
                    <a:pt x="266" y="399"/>
                  </a:lnTo>
                  <a:lnTo>
                    <a:pt x="160" y="691"/>
                  </a:lnTo>
                  <a:lnTo>
                    <a:pt x="80" y="957"/>
                  </a:lnTo>
                  <a:lnTo>
                    <a:pt x="27" y="1223"/>
                  </a:lnTo>
                  <a:lnTo>
                    <a:pt x="1" y="1489"/>
                  </a:lnTo>
                  <a:lnTo>
                    <a:pt x="1" y="1728"/>
                  </a:lnTo>
                  <a:lnTo>
                    <a:pt x="27" y="1967"/>
                  </a:lnTo>
                  <a:lnTo>
                    <a:pt x="80" y="2180"/>
                  </a:lnTo>
                  <a:lnTo>
                    <a:pt x="133" y="2392"/>
                  </a:lnTo>
                  <a:lnTo>
                    <a:pt x="213" y="2605"/>
                  </a:lnTo>
                  <a:lnTo>
                    <a:pt x="373" y="2951"/>
                  </a:lnTo>
                  <a:lnTo>
                    <a:pt x="585" y="3270"/>
                  </a:lnTo>
                  <a:lnTo>
                    <a:pt x="771" y="3509"/>
                  </a:lnTo>
                  <a:lnTo>
                    <a:pt x="851" y="3615"/>
                  </a:lnTo>
                  <a:lnTo>
                    <a:pt x="931" y="3721"/>
                  </a:lnTo>
                  <a:lnTo>
                    <a:pt x="1011" y="3987"/>
                  </a:lnTo>
                  <a:lnTo>
                    <a:pt x="1064" y="4226"/>
                  </a:lnTo>
                  <a:lnTo>
                    <a:pt x="1037" y="4359"/>
                  </a:lnTo>
                  <a:lnTo>
                    <a:pt x="1037" y="4492"/>
                  </a:lnTo>
                  <a:lnTo>
                    <a:pt x="957" y="4918"/>
                  </a:lnTo>
                  <a:lnTo>
                    <a:pt x="931" y="5343"/>
                  </a:lnTo>
                  <a:lnTo>
                    <a:pt x="957" y="5609"/>
                  </a:lnTo>
                  <a:lnTo>
                    <a:pt x="1037" y="6645"/>
                  </a:lnTo>
                  <a:lnTo>
                    <a:pt x="1197" y="7682"/>
                  </a:lnTo>
                  <a:lnTo>
                    <a:pt x="1276" y="8107"/>
                  </a:lnTo>
                  <a:lnTo>
                    <a:pt x="1330" y="8320"/>
                  </a:lnTo>
                  <a:lnTo>
                    <a:pt x="1409" y="8479"/>
                  </a:lnTo>
                  <a:lnTo>
                    <a:pt x="1516" y="8639"/>
                  </a:lnTo>
                  <a:lnTo>
                    <a:pt x="1675" y="8772"/>
                  </a:lnTo>
                  <a:lnTo>
                    <a:pt x="1835" y="8852"/>
                  </a:lnTo>
                  <a:lnTo>
                    <a:pt x="2021" y="8931"/>
                  </a:lnTo>
                  <a:lnTo>
                    <a:pt x="2233" y="8958"/>
                  </a:lnTo>
                  <a:lnTo>
                    <a:pt x="2419" y="8931"/>
                  </a:lnTo>
                  <a:lnTo>
                    <a:pt x="2606" y="8905"/>
                  </a:lnTo>
                  <a:lnTo>
                    <a:pt x="2765" y="8931"/>
                  </a:lnTo>
                  <a:lnTo>
                    <a:pt x="2924" y="9011"/>
                  </a:lnTo>
                  <a:lnTo>
                    <a:pt x="3057" y="9091"/>
                  </a:lnTo>
                  <a:lnTo>
                    <a:pt x="3616" y="9569"/>
                  </a:lnTo>
                  <a:lnTo>
                    <a:pt x="3722" y="9676"/>
                  </a:lnTo>
                  <a:lnTo>
                    <a:pt x="3855" y="9729"/>
                  </a:lnTo>
                  <a:lnTo>
                    <a:pt x="3988" y="9782"/>
                  </a:lnTo>
                  <a:lnTo>
                    <a:pt x="4121" y="9809"/>
                  </a:lnTo>
                  <a:lnTo>
                    <a:pt x="4413" y="9809"/>
                  </a:lnTo>
                  <a:lnTo>
                    <a:pt x="4573" y="9755"/>
                  </a:lnTo>
                  <a:lnTo>
                    <a:pt x="4705" y="9702"/>
                  </a:lnTo>
                  <a:lnTo>
                    <a:pt x="4892" y="9622"/>
                  </a:lnTo>
                  <a:lnTo>
                    <a:pt x="5051" y="9543"/>
                  </a:lnTo>
                  <a:lnTo>
                    <a:pt x="5237" y="9516"/>
                  </a:lnTo>
                  <a:lnTo>
                    <a:pt x="5397" y="9543"/>
                  </a:lnTo>
                  <a:lnTo>
                    <a:pt x="5583" y="9622"/>
                  </a:lnTo>
                  <a:lnTo>
                    <a:pt x="5769" y="9702"/>
                  </a:lnTo>
                  <a:lnTo>
                    <a:pt x="5902" y="9755"/>
                  </a:lnTo>
                  <a:lnTo>
                    <a:pt x="6035" y="9809"/>
                  </a:lnTo>
                  <a:lnTo>
                    <a:pt x="6327" y="9809"/>
                  </a:lnTo>
                  <a:lnTo>
                    <a:pt x="6460" y="9782"/>
                  </a:lnTo>
                  <a:lnTo>
                    <a:pt x="6619" y="9729"/>
                  </a:lnTo>
                  <a:lnTo>
                    <a:pt x="6726" y="9676"/>
                  </a:lnTo>
                  <a:lnTo>
                    <a:pt x="6859" y="9569"/>
                  </a:lnTo>
                  <a:lnTo>
                    <a:pt x="7417" y="9091"/>
                  </a:lnTo>
                  <a:lnTo>
                    <a:pt x="7550" y="9011"/>
                  </a:lnTo>
                  <a:lnTo>
                    <a:pt x="7709" y="8931"/>
                  </a:lnTo>
                  <a:lnTo>
                    <a:pt x="7869" y="8905"/>
                  </a:lnTo>
                  <a:lnTo>
                    <a:pt x="8028" y="8931"/>
                  </a:lnTo>
                  <a:lnTo>
                    <a:pt x="8241" y="8958"/>
                  </a:lnTo>
                  <a:lnTo>
                    <a:pt x="8427" y="8931"/>
                  </a:lnTo>
                  <a:lnTo>
                    <a:pt x="8613" y="8852"/>
                  </a:lnTo>
                  <a:lnTo>
                    <a:pt x="8799" y="8772"/>
                  </a:lnTo>
                  <a:lnTo>
                    <a:pt x="8932" y="8639"/>
                  </a:lnTo>
                  <a:lnTo>
                    <a:pt x="9065" y="8479"/>
                  </a:lnTo>
                  <a:lnTo>
                    <a:pt x="9145" y="8320"/>
                  </a:lnTo>
                  <a:lnTo>
                    <a:pt x="9198" y="8107"/>
                  </a:lnTo>
                  <a:lnTo>
                    <a:pt x="9251" y="7682"/>
                  </a:lnTo>
                  <a:lnTo>
                    <a:pt x="9410" y="6645"/>
                  </a:lnTo>
                  <a:lnTo>
                    <a:pt x="9517" y="5609"/>
                  </a:lnTo>
                  <a:lnTo>
                    <a:pt x="9517" y="5343"/>
                  </a:lnTo>
                  <a:lnTo>
                    <a:pt x="9517" y="4918"/>
                  </a:lnTo>
                  <a:lnTo>
                    <a:pt x="9437" y="4492"/>
                  </a:lnTo>
                  <a:lnTo>
                    <a:pt x="9410" y="4359"/>
                  </a:lnTo>
                  <a:lnTo>
                    <a:pt x="9410" y="4226"/>
                  </a:lnTo>
                  <a:lnTo>
                    <a:pt x="9437" y="3987"/>
                  </a:lnTo>
                  <a:lnTo>
                    <a:pt x="9543" y="3721"/>
                  </a:lnTo>
                  <a:lnTo>
                    <a:pt x="9596" y="3615"/>
                  </a:lnTo>
                  <a:lnTo>
                    <a:pt x="9676" y="3509"/>
                  </a:lnTo>
                  <a:lnTo>
                    <a:pt x="9889" y="3270"/>
                  </a:lnTo>
                  <a:lnTo>
                    <a:pt x="10075" y="2951"/>
                  </a:lnTo>
                  <a:lnTo>
                    <a:pt x="10261" y="2605"/>
                  </a:lnTo>
                  <a:lnTo>
                    <a:pt x="10341" y="2392"/>
                  </a:lnTo>
                  <a:lnTo>
                    <a:pt x="10394" y="2180"/>
                  </a:lnTo>
                  <a:lnTo>
                    <a:pt x="10420" y="1967"/>
                  </a:lnTo>
                  <a:lnTo>
                    <a:pt x="10447" y="1728"/>
                  </a:lnTo>
                  <a:lnTo>
                    <a:pt x="10447" y="1489"/>
                  </a:lnTo>
                  <a:lnTo>
                    <a:pt x="10420" y="1223"/>
                  </a:lnTo>
                  <a:lnTo>
                    <a:pt x="10367" y="957"/>
                  </a:lnTo>
                  <a:lnTo>
                    <a:pt x="10288" y="691"/>
                  </a:lnTo>
                  <a:lnTo>
                    <a:pt x="10181" y="399"/>
                  </a:lnTo>
                  <a:lnTo>
                    <a:pt x="10022" y="106"/>
                  </a:lnTo>
                  <a:lnTo>
                    <a:pt x="10022" y="80"/>
                  </a:lnTo>
                  <a:lnTo>
                    <a:pt x="9995" y="80"/>
                  </a:lnTo>
                  <a:lnTo>
                    <a:pt x="9995" y="53"/>
                  </a:lnTo>
                  <a:lnTo>
                    <a:pt x="9969" y="53"/>
                  </a:lnTo>
                  <a:lnTo>
                    <a:pt x="9942" y="27"/>
                  </a:lnTo>
                  <a:lnTo>
                    <a:pt x="9889" y="0"/>
                  </a:lnTo>
                  <a:lnTo>
                    <a:pt x="9809" y="0"/>
                  </a:lnTo>
                  <a:lnTo>
                    <a:pt x="9782" y="27"/>
                  </a:lnTo>
                  <a:lnTo>
                    <a:pt x="9756" y="27"/>
                  </a:lnTo>
                  <a:lnTo>
                    <a:pt x="9676" y="106"/>
                  </a:lnTo>
                  <a:lnTo>
                    <a:pt x="9676" y="133"/>
                  </a:lnTo>
                  <a:lnTo>
                    <a:pt x="9676" y="160"/>
                  </a:lnTo>
                  <a:lnTo>
                    <a:pt x="9650" y="186"/>
                  </a:lnTo>
                  <a:lnTo>
                    <a:pt x="9650" y="213"/>
                  </a:lnTo>
                  <a:lnTo>
                    <a:pt x="9623" y="372"/>
                  </a:lnTo>
                  <a:lnTo>
                    <a:pt x="9570" y="558"/>
                  </a:lnTo>
                  <a:lnTo>
                    <a:pt x="9464" y="691"/>
                  </a:lnTo>
                  <a:lnTo>
                    <a:pt x="9331" y="824"/>
                  </a:lnTo>
                  <a:lnTo>
                    <a:pt x="9171" y="930"/>
                  </a:lnTo>
                  <a:lnTo>
                    <a:pt x="9012" y="1010"/>
                  </a:lnTo>
                  <a:lnTo>
                    <a:pt x="8666" y="1170"/>
                  </a:lnTo>
                  <a:lnTo>
                    <a:pt x="8241" y="1276"/>
                  </a:lnTo>
                  <a:lnTo>
                    <a:pt x="7815" y="1356"/>
                  </a:lnTo>
                  <a:lnTo>
                    <a:pt x="7417" y="1409"/>
                  </a:lnTo>
                  <a:lnTo>
                    <a:pt x="7018" y="1435"/>
                  </a:lnTo>
                  <a:lnTo>
                    <a:pt x="6646" y="1435"/>
                  </a:lnTo>
                  <a:lnTo>
                    <a:pt x="6380" y="1409"/>
                  </a:lnTo>
                  <a:lnTo>
                    <a:pt x="6088" y="1356"/>
                  </a:lnTo>
                  <a:lnTo>
                    <a:pt x="5795" y="1303"/>
                  </a:lnTo>
                  <a:lnTo>
                    <a:pt x="5529" y="1276"/>
                  </a:lnTo>
                  <a:lnTo>
                    <a:pt x="4945" y="1276"/>
                  </a:lnTo>
                  <a:lnTo>
                    <a:pt x="4652" y="1303"/>
                  </a:lnTo>
                  <a:lnTo>
                    <a:pt x="4360" y="1356"/>
                  </a:lnTo>
                  <a:lnTo>
                    <a:pt x="4067" y="1409"/>
                  </a:lnTo>
                  <a:lnTo>
                    <a:pt x="3802" y="1435"/>
                  </a:lnTo>
                  <a:lnTo>
                    <a:pt x="3456" y="1435"/>
                  </a:lnTo>
                  <a:lnTo>
                    <a:pt x="3057" y="1409"/>
                  </a:lnTo>
                  <a:lnTo>
                    <a:pt x="2632" y="1356"/>
                  </a:lnTo>
                  <a:lnTo>
                    <a:pt x="2207" y="1276"/>
                  </a:lnTo>
                  <a:lnTo>
                    <a:pt x="1808" y="1143"/>
                  </a:lnTo>
                  <a:lnTo>
                    <a:pt x="1436" y="1010"/>
                  </a:lnTo>
                  <a:lnTo>
                    <a:pt x="1276" y="904"/>
                  </a:lnTo>
                  <a:lnTo>
                    <a:pt x="1144" y="797"/>
                  </a:lnTo>
                  <a:lnTo>
                    <a:pt x="984" y="665"/>
                  </a:lnTo>
                  <a:lnTo>
                    <a:pt x="878" y="532"/>
                  </a:lnTo>
                  <a:lnTo>
                    <a:pt x="825" y="372"/>
                  </a:lnTo>
                  <a:lnTo>
                    <a:pt x="798" y="213"/>
                  </a:lnTo>
                  <a:lnTo>
                    <a:pt x="798" y="186"/>
                  </a:lnTo>
                  <a:lnTo>
                    <a:pt x="798" y="160"/>
                  </a:lnTo>
                  <a:lnTo>
                    <a:pt x="798" y="133"/>
                  </a:lnTo>
                  <a:lnTo>
                    <a:pt x="771" y="106"/>
                  </a:lnTo>
                  <a:lnTo>
                    <a:pt x="718" y="27"/>
                  </a:lnTo>
                  <a:lnTo>
                    <a:pt x="665" y="27"/>
                  </a:lnTo>
                  <a:lnTo>
                    <a:pt x="66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0" name="Google Shape;1440;p87"/>
          <p:cNvGrpSpPr/>
          <p:nvPr/>
        </p:nvGrpSpPr>
        <p:grpSpPr>
          <a:xfrm>
            <a:off x="880110" y="2715613"/>
            <a:ext cx="265144" cy="298814"/>
            <a:chOff x="238125" y="2742850"/>
            <a:chExt cx="256525" cy="289100"/>
          </a:xfrm>
        </p:grpSpPr>
        <p:sp>
          <p:nvSpPr>
            <p:cNvPr id="1441" name="Google Shape;1441;p87"/>
            <p:cNvSpPr/>
            <p:nvPr/>
          </p:nvSpPr>
          <p:spPr>
            <a:xfrm>
              <a:off x="238125" y="2825900"/>
              <a:ext cx="256525" cy="206050"/>
            </a:xfrm>
            <a:custGeom>
              <a:rect b="b" l="l" r="r" t="t"/>
              <a:pathLst>
                <a:path extrusionOk="0" h="8242" w="10261">
                  <a:moveTo>
                    <a:pt x="9038" y="1862"/>
                  </a:moveTo>
                  <a:lnTo>
                    <a:pt x="9038" y="2101"/>
                  </a:lnTo>
                  <a:lnTo>
                    <a:pt x="9011" y="2313"/>
                  </a:lnTo>
                  <a:lnTo>
                    <a:pt x="8985" y="2526"/>
                  </a:lnTo>
                  <a:lnTo>
                    <a:pt x="8905" y="2739"/>
                  </a:lnTo>
                  <a:lnTo>
                    <a:pt x="8798" y="2925"/>
                  </a:lnTo>
                  <a:lnTo>
                    <a:pt x="8666" y="3084"/>
                  </a:lnTo>
                  <a:lnTo>
                    <a:pt x="8533" y="3244"/>
                  </a:lnTo>
                  <a:lnTo>
                    <a:pt x="8347" y="3377"/>
                  </a:lnTo>
                  <a:lnTo>
                    <a:pt x="8160" y="3483"/>
                  </a:lnTo>
                  <a:lnTo>
                    <a:pt x="8160" y="3350"/>
                  </a:lnTo>
                  <a:lnTo>
                    <a:pt x="8160" y="1862"/>
                  </a:lnTo>
                  <a:close/>
                  <a:moveTo>
                    <a:pt x="9649" y="1038"/>
                  </a:moveTo>
                  <a:lnTo>
                    <a:pt x="9729" y="1064"/>
                  </a:lnTo>
                  <a:lnTo>
                    <a:pt x="9782" y="1091"/>
                  </a:lnTo>
                  <a:lnTo>
                    <a:pt x="9835" y="1170"/>
                  </a:lnTo>
                  <a:lnTo>
                    <a:pt x="9862" y="1250"/>
                  </a:lnTo>
                  <a:lnTo>
                    <a:pt x="9862" y="2101"/>
                  </a:lnTo>
                  <a:lnTo>
                    <a:pt x="9835" y="2287"/>
                  </a:lnTo>
                  <a:lnTo>
                    <a:pt x="9809" y="2500"/>
                  </a:lnTo>
                  <a:lnTo>
                    <a:pt x="9782" y="2686"/>
                  </a:lnTo>
                  <a:lnTo>
                    <a:pt x="9702" y="2898"/>
                  </a:lnTo>
                  <a:lnTo>
                    <a:pt x="9649" y="3084"/>
                  </a:lnTo>
                  <a:lnTo>
                    <a:pt x="9543" y="3244"/>
                  </a:lnTo>
                  <a:lnTo>
                    <a:pt x="9436" y="3430"/>
                  </a:lnTo>
                  <a:lnTo>
                    <a:pt x="9330" y="3563"/>
                  </a:lnTo>
                  <a:lnTo>
                    <a:pt x="9197" y="3722"/>
                  </a:lnTo>
                  <a:lnTo>
                    <a:pt x="9064" y="3855"/>
                  </a:lnTo>
                  <a:lnTo>
                    <a:pt x="8905" y="3988"/>
                  </a:lnTo>
                  <a:lnTo>
                    <a:pt x="8745" y="4094"/>
                  </a:lnTo>
                  <a:lnTo>
                    <a:pt x="8559" y="4201"/>
                  </a:lnTo>
                  <a:lnTo>
                    <a:pt x="8400" y="4280"/>
                  </a:lnTo>
                  <a:lnTo>
                    <a:pt x="8187" y="4360"/>
                  </a:lnTo>
                  <a:lnTo>
                    <a:pt x="8001" y="4413"/>
                  </a:lnTo>
                  <a:lnTo>
                    <a:pt x="8001" y="4387"/>
                  </a:lnTo>
                  <a:lnTo>
                    <a:pt x="8107" y="3962"/>
                  </a:lnTo>
                  <a:lnTo>
                    <a:pt x="8400" y="3829"/>
                  </a:lnTo>
                  <a:lnTo>
                    <a:pt x="8666" y="3669"/>
                  </a:lnTo>
                  <a:lnTo>
                    <a:pt x="8878" y="3456"/>
                  </a:lnTo>
                  <a:lnTo>
                    <a:pt x="9064" y="3244"/>
                  </a:lnTo>
                  <a:lnTo>
                    <a:pt x="9224" y="2978"/>
                  </a:lnTo>
                  <a:lnTo>
                    <a:pt x="9330" y="2686"/>
                  </a:lnTo>
                  <a:lnTo>
                    <a:pt x="9410" y="2393"/>
                  </a:lnTo>
                  <a:lnTo>
                    <a:pt x="9436" y="2101"/>
                  </a:lnTo>
                  <a:lnTo>
                    <a:pt x="9436" y="1649"/>
                  </a:lnTo>
                  <a:lnTo>
                    <a:pt x="9436" y="1569"/>
                  </a:lnTo>
                  <a:lnTo>
                    <a:pt x="9383" y="1516"/>
                  </a:lnTo>
                  <a:lnTo>
                    <a:pt x="9330" y="1463"/>
                  </a:lnTo>
                  <a:lnTo>
                    <a:pt x="8160" y="1463"/>
                  </a:lnTo>
                  <a:lnTo>
                    <a:pt x="8160" y="1038"/>
                  </a:lnTo>
                  <a:close/>
                  <a:moveTo>
                    <a:pt x="7762" y="400"/>
                  </a:moveTo>
                  <a:lnTo>
                    <a:pt x="7762" y="3350"/>
                  </a:lnTo>
                  <a:lnTo>
                    <a:pt x="7735" y="3775"/>
                  </a:lnTo>
                  <a:lnTo>
                    <a:pt x="7709" y="3962"/>
                  </a:lnTo>
                  <a:lnTo>
                    <a:pt x="7709" y="3988"/>
                  </a:lnTo>
                  <a:lnTo>
                    <a:pt x="7655" y="4174"/>
                  </a:lnTo>
                  <a:lnTo>
                    <a:pt x="7655" y="4201"/>
                  </a:lnTo>
                  <a:lnTo>
                    <a:pt x="7576" y="4387"/>
                  </a:lnTo>
                  <a:lnTo>
                    <a:pt x="7576" y="4413"/>
                  </a:lnTo>
                  <a:lnTo>
                    <a:pt x="7523" y="4546"/>
                  </a:lnTo>
                  <a:lnTo>
                    <a:pt x="7310" y="4918"/>
                  </a:lnTo>
                  <a:lnTo>
                    <a:pt x="7044" y="5264"/>
                  </a:lnTo>
                  <a:lnTo>
                    <a:pt x="6752" y="5556"/>
                  </a:lnTo>
                  <a:lnTo>
                    <a:pt x="6433" y="5822"/>
                  </a:lnTo>
                  <a:lnTo>
                    <a:pt x="6061" y="6008"/>
                  </a:lnTo>
                  <a:lnTo>
                    <a:pt x="5662" y="6168"/>
                  </a:lnTo>
                  <a:lnTo>
                    <a:pt x="5263" y="6248"/>
                  </a:lnTo>
                  <a:lnTo>
                    <a:pt x="4838" y="6301"/>
                  </a:lnTo>
                  <a:lnTo>
                    <a:pt x="4519" y="6274"/>
                  </a:lnTo>
                  <a:lnTo>
                    <a:pt x="4226" y="6221"/>
                  </a:lnTo>
                  <a:lnTo>
                    <a:pt x="3961" y="6168"/>
                  </a:lnTo>
                  <a:lnTo>
                    <a:pt x="3695" y="6061"/>
                  </a:lnTo>
                  <a:lnTo>
                    <a:pt x="3429" y="5929"/>
                  </a:lnTo>
                  <a:lnTo>
                    <a:pt x="3190" y="5796"/>
                  </a:lnTo>
                  <a:lnTo>
                    <a:pt x="2951" y="5610"/>
                  </a:lnTo>
                  <a:lnTo>
                    <a:pt x="2738" y="5423"/>
                  </a:lnTo>
                  <a:lnTo>
                    <a:pt x="2552" y="5211"/>
                  </a:lnTo>
                  <a:lnTo>
                    <a:pt x="2392" y="4998"/>
                  </a:lnTo>
                  <a:lnTo>
                    <a:pt x="2233" y="4759"/>
                  </a:lnTo>
                  <a:lnTo>
                    <a:pt x="2127" y="4493"/>
                  </a:lnTo>
                  <a:lnTo>
                    <a:pt x="2020" y="4227"/>
                  </a:lnTo>
                  <a:lnTo>
                    <a:pt x="1940" y="3935"/>
                  </a:lnTo>
                  <a:lnTo>
                    <a:pt x="1887" y="3643"/>
                  </a:lnTo>
                  <a:lnTo>
                    <a:pt x="1887" y="3350"/>
                  </a:lnTo>
                  <a:lnTo>
                    <a:pt x="1887" y="400"/>
                  </a:lnTo>
                  <a:close/>
                  <a:moveTo>
                    <a:pt x="9171" y="6699"/>
                  </a:moveTo>
                  <a:lnTo>
                    <a:pt x="9197" y="6726"/>
                  </a:lnTo>
                  <a:lnTo>
                    <a:pt x="9250" y="6779"/>
                  </a:lnTo>
                  <a:lnTo>
                    <a:pt x="9250" y="6832"/>
                  </a:lnTo>
                  <a:lnTo>
                    <a:pt x="9250" y="6912"/>
                  </a:lnTo>
                  <a:lnTo>
                    <a:pt x="9197" y="6939"/>
                  </a:lnTo>
                  <a:lnTo>
                    <a:pt x="9171" y="6992"/>
                  </a:lnTo>
                  <a:lnTo>
                    <a:pt x="505" y="6992"/>
                  </a:lnTo>
                  <a:lnTo>
                    <a:pt x="452" y="6939"/>
                  </a:lnTo>
                  <a:lnTo>
                    <a:pt x="425" y="6912"/>
                  </a:lnTo>
                  <a:lnTo>
                    <a:pt x="399" y="6832"/>
                  </a:lnTo>
                  <a:lnTo>
                    <a:pt x="425" y="6779"/>
                  </a:lnTo>
                  <a:lnTo>
                    <a:pt x="452" y="6726"/>
                  </a:lnTo>
                  <a:lnTo>
                    <a:pt x="505" y="6699"/>
                  </a:lnTo>
                  <a:close/>
                  <a:moveTo>
                    <a:pt x="7283" y="7391"/>
                  </a:moveTo>
                  <a:lnTo>
                    <a:pt x="7071" y="7577"/>
                  </a:lnTo>
                  <a:lnTo>
                    <a:pt x="6831" y="7736"/>
                  </a:lnTo>
                  <a:lnTo>
                    <a:pt x="6566" y="7816"/>
                  </a:lnTo>
                  <a:lnTo>
                    <a:pt x="6300" y="7842"/>
                  </a:lnTo>
                  <a:lnTo>
                    <a:pt x="3376" y="7842"/>
                  </a:lnTo>
                  <a:lnTo>
                    <a:pt x="3083" y="7816"/>
                  </a:lnTo>
                  <a:lnTo>
                    <a:pt x="2818" y="7736"/>
                  </a:lnTo>
                  <a:lnTo>
                    <a:pt x="2578" y="7577"/>
                  </a:lnTo>
                  <a:lnTo>
                    <a:pt x="2366" y="7391"/>
                  </a:lnTo>
                  <a:close/>
                  <a:moveTo>
                    <a:pt x="1675" y="1"/>
                  </a:moveTo>
                  <a:lnTo>
                    <a:pt x="1595" y="27"/>
                  </a:lnTo>
                  <a:lnTo>
                    <a:pt x="1542" y="54"/>
                  </a:lnTo>
                  <a:lnTo>
                    <a:pt x="1489" y="134"/>
                  </a:lnTo>
                  <a:lnTo>
                    <a:pt x="1489" y="187"/>
                  </a:lnTo>
                  <a:lnTo>
                    <a:pt x="1489" y="3350"/>
                  </a:lnTo>
                  <a:lnTo>
                    <a:pt x="1515" y="3802"/>
                  </a:lnTo>
                  <a:lnTo>
                    <a:pt x="1595" y="4227"/>
                  </a:lnTo>
                  <a:lnTo>
                    <a:pt x="1754" y="4653"/>
                  </a:lnTo>
                  <a:lnTo>
                    <a:pt x="1967" y="5051"/>
                  </a:lnTo>
                  <a:lnTo>
                    <a:pt x="2206" y="5423"/>
                  </a:lnTo>
                  <a:lnTo>
                    <a:pt x="2499" y="5742"/>
                  </a:lnTo>
                  <a:lnTo>
                    <a:pt x="2844" y="6035"/>
                  </a:lnTo>
                  <a:lnTo>
                    <a:pt x="3243" y="6301"/>
                  </a:lnTo>
                  <a:lnTo>
                    <a:pt x="452" y="6301"/>
                  </a:lnTo>
                  <a:lnTo>
                    <a:pt x="346" y="6327"/>
                  </a:lnTo>
                  <a:lnTo>
                    <a:pt x="239" y="6380"/>
                  </a:lnTo>
                  <a:lnTo>
                    <a:pt x="159" y="6460"/>
                  </a:lnTo>
                  <a:lnTo>
                    <a:pt x="106" y="6540"/>
                  </a:lnTo>
                  <a:lnTo>
                    <a:pt x="53" y="6620"/>
                  </a:lnTo>
                  <a:lnTo>
                    <a:pt x="27" y="6726"/>
                  </a:lnTo>
                  <a:lnTo>
                    <a:pt x="0" y="6832"/>
                  </a:lnTo>
                  <a:lnTo>
                    <a:pt x="27" y="6965"/>
                  </a:lnTo>
                  <a:lnTo>
                    <a:pt x="53" y="7045"/>
                  </a:lnTo>
                  <a:lnTo>
                    <a:pt x="106" y="7151"/>
                  </a:lnTo>
                  <a:lnTo>
                    <a:pt x="159" y="7231"/>
                  </a:lnTo>
                  <a:lnTo>
                    <a:pt x="239" y="7311"/>
                  </a:lnTo>
                  <a:lnTo>
                    <a:pt x="346" y="7337"/>
                  </a:lnTo>
                  <a:lnTo>
                    <a:pt x="452" y="7391"/>
                  </a:lnTo>
                  <a:lnTo>
                    <a:pt x="1887" y="7391"/>
                  </a:lnTo>
                  <a:lnTo>
                    <a:pt x="1994" y="7577"/>
                  </a:lnTo>
                  <a:lnTo>
                    <a:pt x="2153" y="7736"/>
                  </a:lnTo>
                  <a:lnTo>
                    <a:pt x="2313" y="7896"/>
                  </a:lnTo>
                  <a:lnTo>
                    <a:pt x="2499" y="8028"/>
                  </a:lnTo>
                  <a:lnTo>
                    <a:pt x="2711" y="8108"/>
                  </a:lnTo>
                  <a:lnTo>
                    <a:pt x="2924" y="8188"/>
                  </a:lnTo>
                  <a:lnTo>
                    <a:pt x="3137" y="8241"/>
                  </a:lnTo>
                  <a:lnTo>
                    <a:pt x="6512" y="8241"/>
                  </a:lnTo>
                  <a:lnTo>
                    <a:pt x="6752" y="8188"/>
                  </a:lnTo>
                  <a:lnTo>
                    <a:pt x="6938" y="8108"/>
                  </a:lnTo>
                  <a:lnTo>
                    <a:pt x="7150" y="8028"/>
                  </a:lnTo>
                  <a:lnTo>
                    <a:pt x="7336" y="7896"/>
                  </a:lnTo>
                  <a:lnTo>
                    <a:pt x="7496" y="7736"/>
                  </a:lnTo>
                  <a:lnTo>
                    <a:pt x="7655" y="7577"/>
                  </a:lnTo>
                  <a:lnTo>
                    <a:pt x="7788" y="7391"/>
                  </a:lnTo>
                  <a:lnTo>
                    <a:pt x="9197" y="7391"/>
                  </a:lnTo>
                  <a:lnTo>
                    <a:pt x="9303" y="7337"/>
                  </a:lnTo>
                  <a:lnTo>
                    <a:pt x="9410" y="7311"/>
                  </a:lnTo>
                  <a:lnTo>
                    <a:pt x="9490" y="7231"/>
                  </a:lnTo>
                  <a:lnTo>
                    <a:pt x="9569" y="7151"/>
                  </a:lnTo>
                  <a:lnTo>
                    <a:pt x="9596" y="7045"/>
                  </a:lnTo>
                  <a:lnTo>
                    <a:pt x="9649" y="6965"/>
                  </a:lnTo>
                  <a:lnTo>
                    <a:pt x="9649" y="6832"/>
                  </a:lnTo>
                  <a:lnTo>
                    <a:pt x="9649" y="6726"/>
                  </a:lnTo>
                  <a:lnTo>
                    <a:pt x="9596" y="6620"/>
                  </a:lnTo>
                  <a:lnTo>
                    <a:pt x="9569" y="6540"/>
                  </a:lnTo>
                  <a:lnTo>
                    <a:pt x="9490" y="6460"/>
                  </a:lnTo>
                  <a:lnTo>
                    <a:pt x="9410" y="6380"/>
                  </a:lnTo>
                  <a:lnTo>
                    <a:pt x="9303" y="6327"/>
                  </a:lnTo>
                  <a:lnTo>
                    <a:pt x="9197" y="6301"/>
                  </a:lnTo>
                  <a:lnTo>
                    <a:pt x="6406" y="6301"/>
                  </a:lnTo>
                  <a:lnTo>
                    <a:pt x="6645" y="6168"/>
                  </a:lnTo>
                  <a:lnTo>
                    <a:pt x="6831" y="6008"/>
                  </a:lnTo>
                  <a:lnTo>
                    <a:pt x="7044" y="5849"/>
                  </a:lnTo>
                  <a:lnTo>
                    <a:pt x="7230" y="5689"/>
                  </a:lnTo>
                  <a:lnTo>
                    <a:pt x="7390" y="5477"/>
                  </a:lnTo>
                  <a:lnTo>
                    <a:pt x="7549" y="5291"/>
                  </a:lnTo>
                  <a:lnTo>
                    <a:pt x="7682" y="5078"/>
                  </a:lnTo>
                  <a:lnTo>
                    <a:pt x="7815" y="4865"/>
                  </a:lnTo>
                  <a:lnTo>
                    <a:pt x="8081" y="4812"/>
                  </a:lnTo>
                  <a:lnTo>
                    <a:pt x="8320" y="4732"/>
                  </a:lnTo>
                  <a:lnTo>
                    <a:pt x="8559" y="4653"/>
                  </a:lnTo>
                  <a:lnTo>
                    <a:pt x="8772" y="4546"/>
                  </a:lnTo>
                  <a:lnTo>
                    <a:pt x="8985" y="4413"/>
                  </a:lnTo>
                  <a:lnTo>
                    <a:pt x="9197" y="4280"/>
                  </a:lnTo>
                  <a:lnTo>
                    <a:pt x="9383" y="4121"/>
                  </a:lnTo>
                  <a:lnTo>
                    <a:pt x="9543" y="3935"/>
                  </a:lnTo>
                  <a:lnTo>
                    <a:pt x="9702" y="3749"/>
                  </a:lnTo>
                  <a:lnTo>
                    <a:pt x="9835" y="3536"/>
                  </a:lnTo>
                  <a:lnTo>
                    <a:pt x="9968" y="3324"/>
                  </a:lnTo>
                  <a:lnTo>
                    <a:pt x="10074" y="3084"/>
                  </a:lnTo>
                  <a:lnTo>
                    <a:pt x="10154" y="2845"/>
                  </a:lnTo>
                  <a:lnTo>
                    <a:pt x="10207" y="2606"/>
                  </a:lnTo>
                  <a:lnTo>
                    <a:pt x="10234" y="2340"/>
                  </a:lnTo>
                  <a:lnTo>
                    <a:pt x="10260" y="2101"/>
                  </a:lnTo>
                  <a:lnTo>
                    <a:pt x="10260" y="1250"/>
                  </a:lnTo>
                  <a:lnTo>
                    <a:pt x="10234" y="1117"/>
                  </a:lnTo>
                  <a:lnTo>
                    <a:pt x="10207" y="1011"/>
                  </a:lnTo>
                  <a:lnTo>
                    <a:pt x="10154" y="905"/>
                  </a:lnTo>
                  <a:lnTo>
                    <a:pt x="10074" y="825"/>
                  </a:lnTo>
                  <a:lnTo>
                    <a:pt x="9995" y="745"/>
                  </a:lnTo>
                  <a:lnTo>
                    <a:pt x="9888" y="692"/>
                  </a:lnTo>
                  <a:lnTo>
                    <a:pt x="9755" y="665"/>
                  </a:lnTo>
                  <a:lnTo>
                    <a:pt x="9649" y="639"/>
                  </a:lnTo>
                  <a:lnTo>
                    <a:pt x="8160" y="639"/>
                  </a:lnTo>
                  <a:lnTo>
                    <a:pt x="8160" y="187"/>
                  </a:lnTo>
                  <a:lnTo>
                    <a:pt x="8160" y="134"/>
                  </a:lnTo>
                  <a:lnTo>
                    <a:pt x="8107" y="54"/>
                  </a:lnTo>
                  <a:lnTo>
                    <a:pt x="8054" y="27"/>
                  </a:lnTo>
                  <a:lnTo>
                    <a:pt x="797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 name="Google Shape;1442;p87"/>
            <p:cNvSpPr/>
            <p:nvPr/>
          </p:nvSpPr>
          <p:spPr>
            <a:xfrm>
              <a:off x="326500" y="2742850"/>
              <a:ext cx="24600" cy="73125"/>
            </a:xfrm>
            <a:custGeom>
              <a:rect b="b" l="l" r="r" t="t"/>
              <a:pathLst>
                <a:path extrusionOk="0" h="2925" w="984">
                  <a:moveTo>
                    <a:pt x="585" y="0"/>
                  </a:moveTo>
                  <a:lnTo>
                    <a:pt x="479" y="27"/>
                  </a:lnTo>
                  <a:lnTo>
                    <a:pt x="426" y="107"/>
                  </a:lnTo>
                  <a:lnTo>
                    <a:pt x="399" y="213"/>
                  </a:lnTo>
                  <a:lnTo>
                    <a:pt x="452" y="319"/>
                  </a:lnTo>
                  <a:lnTo>
                    <a:pt x="532" y="452"/>
                  </a:lnTo>
                  <a:lnTo>
                    <a:pt x="559" y="558"/>
                  </a:lnTo>
                  <a:lnTo>
                    <a:pt x="585" y="665"/>
                  </a:lnTo>
                  <a:lnTo>
                    <a:pt x="585" y="771"/>
                  </a:lnTo>
                  <a:lnTo>
                    <a:pt x="532" y="877"/>
                  </a:lnTo>
                  <a:lnTo>
                    <a:pt x="479" y="957"/>
                  </a:lnTo>
                  <a:lnTo>
                    <a:pt x="346" y="1170"/>
                  </a:lnTo>
                  <a:lnTo>
                    <a:pt x="240" y="1329"/>
                  </a:lnTo>
                  <a:lnTo>
                    <a:pt x="133" y="1489"/>
                  </a:lnTo>
                  <a:lnTo>
                    <a:pt x="53" y="1648"/>
                  </a:lnTo>
                  <a:lnTo>
                    <a:pt x="0" y="1834"/>
                  </a:lnTo>
                  <a:lnTo>
                    <a:pt x="0" y="2074"/>
                  </a:lnTo>
                  <a:lnTo>
                    <a:pt x="27" y="2180"/>
                  </a:lnTo>
                  <a:lnTo>
                    <a:pt x="80" y="2313"/>
                  </a:lnTo>
                  <a:lnTo>
                    <a:pt x="133" y="2446"/>
                  </a:lnTo>
                  <a:lnTo>
                    <a:pt x="213" y="2579"/>
                  </a:lnTo>
                  <a:lnTo>
                    <a:pt x="452" y="2871"/>
                  </a:lnTo>
                  <a:lnTo>
                    <a:pt x="532" y="2924"/>
                  </a:lnTo>
                  <a:lnTo>
                    <a:pt x="665" y="2924"/>
                  </a:lnTo>
                  <a:lnTo>
                    <a:pt x="718" y="2898"/>
                  </a:lnTo>
                  <a:lnTo>
                    <a:pt x="771" y="2871"/>
                  </a:lnTo>
                  <a:lnTo>
                    <a:pt x="798" y="2818"/>
                  </a:lnTo>
                  <a:lnTo>
                    <a:pt x="798" y="2765"/>
                  </a:lnTo>
                  <a:lnTo>
                    <a:pt x="798" y="2685"/>
                  </a:lnTo>
                  <a:lnTo>
                    <a:pt x="798" y="2632"/>
                  </a:lnTo>
                  <a:lnTo>
                    <a:pt x="745" y="2605"/>
                  </a:lnTo>
                  <a:lnTo>
                    <a:pt x="585" y="2393"/>
                  </a:lnTo>
                  <a:lnTo>
                    <a:pt x="452" y="2206"/>
                  </a:lnTo>
                  <a:lnTo>
                    <a:pt x="399" y="2047"/>
                  </a:lnTo>
                  <a:lnTo>
                    <a:pt x="399" y="1914"/>
                  </a:lnTo>
                  <a:lnTo>
                    <a:pt x="426" y="1781"/>
                  </a:lnTo>
                  <a:lnTo>
                    <a:pt x="479" y="1675"/>
                  </a:lnTo>
                  <a:lnTo>
                    <a:pt x="638" y="1409"/>
                  </a:lnTo>
                  <a:lnTo>
                    <a:pt x="824" y="1170"/>
                  </a:lnTo>
                  <a:lnTo>
                    <a:pt x="904" y="1037"/>
                  </a:lnTo>
                  <a:lnTo>
                    <a:pt x="957" y="877"/>
                  </a:lnTo>
                  <a:lnTo>
                    <a:pt x="984" y="691"/>
                  </a:lnTo>
                  <a:lnTo>
                    <a:pt x="957" y="505"/>
                  </a:lnTo>
                  <a:lnTo>
                    <a:pt x="904" y="319"/>
                  </a:lnTo>
                  <a:lnTo>
                    <a:pt x="771" y="80"/>
                  </a:lnTo>
                  <a:lnTo>
                    <a:pt x="691" y="27"/>
                  </a:lnTo>
                  <a:lnTo>
                    <a:pt x="58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87"/>
            <p:cNvSpPr/>
            <p:nvPr/>
          </p:nvSpPr>
          <p:spPr>
            <a:xfrm>
              <a:off x="366375" y="2742850"/>
              <a:ext cx="25275" cy="73125"/>
            </a:xfrm>
            <a:custGeom>
              <a:rect b="b" l="l" r="r" t="t"/>
              <a:pathLst>
                <a:path extrusionOk="0" h="2925" w="1011">
                  <a:moveTo>
                    <a:pt x="665" y="0"/>
                  </a:moveTo>
                  <a:lnTo>
                    <a:pt x="585" y="27"/>
                  </a:lnTo>
                  <a:lnTo>
                    <a:pt x="505" y="53"/>
                  </a:lnTo>
                  <a:lnTo>
                    <a:pt x="452" y="107"/>
                  </a:lnTo>
                  <a:lnTo>
                    <a:pt x="426" y="160"/>
                  </a:lnTo>
                  <a:lnTo>
                    <a:pt x="426" y="239"/>
                  </a:lnTo>
                  <a:lnTo>
                    <a:pt x="452" y="319"/>
                  </a:lnTo>
                  <a:lnTo>
                    <a:pt x="532" y="452"/>
                  </a:lnTo>
                  <a:lnTo>
                    <a:pt x="585" y="558"/>
                  </a:lnTo>
                  <a:lnTo>
                    <a:pt x="612" y="665"/>
                  </a:lnTo>
                  <a:lnTo>
                    <a:pt x="585" y="771"/>
                  </a:lnTo>
                  <a:lnTo>
                    <a:pt x="558" y="877"/>
                  </a:lnTo>
                  <a:lnTo>
                    <a:pt x="505" y="957"/>
                  </a:lnTo>
                  <a:lnTo>
                    <a:pt x="346" y="1170"/>
                  </a:lnTo>
                  <a:lnTo>
                    <a:pt x="239" y="1329"/>
                  </a:lnTo>
                  <a:lnTo>
                    <a:pt x="133" y="1489"/>
                  </a:lnTo>
                  <a:lnTo>
                    <a:pt x="53" y="1648"/>
                  </a:lnTo>
                  <a:lnTo>
                    <a:pt x="0" y="1834"/>
                  </a:lnTo>
                  <a:lnTo>
                    <a:pt x="27" y="2074"/>
                  </a:lnTo>
                  <a:lnTo>
                    <a:pt x="53" y="2180"/>
                  </a:lnTo>
                  <a:lnTo>
                    <a:pt x="80" y="2313"/>
                  </a:lnTo>
                  <a:lnTo>
                    <a:pt x="160" y="2446"/>
                  </a:lnTo>
                  <a:lnTo>
                    <a:pt x="239" y="2579"/>
                  </a:lnTo>
                  <a:lnTo>
                    <a:pt x="479" y="2871"/>
                  </a:lnTo>
                  <a:lnTo>
                    <a:pt x="558" y="2924"/>
                  </a:lnTo>
                  <a:lnTo>
                    <a:pt x="691" y="2924"/>
                  </a:lnTo>
                  <a:lnTo>
                    <a:pt x="744" y="2898"/>
                  </a:lnTo>
                  <a:lnTo>
                    <a:pt x="771" y="2871"/>
                  </a:lnTo>
                  <a:lnTo>
                    <a:pt x="798" y="2818"/>
                  </a:lnTo>
                  <a:lnTo>
                    <a:pt x="824" y="2765"/>
                  </a:lnTo>
                  <a:lnTo>
                    <a:pt x="824" y="2685"/>
                  </a:lnTo>
                  <a:lnTo>
                    <a:pt x="798" y="2632"/>
                  </a:lnTo>
                  <a:lnTo>
                    <a:pt x="771" y="2605"/>
                  </a:lnTo>
                  <a:lnTo>
                    <a:pt x="585" y="2393"/>
                  </a:lnTo>
                  <a:lnTo>
                    <a:pt x="479" y="2206"/>
                  </a:lnTo>
                  <a:lnTo>
                    <a:pt x="426" y="2047"/>
                  </a:lnTo>
                  <a:lnTo>
                    <a:pt x="399" y="1914"/>
                  </a:lnTo>
                  <a:lnTo>
                    <a:pt x="426" y="1781"/>
                  </a:lnTo>
                  <a:lnTo>
                    <a:pt x="479" y="1675"/>
                  </a:lnTo>
                  <a:lnTo>
                    <a:pt x="665" y="1409"/>
                  </a:lnTo>
                  <a:lnTo>
                    <a:pt x="851" y="1170"/>
                  </a:lnTo>
                  <a:lnTo>
                    <a:pt x="931" y="1037"/>
                  </a:lnTo>
                  <a:lnTo>
                    <a:pt x="984" y="877"/>
                  </a:lnTo>
                  <a:lnTo>
                    <a:pt x="1010" y="691"/>
                  </a:lnTo>
                  <a:lnTo>
                    <a:pt x="984" y="505"/>
                  </a:lnTo>
                  <a:lnTo>
                    <a:pt x="904" y="319"/>
                  </a:lnTo>
                  <a:lnTo>
                    <a:pt x="798" y="80"/>
                  </a:lnTo>
                  <a:lnTo>
                    <a:pt x="718" y="27"/>
                  </a:lnTo>
                  <a:lnTo>
                    <a:pt x="66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44" name="Google Shape;1444;p87"/>
          <p:cNvSpPr/>
          <p:nvPr/>
        </p:nvSpPr>
        <p:spPr>
          <a:xfrm>
            <a:off x="1651437" y="2735536"/>
            <a:ext cx="303620" cy="258968"/>
          </a:xfrm>
          <a:custGeom>
            <a:rect b="b" l="l" r="r" t="t"/>
            <a:pathLst>
              <a:path extrusionOk="0" h="10022" w="11750">
                <a:moveTo>
                  <a:pt x="8959" y="1808"/>
                </a:moveTo>
                <a:lnTo>
                  <a:pt x="8959" y="2047"/>
                </a:lnTo>
                <a:lnTo>
                  <a:pt x="7975" y="2047"/>
                </a:lnTo>
                <a:lnTo>
                  <a:pt x="7975" y="1808"/>
                </a:lnTo>
                <a:close/>
                <a:moveTo>
                  <a:pt x="9996" y="425"/>
                </a:moveTo>
                <a:lnTo>
                  <a:pt x="10102" y="452"/>
                </a:lnTo>
                <a:lnTo>
                  <a:pt x="10208" y="532"/>
                </a:lnTo>
                <a:lnTo>
                  <a:pt x="10314" y="585"/>
                </a:lnTo>
                <a:lnTo>
                  <a:pt x="10368" y="691"/>
                </a:lnTo>
                <a:lnTo>
                  <a:pt x="10447" y="798"/>
                </a:lnTo>
                <a:lnTo>
                  <a:pt x="10474" y="904"/>
                </a:lnTo>
                <a:lnTo>
                  <a:pt x="10474" y="1037"/>
                </a:lnTo>
                <a:lnTo>
                  <a:pt x="10474" y="3456"/>
                </a:lnTo>
                <a:lnTo>
                  <a:pt x="10075" y="3456"/>
                </a:lnTo>
                <a:lnTo>
                  <a:pt x="10075" y="1037"/>
                </a:lnTo>
                <a:lnTo>
                  <a:pt x="10075" y="957"/>
                </a:lnTo>
                <a:lnTo>
                  <a:pt x="10022" y="877"/>
                </a:lnTo>
                <a:lnTo>
                  <a:pt x="9942" y="824"/>
                </a:lnTo>
                <a:lnTo>
                  <a:pt x="8826" y="824"/>
                </a:lnTo>
                <a:lnTo>
                  <a:pt x="8746" y="877"/>
                </a:lnTo>
                <a:lnTo>
                  <a:pt x="8693" y="957"/>
                </a:lnTo>
                <a:lnTo>
                  <a:pt x="8693" y="1037"/>
                </a:lnTo>
                <a:lnTo>
                  <a:pt x="8693" y="1409"/>
                </a:lnTo>
                <a:lnTo>
                  <a:pt x="8268" y="1409"/>
                </a:lnTo>
                <a:lnTo>
                  <a:pt x="8268" y="1037"/>
                </a:lnTo>
                <a:lnTo>
                  <a:pt x="8294" y="904"/>
                </a:lnTo>
                <a:lnTo>
                  <a:pt x="8321" y="798"/>
                </a:lnTo>
                <a:lnTo>
                  <a:pt x="8374" y="691"/>
                </a:lnTo>
                <a:lnTo>
                  <a:pt x="8454" y="585"/>
                </a:lnTo>
                <a:lnTo>
                  <a:pt x="8560" y="532"/>
                </a:lnTo>
                <a:lnTo>
                  <a:pt x="8666" y="452"/>
                </a:lnTo>
                <a:lnTo>
                  <a:pt x="8773" y="425"/>
                </a:lnTo>
                <a:close/>
                <a:moveTo>
                  <a:pt x="11192" y="3854"/>
                </a:moveTo>
                <a:lnTo>
                  <a:pt x="11271" y="3908"/>
                </a:lnTo>
                <a:lnTo>
                  <a:pt x="11325" y="3987"/>
                </a:lnTo>
                <a:lnTo>
                  <a:pt x="11351" y="4094"/>
                </a:lnTo>
                <a:lnTo>
                  <a:pt x="11325" y="4200"/>
                </a:lnTo>
                <a:lnTo>
                  <a:pt x="11271" y="4280"/>
                </a:lnTo>
                <a:lnTo>
                  <a:pt x="11192" y="4333"/>
                </a:lnTo>
                <a:lnTo>
                  <a:pt x="9384" y="4333"/>
                </a:lnTo>
                <a:lnTo>
                  <a:pt x="9304" y="4359"/>
                </a:lnTo>
                <a:lnTo>
                  <a:pt x="9251" y="4386"/>
                </a:lnTo>
                <a:lnTo>
                  <a:pt x="9225" y="4413"/>
                </a:lnTo>
                <a:lnTo>
                  <a:pt x="9198" y="4466"/>
                </a:lnTo>
                <a:lnTo>
                  <a:pt x="9092" y="4625"/>
                </a:lnTo>
                <a:lnTo>
                  <a:pt x="8985" y="4785"/>
                </a:lnTo>
                <a:lnTo>
                  <a:pt x="8853" y="4918"/>
                </a:lnTo>
                <a:lnTo>
                  <a:pt x="8720" y="5051"/>
                </a:lnTo>
                <a:lnTo>
                  <a:pt x="8560" y="5130"/>
                </a:lnTo>
                <a:lnTo>
                  <a:pt x="8374" y="5210"/>
                </a:lnTo>
                <a:lnTo>
                  <a:pt x="8188" y="5237"/>
                </a:lnTo>
                <a:lnTo>
                  <a:pt x="8002" y="5263"/>
                </a:lnTo>
                <a:lnTo>
                  <a:pt x="3749" y="5263"/>
                </a:lnTo>
                <a:lnTo>
                  <a:pt x="3563" y="5237"/>
                </a:lnTo>
                <a:lnTo>
                  <a:pt x="3377" y="5210"/>
                </a:lnTo>
                <a:lnTo>
                  <a:pt x="3217" y="5130"/>
                </a:lnTo>
                <a:lnTo>
                  <a:pt x="3031" y="5051"/>
                </a:lnTo>
                <a:lnTo>
                  <a:pt x="2898" y="4918"/>
                </a:lnTo>
                <a:lnTo>
                  <a:pt x="2765" y="4785"/>
                </a:lnTo>
                <a:lnTo>
                  <a:pt x="2659" y="4625"/>
                </a:lnTo>
                <a:lnTo>
                  <a:pt x="2579" y="4466"/>
                </a:lnTo>
                <a:lnTo>
                  <a:pt x="2553" y="4413"/>
                </a:lnTo>
                <a:lnTo>
                  <a:pt x="2500" y="4386"/>
                </a:lnTo>
                <a:lnTo>
                  <a:pt x="2446" y="4359"/>
                </a:lnTo>
                <a:lnTo>
                  <a:pt x="2393" y="4333"/>
                </a:lnTo>
                <a:lnTo>
                  <a:pt x="559" y="4333"/>
                </a:lnTo>
                <a:lnTo>
                  <a:pt x="479" y="4280"/>
                </a:lnTo>
                <a:lnTo>
                  <a:pt x="426" y="4200"/>
                </a:lnTo>
                <a:lnTo>
                  <a:pt x="400" y="4094"/>
                </a:lnTo>
                <a:lnTo>
                  <a:pt x="426" y="3987"/>
                </a:lnTo>
                <a:lnTo>
                  <a:pt x="479" y="3908"/>
                </a:lnTo>
                <a:lnTo>
                  <a:pt x="559" y="3854"/>
                </a:lnTo>
                <a:lnTo>
                  <a:pt x="2526" y="3854"/>
                </a:lnTo>
                <a:lnTo>
                  <a:pt x="2686" y="3881"/>
                </a:lnTo>
                <a:lnTo>
                  <a:pt x="2819" y="3934"/>
                </a:lnTo>
                <a:lnTo>
                  <a:pt x="2925" y="4067"/>
                </a:lnTo>
                <a:lnTo>
                  <a:pt x="3005" y="4200"/>
                </a:lnTo>
                <a:lnTo>
                  <a:pt x="3058" y="4333"/>
                </a:lnTo>
                <a:lnTo>
                  <a:pt x="3111" y="4439"/>
                </a:lnTo>
                <a:lnTo>
                  <a:pt x="3191" y="4519"/>
                </a:lnTo>
                <a:lnTo>
                  <a:pt x="3297" y="4599"/>
                </a:lnTo>
                <a:lnTo>
                  <a:pt x="3403" y="4678"/>
                </a:lnTo>
                <a:lnTo>
                  <a:pt x="3510" y="4732"/>
                </a:lnTo>
                <a:lnTo>
                  <a:pt x="3616" y="4758"/>
                </a:lnTo>
                <a:lnTo>
                  <a:pt x="8135" y="4758"/>
                </a:lnTo>
                <a:lnTo>
                  <a:pt x="8241" y="4732"/>
                </a:lnTo>
                <a:lnTo>
                  <a:pt x="8374" y="4678"/>
                </a:lnTo>
                <a:lnTo>
                  <a:pt x="8480" y="4599"/>
                </a:lnTo>
                <a:lnTo>
                  <a:pt x="8560" y="4519"/>
                </a:lnTo>
                <a:lnTo>
                  <a:pt x="8640" y="4439"/>
                </a:lnTo>
                <a:lnTo>
                  <a:pt x="8720" y="4333"/>
                </a:lnTo>
                <a:lnTo>
                  <a:pt x="8746" y="4200"/>
                </a:lnTo>
                <a:lnTo>
                  <a:pt x="8826" y="4067"/>
                </a:lnTo>
                <a:lnTo>
                  <a:pt x="8932" y="3934"/>
                </a:lnTo>
                <a:lnTo>
                  <a:pt x="9092" y="3881"/>
                </a:lnTo>
                <a:lnTo>
                  <a:pt x="9251" y="3854"/>
                </a:lnTo>
                <a:close/>
                <a:moveTo>
                  <a:pt x="10820" y="4732"/>
                </a:moveTo>
                <a:lnTo>
                  <a:pt x="10580" y="7071"/>
                </a:lnTo>
                <a:lnTo>
                  <a:pt x="10501" y="7363"/>
                </a:lnTo>
                <a:lnTo>
                  <a:pt x="10421" y="7629"/>
                </a:lnTo>
                <a:lnTo>
                  <a:pt x="10288" y="7868"/>
                </a:lnTo>
                <a:lnTo>
                  <a:pt x="10128" y="8107"/>
                </a:lnTo>
                <a:lnTo>
                  <a:pt x="9916" y="8293"/>
                </a:lnTo>
                <a:lnTo>
                  <a:pt x="9703" y="8480"/>
                </a:lnTo>
                <a:lnTo>
                  <a:pt x="9464" y="8612"/>
                </a:lnTo>
                <a:lnTo>
                  <a:pt x="9171" y="8719"/>
                </a:lnTo>
                <a:lnTo>
                  <a:pt x="8906" y="8772"/>
                </a:lnTo>
                <a:lnTo>
                  <a:pt x="8640" y="8799"/>
                </a:lnTo>
                <a:lnTo>
                  <a:pt x="3111" y="8799"/>
                </a:lnTo>
                <a:lnTo>
                  <a:pt x="2845" y="8772"/>
                </a:lnTo>
                <a:lnTo>
                  <a:pt x="2579" y="8719"/>
                </a:lnTo>
                <a:lnTo>
                  <a:pt x="2367" y="8639"/>
                </a:lnTo>
                <a:lnTo>
                  <a:pt x="2127" y="8533"/>
                </a:lnTo>
                <a:lnTo>
                  <a:pt x="1915" y="8373"/>
                </a:lnTo>
                <a:lnTo>
                  <a:pt x="1729" y="8214"/>
                </a:lnTo>
                <a:lnTo>
                  <a:pt x="1569" y="8028"/>
                </a:lnTo>
                <a:lnTo>
                  <a:pt x="1436" y="7815"/>
                </a:lnTo>
                <a:lnTo>
                  <a:pt x="1330" y="7576"/>
                </a:lnTo>
                <a:lnTo>
                  <a:pt x="1250" y="7337"/>
                </a:lnTo>
                <a:lnTo>
                  <a:pt x="1197" y="7071"/>
                </a:lnTo>
                <a:lnTo>
                  <a:pt x="931" y="4732"/>
                </a:lnTo>
                <a:lnTo>
                  <a:pt x="2260" y="4732"/>
                </a:lnTo>
                <a:lnTo>
                  <a:pt x="2367" y="4944"/>
                </a:lnTo>
                <a:lnTo>
                  <a:pt x="2526" y="5130"/>
                </a:lnTo>
                <a:lnTo>
                  <a:pt x="2686" y="5290"/>
                </a:lnTo>
                <a:lnTo>
                  <a:pt x="2872" y="5423"/>
                </a:lnTo>
                <a:lnTo>
                  <a:pt x="3084" y="5529"/>
                </a:lnTo>
                <a:lnTo>
                  <a:pt x="3297" y="5582"/>
                </a:lnTo>
                <a:lnTo>
                  <a:pt x="3510" y="5635"/>
                </a:lnTo>
                <a:lnTo>
                  <a:pt x="3749" y="5662"/>
                </a:lnTo>
                <a:lnTo>
                  <a:pt x="8002" y="5662"/>
                </a:lnTo>
                <a:lnTo>
                  <a:pt x="8241" y="5635"/>
                </a:lnTo>
                <a:lnTo>
                  <a:pt x="8454" y="5582"/>
                </a:lnTo>
                <a:lnTo>
                  <a:pt x="8666" y="5529"/>
                </a:lnTo>
                <a:lnTo>
                  <a:pt x="8879" y="5423"/>
                </a:lnTo>
                <a:lnTo>
                  <a:pt x="9065" y="5290"/>
                </a:lnTo>
                <a:lnTo>
                  <a:pt x="9225" y="5130"/>
                </a:lnTo>
                <a:lnTo>
                  <a:pt x="9384" y="4944"/>
                </a:lnTo>
                <a:lnTo>
                  <a:pt x="9490" y="4732"/>
                </a:lnTo>
                <a:close/>
                <a:moveTo>
                  <a:pt x="1729" y="8719"/>
                </a:moveTo>
                <a:lnTo>
                  <a:pt x="1755" y="8745"/>
                </a:lnTo>
                <a:lnTo>
                  <a:pt x="1782" y="8772"/>
                </a:lnTo>
                <a:lnTo>
                  <a:pt x="1862" y="8825"/>
                </a:lnTo>
                <a:lnTo>
                  <a:pt x="1888" y="8852"/>
                </a:lnTo>
                <a:lnTo>
                  <a:pt x="1968" y="8878"/>
                </a:lnTo>
                <a:lnTo>
                  <a:pt x="1995" y="8905"/>
                </a:lnTo>
                <a:lnTo>
                  <a:pt x="2074" y="8931"/>
                </a:lnTo>
                <a:lnTo>
                  <a:pt x="2127" y="8958"/>
                </a:lnTo>
                <a:lnTo>
                  <a:pt x="2127" y="8985"/>
                </a:lnTo>
                <a:lnTo>
                  <a:pt x="1463" y="9569"/>
                </a:lnTo>
                <a:lnTo>
                  <a:pt x="1410" y="9596"/>
                </a:lnTo>
                <a:lnTo>
                  <a:pt x="1330" y="9623"/>
                </a:lnTo>
                <a:lnTo>
                  <a:pt x="1277" y="9596"/>
                </a:lnTo>
                <a:lnTo>
                  <a:pt x="1224" y="9569"/>
                </a:lnTo>
                <a:lnTo>
                  <a:pt x="1170" y="9516"/>
                </a:lnTo>
                <a:lnTo>
                  <a:pt x="1170" y="9436"/>
                </a:lnTo>
                <a:lnTo>
                  <a:pt x="1170" y="9357"/>
                </a:lnTo>
                <a:lnTo>
                  <a:pt x="1197" y="9304"/>
                </a:lnTo>
                <a:lnTo>
                  <a:pt x="1729" y="8719"/>
                </a:lnTo>
                <a:close/>
                <a:moveTo>
                  <a:pt x="10049" y="8719"/>
                </a:moveTo>
                <a:lnTo>
                  <a:pt x="10554" y="9304"/>
                </a:lnTo>
                <a:lnTo>
                  <a:pt x="10580" y="9357"/>
                </a:lnTo>
                <a:lnTo>
                  <a:pt x="10607" y="9436"/>
                </a:lnTo>
                <a:lnTo>
                  <a:pt x="10580" y="9516"/>
                </a:lnTo>
                <a:lnTo>
                  <a:pt x="10554" y="9569"/>
                </a:lnTo>
                <a:lnTo>
                  <a:pt x="10474" y="9596"/>
                </a:lnTo>
                <a:lnTo>
                  <a:pt x="10421" y="9623"/>
                </a:lnTo>
                <a:lnTo>
                  <a:pt x="10341" y="9596"/>
                </a:lnTo>
                <a:lnTo>
                  <a:pt x="10288" y="9569"/>
                </a:lnTo>
                <a:lnTo>
                  <a:pt x="9623" y="8985"/>
                </a:lnTo>
                <a:lnTo>
                  <a:pt x="9650" y="8958"/>
                </a:lnTo>
                <a:lnTo>
                  <a:pt x="9677" y="8931"/>
                </a:lnTo>
                <a:lnTo>
                  <a:pt x="9756" y="8905"/>
                </a:lnTo>
                <a:lnTo>
                  <a:pt x="9809" y="8878"/>
                </a:lnTo>
                <a:lnTo>
                  <a:pt x="9863" y="8852"/>
                </a:lnTo>
                <a:lnTo>
                  <a:pt x="9916" y="8825"/>
                </a:lnTo>
                <a:lnTo>
                  <a:pt x="9969" y="8772"/>
                </a:lnTo>
                <a:lnTo>
                  <a:pt x="10022" y="8745"/>
                </a:lnTo>
                <a:lnTo>
                  <a:pt x="10049" y="8719"/>
                </a:lnTo>
                <a:close/>
                <a:moveTo>
                  <a:pt x="8906" y="0"/>
                </a:moveTo>
                <a:lnTo>
                  <a:pt x="8693" y="27"/>
                </a:lnTo>
                <a:lnTo>
                  <a:pt x="8507" y="80"/>
                </a:lnTo>
                <a:lnTo>
                  <a:pt x="8321" y="186"/>
                </a:lnTo>
                <a:lnTo>
                  <a:pt x="8188" y="319"/>
                </a:lnTo>
                <a:lnTo>
                  <a:pt x="8055" y="452"/>
                </a:lnTo>
                <a:lnTo>
                  <a:pt x="7949" y="638"/>
                </a:lnTo>
                <a:lnTo>
                  <a:pt x="7896" y="824"/>
                </a:lnTo>
                <a:lnTo>
                  <a:pt x="7869" y="1037"/>
                </a:lnTo>
                <a:lnTo>
                  <a:pt x="7869" y="1409"/>
                </a:lnTo>
                <a:lnTo>
                  <a:pt x="7683" y="1409"/>
                </a:lnTo>
                <a:lnTo>
                  <a:pt x="7630" y="1462"/>
                </a:lnTo>
                <a:lnTo>
                  <a:pt x="7577" y="1515"/>
                </a:lnTo>
                <a:lnTo>
                  <a:pt x="7577" y="1595"/>
                </a:lnTo>
                <a:lnTo>
                  <a:pt x="7577" y="2259"/>
                </a:lnTo>
                <a:lnTo>
                  <a:pt x="7577" y="2339"/>
                </a:lnTo>
                <a:lnTo>
                  <a:pt x="7630" y="2392"/>
                </a:lnTo>
                <a:lnTo>
                  <a:pt x="7683" y="2446"/>
                </a:lnTo>
                <a:lnTo>
                  <a:pt x="9251" y="2446"/>
                </a:lnTo>
                <a:lnTo>
                  <a:pt x="9304" y="2392"/>
                </a:lnTo>
                <a:lnTo>
                  <a:pt x="9358" y="2339"/>
                </a:lnTo>
                <a:lnTo>
                  <a:pt x="9358" y="2259"/>
                </a:lnTo>
                <a:lnTo>
                  <a:pt x="9358" y="1595"/>
                </a:lnTo>
                <a:lnTo>
                  <a:pt x="9358" y="1515"/>
                </a:lnTo>
                <a:lnTo>
                  <a:pt x="9304" y="1462"/>
                </a:lnTo>
                <a:lnTo>
                  <a:pt x="9251" y="1409"/>
                </a:lnTo>
                <a:lnTo>
                  <a:pt x="9092" y="1409"/>
                </a:lnTo>
                <a:lnTo>
                  <a:pt x="9092" y="1223"/>
                </a:lnTo>
                <a:lnTo>
                  <a:pt x="9677" y="1223"/>
                </a:lnTo>
                <a:lnTo>
                  <a:pt x="9677" y="3456"/>
                </a:lnTo>
                <a:lnTo>
                  <a:pt x="9092" y="3456"/>
                </a:lnTo>
                <a:lnTo>
                  <a:pt x="8959" y="3482"/>
                </a:lnTo>
                <a:lnTo>
                  <a:pt x="8826" y="3535"/>
                </a:lnTo>
                <a:lnTo>
                  <a:pt x="8693" y="3615"/>
                </a:lnTo>
                <a:lnTo>
                  <a:pt x="8587" y="3721"/>
                </a:lnTo>
                <a:lnTo>
                  <a:pt x="8507" y="3828"/>
                </a:lnTo>
                <a:lnTo>
                  <a:pt x="8427" y="3961"/>
                </a:lnTo>
                <a:lnTo>
                  <a:pt x="8374" y="4094"/>
                </a:lnTo>
                <a:lnTo>
                  <a:pt x="8321" y="4200"/>
                </a:lnTo>
                <a:lnTo>
                  <a:pt x="8241" y="4280"/>
                </a:lnTo>
                <a:lnTo>
                  <a:pt x="8135" y="4333"/>
                </a:lnTo>
                <a:lnTo>
                  <a:pt x="8002" y="4359"/>
                </a:lnTo>
                <a:lnTo>
                  <a:pt x="3749" y="4359"/>
                </a:lnTo>
                <a:lnTo>
                  <a:pt x="3643" y="4333"/>
                </a:lnTo>
                <a:lnTo>
                  <a:pt x="3536" y="4280"/>
                </a:lnTo>
                <a:lnTo>
                  <a:pt x="3430" y="4200"/>
                </a:lnTo>
                <a:lnTo>
                  <a:pt x="3377" y="4094"/>
                </a:lnTo>
                <a:lnTo>
                  <a:pt x="3324" y="3961"/>
                </a:lnTo>
                <a:lnTo>
                  <a:pt x="3270" y="3828"/>
                </a:lnTo>
                <a:lnTo>
                  <a:pt x="3164" y="3721"/>
                </a:lnTo>
                <a:lnTo>
                  <a:pt x="3058" y="3615"/>
                </a:lnTo>
                <a:lnTo>
                  <a:pt x="2951" y="3535"/>
                </a:lnTo>
                <a:lnTo>
                  <a:pt x="2819" y="3482"/>
                </a:lnTo>
                <a:lnTo>
                  <a:pt x="2659" y="3456"/>
                </a:lnTo>
                <a:lnTo>
                  <a:pt x="533" y="3456"/>
                </a:lnTo>
                <a:lnTo>
                  <a:pt x="426" y="3482"/>
                </a:lnTo>
                <a:lnTo>
                  <a:pt x="320" y="3535"/>
                </a:lnTo>
                <a:lnTo>
                  <a:pt x="214" y="3615"/>
                </a:lnTo>
                <a:lnTo>
                  <a:pt x="134" y="3695"/>
                </a:lnTo>
                <a:lnTo>
                  <a:pt x="81" y="3801"/>
                </a:lnTo>
                <a:lnTo>
                  <a:pt x="27" y="3908"/>
                </a:lnTo>
                <a:lnTo>
                  <a:pt x="1" y="4014"/>
                </a:lnTo>
                <a:lnTo>
                  <a:pt x="1" y="4147"/>
                </a:lnTo>
                <a:lnTo>
                  <a:pt x="27" y="4280"/>
                </a:lnTo>
                <a:lnTo>
                  <a:pt x="81" y="4386"/>
                </a:lnTo>
                <a:lnTo>
                  <a:pt x="134" y="4466"/>
                </a:lnTo>
                <a:lnTo>
                  <a:pt x="214" y="4572"/>
                </a:lnTo>
                <a:lnTo>
                  <a:pt x="293" y="4625"/>
                </a:lnTo>
                <a:lnTo>
                  <a:pt x="400" y="4705"/>
                </a:lnTo>
                <a:lnTo>
                  <a:pt x="533" y="4732"/>
                </a:lnTo>
                <a:lnTo>
                  <a:pt x="798" y="7124"/>
                </a:lnTo>
                <a:lnTo>
                  <a:pt x="878" y="7496"/>
                </a:lnTo>
                <a:lnTo>
                  <a:pt x="984" y="7842"/>
                </a:lnTo>
                <a:lnTo>
                  <a:pt x="1170" y="8161"/>
                </a:lnTo>
                <a:lnTo>
                  <a:pt x="1410" y="8453"/>
                </a:lnTo>
                <a:lnTo>
                  <a:pt x="905" y="9038"/>
                </a:lnTo>
                <a:lnTo>
                  <a:pt x="825" y="9197"/>
                </a:lnTo>
                <a:lnTo>
                  <a:pt x="772" y="9357"/>
                </a:lnTo>
                <a:lnTo>
                  <a:pt x="772" y="9516"/>
                </a:lnTo>
                <a:lnTo>
                  <a:pt x="798" y="9676"/>
                </a:lnTo>
                <a:lnTo>
                  <a:pt x="905" y="9809"/>
                </a:lnTo>
                <a:lnTo>
                  <a:pt x="1038" y="9915"/>
                </a:lnTo>
                <a:lnTo>
                  <a:pt x="1170" y="9995"/>
                </a:lnTo>
                <a:lnTo>
                  <a:pt x="1357" y="10021"/>
                </a:lnTo>
                <a:lnTo>
                  <a:pt x="1463" y="9995"/>
                </a:lnTo>
                <a:lnTo>
                  <a:pt x="1543" y="9968"/>
                </a:lnTo>
                <a:lnTo>
                  <a:pt x="1649" y="9942"/>
                </a:lnTo>
                <a:lnTo>
                  <a:pt x="1729" y="9862"/>
                </a:lnTo>
                <a:lnTo>
                  <a:pt x="2579" y="9117"/>
                </a:lnTo>
                <a:lnTo>
                  <a:pt x="2845" y="9171"/>
                </a:lnTo>
                <a:lnTo>
                  <a:pt x="3111" y="9197"/>
                </a:lnTo>
                <a:lnTo>
                  <a:pt x="8640" y="9197"/>
                </a:lnTo>
                <a:lnTo>
                  <a:pt x="8906" y="9171"/>
                </a:lnTo>
                <a:lnTo>
                  <a:pt x="9171" y="9117"/>
                </a:lnTo>
                <a:lnTo>
                  <a:pt x="10022" y="9862"/>
                </a:lnTo>
                <a:lnTo>
                  <a:pt x="10128" y="9942"/>
                </a:lnTo>
                <a:lnTo>
                  <a:pt x="10208" y="9995"/>
                </a:lnTo>
                <a:lnTo>
                  <a:pt x="10314" y="10021"/>
                </a:lnTo>
                <a:lnTo>
                  <a:pt x="10421" y="10021"/>
                </a:lnTo>
                <a:lnTo>
                  <a:pt x="10527" y="9995"/>
                </a:lnTo>
                <a:lnTo>
                  <a:pt x="10633" y="9968"/>
                </a:lnTo>
                <a:lnTo>
                  <a:pt x="10740" y="9915"/>
                </a:lnTo>
                <a:lnTo>
                  <a:pt x="10820" y="9835"/>
                </a:lnTo>
                <a:lnTo>
                  <a:pt x="10899" y="9755"/>
                </a:lnTo>
                <a:lnTo>
                  <a:pt x="10952" y="9649"/>
                </a:lnTo>
                <a:lnTo>
                  <a:pt x="10979" y="9569"/>
                </a:lnTo>
                <a:lnTo>
                  <a:pt x="11006" y="9436"/>
                </a:lnTo>
                <a:lnTo>
                  <a:pt x="10979" y="9330"/>
                </a:lnTo>
                <a:lnTo>
                  <a:pt x="10979" y="9224"/>
                </a:lnTo>
                <a:lnTo>
                  <a:pt x="10926" y="9144"/>
                </a:lnTo>
                <a:lnTo>
                  <a:pt x="10846" y="9038"/>
                </a:lnTo>
                <a:lnTo>
                  <a:pt x="10341" y="8453"/>
                </a:lnTo>
                <a:lnTo>
                  <a:pt x="10580" y="8161"/>
                </a:lnTo>
                <a:lnTo>
                  <a:pt x="10766" y="7842"/>
                </a:lnTo>
                <a:lnTo>
                  <a:pt x="10899" y="7496"/>
                </a:lnTo>
                <a:lnTo>
                  <a:pt x="10952" y="7124"/>
                </a:lnTo>
                <a:lnTo>
                  <a:pt x="11245" y="4732"/>
                </a:lnTo>
                <a:lnTo>
                  <a:pt x="11351" y="4705"/>
                </a:lnTo>
                <a:lnTo>
                  <a:pt x="11457" y="4625"/>
                </a:lnTo>
                <a:lnTo>
                  <a:pt x="11564" y="4572"/>
                </a:lnTo>
                <a:lnTo>
                  <a:pt x="11617" y="4466"/>
                </a:lnTo>
                <a:lnTo>
                  <a:pt x="11697" y="4386"/>
                </a:lnTo>
                <a:lnTo>
                  <a:pt x="11723" y="4280"/>
                </a:lnTo>
                <a:lnTo>
                  <a:pt x="11750" y="4147"/>
                </a:lnTo>
                <a:lnTo>
                  <a:pt x="11750" y="4014"/>
                </a:lnTo>
                <a:lnTo>
                  <a:pt x="11723" y="3908"/>
                </a:lnTo>
                <a:lnTo>
                  <a:pt x="11697" y="3801"/>
                </a:lnTo>
                <a:lnTo>
                  <a:pt x="11617" y="3695"/>
                </a:lnTo>
                <a:lnTo>
                  <a:pt x="11537" y="3615"/>
                </a:lnTo>
                <a:lnTo>
                  <a:pt x="11457" y="3535"/>
                </a:lnTo>
                <a:lnTo>
                  <a:pt x="11351" y="3482"/>
                </a:lnTo>
                <a:lnTo>
                  <a:pt x="11218" y="3456"/>
                </a:lnTo>
                <a:lnTo>
                  <a:pt x="10899" y="3456"/>
                </a:lnTo>
                <a:lnTo>
                  <a:pt x="10899" y="1037"/>
                </a:lnTo>
                <a:lnTo>
                  <a:pt x="10873" y="824"/>
                </a:lnTo>
                <a:lnTo>
                  <a:pt x="10793" y="638"/>
                </a:lnTo>
                <a:lnTo>
                  <a:pt x="10713" y="452"/>
                </a:lnTo>
                <a:lnTo>
                  <a:pt x="10580" y="319"/>
                </a:lnTo>
                <a:lnTo>
                  <a:pt x="10447" y="186"/>
                </a:lnTo>
                <a:lnTo>
                  <a:pt x="10261" y="80"/>
                </a:lnTo>
                <a:lnTo>
                  <a:pt x="10075" y="27"/>
                </a:lnTo>
                <a:lnTo>
                  <a:pt x="986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45" name="Google Shape;1445;p87"/>
          <p:cNvGrpSpPr/>
          <p:nvPr/>
        </p:nvGrpSpPr>
        <p:grpSpPr>
          <a:xfrm>
            <a:off x="2527203" y="2721802"/>
            <a:ext cx="133257" cy="286436"/>
            <a:chOff x="1831675" y="2748825"/>
            <a:chExt cx="128925" cy="277125"/>
          </a:xfrm>
        </p:grpSpPr>
        <p:sp>
          <p:nvSpPr>
            <p:cNvPr id="1446" name="Google Shape;1446;p87"/>
            <p:cNvSpPr/>
            <p:nvPr/>
          </p:nvSpPr>
          <p:spPr>
            <a:xfrm>
              <a:off x="1831675" y="2748825"/>
              <a:ext cx="128925" cy="277125"/>
            </a:xfrm>
            <a:custGeom>
              <a:rect b="b" l="l" r="r" t="t"/>
              <a:pathLst>
                <a:path extrusionOk="0" h="11085" w="5157">
                  <a:moveTo>
                    <a:pt x="4253" y="399"/>
                  </a:moveTo>
                  <a:lnTo>
                    <a:pt x="4360" y="426"/>
                  </a:lnTo>
                  <a:lnTo>
                    <a:pt x="4466" y="452"/>
                  </a:lnTo>
                  <a:lnTo>
                    <a:pt x="4546" y="505"/>
                  </a:lnTo>
                  <a:lnTo>
                    <a:pt x="4625" y="559"/>
                  </a:lnTo>
                  <a:lnTo>
                    <a:pt x="4679" y="638"/>
                  </a:lnTo>
                  <a:lnTo>
                    <a:pt x="4732" y="718"/>
                  </a:lnTo>
                  <a:lnTo>
                    <a:pt x="4758" y="824"/>
                  </a:lnTo>
                  <a:lnTo>
                    <a:pt x="4758" y="904"/>
                  </a:lnTo>
                  <a:lnTo>
                    <a:pt x="4758" y="4253"/>
                  </a:lnTo>
                  <a:lnTo>
                    <a:pt x="4758" y="4360"/>
                  </a:lnTo>
                  <a:lnTo>
                    <a:pt x="4732" y="4440"/>
                  </a:lnTo>
                  <a:lnTo>
                    <a:pt x="4679" y="4546"/>
                  </a:lnTo>
                  <a:lnTo>
                    <a:pt x="4625" y="4599"/>
                  </a:lnTo>
                  <a:lnTo>
                    <a:pt x="4546" y="4679"/>
                  </a:lnTo>
                  <a:lnTo>
                    <a:pt x="4466" y="4705"/>
                  </a:lnTo>
                  <a:lnTo>
                    <a:pt x="4360" y="4759"/>
                  </a:lnTo>
                  <a:lnTo>
                    <a:pt x="824" y="4759"/>
                  </a:lnTo>
                  <a:lnTo>
                    <a:pt x="718" y="4705"/>
                  </a:lnTo>
                  <a:lnTo>
                    <a:pt x="638" y="4679"/>
                  </a:lnTo>
                  <a:lnTo>
                    <a:pt x="558" y="4599"/>
                  </a:lnTo>
                  <a:lnTo>
                    <a:pt x="505" y="4546"/>
                  </a:lnTo>
                  <a:lnTo>
                    <a:pt x="452" y="4440"/>
                  </a:lnTo>
                  <a:lnTo>
                    <a:pt x="425" y="4360"/>
                  </a:lnTo>
                  <a:lnTo>
                    <a:pt x="425" y="4253"/>
                  </a:lnTo>
                  <a:lnTo>
                    <a:pt x="425" y="904"/>
                  </a:lnTo>
                  <a:lnTo>
                    <a:pt x="425" y="824"/>
                  </a:lnTo>
                  <a:lnTo>
                    <a:pt x="452" y="718"/>
                  </a:lnTo>
                  <a:lnTo>
                    <a:pt x="505" y="638"/>
                  </a:lnTo>
                  <a:lnTo>
                    <a:pt x="558" y="559"/>
                  </a:lnTo>
                  <a:lnTo>
                    <a:pt x="638" y="505"/>
                  </a:lnTo>
                  <a:lnTo>
                    <a:pt x="718" y="452"/>
                  </a:lnTo>
                  <a:lnTo>
                    <a:pt x="824" y="426"/>
                  </a:lnTo>
                  <a:lnTo>
                    <a:pt x="931" y="399"/>
                  </a:lnTo>
                  <a:close/>
                  <a:moveTo>
                    <a:pt x="4014" y="5157"/>
                  </a:moveTo>
                  <a:lnTo>
                    <a:pt x="4014" y="9277"/>
                  </a:lnTo>
                  <a:lnTo>
                    <a:pt x="3987" y="9570"/>
                  </a:lnTo>
                  <a:lnTo>
                    <a:pt x="3881" y="9836"/>
                  </a:lnTo>
                  <a:lnTo>
                    <a:pt x="3775" y="10075"/>
                  </a:lnTo>
                  <a:lnTo>
                    <a:pt x="3589" y="10261"/>
                  </a:lnTo>
                  <a:lnTo>
                    <a:pt x="3376" y="10447"/>
                  </a:lnTo>
                  <a:lnTo>
                    <a:pt x="3137" y="10580"/>
                  </a:lnTo>
                  <a:lnTo>
                    <a:pt x="2871" y="10660"/>
                  </a:lnTo>
                  <a:lnTo>
                    <a:pt x="2579" y="10686"/>
                  </a:lnTo>
                  <a:lnTo>
                    <a:pt x="2313" y="10660"/>
                  </a:lnTo>
                  <a:lnTo>
                    <a:pt x="2047" y="10580"/>
                  </a:lnTo>
                  <a:lnTo>
                    <a:pt x="1808" y="10447"/>
                  </a:lnTo>
                  <a:lnTo>
                    <a:pt x="1595" y="10261"/>
                  </a:lnTo>
                  <a:lnTo>
                    <a:pt x="1409" y="10075"/>
                  </a:lnTo>
                  <a:lnTo>
                    <a:pt x="1276" y="9836"/>
                  </a:lnTo>
                  <a:lnTo>
                    <a:pt x="1196" y="9570"/>
                  </a:lnTo>
                  <a:lnTo>
                    <a:pt x="1170" y="9277"/>
                  </a:lnTo>
                  <a:lnTo>
                    <a:pt x="1170" y="5157"/>
                  </a:lnTo>
                  <a:close/>
                  <a:moveTo>
                    <a:pt x="931" y="0"/>
                  </a:moveTo>
                  <a:lnTo>
                    <a:pt x="744" y="27"/>
                  </a:lnTo>
                  <a:lnTo>
                    <a:pt x="558" y="80"/>
                  </a:lnTo>
                  <a:lnTo>
                    <a:pt x="425" y="160"/>
                  </a:lnTo>
                  <a:lnTo>
                    <a:pt x="266" y="266"/>
                  </a:lnTo>
                  <a:lnTo>
                    <a:pt x="160" y="399"/>
                  </a:lnTo>
                  <a:lnTo>
                    <a:pt x="80" y="559"/>
                  </a:lnTo>
                  <a:lnTo>
                    <a:pt x="27" y="745"/>
                  </a:lnTo>
                  <a:lnTo>
                    <a:pt x="0" y="904"/>
                  </a:lnTo>
                  <a:lnTo>
                    <a:pt x="0" y="4253"/>
                  </a:lnTo>
                  <a:lnTo>
                    <a:pt x="27" y="4413"/>
                  </a:lnTo>
                  <a:lnTo>
                    <a:pt x="80" y="4572"/>
                  </a:lnTo>
                  <a:lnTo>
                    <a:pt x="133" y="4705"/>
                  </a:lnTo>
                  <a:lnTo>
                    <a:pt x="239" y="4838"/>
                  </a:lnTo>
                  <a:lnTo>
                    <a:pt x="346" y="4945"/>
                  </a:lnTo>
                  <a:lnTo>
                    <a:pt x="479" y="5024"/>
                  </a:lnTo>
                  <a:lnTo>
                    <a:pt x="612" y="5104"/>
                  </a:lnTo>
                  <a:lnTo>
                    <a:pt x="771" y="5157"/>
                  </a:lnTo>
                  <a:lnTo>
                    <a:pt x="771" y="9277"/>
                  </a:lnTo>
                  <a:lnTo>
                    <a:pt x="771" y="9463"/>
                  </a:lnTo>
                  <a:lnTo>
                    <a:pt x="798" y="9649"/>
                  </a:lnTo>
                  <a:lnTo>
                    <a:pt x="851" y="9809"/>
                  </a:lnTo>
                  <a:lnTo>
                    <a:pt x="904" y="9968"/>
                  </a:lnTo>
                  <a:lnTo>
                    <a:pt x="984" y="10128"/>
                  </a:lnTo>
                  <a:lnTo>
                    <a:pt x="1090" y="10287"/>
                  </a:lnTo>
                  <a:lnTo>
                    <a:pt x="1196" y="10420"/>
                  </a:lnTo>
                  <a:lnTo>
                    <a:pt x="1303" y="10553"/>
                  </a:lnTo>
                  <a:lnTo>
                    <a:pt x="1436" y="10660"/>
                  </a:lnTo>
                  <a:lnTo>
                    <a:pt x="1568" y="10766"/>
                  </a:lnTo>
                  <a:lnTo>
                    <a:pt x="1728" y="10872"/>
                  </a:lnTo>
                  <a:lnTo>
                    <a:pt x="1887" y="10952"/>
                  </a:lnTo>
                  <a:lnTo>
                    <a:pt x="2047" y="11005"/>
                  </a:lnTo>
                  <a:lnTo>
                    <a:pt x="2233" y="11058"/>
                  </a:lnTo>
                  <a:lnTo>
                    <a:pt x="2393" y="11085"/>
                  </a:lnTo>
                  <a:lnTo>
                    <a:pt x="2765" y="11085"/>
                  </a:lnTo>
                  <a:lnTo>
                    <a:pt x="2951" y="11058"/>
                  </a:lnTo>
                  <a:lnTo>
                    <a:pt x="3137" y="11005"/>
                  </a:lnTo>
                  <a:lnTo>
                    <a:pt x="3296" y="10952"/>
                  </a:lnTo>
                  <a:lnTo>
                    <a:pt x="3456" y="10872"/>
                  </a:lnTo>
                  <a:lnTo>
                    <a:pt x="3615" y="10766"/>
                  </a:lnTo>
                  <a:lnTo>
                    <a:pt x="3748" y="10660"/>
                  </a:lnTo>
                  <a:lnTo>
                    <a:pt x="3881" y="10553"/>
                  </a:lnTo>
                  <a:lnTo>
                    <a:pt x="3987" y="10420"/>
                  </a:lnTo>
                  <a:lnTo>
                    <a:pt x="4094" y="10287"/>
                  </a:lnTo>
                  <a:lnTo>
                    <a:pt x="4173" y="10128"/>
                  </a:lnTo>
                  <a:lnTo>
                    <a:pt x="4253" y="9968"/>
                  </a:lnTo>
                  <a:lnTo>
                    <a:pt x="4333" y="9809"/>
                  </a:lnTo>
                  <a:lnTo>
                    <a:pt x="4360" y="9649"/>
                  </a:lnTo>
                  <a:lnTo>
                    <a:pt x="4386" y="9463"/>
                  </a:lnTo>
                  <a:lnTo>
                    <a:pt x="4413" y="9277"/>
                  </a:lnTo>
                  <a:lnTo>
                    <a:pt x="4413" y="5157"/>
                  </a:lnTo>
                  <a:lnTo>
                    <a:pt x="4572" y="5104"/>
                  </a:lnTo>
                  <a:lnTo>
                    <a:pt x="4705" y="5024"/>
                  </a:lnTo>
                  <a:lnTo>
                    <a:pt x="4838" y="4945"/>
                  </a:lnTo>
                  <a:lnTo>
                    <a:pt x="4944" y="4838"/>
                  </a:lnTo>
                  <a:lnTo>
                    <a:pt x="5051" y="4705"/>
                  </a:lnTo>
                  <a:lnTo>
                    <a:pt x="5104" y="4572"/>
                  </a:lnTo>
                  <a:lnTo>
                    <a:pt x="5157" y="4413"/>
                  </a:lnTo>
                  <a:lnTo>
                    <a:pt x="5157" y="4253"/>
                  </a:lnTo>
                  <a:lnTo>
                    <a:pt x="5157" y="904"/>
                  </a:lnTo>
                  <a:lnTo>
                    <a:pt x="5157" y="745"/>
                  </a:lnTo>
                  <a:lnTo>
                    <a:pt x="5104" y="559"/>
                  </a:lnTo>
                  <a:lnTo>
                    <a:pt x="4997" y="399"/>
                  </a:lnTo>
                  <a:lnTo>
                    <a:pt x="4891" y="266"/>
                  </a:lnTo>
                  <a:lnTo>
                    <a:pt x="4758" y="160"/>
                  </a:lnTo>
                  <a:lnTo>
                    <a:pt x="4599" y="80"/>
                  </a:lnTo>
                  <a:lnTo>
                    <a:pt x="4439" y="27"/>
                  </a:lnTo>
                  <a:lnTo>
                    <a:pt x="425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 name="Google Shape;1447;p87"/>
            <p:cNvSpPr/>
            <p:nvPr/>
          </p:nvSpPr>
          <p:spPr>
            <a:xfrm>
              <a:off x="1850950" y="2768100"/>
              <a:ext cx="91050" cy="91050"/>
            </a:xfrm>
            <a:custGeom>
              <a:rect b="b" l="l" r="r" t="t"/>
              <a:pathLst>
                <a:path extrusionOk="0" h="3642" w="3642">
                  <a:moveTo>
                    <a:pt x="3243" y="399"/>
                  </a:moveTo>
                  <a:lnTo>
                    <a:pt x="3243" y="3217"/>
                  </a:lnTo>
                  <a:lnTo>
                    <a:pt x="3216" y="3243"/>
                  </a:lnTo>
                  <a:lnTo>
                    <a:pt x="399" y="3243"/>
                  </a:lnTo>
                  <a:lnTo>
                    <a:pt x="399" y="3217"/>
                  </a:lnTo>
                  <a:lnTo>
                    <a:pt x="399" y="399"/>
                  </a:lnTo>
                  <a:close/>
                  <a:moveTo>
                    <a:pt x="319" y="0"/>
                  </a:moveTo>
                  <a:lnTo>
                    <a:pt x="239" y="27"/>
                  </a:lnTo>
                  <a:lnTo>
                    <a:pt x="106" y="107"/>
                  </a:lnTo>
                  <a:lnTo>
                    <a:pt x="27" y="240"/>
                  </a:lnTo>
                  <a:lnTo>
                    <a:pt x="0" y="319"/>
                  </a:lnTo>
                  <a:lnTo>
                    <a:pt x="0" y="399"/>
                  </a:lnTo>
                  <a:lnTo>
                    <a:pt x="0" y="3217"/>
                  </a:lnTo>
                  <a:lnTo>
                    <a:pt x="0" y="3296"/>
                  </a:lnTo>
                  <a:lnTo>
                    <a:pt x="27" y="3376"/>
                  </a:lnTo>
                  <a:lnTo>
                    <a:pt x="106" y="3509"/>
                  </a:lnTo>
                  <a:lnTo>
                    <a:pt x="239" y="3589"/>
                  </a:lnTo>
                  <a:lnTo>
                    <a:pt x="319" y="3615"/>
                  </a:lnTo>
                  <a:lnTo>
                    <a:pt x="399" y="3642"/>
                  </a:lnTo>
                  <a:lnTo>
                    <a:pt x="3216" y="3642"/>
                  </a:lnTo>
                  <a:lnTo>
                    <a:pt x="3323" y="3615"/>
                  </a:lnTo>
                  <a:lnTo>
                    <a:pt x="3376" y="3589"/>
                  </a:lnTo>
                  <a:lnTo>
                    <a:pt x="3509" y="3509"/>
                  </a:lnTo>
                  <a:lnTo>
                    <a:pt x="3615" y="3376"/>
                  </a:lnTo>
                  <a:lnTo>
                    <a:pt x="3642" y="3296"/>
                  </a:lnTo>
                  <a:lnTo>
                    <a:pt x="3642" y="3217"/>
                  </a:lnTo>
                  <a:lnTo>
                    <a:pt x="3642" y="399"/>
                  </a:lnTo>
                  <a:lnTo>
                    <a:pt x="3642" y="319"/>
                  </a:lnTo>
                  <a:lnTo>
                    <a:pt x="3615" y="240"/>
                  </a:lnTo>
                  <a:lnTo>
                    <a:pt x="3509" y="107"/>
                  </a:lnTo>
                  <a:lnTo>
                    <a:pt x="3376" y="27"/>
                  </a:lnTo>
                  <a:lnTo>
                    <a:pt x="332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 name="Google Shape;1448;p87"/>
            <p:cNvSpPr/>
            <p:nvPr/>
          </p:nvSpPr>
          <p:spPr>
            <a:xfrm>
              <a:off x="1886825" y="2889700"/>
              <a:ext cx="19300" cy="10000"/>
            </a:xfrm>
            <a:custGeom>
              <a:rect b="b" l="l" r="r" t="t"/>
              <a:pathLst>
                <a:path extrusionOk="0" h="400" w="772">
                  <a:moveTo>
                    <a:pt x="187" y="1"/>
                  </a:moveTo>
                  <a:lnTo>
                    <a:pt x="107" y="27"/>
                  </a:lnTo>
                  <a:lnTo>
                    <a:pt x="54" y="54"/>
                  </a:lnTo>
                  <a:lnTo>
                    <a:pt x="0" y="134"/>
                  </a:lnTo>
                  <a:lnTo>
                    <a:pt x="0" y="213"/>
                  </a:lnTo>
                  <a:lnTo>
                    <a:pt x="0" y="293"/>
                  </a:lnTo>
                  <a:lnTo>
                    <a:pt x="54" y="346"/>
                  </a:lnTo>
                  <a:lnTo>
                    <a:pt x="107" y="399"/>
                  </a:lnTo>
                  <a:lnTo>
                    <a:pt x="665" y="399"/>
                  </a:lnTo>
                  <a:lnTo>
                    <a:pt x="718" y="346"/>
                  </a:lnTo>
                  <a:lnTo>
                    <a:pt x="771" y="293"/>
                  </a:lnTo>
                  <a:lnTo>
                    <a:pt x="771" y="213"/>
                  </a:lnTo>
                  <a:lnTo>
                    <a:pt x="771" y="134"/>
                  </a:lnTo>
                  <a:lnTo>
                    <a:pt x="718" y="54"/>
                  </a:lnTo>
                  <a:lnTo>
                    <a:pt x="665" y="27"/>
                  </a:lnTo>
                  <a:lnTo>
                    <a:pt x="58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9" name="Google Shape;1449;p87"/>
            <p:cNvSpPr/>
            <p:nvPr/>
          </p:nvSpPr>
          <p:spPr>
            <a:xfrm>
              <a:off x="1886825" y="2923600"/>
              <a:ext cx="19300" cy="10000"/>
            </a:xfrm>
            <a:custGeom>
              <a:rect b="b" l="l" r="r" t="t"/>
              <a:pathLst>
                <a:path extrusionOk="0" h="400" w="772">
                  <a:moveTo>
                    <a:pt x="187" y="0"/>
                  </a:moveTo>
                  <a:lnTo>
                    <a:pt x="107" y="27"/>
                  </a:lnTo>
                  <a:lnTo>
                    <a:pt x="54" y="80"/>
                  </a:lnTo>
                  <a:lnTo>
                    <a:pt x="0" y="133"/>
                  </a:lnTo>
                  <a:lnTo>
                    <a:pt x="0" y="213"/>
                  </a:lnTo>
                  <a:lnTo>
                    <a:pt x="0" y="293"/>
                  </a:lnTo>
                  <a:lnTo>
                    <a:pt x="54" y="346"/>
                  </a:lnTo>
                  <a:lnTo>
                    <a:pt x="107" y="399"/>
                  </a:lnTo>
                  <a:lnTo>
                    <a:pt x="665" y="399"/>
                  </a:lnTo>
                  <a:lnTo>
                    <a:pt x="718" y="346"/>
                  </a:lnTo>
                  <a:lnTo>
                    <a:pt x="771" y="293"/>
                  </a:lnTo>
                  <a:lnTo>
                    <a:pt x="771" y="213"/>
                  </a:lnTo>
                  <a:lnTo>
                    <a:pt x="771" y="133"/>
                  </a:lnTo>
                  <a:lnTo>
                    <a:pt x="718" y="80"/>
                  </a:lnTo>
                  <a:lnTo>
                    <a:pt x="665" y="27"/>
                  </a:lnTo>
                  <a:lnTo>
                    <a:pt x="58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0" name="Google Shape;1450;p87"/>
            <p:cNvSpPr/>
            <p:nvPr/>
          </p:nvSpPr>
          <p:spPr>
            <a:xfrm>
              <a:off x="1886825" y="2958150"/>
              <a:ext cx="19300" cy="10000"/>
            </a:xfrm>
            <a:custGeom>
              <a:rect b="b" l="l" r="r" t="t"/>
              <a:pathLst>
                <a:path extrusionOk="0" h="400" w="772">
                  <a:moveTo>
                    <a:pt x="107" y="1"/>
                  </a:moveTo>
                  <a:lnTo>
                    <a:pt x="54" y="54"/>
                  </a:lnTo>
                  <a:lnTo>
                    <a:pt x="0" y="107"/>
                  </a:lnTo>
                  <a:lnTo>
                    <a:pt x="0" y="187"/>
                  </a:lnTo>
                  <a:lnTo>
                    <a:pt x="0" y="266"/>
                  </a:lnTo>
                  <a:lnTo>
                    <a:pt x="54" y="320"/>
                  </a:lnTo>
                  <a:lnTo>
                    <a:pt x="107" y="373"/>
                  </a:lnTo>
                  <a:lnTo>
                    <a:pt x="187" y="399"/>
                  </a:lnTo>
                  <a:lnTo>
                    <a:pt x="585" y="399"/>
                  </a:lnTo>
                  <a:lnTo>
                    <a:pt x="665" y="373"/>
                  </a:lnTo>
                  <a:lnTo>
                    <a:pt x="718" y="320"/>
                  </a:lnTo>
                  <a:lnTo>
                    <a:pt x="771" y="266"/>
                  </a:lnTo>
                  <a:lnTo>
                    <a:pt x="771" y="187"/>
                  </a:lnTo>
                  <a:lnTo>
                    <a:pt x="771" y="107"/>
                  </a:lnTo>
                  <a:lnTo>
                    <a:pt x="718" y="54"/>
                  </a:lnTo>
                  <a:lnTo>
                    <a:pt x="66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 name="Google Shape;1451;p87"/>
            <p:cNvSpPr/>
            <p:nvPr/>
          </p:nvSpPr>
          <p:spPr>
            <a:xfrm>
              <a:off x="1874200" y="2788700"/>
              <a:ext cx="19300" cy="21950"/>
            </a:xfrm>
            <a:custGeom>
              <a:rect b="b" l="l" r="r" t="t"/>
              <a:pathLst>
                <a:path extrusionOk="0" h="878" w="772">
                  <a:moveTo>
                    <a:pt x="399" y="186"/>
                  </a:moveTo>
                  <a:lnTo>
                    <a:pt x="452" y="213"/>
                  </a:lnTo>
                  <a:lnTo>
                    <a:pt x="505" y="266"/>
                  </a:lnTo>
                  <a:lnTo>
                    <a:pt x="559" y="346"/>
                  </a:lnTo>
                  <a:lnTo>
                    <a:pt x="559" y="426"/>
                  </a:lnTo>
                  <a:lnTo>
                    <a:pt x="559" y="532"/>
                  </a:lnTo>
                  <a:lnTo>
                    <a:pt x="505" y="612"/>
                  </a:lnTo>
                  <a:lnTo>
                    <a:pt x="452" y="665"/>
                  </a:lnTo>
                  <a:lnTo>
                    <a:pt x="399" y="691"/>
                  </a:lnTo>
                  <a:lnTo>
                    <a:pt x="319" y="665"/>
                  </a:lnTo>
                  <a:lnTo>
                    <a:pt x="266" y="612"/>
                  </a:lnTo>
                  <a:lnTo>
                    <a:pt x="240" y="532"/>
                  </a:lnTo>
                  <a:lnTo>
                    <a:pt x="213" y="426"/>
                  </a:lnTo>
                  <a:lnTo>
                    <a:pt x="240" y="346"/>
                  </a:lnTo>
                  <a:lnTo>
                    <a:pt x="266" y="266"/>
                  </a:lnTo>
                  <a:lnTo>
                    <a:pt x="319" y="213"/>
                  </a:lnTo>
                  <a:lnTo>
                    <a:pt x="399" y="186"/>
                  </a:lnTo>
                  <a:close/>
                  <a:moveTo>
                    <a:pt x="319" y="0"/>
                  </a:moveTo>
                  <a:lnTo>
                    <a:pt x="240" y="27"/>
                  </a:lnTo>
                  <a:lnTo>
                    <a:pt x="160" y="80"/>
                  </a:lnTo>
                  <a:lnTo>
                    <a:pt x="107" y="107"/>
                  </a:lnTo>
                  <a:lnTo>
                    <a:pt x="27" y="266"/>
                  </a:lnTo>
                  <a:lnTo>
                    <a:pt x="0" y="426"/>
                  </a:lnTo>
                  <a:lnTo>
                    <a:pt x="27" y="612"/>
                  </a:lnTo>
                  <a:lnTo>
                    <a:pt x="107" y="745"/>
                  </a:lnTo>
                  <a:lnTo>
                    <a:pt x="160" y="798"/>
                  </a:lnTo>
                  <a:lnTo>
                    <a:pt x="240" y="824"/>
                  </a:lnTo>
                  <a:lnTo>
                    <a:pt x="319" y="851"/>
                  </a:lnTo>
                  <a:lnTo>
                    <a:pt x="399" y="878"/>
                  </a:lnTo>
                  <a:lnTo>
                    <a:pt x="479" y="851"/>
                  </a:lnTo>
                  <a:lnTo>
                    <a:pt x="559" y="824"/>
                  </a:lnTo>
                  <a:lnTo>
                    <a:pt x="612" y="798"/>
                  </a:lnTo>
                  <a:lnTo>
                    <a:pt x="665" y="745"/>
                  </a:lnTo>
                  <a:lnTo>
                    <a:pt x="745" y="612"/>
                  </a:lnTo>
                  <a:lnTo>
                    <a:pt x="771" y="426"/>
                  </a:lnTo>
                  <a:lnTo>
                    <a:pt x="745" y="266"/>
                  </a:lnTo>
                  <a:lnTo>
                    <a:pt x="665" y="107"/>
                  </a:lnTo>
                  <a:lnTo>
                    <a:pt x="612" y="80"/>
                  </a:lnTo>
                  <a:lnTo>
                    <a:pt x="559" y="27"/>
                  </a:lnTo>
                  <a:lnTo>
                    <a:pt x="47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87"/>
            <p:cNvSpPr/>
            <p:nvPr/>
          </p:nvSpPr>
          <p:spPr>
            <a:xfrm>
              <a:off x="1898775" y="2788700"/>
              <a:ext cx="17975" cy="21950"/>
            </a:xfrm>
            <a:custGeom>
              <a:rect b="b" l="l" r="r" t="t"/>
              <a:pathLst>
                <a:path extrusionOk="0" h="878" w="719">
                  <a:moveTo>
                    <a:pt x="400" y="479"/>
                  </a:moveTo>
                  <a:lnTo>
                    <a:pt x="453" y="505"/>
                  </a:lnTo>
                  <a:lnTo>
                    <a:pt x="479" y="532"/>
                  </a:lnTo>
                  <a:lnTo>
                    <a:pt x="506" y="585"/>
                  </a:lnTo>
                  <a:lnTo>
                    <a:pt x="479" y="638"/>
                  </a:lnTo>
                  <a:lnTo>
                    <a:pt x="453" y="665"/>
                  </a:lnTo>
                  <a:lnTo>
                    <a:pt x="426" y="691"/>
                  </a:lnTo>
                  <a:lnTo>
                    <a:pt x="320" y="691"/>
                  </a:lnTo>
                  <a:lnTo>
                    <a:pt x="267" y="665"/>
                  </a:lnTo>
                  <a:lnTo>
                    <a:pt x="240" y="612"/>
                  </a:lnTo>
                  <a:lnTo>
                    <a:pt x="240" y="559"/>
                  </a:lnTo>
                  <a:lnTo>
                    <a:pt x="293" y="505"/>
                  </a:lnTo>
                  <a:lnTo>
                    <a:pt x="373" y="479"/>
                  </a:lnTo>
                  <a:close/>
                  <a:moveTo>
                    <a:pt x="320" y="0"/>
                  </a:moveTo>
                  <a:lnTo>
                    <a:pt x="240" y="27"/>
                  </a:lnTo>
                  <a:lnTo>
                    <a:pt x="187" y="80"/>
                  </a:lnTo>
                  <a:lnTo>
                    <a:pt x="107" y="133"/>
                  </a:lnTo>
                  <a:lnTo>
                    <a:pt x="81" y="186"/>
                  </a:lnTo>
                  <a:lnTo>
                    <a:pt x="27" y="266"/>
                  </a:lnTo>
                  <a:lnTo>
                    <a:pt x="1" y="452"/>
                  </a:lnTo>
                  <a:lnTo>
                    <a:pt x="27" y="612"/>
                  </a:lnTo>
                  <a:lnTo>
                    <a:pt x="107" y="745"/>
                  </a:lnTo>
                  <a:lnTo>
                    <a:pt x="160" y="798"/>
                  </a:lnTo>
                  <a:lnTo>
                    <a:pt x="214" y="851"/>
                  </a:lnTo>
                  <a:lnTo>
                    <a:pt x="293" y="851"/>
                  </a:lnTo>
                  <a:lnTo>
                    <a:pt x="373" y="878"/>
                  </a:lnTo>
                  <a:lnTo>
                    <a:pt x="506" y="851"/>
                  </a:lnTo>
                  <a:lnTo>
                    <a:pt x="612" y="798"/>
                  </a:lnTo>
                  <a:lnTo>
                    <a:pt x="692" y="691"/>
                  </a:lnTo>
                  <a:lnTo>
                    <a:pt x="719" y="585"/>
                  </a:lnTo>
                  <a:lnTo>
                    <a:pt x="692" y="479"/>
                  </a:lnTo>
                  <a:lnTo>
                    <a:pt x="639" y="372"/>
                  </a:lnTo>
                  <a:lnTo>
                    <a:pt x="533" y="319"/>
                  </a:lnTo>
                  <a:lnTo>
                    <a:pt x="426" y="293"/>
                  </a:lnTo>
                  <a:lnTo>
                    <a:pt x="320" y="319"/>
                  </a:lnTo>
                  <a:lnTo>
                    <a:pt x="240" y="372"/>
                  </a:lnTo>
                  <a:lnTo>
                    <a:pt x="267" y="293"/>
                  </a:lnTo>
                  <a:lnTo>
                    <a:pt x="293" y="240"/>
                  </a:lnTo>
                  <a:lnTo>
                    <a:pt x="346" y="186"/>
                  </a:lnTo>
                  <a:lnTo>
                    <a:pt x="506" y="186"/>
                  </a:lnTo>
                  <a:lnTo>
                    <a:pt x="586" y="240"/>
                  </a:lnTo>
                  <a:lnTo>
                    <a:pt x="665" y="80"/>
                  </a:lnTo>
                  <a:lnTo>
                    <a:pt x="559" y="27"/>
                  </a:lnTo>
                  <a:lnTo>
                    <a:pt x="40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87"/>
            <p:cNvSpPr/>
            <p:nvPr/>
          </p:nvSpPr>
          <p:spPr>
            <a:xfrm>
              <a:off x="1874200" y="2817925"/>
              <a:ext cx="19300" cy="21975"/>
            </a:xfrm>
            <a:custGeom>
              <a:rect b="b" l="l" r="r" t="t"/>
              <a:pathLst>
                <a:path extrusionOk="0" h="879" w="772">
                  <a:moveTo>
                    <a:pt x="399" y="187"/>
                  </a:moveTo>
                  <a:lnTo>
                    <a:pt x="452" y="214"/>
                  </a:lnTo>
                  <a:lnTo>
                    <a:pt x="505" y="267"/>
                  </a:lnTo>
                  <a:lnTo>
                    <a:pt x="559" y="346"/>
                  </a:lnTo>
                  <a:lnTo>
                    <a:pt x="559" y="426"/>
                  </a:lnTo>
                  <a:lnTo>
                    <a:pt x="559" y="533"/>
                  </a:lnTo>
                  <a:lnTo>
                    <a:pt x="505" y="612"/>
                  </a:lnTo>
                  <a:lnTo>
                    <a:pt x="452" y="665"/>
                  </a:lnTo>
                  <a:lnTo>
                    <a:pt x="399" y="692"/>
                  </a:lnTo>
                  <a:lnTo>
                    <a:pt x="319" y="665"/>
                  </a:lnTo>
                  <a:lnTo>
                    <a:pt x="266" y="612"/>
                  </a:lnTo>
                  <a:lnTo>
                    <a:pt x="240" y="533"/>
                  </a:lnTo>
                  <a:lnTo>
                    <a:pt x="213" y="426"/>
                  </a:lnTo>
                  <a:lnTo>
                    <a:pt x="240" y="346"/>
                  </a:lnTo>
                  <a:lnTo>
                    <a:pt x="266" y="267"/>
                  </a:lnTo>
                  <a:lnTo>
                    <a:pt x="319" y="214"/>
                  </a:lnTo>
                  <a:lnTo>
                    <a:pt x="399" y="187"/>
                  </a:lnTo>
                  <a:close/>
                  <a:moveTo>
                    <a:pt x="319" y="1"/>
                  </a:moveTo>
                  <a:lnTo>
                    <a:pt x="240" y="27"/>
                  </a:lnTo>
                  <a:lnTo>
                    <a:pt x="160" y="81"/>
                  </a:lnTo>
                  <a:lnTo>
                    <a:pt x="107" y="107"/>
                  </a:lnTo>
                  <a:lnTo>
                    <a:pt x="27" y="267"/>
                  </a:lnTo>
                  <a:lnTo>
                    <a:pt x="0" y="426"/>
                  </a:lnTo>
                  <a:lnTo>
                    <a:pt x="27" y="612"/>
                  </a:lnTo>
                  <a:lnTo>
                    <a:pt x="107" y="745"/>
                  </a:lnTo>
                  <a:lnTo>
                    <a:pt x="160" y="798"/>
                  </a:lnTo>
                  <a:lnTo>
                    <a:pt x="240" y="825"/>
                  </a:lnTo>
                  <a:lnTo>
                    <a:pt x="319" y="852"/>
                  </a:lnTo>
                  <a:lnTo>
                    <a:pt x="399" y="878"/>
                  </a:lnTo>
                  <a:lnTo>
                    <a:pt x="479" y="852"/>
                  </a:lnTo>
                  <a:lnTo>
                    <a:pt x="559" y="825"/>
                  </a:lnTo>
                  <a:lnTo>
                    <a:pt x="612" y="798"/>
                  </a:lnTo>
                  <a:lnTo>
                    <a:pt x="665" y="745"/>
                  </a:lnTo>
                  <a:lnTo>
                    <a:pt x="745" y="612"/>
                  </a:lnTo>
                  <a:lnTo>
                    <a:pt x="771" y="426"/>
                  </a:lnTo>
                  <a:lnTo>
                    <a:pt x="745" y="267"/>
                  </a:lnTo>
                  <a:lnTo>
                    <a:pt x="665" y="107"/>
                  </a:lnTo>
                  <a:lnTo>
                    <a:pt x="612" y="81"/>
                  </a:lnTo>
                  <a:lnTo>
                    <a:pt x="559" y="27"/>
                  </a:lnTo>
                  <a:lnTo>
                    <a:pt x="4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4" name="Google Shape;1454;p87"/>
            <p:cNvSpPr/>
            <p:nvPr/>
          </p:nvSpPr>
          <p:spPr>
            <a:xfrm>
              <a:off x="1899450" y="2817925"/>
              <a:ext cx="19300" cy="21975"/>
            </a:xfrm>
            <a:custGeom>
              <a:rect b="b" l="l" r="r" t="t"/>
              <a:pathLst>
                <a:path extrusionOk="0" h="879" w="772">
                  <a:moveTo>
                    <a:pt x="373" y="187"/>
                  </a:moveTo>
                  <a:lnTo>
                    <a:pt x="452" y="214"/>
                  </a:lnTo>
                  <a:lnTo>
                    <a:pt x="506" y="267"/>
                  </a:lnTo>
                  <a:lnTo>
                    <a:pt x="532" y="346"/>
                  </a:lnTo>
                  <a:lnTo>
                    <a:pt x="559" y="426"/>
                  </a:lnTo>
                  <a:lnTo>
                    <a:pt x="532" y="533"/>
                  </a:lnTo>
                  <a:lnTo>
                    <a:pt x="506" y="612"/>
                  </a:lnTo>
                  <a:lnTo>
                    <a:pt x="452" y="665"/>
                  </a:lnTo>
                  <a:lnTo>
                    <a:pt x="373" y="692"/>
                  </a:lnTo>
                  <a:lnTo>
                    <a:pt x="293" y="665"/>
                  </a:lnTo>
                  <a:lnTo>
                    <a:pt x="240" y="612"/>
                  </a:lnTo>
                  <a:lnTo>
                    <a:pt x="213" y="533"/>
                  </a:lnTo>
                  <a:lnTo>
                    <a:pt x="213" y="426"/>
                  </a:lnTo>
                  <a:lnTo>
                    <a:pt x="213" y="346"/>
                  </a:lnTo>
                  <a:lnTo>
                    <a:pt x="240" y="267"/>
                  </a:lnTo>
                  <a:lnTo>
                    <a:pt x="293" y="214"/>
                  </a:lnTo>
                  <a:lnTo>
                    <a:pt x="373" y="187"/>
                  </a:lnTo>
                  <a:close/>
                  <a:moveTo>
                    <a:pt x="293" y="1"/>
                  </a:moveTo>
                  <a:lnTo>
                    <a:pt x="213" y="27"/>
                  </a:lnTo>
                  <a:lnTo>
                    <a:pt x="160" y="81"/>
                  </a:lnTo>
                  <a:lnTo>
                    <a:pt x="107" y="107"/>
                  </a:lnTo>
                  <a:lnTo>
                    <a:pt x="27" y="267"/>
                  </a:lnTo>
                  <a:lnTo>
                    <a:pt x="0" y="426"/>
                  </a:lnTo>
                  <a:lnTo>
                    <a:pt x="27" y="612"/>
                  </a:lnTo>
                  <a:lnTo>
                    <a:pt x="107" y="745"/>
                  </a:lnTo>
                  <a:lnTo>
                    <a:pt x="160" y="798"/>
                  </a:lnTo>
                  <a:lnTo>
                    <a:pt x="213" y="825"/>
                  </a:lnTo>
                  <a:lnTo>
                    <a:pt x="293" y="852"/>
                  </a:lnTo>
                  <a:lnTo>
                    <a:pt x="373" y="878"/>
                  </a:lnTo>
                  <a:lnTo>
                    <a:pt x="452" y="852"/>
                  </a:lnTo>
                  <a:lnTo>
                    <a:pt x="532" y="825"/>
                  </a:lnTo>
                  <a:lnTo>
                    <a:pt x="585" y="798"/>
                  </a:lnTo>
                  <a:lnTo>
                    <a:pt x="665" y="745"/>
                  </a:lnTo>
                  <a:lnTo>
                    <a:pt x="745" y="612"/>
                  </a:lnTo>
                  <a:lnTo>
                    <a:pt x="771" y="426"/>
                  </a:lnTo>
                  <a:lnTo>
                    <a:pt x="745" y="267"/>
                  </a:lnTo>
                  <a:lnTo>
                    <a:pt x="665" y="107"/>
                  </a:lnTo>
                  <a:lnTo>
                    <a:pt x="585" y="81"/>
                  </a:lnTo>
                  <a:lnTo>
                    <a:pt x="532" y="27"/>
                  </a:lnTo>
                  <a:lnTo>
                    <a:pt x="45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55" name="Google Shape;1455;p87"/>
          <p:cNvGrpSpPr/>
          <p:nvPr/>
        </p:nvGrpSpPr>
        <p:grpSpPr>
          <a:xfrm>
            <a:off x="3247028" y="2727293"/>
            <a:ext cx="275454" cy="275454"/>
            <a:chOff x="2528100" y="2754150"/>
            <a:chExt cx="266500" cy="266500"/>
          </a:xfrm>
        </p:grpSpPr>
        <p:sp>
          <p:nvSpPr>
            <p:cNvPr id="1456" name="Google Shape;1456;p87"/>
            <p:cNvSpPr/>
            <p:nvPr/>
          </p:nvSpPr>
          <p:spPr>
            <a:xfrm>
              <a:off x="2528100" y="2754150"/>
              <a:ext cx="266500" cy="266500"/>
            </a:xfrm>
            <a:custGeom>
              <a:rect b="b" l="l" r="r" t="t"/>
              <a:pathLst>
                <a:path extrusionOk="0" h="10660" w="10660">
                  <a:moveTo>
                    <a:pt x="5343" y="399"/>
                  </a:moveTo>
                  <a:lnTo>
                    <a:pt x="5822" y="425"/>
                  </a:lnTo>
                  <a:lnTo>
                    <a:pt x="6327" y="505"/>
                  </a:lnTo>
                  <a:lnTo>
                    <a:pt x="6805" y="638"/>
                  </a:lnTo>
                  <a:lnTo>
                    <a:pt x="7257" y="798"/>
                  </a:lnTo>
                  <a:lnTo>
                    <a:pt x="7683" y="1010"/>
                  </a:lnTo>
                  <a:lnTo>
                    <a:pt x="8081" y="1249"/>
                  </a:lnTo>
                  <a:lnTo>
                    <a:pt x="8453" y="1542"/>
                  </a:lnTo>
                  <a:lnTo>
                    <a:pt x="8799" y="1861"/>
                  </a:lnTo>
                  <a:lnTo>
                    <a:pt x="9118" y="2206"/>
                  </a:lnTo>
                  <a:lnTo>
                    <a:pt x="9410" y="2578"/>
                  </a:lnTo>
                  <a:lnTo>
                    <a:pt x="9650" y="2977"/>
                  </a:lnTo>
                  <a:lnTo>
                    <a:pt x="9862" y="3429"/>
                  </a:lnTo>
                  <a:lnTo>
                    <a:pt x="10022" y="3881"/>
                  </a:lnTo>
                  <a:lnTo>
                    <a:pt x="10155" y="4333"/>
                  </a:lnTo>
                  <a:lnTo>
                    <a:pt x="10234" y="4838"/>
                  </a:lnTo>
                  <a:lnTo>
                    <a:pt x="10261" y="5343"/>
                  </a:lnTo>
                  <a:lnTo>
                    <a:pt x="10234" y="5848"/>
                  </a:lnTo>
                  <a:lnTo>
                    <a:pt x="10155" y="6326"/>
                  </a:lnTo>
                  <a:lnTo>
                    <a:pt x="10022" y="6805"/>
                  </a:lnTo>
                  <a:lnTo>
                    <a:pt x="9862" y="7257"/>
                  </a:lnTo>
                  <a:lnTo>
                    <a:pt x="9650" y="7682"/>
                  </a:lnTo>
                  <a:lnTo>
                    <a:pt x="9410" y="8081"/>
                  </a:lnTo>
                  <a:lnTo>
                    <a:pt x="9118" y="8453"/>
                  </a:lnTo>
                  <a:lnTo>
                    <a:pt x="8799" y="8799"/>
                  </a:lnTo>
                  <a:lnTo>
                    <a:pt x="8453" y="9118"/>
                  </a:lnTo>
                  <a:lnTo>
                    <a:pt x="8081" y="9410"/>
                  </a:lnTo>
                  <a:lnTo>
                    <a:pt x="7683" y="9649"/>
                  </a:lnTo>
                  <a:lnTo>
                    <a:pt x="7257" y="9862"/>
                  </a:lnTo>
                  <a:lnTo>
                    <a:pt x="6805" y="10021"/>
                  </a:lnTo>
                  <a:lnTo>
                    <a:pt x="6327" y="10154"/>
                  </a:lnTo>
                  <a:lnTo>
                    <a:pt x="5822" y="10234"/>
                  </a:lnTo>
                  <a:lnTo>
                    <a:pt x="5343" y="10261"/>
                  </a:lnTo>
                  <a:lnTo>
                    <a:pt x="4838" y="10234"/>
                  </a:lnTo>
                  <a:lnTo>
                    <a:pt x="4333" y="10154"/>
                  </a:lnTo>
                  <a:lnTo>
                    <a:pt x="3855" y="10021"/>
                  </a:lnTo>
                  <a:lnTo>
                    <a:pt x="3403" y="9862"/>
                  </a:lnTo>
                  <a:lnTo>
                    <a:pt x="2978" y="9649"/>
                  </a:lnTo>
                  <a:lnTo>
                    <a:pt x="2579" y="9410"/>
                  </a:lnTo>
                  <a:lnTo>
                    <a:pt x="2207" y="9144"/>
                  </a:lnTo>
                  <a:lnTo>
                    <a:pt x="1861" y="8825"/>
                  </a:lnTo>
                  <a:lnTo>
                    <a:pt x="1542" y="8453"/>
                  </a:lnTo>
                  <a:lnTo>
                    <a:pt x="1250" y="8081"/>
                  </a:lnTo>
                  <a:lnTo>
                    <a:pt x="1011" y="7682"/>
                  </a:lnTo>
                  <a:lnTo>
                    <a:pt x="798" y="7257"/>
                  </a:lnTo>
                  <a:lnTo>
                    <a:pt x="638" y="6805"/>
                  </a:lnTo>
                  <a:lnTo>
                    <a:pt x="506" y="6326"/>
                  </a:lnTo>
                  <a:lnTo>
                    <a:pt x="426" y="5848"/>
                  </a:lnTo>
                  <a:lnTo>
                    <a:pt x="399" y="5343"/>
                  </a:lnTo>
                  <a:lnTo>
                    <a:pt x="426" y="4838"/>
                  </a:lnTo>
                  <a:lnTo>
                    <a:pt x="506" y="4333"/>
                  </a:lnTo>
                  <a:lnTo>
                    <a:pt x="638" y="3881"/>
                  </a:lnTo>
                  <a:lnTo>
                    <a:pt x="798" y="3429"/>
                  </a:lnTo>
                  <a:lnTo>
                    <a:pt x="1011" y="2977"/>
                  </a:lnTo>
                  <a:lnTo>
                    <a:pt x="1250" y="2578"/>
                  </a:lnTo>
                  <a:lnTo>
                    <a:pt x="1542" y="2206"/>
                  </a:lnTo>
                  <a:lnTo>
                    <a:pt x="1861" y="1861"/>
                  </a:lnTo>
                  <a:lnTo>
                    <a:pt x="2207" y="1542"/>
                  </a:lnTo>
                  <a:lnTo>
                    <a:pt x="2579" y="1249"/>
                  </a:lnTo>
                  <a:lnTo>
                    <a:pt x="2978" y="1010"/>
                  </a:lnTo>
                  <a:lnTo>
                    <a:pt x="3403" y="798"/>
                  </a:lnTo>
                  <a:lnTo>
                    <a:pt x="3855" y="638"/>
                  </a:lnTo>
                  <a:lnTo>
                    <a:pt x="4333" y="505"/>
                  </a:lnTo>
                  <a:lnTo>
                    <a:pt x="4838" y="425"/>
                  </a:lnTo>
                  <a:lnTo>
                    <a:pt x="5343" y="399"/>
                  </a:lnTo>
                  <a:close/>
                  <a:moveTo>
                    <a:pt x="5343" y="0"/>
                  </a:moveTo>
                  <a:lnTo>
                    <a:pt x="4785" y="27"/>
                  </a:lnTo>
                  <a:lnTo>
                    <a:pt x="4254" y="106"/>
                  </a:lnTo>
                  <a:lnTo>
                    <a:pt x="3748" y="239"/>
                  </a:lnTo>
                  <a:lnTo>
                    <a:pt x="3270" y="425"/>
                  </a:lnTo>
                  <a:lnTo>
                    <a:pt x="2792" y="665"/>
                  </a:lnTo>
                  <a:lnTo>
                    <a:pt x="2366" y="930"/>
                  </a:lnTo>
                  <a:lnTo>
                    <a:pt x="1941" y="1223"/>
                  </a:lnTo>
                  <a:lnTo>
                    <a:pt x="1569" y="1568"/>
                  </a:lnTo>
                  <a:lnTo>
                    <a:pt x="1223" y="1941"/>
                  </a:lnTo>
                  <a:lnTo>
                    <a:pt x="931" y="2366"/>
                  </a:lnTo>
                  <a:lnTo>
                    <a:pt x="638" y="2791"/>
                  </a:lnTo>
                  <a:lnTo>
                    <a:pt x="426" y="3270"/>
                  </a:lnTo>
                  <a:lnTo>
                    <a:pt x="240" y="3748"/>
                  </a:lnTo>
                  <a:lnTo>
                    <a:pt x="107" y="4253"/>
                  </a:lnTo>
                  <a:lnTo>
                    <a:pt x="27" y="4785"/>
                  </a:lnTo>
                  <a:lnTo>
                    <a:pt x="0" y="5343"/>
                  </a:lnTo>
                  <a:lnTo>
                    <a:pt x="27" y="5875"/>
                  </a:lnTo>
                  <a:lnTo>
                    <a:pt x="107" y="6406"/>
                  </a:lnTo>
                  <a:lnTo>
                    <a:pt x="240" y="6911"/>
                  </a:lnTo>
                  <a:lnTo>
                    <a:pt x="426" y="7416"/>
                  </a:lnTo>
                  <a:lnTo>
                    <a:pt x="638" y="7868"/>
                  </a:lnTo>
                  <a:lnTo>
                    <a:pt x="931" y="8320"/>
                  </a:lnTo>
                  <a:lnTo>
                    <a:pt x="1223" y="8719"/>
                  </a:lnTo>
                  <a:lnTo>
                    <a:pt x="1569" y="9091"/>
                  </a:lnTo>
                  <a:lnTo>
                    <a:pt x="1941" y="9436"/>
                  </a:lnTo>
                  <a:lnTo>
                    <a:pt x="2366" y="9755"/>
                  </a:lnTo>
                  <a:lnTo>
                    <a:pt x="2792" y="10021"/>
                  </a:lnTo>
                  <a:lnTo>
                    <a:pt x="3270" y="10234"/>
                  </a:lnTo>
                  <a:lnTo>
                    <a:pt x="3748" y="10420"/>
                  </a:lnTo>
                  <a:lnTo>
                    <a:pt x="4254" y="10553"/>
                  </a:lnTo>
                  <a:lnTo>
                    <a:pt x="4785" y="10633"/>
                  </a:lnTo>
                  <a:lnTo>
                    <a:pt x="5343" y="10659"/>
                  </a:lnTo>
                  <a:lnTo>
                    <a:pt x="5875" y="10633"/>
                  </a:lnTo>
                  <a:lnTo>
                    <a:pt x="6407" y="10553"/>
                  </a:lnTo>
                  <a:lnTo>
                    <a:pt x="6912" y="10420"/>
                  </a:lnTo>
                  <a:lnTo>
                    <a:pt x="7417" y="10234"/>
                  </a:lnTo>
                  <a:lnTo>
                    <a:pt x="7869" y="10021"/>
                  </a:lnTo>
                  <a:lnTo>
                    <a:pt x="8320" y="9755"/>
                  </a:lnTo>
                  <a:lnTo>
                    <a:pt x="8719" y="9436"/>
                  </a:lnTo>
                  <a:lnTo>
                    <a:pt x="9091" y="9091"/>
                  </a:lnTo>
                  <a:lnTo>
                    <a:pt x="9437" y="8719"/>
                  </a:lnTo>
                  <a:lnTo>
                    <a:pt x="9756" y="8320"/>
                  </a:lnTo>
                  <a:lnTo>
                    <a:pt x="10022" y="7868"/>
                  </a:lnTo>
                  <a:lnTo>
                    <a:pt x="10234" y="7416"/>
                  </a:lnTo>
                  <a:lnTo>
                    <a:pt x="10420" y="6911"/>
                  </a:lnTo>
                  <a:lnTo>
                    <a:pt x="10553" y="6406"/>
                  </a:lnTo>
                  <a:lnTo>
                    <a:pt x="10633" y="5875"/>
                  </a:lnTo>
                  <a:lnTo>
                    <a:pt x="10660" y="5343"/>
                  </a:lnTo>
                  <a:lnTo>
                    <a:pt x="10633" y="4785"/>
                  </a:lnTo>
                  <a:lnTo>
                    <a:pt x="10553" y="4253"/>
                  </a:lnTo>
                  <a:lnTo>
                    <a:pt x="10420" y="3748"/>
                  </a:lnTo>
                  <a:lnTo>
                    <a:pt x="10234" y="3270"/>
                  </a:lnTo>
                  <a:lnTo>
                    <a:pt x="10022" y="2791"/>
                  </a:lnTo>
                  <a:lnTo>
                    <a:pt x="9756" y="2366"/>
                  </a:lnTo>
                  <a:lnTo>
                    <a:pt x="9437" y="1941"/>
                  </a:lnTo>
                  <a:lnTo>
                    <a:pt x="9091" y="1568"/>
                  </a:lnTo>
                  <a:lnTo>
                    <a:pt x="8719" y="1223"/>
                  </a:lnTo>
                  <a:lnTo>
                    <a:pt x="8294" y="930"/>
                  </a:lnTo>
                  <a:lnTo>
                    <a:pt x="7869" y="665"/>
                  </a:lnTo>
                  <a:lnTo>
                    <a:pt x="7390" y="425"/>
                  </a:lnTo>
                  <a:lnTo>
                    <a:pt x="6912" y="239"/>
                  </a:lnTo>
                  <a:lnTo>
                    <a:pt x="6407" y="106"/>
                  </a:lnTo>
                  <a:lnTo>
                    <a:pt x="5875" y="27"/>
                  </a:lnTo>
                  <a:lnTo>
                    <a:pt x="534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87"/>
            <p:cNvSpPr/>
            <p:nvPr/>
          </p:nvSpPr>
          <p:spPr>
            <a:xfrm>
              <a:off x="2617150" y="2843200"/>
              <a:ext cx="88400" cy="88400"/>
            </a:xfrm>
            <a:custGeom>
              <a:rect b="b" l="l" r="r" t="t"/>
              <a:pathLst>
                <a:path extrusionOk="0" h="3536" w="3536">
                  <a:moveTo>
                    <a:pt x="1781" y="399"/>
                  </a:moveTo>
                  <a:lnTo>
                    <a:pt x="2047" y="425"/>
                  </a:lnTo>
                  <a:lnTo>
                    <a:pt x="2313" y="505"/>
                  </a:lnTo>
                  <a:lnTo>
                    <a:pt x="2526" y="638"/>
                  </a:lnTo>
                  <a:lnTo>
                    <a:pt x="2738" y="797"/>
                  </a:lnTo>
                  <a:lnTo>
                    <a:pt x="2898" y="1010"/>
                  </a:lnTo>
                  <a:lnTo>
                    <a:pt x="3031" y="1223"/>
                  </a:lnTo>
                  <a:lnTo>
                    <a:pt x="3110" y="1489"/>
                  </a:lnTo>
                  <a:lnTo>
                    <a:pt x="3137" y="1781"/>
                  </a:lnTo>
                  <a:lnTo>
                    <a:pt x="3110" y="2047"/>
                  </a:lnTo>
                  <a:lnTo>
                    <a:pt x="3031" y="2313"/>
                  </a:lnTo>
                  <a:lnTo>
                    <a:pt x="2898" y="2552"/>
                  </a:lnTo>
                  <a:lnTo>
                    <a:pt x="2738" y="2738"/>
                  </a:lnTo>
                  <a:lnTo>
                    <a:pt x="2526" y="2897"/>
                  </a:lnTo>
                  <a:lnTo>
                    <a:pt x="2313" y="3030"/>
                  </a:lnTo>
                  <a:lnTo>
                    <a:pt x="2047" y="3110"/>
                  </a:lnTo>
                  <a:lnTo>
                    <a:pt x="1781" y="3137"/>
                  </a:lnTo>
                  <a:lnTo>
                    <a:pt x="1489" y="3110"/>
                  </a:lnTo>
                  <a:lnTo>
                    <a:pt x="1223" y="3030"/>
                  </a:lnTo>
                  <a:lnTo>
                    <a:pt x="1010" y="2924"/>
                  </a:lnTo>
                  <a:lnTo>
                    <a:pt x="798" y="2738"/>
                  </a:lnTo>
                  <a:lnTo>
                    <a:pt x="638" y="2552"/>
                  </a:lnTo>
                  <a:lnTo>
                    <a:pt x="505" y="2313"/>
                  </a:lnTo>
                  <a:lnTo>
                    <a:pt x="426" y="2047"/>
                  </a:lnTo>
                  <a:lnTo>
                    <a:pt x="399" y="1781"/>
                  </a:lnTo>
                  <a:lnTo>
                    <a:pt x="426" y="1489"/>
                  </a:lnTo>
                  <a:lnTo>
                    <a:pt x="505" y="1223"/>
                  </a:lnTo>
                  <a:lnTo>
                    <a:pt x="638" y="1010"/>
                  </a:lnTo>
                  <a:lnTo>
                    <a:pt x="798" y="797"/>
                  </a:lnTo>
                  <a:lnTo>
                    <a:pt x="1010" y="638"/>
                  </a:lnTo>
                  <a:lnTo>
                    <a:pt x="1223" y="505"/>
                  </a:lnTo>
                  <a:lnTo>
                    <a:pt x="1489" y="425"/>
                  </a:lnTo>
                  <a:lnTo>
                    <a:pt x="1781" y="399"/>
                  </a:lnTo>
                  <a:close/>
                  <a:moveTo>
                    <a:pt x="1595" y="0"/>
                  </a:moveTo>
                  <a:lnTo>
                    <a:pt x="1409" y="27"/>
                  </a:lnTo>
                  <a:lnTo>
                    <a:pt x="1250" y="80"/>
                  </a:lnTo>
                  <a:lnTo>
                    <a:pt x="1090" y="133"/>
                  </a:lnTo>
                  <a:lnTo>
                    <a:pt x="931" y="213"/>
                  </a:lnTo>
                  <a:lnTo>
                    <a:pt x="771" y="292"/>
                  </a:lnTo>
                  <a:lnTo>
                    <a:pt x="638" y="399"/>
                  </a:lnTo>
                  <a:lnTo>
                    <a:pt x="505" y="505"/>
                  </a:lnTo>
                  <a:lnTo>
                    <a:pt x="399" y="638"/>
                  </a:lnTo>
                  <a:lnTo>
                    <a:pt x="293" y="771"/>
                  </a:lnTo>
                  <a:lnTo>
                    <a:pt x="213" y="930"/>
                  </a:lnTo>
                  <a:lnTo>
                    <a:pt x="133" y="1090"/>
                  </a:lnTo>
                  <a:lnTo>
                    <a:pt x="80" y="1249"/>
                  </a:lnTo>
                  <a:lnTo>
                    <a:pt x="27" y="1409"/>
                  </a:lnTo>
                  <a:lnTo>
                    <a:pt x="0" y="1595"/>
                  </a:lnTo>
                  <a:lnTo>
                    <a:pt x="0" y="1781"/>
                  </a:lnTo>
                  <a:lnTo>
                    <a:pt x="0" y="1940"/>
                  </a:lnTo>
                  <a:lnTo>
                    <a:pt x="27" y="2127"/>
                  </a:lnTo>
                  <a:lnTo>
                    <a:pt x="80" y="2286"/>
                  </a:lnTo>
                  <a:lnTo>
                    <a:pt x="133" y="2472"/>
                  </a:lnTo>
                  <a:lnTo>
                    <a:pt x="213" y="2605"/>
                  </a:lnTo>
                  <a:lnTo>
                    <a:pt x="293" y="2764"/>
                  </a:lnTo>
                  <a:lnTo>
                    <a:pt x="399" y="2897"/>
                  </a:lnTo>
                  <a:lnTo>
                    <a:pt x="505" y="3030"/>
                  </a:lnTo>
                  <a:lnTo>
                    <a:pt x="638" y="3137"/>
                  </a:lnTo>
                  <a:lnTo>
                    <a:pt x="771" y="3243"/>
                  </a:lnTo>
                  <a:lnTo>
                    <a:pt x="931" y="3323"/>
                  </a:lnTo>
                  <a:lnTo>
                    <a:pt x="1090" y="3402"/>
                  </a:lnTo>
                  <a:lnTo>
                    <a:pt x="1250" y="3456"/>
                  </a:lnTo>
                  <a:lnTo>
                    <a:pt x="1409" y="3509"/>
                  </a:lnTo>
                  <a:lnTo>
                    <a:pt x="1595" y="3535"/>
                  </a:lnTo>
                  <a:lnTo>
                    <a:pt x="1941" y="3535"/>
                  </a:lnTo>
                  <a:lnTo>
                    <a:pt x="2127" y="3509"/>
                  </a:lnTo>
                  <a:lnTo>
                    <a:pt x="2286" y="3456"/>
                  </a:lnTo>
                  <a:lnTo>
                    <a:pt x="2472" y="3402"/>
                  </a:lnTo>
                  <a:lnTo>
                    <a:pt x="2605" y="3323"/>
                  </a:lnTo>
                  <a:lnTo>
                    <a:pt x="2765" y="3243"/>
                  </a:lnTo>
                  <a:lnTo>
                    <a:pt x="2898" y="3137"/>
                  </a:lnTo>
                  <a:lnTo>
                    <a:pt x="3031" y="3030"/>
                  </a:lnTo>
                  <a:lnTo>
                    <a:pt x="3137" y="2897"/>
                  </a:lnTo>
                  <a:lnTo>
                    <a:pt x="3243" y="2764"/>
                  </a:lnTo>
                  <a:lnTo>
                    <a:pt x="3323" y="2605"/>
                  </a:lnTo>
                  <a:lnTo>
                    <a:pt x="3403" y="2472"/>
                  </a:lnTo>
                  <a:lnTo>
                    <a:pt x="3456" y="2286"/>
                  </a:lnTo>
                  <a:lnTo>
                    <a:pt x="3509" y="2127"/>
                  </a:lnTo>
                  <a:lnTo>
                    <a:pt x="3536" y="1940"/>
                  </a:lnTo>
                  <a:lnTo>
                    <a:pt x="3536" y="1781"/>
                  </a:lnTo>
                  <a:lnTo>
                    <a:pt x="3536" y="1595"/>
                  </a:lnTo>
                  <a:lnTo>
                    <a:pt x="3509" y="1409"/>
                  </a:lnTo>
                  <a:lnTo>
                    <a:pt x="3456" y="1249"/>
                  </a:lnTo>
                  <a:lnTo>
                    <a:pt x="3403" y="1090"/>
                  </a:lnTo>
                  <a:lnTo>
                    <a:pt x="3323" y="930"/>
                  </a:lnTo>
                  <a:lnTo>
                    <a:pt x="3243" y="771"/>
                  </a:lnTo>
                  <a:lnTo>
                    <a:pt x="3137" y="638"/>
                  </a:lnTo>
                  <a:lnTo>
                    <a:pt x="3031" y="505"/>
                  </a:lnTo>
                  <a:lnTo>
                    <a:pt x="2898" y="399"/>
                  </a:lnTo>
                  <a:lnTo>
                    <a:pt x="2765" y="292"/>
                  </a:lnTo>
                  <a:lnTo>
                    <a:pt x="2605" y="213"/>
                  </a:lnTo>
                  <a:lnTo>
                    <a:pt x="2472" y="133"/>
                  </a:lnTo>
                  <a:lnTo>
                    <a:pt x="2286" y="80"/>
                  </a:lnTo>
                  <a:lnTo>
                    <a:pt x="2127" y="27"/>
                  </a:lnTo>
                  <a:lnTo>
                    <a:pt x="194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87"/>
            <p:cNvSpPr/>
            <p:nvPr/>
          </p:nvSpPr>
          <p:spPr>
            <a:xfrm>
              <a:off x="2644400" y="2870425"/>
              <a:ext cx="33900" cy="33925"/>
            </a:xfrm>
            <a:custGeom>
              <a:rect b="b" l="l" r="r" t="t"/>
              <a:pathLst>
                <a:path extrusionOk="0" h="1357" w="1356">
                  <a:moveTo>
                    <a:pt x="691" y="400"/>
                  </a:moveTo>
                  <a:lnTo>
                    <a:pt x="798" y="426"/>
                  </a:lnTo>
                  <a:lnTo>
                    <a:pt x="877" y="479"/>
                  </a:lnTo>
                  <a:lnTo>
                    <a:pt x="931" y="586"/>
                  </a:lnTo>
                  <a:lnTo>
                    <a:pt x="957" y="692"/>
                  </a:lnTo>
                  <a:lnTo>
                    <a:pt x="931" y="798"/>
                  </a:lnTo>
                  <a:lnTo>
                    <a:pt x="877" y="878"/>
                  </a:lnTo>
                  <a:lnTo>
                    <a:pt x="798" y="931"/>
                  </a:lnTo>
                  <a:lnTo>
                    <a:pt x="691" y="958"/>
                  </a:lnTo>
                  <a:lnTo>
                    <a:pt x="558" y="931"/>
                  </a:lnTo>
                  <a:lnTo>
                    <a:pt x="479" y="878"/>
                  </a:lnTo>
                  <a:lnTo>
                    <a:pt x="426" y="798"/>
                  </a:lnTo>
                  <a:lnTo>
                    <a:pt x="399" y="692"/>
                  </a:lnTo>
                  <a:lnTo>
                    <a:pt x="426" y="586"/>
                  </a:lnTo>
                  <a:lnTo>
                    <a:pt x="479" y="479"/>
                  </a:lnTo>
                  <a:lnTo>
                    <a:pt x="558" y="426"/>
                  </a:lnTo>
                  <a:lnTo>
                    <a:pt x="691" y="400"/>
                  </a:lnTo>
                  <a:close/>
                  <a:moveTo>
                    <a:pt x="691" y="1"/>
                  </a:moveTo>
                  <a:lnTo>
                    <a:pt x="532" y="27"/>
                  </a:lnTo>
                  <a:lnTo>
                    <a:pt x="426" y="54"/>
                  </a:lnTo>
                  <a:lnTo>
                    <a:pt x="293" y="107"/>
                  </a:lnTo>
                  <a:lnTo>
                    <a:pt x="186" y="213"/>
                  </a:lnTo>
                  <a:lnTo>
                    <a:pt x="107" y="293"/>
                  </a:lnTo>
                  <a:lnTo>
                    <a:pt x="53" y="426"/>
                  </a:lnTo>
                  <a:lnTo>
                    <a:pt x="0" y="532"/>
                  </a:lnTo>
                  <a:lnTo>
                    <a:pt x="0" y="692"/>
                  </a:lnTo>
                  <a:lnTo>
                    <a:pt x="0" y="825"/>
                  </a:lnTo>
                  <a:lnTo>
                    <a:pt x="53" y="958"/>
                  </a:lnTo>
                  <a:lnTo>
                    <a:pt x="107" y="1064"/>
                  </a:lnTo>
                  <a:lnTo>
                    <a:pt x="186" y="1170"/>
                  </a:lnTo>
                  <a:lnTo>
                    <a:pt x="293" y="1250"/>
                  </a:lnTo>
                  <a:lnTo>
                    <a:pt x="426" y="1303"/>
                  </a:lnTo>
                  <a:lnTo>
                    <a:pt x="532" y="1356"/>
                  </a:lnTo>
                  <a:lnTo>
                    <a:pt x="824" y="1356"/>
                  </a:lnTo>
                  <a:lnTo>
                    <a:pt x="957" y="1303"/>
                  </a:lnTo>
                  <a:lnTo>
                    <a:pt x="1063" y="1250"/>
                  </a:lnTo>
                  <a:lnTo>
                    <a:pt x="1170" y="1170"/>
                  </a:lnTo>
                  <a:lnTo>
                    <a:pt x="1250" y="1064"/>
                  </a:lnTo>
                  <a:lnTo>
                    <a:pt x="1303" y="958"/>
                  </a:lnTo>
                  <a:lnTo>
                    <a:pt x="1356" y="825"/>
                  </a:lnTo>
                  <a:lnTo>
                    <a:pt x="1356" y="692"/>
                  </a:lnTo>
                  <a:lnTo>
                    <a:pt x="1356" y="532"/>
                  </a:lnTo>
                  <a:lnTo>
                    <a:pt x="1303" y="426"/>
                  </a:lnTo>
                  <a:lnTo>
                    <a:pt x="1250" y="293"/>
                  </a:lnTo>
                  <a:lnTo>
                    <a:pt x="1170" y="213"/>
                  </a:lnTo>
                  <a:lnTo>
                    <a:pt x="1063" y="107"/>
                  </a:lnTo>
                  <a:lnTo>
                    <a:pt x="957" y="54"/>
                  </a:lnTo>
                  <a:lnTo>
                    <a:pt x="824" y="27"/>
                  </a:lnTo>
                  <a:lnTo>
                    <a:pt x="69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 name="Google Shape;1459;p87"/>
            <p:cNvSpPr/>
            <p:nvPr/>
          </p:nvSpPr>
          <p:spPr>
            <a:xfrm>
              <a:off x="2593900" y="2909650"/>
              <a:ext cx="45200" cy="45200"/>
            </a:xfrm>
            <a:custGeom>
              <a:rect b="b" l="l" r="r" t="t"/>
              <a:pathLst>
                <a:path extrusionOk="0" h="1808" w="1808">
                  <a:moveTo>
                    <a:pt x="186" y="0"/>
                  </a:moveTo>
                  <a:lnTo>
                    <a:pt x="106" y="27"/>
                  </a:lnTo>
                  <a:lnTo>
                    <a:pt x="53" y="80"/>
                  </a:lnTo>
                  <a:lnTo>
                    <a:pt x="0" y="133"/>
                  </a:lnTo>
                  <a:lnTo>
                    <a:pt x="0" y="213"/>
                  </a:lnTo>
                  <a:lnTo>
                    <a:pt x="27" y="293"/>
                  </a:lnTo>
                  <a:lnTo>
                    <a:pt x="133" y="532"/>
                  </a:lnTo>
                  <a:lnTo>
                    <a:pt x="292" y="771"/>
                  </a:lnTo>
                  <a:lnTo>
                    <a:pt x="452" y="984"/>
                  </a:lnTo>
                  <a:lnTo>
                    <a:pt x="638" y="1196"/>
                  </a:lnTo>
                  <a:lnTo>
                    <a:pt x="824" y="1356"/>
                  </a:lnTo>
                  <a:lnTo>
                    <a:pt x="1037" y="1542"/>
                  </a:lnTo>
                  <a:lnTo>
                    <a:pt x="1276" y="1675"/>
                  </a:lnTo>
                  <a:lnTo>
                    <a:pt x="1515" y="1808"/>
                  </a:lnTo>
                  <a:lnTo>
                    <a:pt x="1675" y="1808"/>
                  </a:lnTo>
                  <a:lnTo>
                    <a:pt x="1754" y="1755"/>
                  </a:lnTo>
                  <a:lnTo>
                    <a:pt x="1781" y="1701"/>
                  </a:lnTo>
                  <a:lnTo>
                    <a:pt x="1808" y="1622"/>
                  </a:lnTo>
                  <a:lnTo>
                    <a:pt x="1781" y="1542"/>
                  </a:lnTo>
                  <a:lnTo>
                    <a:pt x="1754" y="1462"/>
                  </a:lnTo>
                  <a:lnTo>
                    <a:pt x="1675" y="1436"/>
                  </a:lnTo>
                  <a:lnTo>
                    <a:pt x="1462" y="1329"/>
                  </a:lnTo>
                  <a:lnTo>
                    <a:pt x="1276" y="1196"/>
                  </a:lnTo>
                  <a:lnTo>
                    <a:pt x="1090" y="1063"/>
                  </a:lnTo>
                  <a:lnTo>
                    <a:pt x="904" y="904"/>
                  </a:lnTo>
                  <a:lnTo>
                    <a:pt x="744" y="718"/>
                  </a:lnTo>
                  <a:lnTo>
                    <a:pt x="611" y="532"/>
                  </a:lnTo>
                  <a:lnTo>
                    <a:pt x="479" y="346"/>
                  </a:lnTo>
                  <a:lnTo>
                    <a:pt x="372" y="133"/>
                  </a:lnTo>
                  <a:lnTo>
                    <a:pt x="346" y="53"/>
                  </a:lnTo>
                  <a:lnTo>
                    <a:pt x="266" y="27"/>
                  </a:lnTo>
                  <a:lnTo>
                    <a:pt x="18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 name="Google Shape;1460;p87"/>
            <p:cNvSpPr/>
            <p:nvPr/>
          </p:nvSpPr>
          <p:spPr>
            <a:xfrm>
              <a:off x="2562650" y="2909650"/>
              <a:ext cx="76450" cy="77100"/>
            </a:xfrm>
            <a:custGeom>
              <a:rect b="b" l="l" r="r" t="t"/>
              <a:pathLst>
                <a:path extrusionOk="0" h="3084" w="3058">
                  <a:moveTo>
                    <a:pt x="213" y="0"/>
                  </a:moveTo>
                  <a:lnTo>
                    <a:pt x="134" y="27"/>
                  </a:lnTo>
                  <a:lnTo>
                    <a:pt x="54" y="53"/>
                  </a:lnTo>
                  <a:lnTo>
                    <a:pt x="1" y="106"/>
                  </a:lnTo>
                  <a:lnTo>
                    <a:pt x="1" y="186"/>
                  </a:lnTo>
                  <a:lnTo>
                    <a:pt x="1" y="266"/>
                  </a:lnTo>
                  <a:lnTo>
                    <a:pt x="80" y="505"/>
                  </a:lnTo>
                  <a:lnTo>
                    <a:pt x="187" y="744"/>
                  </a:lnTo>
                  <a:lnTo>
                    <a:pt x="293" y="984"/>
                  </a:lnTo>
                  <a:lnTo>
                    <a:pt x="399" y="1223"/>
                  </a:lnTo>
                  <a:lnTo>
                    <a:pt x="559" y="1436"/>
                  </a:lnTo>
                  <a:lnTo>
                    <a:pt x="692" y="1648"/>
                  </a:lnTo>
                  <a:lnTo>
                    <a:pt x="1037" y="2020"/>
                  </a:lnTo>
                  <a:lnTo>
                    <a:pt x="1436" y="2366"/>
                  </a:lnTo>
                  <a:lnTo>
                    <a:pt x="1622" y="2525"/>
                  </a:lnTo>
                  <a:lnTo>
                    <a:pt x="1861" y="2658"/>
                  </a:lnTo>
                  <a:lnTo>
                    <a:pt x="2074" y="2765"/>
                  </a:lnTo>
                  <a:lnTo>
                    <a:pt x="2313" y="2898"/>
                  </a:lnTo>
                  <a:lnTo>
                    <a:pt x="2553" y="2977"/>
                  </a:lnTo>
                  <a:lnTo>
                    <a:pt x="2792" y="3057"/>
                  </a:lnTo>
                  <a:lnTo>
                    <a:pt x="2872" y="3084"/>
                  </a:lnTo>
                  <a:lnTo>
                    <a:pt x="2951" y="3057"/>
                  </a:lnTo>
                  <a:lnTo>
                    <a:pt x="3004" y="3004"/>
                  </a:lnTo>
                  <a:lnTo>
                    <a:pt x="3058" y="2924"/>
                  </a:lnTo>
                  <a:lnTo>
                    <a:pt x="3058" y="2844"/>
                  </a:lnTo>
                  <a:lnTo>
                    <a:pt x="3031" y="2791"/>
                  </a:lnTo>
                  <a:lnTo>
                    <a:pt x="2978" y="2711"/>
                  </a:lnTo>
                  <a:lnTo>
                    <a:pt x="2925" y="2685"/>
                  </a:lnTo>
                  <a:lnTo>
                    <a:pt x="2473" y="2525"/>
                  </a:lnTo>
                  <a:lnTo>
                    <a:pt x="2047" y="2313"/>
                  </a:lnTo>
                  <a:lnTo>
                    <a:pt x="1675" y="2047"/>
                  </a:lnTo>
                  <a:lnTo>
                    <a:pt x="1330" y="1728"/>
                  </a:lnTo>
                  <a:lnTo>
                    <a:pt x="1011" y="1382"/>
                  </a:lnTo>
                  <a:lnTo>
                    <a:pt x="745" y="1010"/>
                  </a:lnTo>
                  <a:lnTo>
                    <a:pt x="532" y="585"/>
                  </a:lnTo>
                  <a:lnTo>
                    <a:pt x="373" y="160"/>
                  </a:lnTo>
                  <a:lnTo>
                    <a:pt x="346" y="80"/>
                  </a:lnTo>
                  <a:lnTo>
                    <a:pt x="293"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 name="Google Shape;1461;p87"/>
            <p:cNvSpPr/>
            <p:nvPr/>
          </p:nvSpPr>
          <p:spPr>
            <a:xfrm>
              <a:off x="2683600" y="2819925"/>
              <a:ext cx="45225" cy="45225"/>
            </a:xfrm>
            <a:custGeom>
              <a:rect b="b" l="l" r="r" t="t"/>
              <a:pathLst>
                <a:path extrusionOk="0" h="1809" w="1809">
                  <a:moveTo>
                    <a:pt x="213" y="1"/>
                  </a:moveTo>
                  <a:lnTo>
                    <a:pt x="133" y="27"/>
                  </a:lnTo>
                  <a:lnTo>
                    <a:pt x="80" y="54"/>
                  </a:lnTo>
                  <a:lnTo>
                    <a:pt x="27" y="134"/>
                  </a:lnTo>
                  <a:lnTo>
                    <a:pt x="1" y="187"/>
                  </a:lnTo>
                  <a:lnTo>
                    <a:pt x="27" y="266"/>
                  </a:lnTo>
                  <a:lnTo>
                    <a:pt x="54" y="346"/>
                  </a:lnTo>
                  <a:lnTo>
                    <a:pt x="133" y="373"/>
                  </a:lnTo>
                  <a:lnTo>
                    <a:pt x="346" y="479"/>
                  </a:lnTo>
                  <a:lnTo>
                    <a:pt x="532" y="612"/>
                  </a:lnTo>
                  <a:lnTo>
                    <a:pt x="718" y="745"/>
                  </a:lnTo>
                  <a:lnTo>
                    <a:pt x="904" y="904"/>
                  </a:lnTo>
                  <a:lnTo>
                    <a:pt x="1064" y="1090"/>
                  </a:lnTo>
                  <a:lnTo>
                    <a:pt x="1197" y="1277"/>
                  </a:lnTo>
                  <a:lnTo>
                    <a:pt x="1330" y="1489"/>
                  </a:lnTo>
                  <a:lnTo>
                    <a:pt x="1436" y="1702"/>
                  </a:lnTo>
                  <a:lnTo>
                    <a:pt x="1463" y="1755"/>
                  </a:lnTo>
                  <a:lnTo>
                    <a:pt x="1542" y="1808"/>
                  </a:lnTo>
                  <a:lnTo>
                    <a:pt x="1622" y="1808"/>
                  </a:lnTo>
                  <a:lnTo>
                    <a:pt x="1702" y="1782"/>
                  </a:lnTo>
                  <a:lnTo>
                    <a:pt x="1755" y="1755"/>
                  </a:lnTo>
                  <a:lnTo>
                    <a:pt x="1808" y="1675"/>
                  </a:lnTo>
                  <a:lnTo>
                    <a:pt x="1808" y="1596"/>
                  </a:lnTo>
                  <a:lnTo>
                    <a:pt x="1808" y="1516"/>
                  </a:lnTo>
                  <a:lnTo>
                    <a:pt x="1675" y="1277"/>
                  </a:lnTo>
                  <a:lnTo>
                    <a:pt x="1542" y="1037"/>
                  </a:lnTo>
                  <a:lnTo>
                    <a:pt x="1356" y="825"/>
                  </a:lnTo>
                  <a:lnTo>
                    <a:pt x="1197" y="639"/>
                  </a:lnTo>
                  <a:lnTo>
                    <a:pt x="984" y="453"/>
                  </a:lnTo>
                  <a:lnTo>
                    <a:pt x="771" y="293"/>
                  </a:lnTo>
                  <a:lnTo>
                    <a:pt x="532" y="134"/>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87"/>
            <p:cNvSpPr/>
            <p:nvPr/>
          </p:nvSpPr>
          <p:spPr>
            <a:xfrm>
              <a:off x="2683600" y="2788700"/>
              <a:ext cx="77100" cy="76450"/>
            </a:xfrm>
            <a:custGeom>
              <a:rect b="b" l="l" r="r" t="t"/>
              <a:pathLst>
                <a:path extrusionOk="0" h="3058" w="3084">
                  <a:moveTo>
                    <a:pt x="107" y="0"/>
                  </a:moveTo>
                  <a:lnTo>
                    <a:pt x="54" y="53"/>
                  </a:lnTo>
                  <a:lnTo>
                    <a:pt x="1" y="133"/>
                  </a:lnTo>
                  <a:lnTo>
                    <a:pt x="1" y="213"/>
                  </a:lnTo>
                  <a:lnTo>
                    <a:pt x="27" y="293"/>
                  </a:lnTo>
                  <a:lnTo>
                    <a:pt x="80" y="346"/>
                  </a:lnTo>
                  <a:lnTo>
                    <a:pt x="160" y="372"/>
                  </a:lnTo>
                  <a:lnTo>
                    <a:pt x="585" y="532"/>
                  </a:lnTo>
                  <a:lnTo>
                    <a:pt x="1011" y="745"/>
                  </a:lnTo>
                  <a:lnTo>
                    <a:pt x="1383" y="1010"/>
                  </a:lnTo>
                  <a:lnTo>
                    <a:pt x="1728" y="1329"/>
                  </a:lnTo>
                  <a:lnTo>
                    <a:pt x="2047" y="1675"/>
                  </a:lnTo>
                  <a:lnTo>
                    <a:pt x="2313" y="2047"/>
                  </a:lnTo>
                  <a:lnTo>
                    <a:pt x="2526" y="2472"/>
                  </a:lnTo>
                  <a:lnTo>
                    <a:pt x="2685" y="2924"/>
                  </a:lnTo>
                  <a:lnTo>
                    <a:pt x="2712" y="2977"/>
                  </a:lnTo>
                  <a:lnTo>
                    <a:pt x="2765" y="3031"/>
                  </a:lnTo>
                  <a:lnTo>
                    <a:pt x="2845" y="3057"/>
                  </a:lnTo>
                  <a:lnTo>
                    <a:pt x="2924" y="3057"/>
                  </a:lnTo>
                  <a:lnTo>
                    <a:pt x="3004" y="3004"/>
                  </a:lnTo>
                  <a:lnTo>
                    <a:pt x="3057" y="2951"/>
                  </a:lnTo>
                  <a:lnTo>
                    <a:pt x="3084" y="2871"/>
                  </a:lnTo>
                  <a:lnTo>
                    <a:pt x="3057" y="2791"/>
                  </a:lnTo>
                  <a:lnTo>
                    <a:pt x="2978" y="2552"/>
                  </a:lnTo>
                  <a:lnTo>
                    <a:pt x="2898" y="2313"/>
                  </a:lnTo>
                  <a:lnTo>
                    <a:pt x="2765" y="2074"/>
                  </a:lnTo>
                  <a:lnTo>
                    <a:pt x="2659" y="1861"/>
                  </a:lnTo>
                  <a:lnTo>
                    <a:pt x="2499" y="1622"/>
                  </a:lnTo>
                  <a:lnTo>
                    <a:pt x="2366" y="1436"/>
                  </a:lnTo>
                  <a:lnTo>
                    <a:pt x="2021" y="1037"/>
                  </a:lnTo>
                  <a:lnTo>
                    <a:pt x="1649" y="691"/>
                  </a:lnTo>
                  <a:lnTo>
                    <a:pt x="1436" y="559"/>
                  </a:lnTo>
                  <a:lnTo>
                    <a:pt x="1223" y="426"/>
                  </a:lnTo>
                  <a:lnTo>
                    <a:pt x="984" y="293"/>
                  </a:lnTo>
                  <a:lnTo>
                    <a:pt x="745" y="186"/>
                  </a:lnTo>
                  <a:lnTo>
                    <a:pt x="506" y="80"/>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3" name="Google Shape;1463;p87"/>
          <p:cNvGrpSpPr/>
          <p:nvPr/>
        </p:nvGrpSpPr>
        <p:grpSpPr>
          <a:xfrm>
            <a:off x="4027990" y="2747900"/>
            <a:ext cx="294679" cy="234240"/>
            <a:chOff x="3283675" y="2774075"/>
            <a:chExt cx="285100" cy="226625"/>
          </a:xfrm>
        </p:grpSpPr>
        <p:sp>
          <p:nvSpPr>
            <p:cNvPr id="1464" name="Google Shape;1464;p87"/>
            <p:cNvSpPr/>
            <p:nvPr/>
          </p:nvSpPr>
          <p:spPr>
            <a:xfrm>
              <a:off x="3330850" y="2915625"/>
              <a:ext cx="74450" cy="24600"/>
            </a:xfrm>
            <a:custGeom>
              <a:rect b="b" l="l" r="r" t="t"/>
              <a:pathLst>
                <a:path extrusionOk="0" h="984" w="2978">
                  <a:moveTo>
                    <a:pt x="160" y="0"/>
                  </a:moveTo>
                  <a:lnTo>
                    <a:pt x="81" y="54"/>
                  </a:lnTo>
                  <a:lnTo>
                    <a:pt x="27" y="133"/>
                  </a:lnTo>
                  <a:lnTo>
                    <a:pt x="1" y="240"/>
                  </a:lnTo>
                  <a:lnTo>
                    <a:pt x="54" y="346"/>
                  </a:lnTo>
                  <a:lnTo>
                    <a:pt x="187" y="479"/>
                  </a:lnTo>
                  <a:lnTo>
                    <a:pt x="346" y="612"/>
                  </a:lnTo>
                  <a:lnTo>
                    <a:pt x="506" y="718"/>
                  </a:lnTo>
                  <a:lnTo>
                    <a:pt x="692" y="824"/>
                  </a:lnTo>
                  <a:lnTo>
                    <a:pt x="878" y="878"/>
                  </a:lnTo>
                  <a:lnTo>
                    <a:pt x="1091" y="931"/>
                  </a:lnTo>
                  <a:lnTo>
                    <a:pt x="1277" y="957"/>
                  </a:lnTo>
                  <a:lnTo>
                    <a:pt x="1489" y="984"/>
                  </a:lnTo>
                  <a:lnTo>
                    <a:pt x="1702" y="957"/>
                  </a:lnTo>
                  <a:lnTo>
                    <a:pt x="1888" y="931"/>
                  </a:lnTo>
                  <a:lnTo>
                    <a:pt x="2074" y="878"/>
                  </a:lnTo>
                  <a:lnTo>
                    <a:pt x="2287" y="824"/>
                  </a:lnTo>
                  <a:lnTo>
                    <a:pt x="2446" y="718"/>
                  </a:lnTo>
                  <a:lnTo>
                    <a:pt x="2632" y="612"/>
                  </a:lnTo>
                  <a:lnTo>
                    <a:pt x="2765" y="479"/>
                  </a:lnTo>
                  <a:lnTo>
                    <a:pt x="2925" y="346"/>
                  </a:lnTo>
                  <a:lnTo>
                    <a:pt x="2951" y="266"/>
                  </a:lnTo>
                  <a:lnTo>
                    <a:pt x="2978" y="186"/>
                  </a:lnTo>
                  <a:lnTo>
                    <a:pt x="2951" y="107"/>
                  </a:lnTo>
                  <a:lnTo>
                    <a:pt x="2898" y="54"/>
                  </a:lnTo>
                  <a:lnTo>
                    <a:pt x="2818" y="27"/>
                  </a:lnTo>
                  <a:lnTo>
                    <a:pt x="2659" y="27"/>
                  </a:lnTo>
                  <a:lnTo>
                    <a:pt x="2606" y="80"/>
                  </a:lnTo>
                  <a:lnTo>
                    <a:pt x="2499" y="213"/>
                  </a:lnTo>
                  <a:lnTo>
                    <a:pt x="2367" y="293"/>
                  </a:lnTo>
                  <a:lnTo>
                    <a:pt x="2234" y="399"/>
                  </a:lnTo>
                  <a:lnTo>
                    <a:pt x="2101" y="452"/>
                  </a:lnTo>
                  <a:lnTo>
                    <a:pt x="1968" y="505"/>
                  </a:lnTo>
                  <a:lnTo>
                    <a:pt x="1808" y="559"/>
                  </a:lnTo>
                  <a:lnTo>
                    <a:pt x="1649" y="559"/>
                  </a:lnTo>
                  <a:lnTo>
                    <a:pt x="1489" y="585"/>
                  </a:lnTo>
                  <a:lnTo>
                    <a:pt x="1330" y="559"/>
                  </a:lnTo>
                  <a:lnTo>
                    <a:pt x="1170" y="559"/>
                  </a:lnTo>
                  <a:lnTo>
                    <a:pt x="1011" y="505"/>
                  </a:lnTo>
                  <a:lnTo>
                    <a:pt x="878" y="452"/>
                  </a:lnTo>
                  <a:lnTo>
                    <a:pt x="719" y="399"/>
                  </a:lnTo>
                  <a:lnTo>
                    <a:pt x="586" y="293"/>
                  </a:lnTo>
                  <a:lnTo>
                    <a:pt x="479" y="213"/>
                  </a:lnTo>
                  <a:lnTo>
                    <a:pt x="373" y="80"/>
                  </a:lnTo>
                  <a:lnTo>
                    <a:pt x="267" y="27"/>
                  </a:lnTo>
                  <a:lnTo>
                    <a:pt x="16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 name="Google Shape;1465;p87"/>
            <p:cNvSpPr/>
            <p:nvPr/>
          </p:nvSpPr>
          <p:spPr>
            <a:xfrm>
              <a:off x="3447825" y="2916275"/>
              <a:ext cx="73775" cy="23950"/>
            </a:xfrm>
            <a:custGeom>
              <a:rect b="b" l="l" r="r" t="t"/>
              <a:pathLst>
                <a:path extrusionOk="0" h="958" w="2951">
                  <a:moveTo>
                    <a:pt x="133" y="1"/>
                  </a:moveTo>
                  <a:lnTo>
                    <a:pt x="80" y="28"/>
                  </a:lnTo>
                  <a:lnTo>
                    <a:pt x="27" y="107"/>
                  </a:lnTo>
                  <a:lnTo>
                    <a:pt x="0" y="160"/>
                  </a:lnTo>
                  <a:lnTo>
                    <a:pt x="0" y="240"/>
                  </a:lnTo>
                  <a:lnTo>
                    <a:pt x="53" y="320"/>
                  </a:lnTo>
                  <a:lnTo>
                    <a:pt x="186" y="453"/>
                  </a:lnTo>
                  <a:lnTo>
                    <a:pt x="346" y="586"/>
                  </a:lnTo>
                  <a:lnTo>
                    <a:pt x="505" y="692"/>
                  </a:lnTo>
                  <a:lnTo>
                    <a:pt x="691" y="772"/>
                  </a:lnTo>
                  <a:lnTo>
                    <a:pt x="877" y="852"/>
                  </a:lnTo>
                  <a:lnTo>
                    <a:pt x="1063" y="905"/>
                  </a:lnTo>
                  <a:lnTo>
                    <a:pt x="1276" y="931"/>
                  </a:lnTo>
                  <a:lnTo>
                    <a:pt x="1489" y="958"/>
                  </a:lnTo>
                  <a:lnTo>
                    <a:pt x="1675" y="931"/>
                  </a:lnTo>
                  <a:lnTo>
                    <a:pt x="1887" y="905"/>
                  </a:lnTo>
                  <a:lnTo>
                    <a:pt x="2073" y="852"/>
                  </a:lnTo>
                  <a:lnTo>
                    <a:pt x="2260" y="772"/>
                  </a:lnTo>
                  <a:lnTo>
                    <a:pt x="2446" y="692"/>
                  </a:lnTo>
                  <a:lnTo>
                    <a:pt x="2605" y="586"/>
                  </a:lnTo>
                  <a:lnTo>
                    <a:pt x="2765" y="453"/>
                  </a:lnTo>
                  <a:lnTo>
                    <a:pt x="2924" y="320"/>
                  </a:lnTo>
                  <a:lnTo>
                    <a:pt x="2951" y="240"/>
                  </a:lnTo>
                  <a:lnTo>
                    <a:pt x="2951" y="160"/>
                  </a:lnTo>
                  <a:lnTo>
                    <a:pt x="2924" y="107"/>
                  </a:lnTo>
                  <a:lnTo>
                    <a:pt x="2898" y="28"/>
                  </a:lnTo>
                  <a:lnTo>
                    <a:pt x="2818" y="1"/>
                  </a:lnTo>
                  <a:lnTo>
                    <a:pt x="2658" y="1"/>
                  </a:lnTo>
                  <a:lnTo>
                    <a:pt x="2605" y="54"/>
                  </a:lnTo>
                  <a:lnTo>
                    <a:pt x="2499" y="187"/>
                  </a:lnTo>
                  <a:lnTo>
                    <a:pt x="2366" y="267"/>
                  </a:lnTo>
                  <a:lnTo>
                    <a:pt x="2233" y="373"/>
                  </a:lnTo>
                  <a:lnTo>
                    <a:pt x="2100" y="426"/>
                  </a:lnTo>
                  <a:lnTo>
                    <a:pt x="1941" y="479"/>
                  </a:lnTo>
                  <a:lnTo>
                    <a:pt x="1808" y="533"/>
                  </a:lnTo>
                  <a:lnTo>
                    <a:pt x="1648" y="533"/>
                  </a:lnTo>
                  <a:lnTo>
                    <a:pt x="1489" y="559"/>
                  </a:lnTo>
                  <a:lnTo>
                    <a:pt x="1329" y="533"/>
                  </a:lnTo>
                  <a:lnTo>
                    <a:pt x="1170" y="533"/>
                  </a:lnTo>
                  <a:lnTo>
                    <a:pt x="1010" y="479"/>
                  </a:lnTo>
                  <a:lnTo>
                    <a:pt x="851" y="426"/>
                  </a:lnTo>
                  <a:lnTo>
                    <a:pt x="718" y="373"/>
                  </a:lnTo>
                  <a:lnTo>
                    <a:pt x="585" y="267"/>
                  </a:lnTo>
                  <a:lnTo>
                    <a:pt x="479" y="187"/>
                  </a:lnTo>
                  <a:lnTo>
                    <a:pt x="346" y="54"/>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6" name="Google Shape;1466;p87"/>
            <p:cNvSpPr/>
            <p:nvPr/>
          </p:nvSpPr>
          <p:spPr>
            <a:xfrm>
              <a:off x="3283675" y="2774075"/>
              <a:ext cx="285100" cy="226625"/>
            </a:xfrm>
            <a:custGeom>
              <a:rect b="b" l="l" r="r" t="t"/>
              <a:pathLst>
                <a:path extrusionOk="0" h="9065" w="11404">
                  <a:moveTo>
                    <a:pt x="6805" y="399"/>
                  </a:moveTo>
                  <a:lnTo>
                    <a:pt x="6938" y="452"/>
                  </a:lnTo>
                  <a:lnTo>
                    <a:pt x="7018" y="506"/>
                  </a:lnTo>
                  <a:lnTo>
                    <a:pt x="7124" y="559"/>
                  </a:lnTo>
                  <a:lnTo>
                    <a:pt x="7178" y="665"/>
                  </a:lnTo>
                  <a:lnTo>
                    <a:pt x="7257" y="771"/>
                  </a:lnTo>
                  <a:lnTo>
                    <a:pt x="7284" y="878"/>
                  </a:lnTo>
                  <a:lnTo>
                    <a:pt x="7284" y="984"/>
                  </a:lnTo>
                  <a:lnTo>
                    <a:pt x="7284" y="1117"/>
                  </a:lnTo>
                  <a:lnTo>
                    <a:pt x="7257" y="1223"/>
                  </a:lnTo>
                  <a:lnTo>
                    <a:pt x="7178" y="1330"/>
                  </a:lnTo>
                  <a:lnTo>
                    <a:pt x="7124" y="1409"/>
                  </a:lnTo>
                  <a:lnTo>
                    <a:pt x="7018" y="1489"/>
                  </a:lnTo>
                  <a:lnTo>
                    <a:pt x="6938" y="1542"/>
                  </a:lnTo>
                  <a:lnTo>
                    <a:pt x="6805" y="1569"/>
                  </a:lnTo>
                  <a:lnTo>
                    <a:pt x="6699" y="1595"/>
                  </a:lnTo>
                  <a:lnTo>
                    <a:pt x="4732" y="1595"/>
                  </a:lnTo>
                  <a:lnTo>
                    <a:pt x="4626" y="1569"/>
                  </a:lnTo>
                  <a:lnTo>
                    <a:pt x="4519" y="1542"/>
                  </a:lnTo>
                  <a:lnTo>
                    <a:pt x="4440" y="1516"/>
                  </a:lnTo>
                  <a:lnTo>
                    <a:pt x="4333" y="1463"/>
                  </a:lnTo>
                  <a:lnTo>
                    <a:pt x="4280" y="1383"/>
                  </a:lnTo>
                  <a:lnTo>
                    <a:pt x="4200" y="1303"/>
                  </a:lnTo>
                  <a:lnTo>
                    <a:pt x="4174" y="1197"/>
                  </a:lnTo>
                  <a:lnTo>
                    <a:pt x="4147" y="1117"/>
                  </a:lnTo>
                  <a:lnTo>
                    <a:pt x="4121" y="984"/>
                  </a:lnTo>
                  <a:lnTo>
                    <a:pt x="4147" y="878"/>
                  </a:lnTo>
                  <a:lnTo>
                    <a:pt x="4174" y="771"/>
                  </a:lnTo>
                  <a:lnTo>
                    <a:pt x="4227" y="665"/>
                  </a:lnTo>
                  <a:lnTo>
                    <a:pt x="4307" y="559"/>
                  </a:lnTo>
                  <a:lnTo>
                    <a:pt x="4386" y="506"/>
                  </a:lnTo>
                  <a:lnTo>
                    <a:pt x="4493" y="452"/>
                  </a:lnTo>
                  <a:lnTo>
                    <a:pt x="4599" y="399"/>
                  </a:lnTo>
                  <a:close/>
                  <a:moveTo>
                    <a:pt x="7603" y="1409"/>
                  </a:moveTo>
                  <a:lnTo>
                    <a:pt x="8108" y="1622"/>
                  </a:lnTo>
                  <a:lnTo>
                    <a:pt x="8586" y="1914"/>
                  </a:lnTo>
                  <a:lnTo>
                    <a:pt x="9038" y="2233"/>
                  </a:lnTo>
                  <a:lnTo>
                    <a:pt x="9464" y="2606"/>
                  </a:lnTo>
                  <a:lnTo>
                    <a:pt x="9836" y="3031"/>
                  </a:lnTo>
                  <a:lnTo>
                    <a:pt x="10155" y="3456"/>
                  </a:lnTo>
                  <a:lnTo>
                    <a:pt x="10447" y="3961"/>
                  </a:lnTo>
                  <a:lnTo>
                    <a:pt x="10660" y="4466"/>
                  </a:lnTo>
                  <a:lnTo>
                    <a:pt x="10500" y="4280"/>
                  </a:lnTo>
                  <a:lnTo>
                    <a:pt x="10288" y="4121"/>
                  </a:lnTo>
                  <a:lnTo>
                    <a:pt x="10101" y="3988"/>
                  </a:lnTo>
                  <a:lnTo>
                    <a:pt x="9862" y="3855"/>
                  </a:lnTo>
                  <a:lnTo>
                    <a:pt x="9650" y="3749"/>
                  </a:lnTo>
                  <a:lnTo>
                    <a:pt x="9410" y="3669"/>
                  </a:lnTo>
                  <a:lnTo>
                    <a:pt x="9145" y="3616"/>
                  </a:lnTo>
                  <a:lnTo>
                    <a:pt x="8905" y="3589"/>
                  </a:lnTo>
                  <a:lnTo>
                    <a:pt x="7310" y="3509"/>
                  </a:lnTo>
                  <a:lnTo>
                    <a:pt x="5716" y="3483"/>
                  </a:lnTo>
                  <a:lnTo>
                    <a:pt x="4121" y="3509"/>
                  </a:lnTo>
                  <a:lnTo>
                    <a:pt x="2526" y="3589"/>
                  </a:lnTo>
                  <a:lnTo>
                    <a:pt x="2260" y="3616"/>
                  </a:lnTo>
                  <a:lnTo>
                    <a:pt x="2021" y="3669"/>
                  </a:lnTo>
                  <a:lnTo>
                    <a:pt x="1781" y="3749"/>
                  </a:lnTo>
                  <a:lnTo>
                    <a:pt x="1542" y="3855"/>
                  </a:lnTo>
                  <a:lnTo>
                    <a:pt x="1330" y="3988"/>
                  </a:lnTo>
                  <a:lnTo>
                    <a:pt x="1117" y="4121"/>
                  </a:lnTo>
                  <a:lnTo>
                    <a:pt x="931" y="4280"/>
                  </a:lnTo>
                  <a:lnTo>
                    <a:pt x="745" y="4466"/>
                  </a:lnTo>
                  <a:lnTo>
                    <a:pt x="984" y="3961"/>
                  </a:lnTo>
                  <a:lnTo>
                    <a:pt x="1250" y="3456"/>
                  </a:lnTo>
                  <a:lnTo>
                    <a:pt x="1595" y="3004"/>
                  </a:lnTo>
                  <a:lnTo>
                    <a:pt x="1968" y="2606"/>
                  </a:lnTo>
                  <a:lnTo>
                    <a:pt x="2366" y="2233"/>
                  </a:lnTo>
                  <a:lnTo>
                    <a:pt x="2818" y="1914"/>
                  </a:lnTo>
                  <a:lnTo>
                    <a:pt x="3297" y="1622"/>
                  </a:lnTo>
                  <a:lnTo>
                    <a:pt x="3828" y="1409"/>
                  </a:lnTo>
                  <a:lnTo>
                    <a:pt x="3881" y="1542"/>
                  </a:lnTo>
                  <a:lnTo>
                    <a:pt x="3961" y="1649"/>
                  </a:lnTo>
                  <a:lnTo>
                    <a:pt x="4067" y="1755"/>
                  </a:lnTo>
                  <a:lnTo>
                    <a:pt x="4174" y="1835"/>
                  </a:lnTo>
                  <a:lnTo>
                    <a:pt x="4307" y="1888"/>
                  </a:lnTo>
                  <a:lnTo>
                    <a:pt x="4440" y="1941"/>
                  </a:lnTo>
                  <a:lnTo>
                    <a:pt x="4573" y="1968"/>
                  </a:lnTo>
                  <a:lnTo>
                    <a:pt x="4732" y="1994"/>
                  </a:lnTo>
                  <a:lnTo>
                    <a:pt x="6699" y="1994"/>
                  </a:lnTo>
                  <a:lnTo>
                    <a:pt x="6832" y="1968"/>
                  </a:lnTo>
                  <a:lnTo>
                    <a:pt x="6991" y="1941"/>
                  </a:lnTo>
                  <a:lnTo>
                    <a:pt x="7124" y="1888"/>
                  </a:lnTo>
                  <a:lnTo>
                    <a:pt x="7231" y="1835"/>
                  </a:lnTo>
                  <a:lnTo>
                    <a:pt x="7337" y="1755"/>
                  </a:lnTo>
                  <a:lnTo>
                    <a:pt x="7443" y="1649"/>
                  </a:lnTo>
                  <a:lnTo>
                    <a:pt x="7523" y="1542"/>
                  </a:lnTo>
                  <a:lnTo>
                    <a:pt x="7603" y="1409"/>
                  </a:lnTo>
                  <a:close/>
                  <a:moveTo>
                    <a:pt x="5716" y="3881"/>
                  </a:moveTo>
                  <a:lnTo>
                    <a:pt x="7284" y="3908"/>
                  </a:lnTo>
                  <a:lnTo>
                    <a:pt x="8879" y="3988"/>
                  </a:lnTo>
                  <a:lnTo>
                    <a:pt x="9091" y="4014"/>
                  </a:lnTo>
                  <a:lnTo>
                    <a:pt x="9304" y="4067"/>
                  </a:lnTo>
                  <a:lnTo>
                    <a:pt x="9517" y="4147"/>
                  </a:lnTo>
                  <a:lnTo>
                    <a:pt x="9703" y="4227"/>
                  </a:lnTo>
                  <a:lnTo>
                    <a:pt x="9915" y="4333"/>
                  </a:lnTo>
                  <a:lnTo>
                    <a:pt x="10075" y="4466"/>
                  </a:lnTo>
                  <a:lnTo>
                    <a:pt x="10234" y="4599"/>
                  </a:lnTo>
                  <a:lnTo>
                    <a:pt x="10394" y="4759"/>
                  </a:lnTo>
                  <a:lnTo>
                    <a:pt x="10527" y="4918"/>
                  </a:lnTo>
                  <a:lnTo>
                    <a:pt x="10660" y="5104"/>
                  </a:lnTo>
                  <a:lnTo>
                    <a:pt x="10766" y="5317"/>
                  </a:lnTo>
                  <a:lnTo>
                    <a:pt x="10846" y="5503"/>
                  </a:lnTo>
                  <a:lnTo>
                    <a:pt x="10925" y="5742"/>
                  </a:lnTo>
                  <a:lnTo>
                    <a:pt x="10979" y="5955"/>
                  </a:lnTo>
                  <a:lnTo>
                    <a:pt x="11005" y="6194"/>
                  </a:lnTo>
                  <a:lnTo>
                    <a:pt x="11005" y="6433"/>
                  </a:lnTo>
                  <a:lnTo>
                    <a:pt x="11005" y="6672"/>
                  </a:lnTo>
                  <a:lnTo>
                    <a:pt x="10979" y="6938"/>
                  </a:lnTo>
                  <a:lnTo>
                    <a:pt x="10925" y="7178"/>
                  </a:lnTo>
                  <a:lnTo>
                    <a:pt x="10846" y="7390"/>
                  </a:lnTo>
                  <a:lnTo>
                    <a:pt x="10739" y="7603"/>
                  </a:lnTo>
                  <a:lnTo>
                    <a:pt x="10607" y="7815"/>
                  </a:lnTo>
                  <a:lnTo>
                    <a:pt x="10474" y="8002"/>
                  </a:lnTo>
                  <a:lnTo>
                    <a:pt x="10314" y="8161"/>
                  </a:lnTo>
                  <a:lnTo>
                    <a:pt x="10155" y="8294"/>
                  </a:lnTo>
                  <a:lnTo>
                    <a:pt x="9995" y="8400"/>
                  </a:lnTo>
                  <a:lnTo>
                    <a:pt x="9809" y="8507"/>
                  </a:lnTo>
                  <a:lnTo>
                    <a:pt x="9650" y="8560"/>
                  </a:lnTo>
                  <a:lnTo>
                    <a:pt x="9437" y="8613"/>
                  </a:lnTo>
                  <a:lnTo>
                    <a:pt x="9251" y="8666"/>
                  </a:lnTo>
                  <a:lnTo>
                    <a:pt x="8852" y="8666"/>
                  </a:lnTo>
                  <a:lnTo>
                    <a:pt x="8374" y="8613"/>
                  </a:lnTo>
                  <a:lnTo>
                    <a:pt x="7895" y="8507"/>
                  </a:lnTo>
                  <a:lnTo>
                    <a:pt x="7470" y="8374"/>
                  </a:lnTo>
                  <a:lnTo>
                    <a:pt x="7071" y="8241"/>
                  </a:lnTo>
                  <a:lnTo>
                    <a:pt x="6699" y="8134"/>
                  </a:lnTo>
                  <a:lnTo>
                    <a:pt x="6353" y="8028"/>
                  </a:lnTo>
                  <a:lnTo>
                    <a:pt x="6035" y="7948"/>
                  </a:lnTo>
                  <a:lnTo>
                    <a:pt x="5716" y="7922"/>
                  </a:lnTo>
                  <a:lnTo>
                    <a:pt x="5397" y="7948"/>
                  </a:lnTo>
                  <a:lnTo>
                    <a:pt x="5078" y="8028"/>
                  </a:lnTo>
                  <a:lnTo>
                    <a:pt x="4732" y="8134"/>
                  </a:lnTo>
                  <a:lnTo>
                    <a:pt x="4360" y="8241"/>
                  </a:lnTo>
                  <a:lnTo>
                    <a:pt x="3961" y="8374"/>
                  </a:lnTo>
                  <a:lnTo>
                    <a:pt x="3509" y="8507"/>
                  </a:lnTo>
                  <a:lnTo>
                    <a:pt x="3057" y="8613"/>
                  </a:lnTo>
                  <a:lnTo>
                    <a:pt x="2552" y="8666"/>
                  </a:lnTo>
                  <a:lnTo>
                    <a:pt x="2154" y="8666"/>
                  </a:lnTo>
                  <a:lnTo>
                    <a:pt x="1968" y="8613"/>
                  </a:lnTo>
                  <a:lnTo>
                    <a:pt x="1781" y="8560"/>
                  </a:lnTo>
                  <a:lnTo>
                    <a:pt x="1595" y="8507"/>
                  </a:lnTo>
                  <a:lnTo>
                    <a:pt x="1436" y="8400"/>
                  </a:lnTo>
                  <a:lnTo>
                    <a:pt x="1250" y="8294"/>
                  </a:lnTo>
                  <a:lnTo>
                    <a:pt x="1117" y="8161"/>
                  </a:lnTo>
                  <a:lnTo>
                    <a:pt x="957" y="8002"/>
                  </a:lnTo>
                  <a:lnTo>
                    <a:pt x="798" y="7815"/>
                  </a:lnTo>
                  <a:lnTo>
                    <a:pt x="692" y="7603"/>
                  </a:lnTo>
                  <a:lnTo>
                    <a:pt x="585" y="7390"/>
                  </a:lnTo>
                  <a:lnTo>
                    <a:pt x="506" y="7178"/>
                  </a:lnTo>
                  <a:lnTo>
                    <a:pt x="452" y="6938"/>
                  </a:lnTo>
                  <a:lnTo>
                    <a:pt x="426" y="6672"/>
                  </a:lnTo>
                  <a:lnTo>
                    <a:pt x="399" y="6433"/>
                  </a:lnTo>
                  <a:lnTo>
                    <a:pt x="426" y="6194"/>
                  </a:lnTo>
                  <a:lnTo>
                    <a:pt x="452" y="5955"/>
                  </a:lnTo>
                  <a:lnTo>
                    <a:pt x="506" y="5742"/>
                  </a:lnTo>
                  <a:lnTo>
                    <a:pt x="559" y="5503"/>
                  </a:lnTo>
                  <a:lnTo>
                    <a:pt x="665" y="5317"/>
                  </a:lnTo>
                  <a:lnTo>
                    <a:pt x="771" y="5104"/>
                  </a:lnTo>
                  <a:lnTo>
                    <a:pt x="878" y="4918"/>
                  </a:lnTo>
                  <a:lnTo>
                    <a:pt x="1011" y="4759"/>
                  </a:lnTo>
                  <a:lnTo>
                    <a:pt x="1170" y="4599"/>
                  </a:lnTo>
                  <a:lnTo>
                    <a:pt x="1330" y="4466"/>
                  </a:lnTo>
                  <a:lnTo>
                    <a:pt x="1516" y="4333"/>
                  </a:lnTo>
                  <a:lnTo>
                    <a:pt x="1702" y="4227"/>
                  </a:lnTo>
                  <a:lnTo>
                    <a:pt x="1914" y="4147"/>
                  </a:lnTo>
                  <a:lnTo>
                    <a:pt x="2100" y="4067"/>
                  </a:lnTo>
                  <a:lnTo>
                    <a:pt x="2313" y="4014"/>
                  </a:lnTo>
                  <a:lnTo>
                    <a:pt x="2552" y="3988"/>
                  </a:lnTo>
                  <a:lnTo>
                    <a:pt x="4121" y="3908"/>
                  </a:lnTo>
                  <a:lnTo>
                    <a:pt x="5716" y="3881"/>
                  </a:lnTo>
                  <a:close/>
                  <a:moveTo>
                    <a:pt x="4732" y="1"/>
                  </a:moveTo>
                  <a:lnTo>
                    <a:pt x="4519" y="27"/>
                  </a:lnTo>
                  <a:lnTo>
                    <a:pt x="4333" y="80"/>
                  </a:lnTo>
                  <a:lnTo>
                    <a:pt x="4174" y="160"/>
                  </a:lnTo>
                  <a:lnTo>
                    <a:pt x="4014" y="293"/>
                  </a:lnTo>
                  <a:lnTo>
                    <a:pt x="3881" y="452"/>
                  </a:lnTo>
                  <a:lnTo>
                    <a:pt x="3802" y="612"/>
                  </a:lnTo>
                  <a:lnTo>
                    <a:pt x="3749" y="798"/>
                  </a:lnTo>
                  <a:lnTo>
                    <a:pt x="3722" y="984"/>
                  </a:lnTo>
                  <a:lnTo>
                    <a:pt x="3722" y="1011"/>
                  </a:lnTo>
                  <a:lnTo>
                    <a:pt x="3323" y="1170"/>
                  </a:lnTo>
                  <a:lnTo>
                    <a:pt x="2924" y="1383"/>
                  </a:lnTo>
                  <a:lnTo>
                    <a:pt x="2552" y="1595"/>
                  </a:lnTo>
                  <a:lnTo>
                    <a:pt x="2207" y="1861"/>
                  </a:lnTo>
                  <a:lnTo>
                    <a:pt x="1861" y="2127"/>
                  </a:lnTo>
                  <a:lnTo>
                    <a:pt x="1569" y="2446"/>
                  </a:lnTo>
                  <a:lnTo>
                    <a:pt x="1276" y="2765"/>
                  </a:lnTo>
                  <a:lnTo>
                    <a:pt x="1037" y="3111"/>
                  </a:lnTo>
                  <a:lnTo>
                    <a:pt x="798" y="3456"/>
                  </a:lnTo>
                  <a:lnTo>
                    <a:pt x="585" y="3828"/>
                  </a:lnTo>
                  <a:lnTo>
                    <a:pt x="426" y="4227"/>
                  </a:lnTo>
                  <a:lnTo>
                    <a:pt x="266" y="4626"/>
                  </a:lnTo>
                  <a:lnTo>
                    <a:pt x="160" y="5051"/>
                  </a:lnTo>
                  <a:lnTo>
                    <a:pt x="80" y="5476"/>
                  </a:lnTo>
                  <a:lnTo>
                    <a:pt x="27" y="5928"/>
                  </a:lnTo>
                  <a:lnTo>
                    <a:pt x="1" y="6353"/>
                  </a:lnTo>
                  <a:lnTo>
                    <a:pt x="1" y="6433"/>
                  </a:lnTo>
                  <a:lnTo>
                    <a:pt x="27" y="6726"/>
                  </a:lnTo>
                  <a:lnTo>
                    <a:pt x="54" y="7018"/>
                  </a:lnTo>
                  <a:lnTo>
                    <a:pt x="133" y="7284"/>
                  </a:lnTo>
                  <a:lnTo>
                    <a:pt x="213" y="7550"/>
                  </a:lnTo>
                  <a:lnTo>
                    <a:pt x="346" y="7815"/>
                  </a:lnTo>
                  <a:lnTo>
                    <a:pt x="479" y="8055"/>
                  </a:lnTo>
                  <a:lnTo>
                    <a:pt x="638" y="8267"/>
                  </a:lnTo>
                  <a:lnTo>
                    <a:pt x="825" y="8453"/>
                  </a:lnTo>
                  <a:lnTo>
                    <a:pt x="1011" y="8613"/>
                  </a:lnTo>
                  <a:lnTo>
                    <a:pt x="1223" y="8746"/>
                  </a:lnTo>
                  <a:lnTo>
                    <a:pt x="1436" y="8852"/>
                  </a:lnTo>
                  <a:lnTo>
                    <a:pt x="1649" y="8958"/>
                  </a:lnTo>
                  <a:lnTo>
                    <a:pt x="1888" y="9012"/>
                  </a:lnTo>
                  <a:lnTo>
                    <a:pt x="2100" y="9065"/>
                  </a:lnTo>
                  <a:lnTo>
                    <a:pt x="2579" y="9065"/>
                  </a:lnTo>
                  <a:lnTo>
                    <a:pt x="3111" y="9012"/>
                  </a:lnTo>
                  <a:lnTo>
                    <a:pt x="3589" y="8905"/>
                  </a:lnTo>
                  <a:lnTo>
                    <a:pt x="4067" y="8772"/>
                  </a:lnTo>
                  <a:lnTo>
                    <a:pt x="4493" y="8613"/>
                  </a:lnTo>
                  <a:lnTo>
                    <a:pt x="5131" y="8427"/>
                  </a:lnTo>
                  <a:lnTo>
                    <a:pt x="5450" y="8347"/>
                  </a:lnTo>
                  <a:lnTo>
                    <a:pt x="5716" y="8321"/>
                  </a:lnTo>
                  <a:lnTo>
                    <a:pt x="5981" y="8347"/>
                  </a:lnTo>
                  <a:lnTo>
                    <a:pt x="6274" y="8427"/>
                  </a:lnTo>
                  <a:lnTo>
                    <a:pt x="6938" y="8613"/>
                  </a:lnTo>
                  <a:lnTo>
                    <a:pt x="7364" y="8772"/>
                  </a:lnTo>
                  <a:lnTo>
                    <a:pt x="7815" y="8905"/>
                  </a:lnTo>
                  <a:lnTo>
                    <a:pt x="8294" y="9012"/>
                  </a:lnTo>
                  <a:lnTo>
                    <a:pt x="8826" y="9065"/>
                  </a:lnTo>
                  <a:lnTo>
                    <a:pt x="9224" y="9065"/>
                  </a:lnTo>
                  <a:lnTo>
                    <a:pt x="9437" y="9038"/>
                  </a:lnTo>
                  <a:lnTo>
                    <a:pt x="9650" y="8985"/>
                  </a:lnTo>
                  <a:lnTo>
                    <a:pt x="9862" y="8905"/>
                  </a:lnTo>
                  <a:lnTo>
                    <a:pt x="10048" y="8826"/>
                  </a:lnTo>
                  <a:lnTo>
                    <a:pt x="10234" y="8719"/>
                  </a:lnTo>
                  <a:lnTo>
                    <a:pt x="10420" y="8613"/>
                  </a:lnTo>
                  <a:lnTo>
                    <a:pt x="10580" y="8453"/>
                  </a:lnTo>
                  <a:lnTo>
                    <a:pt x="10766" y="8267"/>
                  </a:lnTo>
                  <a:lnTo>
                    <a:pt x="10952" y="8055"/>
                  </a:lnTo>
                  <a:lnTo>
                    <a:pt x="11085" y="7815"/>
                  </a:lnTo>
                  <a:lnTo>
                    <a:pt x="11191" y="7550"/>
                  </a:lnTo>
                  <a:lnTo>
                    <a:pt x="11298" y="7284"/>
                  </a:lnTo>
                  <a:lnTo>
                    <a:pt x="11351" y="7018"/>
                  </a:lnTo>
                  <a:lnTo>
                    <a:pt x="11404" y="6726"/>
                  </a:lnTo>
                  <a:lnTo>
                    <a:pt x="11404" y="6433"/>
                  </a:lnTo>
                  <a:lnTo>
                    <a:pt x="11404" y="6380"/>
                  </a:lnTo>
                  <a:lnTo>
                    <a:pt x="11404" y="6353"/>
                  </a:lnTo>
                  <a:lnTo>
                    <a:pt x="11377" y="5795"/>
                  </a:lnTo>
                  <a:lnTo>
                    <a:pt x="11298" y="5237"/>
                  </a:lnTo>
                  <a:lnTo>
                    <a:pt x="11165" y="4705"/>
                  </a:lnTo>
                  <a:lnTo>
                    <a:pt x="10979" y="4174"/>
                  </a:lnTo>
                  <a:lnTo>
                    <a:pt x="10739" y="3669"/>
                  </a:lnTo>
                  <a:lnTo>
                    <a:pt x="10447" y="3190"/>
                  </a:lnTo>
                  <a:lnTo>
                    <a:pt x="10128" y="2738"/>
                  </a:lnTo>
                  <a:lnTo>
                    <a:pt x="9756" y="2313"/>
                  </a:lnTo>
                  <a:lnTo>
                    <a:pt x="9517" y="2127"/>
                  </a:lnTo>
                  <a:lnTo>
                    <a:pt x="9277" y="1914"/>
                  </a:lnTo>
                  <a:lnTo>
                    <a:pt x="9038" y="1728"/>
                  </a:lnTo>
                  <a:lnTo>
                    <a:pt x="8799" y="1569"/>
                  </a:lnTo>
                  <a:lnTo>
                    <a:pt x="8533" y="1409"/>
                  </a:lnTo>
                  <a:lnTo>
                    <a:pt x="8267" y="1250"/>
                  </a:lnTo>
                  <a:lnTo>
                    <a:pt x="7975" y="1117"/>
                  </a:lnTo>
                  <a:lnTo>
                    <a:pt x="7683" y="1011"/>
                  </a:lnTo>
                  <a:lnTo>
                    <a:pt x="7683" y="984"/>
                  </a:lnTo>
                  <a:lnTo>
                    <a:pt x="7683" y="798"/>
                  </a:lnTo>
                  <a:lnTo>
                    <a:pt x="7603" y="612"/>
                  </a:lnTo>
                  <a:lnTo>
                    <a:pt x="7523" y="426"/>
                  </a:lnTo>
                  <a:lnTo>
                    <a:pt x="7390" y="293"/>
                  </a:lnTo>
                  <a:lnTo>
                    <a:pt x="7257" y="160"/>
                  </a:lnTo>
                  <a:lnTo>
                    <a:pt x="7071" y="80"/>
                  </a:lnTo>
                  <a:lnTo>
                    <a:pt x="6885" y="27"/>
                  </a:lnTo>
                  <a:lnTo>
                    <a:pt x="669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7" name="Google Shape;1467;p87"/>
          <p:cNvGrpSpPr/>
          <p:nvPr/>
        </p:nvGrpSpPr>
        <p:grpSpPr>
          <a:xfrm>
            <a:off x="4828875" y="2760264"/>
            <a:ext cx="274757" cy="209511"/>
            <a:chOff x="4058525" y="2786050"/>
            <a:chExt cx="265825" cy="202700"/>
          </a:xfrm>
        </p:grpSpPr>
        <p:sp>
          <p:nvSpPr>
            <p:cNvPr id="1468" name="Google Shape;1468;p87"/>
            <p:cNvSpPr/>
            <p:nvPr/>
          </p:nvSpPr>
          <p:spPr>
            <a:xfrm>
              <a:off x="4058525" y="2786050"/>
              <a:ext cx="265825" cy="202700"/>
            </a:xfrm>
            <a:custGeom>
              <a:rect b="b" l="l" r="r" t="t"/>
              <a:pathLst>
                <a:path extrusionOk="0" h="8108" w="10633">
                  <a:moveTo>
                    <a:pt x="5317" y="372"/>
                  </a:moveTo>
                  <a:lnTo>
                    <a:pt x="5769" y="399"/>
                  </a:lnTo>
                  <a:lnTo>
                    <a:pt x="6194" y="478"/>
                  </a:lnTo>
                  <a:lnTo>
                    <a:pt x="6619" y="611"/>
                  </a:lnTo>
                  <a:lnTo>
                    <a:pt x="7018" y="824"/>
                  </a:lnTo>
                  <a:lnTo>
                    <a:pt x="7390" y="1063"/>
                  </a:lnTo>
                  <a:lnTo>
                    <a:pt x="7736" y="1382"/>
                  </a:lnTo>
                  <a:lnTo>
                    <a:pt x="8028" y="1701"/>
                  </a:lnTo>
                  <a:lnTo>
                    <a:pt x="8267" y="2073"/>
                  </a:lnTo>
                  <a:lnTo>
                    <a:pt x="8453" y="2472"/>
                  </a:lnTo>
                  <a:lnTo>
                    <a:pt x="8613" y="2897"/>
                  </a:lnTo>
                  <a:lnTo>
                    <a:pt x="8693" y="3323"/>
                  </a:lnTo>
                  <a:lnTo>
                    <a:pt x="8719" y="3775"/>
                  </a:lnTo>
                  <a:lnTo>
                    <a:pt x="8719" y="4386"/>
                  </a:lnTo>
                  <a:lnTo>
                    <a:pt x="8081" y="4386"/>
                  </a:lnTo>
                  <a:lnTo>
                    <a:pt x="8081" y="4413"/>
                  </a:lnTo>
                  <a:lnTo>
                    <a:pt x="8055" y="4413"/>
                  </a:lnTo>
                  <a:lnTo>
                    <a:pt x="8055" y="3775"/>
                  </a:lnTo>
                  <a:lnTo>
                    <a:pt x="8028" y="3509"/>
                  </a:lnTo>
                  <a:lnTo>
                    <a:pt x="7975" y="3243"/>
                  </a:lnTo>
                  <a:lnTo>
                    <a:pt x="7922" y="2977"/>
                  </a:lnTo>
                  <a:lnTo>
                    <a:pt x="7815" y="2711"/>
                  </a:lnTo>
                  <a:lnTo>
                    <a:pt x="7709" y="2472"/>
                  </a:lnTo>
                  <a:lnTo>
                    <a:pt x="7576" y="2259"/>
                  </a:lnTo>
                  <a:lnTo>
                    <a:pt x="7417" y="2047"/>
                  </a:lnTo>
                  <a:lnTo>
                    <a:pt x="7231" y="1861"/>
                  </a:lnTo>
                  <a:lnTo>
                    <a:pt x="7045" y="1675"/>
                  </a:lnTo>
                  <a:lnTo>
                    <a:pt x="6832" y="1515"/>
                  </a:lnTo>
                  <a:lnTo>
                    <a:pt x="6619" y="1382"/>
                  </a:lnTo>
                  <a:lnTo>
                    <a:pt x="6380" y="1276"/>
                  </a:lnTo>
                  <a:lnTo>
                    <a:pt x="6114" y="1170"/>
                  </a:lnTo>
                  <a:lnTo>
                    <a:pt x="5875" y="1116"/>
                  </a:lnTo>
                  <a:lnTo>
                    <a:pt x="5583" y="1063"/>
                  </a:lnTo>
                  <a:lnTo>
                    <a:pt x="5051" y="1063"/>
                  </a:lnTo>
                  <a:lnTo>
                    <a:pt x="4759" y="1116"/>
                  </a:lnTo>
                  <a:lnTo>
                    <a:pt x="4519" y="1170"/>
                  </a:lnTo>
                  <a:lnTo>
                    <a:pt x="4253" y="1276"/>
                  </a:lnTo>
                  <a:lnTo>
                    <a:pt x="4014" y="1382"/>
                  </a:lnTo>
                  <a:lnTo>
                    <a:pt x="3802" y="1515"/>
                  </a:lnTo>
                  <a:lnTo>
                    <a:pt x="3589" y="1675"/>
                  </a:lnTo>
                  <a:lnTo>
                    <a:pt x="3403" y="1861"/>
                  </a:lnTo>
                  <a:lnTo>
                    <a:pt x="3217" y="2047"/>
                  </a:lnTo>
                  <a:lnTo>
                    <a:pt x="3057" y="2259"/>
                  </a:lnTo>
                  <a:lnTo>
                    <a:pt x="2924" y="2472"/>
                  </a:lnTo>
                  <a:lnTo>
                    <a:pt x="2818" y="2711"/>
                  </a:lnTo>
                  <a:lnTo>
                    <a:pt x="2712" y="2977"/>
                  </a:lnTo>
                  <a:lnTo>
                    <a:pt x="2659" y="3243"/>
                  </a:lnTo>
                  <a:lnTo>
                    <a:pt x="2605" y="3509"/>
                  </a:lnTo>
                  <a:lnTo>
                    <a:pt x="2579" y="3775"/>
                  </a:lnTo>
                  <a:lnTo>
                    <a:pt x="2579" y="4413"/>
                  </a:lnTo>
                  <a:lnTo>
                    <a:pt x="2526" y="4386"/>
                  </a:lnTo>
                  <a:lnTo>
                    <a:pt x="1914" y="4386"/>
                  </a:lnTo>
                  <a:lnTo>
                    <a:pt x="1914" y="3775"/>
                  </a:lnTo>
                  <a:lnTo>
                    <a:pt x="1941" y="3323"/>
                  </a:lnTo>
                  <a:lnTo>
                    <a:pt x="2021" y="2897"/>
                  </a:lnTo>
                  <a:lnTo>
                    <a:pt x="2180" y="2472"/>
                  </a:lnTo>
                  <a:lnTo>
                    <a:pt x="2366" y="2073"/>
                  </a:lnTo>
                  <a:lnTo>
                    <a:pt x="2605" y="1701"/>
                  </a:lnTo>
                  <a:lnTo>
                    <a:pt x="2898" y="1382"/>
                  </a:lnTo>
                  <a:lnTo>
                    <a:pt x="3243" y="1063"/>
                  </a:lnTo>
                  <a:lnTo>
                    <a:pt x="3616" y="824"/>
                  </a:lnTo>
                  <a:lnTo>
                    <a:pt x="4014" y="611"/>
                  </a:lnTo>
                  <a:lnTo>
                    <a:pt x="4440" y="478"/>
                  </a:lnTo>
                  <a:lnTo>
                    <a:pt x="4865" y="399"/>
                  </a:lnTo>
                  <a:lnTo>
                    <a:pt x="5317" y="372"/>
                  </a:lnTo>
                  <a:close/>
                  <a:moveTo>
                    <a:pt x="2446" y="4785"/>
                  </a:moveTo>
                  <a:lnTo>
                    <a:pt x="2499" y="4811"/>
                  </a:lnTo>
                  <a:lnTo>
                    <a:pt x="2552" y="4838"/>
                  </a:lnTo>
                  <a:lnTo>
                    <a:pt x="2579" y="4891"/>
                  </a:lnTo>
                  <a:lnTo>
                    <a:pt x="2579" y="4944"/>
                  </a:lnTo>
                  <a:lnTo>
                    <a:pt x="2579" y="7390"/>
                  </a:lnTo>
                  <a:lnTo>
                    <a:pt x="2579" y="7523"/>
                  </a:lnTo>
                  <a:lnTo>
                    <a:pt x="2499" y="7602"/>
                  </a:lnTo>
                  <a:lnTo>
                    <a:pt x="2393" y="7682"/>
                  </a:lnTo>
                  <a:lnTo>
                    <a:pt x="2260" y="7709"/>
                  </a:lnTo>
                  <a:lnTo>
                    <a:pt x="1622" y="7709"/>
                  </a:lnTo>
                  <a:lnTo>
                    <a:pt x="1383" y="7682"/>
                  </a:lnTo>
                  <a:lnTo>
                    <a:pt x="1143" y="7602"/>
                  </a:lnTo>
                  <a:lnTo>
                    <a:pt x="931" y="7496"/>
                  </a:lnTo>
                  <a:lnTo>
                    <a:pt x="745" y="7363"/>
                  </a:lnTo>
                  <a:lnTo>
                    <a:pt x="612" y="7177"/>
                  </a:lnTo>
                  <a:lnTo>
                    <a:pt x="479" y="6964"/>
                  </a:lnTo>
                  <a:lnTo>
                    <a:pt x="426" y="6725"/>
                  </a:lnTo>
                  <a:lnTo>
                    <a:pt x="399" y="6486"/>
                  </a:lnTo>
                  <a:lnTo>
                    <a:pt x="399" y="6007"/>
                  </a:lnTo>
                  <a:lnTo>
                    <a:pt x="426" y="5768"/>
                  </a:lnTo>
                  <a:lnTo>
                    <a:pt x="479" y="5529"/>
                  </a:lnTo>
                  <a:lnTo>
                    <a:pt x="612" y="5343"/>
                  </a:lnTo>
                  <a:lnTo>
                    <a:pt x="745" y="5157"/>
                  </a:lnTo>
                  <a:lnTo>
                    <a:pt x="931" y="4997"/>
                  </a:lnTo>
                  <a:lnTo>
                    <a:pt x="1143" y="4891"/>
                  </a:lnTo>
                  <a:lnTo>
                    <a:pt x="1383" y="4811"/>
                  </a:lnTo>
                  <a:lnTo>
                    <a:pt x="1622" y="4785"/>
                  </a:lnTo>
                  <a:close/>
                  <a:moveTo>
                    <a:pt x="9012" y="4785"/>
                  </a:moveTo>
                  <a:lnTo>
                    <a:pt x="9251" y="4811"/>
                  </a:lnTo>
                  <a:lnTo>
                    <a:pt x="9490" y="4891"/>
                  </a:lnTo>
                  <a:lnTo>
                    <a:pt x="9703" y="4997"/>
                  </a:lnTo>
                  <a:lnTo>
                    <a:pt x="9889" y="5157"/>
                  </a:lnTo>
                  <a:lnTo>
                    <a:pt x="10022" y="5343"/>
                  </a:lnTo>
                  <a:lnTo>
                    <a:pt x="10128" y="5529"/>
                  </a:lnTo>
                  <a:lnTo>
                    <a:pt x="10208" y="5768"/>
                  </a:lnTo>
                  <a:lnTo>
                    <a:pt x="10234" y="6007"/>
                  </a:lnTo>
                  <a:lnTo>
                    <a:pt x="10234" y="6486"/>
                  </a:lnTo>
                  <a:lnTo>
                    <a:pt x="10208" y="6725"/>
                  </a:lnTo>
                  <a:lnTo>
                    <a:pt x="10128" y="6964"/>
                  </a:lnTo>
                  <a:lnTo>
                    <a:pt x="10022" y="7177"/>
                  </a:lnTo>
                  <a:lnTo>
                    <a:pt x="9889" y="7363"/>
                  </a:lnTo>
                  <a:lnTo>
                    <a:pt x="9703" y="7496"/>
                  </a:lnTo>
                  <a:lnTo>
                    <a:pt x="9490" y="7602"/>
                  </a:lnTo>
                  <a:lnTo>
                    <a:pt x="9251" y="7682"/>
                  </a:lnTo>
                  <a:lnTo>
                    <a:pt x="9012" y="7709"/>
                  </a:lnTo>
                  <a:lnTo>
                    <a:pt x="8374" y="7709"/>
                  </a:lnTo>
                  <a:lnTo>
                    <a:pt x="8241" y="7682"/>
                  </a:lnTo>
                  <a:lnTo>
                    <a:pt x="8134" y="7602"/>
                  </a:lnTo>
                  <a:lnTo>
                    <a:pt x="8055" y="7523"/>
                  </a:lnTo>
                  <a:lnTo>
                    <a:pt x="8028" y="7390"/>
                  </a:lnTo>
                  <a:lnTo>
                    <a:pt x="8028" y="4944"/>
                  </a:lnTo>
                  <a:lnTo>
                    <a:pt x="8028" y="4918"/>
                  </a:lnTo>
                  <a:lnTo>
                    <a:pt x="8055" y="4864"/>
                  </a:lnTo>
                  <a:lnTo>
                    <a:pt x="8081" y="4838"/>
                  </a:lnTo>
                  <a:lnTo>
                    <a:pt x="8134" y="4811"/>
                  </a:lnTo>
                  <a:lnTo>
                    <a:pt x="8188" y="4785"/>
                  </a:lnTo>
                  <a:close/>
                  <a:moveTo>
                    <a:pt x="5317" y="0"/>
                  </a:moveTo>
                  <a:lnTo>
                    <a:pt x="4918" y="27"/>
                  </a:lnTo>
                  <a:lnTo>
                    <a:pt x="4546" y="80"/>
                  </a:lnTo>
                  <a:lnTo>
                    <a:pt x="4200" y="186"/>
                  </a:lnTo>
                  <a:lnTo>
                    <a:pt x="3855" y="292"/>
                  </a:lnTo>
                  <a:lnTo>
                    <a:pt x="3509" y="452"/>
                  </a:lnTo>
                  <a:lnTo>
                    <a:pt x="3190" y="638"/>
                  </a:lnTo>
                  <a:lnTo>
                    <a:pt x="2898" y="877"/>
                  </a:lnTo>
                  <a:lnTo>
                    <a:pt x="2632" y="1116"/>
                  </a:lnTo>
                  <a:lnTo>
                    <a:pt x="2393" y="1382"/>
                  </a:lnTo>
                  <a:lnTo>
                    <a:pt x="2180" y="1675"/>
                  </a:lnTo>
                  <a:lnTo>
                    <a:pt x="1994" y="1967"/>
                  </a:lnTo>
                  <a:lnTo>
                    <a:pt x="1835" y="2313"/>
                  </a:lnTo>
                  <a:lnTo>
                    <a:pt x="1702" y="2658"/>
                  </a:lnTo>
                  <a:lnTo>
                    <a:pt x="1595" y="3030"/>
                  </a:lnTo>
                  <a:lnTo>
                    <a:pt x="1542" y="3402"/>
                  </a:lnTo>
                  <a:lnTo>
                    <a:pt x="1516" y="3775"/>
                  </a:lnTo>
                  <a:lnTo>
                    <a:pt x="1516" y="4386"/>
                  </a:lnTo>
                  <a:lnTo>
                    <a:pt x="1197" y="4439"/>
                  </a:lnTo>
                  <a:lnTo>
                    <a:pt x="931" y="4545"/>
                  </a:lnTo>
                  <a:lnTo>
                    <a:pt x="665" y="4705"/>
                  </a:lnTo>
                  <a:lnTo>
                    <a:pt x="426" y="4891"/>
                  </a:lnTo>
                  <a:lnTo>
                    <a:pt x="240" y="5130"/>
                  </a:lnTo>
                  <a:lnTo>
                    <a:pt x="107" y="5396"/>
                  </a:lnTo>
                  <a:lnTo>
                    <a:pt x="27" y="5715"/>
                  </a:lnTo>
                  <a:lnTo>
                    <a:pt x="0" y="6007"/>
                  </a:lnTo>
                  <a:lnTo>
                    <a:pt x="0" y="6486"/>
                  </a:lnTo>
                  <a:lnTo>
                    <a:pt x="0" y="6645"/>
                  </a:lnTo>
                  <a:lnTo>
                    <a:pt x="27" y="6805"/>
                  </a:lnTo>
                  <a:lnTo>
                    <a:pt x="80" y="6964"/>
                  </a:lnTo>
                  <a:lnTo>
                    <a:pt x="133" y="7124"/>
                  </a:lnTo>
                  <a:lnTo>
                    <a:pt x="266" y="7390"/>
                  </a:lnTo>
                  <a:lnTo>
                    <a:pt x="479" y="7629"/>
                  </a:lnTo>
                  <a:lnTo>
                    <a:pt x="718" y="7842"/>
                  </a:lnTo>
                  <a:lnTo>
                    <a:pt x="984" y="7974"/>
                  </a:lnTo>
                  <a:lnTo>
                    <a:pt x="1143" y="8028"/>
                  </a:lnTo>
                  <a:lnTo>
                    <a:pt x="1303" y="8081"/>
                  </a:lnTo>
                  <a:lnTo>
                    <a:pt x="1462" y="8107"/>
                  </a:lnTo>
                  <a:lnTo>
                    <a:pt x="2419" y="8107"/>
                  </a:lnTo>
                  <a:lnTo>
                    <a:pt x="2552" y="8054"/>
                  </a:lnTo>
                  <a:lnTo>
                    <a:pt x="2659" y="7974"/>
                  </a:lnTo>
                  <a:lnTo>
                    <a:pt x="2791" y="7895"/>
                  </a:lnTo>
                  <a:lnTo>
                    <a:pt x="2871" y="7788"/>
                  </a:lnTo>
                  <a:lnTo>
                    <a:pt x="2924" y="7655"/>
                  </a:lnTo>
                  <a:lnTo>
                    <a:pt x="2978" y="7523"/>
                  </a:lnTo>
                  <a:lnTo>
                    <a:pt x="3004" y="7390"/>
                  </a:lnTo>
                  <a:lnTo>
                    <a:pt x="3004" y="3775"/>
                  </a:lnTo>
                  <a:lnTo>
                    <a:pt x="3004" y="3535"/>
                  </a:lnTo>
                  <a:lnTo>
                    <a:pt x="3031" y="3323"/>
                  </a:lnTo>
                  <a:lnTo>
                    <a:pt x="3084" y="3083"/>
                  </a:lnTo>
                  <a:lnTo>
                    <a:pt x="3164" y="2871"/>
                  </a:lnTo>
                  <a:lnTo>
                    <a:pt x="3270" y="2685"/>
                  </a:lnTo>
                  <a:lnTo>
                    <a:pt x="3376" y="2472"/>
                  </a:lnTo>
                  <a:lnTo>
                    <a:pt x="3536" y="2313"/>
                  </a:lnTo>
                  <a:lnTo>
                    <a:pt x="3669" y="2127"/>
                  </a:lnTo>
                  <a:lnTo>
                    <a:pt x="3828" y="1994"/>
                  </a:lnTo>
                  <a:lnTo>
                    <a:pt x="4014" y="1861"/>
                  </a:lnTo>
                  <a:lnTo>
                    <a:pt x="4200" y="1728"/>
                  </a:lnTo>
                  <a:lnTo>
                    <a:pt x="4413" y="1648"/>
                  </a:lnTo>
                  <a:lnTo>
                    <a:pt x="4626" y="1568"/>
                  </a:lnTo>
                  <a:lnTo>
                    <a:pt x="4838" y="1515"/>
                  </a:lnTo>
                  <a:lnTo>
                    <a:pt x="5077" y="1462"/>
                  </a:lnTo>
                  <a:lnTo>
                    <a:pt x="5556" y="1462"/>
                  </a:lnTo>
                  <a:lnTo>
                    <a:pt x="5795" y="1515"/>
                  </a:lnTo>
                  <a:lnTo>
                    <a:pt x="6008" y="1568"/>
                  </a:lnTo>
                  <a:lnTo>
                    <a:pt x="6220" y="1648"/>
                  </a:lnTo>
                  <a:lnTo>
                    <a:pt x="6433" y="1728"/>
                  </a:lnTo>
                  <a:lnTo>
                    <a:pt x="6619" y="1861"/>
                  </a:lnTo>
                  <a:lnTo>
                    <a:pt x="6805" y="1994"/>
                  </a:lnTo>
                  <a:lnTo>
                    <a:pt x="6965" y="2127"/>
                  </a:lnTo>
                  <a:lnTo>
                    <a:pt x="7124" y="2313"/>
                  </a:lnTo>
                  <a:lnTo>
                    <a:pt x="7257" y="2472"/>
                  </a:lnTo>
                  <a:lnTo>
                    <a:pt x="7363" y="2685"/>
                  </a:lnTo>
                  <a:lnTo>
                    <a:pt x="7470" y="2871"/>
                  </a:lnTo>
                  <a:lnTo>
                    <a:pt x="7550" y="3083"/>
                  </a:lnTo>
                  <a:lnTo>
                    <a:pt x="7603" y="3323"/>
                  </a:lnTo>
                  <a:lnTo>
                    <a:pt x="7629" y="3535"/>
                  </a:lnTo>
                  <a:lnTo>
                    <a:pt x="7629" y="3775"/>
                  </a:lnTo>
                  <a:lnTo>
                    <a:pt x="7629" y="4891"/>
                  </a:lnTo>
                  <a:lnTo>
                    <a:pt x="7629" y="4944"/>
                  </a:lnTo>
                  <a:lnTo>
                    <a:pt x="7629" y="7390"/>
                  </a:lnTo>
                  <a:lnTo>
                    <a:pt x="7656" y="7523"/>
                  </a:lnTo>
                  <a:lnTo>
                    <a:pt x="7709" y="7655"/>
                  </a:lnTo>
                  <a:lnTo>
                    <a:pt x="7762" y="7788"/>
                  </a:lnTo>
                  <a:lnTo>
                    <a:pt x="7842" y="7895"/>
                  </a:lnTo>
                  <a:lnTo>
                    <a:pt x="7948" y="7974"/>
                  </a:lnTo>
                  <a:lnTo>
                    <a:pt x="8081" y="8054"/>
                  </a:lnTo>
                  <a:lnTo>
                    <a:pt x="8214" y="8107"/>
                  </a:lnTo>
                  <a:lnTo>
                    <a:pt x="9171" y="8107"/>
                  </a:lnTo>
                  <a:lnTo>
                    <a:pt x="9331" y="8081"/>
                  </a:lnTo>
                  <a:lnTo>
                    <a:pt x="9490" y="8028"/>
                  </a:lnTo>
                  <a:lnTo>
                    <a:pt x="9649" y="7974"/>
                  </a:lnTo>
                  <a:lnTo>
                    <a:pt x="9915" y="7842"/>
                  </a:lnTo>
                  <a:lnTo>
                    <a:pt x="10155" y="7629"/>
                  </a:lnTo>
                  <a:lnTo>
                    <a:pt x="10367" y="7390"/>
                  </a:lnTo>
                  <a:lnTo>
                    <a:pt x="10500" y="7124"/>
                  </a:lnTo>
                  <a:lnTo>
                    <a:pt x="10553" y="6964"/>
                  </a:lnTo>
                  <a:lnTo>
                    <a:pt x="10606" y="6805"/>
                  </a:lnTo>
                  <a:lnTo>
                    <a:pt x="10633" y="6645"/>
                  </a:lnTo>
                  <a:lnTo>
                    <a:pt x="10633" y="6486"/>
                  </a:lnTo>
                  <a:lnTo>
                    <a:pt x="10633" y="6007"/>
                  </a:lnTo>
                  <a:lnTo>
                    <a:pt x="10606" y="5715"/>
                  </a:lnTo>
                  <a:lnTo>
                    <a:pt x="10527" y="5396"/>
                  </a:lnTo>
                  <a:lnTo>
                    <a:pt x="10394" y="5130"/>
                  </a:lnTo>
                  <a:lnTo>
                    <a:pt x="10208" y="4918"/>
                  </a:lnTo>
                  <a:lnTo>
                    <a:pt x="9968" y="4705"/>
                  </a:lnTo>
                  <a:lnTo>
                    <a:pt x="9703" y="4545"/>
                  </a:lnTo>
                  <a:lnTo>
                    <a:pt x="9437" y="4439"/>
                  </a:lnTo>
                  <a:lnTo>
                    <a:pt x="9118" y="4386"/>
                  </a:lnTo>
                  <a:lnTo>
                    <a:pt x="9118" y="3775"/>
                  </a:lnTo>
                  <a:lnTo>
                    <a:pt x="9091" y="3402"/>
                  </a:lnTo>
                  <a:lnTo>
                    <a:pt x="9038" y="3030"/>
                  </a:lnTo>
                  <a:lnTo>
                    <a:pt x="8932" y="2658"/>
                  </a:lnTo>
                  <a:lnTo>
                    <a:pt x="8799" y="2313"/>
                  </a:lnTo>
                  <a:lnTo>
                    <a:pt x="8639" y="1967"/>
                  </a:lnTo>
                  <a:lnTo>
                    <a:pt x="8453" y="1675"/>
                  </a:lnTo>
                  <a:lnTo>
                    <a:pt x="8241" y="1382"/>
                  </a:lnTo>
                  <a:lnTo>
                    <a:pt x="8001" y="1116"/>
                  </a:lnTo>
                  <a:lnTo>
                    <a:pt x="7736" y="877"/>
                  </a:lnTo>
                  <a:lnTo>
                    <a:pt x="7443" y="638"/>
                  </a:lnTo>
                  <a:lnTo>
                    <a:pt x="7124" y="452"/>
                  </a:lnTo>
                  <a:lnTo>
                    <a:pt x="6779" y="292"/>
                  </a:lnTo>
                  <a:lnTo>
                    <a:pt x="6433" y="186"/>
                  </a:lnTo>
                  <a:lnTo>
                    <a:pt x="6088" y="80"/>
                  </a:lnTo>
                  <a:lnTo>
                    <a:pt x="5715" y="27"/>
                  </a:lnTo>
                  <a:lnTo>
                    <a:pt x="531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 name="Google Shape;1469;p87"/>
            <p:cNvSpPr/>
            <p:nvPr/>
          </p:nvSpPr>
          <p:spPr>
            <a:xfrm>
              <a:off x="4098400" y="2918275"/>
              <a:ext cx="10000" cy="45225"/>
            </a:xfrm>
            <a:custGeom>
              <a:rect b="b" l="l" r="r" t="t"/>
              <a:pathLst>
                <a:path extrusionOk="0" h="1809" w="400">
                  <a:moveTo>
                    <a:pt x="186" y="1"/>
                  </a:moveTo>
                  <a:lnTo>
                    <a:pt x="107" y="27"/>
                  </a:lnTo>
                  <a:lnTo>
                    <a:pt x="53" y="54"/>
                  </a:lnTo>
                  <a:lnTo>
                    <a:pt x="0" y="134"/>
                  </a:lnTo>
                  <a:lnTo>
                    <a:pt x="0" y="213"/>
                  </a:lnTo>
                  <a:lnTo>
                    <a:pt x="0" y="1596"/>
                  </a:lnTo>
                  <a:lnTo>
                    <a:pt x="0" y="1675"/>
                  </a:lnTo>
                  <a:lnTo>
                    <a:pt x="53" y="1728"/>
                  </a:lnTo>
                  <a:lnTo>
                    <a:pt x="107" y="1782"/>
                  </a:lnTo>
                  <a:lnTo>
                    <a:pt x="186" y="1808"/>
                  </a:lnTo>
                  <a:lnTo>
                    <a:pt x="266" y="1782"/>
                  </a:lnTo>
                  <a:lnTo>
                    <a:pt x="346" y="1728"/>
                  </a:lnTo>
                  <a:lnTo>
                    <a:pt x="372" y="1675"/>
                  </a:lnTo>
                  <a:lnTo>
                    <a:pt x="399" y="1596"/>
                  </a:lnTo>
                  <a:lnTo>
                    <a:pt x="399" y="213"/>
                  </a:lnTo>
                  <a:lnTo>
                    <a:pt x="372" y="134"/>
                  </a:lnTo>
                  <a:lnTo>
                    <a:pt x="346" y="54"/>
                  </a:lnTo>
                  <a:lnTo>
                    <a:pt x="266" y="27"/>
                  </a:lnTo>
                  <a:lnTo>
                    <a:pt x="18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87"/>
            <p:cNvSpPr/>
            <p:nvPr/>
          </p:nvSpPr>
          <p:spPr>
            <a:xfrm>
              <a:off x="4274500" y="2918275"/>
              <a:ext cx="10000" cy="45225"/>
            </a:xfrm>
            <a:custGeom>
              <a:rect b="b" l="l" r="r" t="t"/>
              <a:pathLst>
                <a:path extrusionOk="0" h="1809" w="400">
                  <a:moveTo>
                    <a:pt x="213" y="1"/>
                  </a:moveTo>
                  <a:lnTo>
                    <a:pt x="133" y="27"/>
                  </a:lnTo>
                  <a:lnTo>
                    <a:pt x="54" y="54"/>
                  </a:lnTo>
                  <a:lnTo>
                    <a:pt x="27" y="134"/>
                  </a:lnTo>
                  <a:lnTo>
                    <a:pt x="0" y="213"/>
                  </a:lnTo>
                  <a:lnTo>
                    <a:pt x="0" y="1596"/>
                  </a:lnTo>
                  <a:lnTo>
                    <a:pt x="27" y="1675"/>
                  </a:lnTo>
                  <a:lnTo>
                    <a:pt x="54" y="1728"/>
                  </a:lnTo>
                  <a:lnTo>
                    <a:pt x="133" y="1782"/>
                  </a:lnTo>
                  <a:lnTo>
                    <a:pt x="213" y="1808"/>
                  </a:lnTo>
                  <a:lnTo>
                    <a:pt x="293" y="1782"/>
                  </a:lnTo>
                  <a:lnTo>
                    <a:pt x="346" y="1728"/>
                  </a:lnTo>
                  <a:lnTo>
                    <a:pt x="399" y="1675"/>
                  </a:lnTo>
                  <a:lnTo>
                    <a:pt x="399" y="1596"/>
                  </a:lnTo>
                  <a:lnTo>
                    <a:pt x="399" y="213"/>
                  </a:lnTo>
                  <a:lnTo>
                    <a:pt x="399" y="134"/>
                  </a:lnTo>
                  <a:lnTo>
                    <a:pt x="346" y="54"/>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71" name="Google Shape;1471;p87"/>
          <p:cNvGrpSpPr/>
          <p:nvPr/>
        </p:nvGrpSpPr>
        <p:grpSpPr>
          <a:xfrm>
            <a:off x="5600225" y="2744114"/>
            <a:ext cx="313232" cy="241811"/>
            <a:chOff x="4804800" y="2770750"/>
            <a:chExt cx="303050" cy="233950"/>
          </a:xfrm>
        </p:grpSpPr>
        <p:sp>
          <p:nvSpPr>
            <p:cNvPr id="1472" name="Google Shape;1472;p87"/>
            <p:cNvSpPr/>
            <p:nvPr/>
          </p:nvSpPr>
          <p:spPr>
            <a:xfrm>
              <a:off x="4851975" y="2770750"/>
              <a:ext cx="45225" cy="44550"/>
            </a:xfrm>
            <a:custGeom>
              <a:rect b="b" l="l" r="r" t="t"/>
              <a:pathLst>
                <a:path extrusionOk="0" h="1782" w="1809">
                  <a:moveTo>
                    <a:pt x="213" y="1"/>
                  </a:moveTo>
                  <a:lnTo>
                    <a:pt x="160" y="27"/>
                  </a:lnTo>
                  <a:lnTo>
                    <a:pt x="107" y="80"/>
                  </a:lnTo>
                  <a:lnTo>
                    <a:pt x="80" y="160"/>
                  </a:lnTo>
                  <a:lnTo>
                    <a:pt x="80" y="240"/>
                  </a:lnTo>
                  <a:lnTo>
                    <a:pt x="107" y="320"/>
                  </a:lnTo>
                  <a:lnTo>
                    <a:pt x="187" y="373"/>
                  </a:lnTo>
                  <a:lnTo>
                    <a:pt x="240" y="399"/>
                  </a:lnTo>
                  <a:lnTo>
                    <a:pt x="1064" y="506"/>
                  </a:lnTo>
                  <a:lnTo>
                    <a:pt x="80" y="1250"/>
                  </a:lnTo>
                  <a:lnTo>
                    <a:pt x="27" y="1303"/>
                  </a:lnTo>
                  <a:lnTo>
                    <a:pt x="1" y="1356"/>
                  </a:lnTo>
                  <a:lnTo>
                    <a:pt x="1" y="1409"/>
                  </a:lnTo>
                  <a:lnTo>
                    <a:pt x="1" y="1463"/>
                  </a:lnTo>
                  <a:lnTo>
                    <a:pt x="27" y="1516"/>
                  </a:lnTo>
                  <a:lnTo>
                    <a:pt x="54" y="1569"/>
                  </a:lnTo>
                  <a:lnTo>
                    <a:pt x="107" y="1596"/>
                  </a:lnTo>
                  <a:lnTo>
                    <a:pt x="160" y="1622"/>
                  </a:lnTo>
                  <a:lnTo>
                    <a:pt x="1569" y="1782"/>
                  </a:lnTo>
                  <a:lnTo>
                    <a:pt x="1675" y="1782"/>
                  </a:lnTo>
                  <a:lnTo>
                    <a:pt x="1728" y="1728"/>
                  </a:lnTo>
                  <a:lnTo>
                    <a:pt x="1782" y="1675"/>
                  </a:lnTo>
                  <a:lnTo>
                    <a:pt x="1808" y="1596"/>
                  </a:lnTo>
                  <a:lnTo>
                    <a:pt x="1782" y="1516"/>
                  </a:lnTo>
                  <a:lnTo>
                    <a:pt x="1755" y="1463"/>
                  </a:lnTo>
                  <a:lnTo>
                    <a:pt x="1702" y="1409"/>
                  </a:lnTo>
                  <a:lnTo>
                    <a:pt x="1622" y="1383"/>
                  </a:lnTo>
                  <a:lnTo>
                    <a:pt x="692" y="1277"/>
                  </a:lnTo>
                  <a:lnTo>
                    <a:pt x="1702" y="532"/>
                  </a:lnTo>
                  <a:lnTo>
                    <a:pt x="1728" y="479"/>
                  </a:lnTo>
                  <a:lnTo>
                    <a:pt x="1755" y="426"/>
                  </a:lnTo>
                  <a:lnTo>
                    <a:pt x="1782" y="373"/>
                  </a:lnTo>
                  <a:lnTo>
                    <a:pt x="1755" y="320"/>
                  </a:lnTo>
                  <a:lnTo>
                    <a:pt x="1728" y="266"/>
                  </a:lnTo>
                  <a:lnTo>
                    <a:pt x="1702" y="213"/>
                  </a:lnTo>
                  <a:lnTo>
                    <a:pt x="1649" y="187"/>
                  </a:lnTo>
                  <a:lnTo>
                    <a:pt x="1596" y="160"/>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3" name="Google Shape;1473;p87"/>
            <p:cNvSpPr/>
            <p:nvPr/>
          </p:nvSpPr>
          <p:spPr>
            <a:xfrm>
              <a:off x="4909800" y="2798000"/>
              <a:ext cx="41225" cy="39900"/>
            </a:xfrm>
            <a:custGeom>
              <a:rect b="b" l="l" r="r" t="t"/>
              <a:pathLst>
                <a:path extrusionOk="0" h="1596" w="1649">
                  <a:moveTo>
                    <a:pt x="239" y="0"/>
                  </a:moveTo>
                  <a:lnTo>
                    <a:pt x="160" y="27"/>
                  </a:lnTo>
                  <a:lnTo>
                    <a:pt x="107" y="80"/>
                  </a:lnTo>
                  <a:lnTo>
                    <a:pt x="80" y="160"/>
                  </a:lnTo>
                  <a:lnTo>
                    <a:pt x="80" y="240"/>
                  </a:lnTo>
                  <a:lnTo>
                    <a:pt x="133" y="319"/>
                  </a:lnTo>
                  <a:lnTo>
                    <a:pt x="186" y="373"/>
                  </a:lnTo>
                  <a:lnTo>
                    <a:pt x="266" y="373"/>
                  </a:lnTo>
                  <a:lnTo>
                    <a:pt x="904" y="479"/>
                  </a:lnTo>
                  <a:lnTo>
                    <a:pt x="80" y="1090"/>
                  </a:lnTo>
                  <a:lnTo>
                    <a:pt x="53" y="1143"/>
                  </a:lnTo>
                  <a:lnTo>
                    <a:pt x="27" y="1197"/>
                  </a:lnTo>
                  <a:lnTo>
                    <a:pt x="0" y="1250"/>
                  </a:lnTo>
                  <a:lnTo>
                    <a:pt x="27" y="1303"/>
                  </a:lnTo>
                  <a:lnTo>
                    <a:pt x="53" y="1356"/>
                  </a:lnTo>
                  <a:lnTo>
                    <a:pt x="80" y="1409"/>
                  </a:lnTo>
                  <a:lnTo>
                    <a:pt x="133" y="1436"/>
                  </a:lnTo>
                  <a:lnTo>
                    <a:pt x="186" y="1436"/>
                  </a:lnTo>
                  <a:lnTo>
                    <a:pt x="1409" y="1595"/>
                  </a:lnTo>
                  <a:lnTo>
                    <a:pt x="1515" y="1595"/>
                  </a:lnTo>
                  <a:lnTo>
                    <a:pt x="1569" y="1542"/>
                  </a:lnTo>
                  <a:lnTo>
                    <a:pt x="1622" y="1489"/>
                  </a:lnTo>
                  <a:lnTo>
                    <a:pt x="1648" y="1409"/>
                  </a:lnTo>
                  <a:lnTo>
                    <a:pt x="1622" y="1330"/>
                  </a:lnTo>
                  <a:lnTo>
                    <a:pt x="1595" y="1276"/>
                  </a:lnTo>
                  <a:lnTo>
                    <a:pt x="1542" y="1223"/>
                  </a:lnTo>
                  <a:lnTo>
                    <a:pt x="1462" y="1197"/>
                  </a:lnTo>
                  <a:lnTo>
                    <a:pt x="718" y="1117"/>
                  </a:lnTo>
                  <a:lnTo>
                    <a:pt x="1542" y="506"/>
                  </a:lnTo>
                  <a:lnTo>
                    <a:pt x="1569" y="452"/>
                  </a:lnTo>
                  <a:lnTo>
                    <a:pt x="1595" y="399"/>
                  </a:lnTo>
                  <a:lnTo>
                    <a:pt x="1622" y="346"/>
                  </a:lnTo>
                  <a:lnTo>
                    <a:pt x="1595" y="293"/>
                  </a:lnTo>
                  <a:lnTo>
                    <a:pt x="1569" y="240"/>
                  </a:lnTo>
                  <a:lnTo>
                    <a:pt x="1542" y="187"/>
                  </a:lnTo>
                  <a:lnTo>
                    <a:pt x="1489" y="160"/>
                  </a:lnTo>
                  <a:lnTo>
                    <a:pt x="1436" y="133"/>
                  </a:lnTo>
                  <a:lnTo>
                    <a:pt x="31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4" name="Google Shape;1474;p87"/>
            <p:cNvSpPr/>
            <p:nvPr/>
          </p:nvSpPr>
          <p:spPr>
            <a:xfrm>
              <a:off x="4804800" y="2782725"/>
              <a:ext cx="303050" cy="221975"/>
            </a:xfrm>
            <a:custGeom>
              <a:rect b="b" l="l" r="r" t="t"/>
              <a:pathLst>
                <a:path extrusionOk="0" h="8879" w="12122">
                  <a:moveTo>
                    <a:pt x="10234" y="665"/>
                  </a:moveTo>
                  <a:lnTo>
                    <a:pt x="10553" y="930"/>
                  </a:lnTo>
                  <a:lnTo>
                    <a:pt x="10872" y="1249"/>
                  </a:lnTo>
                  <a:lnTo>
                    <a:pt x="11111" y="1568"/>
                  </a:lnTo>
                  <a:lnTo>
                    <a:pt x="11324" y="1941"/>
                  </a:lnTo>
                  <a:lnTo>
                    <a:pt x="11510" y="2313"/>
                  </a:lnTo>
                  <a:lnTo>
                    <a:pt x="11616" y="2738"/>
                  </a:lnTo>
                  <a:lnTo>
                    <a:pt x="11696" y="3137"/>
                  </a:lnTo>
                  <a:lnTo>
                    <a:pt x="11723" y="3589"/>
                  </a:lnTo>
                  <a:lnTo>
                    <a:pt x="11696" y="3987"/>
                  </a:lnTo>
                  <a:lnTo>
                    <a:pt x="11643" y="4386"/>
                  </a:lnTo>
                  <a:lnTo>
                    <a:pt x="11510" y="4785"/>
                  </a:lnTo>
                  <a:lnTo>
                    <a:pt x="11377" y="5157"/>
                  </a:lnTo>
                  <a:lnTo>
                    <a:pt x="11165" y="5502"/>
                  </a:lnTo>
                  <a:lnTo>
                    <a:pt x="10925" y="5821"/>
                  </a:lnTo>
                  <a:lnTo>
                    <a:pt x="10659" y="6114"/>
                  </a:lnTo>
                  <a:lnTo>
                    <a:pt x="10367" y="6406"/>
                  </a:lnTo>
                  <a:lnTo>
                    <a:pt x="10314" y="6380"/>
                  </a:lnTo>
                  <a:lnTo>
                    <a:pt x="10287" y="6353"/>
                  </a:lnTo>
                  <a:lnTo>
                    <a:pt x="10208" y="6300"/>
                  </a:lnTo>
                  <a:lnTo>
                    <a:pt x="10101" y="6247"/>
                  </a:lnTo>
                  <a:lnTo>
                    <a:pt x="10075" y="6247"/>
                  </a:lnTo>
                  <a:lnTo>
                    <a:pt x="9995" y="6220"/>
                  </a:lnTo>
                  <a:lnTo>
                    <a:pt x="9968" y="6220"/>
                  </a:lnTo>
                  <a:lnTo>
                    <a:pt x="9889" y="6194"/>
                  </a:lnTo>
                  <a:lnTo>
                    <a:pt x="9862" y="6194"/>
                  </a:lnTo>
                  <a:lnTo>
                    <a:pt x="9782" y="6167"/>
                  </a:lnTo>
                  <a:lnTo>
                    <a:pt x="9623" y="6167"/>
                  </a:lnTo>
                  <a:lnTo>
                    <a:pt x="9570" y="5981"/>
                  </a:lnTo>
                  <a:lnTo>
                    <a:pt x="9516" y="5901"/>
                  </a:lnTo>
                  <a:lnTo>
                    <a:pt x="9463" y="5795"/>
                  </a:lnTo>
                  <a:lnTo>
                    <a:pt x="9410" y="5742"/>
                  </a:lnTo>
                  <a:lnTo>
                    <a:pt x="9330" y="5609"/>
                  </a:lnTo>
                  <a:lnTo>
                    <a:pt x="9304" y="5556"/>
                  </a:lnTo>
                  <a:lnTo>
                    <a:pt x="9171" y="5423"/>
                  </a:lnTo>
                  <a:lnTo>
                    <a:pt x="9144" y="5396"/>
                  </a:lnTo>
                  <a:lnTo>
                    <a:pt x="9038" y="5290"/>
                  </a:lnTo>
                  <a:lnTo>
                    <a:pt x="8985" y="5237"/>
                  </a:lnTo>
                  <a:lnTo>
                    <a:pt x="8852" y="5157"/>
                  </a:lnTo>
                  <a:lnTo>
                    <a:pt x="8799" y="5104"/>
                  </a:lnTo>
                  <a:lnTo>
                    <a:pt x="8772" y="5077"/>
                  </a:lnTo>
                  <a:lnTo>
                    <a:pt x="9144" y="4785"/>
                  </a:lnTo>
                  <a:lnTo>
                    <a:pt x="9463" y="4439"/>
                  </a:lnTo>
                  <a:lnTo>
                    <a:pt x="9729" y="4067"/>
                  </a:lnTo>
                  <a:lnTo>
                    <a:pt x="9968" y="3668"/>
                  </a:lnTo>
                  <a:lnTo>
                    <a:pt x="10154" y="3243"/>
                  </a:lnTo>
                  <a:lnTo>
                    <a:pt x="10287" y="2791"/>
                  </a:lnTo>
                  <a:lnTo>
                    <a:pt x="10394" y="2339"/>
                  </a:lnTo>
                  <a:lnTo>
                    <a:pt x="10420" y="1861"/>
                  </a:lnTo>
                  <a:lnTo>
                    <a:pt x="10394" y="1568"/>
                  </a:lnTo>
                  <a:lnTo>
                    <a:pt x="10367" y="1249"/>
                  </a:lnTo>
                  <a:lnTo>
                    <a:pt x="10314" y="957"/>
                  </a:lnTo>
                  <a:lnTo>
                    <a:pt x="10234" y="665"/>
                  </a:lnTo>
                  <a:close/>
                  <a:moveTo>
                    <a:pt x="4785" y="3403"/>
                  </a:moveTo>
                  <a:lnTo>
                    <a:pt x="5184" y="3456"/>
                  </a:lnTo>
                  <a:lnTo>
                    <a:pt x="5556" y="3535"/>
                  </a:lnTo>
                  <a:lnTo>
                    <a:pt x="5928" y="3695"/>
                  </a:lnTo>
                  <a:lnTo>
                    <a:pt x="6247" y="3881"/>
                  </a:lnTo>
                  <a:lnTo>
                    <a:pt x="6539" y="4120"/>
                  </a:lnTo>
                  <a:lnTo>
                    <a:pt x="6805" y="4413"/>
                  </a:lnTo>
                  <a:lnTo>
                    <a:pt x="6991" y="4732"/>
                  </a:lnTo>
                  <a:lnTo>
                    <a:pt x="7151" y="5104"/>
                  </a:lnTo>
                  <a:lnTo>
                    <a:pt x="7204" y="5157"/>
                  </a:lnTo>
                  <a:lnTo>
                    <a:pt x="7257" y="5210"/>
                  </a:lnTo>
                  <a:lnTo>
                    <a:pt x="7310" y="5237"/>
                  </a:lnTo>
                  <a:lnTo>
                    <a:pt x="7390" y="5237"/>
                  </a:lnTo>
                  <a:lnTo>
                    <a:pt x="7549" y="5210"/>
                  </a:lnTo>
                  <a:lnTo>
                    <a:pt x="7709" y="5183"/>
                  </a:lnTo>
                  <a:lnTo>
                    <a:pt x="8001" y="5210"/>
                  </a:lnTo>
                  <a:lnTo>
                    <a:pt x="8294" y="5290"/>
                  </a:lnTo>
                  <a:lnTo>
                    <a:pt x="8480" y="5396"/>
                  </a:lnTo>
                  <a:lnTo>
                    <a:pt x="8639" y="5476"/>
                  </a:lnTo>
                  <a:lnTo>
                    <a:pt x="8799" y="5609"/>
                  </a:lnTo>
                  <a:lnTo>
                    <a:pt x="8932" y="5742"/>
                  </a:lnTo>
                  <a:lnTo>
                    <a:pt x="9038" y="5875"/>
                  </a:lnTo>
                  <a:lnTo>
                    <a:pt x="9144" y="6061"/>
                  </a:lnTo>
                  <a:lnTo>
                    <a:pt x="9224" y="6220"/>
                  </a:lnTo>
                  <a:lnTo>
                    <a:pt x="9304" y="6406"/>
                  </a:lnTo>
                  <a:lnTo>
                    <a:pt x="9330" y="6486"/>
                  </a:lnTo>
                  <a:lnTo>
                    <a:pt x="9384" y="6513"/>
                  </a:lnTo>
                  <a:lnTo>
                    <a:pt x="9437" y="6566"/>
                  </a:lnTo>
                  <a:lnTo>
                    <a:pt x="9676" y="6566"/>
                  </a:lnTo>
                  <a:lnTo>
                    <a:pt x="9862" y="6592"/>
                  </a:lnTo>
                  <a:lnTo>
                    <a:pt x="10022" y="6672"/>
                  </a:lnTo>
                  <a:lnTo>
                    <a:pt x="10181" y="6752"/>
                  </a:lnTo>
                  <a:lnTo>
                    <a:pt x="10287" y="6858"/>
                  </a:lnTo>
                  <a:lnTo>
                    <a:pt x="10394" y="7018"/>
                  </a:lnTo>
                  <a:lnTo>
                    <a:pt x="10473" y="7150"/>
                  </a:lnTo>
                  <a:lnTo>
                    <a:pt x="10527" y="7337"/>
                  </a:lnTo>
                  <a:lnTo>
                    <a:pt x="10553" y="7523"/>
                  </a:lnTo>
                  <a:lnTo>
                    <a:pt x="10527" y="7709"/>
                  </a:lnTo>
                  <a:lnTo>
                    <a:pt x="10473" y="7895"/>
                  </a:lnTo>
                  <a:lnTo>
                    <a:pt x="10394" y="8054"/>
                  </a:lnTo>
                  <a:lnTo>
                    <a:pt x="10261" y="8187"/>
                  </a:lnTo>
                  <a:lnTo>
                    <a:pt x="10128" y="8293"/>
                  </a:lnTo>
                  <a:lnTo>
                    <a:pt x="9968" y="8400"/>
                  </a:lnTo>
                  <a:lnTo>
                    <a:pt x="9782" y="8453"/>
                  </a:lnTo>
                  <a:lnTo>
                    <a:pt x="9596" y="8480"/>
                  </a:lnTo>
                  <a:lnTo>
                    <a:pt x="2047" y="8480"/>
                  </a:lnTo>
                  <a:lnTo>
                    <a:pt x="1834" y="8453"/>
                  </a:lnTo>
                  <a:lnTo>
                    <a:pt x="1622" y="8426"/>
                  </a:lnTo>
                  <a:lnTo>
                    <a:pt x="1409" y="8347"/>
                  </a:lnTo>
                  <a:lnTo>
                    <a:pt x="1223" y="8267"/>
                  </a:lnTo>
                  <a:lnTo>
                    <a:pt x="1064" y="8134"/>
                  </a:lnTo>
                  <a:lnTo>
                    <a:pt x="878" y="8001"/>
                  </a:lnTo>
                  <a:lnTo>
                    <a:pt x="745" y="7842"/>
                  </a:lnTo>
                  <a:lnTo>
                    <a:pt x="612" y="7656"/>
                  </a:lnTo>
                  <a:lnTo>
                    <a:pt x="532" y="7469"/>
                  </a:lnTo>
                  <a:lnTo>
                    <a:pt x="452" y="7257"/>
                  </a:lnTo>
                  <a:lnTo>
                    <a:pt x="426" y="7044"/>
                  </a:lnTo>
                  <a:lnTo>
                    <a:pt x="399" y="6832"/>
                  </a:lnTo>
                  <a:lnTo>
                    <a:pt x="426" y="6619"/>
                  </a:lnTo>
                  <a:lnTo>
                    <a:pt x="452" y="6406"/>
                  </a:lnTo>
                  <a:lnTo>
                    <a:pt x="532" y="6194"/>
                  </a:lnTo>
                  <a:lnTo>
                    <a:pt x="612" y="6007"/>
                  </a:lnTo>
                  <a:lnTo>
                    <a:pt x="745" y="5821"/>
                  </a:lnTo>
                  <a:lnTo>
                    <a:pt x="878" y="5662"/>
                  </a:lnTo>
                  <a:lnTo>
                    <a:pt x="1064" y="5529"/>
                  </a:lnTo>
                  <a:lnTo>
                    <a:pt x="1223" y="5423"/>
                  </a:lnTo>
                  <a:lnTo>
                    <a:pt x="1409" y="5316"/>
                  </a:lnTo>
                  <a:lnTo>
                    <a:pt x="1622" y="5263"/>
                  </a:lnTo>
                  <a:lnTo>
                    <a:pt x="1834" y="5210"/>
                  </a:lnTo>
                  <a:lnTo>
                    <a:pt x="2047" y="5183"/>
                  </a:lnTo>
                  <a:lnTo>
                    <a:pt x="2207" y="5210"/>
                  </a:lnTo>
                  <a:lnTo>
                    <a:pt x="2260" y="5210"/>
                  </a:lnTo>
                  <a:lnTo>
                    <a:pt x="2340" y="5183"/>
                  </a:lnTo>
                  <a:lnTo>
                    <a:pt x="2366" y="5130"/>
                  </a:lnTo>
                  <a:lnTo>
                    <a:pt x="2419" y="5077"/>
                  </a:lnTo>
                  <a:lnTo>
                    <a:pt x="2579" y="4705"/>
                  </a:lnTo>
                  <a:lnTo>
                    <a:pt x="2791" y="4386"/>
                  </a:lnTo>
                  <a:lnTo>
                    <a:pt x="3031" y="4120"/>
                  </a:lnTo>
                  <a:lnTo>
                    <a:pt x="3350" y="3854"/>
                  </a:lnTo>
                  <a:lnTo>
                    <a:pt x="3669" y="3668"/>
                  </a:lnTo>
                  <a:lnTo>
                    <a:pt x="4014" y="3535"/>
                  </a:lnTo>
                  <a:lnTo>
                    <a:pt x="4413" y="3456"/>
                  </a:lnTo>
                  <a:lnTo>
                    <a:pt x="4785" y="3403"/>
                  </a:lnTo>
                  <a:close/>
                  <a:moveTo>
                    <a:pt x="9729" y="0"/>
                  </a:moveTo>
                  <a:lnTo>
                    <a:pt x="9676" y="53"/>
                  </a:lnTo>
                  <a:lnTo>
                    <a:pt x="9649" y="106"/>
                  </a:lnTo>
                  <a:lnTo>
                    <a:pt x="9623" y="160"/>
                  </a:lnTo>
                  <a:lnTo>
                    <a:pt x="9623" y="213"/>
                  </a:lnTo>
                  <a:lnTo>
                    <a:pt x="9649" y="266"/>
                  </a:lnTo>
                  <a:lnTo>
                    <a:pt x="9809" y="665"/>
                  </a:lnTo>
                  <a:lnTo>
                    <a:pt x="9915" y="1037"/>
                  </a:lnTo>
                  <a:lnTo>
                    <a:pt x="9995" y="1462"/>
                  </a:lnTo>
                  <a:lnTo>
                    <a:pt x="10022" y="1861"/>
                  </a:lnTo>
                  <a:lnTo>
                    <a:pt x="9968" y="2313"/>
                  </a:lnTo>
                  <a:lnTo>
                    <a:pt x="9889" y="2765"/>
                  </a:lnTo>
                  <a:lnTo>
                    <a:pt x="9756" y="3190"/>
                  </a:lnTo>
                  <a:lnTo>
                    <a:pt x="9570" y="3589"/>
                  </a:lnTo>
                  <a:lnTo>
                    <a:pt x="9330" y="3961"/>
                  </a:lnTo>
                  <a:lnTo>
                    <a:pt x="9038" y="4306"/>
                  </a:lnTo>
                  <a:lnTo>
                    <a:pt x="8719" y="4625"/>
                  </a:lnTo>
                  <a:lnTo>
                    <a:pt x="8347" y="4891"/>
                  </a:lnTo>
                  <a:lnTo>
                    <a:pt x="8028" y="4811"/>
                  </a:lnTo>
                  <a:lnTo>
                    <a:pt x="7709" y="4785"/>
                  </a:lnTo>
                  <a:lnTo>
                    <a:pt x="7470" y="4811"/>
                  </a:lnTo>
                  <a:lnTo>
                    <a:pt x="7390" y="4599"/>
                  </a:lnTo>
                  <a:lnTo>
                    <a:pt x="7284" y="4413"/>
                  </a:lnTo>
                  <a:lnTo>
                    <a:pt x="7044" y="4067"/>
                  </a:lnTo>
                  <a:lnTo>
                    <a:pt x="6725" y="3775"/>
                  </a:lnTo>
                  <a:lnTo>
                    <a:pt x="6406" y="3509"/>
                  </a:lnTo>
                  <a:lnTo>
                    <a:pt x="6034" y="3296"/>
                  </a:lnTo>
                  <a:lnTo>
                    <a:pt x="5636" y="3137"/>
                  </a:lnTo>
                  <a:lnTo>
                    <a:pt x="5210" y="3057"/>
                  </a:lnTo>
                  <a:lnTo>
                    <a:pt x="4998" y="3030"/>
                  </a:lnTo>
                  <a:lnTo>
                    <a:pt x="4785" y="3004"/>
                  </a:lnTo>
                  <a:lnTo>
                    <a:pt x="4572" y="3030"/>
                  </a:lnTo>
                  <a:lnTo>
                    <a:pt x="4360" y="3057"/>
                  </a:lnTo>
                  <a:lnTo>
                    <a:pt x="3934" y="3137"/>
                  </a:lnTo>
                  <a:lnTo>
                    <a:pt x="3536" y="3296"/>
                  </a:lnTo>
                  <a:lnTo>
                    <a:pt x="3164" y="3509"/>
                  </a:lnTo>
                  <a:lnTo>
                    <a:pt x="2845" y="3748"/>
                  </a:lnTo>
                  <a:lnTo>
                    <a:pt x="2552" y="4067"/>
                  </a:lnTo>
                  <a:lnTo>
                    <a:pt x="2286" y="4413"/>
                  </a:lnTo>
                  <a:lnTo>
                    <a:pt x="2180" y="4599"/>
                  </a:lnTo>
                  <a:lnTo>
                    <a:pt x="2100" y="4785"/>
                  </a:lnTo>
                  <a:lnTo>
                    <a:pt x="2047" y="4785"/>
                  </a:lnTo>
                  <a:lnTo>
                    <a:pt x="1781" y="4811"/>
                  </a:lnTo>
                  <a:lnTo>
                    <a:pt x="1515" y="4864"/>
                  </a:lnTo>
                  <a:lnTo>
                    <a:pt x="1276" y="4944"/>
                  </a:lnTo>
                  <a:lnTo>
                    <a:pt x="1037" y="5077"/>
                  </a:lnTo>
                  <a:lnTo>
                    <a:pt x="798" y="5210"/>
                  </a:lnTo>
                  <a:lnTo>
                    <a:pt x="612" y="5396"/>
                  </a:lnTo>
                  <a:lnTo>
                    <a:pt x="426" y="5582"/>
                  </a:lnTo>
                  <a:lnTo>
                    <a:pt x="266" y="5821"/>
                  </a:lnTo>
                  <a:lnTo>
                    <a:pt x="160" y="6061"/>
                  </a:lnTo>
                  <a:lnTo>
                    <a:pt x="80" y="6300"/>
                  </a:lnTo>
                  <a:lnTo>
                    <a:pt x="27" y="6566"/>
                  </a:lnTo>
                  <a:lnTo>
                    <a:pt x="0" y="6832"/>
                  </a:lnTo>
                  <a:lnTo>
                    <a:pt x="27" y="7097"/>
                  </a:lnTo>
                  <a:lnTo>
                    <a:pt x="80" y="7363"/>
                  </a:lnTo>
                  <a:lnTo>
                    <a:pt x="160" y="7602"/>
                  </a:lnTo>
                  <a:lnTo>
                    <a:pt x="266" y="7868"/>
                  </a:lnTo>
                  <a:lnTo>
                    <a:pt x="426" y="8081"/>
                  </a:lnTo>
                  <a:lnTo>
                    <a:pt x="612" y="8293"/>
                  </a:lnTo>
                  <a:lnTo>
                    <a:pt x="798" y="8453"/>
                  </a:lnTo>
                  <a:lnTo>
                    <a:pt x="1037" y="8612"/>
                  </a:lnTo>
                  <a:lnTo>
                    <a:pt x="1276" y="8719"/>
                  </a:lnTo>
                  <a:lnTo>
                    <a:pt x="1515" y="8799"/>
                  </a:lnTo>
                  <a:lnTo>
                    <a:pt x="1781" y="8852"/>
                  </a:lnTo>
                  <a:lnTo>
                    <a:pt x="2047" y="8878"/>
                  </a:lnTo>
                  <a:lnTo>
                    <a:pt x="9596" y="8878"/>
                  </a:lnTo>
                  <a:lnTo>
                    <a:pt x="9782" y="8852"/>
                  </a:lnTo>
                  <a:lnTo>
                    <a:pt x="9968" y="8825"/>
                  </a:lnTo>
                  <a:lnTo>
                    <a:pt x="10154" y="8745"/>
                  </a:lnTo>
                  <a:lnTo>
                    <a:pt x="10314" y="8666"/>
                  </a:lnTo>
                  <a:lnTo>
                    <a:pt x="10473" y="8559"/>
                  </a:lnTo>
                  <a:lnTo>
                    <a:pt x="10606" y="8426"/>
                  </a:lnTo>
                  <a:lnTo>
                    <a:pt x="10713" y="8267"/>
                  </a:lnTo>
                  <a:lnTo>
                    <a:pt x="10819" y="8107"/>
                  </a:lnTo>
                  <a:lnTo>
                    <a:pt x="10872" y="7921"/>
                  </a:lnTo>
                  <a:lnTo>
                    <a:pt x="10925" y="7735"/>
                  </a:lnTo>
                  <a:lnTo>
                    <a:pt x="10952" y="7549"/>
                  </a:lnTo>
                  <a:lnTo>
                    <a:pt x="10952" y="7363"/>
                  </a:lnTo>
                  <a:lnTo>
                    <a:pt x="10899" y="7177"/>
                  </a:lnTo>
                  <a:lnTo>
                    <a:pt x="10846" y="7018"/>
                  </a:lnTo>
                  <a:lnTo>
                    <a:pt x="10766" y="6832"/>
                  </a:lnTo>
                  <a:lnTo>
                    <a:pt x="10659" y="6672"/>
                  </a:lnTo>
                  <a:lnTo>
                    <a:pt x="10978" y="6380"/>
                  </a:lnTo>
                  <a:lnTo>
                    <a:pt x="11271" y="6034"/>
                  </a:lnTo>
                  <a:lnTo>
                    <a:pt x="11537" y="5689"/>
                  </a:lnTo>
                  <a:lnTo>
                    <a:pt x="11749" y="5290"/>
                  </a:lnTo>
                  <a:lnTo>
                    <a:pt x="11909" y="4891"/>
                  </a:lnTo>
                  <a:lnTo>
                    <a:pt x="12042" y="4466"/>
                  </a:lnTo>
                  <a:lnTo>
                    <a:pt x="12095" y="4014"/>
                  </a:lnTo>
                  <a:lnTo>
                    <a:pt x="12121" y="3589"/>
                  </a:lnTo>
                  <a:lnTo>
                    <a:pt x="12121" y="3296"/>
                  </a:lnTo>
                  <a:lnTo>
                    <a:pt x="12095" y="3030"/>
                  </a:lnTo>
                  <a:lnTo>
                    <a:pt x="12042" y="2738"/>
                  </a:lnTo>
                  <a:lnTo>
                    <a:pt x="11989" y="2472"/>
                  </a:lnTo>
                  <a:lnTo>
                    <a:pt x="11882" y="2206"/>
                  </a:lnTo>
                  <a:lnTo>
                    <a:pt x="11776" y="1967"/>
                  </a:lnTo>
                  <a:lnTo>
                    <a:pt x="11670" y="1701"/>
                  </a:lnTo>
                  <a:lnTo>
                    <a:pt x="11537" y="1462"/>
                  </a:lnTo>
                  <a:lnTo>
                    <a:pt x="11377" y="1249"/>
                  </a:lnTo>
                  <a:lnTo>
                    <a:pt x="11218" y="1037"/>
                  </a:lnTo>
                  <a:lnTo>
                    <a:pt x="11032" y="824"/>
                  </a:lnTo>
                  <a:lnTo>
                    <a:pt x="10819" y="638"/>
                  </a:lnTo>
                  <a:lnTo>
                    <a:pt x="10633" y="452"/>
                  </a:lnTo>
                  <a:lnTo>
                    <a:pt x="10394" y="292"/>
                  </a:lnTo>
                  <a:lnTo>
                    <a:pt x="10154" y="133"/>
                  </a:lnTo>
                  <a:lnTo>
                    <a:pt x="99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5" name="Google Shape;1475;p87"/>
            <p:cNvSpPr/>
            <p:nvPr/>
          </p:nvSpPr>
          <p:spPr>
            <a:xfrm>
              <a:off x="4960300" y="2796000"/>
              <a:ext cx="70475" cy="68475"/>
            </a:xfrm>
            <a:custGeom>
              <a:rect b="b" l="l" r="r" t="t"/>
              <a:pathLst>
                <a:path extrusionOk="0" h="2739" w="2819">
                  <a:moveTo>
                    <a:pt x="1409" y="665"/>
                  </a:moveTo>
                  <a:lnTo>
                    <a:pt x="1595" y="1064"/>
                  </a:lnTo>
                  <a:lnTo>
                    <a:pt x="1675" y="1144"/>
                  </a:lnTo>
                  <a:lnTo>
                    <a:pt x="1755" y="1170"/>
                  </a:lnTo>
                  <a:lnTo>
                    <a:pt x="2207" y="1250"/>
                  </a:lnTo>
                  <a:lnTo>
                    <a:pt x="1888" y="1542"/>
                  </a:lnTo>
                  <a:lnTo>
                    <a:pt x="1835" y="1622"/>
                  </a:lnTo>
                  <a:lnTo>
                    <a:pt x="1808" y="1729"/>
                  </a:lnTo>
                  <a:lnTo>
                    <a:pt x="1888" y="2154"/>
                  </a:lnTo>
                  <a:lnTo>
                    <a:pt x="1489" y="1968"/>
                  </a:lnTo>
                  <a:lnTo>
                    <a:pt x="1409" y="1941"/>
                  </a:lnTo>
                  <a:lnTo>
                    <a:pt x="1303" y="1968"/>
                  </a:lnTo>
                  <a:lnTo>
                    <a:pt x="931" y="2154"/>
                  </a:lnTo>
                  <a:lnTo>
                    <a:pt x="984" y="1729"/>
                  </a:lnTo>
                  <a:lnTo>
                    <a:pt x="984" y="1622"/>
                  </a:lnTo>
                  <a:lnTo>
                    <a:pt x="931" y="1542"/>
                  </a:lnTo>
                  <a:lnTo>
                    <a:pt x="612" y="1250"/>
                  </a:lnTo>
                  <a:lnTo>
                    <a:pt x="1064" y="1170"/>
                  </a:lnTo>
                  <a:lnTo>
                    <a:pt x="1143" y="1144"/>
                  </a:lnTo>
                  <a:lnTo>
                    <a:pt x="1223" y="1064"/>
                  </a:lnTo>
                  <a:lnTo>
                    <a:pt x="1409" y="665"/>
                  </a:lnTo>
                  <a:close/>
                  <a:moveTo>
                    <a:pt x="1409" y="1"/>
                  </a:moveTo>
                  <a:lnTo>
                    <a:pt x="1303" y="54"/>
                  </a:lnTo>
                  <a:lnTo>
                    <a:pt x="1223" y="134"/>
                  </a:lnTo>
                  <a:lnTo>
                    <a:pt x="904" y="798"/>
                  </a:lnTo>
                  <a:lnTo>
                    <a:pt x="160" y="904"/>
                  </a:lnTo>
                  <a:lnTo>
                    <a:pt x="54" y="958"/>
                  </a:lnTo>
                  <a:lnTo>
                    <a:pt x="0" y="1037"/>
                  </a:lnTo>
                  <a:lnTo>
                    <a:pt x="0" y="1144"/>
                  </a:lnTo>
                  <a:lnTo>
                    <a:pt x="54" y="1250"/>
                  </a:lnTo>
                  <a:lnTo>
                    <a:pt x="585" y="1755"/>
                  </a:lnTo>
                  <a:lnTo>
                    <a:pt x="452" y="2499"/>
                  </a:lnTo>
                  <a:lnTo>
                    <a:pt x="479" y="2606"/>
                  </a:lnTo>
                  <a:lnTo>
                    <a:pt x="532" y="2685"/>
                  </a:lnTo>
                  <a:lnTo>
                    <a:pt x="638" y="2739"/>
                  </a:lnTo>
                  <a:lnTo>
                    <a:pt x="745" y="2712"/>
                  </a:lnTo>
                  <a:lnTo>
                    <a:pt x="1409" y="2366"/>
                  </a:lnTo>
                  <a:lnTo>
                    <a:pt x="2074" y="2712"/>
                  </a:lnTo>
                  <a:lnTo>
                    <a:pt x="2180" y="2739"/>
                  </a:lnTo>
                  <a:lnTo>
                    <a:pt x="2286" y="2685"/>
                  </a:lnTo>
                  <a:lnTo>
                    <a:pt x="2340" y="2606"/>
                  </a:lnTo>
                  <a:lnTo>
                    <a:pt x="2366" y="2499"/>
                  </a:lnTo>
                  <a:lnTo>
                    <a:pt x="2233" y="1755"/>
                  </a:lnTo>
                  <a:lnTo>
                    <a:pt x="2765" y="1250"/>
                  </a:lnTo>
                  <a:lnTo>
                    <a:pt x="2818" y="1144"/>
                  </a:lnTo>
                  <a:lnTo>
                    <a:pt x="2818" y="1037"/>
                  </a:lnTo>
                  <a:lnTo>
                    <a:pt x="2765" y="958"/>
                  </a:lnTo>
                  <a:lnTo>
                    <a:pt x="2659" y="904"/>
                  </a:lnTo>
                  <a:lnTo>
                    <a:pt x="1914" y="798"/>
                  </a:lnTo>
                  <a:lnTo>
                    <a:pt x="1595" y="134"/>
                  </a:lnTo>
                  <a:lnTo>
                    <a:pt x="1516" y="54"/>
                  </a:lnTo>
                  <a:lnTo>
                    <a:pt x="140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76" name="Google Shape;1476;p87"/>
          <p:cNvSpPr/>
          <p:nvPr/>
        </p:nvSpPr>
        <p:spPr>
          <a:xfrm>
            <a:off x="6412806" y="2731763"/>
            <a:ext cx="269950" cy="266514"/>
          </a:xfrm>
          <a:custGeom>
            <a:rect b="b" l="l" r="r" t="t"/>
            <a:pathLst>
              <a:path extrusionOk="0" h="10314" w="10447">
                <a:moveTo>
                  <a:pt x="7656" y="1063"/>
                </a:moveTo>
                <a:lnTo>
                  <a:pt x="7656" y="1755"/>
                </a:lnTo>
                <a:lnTo>
                  <a:pt x="4439" y="4944"/>
                </a:lnTo>
                <a:lnTo>
                  <a:pt x="4439" y="3429"/>
                </a:lnTo>
                <a:lnTo>
                  <a:pt x="7656" y="1063"/>
                </a:lnTo>
                <a:close/>
                <a:moveTo>
                  <a:pt x="2685" y="4466"/>
                </a:moveTo>
                <a:lnTo>
                  <a:pt x="2685" y="6247"/>
                </a:lnTo>
                <a:lnTo>
                  <a:pt x="2339" y="6247"/>
                </a:lnTo>
                <a:lnTo>
                  <a:pt x="2206" y="6194"/>
                </a:lnTo>
                <a:lnTo>
                  <a:pt x="2073" y="6140"/>
                </a:lnTo>
                <a:lnTo>
                  <a:pt x="1967" y="6034"/>
                </a:lnTo>
                <a:lnTo>
                  <a:pt x="1887" y="5954"/>
                </a:lnTo>
                <a:lnTo>
                  <a:pt x="1808" y="5821"/>
                </a:lnTo>
                <a:lnTo>
                  <a:pt x="1781" y="5689"/>
                </a:lnTo>
                <a:lnTo>
                  <a:pt x="1755" y="5556"/>
                </a:lnTo>
                <a:lnTo>
                  <a:pt x="1755" y="5184"/>
                </a:lnTo>
                <a:lnTo>
                  <a:pt x="1781" y="5024"/>
                </a:lnTo>
                <a:lnTo>
                  <a:pt x="1808" y="4891"/>
                </a:lnTo>
                <a:lnTo>
                  <a:pt x="1887" y="4785"/>
                </a:lnTo>
                <a:lnTo>
                  <a:pt x="1967" y="4678"/>
                </a:lnTo>
                <a:lnTo>
                  <a:pt x="2073" y="4572"/>
                </a:lnTo>
                <a:lnTo>
                  <a:pt x="2206" y="4519"/>
                </a:lnTo>
                <a:lnTo>
                  <a:pt x="2339" y="4466"/>
                </a:lnTo>
                <a:close/>
                <a:moveTo>
                  <a:pt x="4041" y="3535"/>
                </a:moveTo>
                <a:lnTo>
                  <a:pt x="4041" y="5343"/>
                </a:lnTo>
                <a:lnTo>
                  <a:pt x="3110" y="6247"/>
                </a:lnTo>
                <a:lnTo>
                  <a:pt x="3110" y="3535"/>
                </a:lnTo>
                <a:close/>
                <a:moveTo>
                  <a:pt x="7656" y="3722"/>
                </a:moveTo>
                <a:lnTo>
                  <a:pt x="7656" y="9649"/>
                </a:lnTo>
                <a:lnTo>
                  <a:pt x="4439" y="7283"/>
                </a:lnTo>
                <a:lnTo>
                  <a:pt x="4439" y="6911"/>
                </a:lnTo>
                <a:lnTo>
                  <a:pt x="7656" y="3722"/>
                </a:lnTo>
                <a:close/>
                <a:moveTo>
                  <a:pt x="9543" y="479"/>
                </a:moveTo>
                <a:lnTo>
                  <a:pt x="9968" y="877"/>
                </a:lnTo>
                <a:lnTo>
                  <a:pt x="7735" y="3084"/>
                </a:lnTo>
                <a:lnTo>
                  <a:pt x="4094" y="6672"/>
                </a:lnTo>
                <a:lnTo>
                  <a:pt x="3509" y="7230"/>
                </a:lnTo>
                <a:lnTo>
                  <a:pt x="904" y="9809"/>
                </a:lnTo>
                <a:lnTo>
                  <a:pt x="479" y="9410"/>
                </a:lnTo>
                <a:lnTo>
                  <a:pt x="3030" y="6885"/>
                </a:lnTo>
                <a:lnTo>
                  <a:pt x="4359" y="5556"/>
                </a:lnTo>
                <a:lnTo>
                  <a:pt x="5821" y="4147"/>
                </a:lnTo>
                <a:lnTo>
                  <a:pt x="9543" y="479"/>
                </a:lnTo>
                <a:close/>
                <a:moveTo>
                  <a:pt x="9463" y="0"/>
                </a:moveTo>
                <a:lnTo>
                  <a:pt x="9410" y="53"/>
                </a:lnTo>
                <a:lnTo>
                  <a:pt x="8054" y="1356"/>
                </a:lnTo>
                <a:lnTo>
                  <a:pt x="8054" y="665"/>
                </a:lnTo>
                <a:lnTo>
                  <a:pt x="8028" y="558"/>
                </a:lnTo>
                <a:lnTo>
                  <a:pt x="7948" y="479"/>
                </a:lnTo>
                <a:lnTo>
                  <a:pt x="7842" y="479"/>
                </a:lnTo>
                <a:lnTo>
                  <a:pt x="7735" y="505"/>
                </a:lnTo>
                <a:lnTo>
                  <a:pt x="4173" y="3137"/>
                </a:lnTo>
                <a:lnTo>
                  <a:pt x="2818" y="3137"/>
                </a:lnTo>
                <a:lnTo>
                  <a:pt x="2765" y="3190"/>
                </a:lnTo>
                <a:lnTo>
                  <a:pt x="2711" y="3270"/>
                </a:lnTo>
                <a:lnTo>
                  <a:pt x="2685" y="3323"/>
                </a:lnTo>
                <a:lnTo>
                  <a:pt x="2685" y="4067"/>
                </a:lnTo>
                <a:lnTo>
                  <a:pt x="2472" y="4067"/>
                </a:lnTo>
                <a:lnTo>
                  <a:pt x="2260" y="4094"/>
                </a:lnTo>
                <a:lnTo>
                  <a:pt x="2047" y="4147"/>
                </a:lnTo>
                <a:lnTo>
                  <a:pt x="1861" y="4253"/>
                </a:lnTo>
                <a:lnTo>
                  <a:pt x="1701" y="4386"/>
                </a:lnTo>
                <a:lnTo>
                  <a:pt x="1542" y="4546"/>
                </a:lnTo>
                <a:lnTo>
                  <a:pt x="1462" y="4732"/>
                </a:lnTo>
                <a:lnTo>
                  <a:pt x="1382" y="4944"/>
                </a:lnTo>
                <a:lnTo>
                  <a:pt x="1356" y="5184"/>
                </a:lnTo>
                <a:lnTo>
                  <a:pt x="1356" y="5556"/>
                </a:lnTo>
                <a:lnTo>
                  <a:pt x="1382" y="5768"/>
                </a:lnTo>
                <a:lnTo>
                  <a:pt x="1462" y="5981"/>
                </a:lnTo>
                <a:lnTo>
                  <a:pt x="1542" y="6167"/>
                </a:lnTo>
                <a:lnTo>
                  <a:pt x="1701" y="6327"/>
                </a:lnTo>
                <a:lnTo>
                  <a:pt x="1861" y="6459"/>
                </a:lnTo>
                <a:lnTo>
                  <a:pt x="2047" y="6566"/>
                </a:lnTo>
                <a:lnTo>
                  <a:pt x="2260" y="6646"/>
                </a:lnTo>
                <a:lnTo>
                  <a:pt x="2685" y="6646"/>
                </a:lnTo>
                <a:lnTo>
                  <a:pt x="53" y="9250"/>
                </a:lnTo>
                <a:lnTo>
                  <a:pt x="0" y="9330"/>
                </a:lnTo>
                <a:lnTo>
                  <a:pt x="0" y="9410"/>
                </a:lnTo>
                <a:lnTo>
                  <a:pt x="0" y="9490"/>
                </a:lnTo>
                <a:lnTo>
                  <a:pt x="53" y="9543"/>
                </a:lnTo>
                <a:lnTo>
                  <a:pt x="771" y="10234"/>
                </a:lnTo>
                <a:lnTo>
                  <a:pt x="824" y="10287"/>
                </a:lnTo>
                <a:lnTo>
                  <a:pt x="904" y="10314"/>
                </a:lnTo>
                <a:lnTo>
                  <a:pt x="984" y="10287"/>
                </a:lnTo>
                <a:lnTo>
                  <a:pt x="1037" y="10234"/>
                </a:lnTo>
                <a:lnTo>
                  <a:pt x="3748" y="7576"/>
                </a:lnTo>
                <a:lnTo>
                  <a:pt x="4173" y="7576"/>
                </a:lnTo>
                <a:lnTo>
                  <a:pt x="7735" y="10207"/>
                </a:lnTo>
                <a:lnTo>
                  <a:pt x="7842" y="10261"/>
                </a:lnTo>
                <a:lnTo>
                  <a:pt x="7948" y="10234"/>
                </a:lnTo>
                <a:lnTo>
                  <a:pt x="8028" y="10154"/>
                </a:lnTo>
                <a:lnTo>
                  <a:pt x="8054" y="10048"/>
                </a:lnTo>
                <a:lnTo>
                  <a:pt x="8054" y="3323"/>
                </a:lnTo>
                <a:lnTo>
                  <a:pt x="10393" y="1037"/>
                </a:lnTo>
                <a:lnTo>
                  <a:pt x="10420" y="957"/>
                </a:lnTo>
                <a:lnTo>
                  <a:pt x="10447" y="877"/>
                </a:lnTo>
                <a:lnTo>
                  <a:pt x="10420" y="824"/>
                </a:lnTo>
                <a:lnTo>
                  <a:pt x="10393" y="744"/>
                </a:lnTo>
                <a:lnTo>
                  <a:pt x="9676" y="53"/>
                </a:lnTo>
                <a:lnTo>
                  <a:pt x="962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77" name="Google Shape;1477;p87"/>
          <p:cNvGrpSpPr/>
          <p:nvPr/>
        </p:nvGrpSpPr>
        <p:grpSpPr>
          <a:xfrm>
            <a:off x="7206104" y="2711143"/>
            <a:ext cx="264472" cy="307754"/>
            <a:chOff x="6358475" y="2738850"/>
            <a:chExt cx="255875" cy="297750"/>
          </a:xfrm>
        </p:grpSpPr>
        <p:sp>
          <p:nvSpPr>
            <p:cNvPr id="1478" name="Google Shape;1478;p87"/>
            <p:cNvSpPr/>
            <p:nvPr/>
          </p:nvSpPr>
          <p:spPr>
            <a:xfrm>
              <a:off x="6407000" y="2787375"/>
              <a:ext cx="158850" cy="249225"/>
            </a:xfrm>
            <a:custGeom>
              <a:rect b="b" l="l" r="r" t="t"/>
              <a:pathLst>
                <a:path extrusionOk="0" h="9969" w="6354">
                  <a:moveTo>
                    <a:pt x="2685" y="4041"/>
                  </a:moveTo>
                  <a:lnTo>
                    <a:pt x="2871" y="4120"/>
                  </a:lnTo>
                  <a:lnTo>
                    <a:pt x="3084" y="4227"/>
                  </a:lnTo>
                  <a:lnTo>
                    <a:pt x="3403" y="4413"/>
                  </a:lnTo>
                  <a:lnTo>
                    <a:pt x="3589" y="4466"/>
                  </a:lnTo>
                  <a:lnTo>
                    <a:pt x="3775" y="4492"/>
                  </a:lnTo>
                  <a:lnTo>
                    <a:pt x="3854" y="4492"/>
                  </a:lnTo>
                  <a:lnTo>
                    <a:pt x="3509" y="6539"/>
                  </a:lnTo>
                  <a:lnTo>
                    <a:pt x="2844" y="6539"/>
                  </a:lnTo>
                  <a:lnTo>
                    <a:pt x="2419" y="4067"/>
                  </a:lnTo>
                  <a:lnTo>
                    <a:pt x="2472" y="4041"/>
                  </a:lnTo>
                  <a:close/>
                  <a:moveTo>
                    <a:pt x="3456" y="399"/>
                  </a:moveTo>
                  <a:lnTo>
                    <a:pt x="3748" y="452"/>
                  </a:lnTo>
                  <a:lnTo>
                    <a:pt x="4014" y="505"/>
                  </a:lnTo>
                  <a:lnTo>
                    <a:pt x="4253" y="612"/>
                  </a:lnTo>
                  <a:lnTo>
                    <a:pt x="4492" y="718"/>
                  </a:lnTo>
                  <a:lnTo>
                    <a:pt x="4732" y="851"/>
                  </a:lnTo>
                  <a:lnTo>
                    <a:pt x="4944" y="1037"/>
                  </a:lnTo>
                  <a:lnTo>
                    <a:pt x="5157" y="1196"/>
                  </a:lnTo>
                  <a:lnTo>
                    <a:pt x="5316" y="1409"/>
                  </a:lnTo>
                  <a:lnTo>
                    <a:pt x="5476" y="1622"/>
                  </a:lnTo>
                  <a:lnTo>
                    <a:pt x="5635" y="1834"/>
                  </a:lnTo>
                  <a:lnTo>
                    <a:pt x="5742" y="2100"/>
                  </a:lnTo>
                  <a:lnTo>
                    <a:pt x="5821" y="2339"/>
                  </a:lnTo>
                  <a:lnTo>
                    <a:pt x="5901" y="2605"/>
                  </a:lnTo>
                  <a:lnTo>
                    <a:pt x="5954" y="2898"/>
                  </a:lnTo>
                  <a:lnTo>
                    <a:pt x="5954" y="3163"/>
                  </a:lnTo>
                  <a:lnTo>
                    <a:pt x="5928" y="3535"/>
                  </a:lnTo>
                  <a:lnTo>
                    <a:pt x="5875" y="3881"/>
                  </a:lnTo>
                  <a:lnTo>
                    <a:pt x="5742" y="4227"/>
                  </a:lnTo>
                  <a:lnTo>
                    <a:pt x="5582" y="4546"/>
                  </a:lnTo>
                  <a:lnTo>
                    <a:pt x="5396" y="4838"/>
                  </a:lnTo>
                  <a:lnTo>
                    <a:pt x="5157" y="5104"/>
                  </a:lnTo>
                  <a:lnTo>
                    <a:pt x="4891" y="5343"/>
                  </a:lnTo>
                  <a:lnTo>
                    <a:pt x="4599" y="5556"/>
                  </a:lnTo>
                  <a:lnTo>
                    <a:pt x="4439" y="5689"/>
                  </a:lnTo>
                  <a:lnTo>
                    <a:pt x="4333" y="5848"/>
                  </a:lnTo>
                  <a:lnTo>
                    <a:pt x="4253" y="6034"/>
                  </a:lnTo>
                  <a:lnTo>
                    <a:pt x="4227" y="6220"/>
                  </a:lnTo>
                  <a:lnTo>
                    <a:pt x="4227" y="6539"/>
                  </a:lnTo>
                  <a:lnTo>
                    <a:pt x="3908" y="6539"/>
                  </a:lnTo>
                  <a:lnTo>
                    <a:pt x="4333" y="4173"/>
                  </a:lnTo>
                  <a:lnTo>
                    <a:pt x="4466" y="3403"/>
                  </a:lnTo>
                  <a:lnTo>
                    <a:pt x="4466" y="3296"/>
                  </a:lnTo>
                  <a:lnTo>
                    <a:pt x="4386" y="3217"/>
                  </a:lnTo>
                  <a:lnTo>
                    <a:pt x="4306" y="3163"/>
                  </a:lnTo>
                  <a:lnTo>
                    <a:pt x="4200" y="3163"/>
                  </a:lnTo>
                  <a:lnTo>
                    <a:pt x="4120" y="3217"/>
                  </a:lnTo>
                  <a:lnTo>
                    <a:pt x="4067" y="3323"/>
                  </a:lnTo>
                  <a:lnTo>
                    <a:pt x="3961" y="4014"/>
                  </a:lnTo>
                  <a:lnTo>
                    <a:pt x="3881" y="4067"/>
                  </a:lnTo>
                  <a:lnTo>
                    <a:pt x="3828" y="4094"/>
                  </a:lnTo>
                  <a:lnTo>
                    <a:pt x="3668" y="4067"/>
                  </a:lnTo>
                  <a:lnTo>
                    <a:pt x="3509" y="4014"/>
                  </a:lnTo>
                  <a:lnTo>
                    <a:pt x="3270" y="3881"/>
                  </a:lnTo>
                  <a:lnTo>
                    <a:pt x="3084" y="3775"/>
                  </a:lnTo>
                  <a:lnTo>
                    <a:pt x="2844" y="3668"/>
                  </a:lnTo>
                  <a:lnTo>
                    <a:pt x="2711" y="3642"/>
                  </a:lnTo>
                  <a:lnTo>
                    <a:pt x="2472" y="3642"/>
                  </a:lnTo>
                  <a:lnTo>
                    <a:pt x="2339" y="3668"/>
                  </a:lnTo>
                  <a:lnTo>
                    <a:pt x="2286" y="3323"/>
                  </a:lnTo>
                  <a:lnTo>
                    <a:pt x="2233" y="3243"/>
                  </a:lnTo>
                  <a:lnTo>
                    <a:pt x="2153" y="3163"/>
                  </a:lnTo>
                  <a:lnTo>
                    <a:pt x="2047" y="3163"/>
                  </a:lnTo>
                  <a:lnTo>
                    <a:pt x="1967" y="3217"/>
                  </a:lnTo>
                  <a:lnTo>
                    <a:pt x="1887" y="3296"/>
                  </a:lnTo>
                  <a:lnTo>
                    <a:pt x="1887" y="3403"/>
                  </a:lnTo>
                  <a:lnTo>
                    <a:pt x="1994" y="4041"/>
                  </a:lnTo>
                  <a:lnTo>
                    <a:pt x="2446" y="6539"/>
                  </a:lnTo>
                  <a:lnTo>
                    <a:pt x="2153" y="6539"/>
                  </a:lnTo>
                  <a:lnTo>
                    <a:pt x="2153" y="6220"/>
                  </a:lnTo>
                  <a:lnTo>
                    <a:pt x="2127" y="6034"/>
                  </a:lnTo>
                  <a:lnTo>
                    <a:pt x="2047" y="5848"/>
                  </a:lnTo>
                  <a:lnTo>
                    <a:pt x="1914" y="5689"/>
                  </a:lnTo>
                  <a:lnTo>
                    <a:pt x="1754" y="5556"/>
                  </a:lnTo>
                  <a:lnTo>
                    <a:pt x="1568" y="5449"/>
                  </a:lnTo>
                  <a:lnTo>
                    <a:pt x="1382" y="5290"/>
                  </a:lnTo>
                  <a:lnTo>
                    <a:pt x="1223" y="5157"/>
                  </a:lnTo>
                  <a:lnTo>
                    <a:pt x="1063" y="4971"/>
                  </a:lnTo>
                  <a:lnTo>
                    <a:pt x="930" y="4811"/>
                  </a:lnTo>
                  <a:lnTo>
                    <a:pt x="798" y="4625"/>
                  </a:lnTo>
                  <a:lnTo>
                    <a:pt x="691" y="4439"/>
                  </a:lnTo>
                  <a:lnTo>
                    <a:pt x="611" y="4227"/>
                  </a:lnTo>
                  <a:lnTo>
                    <a:pt x="532" y="4014"/>
                  </a:lnTo>
                  <a:lnTo>
                    <a:pt x="479" y="3801"/>
                  </a:lnTo>
                  <a:lnTo>
                    <a:pt x="425" y="3589"/>
                  </a:lnTo>
                  <a:lnTo>
                    <a:pt x="399" y="3376"/>
                  </a:lnTo>
                  <a:lnTo>
                    <a:pt x="399" y="3163"/>
                  </a:lnTo>
                  <a:lnTo>
                    <a:pt x="399" y="2924"/>
                  </a:lnTo>
                  <a:lnTo>
                    <a:pt x="425" y="2711"/>
                  </a:lnTo>
                  <a:lnTo>
                    <a:pt x="479" y="2472"/>
                  </a:lnTo>
                  <a:lnTo>
                    <a:pt x="558" y="2260"/>
                  </a:lnTo>
                  <a:lnTo>
                    <a:pt x="638" y="2047"/>
                  </a:lnTo>
                  <a:lnTo>
                    <a:pt x="744" y="1834"/>
                  </a:lnTo>
                  <a:lnTo>
                    <a:pt x="851" y="1648"/>
                  </a:lnTo>
                  <a:lnTo>
                    <a:pt x="984" y="1462"/>
                  </a:lnTo>
                  <a:lnTo>
                    <a:pt x="1117" y="1303"/>
                  </a:lnTo>
                  <a:lnTo>
                    <a:pt x="1276" y="1143"/>
                  </a:lnTo>
                  <a:lnTo>
                    <a:pt x="1435" y="1010"/>
                  </a:lnTo>
                  <a:lnTo>
                    <a:pt x="1622" y="877"/>
                  </a:lnTo>
                  <a:lnTo>
                    <a:pt x="1808" y="744"/>
                  </a:lnTo>
                  <a:lnTo>
                    <a:pt x="1994" y="638"/>
                  </a:lnTo>
                  <a:lnTo>
                    <a:pt x="2206" y="558"/>
                  </a:lnTo>
                  <a:lnTo>
                    <a:pt x="2419" y="505"/>
                  </a:lnTo>
                  <a:lnTo>
                    <a:pt x="2632" y="452"/>
                  </a:lnTo>
                  <a:lnTo>
                    <a:pt x="2871" y="399"/>
                  </a:lnTo>
                  <a:close/>
                  <a:moveTo>
                    <a:pt x="4306" y="6938"/>
                  </a:moveTo>
                  <a:lnTo>
                    <a:pt x="4359" y="6964"/>
                  </a:lnTo>
                  <a:lnTo>
                    <a:pt x="4439" y="6991"/>
                  </a:lnTo>
                  <a:lnTo>
                    <a:pt x="4466" y="7071"/>
                  </a:lnTo>
                  <a:lnTo>
                    <a:pt x="4492" y="7151"/>
                  </a:lnTo>
                  <a:lnTo>
                    <a:pt x="4466" y="7230"/>
                  </a:lnTo>
                  <a:lnTo>
                    <a:pt x="4439" y="7283"/>
                  </a:lnTo>
                  <a:lnTo>
                    <a:pt x="4359" y="7337"/>
                  </a:lnTo>
                  <a:lnTo>
                    <a:pt x="1994" y="7337"/>
                  </a:lnTo>
                  <a:lnTo>
                    <a:pt x="1914" y="7283"/>
                  </a:lnTo>
                  <a:lnTo>
                    <a:pt x="1887" y="7230"/>
                  </a:lnTo>
                  <a:lnTo>
                    <a:pt x="1861" y="7151"/>
                  </a:lnTo>
                  <a:lnTo>
                    <a:pt x="1887" y="7071"/>
                  </a:lnTo>
                  <a:lnTo>
                    <a:pt x="1914" y="6991"/>
                  </a:lnTo>
                  <a:lnTo>
                    <a:pt x="1994" y="6964"/>
                  </a:lnTo>
                  <a:lnTo>
                    <a:pt x="2073" y="6938"/>
                  </a:lnTo>
                  <a:close/>
                  <a:moveTo>
                    <a:pt x="4306" y="7735"/>
                  </a:moveTo>
                  <a:lnTo>
                    <a:pt x="4359" y="7762"/>
                  </a:lnTo>
                  <a:lnTo>
                    <a:pt x="4439" y="7815"/>
                  </a:lnTo>
                  <a:lnTo>
                    <a:pt x="4492" y="7868"/>
                  </a:lnTo>
                  <a:lnTo>
                    <a:pt x="4492" y="7948"/>
                  </a:lnTo>
                  <a:lnTo>
                    <a:pt x="4492" y="8028"/>
                  </a:lnTo>
                  <a:lnTo>
                    <a:pt x="4439" y="8081"/>
                  </a:lnTo>
                  <a:lnTo>
                    <a:pt x="4359" y="8134"/>
                  </a:lnTo>
                  <a:lnTo>
                    <a:pt x="4306" y="8161"/>
                  </a:lnTo>
                  <a:lnTo>
                    <a:pt x="2073" y="8161"/>
                  </a:lnTo>
                  <a:lnTo>
                    <a:pt x="1994" y="8134"/>
                  </a:lnTo>
                  <a:lnTo>
                    <a:pt x="1914" y="8081"/>
                  </a:lnTo>
                  <a:lnTo>
                    <a:pt x="1887" y="8028"/>
                  </a:lnTo>
                  <a:lnTo>
                    <a:pt x="1861" y="7948"/>
                  </a:lnTo>
                  <a:lnTo>
                    <a:pt x="1887" y="7868"/>
                  </a:lnTo>
                  <a:lnTo>
                    <a:pt x="1914" y="7815"/>
                  </a:lnTo>
                  <a:lnTo>
                    <a:pt x="1994" y="7762"/>
                  </a:lnTo>
                  <a:lnTo>
                    <a:pt x="2073" y="7735"/>
                  </a:lnTo>
                  <a:close/>
                  <a:moveTo>
                    <a:pt x="4306" y="8559"/>
                  </a:moveTo>
                  <a:lnTo>
                    <a:pt x="4386" y="8586"/>
                  </a:lnTo>
                  <a:lnTo>
                    <a:pt x="4466" y="8639"/>
                  </a:lnTo>
                  <a:lnTo>
                    <a:pt x="4492" y="8745"/>
                  </a:lnTo>
                  <a:lnTo>
                    <a:pt x="4466" y="8852"/>
                  </a:lnTo>
                  <a:lnTo>
                    <a:pt x="4386" y="8932"/>
                  </a:lnTo>
                  <a:lnTo>
                    <a:pt x="4306" y="8958"/>
                  </a:lnTo>
                  <a:lnTo>
                    <a:pt x="2073" y="8958"/>
                  </a:lnTo>
                  <a:lnTo>
                    <a:pt x="1967" y="8932"/>
                  </a:lnTo>
                  <a:lnTo>
                    <a:pt x="1887" y="8852"/>
                  </a:lnTo>
                  <a:lnTo>
                    <a:pt x="1861" y="8745"/>
                  </a:lnTo>
                  <a:lnTo>
                    <a:pt x="1887" y="8639"/>
                  </a:lnTo>
                  <a:lnTo>
                    <a:pt x="1967" y="8586"/>
                  </a:lnTo>
                  <a:lnTo>
                    <a:pt x="2073" y="8559"/>
                  </a:lnTo>
                  <a:close/>
                  <a:moveTo>
                    <a:pt x="3615" y="9357"/>
                  </a:moveTo>
                  <a:lnTo>
                    <a:pt x="3535" y="9437"/>
                  </a:lnTo>
                  <a:lnTo>
                    <a:pt x="3456" y="9490"/>
                  </a:lnTo>
                  <a:lnTo>
                    <a:pt x="3376" y="9543"/>
                  </a:lnTo>
                  <a:lnTo>
                    <a:pt x="3004" y="9543"/>
                  </a:lnTo>
                  <a:lnTo>
                    <a:pt x="2897" y="9490"/>
                  </a:lnTo>
                  <a:lnTo>
                    <a:pt x="2818" y="9437"/>
                  </a:lnTo>
                  <a:lnTo>
                    <a:pt x="2738" y="9357"/>
                  </a:lnTo>
                  <a:close/>
                  <a:moveTo>
                    <a:pt x="2818" y="0"/>
                  </a:moveTo>
                  <a:lnTo>
                    <a:pt x="2552" y="53"/>
                  </a:lnTo>
                  <a:lnTo>
                    <a:pt x="2313" y="106"/>
                  </a:lnTo>
                  <a:lnTo>
                    <a:pt x="2073" y="186"/>
                  </a:lnTo>
                  <a:lnTo>
                    <a:pt x="1834" y="293"/>
                  </a:lnTo>
                  <a:lnTo>
                    <a:pt x="1622" y="399"/>
                  </a:lnTo>
                  <a:lnTo>
                    <a:pt x="1382" y="532"/>
                  </a:lnTo>
                  <a:lnTo>
                    <a:pt x="1196" y="691"/>
                  </a:lnTo>
                  <a:lnTo>
                    <a:pt x="1010" y="851"/>
                  </a:lnTo>
                  <a:lnTo>
                    <a:pt x="824" y="1037"/>
                  </a:lnTo>
                  <a:lnTo>
                    <a:pt x="665" y="1223"/>
                  </a:lnTo>
                  <a:lnTo>
                    <a:pt x="505" y="1436"/>
                  </a:lnTo>
                  <a:lnTo>
                    <a:pt x="372" y="1648"/>
                  </a:lnTo>
                  <a:lnTo>
                    <a:pt x="266" y="1887"/>
                  </a:lnTo>
                  <a:lnTo>
                    <a:pt x="186" y="2127"/>
                  </a:lnTo>
                  <a:lnTo>
                    <a:pt x="106" y="2366"/>
                  </a:lnTo>
                  <a:lnTo>
                    <a:pt x="53" y="2632"/>
                  </a:lnTo>
                  <a:lnTo>
                    <a:pt x="0" y="2898"/>
                  </a:lnTo>
                  <a:lnTo>
                    <a:pt x="0" y="3137"/>
                  </a:lnTo>
                  <a:lnTo>
                    <a:pt x="0" y="3403"/>
                  </a:lnTo>
                  <a:lnTo>
                    <a:pt x="27" y="3668"/>
                  </a:lnTo>
                  <a:lnTo>
                    <a:pt x="80" y="3908"/>
                  </a:lnTo>
                  <a:lnTo>
                    <a:pt x="160" y="4147"/>
                  </a:lnTo>
                  <a:lnTo>
                    <a:pt x="239" y="4386"/>
                  </a:lnTo>
                  <a:lnTo>
                    <a:pt x="346" y="4625"/>
                  </a:lnTo>
                  <a:lnTo>
                    <a:pt x="479" y="4838"/>
                  </a:lnTo>
                  <a:lnTo>
                    <a:pt x="611" y="5051"/>
                  </a:lnTo>
                  <a:lnTo>
                    <a:pt x="771" y="5237"/>
                  </a:lnTo>
                  <a:lnTo>
                    <a:pt x="930" y="5423"/>
                  </a:lnTo>
                  <a:lnTo>
                    <a:pt x="1143" y="5609"/>
                  </a:lnTo>
                  <a:lnTo>
                    <a:pt x="1329" y="5768"/>
                  </a:lnTo>
                  <a:lnTo>
                    <a:pt x="1568" y="5901"/>
                  </a:lnTo>
                  <a:lnTo>
                    <a:pt x="1648" y="5954"/>
                  </a:lnTo>
                  <a:lnTo>
                    <a:pt x="1701" y="6034"/>
                  </a:lnTo>
                  <a:lnTo>
                    <a:pt x="1728" y="6140"/>
                  </a:lnTo>
                  <a:lnTo>
                    <a:pt x="1728" y="6220"/>
                  </a:lnTo>
                  <a:lnTo>
                    <a:pt x="1728" y="6539"/>
                  </a:lnTo>
                  <a:lnTo>
                    <a:pt x="1754" y="6619"/>
                  </a:lnTo>
                  <a:lnTo>
                    <a:pt x="1648" y="6699"/>
                  </a:lnTo>
                  <a:lnTo>
                    <a:pt x="1568" y="6805"/>
                  </a:lnTo>
                  <a:lnTo>
                    <a:pt x="1515" y="6938"/>
                  </a:lnTo>
                  <a:lnTo>
                    <a:pt x="1462" y="7044"/>
                  </a:lnTo>
                  <a:lnTo>
                    <a:pt x="1462" y="7177"/>
                  </a:lnTo>
                  <a:lnTo>
                    <a:pt x="1489" y="7310"/>
                  </a:lnTo>
                  <a:lnTo>
                    <a:pt x="1542" y="7443"/>
                  </a:lnTo>
                  <a:lnTo>
                    <a:pt x="1622" y="7549"/>
                  </a:lnTo>
                  <a:lnTo>
                    <a:pt x="1542" y="7629"/>
                  </a:lnTo>
                  <a:lnTo>
                    <a:pt x="1489" y="7735"/>
                  </a:lnTo>
                  <a:lnTo>
                    <a:pt x="1462" y="7842"/>
                  </a:lnTo>
                  <a:lnTo>
                    <a:pt x="1462" y="7948"/>
                  </a:lnTo>
                  <a:lnTo>
                    <a:pt x="1462" y="8054"/>
                  </a:lnTo>
                  <a:lnTo>
                    <a:pt x="1489" y="8161"/>
                  </a:lnTo>
                  <a:lnTo>
                    <a:pt x="1542" y="8267"/>
                  </a:lnTo>
                  <a:lnTo>
                    <a:pt x="1622" y="8347"/>
                  </a:lnTo>
                  <a:lnTo>
                    <a:pt x="1515" y="8506"/>
                  </a:lnTo>
                  <a:lnTo>
                    <a:pt x="1462" y="8666"/>
                  </a:lnTo>
                  <a:lnTo>
                    <a:pt x="1462" y="8825"/>
                  </a:lnTo>
                  <a:lnTo>
                    <a:pt x="1515" y="9011"/>
                  </a:lnTo>
                  <a:lnTo>
                    <a:pt x="1595" y="9144"/>
                  </a:lnTo>
                  <a:lnTo>
                    <a:pt x="1728" y="9250"/>
                  </a:lnTo>
                  <a:lnTo>
                    <a:pt x="1887" y="9330"/>
                  </a:lnTo>
                  <a:lnTo>
                    <a:pt x="2073" y="9357"/>
                  </a:lnTo>
                  <a:lnTo>
                    <a:pt x="2313" y="9357"/>
                  </a:lnTo>
                  <a:lnTo>
                    <a:pt x="2366" y="9490"/>
                  </a:lnTo>
                  <a:lnTo>
                    <a:pt x="2419" y="9596"/>
                  </a:lnTo>
                  <a:lnTo>
                    <a:pt x="2499" y="9702"/>
                  </a:lnTo>
                  <a:lnTo>
                    <a:pt x="2605" y="9782"/>
                  </a:lnTo>
                  <a:lnTo>
                    <a:pt x="2711" y="9862"/>
                  </a:lnTo>
                  <a:lnTo>
                    <a:pt x="2844" y="9915"/>
                  </a:lnTo>
                  <a:lnTo>
                    <a:pt x="2951" y="9942"/>
                  </a:lnTo>
                  <a:lnTo>
                    <a:pt x="3084" y="9968"/>
                  </a:lnTo>
                  <a:lnTo>
                    <a:pt x="3270" y="9968"/>
                  </a:lnTo>
                  <a:lnTo>
                    <a:pt x="3403" y="9942"/>
                  </a:lnTo>
                  <a:lnTo>
                    <a:pt x="3535" y="9915"/>
                  </a:lnTo>
                  <a:lnTo>
                    <a:pt x="3642" y="9862"/>
                  </a:lnTo>
                  <a:lnTo>
                    <a:pt x="3748" y="9782"/>
                  </a:lnTo>
                  <a:lnTo>
                    <a:pt x="3854" y="9702"/>
                  </a:lnTo>
                  <a:lnTo>
                    <a:pt x="3934" y="9596"/>
                  </a:lnTo>
                  <a:lnTo>
                    <a:pt x="3987" y="9490"/>
                  </a:lnTo>
                  <a:lnTo>
                    <a:pt x="4040" y="9357"/>
                  </a:lnTo>
                  <a:lnTo>
                    <a:pt x="4306" y="9357"/>
                  </a:lnTo>
                  <a:lnTo>
                    <a:pt x="4466" y="9330"/>
                  </a:lnTo>
                  <a:lnTo>
                    <a:pt x="4625" y="9250"/>
                  </a:lnTo>
                  <a:lnTo>
                    <a:pt x="4758" y="9144"/>
                  </a:lnTo>
                  <a:lnTo>
                    <a:pt x="4838" y="9011"/>
                  </a:lnTo>
                  <a:lnTo>
                    <a:pt x="4891" y="8825"/>
                  </a:lnTo>
                  <a:lnTo>
                    <a:pt x="4891" y="8666"/>
                  </a:lnTo>
                  <a:lnTo>
                    <a:pt x="4838" y="8506"/>
                  </a:lnTo>
                  <a:lnTo>
                    <a:pt x="4732" y="8347"/>
                  </a:lnTo>
                  <a:lnTo>
                    <a:pt x="4811" y="8267"/>
                  </a:lnTo>
                  <a:lnTo>
                    <a:pt x="4864" y="8161"/>
                  </a:lnTo>
                  <a:lnTo>
                    <a:pt x="4891" y="8054"/>
                  </a:lnTo>
                  <a:lnTo>
                    <a:pt x="4891" y="7948"/>
                  </a:lnTo>
                  <a:lnTo>
                    <a:pt x="4891" y="7842"/>
                  </a:lnTo>
                  <a:lnTo>
                    <a:pt x="4864" y="7735"/>
                  </a:lnTo>
                  <a:lnTo>
                    <a:pt x="4811" y="7629"/>
                  </a:lnTo>
                  <a:lnTo>
                    <a:pt x="4732" y="7549"/>
                  </a:lnTo>
                  <a:lnTo>
                    <a:pt x="4811" y="7443"/>
                  </a:lnTo>
                  <a:lnTo>
                    <a:pt x="4864" y="7310"/>
                  </a:lnTo>
                  <a:lnTo>
                    <a:pt x="4891" y="7177"/>
                  </a:lnTo>
                  <a:lnTo>
                    <a:pt x="4891" y="7044"/>
                  </a:lnTo>
                  <a:lnTo>
                    <a:pt x="4864" y="6938"/>
                  </a:lnTo>
                  <a:lnTo>
                    <a:pt x="4785" y="6805"/>
                  </a:lnTo>
                  <a:lnTo>
                    <a:pt x="4705" y="6699"/>
                  </a:lnTo>
                  <a:lnTo>
                    <a:pt x="4599" y="6619"/>
                  </a:lnTo>
                  <a:lnTo>
                    <a:pt x="4625" y="6539"/>
                  </a:lnTo>
                  <a:lnTo>
                    <a:pt x="4625" y="6220"/>
                  </a:lnTo>
                  <a:lnTo>
                    <a:pt x="4625" y="6140"/>
                  </a:lnTo>
                  <a:lnTo>
                    <a:pt x="4678" y="6034"/>
                  </a:lnTo>
                  <a:lnTo>
                    <a:pt x="4732" y="5954"/>
                  </a:lnTo>
                  <a:lnTo>
                    <a:pt x="4811" y="5901"/>
                  </a:lnTo>
                  <a:lnTo>
                    <a:pt x="5157" y="5662"/>
                  </a:lnTo>
                  <a:lnTo>
                    <a:pt x="5449" y="5396"/>
                  </a:lnTo>
                  <a:lnTo>
                    <a:pt x="5715" y="5077"/>
                  </a:lnTo>
                  <a:lnTo>
                    <a:pt x="5954" y="4732"/>
                  </a:lnTo>
                  <a:lnTo>
                    <a:pt x="6114" y="4386"/>
                  </a:lnTo>
                  <a:lnTo>
                    <a:pt x="6247" y="3987"/>
                  </a:lnTo>
                  <a:lnTo>
                    <a:pt x="6326" y="3589"/>
                  </a:lnTo>
                  <a:lnTo>
                    <a:pt x="6353" y="3163"/>
                  </a:lnTo>
                  <a:lnTo>
                    <a:pt x="6353" y="2844"/>
                  </a:lnTo>
                  <a:lnTo>
                    <a:pt x="6300" y="2525"/>
                  </a:lnTo>
                  <a:lnTo>
                    <a:pt x="6220" y="2233"/>
                  </a:lnTo>
                  <a:lnTo>
                    <a:pt x="6114" y="1941"/>
                  </a:lnTo>
                  <a:lnTo>
                    <a:pt x="5981" y="1648"/>
                  </a:lnTo>
                  <a:lnTo>
                    <a:pt x="5795" y="1382"/>
                  </a:lnTo>
                  <a:lnTo>
                    <a:pt x="5609" y="1117"/>
                  </a:lnTo>
                  <a:lnTo>
                    <a:pt x="5396" y="877"/>
                  </a:lnTo>
                  <a:lnTo>
                    <a:pt x="5157" y="665"/>
                  </a:lnTo>
                  <a:lnTo>
                    <a:pt x="4891" y="479"/>
                  </a:lnTo>
                  <a:lnTo>
                    <a:pt x="4625" y="319"/>
                  </a:lnTo>
                  <a:lnTo>
                    <a:pt x="4333" y="213"/>
                  </a:lnTo>
                  <a:lnTo>
                    <a:pt x="4040" y="106"/>
                  </a:lnTo>
                  <a:lnTo>
                    <a:pt x="3721" y="27"/>
                  </a:lnTo>
                  <a:lnTo>
                    <a:pt x="340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 name="Google Shape;1479;p87"/>
            <p:cNvSpPr/>
            <p:nvPr/>
          </p:nvSpPr>
          <p:spPr>
            <a:xfrm>
              <a:off x="6481425" y="2738850"/>
              <a:ext cx="9975" cy="35925"/>
            </a:xfrm>
            <a:custGeom>
              <a:rect b="b" l="l" r="r" t="t"/>
              <a:pathLst>
                <a:path extrusionOk="0" h="1437" w="399">
                  <a:moveTo>
                    <a:pt x="133" y="1"/>
                  </a:moveTo>
                  <a:lnTo>
                    <a:pt x="53" y="54"/>
                  </a:lnTo>
                  <a:lnTo>
                    <a:pt x="27" y="107"/>
                  </a:lnTo>
                  <a:lnTo>
                    <a:pt x="0" y="187"/>
                  </a:lnTo>
                  <a:lnTo>
                    <a:pt x="0" y="1223"/>
                  </a:lnTo>
                  <a:lnTo>
                    <a:pt x="27" y="1303"/>
                  </a:lnTo>
                  <a:lnTo>
                    <a:pt x="53" y="1356"/>
                  </a:lnTo>
                  <a:lnTo>
                    <a:pt x="133" y="1410"/>
                  </a:lnTo>
                  <a:lnTo>
                    <a:pt x="213" y="1436"/>
                  </a:lnTo>
                  <a:lnTo>
                    <a:pt x="293" y="1410"/>
                  </a:lnTo>
                  <a:lnTo>
                    <a:pt x="346" y="1356"/>
                  </a:lnTo>
                  <a:lnTo>
                    <a:pt x="399" y="1303"/>
                  </a:lnTo>
                  <a:lnTo>
                    <a:pt x="399" y="1223"/>
                  </a:lnTo>
                  <a:lnTo>
                    <a:pt x="399" y="187"/>
                  </a:lnTo>
                  <a:lnTo>
                    <a:pt x="399" y="107"/>
                  </a:lnTo>
                  <a:lnTo>
                    <a:pt x="346" y="54"/>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87"/>
            <p:cNvSpPr/>
            <p:nvPr/>
          </p:nvSpPr>
          <p:spPr>
            <a:xfrm>
              <a:off x="6358475" y="2881075"/>
              <a:ext cx="35925" cy="9975"/>
            </a:xfrm>
            <a:custGeom>
              <a:rect b="b" l="l" r="r" t="t"/>
              <a:pathLst>
                <a:path extrusionOk="0" h="399" w="1437">
                  <a:moveTo>
                    <a:pt x="213" y="0"/>
                  </a:moveTo>
                  <a:lnTo>
                    <a:pt x="134" y="27"/>
                  </a:lnTo>
                  <a:lnTo>
                    <a:pt x="54" y="53"/>
                  </a:lnTo>
                  <a:lnTo>
                    <a:pt x="27" y="133"/>
                  </a:lnTo>
                  <a:lnTo>
                    <a:pt x="1" y="213"/>
                  </a:lnTo>
                  <a:lnTo>
                    <a:pt x="27" y="266"/>
                  </a:lnTo>
                  <a:lnTo>
                    <a:pt x="54" y="346"/>
                  </a:lnTo>
                  <a:lnTo>
                    <a:pt x="134" y="372"/>
                  </a:lnTo>
                  <a:lnTo>
                    <a:pt x="213" y="399"/>
                  </a:lnTo>
                  <a:lnTo>
                    <a:pt x="1250" y="399"/>
                  </a:lnTo>
                  <a:lnTo>
                    <a:pt x="1303" y="372"/>
                  </a:lnTo>
                  <a:lnTo>
                    <a:pt x="1383" y="346"/>
                  </a:lnTo>
                  <a:lnTo>
                    <a:pt x="1436" y="266"/>
                  </a:lnTo>
                  <a:lnTo>
                    <a:pt x="1436" y="213"/>
                  </a:lnTo>
                  <a:lnTo>
                    <a:pt x="1436" y="133"/>
                  </a:lnTo>
                  <a:lnTo>
                    <a:pt x="1383" y="53"/>
                  </a:lnTo>
                  <a:lnTo>
                    <a:pt x="1303" y="27"/>
                  </a:lnTo>
                  <a:lnTo>
                    <a:pt x="125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 name="Google Shape;1481;p87"/>
            <p:cNvSpPr/>
            <p:nvPr/>
          </p:nvSpPr>
          <p:spPr>
            <a:xfrm>
              <a:off x="6380400" y="2784700"/>
              <a:ext cx="27950" cy="27950"/>
            </a:xfrm>
            <a:custGeom>
              <a:rect b="b" l="l" r="r" t="t"/>
              <a:pathLst>
                <a:path extrusionOk="0" h="1118" w="1118">
                  <a:moveTo>
                    <a:pt x="134" y="1"/>
                  </a:moveTo>
                  <a:lnTo>
                    <a:pt x="54" y="54"/>
                  </a:lnTo>
                  <a:lnTo>
                    <a:pt x="27" y="107"/>
                  </a:lnTo>
                  <a:lnTo>
                    <a:pt x="1" y="187"/>
                  </a:lnTo>
                  <a:lnTo>
                    <a:pt x="1" y="267"/>
                  </a:lnTo>
                  <a:lnTo>
                    <a:pt x="54" y="320"/>
                  </a:lnTo>
                  <a:lnTo>
                    <a:pt x="772" y="1064"/>
                  </a:lnTo>
                  <a:lnTo>
                    <a:pt x="851" y="1091"/>
                  </a:lnTo>
                  <a:lnTo>
                    <a:pt x="931" y="1117"/>
                  </a:lnTo>
                  <a:lnTo>
                    <a:pt x="1011" y="1091"/>
                  </a:lnTo>
                  <a:lnTo>
                    <a:pt x="1064" y="1064"/>
                  </a:lnTo>
                  <a:lnTo>
                    <a:pt x="1117" y="984"/>
                  </a:lnTo>
                  <a:lnTo>
                    <a:pt x="1117" y="905"/>
                  </a:lnTo>
                  <a:lnTo>
                    <a:pt x="1117" y="851"/>
                  </a:lnTo>
                  <a:lnTo>
                    <a:pt x="1064" y="772"/>
                  </a:lnTo>
                  <a:lnTo>
                    <a:pt x="346" y="54"/>
                  </a:lnTo>
                  <a:lnTo>
                    <a:pt x="26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87"/>
            <p:cNvSpPr/>
            <p:nvPr/>
          </p:nvSpPr>
          <p:spPr>
            <a:xfrm>
              <a:off x="6578450" y="2881075"/>
              <a:ext cx="35900" cy="9975"/>
            </a:xfrm>
            <a:custGeom>
              <a:rect b="b" l="l" r="r" t="t"/>
              <a:pathLst>
                <a:path extrusionOk="0" h="399" w="1436">
                  <a:moveTo>
                    <a:pt x="213" y="0"/>
                  </a:moveTo>
                  <a:lnTo>
                    <a:pt x="133" y="27"/>
                  </a:lnTo>
                  <a:lnTo>
                    <a:pt x="53" y="53"/>
                  </a:lnTo>
                  <a:lnTo>
                    <a:pt x="27" y="133"/>
                  </a:lnTo>
                  <a:lnTo>
                    <a:pt x="0" y="213"/>
                  </a:lnTo>
                  <a:lnTo>
                    <a:pt x="27" y="266"/>
                  </a:lnTo>
                  <a:lnTo>
                    <a:pt x="53" y="346"/>
                  </a:lnTo>
                  <a:lnTo>
                    <a:pt x="133" y="372"/>
                  </a:lnTo>
                  <a:lnTo>
                    <a:pt x="213" y="399"/>
                  </a:lnTo>
                  <a:lnTo>
                    <a:pt x="1223" y="399"/>
                  </a:lnTo>
                  <a:lnTo>
                    <a:pt x="1303" y="372"/>
                  </a:lnTo>
                  <a:lnTo>
                    <a:pt x="1382" y="346"/>
                  </a:lnTo>
                  <a:lnTo>
                    <a:pt x="1409" y="266"/>
                  </a:lnTo>
                  <a:lnTo>
                    <a:pt x="1436" y="213"/>
                  </a:lnTo>
                  <a:lnTo>
                    <a:pt x="1409" y="133"/>
                  </a:lnTo>
                  <a:lnTo>
                    <a:pt x="1382" y="53"/>
                  </a:lnTo>
                  <a:lnTo>
                    <a:pt x="1303" y="27"/>
                  </a:lnTo>
                  <a:lnTo>
                    <a:pt x="122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87"/>
            <p:cNvSpPr/>
            <p:nvPr/>
          </p:nvSpPr>
          <p:spPr>
            <a:xfrm>
              <a:off x="6564475" y="2784050"/>
              <a:ext cx="27950" cy="28600"/>
            </a:xfrm>
            <a:custGeom>
              <a:rect b="b" l="l" r="r" t="t"/>
              <a:pathLst>
                <a:path extrusionOk="0" h="1144" w="1118">
                  <a:moveTo>
                    <a:pt x="931" y="0"/>
                  </a:moveTo>
                  <a:lnTo>
                    <a:pt x="852" y="27"/>
                  </a:lnTo>
                  <a:lnTo>
                    <a:pt x="772" y="80"/>
                  </a:lnTo>
                  <a:lnTo>
                    <a:pt x="54" y="798"/>
                  </a:lnTo>
                  <a:lnTo>
                    <a:pt x="1" y="877"/>
                  </a:lnTo>
                  <a:lnTo>
                    <a:pt x="1" y="984"/>
                  </a:lnTo>
                  <a:lnTo>
                    <a:pt x="54" y="1090"/>
                  </a:lnTo>
                  <a:lnTo>
                    <a:pt x="134" y="1143"/>
                  </a:lnTo>
                  <a:lnTo>
                    <a:pt x="240" y="1143"/>
                  </a:lnTo>
                  <a:lnTo>
                    <a:pt x="346" y="1090"/>
                  </a:lnTo>
                  <a:lnTo>
                    <a:pt x="1064" y="346"/>
                  </a:lnTo>
                  <a:lnTo>
                    <a:pt x="1117" y="293"/>
                  </a:lnTo>
                  <a:lnTo>
                    <a:pt x="1117" y="213"/>
                  </a:lnTo>
                  <a:lnTo>
                    <a:pt x="1117" y="133"/>
                  </a:lnTo>
                  <a:lnTo>
                    <a:pt x="1064" y="80"/>
                  </a:lnTo>
                  <a:lnTo>
                    <a:pt x="1011" y="27"/>
                  </a:lnTo>
                  <a:lnTo>
                    <a:pt x="93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4" name="Google Shape;1484;p87"/>
          <p:cNvGrpSpPr/>
          <p:nvPr/>
        </p:nvGrpSpPr>
        <p:grpSpPr>
          <a:xfrm>
            <a:off x="8007686" y="2743779"/>
            <a:ext cx="243154" cy="242483"/>
            <a:chOff x="7134000" y="2770100"/>
            <a:chExt cx="235250" cy="234600"/>
          </a:xfrm>
        </p:grpSpPr>
        <p:sp>
          <p:nvSpPr>
            <p:cNvPr id="1485" name="Google Shape;1485;p87"/>
            <p:cNvSpPr/>
            <p:nvPr/>
          </p:nvSpPr>
          <p:spPr>
            <a:xfrm>
              <a:off x="7134000" y="2770100"/>
              <a:ext cx="235250" cy="234600"/>
            </a:xfrm>
            <a:custGeom>
              <a:rect b="b" l="l" r="r" t="t"/>
              <a:pathLst>
                <a:path extrusionOk="0" h="9384" w="9410">
                  <a:moveTo>
                    <a:pt x="7921" y="1861"/>
                  </a:moveTo>
                  <a:lnTo>
                    <a:pt x="7975" y="1914"/>
                  </a:lnTo>
                  <a:lnTo>
                    <a:pt x="8054" y="1994"/>
                  </a:lnTo>
                  <a:lnTo>
                    <a:pt x="8134" y="2100"/>
                  </a:lnTo>
                  <a:lnTo>
                    <a:pt x="8187" y="2180"/>
                  </a:lnTo>
                  <a:lnTo>
                    <a:pt x="8240" y="2286"/>
                  </a:lnTo>
                  <a:lnTo>
                    <a:pt x="8320" y="2366"/>
                  </a:lnTo>
                  <a:lnTo>
                    <a:pt x="8373" y="2472"/>
                  </a:lnTo>
                  <a:lnTo>
                    <a:pt x="8480" y="2658"/>
                  </a:lnTo>
                  <a:lnTo>
                    <a:pt x="8506" y="2685"/>
                  </a:lnTo>
                  <a:lnTo>
                    <a:pt x="8586" y="2871"/>
                  </a:lnTo>
                  <a:lnTo>
                    <a:pt x="8613" y="2897"/>
                  </a:lnTo>
                  <a:lnTo>
                    <a:pt x="8692" y="3083"/>
                  </a:lnTo>
                  <a:lnTo>
                    <a:pt x="8692" y="3137"/>
                  </a:lnTo>
                  <a:lnTo>
                    <a:pt x="8772" y="3296"/>
                  </a:lnTo>
                  <a:lnTo>
                    <a:pt x="8772" y="3349"/>
                  </a:lnTo>
                  <a:lnTo>
                    <a:pt x="8825" y="3535"/>
                  </a:lnTo>
                  <a:lnTo>
                    <a:pt x="8852" y="3562"/>
                  </a:lnTo>
                  <a:lnTo>
                    <a:pt x="8666" y="3589"/>
                  </a:lnTo>
                  <a:lnTo>
                    <a:pt x="8506" y="3615"/>
                  </a:lnTo>
                  <a:lnTo>
                    <a:pt x="8347" y="3589"/>
                  </a:lnTo>
                  <a:lnTo>
                    <a:pt x="8161" y="3535"/>
                  </a:lnTo>
                  <a:lnTo>
                    <a:pt x="8028" y="3456"/>
                  </a:lnTo>
                  <a:lnTo>
                    <a:pt x="7895" y="3376"/>
                  </a:lnTo>
                  <a:lnTo>
                    <a:pt x="7762" y="3243"/>
                  </a:lnTo>
                  <a:lnTo>
                    <a:pt x="7682" y="3083"/>
                  </a:lnTo>
                  <a:lnTo>
                    <a:pt x="7602" y="2924"/>
                  </a:lnTo>
                  <a:lnTo>
                    <a:pt x="7549" y="2765"/>
                  </a:lnTo>
                  <a:lnTo>
                    <a:pt x="7549" y="2605"/>
                  </a:lnTo>
                  <a:lnTo>
                    <a:pt x="7576" y="2419"/>
                  </a:lnTo>
                  <a:lnTo>
                    <a:pt x="7629" y="2259"/>
                  </a:lnTo>
                  <a:lnTo>
                    <a:pt x="7709" y="2127"/>
                  </a:lnTo>
                  <a:lnTo>
                    <a:pt x="7815" y="1994"/>
                  </a:lnTo>
                  <a:lnTo>
                    <a:pt x="7921" y="1861"/>
                  </a:lnTo>
                  <a:close/>
                  <a:moveTo>
                    <a:pt x="3110" y="691"/>
                  </a:moveTo>
                  <a:lnTo>
                    <a:pt x="3270" y="824"/>
                  </a:lnTo>
                  <a:lnTo>
                    <a:pt x="3429" y="984"/>
                  </a:lnTo>
                  <a:lnTo>
                    <a:pt x="3562" y="1143"/>
                  </a:lnTo>
                  <a:lnTo>
                    <a:pt x="3668" y="1329"/>
                  </a:lnTo>
                  <a:lnTo>
                    <a:pt x="3748" y="1515"/>
                  </a:lnTo>
                  <a:lnTo>
                    <a:pt x="3828" y="1701"/>
                  </a:lnTo>
                  <a:lnTo>
                    <a:pt x="3854" y="1914"/>
                  </a:lnTo>
                  <a:lnTo>
                    <a:pt x="3881" y="2127"/>
                  </a:lnTo>
                  <a:lnTo>
                    <a:pt x="3854" y="2419"/>
                  </a:lnTo>
                  <a:lnTo>
                    <a:pt x="3775" y="2685"/>
                  </a:lnTo>
                  <a:lnTo>
                    <a:pt x="3668" y="2924"/>
                  </a:lnTo>
                  <a:lnTo>
                    <a:pt x="3535" y="3163"/>
                  </a:lnTo>
                  <a:lnTo>
                    <a:pt x="3349" y="3376"/>
                  </a:lnTo>
                  <a:lnTo>
                    <a:pt x="3137" y="3535"/>
                  </a:lnTo>
                  <a:lnTo>
                    <a:pt x="2898" y="3695"/>
                  </a:lnTo>
                  <a:lnTo>
                    <a:pt x="2658" y="3775"/>
                  </a:lnTo>
                  <a:lnTo>
                    <a:pt x="2366" y="3854"/>
                  </a:lnTo>
                  <a:lnTo>
                    <a:pt x="2100" y="3854"/>
                  </a:lnTo>
                  <a:lnTo>
                    <a:pt x="1834" y="3828"/>
                  </a:lnTo>
                  <a:lnTo>
                    <a:pt x="1568" y="3775"/>
                  </a:lnTo>
                  <a:lnTo>
                    <a:pt x="1329" y="3668"/>
                  </a:lnTo>
                  <a:lnTo>
                    <a:pt x="1090" y="3509"/>
                  </a:lnTo>
                  <a:lnTo>
                    <a:pt x="877" y="3323"/>
                  </a:lnTo>
                  <a:lnTo>
                    <a:pt x="691" y="3110"/>
                  </a:lnTo>
                  <a:lnTo>
                    <a:pt x="718" y="3030"/>
                  </a:lnTo>
                  <a:lnTo>
                    <a:pt x="744" y="3004"/>
                  </a:lnTo>
                  <a:lnTo>
                    <a:pt x="824" y="2844"/>
                  </a:lnTo>
                  <a:lnTo>
                    <a:pt x="824" y="2818"/>
                  </a:lnTo>
                  <a:lnTo>
                    <a:pt x="1010" y="2499"/>
                  </a:lnTo>
                  <a:lnTo>
                    <a:pt x="1196" y="2206"/>
                  </a:lnTo>
                  <a:lnTo>
                    <a:pt x="1409" y="1914"/>
                  </a:lnTo>
                  <a:lnTo>
                    <a:pt x="1675" y="1648"/>
                  </a:lnTo>
                  <a:lnTo>
                    <a:pt x="1914" y="1409"/>
                  </a:lnTo>
                  <a:lnTo>
                    <a:pt x="2206" y="1196"/>
                  </a:lnTo>
                  <a:lnTo>
                    <a:pt x="2525" y="984"/>
                  </a:lnTo>
                  <a:lnTo>
                    <a:pt x="2844" y="824"/>
                  </a:lnTo>
                  <a:lnTo>
                    <a:pt x="3004" y="744"/>
                  </a:lnTo>
                  <a:lnTo>
                    <a:pt x="3057" y="718"/>
                  </a:lnTo>
                  <a:lnTo>
                    <a:pt x="3110" y="691"/>
                  </a:lnTo>
                  <a:close/>
                  <a:moveTo>
                    <a:pt x="3137" y="7363"/>
                  </a:moveTo>
                  <a:lnTo>
                    <a:pt x="3270" y="7390"/>
                  </a:lnTo>
                  <a:lnTo>
                    <a:pt x="3403" y="7443"/>
                  </a:lnTo>
                  <a:lnTo>
                    <a:pt x="3535" y="7523"/>
                  </a:lnTo>
                  <a:lnTo>
                    <a:pt x="3642" y="7602"/>
                  </a:lnTo>
                  <a:lnTo>
                    <a:pt x="3748" y="7709"/>
                  </a:lnTo>
                  <a:lnTo>
                    <a:pt x="3854" y="7815"/>
                  </a:lnTo>
                  <a:lnTo>
                    <a:pt x="3908" y="7948"/>
                  </a:lnTo>
                  <a:lnTo>
                    <a:pt x="3961" y="8081"/>
                  </a:lnTo>
                  <a:lnTo>
                    <a:pt x="3987" y="8214"/>
                  </a:lnTo>
                  <a:lnTo>
                    <a:pt x="4014" y="8373"/>
                  </a:lnTo>
                  <a:lnTo>
                    <a:pt x="4014" y="8506"/>
                  </a:lnTo>
                  <a:lnTo>
                    <a:pt x="3987" y="8639"/>
                  </a:lnTo>
                  <a:lnTo>
                    <a:pt x="3934" y="8772"/>
                  </a:lnTo>
                  <a:lnTo>
                    <a:pt x="3881" y="8905"/>
                  </a:lnTo>
                  <a:lnTo>
                    <a:pt x="3854" y="8905"/>
                  </a:lnTo>
                  <a:lnTo>
                    <a:pt x="3376" y="8798"/>
                  </a:lnTo>
                  <a:lnTo>
                    <a:pt x="3323" y="8772"/>
                  </a:lnTo>
                  <a:lnTo>
                    <a:pt x="3163" y="8719"/>
                  </a:lnTo>
                  <a:lnTo>
                    <a:pt x="3084" y="8692"/>
                  </a:lnTo>
                  <a:lnTo>
                    <a:pt x="2924" y="8612"/>
                  </a:lnTo>
                  <a:lnTo>
                    <a:pt x="2871" y="8586"/>
                  </a:lnTo>
                  <a:lnTo>
                    <a:pt x="2685" y="8480"/>
                  </a:lnTo>
                  <a:lnTo>
                    <a:pt x="2605" y="8453"/>
                  </a:lnTo>
                  <a:lnTo>
                    <a:pt x="2446" y="8373"/>
                  </a:lnTo>
                  <a:lnTo>
                    <a:pt x="2366" y="8293"/>
                  </a:lnTo>
                  <a:lnTo>
                    <a:pt x="2260" y="8240"/>
                  </a:lnTo>
                  <a:lnTo>
                    <a:pt x="2153" y="8161"/>
                  </a:lnTo>
                  <a:lnTo>
                    <a:pt x="2074" y="8107"/>
                  </a:lnTo>
                  <a:lnTo>
                    <a:pt x="1994" y="8028"/>
                  </a:lnTo>
                  <a:lnTo>
                    <a:pt x="2047" y="7895"/>
                  </a:lnTo>
                  <a:lnTo>
                    <a:pt x="2127" y="7788"/>
                  </a:lnTo>
                  <a:lnTo>
                    <a:pt x="2233" y="7682"/>
                  </a:lnTo>
                  <a:lnTo>
                    <a:pt x="2339" y="7576"/>
                  </a:lnTo>
                  <a:lnTo>
                    <a:pt x="2446" y="7496"/>
                  </a:lnTo>
                  <a:lnTo>
                    <a:pt x="2579" y="7443"/>
                  </a:lnTo>
                  <a:lnTo>
                    <a:pt x="2711" y="7390"/>
                  </a:lnTo>
                  <a:lnTo>
                    <a:pt x="2844" y="7363"/>
                  </a:lnTo>
                  <a:close/>
                  <a:moveTo>
                    <a:pt x="4944" y="399"/>
                  </a:moveTo>
                  <a:lnTo>
                    <a:pt x="5210" y="425"/>
                  </a:lnTo>
                  <a:lnTo>
                    <a:pt x="5476" y="479"/>
                  </a:lnTo>
                  <a:lnTo>
                    <a:pt x="5742" y="532"/>
                  </a:lnTo>
                  <a:lnTo>
                    <a:pt x="6008" y="611"/>
                  </a:lnTo>
                  <a:lnTo>
                    <a:pt x="6273" y="691"/>
                  </a:lnTo>
                  <a:lnTo>
                    <a:pt x="6513" y="797"/>
                  </a:lnTo>
                  <a:lnTo>
                    <a:pt x="6752" y="930"/>
                  </a:lnTo>
                  <a:lnTo>
                    <a:pt x="6991" y="1063"/>
                  </a:lnTo>
                  <a:lnTo>
                    <a:pt x="7230" y="1223"/>
                  </a:lnTo>
                  <a:lnTo>
                    <a:pt x="7443" y="1382"/>
                  </a:lnTo>
                  <a:lnTo>
                    <a:pt x="7656" y="1568"/>
                  </a:lnTo>
                  <a:lnTo>
                    <a:pt x="7470" y="1754"/>
                  </a:lnTo>
                  <a:lnTo>
                    <a:pt x="7337" y="1940"/>
                  </a:lnTo>
                  <a:lnTo>
                    <a:pt x="7230" y="2153"/>
                  </a:lnTo>
                  <a:lnTo>
                    <a:pt x="7177" y="2366"/>
                  </a:lnTo>
                  <a:lnTo>
                    <a:pt x="7151" y="2605"/>
                  </a:lnTo>
                  <a:lnTo>
                    <a:pt x="7151" y="2844"/>
                  </a:lnTo>
                  <a:lnTo>
                    <a:pt x="7204" y="3057"/>
                  </a:lnTo>
                  <a:lnTo>
                    <a:pt x="7310" y="3296"/>
                  </a:lnTo>
                  <a:lnTo>
                    <a:pt x="7443" y="3482"/>
                  </a:lnTo>
                  <a:lnTo>
                    <a:pt x="7602" y="3668"/>
                  </a:lnTo>
                  <a:lnTo>
                    <a:pt x="7789" y="3801"/>
                  </a:lnTo>
                  <a:lnTo>
                    <a:pt x="8001" y="3908"/>
                  </a:lnTo>
                  <a:lnTo>
                    <a:pt x="8214" y="3987"/>
                  </a:lnTo>
                  <a:lnTo>
                    <a:pt x="8453" y="4014"/>
                  </a:lnTo>
                  <a:lnTo>
                    <a:pt x="8692" y="3987"/>
                  </a:lnTo>
                  <a:lnTo>
                    <a:pt x="8932" y="3934"/>
                  </a:lnTo>
                  <a:lnTo>
                    <a:pt x="8985" y="4413"/>
                  </a:lnTo>
                  <a:lnTo>
                    <a:pt x="8985" y="4891"/>
                  </a:lnTo>
                  <a:lnTo>
                    <a:pt x="8958" y="5343"/>
                  </a:lnTo>
                  <a:lnTo>
                    <a:pt x="8852" y="5795"/>
                  </a:lnTo>
                  <a:lnTo>
                    <a:pt x="8719" y="6247"/>
                  </a:lnTo>
                  <a:lnTo>
                    <a:pt x="8506" y="6672"/>
                  </a:lnTo>
                  <a:lnTo>
                    <a:pt x="8294" y="7071"/>
                  </a:lnTo>
                  <a:lnTo>
                    <a:pt x="8001" y="7469"/>
                  </a:lnTo>
                  <a:lnTo>
                    <a:pt x="7682" y="7815"/>
                  </a:lnTo>
                  <a:lnTo>
                    <a:pt x="7310" y="8107"/>
                  </a:lnTo>
                  <a:lnTo>
                    <a:pt x="6938" y="8373"/>
                  </a:lnTo>
                  <a:lnTo>
                    <a:pt x="6513" y="8586"/>
                  </a:lnTo>
                  <a:lnTo>
                    <a:pt x="6087" y="8772"/>
                  </a:lnTo>
                  <a:lnTo>
                    <a:pt x="5635" y="8905"/>
                  </a:lnTo>
                  <a:lnTo>
                    <a:pt x="5184" y="8958"/>
                  </a:lnTo>
                  <a:lnTo>
                    <a:pt x="4705" y="8985"/>
                  </a:lnTo>
                  <a:lnTo>
                    <a:pt x="4280" y="8985"/>
                  </a:lnTo>
                  <a:lnTo>
                    <a:pt x="4386" y="8692"/>
                  </a:lnTo>
                  <a:lnTo>
                    <a:pt x="4413" y="8400"/>
                  </a:lnTo>
                  <a:lnTo>
                    <a:pt x="4386" y="8161"/>
                  </a:lnTo>
                  <a:lnTo>
                    <a:pt x="4333" y="7921"/>
                  </a:lnTo>
                  <a:lnTo>
                    <a:pt x="4227" y="7709"/>
                  </a:lnTo>
                  <a:lnTo>
                    <a:pt x="4094" y="7496"/>
                  </a:lnTo>
                  <a:lnTo>
                    <a:pt x="3934" y="7337"/>
                  </a:lnTo>
                  <a:lnTo>
                    <a:pt x="3748" y="7177"/>
                  </a:lnTo>
                  <a:lnTo>
                    <a:pt x="3535" y="7071"/>
                  </a:lnTo>
                  <a:lnTo>
                    <a:pt x="3296" y="6991"/>
                  </a:lnTo>
                  <a:lnTo>
                    <a:pt x="3057" y="6964"/>
                  </a:lnTo>
                  <a:lnTo>
                    <a:pt x="2818" y="6964"/>
                  </a:lnTo>
                  <a:lnTo>
                    <a:pt x="2579" y="7018"/>
                  </a:lnTo>
                  <a:lnTo>
                    <a:pt x="2366" y="7097"/>
                  </a:lnTo>
                  <a:lnTo>
                    <a:pt x="2153" y="7204"/>
                  </a:lnTo>
                  <a:lnTo>
                    <a:pt x="1967" y="7363"/>
                  </a:lnTo>
                  <a:lnTo>
                    <a:pt x="1808" y="7549"/>
                  </a:lnTo>
                  <a:lnTo>
                    <a:pt x="1675" y="7762"/>
                  </a:lnTo>
                  <a:lnTo>
                    <a:pt x="1489" y="7549"/>
                  </a:lnTo>
                  <a:lnTo>
                    <a:pt x="1303" y="7337"/>
                  </a:lnTo>
                  <a:lnTo>
                    <a:pt x="1143" y="7097"/>
                  </a:lnTo>
                  <a:lnTo>
                    <a:pt x="984" y="6858"/>
                  </a:lnTo>
                  <a:lnTo>
                    <a:pt x="851" y="6592"/>
                  </a:lnTo>
                  <a:lnTo>
                    <a:pt x="718" y="6353"/>
                  </a:lnTo>
                  <a:lnTo>
                    <a:pt x="638" y="6087"/>
                  </a:lnTo>
                  <a:lnTo>
                    <a:pt x="558" y="5821"/>
                  </a:lnTo>
                  <a:lnTo>
                    <a:pt x="479" y="5529"/>
                  </a:lnTo>
                  <a:lnTo>
                    <a:pt x="425" y="5263"/>
                  </a:lnTo>
                  <a:lnTo>
                    <a:pt x="399" y="4971"/>
                  </a:lnTo>
                  <a:lnTo>
                    <a:pt x="399" y="4705"/>
                  </a:lnTo>
                  <a:lnTo>
                    <a:pt x="399" y="4413"/>
                  </a:lnTo>
                  <a:lnTo>
                    <a:pt x="425" y="4120"/>
                  </a:lnTo>
                  <a:lnTo>
                    <a:pt x="479" y="3854"/>
                  </a:lnTo>
                  <a:lnTo>
                    <a:pt x="558" y="3562"/>
                  </a:lnTo>
                  <a:lnTo>
                    <a:pt x="718" y="3721"/>
                  </a:lnTo>
                  <a:lnTo>
                    <a:pt x="877" y="3854"/>
                  </a:lnTo>
                  <a:lnTo>
                    <a:pt x="1063" y="3987"/>
                  </a:lnTo>
                  <a:lnTo>
                    <a:pt x="1276" y="4094"/>
                  </a:lnTo>
                  <a:lnTo>
                    <a:pt x="1462" y="4173"/>
                  </a:lnTo>
                  <a:lnTo>
                    <a:pt x="1701" y="4226"/>
                  </a:lnTo>
                  <a:lnTo>
                    <a:pt x="1914" y="4253"/>
                  </a:lnTo>
                  <a:lnTo>
                    <a:pt x="2366" y="4253"/>
                  </a:lnTo>
                  <a:lnTo>
                    <a:pt x="2552" y="4226"/>
                  </a:lnTo>
                  <a:lnTo>
                    <a:pt x="2765" y="4173"/>
                  </a:lnTo>
                  <a:lnTo>
                    <a:pt x="2977" y="4094"/>
                  </a:lnTo>
                  <a:lnTo>
                    <a:pt x="3163" y="4014"/>
                  </a:lnTo>
                  <a:lnTo>
                    <a:pt x="3323" y="3908"/>
                  </a:lnTo>
                  <a:lnTo>
                    <a:pt x="3482" y="3775"/>
                  </a:lnTo>
                  <a:lnTo>
                    <a:pt x="3642" y="3642"/>
                  </a:lnTo>
                  <a:lnTo>
                    <a:pt x="3775" y="3482"/>
                  </a:lnTo>
                  <a:lnTo>
                    <a:pt x="3908" y="3323"/>
                  </a:lnTo>
                  <a:lnTo>
                    <a:pt x="4014" y="3137"/>
                  </a:lnTo>
                  <a:lnTo>
                    <a:pt x="4094" y="2951"/>
                  </a:lnTo>
                  <a:lnTo>
                    <a:pt x="4173" y="2765"/>
                  </a:lnTo>
                  <a:lnTo>
                    <a:pt x="4227" y="2552"/>
                  </a:lnTo>
                  <a:lnTo>
                    <a:pt x="4253" y="2339"/>
                  </a:lnTo>
                  <a:lnTo>
                    <a:pt x="4280" y="2127"/>
                  </a:lnTo>
                  <a:lnTo>
                    <a:pt x="4253" y="1914"/>
                  </a:lnTo>
                  <a:lnTo>
                    <a:pt x="4227" y="1675"/>
                  </a:lnTo>
                  <a:lnTo>
                    <a:pt x="4173" y="1462"/>
                  </a:lnTo>
                  <a:lnTo>
                    <a:pt x="4094" y="1276"/>
                  </a:lnTo>
                  <a:lnTo>
                    <a:pt x="3987" y="1063"/>
                  </a:lnTo>
                  <a:lnTo>
                    <a:pt x="3854" y="877"/>
                  </a:lnTo>
                  <a:lnTo>
                    <a:pt x="3722" y="718"/>
                  </a:lnTo>
                  <a:lnTo>
                    <a:pt x="3562" y="558"/>
                  </a:lnTo>
                  <a:lnTo>
                    <a:pt x="3828" y="479"/>
                  </a:lnTo>
                  <a:lnTo>
                    <a:pt x="4120" y="425"/>
                  </a:lnTo>
                  <a:lnTo>
                    <a:pt x="4386" y="399"/>
                  </a:lnTo>
                  <a:close/>
                  <a:moveTo>
                    <a:pt x="4413" y="0"/>
                  </a:moveTo>
                  <a:lnTo>
                    <a:pt x="4067" y="27"/>
                  </a:lnTo>
                  <a:lnTo>
                    <a:pt x="3748" y="80"/>
                  </a:lnTo>
                  <a:lnTo>
                    <a:pt x="3403" y="186"/>
                  </a:lnTo>
                  <a:lnTo>
                    <a:pt x="3084" y="292"/>
                  </a:lnTo>
                  <a:lnTo>
                    <a:pt x="3057" y="292"/>
                  </a:lnTo>
                  <a:lnTo>
                    <a:pt x="2898" y="346"/>
                  </a:lnTo>
                  <a:lnTo>
                    <a:pt x="2871" y="372"/>
                  </a:lnTo>
                  <a:lnTo>
                    <a:pt x="2685" y="452"/>
                  </a:lnTo>
                  <a:lnTo>
                    <a:pt x="2658" y="452"/>
                  </a:lnTo>
                  <a:lnTo>
                    <a:pt x="2472" y="558"/>
                  </a:lnTo>
                  <a:lnTo>
                    <a:pt x="2153" y="744"/>
                  </a:lnTo>
                  <a:lnTo>
                    <a:pt x="1887" y="930"/>
                  </a:lnTo>
                  <a:lnTo>
                    <a:pt x="1622" y="1143"/>
                  </a:lnTo>
                  <a:lnTo>
                    <a:pt x="1382" y="1382"/>
                  </a:lnTo>
                  <a:lnTo>
                    <a:pt x="1143" y="1622"/>
                  </a:lnTo>
                  <a:lnTo>
                    <a:pt x="931" y="1887"/>
                  </a:lnTo>
                  <a:lnTo>
                    <a:pt x="744" y="2153"/>
                  </a:lnTo>
                  <a:lnTo>
                    <a:pt x="558" y="2446"/>
                  </a:lnTo>
                  <a:lnTo>
                    <a:pt x="479" y="2658"/>
                  </a:lnTo>
                  <a:lnTo>
                    <a:pt x="452" y="2685"/>
                  </a:lnTo>
                  <a:lnTo>
                    <a:pt x="372" y="2871"/>
                  </a:lnTo>
                  <a:lnTo>
                    <a:pt x="346" y="2897"/>
                  </a:lnTo>
                  <a:lnTo>
                    <a:pt x="293" y="3057"/>
                  </a:lnTo>
                  <a:lnTo>
                    <a:pt x="186" y="3402"/>
                  </a:lnTo>
                  <a:lnTo>
                    <a:pt x="80" y="3775"/>
                  </a:lnTo>
                  <a:lnTo>
                    <a:pt x="27" y="4120"/>
                  </a:lnTo>
                  <a:lnTo>
                    <a:pt x="0" y="4466"/>
                  </a:lnTo>
                  <a:lnTo>
                    <a:pt x="0" y="4838"/>
                  </a:lnTo>
                  <a:lnTo>
                    <a:pt x="27" y="5183"/>
                  </a:lnTo>
                  <a:lnTo>
                    <a:pt x="80" y="5529"/>
                  </a:lnTo>
                  <a:lnTo>
                    <a:pt x="160" y="5875"/>
                  </a:lnTo>
                  <a:lnTo>
                    <a:pt x="239" y="6194"/>
                  </a:lnTo>
                  <a:lnTo>
                    <a:pt x="372" y="6539"/>
                  </a:lnTo>
                  <a:lnTo>
                    <a:pt x="532" y="6858"/>
                  </a:lnTo>
                  <a:lnTo>
                    <a:pt x="691" y="7150"/>
                  </a:lnTo>
                  <a:lnTo>
                    <a:pt x="904" y="7443"/>
                  </a:lnTo>
                  <a:lnTo>
                    <a:pt x="1117" y="7735"/>
                  </a:lnTo>
                  <a:lnTo>
                    <a:pt x="1356" y="8001"/>
                  </a:lnTo>
                  <a:lnTo>
                    <a:pt x="1622" y="8240"/>
                  </a:lnTo>
                  <a:lnTo>
                    <a:pt x="1648" y="8267"/>
                  </a:lnTo>
                  <a:lnTo>
                    <a:pt x="1675" y="8293"/>
                  </a:lnTo>
                  <a:lnTo>
                    <a:pt x="1834" y="8426"/>
                  </a:lnTo>
                  <a:lnTo>
                    <a:pt x="1967" y="8506"/>
                  </a:lnTo>
                  <a:lnTo>
                    <a:pt x="2100" y="8612"/>
                  </a:lnTo>
                  <a:lnTo>
                    <a:pt x="2206" y="8666"/>
                  </a:lnTo>
                  <a:lnTo>
                    <a:pt x="2366" y="8772"/>
                  </a:lnTo>
                  <a:lnTo>
                    <a:pt x="2446" y="8825"/>
                  </a:lnTo>
                  <a:lnTo>
                    <a:pt x="2685" y="8931"/>
                  </a:lnTo>
                  <a:lnTo>
                    <a:pt x="2765" y="8985"/>
                  </a:lnTo>
                  <a:lnTo>
                    <a:pt x="2977" y="9064"/>
                  </a:lnTo>
                  <a:lnTo>
                    <a:pt x="3030" y="9091"/>
                  </a:lnTo>
                  <a:lnTo>
                    <a:pt x="3323" y="9197"/>
                  </a:lnTo>
                  <a:lnTo>
                    <a:pt x="3589" y="9250"/>
                  </a:lnTo>
                  <a:lnTo>
                    <a:pt x="3642" y="9277"/>
                  </a:lnTo>
                  <a:lnTo>
                    <a:pt x="3908" y="9330"/>
                  </a:lnTo>
                  <a:lnTo>
                    <a:pt x="3934" y="9330"/>
                  </a:lnTo>
                  <a:lnTo>
                    <a:pt x="4227" y="9383"/>
                  </a:lnTo>
                  <a:lnTo>
                    <a:pt x="5104" y="9383"/>
                  </a:lnTo>
                  <a:lnTo>
                    <a:pt x="5370" y="9357"/>
                  </a:lnTo>
                  <a:lnTo>
                    <a:pt x="5662" y="9304"/>
                  </a:lnTo>
                  <a:lnTo>
                    <a:pt x="5928" y="9224"/>
                  </a:lnTo>
                  <a:lnTo>
                    <a:pt x="6220" y="9144"/>
                  </a:lnTo>
                  <a:lnTo>
                    <a:pt x="6486" y="9038"/>
                  </a:lnTo>
                  <a:lnTo>
                    <a:pt x="6752" y="8931"/>
                  </a:lnTo>
                  <a:lnTo>
                    <a:pt x="6991" y="8798"/>
                  </a:lnTo>
                  <a:lnTo>
                    <a:pt x="7230" y="8639"/>
                  </a:lnTo>
                  <a:lnTo>
                    <a:pt x="7470" y="8480"/>
                  </a:lnTo>
                  <a:lnTo>
                    <a:pt x="7709" y="8320"/>
                  </a:lnTo>
                  <a:lnTo>
                    <a:pt x="7921" y="8107"/>
                  </a:lnTo>
                  <a:lnTo>
                    <a:pt x="8134" y="7921"/>
                  </a:lnTo>
                  <a:lnTo>
                    <a:pt x="8320" y="7682"/>
                  </a:lnTo>
                  <a:lnTo>
                    <a:pt x="8506" y="7469"/>
                  </a:lnTo>
                  <a:lnTo>
                    <a:pt x="8666" y="7230"/>
                  </a:lnTo>
                  <a:lnTo>
                    <a:pt x="8825" y="6964"/>
                  </a:lnTo>
                  <a:lnTo>
                    <a:pt x="8932" y="6725"/>
                  </a:lnTo>
                  <a:lnTo>
                    <a:pt x="9064" y="6459"/>
                  </a:lnTo>
                  <a:lnTo>
                    <a:pt x="9171" y="6194"/>
                  </a:lnTo>
                  <a:lnTo>
                    <a:pt x="9250" y="5901"/>
                  </a:lnTo>
                  <a:lnTo>
                    <a:pt x="9304" y="5635"/>
                  </a:lnTo>
                  <a:lnTo>
                    <a:pt x="9357" y="5343"/>
                  </a:lnTo>
                  <a:lnTo>
                    <a:pt x="9383" y="5077"/>
                  </a:lnTo>
                  <a:lnTo>
                    <a:pt x="9410" y="4785"/>
                  </a:lnTo>
                  <a:lnTo>
                    <a:pt x="9383" y="4492"/>
                  </a:lnTo>
                  <a:lnTo>
                    <a:pt x="9383" y="4200"/>
                  </a:lnTo>
                  <a:lnTo>
                    <a:pt x="9330" y="3908"/>
                  </a:lnTo>
                  <a:lnTo>
                    <a:pt x="9277" y="3615"/>
                  </a:lnTo>
                  <a:lnTo>
                    <a:pt x="9197" y="3323"/>
                  </a:lnTo>
                  <a:lnTo>
                    <a:pt x="9091" y="3030"/>
                  </a:lnTo>
                  <a:lnTo>
                    <a:pt x="9091" y="3004"/>
                  </a:lnTo>
                  <a:lnTo>
                    <a:pt x="8985" y="2765"/>
                  </a:lnTo>
                  <a:lnTo>
                    <a:pt x="8958" y="2711"/>
                  </a:lnTo>
                  <a:lnTo>
                    <a:pt x="8852" y="2499"/>
                  </a:lnTo>
                  <a:lnTo>
                    <a:pt x="8825" y="2472"/>
                  </a:lnTo>
                  <a:lnTo>
                    <a:pt x="8692" y="2233"/>
                  </a:lnTo>
                  <a:lnTo>
                    <a:pt x="8639" y="2153"/>
                  </a:lnTo>
                  <a:lnTo>
                    <a:pt x="8559" y="1994"/>
                  </a:lnTo>
                  <a:lnTo>
                    <a:pt x="8480" y="1914"/>
                  </a:lnTo>
                  <a:lnTo>
                    <a:pt x="8373" y="1754"/>
                  </a:lnTo>
                  <a:lnTo>
                    <a:pt x="8267" y="1622"/>
                  </a:lnTo>
                  <a:lnTo>
                    <a:pt x="8161" y="1515"/>
                  </a:lnTo>
                  <a:lnTo>
                    <a:pt x="8107" y="1462"/>
                  </a:lnTo>
                  <a:lnTo>
                    <a:pt x="7842" y="1223"/>
                  </a:lnTo>
                  <a:lnTo>
                    <a:pt x="7576" y="984"/>
                  </a:lnTo>
                  <a:lnTo>
                    <a:pt x="7310" y="797"/>
                  </a:lnTo>
                  <a:lnTo>
                    <a:pt x="7018" y="611"/>
                  </a:lnTo>
                  <a:lnTo>
                    <a:pt x="6725" y="452"/>
                  </a:lnTo>
                  <a:lnTo>
                    <a:pt x="6406" y="319"/>
                  </a:lnTo>
                  <a:lnTo>
                    <a:pt x="6087" y="213"/>
                  </a:lnTo>
                  <a:lnTo>
                    <a:pt x="5768" y="106"/>
                  </a:lnTo>
                  <a:lnTo>
                    <a:pt x="5423" y="53"/>
                  </a:lnTo>
                  <a:lnTo>
                    <a:pt x="510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87"/>
            <p:cNvSpPr/>
            <p:nvPr/>
          </p:nvSpPr>
          <p:spPr>
            <a:xfrm>
              <a:off x="7242975" y="2869100"/>
              <a:ext cx="56500" cy="57175"/>
            </a:xfrm>
            <a:custGeom>
              <a:rect b="b" l="l" r="r" t="t"/>
              <a:pathLst>
                <a:path extrusionOk="0" h="2287" w="2260">
                  <a:moveTo>
                    <a:pt x="1117" y="399"/>
                  </a:moveTo>
                  <a:lnTo>
                    <a:pt x="1276" y="426"/>
                  </a:lnTo>
                  <a:lnTo>
                    <a:pt x="1409" y="479"/>
                  </a:lnTo>
                  <a:lnTo>
                    <a:pt x="1542" y="532"/>
                  </a:lnTo>
                  <a:lnTo>
                    <a:pt x="1649" y="612"/>
                  </a:lnTo>
                  <a:lnTo>
                    <a:pt x="1728" y="745"/>
                  </a:lnTo>
                  <a:lnTo>
                    <a:pt x="1808" y="851"/>
                  </a:lnTo>
                  <a:lnTo>
                    <a:pt x="1835" y="984"/>
                  </a:lnTo>
                  <a:lnTo>
                    <a:pt x="1861" y="1144"/>
                  </a:lnTo>
                  <a:lnTo>
                    <a:pt x="1835" y="1277"/>
                  </a:lnTo>
                  <a:lnTo>
                    <a:pt x="1808" y="1436"/>
                  </a:lnTo>
                  <a:lnTo>
                    <a:pt x="1728" y="1542"/>
                  </a:lnTo>
                  <a:lnTo>
                    <a:pt x="1649" y="1649"/>
                  </a:lnTo>
                  <a:lnTo>
                    <a:pt x="1542" y="1755"/>
                  </a:lnTo>
                  <a:lnTo>
                    <a:pt x="1409" y="1808"/>
                  </a:lnTo>
                  <a:lnTo>
                    <a:pt x="1276" y="1861"/>
                  </a:lnTo>
                  <a:lnTo>
                    <a:pt x="1117" y="1888"/>
                  </a:lnTo>
                  <a:lnTo>
                    <a:pt x="984" y="1861"/>
                  </a:lnTo>
                  <a:lnTo>
                    <a:pt x="851" y="1808"/>
                  </a:lnTo>
                  <a:lnTo>
                    <a:pt x="718" y="1755"/>
                  </a:lnTo>
                  <a:lnTo>
                    <a:pt x="612" y="1649"/>
                  </a:lnTo>
                  <a:lnTo>
                    <a:pt x="506" y="1542"/>
                  </a:lnTo>
                  <a:lnTo>
                    <a:pt x="452" y="1436"/>
                  </a:lnTo>
                  <a:lnTo>
                    <a:pt x="399" y="1277"/>
                  </a:lnTo>
                  <a:lnTo>
                    <a:pt x="399" y="1144"/>
                  </a:lnTo>
                  <a:lnTo>
                    <a:pt x="399" y="984"/>
                  </a:lnTo>
                  <a:lnTo>
                    <a:pt x="452" y="851"/>
                  </a:lnTo>
                  <a:lnTo>
                    <a:pt x="506" y="745"/>
                  </a:lnTo>
                  <a:lnTo>
                    <a:pt x="612" y="612"/>
                  </a:lnTo>
                  <a:lnTo>
                    <a:pt x="718" y="532"/>
                  </a:lnTo>
                  <a:lnTo>
                    <a:pt x="851" y="479"/>
                  </a:lnTo>
                  <a:lnTo>
                    <a:pt x="984" y="426"/>
                  </a:lnTo>
                  <a:lnTo>
                    <a:pt x="1117" y="399"/>
                  </a:lnTo>
                  <a:close/>
                  <a:moveTo>
                    <a:pt x="1117" y="1"/>
                  </a:moveTo>
                  <a:lnTo>
                    <a:pt x="904" y="27"/>
                  </a:lnTo>
                  <a:lnTo>
                    <a:pt x="692" y="107"/>
                  </a:lnTo>
                  <a:lnTo>
                    <a:pt x="479" y="213"/>
                  </a:lnTo>
                  <a:lnTo>
                    <a:pt x="319" y="346"/>
                  </a:lnTo>
                  <a:lnTo>
                    <a:pt x="187" y="506"/>
                  </a:lnTo>
                  <a:lnTo>
                    <a:pt x="80" y="692"/>
                  </a:lnTo>
                  <a:lnTo>
                    <a:pt x="1" y="904"/>
                  </a:lnTo>
                  <a:lnTo>
                    <a:pt x="1" y="1144"/>
                  </a:lnTo>
                  <a:lnTo>
                    <a:pt x="1" y="1383"/>
                  </a:lnTo>
                  <a:lnTo>
                    <a:pt x="80" y="1596"/>
                  </a:lnTo>
                  <a:lnTo>
                    <a:pt x="187" y="1782"/>
                  </a:lnTo>
                  <a:lnTo>
                    <a:pt x="319" y="1941"/>
                  </a:lnTo>
                  <a:lnTo>
                    <a:pt x="479" y="2074"/>
                  </a:lnTo>
                  <a:lnTo>
                    <a:pt x="692" y="2180"/>
                  </a:lnTo>
                  <a:lnTo>
                    <a:pt x="904" y="2260"/>
                  </a:lnTo>
                  <a:lnTo>
                    <a:pt x="1117" y="2287"/>
                  </a:lnTo>
                  <a:lnTo>
                    <a:pt x="1356" y="2260"/>
                  </a:lnTo>
                  <a:lnTo>
                    <a:pt x="1569" y="2180"/>
                  </a:lnTo>
                  <a:lnTo>
                    <a:pt x="1755" y="2074"/>
                  </a:lnTo>
                  <a:lnTo>
                    <a:pt x="1914" y="1941"/>
                  </a:lnTo>
                  <a:lnTo>
                    <a:pt x="2074" y="1782"/>
                  </a:lnTo>
                  <a:lnTo>
                    <a:pt x="2180" y="1596"/>
                  </a:lnTo>
                  <a:lnTo>
                    <a:pt x="2233" y="1383"/>
                  </a:lnTo>
                  <a:lnTo>
                    <a:pt x="2260" y="1144"/>
                  </a:lnTo>
                  <a:lnTo>
                    <a:pt x="2233" y="904"/>
                  </a:lnTo>
                  <a:lnTo>
                    <a:pt x="2180" y="692"/>
                  </a:lnTo>
                  <a:lnTo>
                    <a:pt x="2074" y="506"/>
                  </a:lnTo>
                  <a:lnTo>
                    <a:pt x="1914" y="346"/>
                  </a:lnTo>
                  <a:lnTo>
                    <a:pt x="1755" y="213"/>
                  </a:lnTo>
                  <a:lnTo>
                    <a:pt x="1569" y="107"/>
                  </a:lnTo>
                  <a:lnTo>
                    <a:pt x="1356" y="27"/>
                  </a:lnTo>
                  <a:lnTo>
                    <a:pt x="111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87"/>
            <p:cNvSpPr/>
            <p:nvPr/>
          </p:nvSpPr>
          <p:spPr>
            <a:xfrm>
              <a:off x="7162575" y="2897675"/>
              <a:ext cx="51175" cy="10000"/>
            </a:xfrm>
            <a:custGeom>
              <a:rect b="b" l="l" r="r" t="t"/>
              <a:pathLst>
                <a:path extrusionOk="0" h="400" w="2047">
                  <a:moveTo>
                    <a:pt x="213" y="1"/>
                  </a:moveTo>
                  <a:lnTo>
                    <a:pt x="133" y="27"/>
                  </a:lnTo>
                  <a:lnTo>
                    <a:pt x="80" y="80"/>
                  </a:lnTo>
                  <a:lnTo>
                    <a:pt x="27" y="134"/>
                  </a:lnTo>
                  <a:lnTo>
                    <a:pt x="0" y="213"/>
                  </a:lnTo>
                  <a:lnTo>
                    <a:pt x="27" y="293"/>
                  </a:lnTo>
                  <a:lnTo>
                    <a:pt x="80" y="346"/>
                  </a:lnTo>
                  <a:lnTo>
                    <a:pt x="133" y="399"/>
                  </a:lnTo>
                  <a:lnTo>
                    <a:pt x="1914" y="399"/>
                  </a:lnTo>
                  <a:lnTo>
                    <a:pt x="1994" y="346"/>
                  </a:lnTo>
                  <a:lnTo>
                    <a:pt x="2020" y="293"/>
                  </a:lnTo>
                  <a:lnTo>
                    <a:pt x="2047" y="213"/>
                  </a:lnTo>
                  <a:lnTo>
                    <a:pt x="2020" y="134"/>
                  </a:lnTo>
                  <a:lnTo>
                    <a:pt x="1994" y="80"/>
                  </a:lnTo>
                  <a:lnTo>
                    <a:pt x="1914" y="27"/>
                  </a:lnTo>
                  <a:lnTo>
                    <a:pt x="18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8" name="Google Shape;1488;p87"/>
            <p:cNvSpPr/>
            <p:nvPr/>
          </p:nvSpPr>
          <p:spPr>
            <a:xfrm>
              <a:off x="7256925" y="2947525"/>
              <a:ext cx="27950" cy="9975"/>
            </a:xfrm>
            <a:custGeom>
              <a:rect b="b" l="l" r="r" t="t"/>
              <a:pathLst>
                <a:path extrusionOk="0" h="399" w="1118">
                  <a:moveTo>
                    <a:pt x="213" y="0"/>
                  </a:moveTo>
                  <a:lnTo>
                    <a:pt x="134" y="27"/>
                  </a:lnTo>
                  <a:lnTo>
                    <a:pt x="54" y="80"/>
                  </a:lnTo>
                  <a:lnTo>
                    <a:pt x="27" y="133"/>
                  </a:lnTo>
                  <a:lnTo>
                    <a:pt x="1" y="213"/>
                  </a:lnTo>
                  <a:lnTo>
                    <a:pt x="27" y="293"/>
                  </a:lnTo>
                  <a:lnTo>
                    <a:pt x="54" y="346"/>
                  </a:lnTo>
                  <a:lnTo>
                    <a:pt x="134" y="399"/>
                  </a:lnTo>
                  <a:lnTo>
                    <a:pt x="1011" y="399"/>
                  </a:lnTo>
                  <a:lnTo>
                    <a:pt x="1064" y="346"/>
                  </a:lnTo>
                  <a:lnTo>
                    <a:pt x="1117" y="293"/>
                  </a:lnTo>
                  <a:lnTo>
                    <a:pt x="1117" y="213"/>
                  </a:lnTo>
                  <a:lnTo>
                    <a:pt x="1117" y="133"/>
                  </a:lnTo>
                  <a:lnTo>
                    <a:pt x="1064" y="80"/>
                  </a:lnTo>
                  <a:lnTo>
                    <a:pt x="1011" y="27"/>
                  </a:lnTo>
                  <a:lnTo>
                    <a:pt x="93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87"/>
            <p:cNvSpPr/>
            <p:nvPr/>
          </p:nvSpPr>
          <p:spPr>
            <a:xfrm>
              <a:off x="7256925" y="2832550"/>
              <a:ext cx="27950" cy="10000"/>
            </a:xfrm>
            <a:custGeom>
              <a:rect b="b" l="l" r="r" t="t"/>
              <a:pathLst>
                <a:path extrusionOk="0" h="400" w="1118">
                  <a:moveTo>
                    <a:pt x="134" y="1"/>
                  </a:moveTo>
                  <a:lnTo>
                    <a:pt x="54" y="54"/>
                  </a:lnTo>
                  <a:lnTo>
                    <a:pt x="27" y="107"/>
                  </a:lnTo>
                  <a:lnTo>
                    <a:pt x="1" y="187"/>
                  </a:lnTo>
                  <a:lnTo>
                    <a:pt x="27" y="267"/>
                  </a:lnTo>
                  <a:lnTo>
                    <a:pt x="54" y="346"/>
                  </a:lnTo>
                  <a:lnTo>
                    <a:pt x="134" y="373"/>
                  </a:lnTo>
                  <a:lnTo>
                    <a:pt x="213" y="399"/>
                  </a:lnTo>
                  <a:lnTo>
                    <a:pt x="931" y="399"/>
                  </a:lnTo>
                  <a:lnTo>
                    <a:pt x="1011" y="373"/>
                  </a:lnTo>
                  <a:lnTo>
                    <a:pt x="1064" y="346"/>
                  </a:lnTo>
                  <a:lnTo>
                    <a:pt x="1117" y="267"/>
                  </a:lnTo>
                  <a:lnTo>
                    <a:pt x="1117" y="187"/>
                  </a:lnTo>
                  <a:lnTo>
                    <a:pt x="1117" y="107"/>
                  </a:lnTo>
                  <a:lnTo>
                    <a:pt x="1064" y="54"/>
                  </a:lnTo>
                  <a:lnTo>
                    <a:pt x="101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87"/>
            <p:cNvSpPr/>
            <p:nvPr/>
          </p:nvSpPr>
          <p:spPr>
            <a:xfrm>
              <a:off x="7294800" y="2947525"/>
              <a:ext cx="17300" cy="9975"/>
            </a:xfrm>
            <a:custGeom>
              <a:rect b="b" l="l" r="r" t="t"/>
              <a:pathLst>
                <a:path extrusionOk="0" h="399" w="692">
                  <a:moveTo>
                    <a:pt x="187" y="0"/>
                  </a:moveTo>
                  <a:lnTo>
                    <a:pt x="107" y="27"/>
                  </a:lnTo>
                  <a:lnTo>
                    <a:pt x="54" y="80"/>
                  </a:lnTo>
                  <a:lnTo>
                    <a:pt x="1" y="133"/>
                  </a:lnTo>
                  <a:lnTo>
                    <a:pt x="1" y="213"/>
                  </a:lnTo>
                  <a:lnTo>
                    <a:pt x="1" y="293"/>
                  </a:lnTo>
                  <a:lnTo>
                    <a:pt x="54" y="346"/>
                  </a:lnTo>
                  <a:lnTo>
                    <a:pt x="107" y="399"/>
                  </a:lnTo>
                  <a:lnTo>
                    <a:pt x="559" y="399"/>
                  </a:lnTo>
                  <a:lnTo>
                    <a:pt x="639" y="346"/>
                  </a:lnTo>
                  <a:lnTo>
                    <a:pt x="665" y="293"/>
                  </a:lnTo>
                  <a:lnTo>
                    <a:pt x="692" y="213"/>
                  </a:lnTo>
                  <a:lnTo>
                    <a:pt x="665" y="133"/>
                  </a:lnTo>
                  <a:lnTo>
                    <a:pt x="639" y="80"/>
                  </a:lnTo>
                  <a:lnTo>
                    <a:pt x="559" y="27"/>
                  </a:lnTo>
                  <a:lnTo>
                    <a:pt x="50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 name="Google Shape;1491;p87"/>
            <p:cNvSpPr/>
            <p:nvPr/>
          </p:nvSpPr>
          <p:spPr>
            <a:xfrm>
              <a:off x="7320050" y="2907650"/>
              <a:ext cx="17975" cy="10000"/>
            </a:xfrm>
            <a:custGeom>
              <a:rect b="b" l="l" r="r" t="t"/>
              <a:pathLst>
                <a:path extrusionOk="0" h="400" w="719">
                  <a:moveTo>
                    <a:pt x="214" y="0"/>
                  </a:moveTo>
                  <a:lnTo>
                    <a:pt x="134" y="27"/>
                  </a:lnTo>
                  <a:lnTo>
                    <a:pt x="54" y="54"/>
                  </a:lnTo>
                  <a:lnTo>
                    <a:pt x="28" y="133"/>
                  </a:lnTo>
                  <a:lnTo>
                    <a:pt x="1" y="213"/>
                  </a:lnTo>
                  <a:lnTo>
                    <a:pt x="28" y="293"/>
                  </a:lnTo>
                  <a:lnTo>
                    <a:pt x="54" y="346"/>
                  </a:lnTo>
                  <a:lnTo>
                    <a:pt x="134" y="399"/>
                  </a:lnTo>
                  <a:lnTo>
                    <a:pt x="586" y="399"/>
                  </a:lnTo>
                  <a:lnTo>
                    <a:pt x="639" y="346"/>
                  </a:lnTo>
                  <a:lnTo>
                    <a:pt x="692" y="293"/>
                  </a:lnTo>
                  <a:lnTo>
                    <a:pt x="719" y="213"/>
                  </a:lnTo>
                  <a:lnTo>
                    <a:pt x="692" y="133"/>
                  </a:lnTo>
                  <a:lnTo>
                    <a:pt x="639" y="54"/>
                  </a:lnTo>
                  <a:lnTo>
                    <a:pt x="586" y="27"/>
                  </a:lnTo>
                  <a:lnTo>
                    <a:pt x="50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2" name="Google Shape;1492;p87"/>
          <p:cNvGrpSpPr/>
          <p:nvPr/>
        </p:nvGrpSpPr>
        <p:grpSpPr>
          <a:xfrm>
            <a:off x="926803" y="3462570"/>
            <a:ext cx="171733" cy="292638"/>
            <a:chOff x="283300" y="3465850"/>
            <a:chExt cx="166150" cy="283125"/>
          </a:xfrm>
        </p:grpSpPr>
        <p:sp>
          <p:nvSpPr>
            <p:cNvPr id="1493" name="Google Shape;1493;p87"/>
            <p:cNvSpPr/>
            <p:nvPr/>
          </p:nvSpPr>
          <p:spPr>
            <a:xfrm>
              <a:off x="283300" y="3465850"/>
              <a:ext cx="166150" cy="283125"/>
            </a:xfrm>
            <a:custGeom>
              <a:rect b="b" l="l" r="r" t="t"/>
              <a:pathLst>
                <a:path extrusionOk="0" h="11325" w="6646">
                  <a:moveTo>
                    <a:pt x="5875" y="426"/>
                  </a:moveTo>
                  <a:lnTo>
                    <a:pt x="6008" y="453"/>
                  </a:lnTo>
                  <a:lnTo>
                    <a:pt x="6141" y="532"/>
                  </a:lnTo>
                  <a:lnTo>
                    <a:pt x="6221" y="639"/>
                  </a:lnTo>
                  <a:lnTo>
                    <a:pt x="6247" y="798"/>
                  </a:lnTo>
                  <a:lnTo>
                    <a:pt x="6247" y="10527"/>
                  </a:lnTo>
                  <a:lnTo>
                    <a:pt x="6221" y="10686"/>
                  </a:lnTo>
                  <a:lnTo>
                    <a:pt x="6141" y="10793"/>
                  </a:lnTo>
                  <a:lnTo>
                    <a:pt x="6008" y="10873"/>
                  </a:lnTo>
                  <a:lnTo>
                    <a:pt x="5875" y="10926"/>
                  </a:lnTo>
                  <a:lnTo>
                    <a:pt x="771" y="10926"/>
                  </a:lnTo>
                  <a:lnTo>
                    <a:pt x="638" y="10873"/>
                  </a:lnTo>
                  <a:lnTo>
                    <a:pt x="506" y="10793"/>
                  </a:lnTo>
                  <a:lnTo>
                    <a:pt x="426" y="10686"/>
                  </a:lnTo>
                  <a:lnTo>
                    <a:pt x="399" y="10527"/>
                  </a:lnTo>
                  <a:lnTo>
                    <a:pt x="399" y="798"/>
                  </a:lnTo>
                  <a:lnTo>
                    <a:pt x="426" y="639"/>
                  </a:lnTo>
                  <a:lnTo>
                    <a:pt x="506" y="532"/>
                  </a:lnTo>
                  <a:lnTo>
                    <a:pt x="638" y="453"/>
                  </a:lnTo>
                  <a:lnTo>
                    <a:pt x="771" y="426"/>
                  </a:lnTo>
                  <a:close/>
                  <a:moveTo>
                    <a:pt x="771" y="1"/>
                  </a:moveTo>
                  <a:lnTo>
                    <a:pt x="612" y="27"/>
                  </a:lnTo>
                  <a:lnTo>
                    <a:pt x="479" y="80"/>
                  </a:lnTo>
                  <a:lnTo>
                    <a:pt x="346" y="160"/>
                  </a:lnTo>
                  <a:lnTo>
                    <a:pt x="213" y="240"/>
                  </a:lnTo>
                  <a:lnTo>
                    <a:pt x="133" y="373"/>
                  </a:lnTo>
                  <a:lnTo>
                    <a:pt x="54" y="506"/>
                  </a:lnTo>
                  <a:lnTo>
                    <a:pt x="1" y="639"/>
                  </a:lnTo>
                  <a:lnTo>
                    <a:pt x="1" y="798"/>
                  </a:lnTo>
                  <a:lnTo>
                    <a:pt x="1" y="10527"/>
                  </a:lnTo>
                  <a:lnTo>
                    <a:pt x="1" y="10686"/>
                  </a:lnTo>
                  <a:lnTo>
                    <a:pt x="54" y="10846"/>
                  </a:lnTo>
                  <a:lnTo>
                    <a:pt x="133" y="10979"/>
                  </a:lnTo>
                  <a:lnTo>
                    <a:pt x="213" y="11085"/>
                  </a:lnTo>
                  <a:lnTo>
                    <a:pt x="346" y="11192"/>
                  </a:lnTo>
                  <a:lnTo>
                    <a:pt x="479" y="11245"/>
                  </a:lnTo>
                  <a:lnTo>
                    <a:pt x="612" y="11298"/>
                  </a:lnTo>
                  <a:lnTo>
                    <a:pt x="771" y="11324"/>
                  </a:lnTo>
                  <a:lnTo>
                    <a:pt x="5875" y="11324"/>
                  </a:lnTo>
                  <a:lnTo>
                    <a:pt x="6008" y="11298"/>
                  </a:lnTo>
                  <a:lnTo>
                    <a:pt x="6167" y="11245"/>
                  </a:lnTo>
                  <a:lnTo>
                    <a:pt x="6300" y="11192"/>
                  </a:lnTo>
                  <a:lnTo>
                    <a:pt x="6407" y="11085"/>
                  </a:lnTo>
                  <a:lnTo>
                    <a:pt x="6513" y="10979"/>
                  </a:lnTo>
                  <a:lnTo>
                    <a:pt x="6593" y="10846"/>
                  </a:lnTo>
                  <a:lnTo>
                    <a:pt x="6646" y="10686"/>
                  </a:lnTo>
                  <a:lnTo>
                    <a:pt x="6646" y="10527"/>
                  </a:lnTo>
                  <a:lnTo>
                    <a:pt x="6646" y="798"/>
                  </a:lnTo>
                  <a:lnTo>
                    <a:pt x="6646" y="639"/>
                  </a:lnTo>
                  <a:lnTo>
                    <a:pt x="6593" y="506"/>
                  </a:lnTo>
                  <a:lnTo>
                    <a:pt x="6513" y="373"/>
                  </a:lnTo>
                  <a:lnTo>
                    <a:pt x="6407" y="240"/>
                  </a:lnTo>
                  <a:lnTo>
                    <a:pt x="6300" y="160"/>
                  </a:lnTo>
                  <a:lnTo>
                    <a:pt x="6167" y="80"/>
                  </a:lnTo>
                  <a:lnTo>
                    <a:pt x="6008" y="27"/>
                  </a:lnTo>
                  <a:lnTo>
                    <a:pt x="587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87"/>
            <p:cNvSpPr/>
            <p:nvPr/>
          </p:nvSpPr>
          <p:spPr>
            <a:xfrm>
              <a:off x="301900" y="3485800"/>
              <a:ext cx="128950" cy="243225"/>
            </a:xfrm>
            <a:custGeom>
              <a:rect b="b" l="l" r="r" t="t"/>
              <a:pathLst>
                <a:path extrusionOk="0" h="9729" w="5158">
                  <a:moveTo>
                    <a:pt x="4759" y="399"/>
                  </a:moveTo>
                  <a:lnTo>
                    <a:pt x="4759" y="9330"/>
                  </a:lnTo>
                  <a:lnTo>
                    <a:pt x="400" y="9330"/>
                  </a:lnTo>
                  <a:lnTo>
                    <a:pt x="400" y="399"/>
                  </a:lnTo>
                  <a:lnTo>
                    <a:pt x="1436" y="399"/>
                  </a:lnTo>
                  <a:lnTo>
                    <a:pt x="1941" y="904"/>
                  </a:lnTo>
                  <a:lnTo>
                    <a:pt x="2074" y="1010"/>
                  </a:lnTo>
                  <a:lnTo>
                    <a:pt x="2234" y="1117"/>
                  </a:lnTo>
                  <a:lnTo>
                    <a:pt x="2420" y="1143"/>
                  </a:lnTo>
                  <a:lnTo>
                    <a:pt x="2579" y="1170"/>
                  </a:lnTo>
                  <a:lnTo>
                    <a:pt x="2739" y="1143"/>
                  </a:lnTo>
                  <a:lnTo>
                    <a:pt x="2925" y="1117"/>
                  </a:lnTo>
                  <a:lnTo>
                    <a:pt x="3084" y="1010"/>
                  </a:lnTo>
                  <a:lnTo>
                    <a:pt x="3217" y="904"/>
                  </a:lnTo>
                  <a:lnTo>
                    <a:pt x="3722" y="399"/>
                  </a:lnTo>
                  <a:close/>
                  <a:moveTo>
                    <a:pt x="213" y="0"/>
                  </a:moveTo>
                  <a:lnTo>
                    <a:pt x="134" y="27"/>
                  </a:lnTo>
                  <a:lnTo>
                    <a:pt x="54" y="53"/>
                  </a:lnTo>
                  <a:lnTo>
                    <a:pt x="27" y="133"/>
                  </a:lnTo>
                  <a:lnTo>
                    <a:pt x="1" y="213"/>
                  </a:lnTo>
                  <a:lnTo>
                    <a:pt x="1" y="9516"/>
                  </a:lnTo>
                  <a:lnTo>
                    <a:pt x="27" y="9596"/>
                  </a:lnTo>
                  <a:lnTo>
                    <a:pt x="54" y="9676"/>
                  </a:lnTo>
                  <a:lnTo>
                    <a:pt x="134" y="9702"/>
                  </a:lnTo>
                  <a:lnTo>
                    <a:pt x="213" y="9729"/>
                  </a:lnTo>
                  <a:lnTo>
                    <a:pt x="4945" y="9729"/>
                  </a:lnTo>
                  <a:lnTo>
                    <a:pt x="5025" y="9702"/>
                  </a:lnTo>
                  <a:lnTo>
                    <a:pt x="5104" y="9676"/>
                  </a:lnTo>
                  <a:lnTo>
                    <a:pt x="5131" y="9596"/>
                  </a:lnTo>
                  <a:lnTo>
                    <a:pt x="5158" y="9516"/>
                  </a:lnTo>
                  <a:lnTo>
                    <a:pt x="5158" y="213"/>
                  </a:lnTo>
                  <a:lnTo>
                    <a:pt x="5131" y="133"/>
                  </a:lnTo>
                  <a:lnTo>
                    <a:pt x="5104" y="53"/>
                  </a:lnTo>
                  <a:lnTo>
                    <a:pt x="5025" y="27"/>
                  </a:lnTo>
                  <a:lnTo>
                    <a:pt x="4945" y="0"/>
                  </a:lnTo>
                  <a:lnTo>
                    <a:pt x="3642" y="0"/>
                  </a:lnTo>
                  <a:lnTo>
                    <a:pt x="3563" y="27"/>
                  </a:lnTo>
                  <a:lnTo>
                    <a:pt x="3483" y="53"/>
                  </a:lnTo>
                  <a:lnTo>
                    <a:pt x="2925" y="612"/>
                  </a:lnTo>
                  <a:lnTo>
                    <a:pt x="2845" y="691"/>
                  </a:lnTo>
                  <a:lnTo>
                    <a:pt x="2765" y="744"/>
                  </a:lnTo>
                  <a:lnTo>
                    <a:pt x="2686" y="771"/>
                  </a:lnTo>
                  <a:lnTo>
                    <a:pt x="2473" y="771"/>
                  </a:lnTo>
                  <a:lnTo>
                    <a:pt x="2393" y="744"/>
                  </a:lnTo>
                  <a:lnTo>
                    <a:pt x="2313" y="691"/>
                  </a:lnTo>
                  <a:lnTo>
                    <a:pt x="2234" y="612"/>
                  </a:lnTo>
                  <a:lnTo>
                    <a:pt x="1675" y="53"/>
                  </a:lnTo>
                  <a:lnTo>
                    <a:pt x="1596" y="27"/>
                  </a:lnTo>
                  <a:lnTo>
                    <a:pt x="15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87"/>
            <p:cNvSpPr/>
            <p:nvPr/>
          </p:nvSpPr>
          <p:spPr>
            <a:xfrm>
              <a:off x="357075" y="3484475"/>
              <a:ext cx="18625" cy="9975"/>
            </a:xfrm>
            <a:custGeom>
              <a:rect b="b" l="l" r="r" t="t"/>
              <a:pathLst>
                <a:path extrusionOk="0" h="399" w="745">
                  <a:moveTo>
                    <a:pt x="106" y="0"/>
                  </a:moveTo>
                  <a:lnTo>
                    <a:pt x="53" y="53"/>
                  </a:lnTo>
                  <a:lnTo>
                    <a:pt x="0" y="106"/>
                  </a:lnTo>
                  <a:lnTo>
                    <a:pt x="0" y="186"/>
                  </a:lnTo>
                  <a:lnTo>
                    <a:pt x="0" y="266"/>
                  </a:lnTo>
                  <a:lnTo>
                    <a:pt x="53" y="319"/>
                  </a:lnTo>
                  <a:lnTo>
                    <a:pt x="106" y="372"/>
                  </a:lnTo>
                  <a:lnTo>
                    <a:pt x="186" y="399"/>
                  </a:lnTo>
                  <a:lnTo>
                    <a:pt x="558" y="399"/>
                  </a:lnTo>
                  <a:lnTo>
                    <a:pt x="611" y="372"/>
                  </a:lnTo>
                  <a:lnTo>
                    <a:pt x="691" y="319"/>
                  </a:lnTo>
                  <a:lnTo>
                    <a:pt x="718" y="266"/>
                  </a:lnTo>
                  <a:lnTo>
                    <a:pt x="744" y="186"/>
                  </a:lnTo>
                  <a:lnTo>
                    <a:pt x="718" y="106"/>
                  </a:lnTo>
                  <a:lnTo>
                    <a:pt x="691" y="53"/>
                  </a:lnTo>
                  <a:lnTo>
                    <a:pt x="61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87"/>
            <p:cNvSpPr/>
            <p:nvPr/>
          </p:nvSpPr>
          <p:spPr>
            <a:xfrm>
              <a:off x="318525" y="3608725"/>
              <a:ext cx="38575" cy="35250"/>
            </a:xfrm>
            <a:custGeom>
              <a:rect b="b" l="l" r="r" t="t"/>
              <a:pathLst>
                <a:path extrusionOk="0" h="1410" w="1543">
                  <a:moveTo>
                    <a:pt x="133" y="1"/>
                  </a:moveTo>
                  <a:lnTo>
                    <a:pt x="54" y="54"/>
                  </a:lnTo>
                  <a:lnTo>
                    <a:pt x="27" y="107"/>
                  </a:lnTo>
                  <a:lnTo>
                    <a:pt x="0" y="187"/>
                  </a:lnTo>
                  <a:lnTo>
                    <a:pt x="27" y="267"/>
                  </a:lnTo>
                  <a:lnTo>
                    <a:pt x="54" y="346"/>
                  </a:lnTo>
                  <a:lnTo>
                    <a:pt x="133" y="373"/>
                  </a:lnTo>
                  <a:lnTo>
                    <a:pt x="213" y="399"/>
                  </a:lnTo>
                  <a:lnTo>
                    <a:pt x="798" y="399"/>
                  </a:lnTo>
                  <a:lnTo>
                    <a:pt x="133" y="1064"/>
                  </a:lnTo>
                  <a:lnTo>
                    <a:pt x="80" y="1117"/>
                  </a:lnTo>
                  <a:lnTo>
                    <a:pt x="80" y="1170"/>
                  </a:lnTo>
                  <a:lnTo>
                    <a:pt x="80" y="1223"/>
                  </a:lnTo>
                  <a:lnTo>
                    <a:pt x="80" y="1277"/>
                  </a:lnTo>
                  <a:lnTo>
                    <a:pt x="107" y="1330"/>
                  </a:lnTo>
                  <a:lnTo>
                    <a:pt x="160" y="1356"/>
                  </a:lnTo>
                  <a:lnTo>
                    <a:pt x="213" y="1383"/>
                  </a:lnTo>
                  <a:lnTo>
                    <a:pt x="266" y="1410"/>
                  </a:lnTo>
                  <a:lnTo>
                    <a:pt x="1356" y="1383"/>
                  </a:lnTo>
                  <a:lnTo>
                    <a:pt x="1436" y="1383"/>
                  </a:lnTo>
                  <a:lnTo>
                    <a:pt x="1489" y="1330"/>
                  </a:lnTo>
                  <a:lnTo>
                    <a:pt x="1542" y="1277"/>
                  </a:lnTo>
                  <a:lnTo>
                    <a:pt x="1542" y="1197"/>
                  </a:lnTo>
                  <a:lnTo>
                    <a:pt x="1542" y="1117"/>
                  </a:lnTo>
                  <a:lnTo>
                    <a:pt x="1489" y="1064"/>
                  </a:lnTo>
                  <a:lnTo>
                    <a:pt x="1409" y="1011"/>
                  </a:lnTo>
                  <a:lnTo>
                    <a:pt x="1356" y="984"/>
                  </a:lnTo>
                  <a:lnTo>
                    <a:pt x="745" y="984"/>
                  </a:lnTo>
                  <a:lnTo>
                    <a:pt x="1409" y="346"/>
                  </a:lnTo>
                  <a:lnTo>
                    <a:pt x="1462" y="293"/>
                  </a:lnTo>
                  <a:lnTo>
                    <a:pt x="1462" y="240"/>
                  </a:lnTo>
                  <a:lnTo>
                    <a:pt x="1462" y="187"/>
                  </a:lnTo>
                  <a:lnTo>
                    <a:pt x="1462" y="134"/>
                  </a:lnTo>
                  <a:lnTo>
                    <a:pt x="1436" y="80"/>
                  </a:lnTo>
                  <a:lnTo>
                    <a:pt x="1383" y="27"/>
                  </a:lnTo>
                  <a:lnTo>
                    <a:pt x="132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87"/>
            <p:cNvSpPr/>
            <p:nvPr/>
          </p:nvSpPr>
          <p:spPr>
            <a:xfrm>
              <a:off x="366375" y="3570850"/>
              <a:ext cx="45200" cy="42550"/>
            </a:xfrm>
            <a:custGeom>
              <a:rect b="b" l="l" r="r" t="t"/>
              <a:pathLst>
                <a:path extrusionOk="0" h="1702" w="1808">
                  <a:moveTo>
                    <a:pt x="186" y="1"/>
                  </a:moveTo>
                  <a:lnTo>
                    <a:pt x="107" y="27"/>
                  </a:lnTo>
                  <a:lnTo>
                    <a:pt x="53" y="80"/>
                  </a:lnTo>
                  <a:lnTo>
                    <a:pt x="0" y="134"/>
                  </a:lnTo>
                  <a:lnTo>
                    <a:pt x="0" y="213"/>
                  </a:lnTo>
                  <a:lnTo>
                    <a:pt x="0" y="293"/>
                  </a:lnTo>
                  <a:lnTo>
                    <a:pt x="53" y="346"/>
                  </a:lnTo>
                  <a:lnTo>
                    <a:pt x="107" y="399"/>
                  </a:lnTo>
                  <a:lnTo>
                    <a:pt x="186" y="426"/>
                  </a:lnTo>
                  <a:lnTo>
                    <a:pt x="1063" y="426"/>
                  </a:lnTo>
                  <a:lnTo>
                    <a:pt x="133" y="1356"/>
                  </a:lnTo>
                  <a:lnTo>
                    <a:pt x="80" y="1409"/>
                  </a:lnTo>
                  <a:lnTo>
                    <a:pt x="80" y="1463"/>
                  </a:lnTo>
                  <a:lnTo>
                    <a:pt x="80" y="1516"/>
                  </a:lnTo>
                  <a:lnTo>
                    <a:pt x="80" y="1569"/>
                  </a:lnTo>
                  <a:lnTo>
                    <a:pt x="107" y="1622"/>
                  </a:lnTo>
                  <a:lnTo>
                    <a:pt x="160" y="1649"/>
                  </a:lnTo>
                  <a:lnTo>
                    <a:pt x="213" y="1675"/>
                  </a:lnTo>
                  <a:lnTo>
                    <a:pt x="266" y="1702"/>
                  </a:lnTo>
                  <a:lnTo>
                    <a:pt x="1622" y="1675"/>
                  </a:lnTo>
                  <a:lnTo>
                    <a:pt x="1701" y="1675"/>
                  </a:lnTo>
                  <a:lnTo>
                    <a:pt x="1755" y="1622"/>
                  </a:lnTo>
                  <a:lnTo>
                    <a:pt x="1808" y="1569"/>
                  </a:lnTo>
                  <a:lnTo>
                    <a:pt x="1808" y="1489"/>
                  </a:lnTo>
                  <a:lnTo>
                    <a:pt x="1808" y="1409"/>
                  </a:lnTo>
                  <a:lnTo>
                    <a:pt x="1755" y="1356"/>
                  </a:lnTo>
                  <a:lnTo>
                    <a:pt x="1701" y="1303"/>
                  </a:lnTo>
                  <a:lnTo>
                    <a:pt x="1622" y="1277"/>
                  </a:lnTo>
                  <a:lnTo>
                    <a:pt x="771" y="1277"/>
                  </a:lnTo>
                  <a:lnTo>
                    <a:pt x="1701" y="373"/>
                  </a:lnTo>
                  <a:lnTo>
                    <a:pt x="1728" y="320"/>
                  </a:lnTo>
                  <a:lnTo>
                    <a:pt x="1755" y="266"/>
                  </a:lnTo>
                  <a:lnTo>
                    <a:pt x="1755" y="213"/>
                  </a:lnTo>
                  <a:lnTo>
                    <a:pt x="1755" y="134"/>
                  </a:lnTo>
                  <a:lnTo>
                    <a:pt x="1701" y="80"/>
                  </a:lnTo>
                  <a:lnTo>
                    <a:pt x="1675" y="54"/>
                  </a:lnTo>
                  <a:lnTo>
                    <a:pt x="1622" y="27"/>
                  </a:lnTo>
                  <a:lnTo>
                    <a:pt x="1569" y="27"/>
                  </a:lnTo>
                  <a:lnTo>
                    <a:pt x="18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8" name="Google Shape;1498;p87"/>
          <p:cNvGrpSpPr/>
          <p:nvPr/>
        </p:nvGrpSpPr>
        <p:grpSpPr>
          <a:xfrm>
            <a:off x="1649393" y="3499663"/>
            <a:ext cx="307729" cy="218451"/>
            <a:chOff x="982400" y="3501750"/>
            <a:chExt cx="297725" cy="211350"/>
          </a:xfrm>
        </p:grpSpPr>
        <p:sp>
          <p:nvSpPr>
            <p:cNvPr id="1499" name="Google Shape;1499;p87"/>
            <p:cNvSpPr/>
            <p:nvPr/>
          </p:nvSpPr>
          <p:spPr>
            <a:xfrm>
              <a:off x="982400" y="3501750"/>
              <a:ext cx="145550" cy="211350"/>
            </a:xfrm>
            <a:custGeom>
              <a:rect b="b" l="l" r="r" t="t"/>
              <a:pathLst>
                <a:path extrusionOk="0" h="8454" w="5822">
                  <a:moveTo>
                    <a:pt x="2791" y="425"/>
                  </a:moveTo>
                  <a:lnTo>
                    <a:pt x="3030" y="479"/>
                  </a:lnTo>
                  <a:lnTo>
                    <a:pt x="3270" y="558"/>
                  </a:lnTo>
                  <a:lnTo>
                    <a:pt x="3509" y="691"/>
                  </a:lnTo>
                  <a:lnTo>
                    <a:pt x="3668" y="798"/>
                  </a:lnTo>
                  <a:lnTo>
                    <a:pt x="3854" y="957"/>
                  </a:lnTo>
                  <a:lnTo>
                    <a:pt x="4014" y="1117"/>
                  </a:lnTo>
                  <a:lnTo>
                    <a:pt x="4147" y="1276"/>
                  </a:lnTo>
                  <a:lnTo>
                    <a:pt x="4253" y="1462"/>
                  </a:lnTo>
                  <a:lnTo>
                    <a:pt x="4360" y="1648"/>
                  </a:lnTo>
                  <a:lnTo>
                    <a:pt x="4439" y="1861"/>
                  </a:lnTo>
                  <a:lnTo>
                    <a:pt x="4492" y="2073"/>
                  </a:lnTo>
                  <a:lnTo>
                    <a:pt x="4519" y="2153"/>
                  </a:lnTo>
                  <a:lnTo>
                    <a:pt x="3987" y="2153"/>
                  </a:lnTo>
                  <a:lnTo>
                    <a:pt x="3854" y="2180"/>
                  </a:lnTo>
                  <a:lnTo>
                    <a:pt x="3722" y="2180"/>
                  </a:lnTo>
                  <a:lnTo>
                    <a:pt x="3589" y="2206"/>
                  </a:lnTo>
                  <a:lnTo>
                    <a:pt x="3456" y="2206"/>
                  </a:lnTo>
                  <a:lnTo>
                    <a:pt x="3323" y="2233"/>
                  </a:lnTo>
                  <a:lnTo>
                    <a:pt x="3190" y="2260"/>
                  </a:lnTo>
                  <a:lnTo>
                    <a:pt x="3084" y="2286"/>
                  </a:lnTo>
                  <a:lnTo>
                    <a:pt x="2924" y="2313"/>
                  </a:lnTo>
                  <a:lnTo>
                    <a:pt x="2818" y="2339"/>
                  </a:lnTo>
                  <a:lnTo>
                    <a:pt x="2605" y="2392"/>
                  </a:lnTo>
                  <a:lnTo>
                    <a:pt x="2552" y="2392"/>
                  </a:lnTo>
                  <a:lnTo>
                    <a:pt x="2313" y="2472"/>
                  </a:lnTo>
                  <a:lnTo>
                    <a:pt x="2233" y="2499"/>
                  </a:lnTo>
                  <a:lnTo>
                    <a:pt x="2047" y="2552"/>
                  </a:lnTo>
                  <a:lnTo>
                    <a:pt x="1967" y="2579"/>
                  </a:lnTo>
                  <a:lnTo>
                    <a:pt x="1808" y="2658"/>
                  </a:lnTo>
                  <a:lnTo>
                    <a:pt x="1701" y="2685"/>
                  </a:lnTo>
                  <a:lnTo>
                    <a:pt x="1568" y="2738"/>
                  </a:lnTo>
                  <a:lnTo>
                    <a:pt x="1462" y="2791"/>
                  </a:lnTo>
                  <a:lnTo>
                    <a:pt x="1303" y="2871"/>
                  </a:lnTo>
                  <a:lnTo>
                    <a:pt x="1223" y="2898"/>
                  </a:lnTo>
                  <a:lnTo>
                    <a:pt x="1063" y="2977"/>
                  </a:lnTo>
                  <a:lnTo>
                    <a:pt x="984" y="3030"/>
                  </a:lnTo>
                  <a:lnTo>
                    <a:pt x="798" y="3110"/>
                  </a:lnTo>
                  <a:lnTo>
                    <a:pt x="744" y="3163"/>
                  </a:lnTo>
                  <a:lnTo>
                    <a:pt x="718" y="3084"/>
                  </a:lnTo>
                  <a:lnTo>
                    <a:pt x="665" y="2871"/>
                  </a:lnTo>
                  <a:lnTo>
                    <a:pt x="638" y="2658"/>
                  </a:lnTo>
                  <a:lnTo>
                    <a:pt x="638" y="2446"/>
                  </a:lnTo>
                  <a:lnTo>
                    <a:pt x="638" y="2206"/>
                  </a:lnTo>
                  <a:lnTo>
                    <a:pt x="665" y="1994"/>
                  </a:lnTo>
                  <a:lnTo>
                    <a:pt x="718" y="1781"/>
                  </a:lnTo>
                  <a:lnTo>
                    <a:pt x="798" y="1595"/>
                  </a:lnTo>
                  <a:lnTo>
                    <a:pt x="904" y="1382"/>
                  </a:lnTo>
                  <a:lnTo>
                    <a:pt x="984" y="1223"/>
                  </a:lnTo>
                  <a:lnTo>
                    <a:pt x="1117" y="1063"/>
                  </a:lnTo>
                  <a:lnTo>
                    <a:pt x="1249" y="930"/>
                  </a:lnTo>
                  <a:lnTo>
                    <a:pt x="1382" y="824"/>
                  </a:lnTo>
                  <a:lnTo>
                    <a:pt x="1542" y="691"/>
                  </a:lnTo>
                  <a:lnTo>
                    <a:pt x="1701" y="612"/>
                  </a:lnTo>
                  <a:lnTo>
                    <a:pt x="1861" y="532"/>
                  </a:lnTo>
                  <a:lnTo>
                    <a:pt x="2047" y="479"/>
                  </a:lnTo>
                  <a:lnTo>
                    <a:pt x="2286" y="425"/>
                  </a:lnTo>
                  <a:close/>
                  <a:moveTo>
                    <a:pt x="4758" y="2552"/>
                  </a:moveTo>
                  <a:lnTo>
                    <a:pt x="4997" y="2579"/>
                  </a:lnTo>
                  <a:lnTo>
                    <a:pt x="5130" y="2605"/>
                  </a:lnTo>
                  <a:lnTo>
                    <a:pt x="5210" y="2685"/>
                  </a:lnTo>
                  <a:lnTo>
                    <a:pt x="5263" y="2765"/>
                  </a:lnTo>
                  <a:lnTo>
                    <a:pt x="5290" y="2898"/>
                  </a:lnTo>
                  <a:lnTo>
                    <a:pt x="5263" y="3004"/>
                  </a:lnTo>
                  <a:lnTo>
                    <a:pt x="5184" y="3084"/>
                  </a:lnTo>
                  <a:lnTo>
                    <a:pt x="5104" y="3137"/>
                  </a:lnTo>
                  <a:lnTo>
                    <a:pt x="4997" y="3163"/>
                  </a:lnTo>
                  <a:lnTo>
                    <a:pt x="4918" y="3163"/>
                  </a:lnTo>
                  <a:lnTo>
                    <a:pt x="4413" y="3137"/>
                  </a:lnTo>
                  <a:lnTo>
                    <a:pt x="3908" y="3163"/>
                  </a:lnTo>
                  <a:lnTo>
                    <a:pt x="3429" y="3243"/>
                  </a:lnTo>
                  <a:lnTo>
                    <a:pt x="2924" y="3349"/>
                  </a:lnTo>
                  <a:lnTo>
                    <a:pt x="2446" y="3482"/>
                  </a:lnTo>
                  <a:lnTo>
                    <a:pt x="1994" y="3642"/>
                  </a:lnTo>
                  <a:lnTo>
                    <a:pt x="1542" y="3854"/>
                  </a:lnTo>
                  <a:lnTo>
                    <a:pt x="1090" y="4120"/>
                  </a:lnTo>
                  <a:lnTo>
                    <a:pt x="877" y="4253"/>
                  </a:lnTo>
                  <a:lnTo>
                    <a:pt x="851" y="4280"/>
                  </a:lnTo>
                  <a:lnTo>
                    <a:pt x="824" y="4280"/>
                  </a:lnTo>
                  <a:lnTo>
                    <a:pt x="771" y="4306"/>
                  </a:lnTo>
                  <a:lnTo>
                    <a:pt x="585" y="4306"/>
                  </a:lnTo>
                  <a:lnTo>
                    <a:pt x="505" y="4253"/>
                  </a:lnTo>
                  <a:lnTo>
                    <a:pt x="452" y="4173"/>
                  </a:lnTo>
                  <a:lnTo>
                    <a:pt x="399" y="4067"/>
                  </a:lnTo>
                  <a:lnTo>
                    <a:pt x="399" y="3961"/>
                  </a:lnTo>
                  <a:lnTo>
                    <a:pt x="452" y="3854"/>
                  </a:lnTo>
                  <a:lnTo>
                    <a:pt x="532" y="3775"/>
                  </a:lnTo>
                  <a:lnTo>
                    <a:pt x="744" y="3642"/>
                  </a:lnTo>
                  <a:lnTo>
                    <a:pt x="957" y="3509"/>
                  </a:lnTo>
                  <a:lnTo>
                    <a:pt x="1037" y="3456"/>
                  </a:lnTo>
                  <a:lnTo>
                    <a:pt x="1170" y="3376"/>
                  </a:lnTo>
                  <a:lnTo>
                    <a:pt x="1276" y="3323"/>
                  </a:lnTo>
                  <a:lnTo>
                    <a:pt x="1409" y="3270"/>
                  </a:lnTo>
                  <a:lnTo>
                    <a:pt x="1489" y="3216"/>
                  </a:lnTo>
                  <a:lnTo>
                    <a:pt x="1648" y="3163"/>
                  </a:lnTo>
                  <a:lnTo>
                    <a:pt x="1728" y="3110"/>
                  </a:lnTo>
                  <a:lnTo>
                    <a:pt x="1861" y="3057"/>
                  </a:lnTo>
                  <a:lnTo>
                    <a:pt x="1967" y="3004"/>
                  </a:lnTo>
                  <a:lnTo>
                    <a:pt x="2100" y="2951"/>
                  </a:lnTo>
                  <a:lnTo>
                    <a:pt x="2233" y="2924"/>
                  </a:lnTo>
                  <a:lnTo>
                    <a:pt x="2366" y="2871"/>
                  </a:lnTo>
                  <a:lnTo>
                    <a:pt x="2472" y="2844"/>
                  </a:lnTo>
                  <a:lnTo>
                    <a:pt x="2605" y="2818"/>
                  </a:lnTo>
                  <a:lnTo>
                    <a:pt x="2711" y="2765"/>
                  </a:lnTo>
                  <a:lnTo>
                    <a:pt x="2844" y="2738"/>
                  </a:lnTo>
                  <a:lnTo>
                    <a:pt x="2951" y="2711"/>
                  </a:lnTo>
                  <a:lnTo>
                    <a:pt x="3110" y="2685"/>
                  </a:lnTo>
                  <a:lnTo>
                    <a:pt x="3217" y="2658"/>
                  </a:lnTo>
                  <a:lnTo>
                    <a:pt x="3349" y="2632"/>
                  </a:lnTo>
                  <a:lnTo>
                    <a:pt x="3456" y="2632"/>
                  </a:lnTo>
                  <a:lnTo>
                    <a:pt x="3615" y="2605"/>
                  </a:lnTo>
                  <a:lnTo>
                    <a:pt x="3722" y="2579"/>
                  </a:lnTo>
                  <a:lnTo>
                    <a:pt x="3987" y="2579"/>
                  </a:lnTo>
                  <a:lnTo>
                    <a:pt x="4227" y="2552"/>
                  </a:lnTo>
                  <a:close/>
                  <a:moveTo>
                    <a:pt x="4041" y="3562"/>
                  </a:moveTo>
                  <a:lnTo>
                    <a:pt x="4572" y="5954"/>
                  </a:lnTo>
                  <a:lnTo>
                    <a:pt x="4572" y="6140"/>
                  </a:lnTo>
                  <a:lnTo>
                    <a:pt x="4572" y="6327"/>
                  </a:lnTo>
                  <a:lnTo>
                    <a:pt x="4519" y="6486"/>
                  </a:lnTo>
                  <a:lnTo>
                    <a:pt x="4413" y="6645"/>
                  </a:lnTo>
                  <a:lnTo>
                    <a:pt x="4306" y="6778"/>
                  </a:lnTo>
                  <a:lnTo>
                    <a:pt x="4173" y="6911"/>
                  </a:lnTo>
                  <a:lnTo>
                    <a:pt x="4014" y="7018"/>
                  </a:lnTo>
                  <a:lnTo>
                    <a:pt x="3828" y="7071"/>
                  </a:lnTo>
                  <a:lnTo>
                    <a:pt x="3615" y="7097"/>
                  </a:lnTo>
                  <a:lnTo>
                    <a:pt x="3429" y="7097"/>
                  </a:lnTo>
                  <a:lnTo>
                    <a:pt x="3243" y="7071"/>
                  </a:lnTo>
                  <a:lnTo>
                    <a:pt x="3084" y="7018"/>
                  </a:lnTo>
                  <a:lnTo>
                    <a:pt x="2924" y="6911"/>
                  </a:lnTo>
                  <a:lnTo>
                    <a:pt x="2791" y="6778"/>
                  </a:lnTo>
                  <a:lnTo>
                    <a:pt x="2685" y="6645"/>
                  </a:lnTo>
                  <a:lnTo>
                    <a:pt x="2605" y="6486"/>
                  </a:lnTo>
                  <a:lnTo>
                    <a:pt x="1861" y="4147"/>
                  </a:lnTo>
                  <a:lnTo>
                    <a:pt x="1887" y="4147"/>
                  </a:lnTo>
                  <a:lnTo>
                    <a:pt x="2127" y="4041"/>
                  </a:lnTo>
                  <a:lnTo>
                    <a:pt x="2525" y="3881"/>
                  </a:lnTo>
                  <a:lnTo>
                    <a:pt x="2924" y="3748"/>
                  </a:lnTo>
                  <a:lnTo>
                    <a:pt x="3323" y="3668"/>
                  </a:lnTo>
                  <a:lnTo>
                    <a:pt x="3748" y="3589"/>
                  </a:lnTo>
                  <a:lnTo>
                    <a:pt x="3775" y="3589"/>
                  </a:lnTo>
                  <a:lnTo>
                    <a:pt x="4014" y="3562"/>
                  </a:lnTo>
                  <a:close/>
                  <a:moveTo>
                    <a:pt x="4865" y="3562"/>
                  </a:moveTo>
                  <a:lnTo>
                    <a:pt x="5370" y="5689"/>
                  </a:lnTo>
                  <a:lnTo>
                    <a:pt x="5423" y="5875"/>
                  </a:lnTo>
                  <a:lnTo>
                    <a:pt x="5423" y="6061"/>
                  </a:lnTo>
                  <a:lnTo>
                    <a:pt x="5423" y="6247"/>
                  </a:lnTo>
                  <a:lnTo>
                    <a:pt x="5396" y="6433"/>
                  </a:lnTo>
                  <a:lnTo>
                    <a:pt x="5370" y="6619"/>
                  </a:lnTo>
                  <a:lnTo>
                    <a:pt x="5316" y="6805"/>
                  </a:lnTo>
                  <a:lnTo>
                    <a:pt x="5263" y="6964"/>
                  </a:lnTo>
                  <a:lnTo>
                    <a:pt x="5157" y="7124"/>
                  </a:lnTo>
                  <a:lnTo>
                    <a:pt x="5077" y="7257"/>
                  </a:lnTo>
                  <a:lnTo>
                    <a:pt x="4971" y="7416"/>
                  </a:lnTo>
                  <a:lnTo>
                    <a:pt x="4838" y="7549"/>
                  </a:lnTo>
                  <a:lnTo>
                    <a:pt x="4705" y="7656"/>
                  </a:lnTo>
                  <a:lnTo>
                    <a:pt x="4572" y="7762"/>
                  </a:lnTo>
                  <a:lnTo>
                    <a:pt x="4413" y="7842"/>
                  </a:lnTo>
                  <a:lnTo>
                    <a:pt x="4227" y="7921"/>
                  </a:lnTo>
                  <a:lnTo>
                    <a:pt x="4067" y="7975"/>
                  </a:lnTo>
                  <a:lnTo>
                    <a:pt x="3881" y="8028"/>
                  </a:lnTo>
                  <a:lnTo>
                    <a:pt x="3695" y="8054"/>
                  </a:lnTo>
                  <a:lnTo>
                    <a:pt x="3509" y="8054"/>
                  </a:lnTo>
                  <a:lnTo>
                    <a:pt x="3323" y="8028"/>
                  </a:lnTo>
                  <a:lnTo>
                    <a:pt x="3163" y="8001"/>
                  </a:lnTo>
                  <a:lnTo>
                    <a:pt x="2977" y="7948"/>
                  </a:lnTo>
                  <a:lnTo>
                    <a:pt x="2818" y="7868"/>
                  </a:lnTo>
                  <a:lnTo>
                    <a:pt x="2658" y="7788"/>
                  </a:lnTo>
                  <a:lnTo>
                    <a:pt x="2525" y="7682"/>
                  </a:lnTo>
                  <a:lnTo>
                    <a:pt x="2366" y="7576"/>
                  </a:lnTo>
                  <a:lnTo>
                    <a:pt x="2233" y="7470"/>
                  </a:lnTo>
                  <a:lnTo>
                    <a:pt x="2127" y="7310"/>
                  </a:lnTo>
                  <a:lnTo>
                    <a:pt x="2020" y="7177"/>
                  </a:lnTo>
                  <a:lnTo>
                    <a:pt x="1914" y="7018"/>
                  </a:lnTo>
                  <a:lnTo>
                    <a:pt x="1834" y="6832"/>
                  </a:lnTo>
                  <a:lnTo>
                    <a:pt x="1781" y="6672"/>
                  </a:lnTo>
                  <a:lnTo>
                    <a:pt x="1143" y="4546"/>
                  </a:lnTo>
                  <a:lnTo>
                    <a:pt x="1249" y="4492"/>
                  </a:lnTo>
                  <a:lnTo>
                    <a:pt x="1329" y="4439"/>
                  </a:lnTo>
                  <a:lnTo>
                    <a:pt x="1436" y="4359"/>
                  </a:lnTo>
                  <a:lnTo>
                    <a:pt x="1515" y="4333"/>
                  </a:lnTo>
                  <a:lnTo>
                    <a:pt x="2233" y="6592"/>
                  </a:lnTo>
                  <a:lnTo>
                    <a:pt x="2313" y="6805"/>
                  </a:lnTo>
                  <a:lnTo>
                    <a:pt x="2446" y="6991"/>
                  </a:lnTo>
                  <a:lnTo>
                    <a:pt x="2579" y="7124"/>
                  </a:lnTo>
                  <a:lnTo>
                    <a:pt x="2738" y="7257"/>
                  </a:lnTo>
                  <a:lnTo>
                    <a:pt x="2924" y="7363"/>
                  </a:lnTo>
                  <a:lnTo>
                    <a:pt x="3110" y="7443"/>
                  </a:lnTo>
                  <a:lnTo>
                    <a:pt x="3323" y="7496"/>
                  </a:lnTo>
                  <a:lnTo>
                    <a:pt x="3535" y="7523"/>
                  </a:lnTo>
                  <a:lnTo>
                    <a:pt x="3722" y="7496"/>
                  </a:lnTo>
                  <a:lnTo>
                    <a:pt x="3908" y="7470"/>
                  </a:lnTo>
                  <a:lnTo>
                    <a:pt x="4173" y="7363"/>
                  </a:lnTo>
                  <a:lnTo>
                    <a:pt x="4413" y="7230"/>
                  </a:lnTo>
                  <a:lnTo>
                    <a:pt x="4599" y="7071"/>
                  </a:lnTo>
                  <a:lnTo>
                    <a:pt x="4758" y="6858"/>
                  </a:lnTo>
                  <a:lnTo>
                    <a:pt x="4891" y="6619"/>
                  </a:lnTo>
                  <a:lnTo>
                    <a:pt x="4944" y="6380"/>
                  </a:lnTo>
                  <a:lnTo>
                    <a:pt x="4971" y="6140"/>
                  </a:lnTo>
                  <a:lnTo>
                    <a:pt x="4944" y="5875"/>
                  </a:lnTo>
                  <a:lnTo>
                    <a:pt x="4439" y="3562"/>
                  </a:lnTo>
                  <a:close/>
                  <a:moveTo>
                    <a:pt x="2632" y="0"/>
                  </a:moveTo>
                  <a:lnTo>
                    <a:pt x="2392" y="27"/>
                  </a:lnTo>
                  <a:lnTo>
                    <a:pt x="2180" y="27"/>
                  </a:lnTo>
                  <a:lnTo>
                    <a:pt x="1941" y="80"/>
                  </a:lnTo>
                  <a:lnTo>
                    <a:pt x="1728" y="160"/>
                  </a:lnTo>
                  <a:lnTo>
                    <a:pt x="1515" y="239"/>
                  </a:lnTo>
                  <a:lnTo>
                    <a:pt x="1329" y="372"/>
                  </a:lnTo>
                  <a:lnTo>
                    <a:pt x="1143" y="505"/>
                  </a:lnTo>
                  <a:lnTo>
                    <a:pt x="957" y="638"/>
                  </a:lnTo>
                  <a:lnTo>
                    <a:pt x="798" y="798"/>
                  </a:lnTo>
                  <a:lnTo>
                    <a:pt x="665" y="984"/>
                  </a:lnTo>
                  <a:lnTo>
                    <a:pt x="558" y="1196"/>
                  </a:lnTo>
                  <a:lnTo>
                    <a:pt x="425" y="1436"/>
                  </a:lnTo>
                  <a:lnTo>
                    <a:pt x="346" y="1675"/>
                  </a:lnTo>
                  <a:lnTo>
                    <a:pt x="266" y="1914"/>
                  </a:lnTo>
                  <a:lnTo>
                    <a:pt x="239" y="2180"/>
                  </a:lnTo>
                  <a:lnTo>
                    <a:pt x="213" y="2419"/>
                  </a:lnTo>
                  <a:lnTo>
                    <a:pt x="239" y="2685"/>
                  </a:lnTo>
                  <a:lnTo>
                    <a:pt x="266" y="2951"/>
                  </a:lnTo>
                  <a:lnTo>
                    <a:pt x="346" y="3190"/>
                  </a:lnTo>
                  <a:lnTo>
                    <a:pt x="399" y="3376"/>
                  </a:lnTo>
                  <a:lnTo>
                    <a:pt x="293" y="3429"/>
                  </a:lnTo>
                  <a:lnTo>
                    <a:pt x="213" y="3509"/>
                  </a:lnTo>
                  <a:lnTo>
                    <a:pt x="133" y="3589"/>
                  </a:lnTo>
                  <a:lnTo>
                    <a:pt x="80" y="3695"/>
                  </a:lnTo>
                  <a:lnTo>
                    <a:pt x="27" y="3801"/>
                  </a:lnTo>
                  <a:lnTo>
                    <a:pt x="0" y="3908"/>
                  </a:lnTo>
                  <a:lnTo>
                    <a:pt x="0" y="4041"/>
                  </a:lnTo>
                  <a:lnTo>
                    <a:pt x="0" y="4147"/>
                  </a:lnTo>
                  <a:lnTo>
                    <a:pt x="53" y="4253"/>
                  </a:lnTo>
                  <a:lnTo>
                    <a:pt x="106" y="4359"/>
                  </a:lnTo>
                  <a:lnTo>
                    <a:pt x="160" y="4466"/>
                  </a:lnTo>
                  <a:lnTo>
                    <a:pt x="239" y="4546"/>
                  </a:lnTo>
                  <a:lnTo>
                    <a:pt x="346" y="4625"/>
                  </a:lnTo>
                  <a:lnTo>
                    <a:pt x="425" y="4678"/>
                  </a:lnTo>
                  <a:lnTo>
                    <a:pt x="558" y="4705"/>
                  </a:lnTo>
                  <a:lnTo>
                    <a:pt x="771" y="4705"/>
                  </a:lnTo>
                  <a:lnTo>
                    <a:pt x="1382" y="6778"/>
                  </a:lnTo>
                  <a:lnTo>
                    <a:pt x="1542" y="7124"/>
                  </a:lnTo>
                  <a:lnTo>
                    <a:pt x="1728" y="7443"/>
                  </a:lnTo>
                  <a:lnTo>
                    <a:pt x="1941" y="7735"/>
                  </a:lnTo>
                  <a:lnTo>
                    <a:pt x="2233" y="7975"/>
                  </a:lnTo>
                  <a:lnTo>
                    <a:pt x="2525" y="8161"/>
                  </a:lnTo>
                  <a:lnTo>
                    <a:pt x="2871" y="8320"/>
                  </a:lnTo>
                  <a:lnTo>
                    <a:pt x="3217" y="8400"/>
                  </a:lnTo>
                  <a:lnTo>
                    <a:pt x="3589" y="8453"/>
                  </a:lnTo>
                  <a:lnTo>
                    <a:pt x="3881" y="8426"/>
                  </a:lnTo>
                  <a:lnTo>
                    <a:pt x="4173" y="8373"/>
                  </a:lnTo>
                  <a:lnTo>
                    <a:pt x="4386" y="8294"/>
                  </a:lnTo>
                  <a:lnTo>
                    <a:pt x="4572" y="8214"/>
                  </a:lnTo>
                  <a:lnTo>
                    <a:pt x="4758" y="8107"/>
                  </a:lnTo>
                  <a:lnTo>
                    <a:pt x="4944" y="7975"/>
                  </a:lnTo>
                  <a:lnTo>
                    <a:pt x="5104" y="7842"/>
                  </a:lnTo>
                  <a:lnTo>
                    <a:pt x="5263" y="7682"/>
                  </a:lnTo>
                  <a:lnTo>
                    <a:pt x="5396" y="7496"/>
                  </a:lnTo>
                  <a:lnTo>
                    <a:pt x="5503" y="7310"/>
                  </a:lnTo>
                  <a:lnTo>
                    <a:pt x="5609" y="7124"/>
                  </a:lnTo>
                  <a:lnTo>
                    <a:pt x="5689" y="6938"/>
                  </a:lnTo>
                  <a:lnTo>
                    <a:pt x="5768" y="6725"/>
                  </a:lnTo>
                  <a:lnTo>
                    <a:pt x="5795" y="6513"/>
                  </a:lnTo>
                  <a:lnTo>
                    <a:pt x="5821" y="6273"/>
                  </a:lnTo>
                  <a:lnTo>
                    <a:pt x="5821" y="6061"/>
                  </a:lnTo>
                  <a:lnTo>
                    <a:pt x="5795" y="5821"/>
                  </a:lnTo>
                  <a:lnTo>
                    <a:pt x="5768" y="5609"/>
                  </a:lnTo>
                  <a:lnTo>
                    <a:pt x="5263" y="3509"/>
                  </a:lnTo>
                  <a:lnTo>
                    <a:pt x="5423" y="3403"/>
                  </a:lnTo>
                  <a:lnTo>
                    <a:pt x="5556" y="3270"/>
                  </a:lnTo>
                  <a:lnTo>
                    <a:pt x="5635" y="3110"/>
                  </a:lnTo>
                  <a:lnTo>
                    <a:pt x="5689" y="2924"/>
                  </a:lnTo>
                  <a:lnTo>
                    <a:pt x="5689" y="2791"/>
                  </a:lnTo>
                  <a:lnTo>
                    <a:pt x="5662" y="2658"/>
                  </a:lnTo>
                  <a:lnTo>
                    <a:pt x="5582" y="2525"/>
                  </a:lnTo>
                  <a:lnTo>
                    <a:pt x="5529" y="2419"/>
                  </a:lnTo>
                  <a:lnTo>
                    <a:pt x="5423" y="2313"/>
                  </a:lnTo>
                  <a:lnTo>
                    <a:pt x="5316" y="2233"/>
                  </a:lnTo>
                  <a:lnTo>
                    <a:pt x="5184" y="2206"/>
                  </a:lnTo>
                  <a:lnTo>
                    <a:pt x="5051" y="2180"/>
                  </a:lnTo>
                  <a:lnTo>
                    <a:pt x="4944" y="2153"/>
                  </a:lnTo>
                  <a:lnTo>
                    <a:pt x="4891" y="1967"/>
                  </a:lnTo>
                  <a:lnTo>
                    <a:pt x="4811" y="1728"/>
                  </a:lnTo>
                  <a:lnTo>
                    <a:pt x="4732" y="1489"/>
                  </a:lnTo>
                  <a:lnTo>
                    <a:pt x="4599" y="1249"/>
                  </a:lnTo>
                  <a:lnTo>
                    <a:pt x="4466" y="1037"/>
                  </a:lnTo>
                  <a:lnTo>
                    <a:pt x="4306" y="851"/>
                  </a:lnTo>
                  <a:lnTo>
                    <a:pt x="4120" y="665"/>
                  </a:lnTo>
                  <a:lnTo>
                    <a:pt x="3908" y="479"/>
                  </a:lnTo>
                  <a:lnTo>
                    <a:pt x="3695" y="346"/>
                  </a:lnTo>
                  <a:lnTo>
                    <a:pt x="3509" y="239"/>
                  </a:lnTo>
                  <a:lnTo>
                    <a:pt x="3296" y="133"/>
                  </a:lnTo>
                  <a:lnTo>
                    <a:pt x="3084" y="80"/>
                  </a:lnTo>
                  <a:lnTo>
                    <a:pt x="2844" y="27"/>
                  </a:lnTo>
                  <a:lnTo>
                    <a:pt x="263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87"/>
            <p:cNvSpPr/>
            <p:nvPr/>
          </p:nvSpPr>
          <p:spPr>
            <a:xfrm>
              <a:off x="1134575" y="3501750"/>
              <a:ext cx="145550" cy="211350"/>
            </a:xfrm>
            <a:custGeom>
              <a:rect b="b" l="l" r="r" t="t"/>
              <a:pathLst>
                <a:path extrusionOk="0" h="8454" w="5822">
                  <a:moveTo>
                    <a:pt x="3589" y="425"/>
                  </a:moveTo>
                  <a:lnTo>
                    <a:pt x="3775" y="479"/>
                  </a:lnTo>
                  <a:lnTo>
                    <a:pt x="3961" y="532"/>
                  </a:lnTo>
                  <a:lnTo>
                    <a:pt x="4147" y="612"/>
                  </a:lnTo>
                  <a:lnTo>
                    <a:pt x="4306" y="691"/>
                  </a:lnTo>
                  <a:lnTo>
                    <a:pt x="4439" y="798"/>
                  </a:lnTo>
                  <a:lnTo>
                    <a:pt x="4599" y="930"/>
                  </a:lnTo>
                  <a:lnTo>
                    <a:pt x="4732" y="1063"/>
                  </a:lnTo>
                  <a:lnTo>
                    <a:pt x="4838" y="1223"/>
                  </a:lnTo>
                  <a:lnTo>
                    <a:pt x="4944" y="1382"/>
                  </a:lnTo>
                  <a:lnTo>
                    <a:pt x="5024" y="1595"/>
                  </a:lnTo>
                  <a:lnTo>
                    <a:pt x="5104" y="1781"/>
                  </a:lnTo>
                  <a:lnTo>
                    <a:pt x="5157" y="1994"/>
                  </a:lnTo>
                  <a:lnTo>
                    <a:pt x="5184" y="2206"/>
                  </a:lnTo>
                  <a:lnTo>
                    <a:pt x="5210" y="2446"/>
                  </a:lnTo>
                  <a:lnTo>
                    <a:pt x="5184" y="2658"/>
                  </a:lnTo>
                  <a:lnTo>
                    <a:pt x="5157" y="2871"/>
                  </a:lnTo>
                  <a:lnTo>
                    <a:pt x="5104" y="3084"/>
                  </a:lnTo>
                  <a:lnTo>
                    <a:pt x="5077" y="3163"/>
                  </a:lnTo>
                  <a:lnTo>
                    <a:pt x="5024" y="3137"/>
                  </a:lnTo>
                  <a:lnTo>
                    <a:pt x="4838" y="3030"/>
                  </a:lnTo>
                  <a:lnTo>
                    <a:pt x="4758" y="2977"/>
                  </a:lnTo>
                  <a:lnTo>
                    <a:pt x="4599" y="2898"/>
                  </a:lnTo>
                  <a:lnTo>
                    <a:pt x="4519" y="2871"/>
                  </a:lnTo>
                  <a:lnTo>
                    <a:pt x="4360" y="2791"/>
                  </a:lnTo>
                  <a:lnTo>
                    <a:pt x="4280" y="2765"/>
                  </a:lnTo>
                  <a:lnTo>
                    <a:pt x="4120" y="2685"/>
                  </a:lnTo>
                  <a:lnTo>
                    <a:pt x="4041" y="2658"/>
                  </a:lnTo>
                  <a:lnTo>
                    <a:pt x="3855" y="2579"/>
                  </a:lnTo>
                  <a:lnTo>
                    <a:pt x="3801" y="2552"/>
                  </a:lnTo>
                  <a:lnTo>
                    <a:pt x="3270" y="2392"/>
                  </a:lnTo>
                  <a:lnTo>
                    <a:pt x="3004" y="2339"/>
                  </a:lnTo>
                  <a:lnTo>
                    <a:pt x="2951" y="2313"/>
                  </a:lnTo>
                  <a:lnTo>
                    <a:pt x="2738" y="2286"/>
                  </a:lnTo>
                  <a:lnTo>
                    <a:pt x="2685" y="2260"/>
                  </a:lnTo>
                  <a:lnTo>
                    <a:pt x="2472" y="2233"/>
                  </a:lnTo>
                  <a:lnTo>
                    <a:pt x="2419" y="2233"/>
                  </a:lnTo>
                  <a:lnTo>
                    <a:pt x="2207" y="2206"/>
                  </a:lnTo>
                  <a:lnTo>
                    <a:pt x="2127" y="2180"/>
                  </a:lnTo>
                  <a:lnTo>
                    <a:pt x="1861" y="2180"/>
                  </a:lnTo>
                  <a:lnTo>
                    <a:pt x="1622" y="2153"/>
                  </a:lnTo>
                  <a:lnTo>
                    <a:pt x="1303" y="2153"/>
                  </a:lnTo>
                  <a:lnTo>
                    <a:pt x="1329" y="2073"/>
                  </a:lnTo>
                  <a:lnTo>
                    <a:pt x="1383" y="1861"/>
                  </a:lnTo>
                  <a:lnTo>
                    <a:pt x="1462" y="1648"/>
                  </a:lnTo>
                  <a:lnTo>
                    <a:pt x="1569" y="1462"/>
                  </a:lnTo>
                  <a:lnTo>
                    <a:pt x="1702" y="1276"/>
                  </a:lnTo>
                  <a:lnTo>
                    <a:pt x="1834" y="1117"/>
                  </a:lnTo>
                  <a:lnTo>
                    <a:pt x="1967" y="957"/>
                  </a:lnTo>
                  <a:lnTo>
                    <a:pt x="2153" y="798"/>
                  </a:lnTo>
                  <a:lnTo>
                    <a:pt x="2339" y="691"/>
                  </a:lnTo>
                  <a:lnTo>
                    <a:pt x="2499" y="585"/>
                  </a:lnTo>
                  <a:lnTo>
                    <a:pt x="2685" y="532"/>
                  </a:lnTo>
                  <a:lnTo>
                    <a:pt x="2845" y="479"/>
                  </a:lnTo>
                  <a:lnTo>
                    <a:pt x="3031" y="425"/>
                  </a:lnTo>
                  <a:close/>
                  <a:moveTo>
                    <a:pt x="1462" y="2552"/>
                  </a:moveTo>
                  <a:lnTo>
                    <a:pt x="1861" y="2579"/>
                  </a:lnTo>
                  <a:lnTo>
                    <a:pt x="2207" y="2605"/>
                  </a:lnTo>
                  <a:lnTo>
                    <a:pt x="2579" y="2658"/>
                  </a:lnTo>
                  <a:lnTo>
                    <a:pt x="2977" y="2738"/>
                  </a:lnTo>
                  <a:lnTo>
                    <a:pt x="3350" y="2844"/>
                  </a:lnTo>
                  <a:lnTo>
                    <a:pt x="3695" y="2951"/>
                  </a:lnTo>
                  <a:lnTo>
                    <a:pt x="4067" y="3110"/>
                  </a:lnTo>
                  <a:lnTo>
                    <a:pt x="4413" y="3270"/>
                  </a:lnTo>
                  <a:lnTo>
                    <a:pt x="4758" y="3429"/>
                  </a:lnTo>
                  <a:lnTo>
                    <a:pt x="5104" y="3642"/>
                  </a:lnTo>
                  <a:lnTo>
                    <a:pt x="5290" y="3775"/>
                  </a:lnTo>
                  <a:lnTo>
                    <a:pt x="5396" y="3854"/>
                  </a:lnTo>
                  <a:lnTo>
                    <a:pt x="5423" y="3961"/>
                  </a:lnTo>
                  <a:lnTo>
                    <a:pt x="5423" y="4067"/>
                  </a:lnTo>
                  <a:lnTo>
                    <a:pt x="5370" y="4200"/>
                  </a:lnTo>
                  <a:lnTo>
                    <a:pt x="5317" y="4253"/>
                  </a:lnTo>
                  <a:lnTo>
                    <a:pt x="5237" y="4306"/>
                  </a:lnTo>
                  <a:lnTo>
                    <a:pt x="5051" y="4306"/>
                  </a:lnTo>
                  <a:lnTo>
                    <a:pt x="4998" y="4280"/>
                  </a:lnTo>
                  <a:lnTo>
                    <a:pt x="4971" y="4253"/>
                  </a:lnTo>
                  <a:lnTo>
                    <a:pt x="4758" y="4120"/>
                  </a:lnTo>
                  <a:lnTo>
                    <a:pt x="4679" y="4067"/>
                  </a:lnTo>
                  <a:lnTo>
                    <a:pt x="4519" y="3987"/>
                  </a:lnTo>
                  <a:lnTo>
                    <a:pt x="4439" y="3934"/>
                  </a:lnTo>
                  <a:lnTo>
                    <a:pt x="4306" y="3881"/>
                  </a:lnTo>
                  <a:lnTo>
                    <a:pt x="4200" y="3828"/>
                  </a:lnTo>
                  <a:lnTo>
                    <a:pt x="4067" y="3748"/>
                  </a:lnTo>
                  <a:lnTo>
                    <a:pt x="3961" y="3722"/>
                  </a:lnTo>
                  <a:lnTo>
                    <a:pt x="3828" y="3642"/>
                  </a:lnTo>
                  <a:lnTo>
                    <a:pt x="3748" y="3615"/>
                  </a:lnTo>
                  <a:lnTo>
                    <a:pt x="3589" y="3562"/>
                  </a:lnTo>
                  <a:lnTo>
                    <a:pt x="3509" y="3509"/>
                  </a:lnTo>
                  <a:lnTo>
                    <a:pt x="3323" y="3456"/>
                  </a:lnTo>
                  <a:lnTo>
                    <a:pt x="3243" y="3429"/>
                  </a:lnTo>
                  <a:lnTo>
                    <a:pt x="3004" y="3376"/>
                  </a:lnTo>
                  <a:lnTo>
                    <a:pt x="2977" y="3349"/>
                  </a:lnTo>
                  <a:lnTo>
                    <a:pt x="2765" y="3296"/>
                  </a:lnTo>
                  <a:lnTo>
                    <a:pt x="2685" y="3296"/>
                  </a:lnTo>
                  <a:lnTo>
                    <a:pt x="2499" y="3243"/>
                  </a:lnTo>
                  <a:lnTo>
                    <a:pt x="2419" y="3243"/>
                  </a:lnTo>
                  <a:lnTo>
                    <a:pt x="2260" y="3216"/>
                  </a:lnTo>
                  <a:lnTo>
                    <a:pt x="2153" y="3190"/>
                  </a:lnTo>
                  <a:lnTo>
                    <a:pt x="1994" y="3190"/>
                  </a:lnTo>
                  <a:lnTo>
                    <a:pt x="1914" y="3163"/>
                  </a:lnTo>
                  <a:lnTo>
                    <a:pt x="1489" y="3163"/>
                  </a:lnTo>
                  <a:lnTo>
                    <a:pt x="1383" y="3137"/>
                  </a:lnTo>
                  <a:lnTo>
                    <a:pt x="1356" y="3137"/>
                  </a:lnTo>
                  <a:lnTo>
                    <a:pt x="1196" y="3163"/>
                  </a:lnTo>
                  <a:lnTo>
                    <a:pt x="824" y="3163"/>
                  </a:lnTo>
                  <a:lnTo>
                    <a:pt x="718" y="3137"/>
                  </a:lnTo>
                  <a:lnTo>
                    <a:pt x="638" y="3084"/>
                  </a:lnTo>
                  <a:lnTo>
                    <a:pt x="585" y="3004"/>
                  </a:lnTo>
                  <a:lnTo>
                    <a:pt x="559" y="2898"/>
                  </a:lnTo>
                  <a:lnTo>
                    <a:pt x="559" y="2765"/>
                  </a:lnTo>
                  <a:lnTo>
                    <a:pt x="612" y="2685"/>
                  </a:lnTo>
                  <a:lnTo>
                    <a:pt x="718" y="2605"/>
                  </a:lnTo>
                  <a:lnTo>
                    <a:pt x="824" y="2579"/>
                  </a:lnTo>
                  <a:lnTo>
                    <a:pt x="1064" y="2552"/>
                  </a:lnTo>
                  <a:close/>
                  <a:moveTo>
                    <a:pt x="1808" y="3562"/>
                  </a:moveTo>
                  <a:lnTo>
                    <a:pt x="2047" y="3589"/>
                  </a:lnTo>
                  <a:lnTo>
                    <a:pt x="2074" y="3589"/>
                  </a:lnTo>
                  <a:lnTo>
                    <a:pt x="2499" y="3668"/>
                  </a:lnTo>
                  <a:lnTo>
                    <a:pt x="2898" y="3748"/>
                  </a:lnTo>
                  <a:lnTo>
                    <a:pt x="3296" y="3881"/>
                  </a:lnTo>
                  <a:lnTo>
                    <a:pt x="3695" y="4041"/>
                  </a:lnTo>
                  <a:lnTo>
                    <a:pt x="3722" y="4041"/>
                  </a:lnTo>
                  <a:lnTo>
                    <a:pt x="3961" y="4147"/>
                  </a:lnTo>
                  <a:lnTo>
                    <a:pt x="3217" y="6486"/>
                  </a:lnTo>
                  <a:lnTo>
                    <a:pt x="3137" y="6645"/>
                  </a:lnTo>
                  <a:lnTo>
                    <a:pt x="3031" y="6778"/>
                  </a:lnTo>
                  <a:lnTo>
                    <a:pt x="2898" y="6911"/>
                  </a:lnTo>
                  <a:lnTo>
                    <a:pt x="2765" y="7018"/>
                  </a:lnTo>
                  <a:lnTo>
                    <a:pt x="2579" y="7071"/>
                  </a:lnTo>
                  <a:lnTo>
                    <a:pt x="2393" y="7097"/>
                  </a:lnTo>
                  <a:lnTo>
                    <a:pt x="2207" y="7097"/>
                  </a:lnTo>
                  <a:lnTo>
                    <a:pt x="2020" y="7071"/>
                  </a:lnTo>
                  <a:lnTo>
                    <a:pt x="1834" y="7018"/>
                  </a:lnTo>
                  <a:lnTo>
                    <a:pt x="1675" y="6911"/>
                  </a:lnTo>
                  <a:lnTo>
                    <a:pt x="1515" y="6778"/>
                  </a:lnTo>
                  <a:lnTo>
                    <a:pt x="1409" y="6645"/>
                  </a:lnTo>
                  <a:lnTo>
                    <a:pt x="1329" y="6486"/>
                  </a:lnTo>
                  <a:lnTo>
                    <a:pt x="1276" y="6327"/>
                  </a:lnTo>
                  <a:lnTo>
                    <a:pt x="1250" y="6140"/>
                  </a:lnTo>
                  <a:lnTo>
                    <a:pt x="1276" y="5954"/>
                  </a:lnTo>
                  <a:lnTo>
                    <a:pt x="1781" y="3562"/>
                  </a:lnTo>
                  <a:close/>
                  <a:moveTo>
                    <a:pt x="1383" y="3562"/>
                  </a:moveTo>
                  <a:lnTo>
                    <a:pt x="877" y="5875"/>
                  </a:lnTo>
                  <a:lnTo>
                    <a:pt x="851" y="6140"/>
                  </a:lnTo>
                  <a:lnTo>
                    <a:pt x="877" y="6380"/>
                  </a:lnTo>
                  <a:lnTo>
                    <a:pt x="957" y="6619"/>
                  </a:lnTo>
                  <a:lnTo>
                    <a:pt x="1064" y="6858"/>
                  </a:lnTo>
                  <a:lnTo>
                    <a:pt x="1223" y="7071"/>
                  </a:lnTo>
                  <a:lnTo>
                    <a:pt x="1436" y="7230"/>
                  </a:lnTo>
                  <a:lnTo>
                    <a:pt x="1648" y="7363"/>
                  </a:lnTo>
                  <a:lnTo>
                    <a:pt x="1914" y="7470"/>
                  </a:lnTo>
                  <a:lnTo>
                    <a:pt x="2100" y="7496"/>
                  </a:lnTo>
                  <a:lnTo>
                    <a:pt x="2286" y="7523"/>
                  </a:lnTo>
                  <a:lnTo>
                    <a:pt x="2499" y="7496"/>
                  </a:lnTo>
                  <a:lnTo>
                    <a:pt x="2712" y="7443"/>
                  </a:lnTo>
                  <a:lnTo>
                    <a:pt x="2924" y="7363"/>
                  </a:lnTo>
                  <a:lnTo>
                    <a:pt x="3084" y="7257"/>
                  </a:lnTo>
                  <a:lnTo>
                    <a:pt x="3270" y="7124"/>
                  </a:lnTo>
                  <a:lnTo>
                    <a:pt x="3403" y="6991"/>
                  </a:lnTo>
                  <a:lnTo>
                    <a:pt x="3509" y="6805"/>
                  </a:lnTo>
                  <a:lnTo>
                    <a:pt x="3615" y="6592"/>
                  </a:lnTo>
                  <a:lnTo>
                    <a:pt x="4333" y="4333"/>
                  </a:lnTo>
                  <a:lnTo>
                    <a:pt x="4386" y="4359"/>
                  </a:lnTo>
                  <a:lnTo>
                    <a:pt x="4493" y="4439"/>
                  </a:lnTo>
                  <a:lnTo>
                    <a:pt x="4599" y="4492"/>
                  </a:lnTo>
                  <a:lnTo>
                    <a:pt x="4679" y="4546"/>
                  </a:lnTo>
                  <a:lnTo>
                    <a:pt x="4041" y="6672"/>
                  </a:lnTo>
                  <a:lnTo>
                    <a:pt x="3988" y="6832"/>
                  </a:lnTo>
                  <a:lnTo>
                    <a:pt x="3908" y="7018"/>
                  </a:lnTo>
                  <a:lnTo>
                    <a:pt x="3828" y="7177"/>
                  </a:lnTo>
                  <a:lnTo>
                    <a:pt x="3722" y="7310"/>
                  </a:lnTo>
                  <a:lnTo>
                    <a:pt x="3589" y="7470"/>
                  </a:lnTo>
                  <a:lnTo>
                    <a:pt x="3456" y="7576"/>
                  </a:lnTo>
                  <a:lnTo>
                    <a:pt x="3323" y="7682"/>
                  </a:lnTo>
                  <a:lnTo>
                    <a:pt x="3163" y="7788"/>
                  </a:lnTo>
                  <a:lnTo>
                    <a:pt x="3004" y="7868"/>
                  </a:lnTo>
                  <a:lnTo>
                    <a:pt x="2845" y="7948"/>
                  </a:lnTo>
                  <a:lnTo>
                    <a:pt x="2658" y="8001"/>
                  </a:lnTo>
                  <a:lnTo>
                    <a:pt x="2499" y="8028"/>
                  </a:lnTo>
                  <a:lnTo>
                    <a:pt x="2313" y="8054"/>
                  </a:lnTo>
                  <a:lnTo>
                    <a:pt x="2127" y="8054"/>
                  </a:lnTo>
                  <a:lnTo>
                    <a:pt x="1941" y="8028"/>
                  </a:lnTo>
                  <a:lnTo>
                    <a:pt x="1781" y="7975"/>
                  </a:lnTo>
                  <a:lnTo>
                    <a:pt x="1595" y="7921"/>
                  </a:lnTo>
                  <a:lnTo>
                    <a:pt x="1436" y="7842"/>
                  </a:lnTo>
                  <a:lnTo>
                    <a:pt x="1276" y="7762"/>
                  </a:lnTo>
                  <a:lnTo>
                    <a:pt x="1117" y="7656"/>
                  </a:lnTo>
                  <a:lnTo>
                    <a:pt x="984" y="7549"/>
                  </a:lnTo>
                  <a:lnTo>
                    <a:pt x="877" y="7416"/>
                  </a:lnTo>
                  <a:lnTo>
                    <a:pt x="745" y="7257"/>
                  </a:lnTo>
                  <a:lnTo>
                    <a:pt x="665" y="7124"/>
                  </a:lnTo>
                  <a:lnTo>
                    <a:pt x="585" y="6964"/>
                  </a:lnTo>
                  <a:lnTo>
                    <a:pt x="505" y="6805"/>
                  </a:lnTo>
                  <a:lnTo>
                    <a:pt x="452" y="6619"/>
                  </a:lnTo>
                  <a:lnTo>
                    <a:pt x="426" y="6433"/>
                  </a:lnTo>
                  <a:lnTo>
                    <a:pt x="399" y="6247"/>
                  </a:lnTo>
                  <a:lnTo>
                    <a:pt x="399" y="6061"/>
                  </a:lnTo>
                  <a:lnTo>
                    <a:pt x="426" y="5875"/>
                  </a:lnTo>
                  <a:lnTo>
                    <a:pt x="452" y="5689"/>
                  </a:lnTo>
                  <a:lnTo>
                    <a:pt x="957" y="3562"/>
                  </a:lnTo>
                  <a:close/>
                  <a:moveTo>
                    <a:pt x="3217" y="0"/>
                  </a:moveTo>
                  <a:lnTo>
                    <a:pt x="2977" y="27"/>
                  </a:lnTo>
                  <a:lnTo>
                    <a:pt x="2765" y="80"/>
                  </a:lnTo>
                  <a:lnTo>
                    <a:pt x="2552" y="133"/>
                  </a:lnTo>
                  <a:lnTo>
                    <a:pt x="2339" y="239"/>
                  </a:lnTo>
                  <a:lnTo>
                    <a:pt x="2127" y="346"/>
                  </a:lnTo>
                  <a:lnTo>
                    <a:pt x="1914" y="479"/>
                  </a:lnTo>
                  <a:lnTo>
                    <a:pt x="1702" y="665"/>
                  </a:lnTo>
                  <a:lnTo>
                    <a:pt x="1542" y="851"/>
                  </a:lnTo>
                  <a:lnTo>
                    <a:pt x="1356" y="1037"/>
                  </a:lnTo>
                  <a:lnTo>
                    <a:pt x="1223" y="1249"/>
                  </a:lnTo>
                  <a:lnTo>
                    <a:pt x="1117" y="1489"/>
                  </a:lnTo>
                  <a:lnTo>
                    <a:pt x="1010" y="1728"/>
                  </a:lnTo>
                  <a:lnTo>
                    <a:pt x="931" y="1967"/>
                  </a:lnTo>
                  <a:lnTo>
                    <a:pt x="904" y="2153"/>
                  </a:lnTo>
                  <a:lnTo>
                    <a:pt x="798" y="2180"/>
                  </a:lnTo>
                  <a:lnTo>
                    <a:pt x="638" y="2206"/>
                  </a:lnTo>
                  <a:lnTo>
                    <a:pt x="532" y="2233"/>
                  </a:lnTo>
                  <a:lnTo>
                    <a:pt x="399" y="2313"/>
                  </a:lnTo>
                  <a:lnTo>
                    <a:pt x="319" y="2419"/>
                  </a:lnTo>
                  <a:lnTo>
                    <a:pt x="240" y="2525"/>
                  </a:lnTo>
                  <a:lnTo>
                    <a:pt x="186" y="2658"/>
                  </a:lnTo>
                  <a:lnTo>
                    <a:pt x="160" y="2791"/>
                  </a:lnTo>
                  <a:lnTo>
                    <a:pt x="160" y="2924"/>
                  </a:lnTo>
                  <a:lnTo>
                    <a:pt x="186" y="3110"/>
                  </a:lnTo>
                  <a:lnTo>
                    <a:pt x="266" y="3270"/>
                  </a:lnTo>
                  <a:lnTo>
                    <a:pt x="399" y="3403"/>
                  </a:lnTo>
                  <a:lnTo>
                    <a:pt x="559" y="3509"/>
                  </a:lnTo>
                  <a:lnTo>
                    <a:pt x="53" y="5609"/>
                  </a:lnTo>
                  <a:lnTo>
                    <a:pt x="27" y="5821"/>
                  </a:lnTo>
                  <a:lnTo>
                    <a:pt x="0" y="6061"/>
                  </a:lnTo>
                  <a:lnTo>
                    <a:pt x="0" y="6273"/>
                  </a:lnTo>
                  <a:lnTo>
                    <a:pt x="27" y="6513"/>
                  </a:lnTo>
                  <a:lnTo>
                    <a:pt x="80" y="6725"/>
                  </a:lnTo>
                  <a:lnTo>
                    <a:pt x="133" y="6938"/>
                  </a:lnTo>
                  <a:lnTo>
                    <a:pt x="213" y="7124"/>
                  </a:lnTo>
                  <a:lnTo>
                    <a:pt x="319" y="7310"/>
                  </a:lnTo>
                  <a:lnTo>
                    <a:pt x="426" y="7496"/>
                  </a:lnTo>
                  <a:lnTo>
                    <a:pt x="559" y="7682"/>
                  </a:lnTo>
                  <a:lnTo>
                    <a:pt x="718" y="7842"/>
                  </a:lnTo>
                  <a:lnTo>
                    <a:pt x="877" y="7975"/>
                  </a:lnTo>
                  <a:lnTo>
                    <a:pt x="1064" y="8107"/>
                  </a:lnTo>
                  <a:lnTo>
                    <a:pt x="1250" y="8214"/>
                  </a:lnTo>
                  <a:lnTo>
                    <a:pt x="1462" y="8294"/>
                  </a:lnTo>
                  <a:lnTo>
                    <a:pt x="1675" y="8373"/>
                  </a:lnTo>
                  <a:lnTo>
                    <a:pt x="1941" y="8426"/>
                  </a:lnTo>
                  <a:lnTo>
                    <a:pt x="2233" y="8453"/>
                  </a:lnTo>
                  <a:lnTo>
                    <a:pt x="2605" y="8400"/>
                  </a:lnTo>
                  <a:lnTo>
                    <a:pt x="2977" y="8320"/>
                  </a:lnTo>
                  <a:lnTo>
                    <a:pt x="3296" y="8161"/>
                  </a:lnTo>
                  <a:lnTo>
                    <a:pt x="3615" y="7975"/>
                  </a:lnTo>
                  <a:lnTo>
                    <a:pt x="3881" y="7735"/>
                  </a:lnTo>
                  <a:lnTo>
                    <a:pt x="4120" y="7443"/>
                  </a:lnTo>
                  <a:lnTo>
                    <a:pt x="4306" y="7124"/>
                  </a:lnTo>
                  <a:lnTo>
                    <a:pt x="4439" y="6778"/>
                  </a:lnTo>
                  <a:lnTo>
                    <a:pt x="5051" y="4705"/>
                  </a:lnTo>
                  <a:lnTo>
                    <a:pt x="5290" y="4705"/>
                  </a:lnTo>
                  <a:lnTo>
                    <a:pt x="5396" y="4678"/>
                  </a:lnTo>
                  <a:lnTo>
                    <a:pt x="5503" y="4625"/>
                  </a:lnTo>
                  <a:lnTo>
                    <a:pt x="5582" y="4546"/>
                  </a:lnTo>
                  <a:lnTo>
                    <a:pt x="5662" y="4466"/>
                  </a:lnTo>
                  <a:lnTo>
                    <a:pt x="5742" y="4359"/>
                  </a:lnTo>
                  <a:lnTo>
                    <a:pt x="5795" y="4253"/>
                  </a:lnTo>
                  <a:lnTo>
                    <a:pt x="5822" y="4147"/>
                  </a:lnTo>
                  <a:lnTo>
                    <a:pt x="5822" y="4041"/>
                  </a:lnTo>
                  <a:lnTo>
                    <a:pt x="5822" y="3908"/>
                  </a:lnTo>
                  <a:lnTo>
                    <a:pt x="5795" y="3801"/>
                  </a:lnTo>
                  <a:lnTo>
                    <a:pt x="5768" y="3695"/>
                  </a:lnTo>
                  <a:lnTo>
                    <a:pt x="5689" y="3589"/>
                  </a:lnTo>
                  <a:lnTo>
                    <a:pt x="5609" y="3509"/>
                  </a:lnTo>
                  <a:lnTo>
                    <a:pt x="5529" y="3429"/>
                  </a:lnTo>
                  <a:lnTo>
                    <a:pt x="5449" y="3376"/>
                  </a:lnTo>
                  <a:lnTo>
                    <a:pt x="5503" y="3190"/>
                  </a:lnTo>
                  <a:lnTo>
                    <a:pt x="5556" y="2951"/>
                  </a:lnTo>
                  <a:lnTo>
                    <a:pt x="5582" y="2685"/>
                  </a:lnTo>
                  <a:lnTo>
                    <a:pt x="5609" y="2419"/>
                  </a:lnTo>
                  <a:lnTo>
                    <a:pt x="5582" y="2180"/>
                  </a:lnTo>
                  <a:lnTo>
                    <a:pt x="5556" y="1914"/>
                  </a:lnTo>
                  <a:lnTo>
                    <a:pt x="5476" y="1675"/>
                  </a:lnTo>
                  <a:lnTo>
                    <a:pt x="5396" y="1436"/>
                  </a:lnTo>
                  <a:lnTo>
                    <a:pt x="5290" y="1196"/>
                  </a:lnTo>
                  <a:lnTo>
                    <a:pt x="5157" y="984"/>
                  </a:lnTo>
                  <a:lnTo>
                    <a:pt x="5024" y="798"/>
                  </a:lnTo>
                  <a:lnTo>
                    <a:pt x="4865" y="638"/>
                  </a:lnTo>
                  <a:lnTo>
                    <a:pt x="4705" y="505"/>
                  </a:lnTo>
                  <a:lnTo>
                    <a:pt x="4519" y="372"/>
                  </a:lnTo>
                  <a:lnTo>
                    <a:pt x="4306" y="239"/>
                  </a:lnTo>
                  <a:lnTo>
                    <a:pt x="4094" y="160"/>
                  </a:lnTo>
                  <a:lnTo>
                    <a:pt x="3881" y="80"/>
                  </a:lnTo>
                  <a:lnTo>
                    <a:pt x="3669" y="27"/>
                  </a:lnTo>
                  <a:lnTo>
                    <a:pt x="3429" y="27"/>
                  </a:lnTo>
                  <a:lnTo>
                    <a:pt x="321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01" name="Google Shape;1501;p87"/>
          <p:cNvSpPr/>
          <p:nvPr/>
        </p:nvSpPr>
        <p:spPr>
          <a:xfrm>
            <a:off x="2457828" y="3498281"/>
            <a:ext cx="272715" cy="221216"/>
          </a:xfrm>
          <a:custGeom>
            <a:rect b="b" l="l" r="r" t="t"/>
            <a:pathLst>
              <a:path extrusionOk="0" h="8561" w="10554">
                <a:moveTo>
                  <a:pt x="7018" y="1383"/>
                </a:moveTo>
                <a:lnTo>
                  <a:pt x="7071" y="1410"/>
                </a:lnTo>
                <a:lnTo>
                  <a:pt x="7151" y="1436"/>
                </a:lnTo>
                <a:lnTo>
                  <a:pt x="7151" y="1490"/>
                </a:lnTo>
                <a:lnTo>
                  <a:pt x="7177" y="1543"/>
                </a:lnTo>
                <a:lnTo>
                  <a:pt x="7151" y="1622"/>
                </a:lnTo>
                <a:lnTo>
                  <a:pt x="7124" y="1676"/>
                </a:lnTo>
                <a:lnTo>
                  <a:pt x="7071" y="1729"/>
                </a:lnTo>
                <a:lnTo>
                  <a:pt x="7045" y="1809"/>
                </a:lnTo>
                <a:lnTo>
                  <a:pt x="7018" y="1862"/>
                </a:lnTo>
                <a:lnTo>
                  <a:pt x="7018" y="1941"/>
                </a:lnTo>
                <a:lnTo>
                  <a:pt x="7045" y="2287"/>
                </a:lnTo>
                <a:lnTo>
                  <a:pt x="7045" y="2606"/>
                </a:lnTo>
                <a:lnTo>
                  <a:pt x="7045" y="2952"/>
                </a:lnTo>
                <a:lnTo>
                  <a:pt x="7018" y="3270"/>
                </a:lnTo>
                <a:lnTo>
                  <a:pt x="7018" y="3350"/>
                </a:lnTo>
                <a:lnTo>
                  <a:pt x="3536" y="3350"/>
                </a:lnTo>
                <a:lnTo>
                  <a:pt x="3536" y="3270"/>
                </a:lnTo>
                <a:lnTo>
                  <a:pt x="3509" y="2952"/>
                </a:lnTo>
                <a:lnTo>
                  <a:pt x="3483" y="2606"/>
                </a:lnTo>
                <a:lnTo>
                  <a:pt x="3509" y="2287"/>
                </a:lnTo>
                <a:lnTo>
                  <a:pt x="3536" y="1941"/>
                </a:lnTo>
                <a:lnTo>
                  <a:pt x="3536" y="1862"/>
                </a:lnTo>
                <a:lnTo>
                  <a:pt x="3509" y="1809"/>
                </a:lnTo>
                <a:lnTo>
                  <a:pt x="3483" y="1729"/>
                </a:lnTo>
                <a:lnTo>
                  <a:pt x="3429" y="1676"/>
                </a:lnTo>
                <a:lnTo>
                  <a:pt x="3429" y="1649"/>
                </a:lnTo>
                <a:lnTo>
                  <a:pt x="3376" y="1596"/>
                </a:lnTo>
                <a:lnTo>
                  <a:pt x="3376" y="1543"/>
                </a:lnTo>
                <a:lnTo>
                  <a:pt x="3403" y="1463"/>
                </a:lnTo>
                <a:lnTo>
                  <a:pt x="3429" y="1410"/>
                </a:lnTo>
                <a:lnTo>
                  <a:pt x="3483" y="1383"/>
                </a:lnTo>
                <a:lnTo>
                  <a:pt x="3616" y="1383"/>
                </a:lnTo>
                <a:lnTo>
                  <a:pt x="3669" y="1436"/>
                </a:lnTo>
                <a:lnTo>
                  <a:pt x="3695" y="1436"/>
                </a:lnTo>
                <a:lnTo>
                  <a:pt x="3802" y="1516"/>
                </a:lnTo>
                <a:lnTo>
                  <a:pt x="3935" y="1543"/>
                </a:lnTo>
                <a:lnTo>
                  <a:pt x="4599" y="1516"/>
                </a:lnTo>
                <a:lnTo>
                  <a:pt x="5264" y="1490"/>
                </a:lnTo>
                <a:lnTo>
                  <a:pt x="5928" y="1516"/>
                </a:lnTo>
                <a:lnTo>
                  <a:pt x="6619" y="1543"/>
                </a:lnTo>
                <a:lnTo>
                  <a:pt x="6752" y="1516"/>
                </a:lnTo>
                <a:lnTo>
                  <a:pt x="6858" y="1436"/>
                </a:lnTo>
                <a:lnTo>
                  <a:pt x="6885" y="1436"/>
                </a:lnTo>
                <a:lnTo>
                  <a:pt x="6938" y="1383"/>
                </a:lnTo>
                <a:close/>
                <a:moveTo>
                  <a:pt x="8188" y="400"/>
                </a:moveTo>
                <a:lnTo>
                  <a:pt x="8400" y="426"/>
                </a:lnTo>
                <a:lnTo>
                  <a:pt x="8560" y="479"/>
                </a:lnTo>
                <a:lnTo>
                  <a:pt x="8746" y="559"/>
                </a:lnTo>
                <a:lnTo>
                  <a:pt x="8932" y="639"/>
                </a:lnTo>
                <a:lnTo>
                  <a:pt x="9091" y="719"/>
                </a:lnTo>
                <a:lnTo>
                  <a:pt x="9224" y="852"/>
                </a:lnTo>
                <a:lnTo>
                  <a:pt x="9357" y="958"/>
                </a:lnTo>
                <a:lnTo>
                  <a:pt x="9490" y="1091"/>
                </a:lnTo>
                <a:lnTo>
                  <a:pt x="9596" y="1250"/>
                </a:lnTo>
                <a:lnTo>
                  <a:pt x="9703" y="1410"/>
                </a:lnTo>
                <a:lnTo>
                  <a:pt x="9782" y="1569"/>
                </a:lnTo>
                <a:lnTo>
                  <a:pt x="9836" y="1755"/>
                </a:lnTo>
                <a:lnTo>
                  <a:pt x="9889" y="1941"/>
                </a:lnTo>
                <a:lnTo>
                  <a:pt x="9915" y="2127"/>
                </a:lnTo>
                <a:lnTo>
                  <a:pt x="9942" y="2340"/>
                </a:lnTo>
                <a:lnTo>
                  <a:pt x="9942" y="4041"/>
                </a:lnTo>
                <a:lnTo>
                  <a:pt x="9809" y="3908"/>
                </a:lnTo>
                <a:lnTo>
                  <a:pt x="9676" y="3776"/>
                </a:lnTo>
                <a:lnTo>
                  <a:pt x="9517" y="3669"/>
                </a:lnTo>
                <a:lnTo>
                  <a:pt x="9357" y="3563"/>
                </a:lnTo>
                <a:lnTo>
                  <a:pt x="9198" y="3483"/>
                </a:lnTo>
                <a:lnTo>
                  <a:pt x="9012" y="3430"/>
                </a:lnTo>
                <a:lnTo>
                  <a:pt x="8825" y="3377"/>
                </a:lnTo>
                <a:lnTo>
                  <a:pt x="8639" y="3350"/>
                </a:lnTo>
                <a:lnTo>
                  <a:pt x="7470" y="3350"/>
                </a:lnTo>
                <a:lnTo>
                  <a:pt x="7417" y="3297"/>
                </a:lnTo>
                <a:lnTo>
                  <a:pt x="7443" y="2952"/>
                </a:lnTo>
                <a:lnTo>
                  <a:pt x="7443" y="2606"/>
                </a:lnTo>
                <a:lnTo>
                  <a:pt x="7443" y="2260"/>
                </a:lnTo>
                <a:lnTo>
                  <a:pt x="7417" y="1941"/>
                </a:lnTo>
                <a:lnTo>
                  <a:pt x="7470" y="1835"/>
                </a:lnTo>
                <a:lnTo>
                  <a:pt x="7523" y="1755"/>
                </a:lnTo>
                <a:lnTo>
                  <a:pt x="7550" y="1649"/>
                </a:lnTo>
                <a:lnTo>
                  <a:pt x="7576" y="1543"/>
                </a:lnTo>
                <a:lnTo>
                  <a:pt x="7550" y="1357"/>
                </a:lnTo>
                <a:lnTo>
                  <a:pt x="7470" y="1197"/>
                </a:lnTo>
                <a:lnTo>
                  <a:pt x="7364" y="1117"/>
                </a:lnTo>
                <a:lnTo>
                  <a:pt x="7284" y="1038"/>
                </a:lnTo>
                <a:lnTo>
                  <a:pt x="7177" y="1011"/>
                </a:lnTo>
                <a:lnTo>
                  <a:pt x="7045" y="984"/>
                </a:lnTo>
                <a:lnTo>
                  <a:pt x="6912" y="984"/>
                </a:lnTo>
                <a:lnTo>
                  <a:pt x="6805" y="1011"/>
                </a:lnTo>
                <a:lnTo>
                  <a:pt x="6699" y="1064"/>
                </a:lnTo>
                <a:lnTo>
                  <a:pt x="6593" y="1144"/>
                </a:lnTo>
                <a:lnTo>
                  <a:pt x="5928" y="1117"/>
                </a:lnTo>
                <a:lnTo>
                  <a:pt x="5264" y="1091"/>
                </a:lnTo>
                <a:lnTo>
                  <a:pt x="4599" y="1117"/>
                </a:lnTo>
                <a:lnTo>
                  <a:pt x="3935" y="1144"/>
                </a:lnTo>
                <a:lnTo>
                  <a:pt x="3802" y="1038"/>
                </a:lnTo>
                <a:lnTo>
                  <a:pt x="3669" y="984"/>
                </a:lnTo>
                <a:lnTo>
                  <a:pt x="3483" y="984"/>
                </a:lnTo>
                <a:lnTo>
                  <a:pt x="3323" y="1011"/>
                </a:lnTo>
                <a:lnTo>
                  <a:pt x="3190" y="1091"/>
                </a:lnTo>
                <a:lnTo>
                  <a:pt x="3084" y="1224"/>
                </a:lnTo>
                <a:lnTo>
                  <a:pt x="3004" y="1357"/>
                </a:lnTo>
                <a:lnTo>
                  <a:pt x="2978" y="1516"/>
                </a:lnTo>
                <a:lnTo>
                  <a:pt x="2978" y="1649"/>
                </a:lnTo>
                <a:lnTo>
                  <a:pt x="3004" y="1755"/>
                </a:lnTo>
                <a:lnTo>
                  <a:pt x="3057" y="1835"/>
                </a:lnTo>
                <a:lnTo>
                  <a:pt x="3137" y="1941"/>
                </a:lnTo>
                <a:lnTo>
                  <a:pt x="3110" y="2260"/>
                </a:lnTo>
                <a:lnTo>
                  <a:pt x="3084" y="2606"/>
                </a:lnTo>
                <a:lnTo>
                  <a:pt x="3110" y="2952"/>
                </a:lnTo>
                <a:lnTo>
                  <a:pt x="3137" y="3297"/>
                </a:lnTo>
                <a:lnTo>
                  <a:pt x="3084" y="3350"/>
                </a:lnTo>
                <a:lnTo>
                  <a:pt x="1914" y="3350"/>
                </a:lnTo>
                <a:lnTo>
                  <a:pt x="1728" y="3377"/>
                </a:lnTo>
                <a:lnTo>
                  <a:pt x="1542" y="3430"/>
                </a:lnTo>
                <a:lnTo>
                  <a:pt x="1356" y="3483"/>
                </a:lnTo>
                <a:lnTo>
                  <a:pt x="1197" y="3563"/>
                </a:lnTo>
                <a:lnTo>
                  <a:pt x="1037" y="3669"/>
                </a:lnTo>
                <a:lnTo>
                  <a:pt x="878" y="3776"/>
                </a:lnTo>
                <a:lnTo>
                  <a:pt x="745" y="3908"/>
                </a:lnTo>
                <a:lnTo>
                  <a:pt x="612" y="4068"/>
                </a:lnTo>
                <a:lnTo>
                  <a:pt x="612" y="2340"/>
                </a:lnTo>
                <a:lnTo>
                  <a:pt x="612" y="2127"/>
                </a:lnTo>
                <a:lnTo>
                  <a:pt x="665" y="1941"/>
                </a:lnTo>
                <a:lnTo>
                  <a:pt x="692" y="1755"/>
                </a:lnTo>
                <a:lnTo>
                  <a:pt x="771" y="1569"/>
                </a:lnTo>
                <a:lnTo>
                  <a:pt x="851" y="1410"/>
                </a:lnTo>
                <a:lnTo>
                  <a:pt x="931" y="1250"/>
                </a:lnTo>
                <a:lnTo>
                  <a:pt x="1064" y="1091"/>
                </a:lnTo>
                <a:lnTo>
                  <a:pt x="1170" y="958"/>
                </a:lnTo>
                <a:lnTo>
                  <a:pt x="1330" y="852"/>
                </a:lnTo>
                <a:lnTo>
                  <a:pt x="1462" y="719"/>
                </a:lnTo>
                <a:lnTo>
                  <a:pt x="1622" y="639"/>
                </a:lnTo>
                <a:lnTo>
                  <a:pt x="1808" y="559"/>
                </a:lnTo>
                <a:lnTo>
                  <a:pt x="1967" y="479"/>
                </a:lnTo>
                <a:lnTo>
                  <a:pt x="2154" y="426"/>
                </a:lnTo>
                <a:lnTo>
                  <a:pt x="2340" y="400"/>
                </a:lnTo>
                <a:close/>
                <a:moveTo>
                  <a:pt x="8613" y="3749"/>
                </a:moveTo>
                <a:lnTo>
                  <a:pt x="8852" y="3802"/>
                </a:lnTo>
                <a:lnTo>
                  <a:pt x="9118" y="3882"/>
                </a:lnTo>
                <a:lnTo>
                  <a:pt x="9331" y="4015"/>
                </a:lnTo>
                <a:lnTo>
                  <a:pt x="9517" y="4174"/>
                </a:lnTo>
                <a:lnTo>
                  <a:pt x="1037" y="4174"/>
                </a:lnTo>
                <a:lnTo>
                  <a:pt x="1223" y="4015"/>
                </a:lnTo>
                <a:lnTo>
                  <a:pt x="1436" y="3882"/>
                </a:lnTo>
                <a:lnTo>
                  <a:pt x="1675" y="3802"/>
                </a:lnTo>
                <a:lnTo>
                  <a:pt x="1941" y="3749"/>
                </a:lnTo>
                <a:close/>
                <a:moveTo>
                  <a:pt x="9809" y="4600"/>
                </a:moveTo>
                <a:lnTo>
                  <a:pt x="9862" y="4732"/>
                </a:lnTo>
                <a:lnTo>
                  <a:pt x="9889" y="4892"/>
                </a:lnTo>
                <a:lnTo>
                  <a:pt x="9915" y="5051"/>
                </a:lnTo>
                <a:lnTo>
                  <a:pt x="9942" y="5211"/>
                </a:lnTo>
                <a:lnTo>
                  <a:pt x="9942" y="5743"/>
                </a:lnTo>
                <a:lnTo>
                  <a:pt x="612" y="5743"/>
                </a:lnTo>
                <a:lnTo>
                  <a:pt x="612" y="5211"/>
                </a:lnTo>
                <a:lnTo>
                  <a:pt x="612" y="5051"/>
                </a:lnTo>
                <a:lnTo>
                  <a:pt x="638" y="4892"/>
                </a:lnTo>
                <a:lnTo>
                  <a:pt x="692" y="4732"/>
                </a:lnTo>
                <a:lnTo>
                  <a:pt x="745" y="4600"/>
                </a:lnTo>
                <a:close/>
                <a:moveTo>
                  <a:pt x="10155" y="6141"/>
                </a:moveTo>
                <a:lnTo>
                  <a:pt x="10155" y="6646"/>
                </a:lnTo>
                <a:lnTo>
                  <a:pt x="399" y="6646"/>
                </a:lnTo>
                <a:lnTo>
                  <a:pt x="399" y="6141"/>
                </a:lnTo>
                <a:close/>
                <a:moveTo>
                  <a:pt x="1356" y="7045"/>
                </a:moveTo>
                <a:lnTo>
                  <a:pt x="1356" y="8161"/>
                </a:lnTo>
                <a:lnTo>
                  <a:pt x="824" y="8161"/>
                </a:lnTo>
                <a:lnTo>
                  <a:pt x="824" y="7045"/>
                </a:lnTo>
                <a:close/>
                <a:moveTo>
                  <a:pt x="9729" y="7045"/>
                </a:moveTo>
                <a:lnTo>
                  <a:pt x="9729" y="8161"/>
                </a:lnTo>
                <a:lnTo>
                  <a:pt x="9198" y="8161"/>
                </a:lnTo>
                <a:lnTo>
                  <a:pt x="9198" y="7045"/>
                </a:lnTo>
                <a:close/>
                <a:moveTo>
                  <a:pt x="2313" y="1"/>
                </a:moveTo>
                <a:lnTo>
                  <a:pt x="2074" y="54"/>
                </a:lnTo>
                <a:lnTo>
                  <a:pt x="1861" y="107"/>
                </a:lnTo>
                <a:lnTo>
                  <a:pt x="1649" y="187"/>
                </a:lnTo>
                <a:lnTo>
                  <a:pt x="1436" y="267"/>
                </a:lnTo>
                <a:lnTo>
                  <a:pt x="1250" y="400"/>
                </a:lnTo>
                <a:lnTo>
                  <a:pt x="1064" y="533"/>
                </a:lnTo>
                <a:lnTo>
                  <a:pt x="904" y="692"/>
                </a:lnTo>
                <a:lnTo>
                  <a:pt x="745" y="852"/>
                </a:lnTo>
                <a:lnTo>
                  <a:pt x="612" y="1038"/>
                </a:lnTo>
                <a:lnTo>
                  <a:pt x="506" y="1224"/>
                </a:lnTo>
                <a:lnTo>
                  <a:pt x="399" y="1436"/>
                </a:lnTo>
                <a:lnTo>
                  <a:pt x="319" y="1649"/>
                </a:lnTo>
                <a:lnTo>
                  <a:pt x="266" y="1862"/>
                </a:lnTo>
                <a:lnTo>
                  <a:pt x="213" y="2101"/>
                </a:lnTo>
                <a:lnTo>
                  <a:pt x="213" y="2340"/>
                </a:lnTo>
                <a:lnTo>
                  <a:pt x="213" y="5743"/>
                </a:lnTo>
                <a:lnTo>
                  <a:pt x="107" y="5743"/>
                </a:lnTo>
                <a:lnTo>
                  <a:pt x="54" y="5796"/>
                </a:lnTo>
                <a:lnTo>
                  <a:pt x="0" y="5849"/>
                </a:lnTo>
                <a:lnTo>
                  <a:pt x="0" y="5929"/>
                </a:lnTo>
                <a:lnTo>
                  <a:pt x="0" y="6859"/>
                </a:lnTo>
                <a:lnTo>
                  <a:pt x="0" y="6939"/>
                </a:lnTo>
                <a:lnTo>
                  <a:pt x="54" y="6992"/>
                </a:lnTo>
                <a:lnTo>
                  <a:pt x="107" y="7045"/>
                </a:lnTo>
                <a:lnTo>
                  <a:pt x="426" y="7045"/>
                </a:lnTo>
                <a:lnTo>
                  <a:pt x="426" y="8374"/>
                </a:lnTo>
                <a:lnTo>
                  <a:pt x="452" y="8454"/>
                </a:lnTo>
                <a:lnTo>
                  <a:pt x="479" y="8507"/>
                </a:lnTo>
                <a:lnTo>
                  <a:pt x="559" y="8560"/>
                </a:lnTo>
                <a:lnTo>
                  <a:pt x="1622" y="8560"/>
                </a:lnTo>
                <a:lnTo>
                  <a:pt x="1675" y="8507"/>
                </a:lnTo>
                <a:lnTo>
                  <a:pt x="1728" y="8454"/>
                </a:lnTo>
                <a:lnTo>
                  <a:pt x="1755" y="8374"/>
                </a:lnTo>
                <a:lnTo>
                  <a:pt x="1755" y="7045"/>
                </a:lnTo>
                <a:lnTo>
                  <a:pt x="8799" y="7045"/>
                </a:lnTo>
                <a:lnTo>
                  <a:pt x="8799" y="8374"/>
                </a:lnTo>
                <a:lnTo>
                  <a:pt x="8825" y="8454"/>
                </a:lnTo>
                <a:lnTo>
                  <a:pt x="8852" y="8507"/>
                </a:lnTo>
                <a:lnTo>
                  <a:pt x="8932" y="8560"/>
                </a:lnTo>
                <a:lnTo>
                  <a:pt x="9995" y="8560"/>
                </a:lnTo>
                <a:lnTo>
                  <a:pt x="10048" y="8507"/>
                </a:lnTo>
                <a:lnTo>
                  <a:pt x="10101" y="8454"/>
                </a:lnTo>
                <a:lnTo>
                  <a:pt x="10128" y="8374"/>
                </a:lnTo>
                <a:lnTo>
                  <a:pt x="10128" y="7045"/>
                </a:lnTo>
                <a:lnTo>
                  <a:pt x="10447" y="7045"/>
                </a:lnTo>
                <a:lnTo>
                  <a:pt x="10500" y="6992"/>
                </a:lnTo>
                <a:lnTo>
                  <a:pt x="10553" y="6939"/>
                </a:lnTo>
                <a:lnTo>
                  <a:pt x="10553" y="6859"/>
                </a:lnTo>
                <a:lnTo>
                  <a:pt x="10553" y="5929"/>
                </a:lnTo>
                <a:lnTo>
                  <a:pt x="10553" y="5849"/>
                </a:lnTo>
                <a:lnTo>
                  <a:pt x="10500" y="5796"/>
                </a:lnTo>
                <a:lnTo>
                  <a:pt x="10447" y="5743"/>
                </a:lnTo>
                <a:lnTo>
                  <a:pt x="10341" y="5743"/>
                </a:lnTo>
                <a:lnTo>
                  <a:pt x="10341" y="2340"/>
                </a:lnTo>
                <a:lnTo>
                  <a:pt x="10314" y="2101"/>
                </a:lnTo>
                <a:lnTo>
                  <a:pt x="10287" y="1862"/>
                </a:lnTo>
                <a:lnTo>
                  <a:pt x="10234" y="1649"/>
                </a:lnTo>
                <a:lnTo>
                  <a:pt x="10155" y="1436"/>
                </a:lnTo>
                <a:lnTo>
                  <a:pt x="10048" y="1224"/>
                </a:lnTo>
                <a:lnTo>
                  <a:pt x="9942" y="1038"/>
                </a:lnTo>
                <a:lnTo>
                  <a:pt x="9809" y="852"/>
                </a:lnTo>
                <a:lnTo>
                  <a:pt x="9650" y="692"/>
                </a:lnTo>
                <a:lnTo>
                  <a:pt x="9490" y="533"/>
                </a:lnTo>
                <a:lnTo>
                  <a:pt x="9304" y="400"/>
                </a:lnTo>
                <a:lnTo>
                  <a:pt x="9118" y="267"/>
                </a:lnTo>
                <a:lnTo>
                  <a:pt x="8905" y="187"/>
                </a:lnTo>
                <a:lnTo>
                  <a:pt x="8693" y="107"/>
                </a:lnTo>
                <a:lnTo>
                  <a:pt x="8480" y="54"/>
                </a:lnTo>
                <a:lnTo>
                  <a:pt x="824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02" name="Google Shape;1502;p87"/>
          <p:cNvGrpSpPr/>
          <p:nvPr/>
        </p:nvGrpSpPr>
        <p:grpSpPr>
          <a:xfrm>
            <a:off x="3238785" y="3461200"/>
            <a:ext cx="291940" cy="295377"/>
            <a:chOff x="2520125" y="3464525"/>
            <a:chExt cx="282450" cy="285775"/>
          </a:xfrm>
        </p:grpSpPr>
        <p:sp>
          <p:nvSpPr>
            <p:cNvPr id="1503" name="Google Shape;1503;p87"/>
            <p:cNvSpPr/>
            <p:nvPr/>
          </p:nvSpPr>
          <p:spPr>
            <a:xfrm>
              <a:off x="2520125" y="3464525"/>
              <a:ext cx="282450" cy="285775"/>
            </a:xfrm>
            <a:custGeom>
              <a:rect b="b" l="l" r="r" t="t"/>
              <a:pathLst>
                <a:path extrusionOk="0" h="11431" w="11298">
                  <a:moveTo>
                    <a:pt x="5981" y="399"/>
                  </a:moveTo>
                  <a:lnTo>
                    <a:pt x="6300" y="452"/>
                  </a:lnTo>
                  <a:lnTo>
                    <a:pt x="6619" y="532"/>
                  </a:lnTo>
                  <a:lnTo>
                    <a:pt x="6912" y="639"/>
                  </a:lnTo>
                  <a:lnTo>
                    <a:pt x="7204" y="771"/>
                  </a:lnTo>
                  <a:lnTo>
                    <a:pt x="7470" y="958"/>
                  </a:lnTo>
                  <a:lnTo>
                    <a:pt x="7709" y="1144"/>
                  </a:lnTo>
                  <a:lnTo>
                    <a:pt x="7948" y="1330"/>
                  </a:lnTo>
                  <a:lnTo>
                    <a:pt x="8161" y="1569"/>
                  </a:lnTo>
                  <a:lnTo>
                    <a:pt x="8347" y="1835"/>
                  </a:lnTo>
                  <a:lnTo>
                    <a:pt x="8507" y="2101"/>
                  </a:lnTo>
                  <a:lnTo>
                    <a:pt x="8639" y="2366"/>
                  </a:lnTo>
                  <a:lnTo>
                    <a:pt x="8746" y="2685"/>
                  </a:lnTo>
                  <a:lnTo>
                    <a:pt x="8826" y="2978"/>
                  </a:lnTo>
                  <a:lnTo>
                    <a:pt x="8879" y="3297"/>
                  </a:lnTo>
                  <a:lnTo>
                    <a:pt x="8905" y="3642"/>
                  </a:lnTo>
                  <a:lnTo>
                    <a:pt x="8932" y="3749"/>
                  </a:lnTo>
                  <a:lnTo>
                    <a:pt x="8985" y="3802"/>
                  </a:lnTo>
                  <a:lnTo>
                    <a:pt x="9065" y="3855"/>
                  </a:lnTo>
                  <a:lnTo>
                    <a:pt x="9145" y="3881"/>
                  </a:lnTo>
                  <a:lnTo>
                    <a:pt x="10739" y="3881"/>
                  </a:lnTo>
                  <a:lnTo>
                    <a:pt x="10793" y="3908"/>
                  </a:lnTo>
                  <a:lnTo>
                    <a:pt x="10846" y="3935"/>
                  </a:lnTo>
                  <a:lnTo>
                    <a:pt x="10899" y="3988"/>
                  </a:lnTo>
                  <a:lnTo>
                    <a:pt x="10899" y="4041"/>
                  </a:lnTo>
                  <a:lnTo>
                    <a:pt x="10899" y="4227"/>
                  </a:lnTo>
                  <a:lnTo>
                    <a:pt x="10846" y="4360"/>
                  </a:lnTo>
                  <a:lnTo>
                    <a:pt x="10793" y="4519"/>
                  </a:lnTo>
                  <a:lnTo>
                    <a:pt x="10713" y="4652"/>
                  </a:lnTo>
                  <a:lnTo>
                    <a:pt x="10633" y="4759"/>
                  </a:lnTo>
                  <a:lnTo>
                    <a:pt x="10527" y="4892"/>
                  </a:lnTo>
                  <a:lnTo>
                    <a:pt x="10288" y="5078"/>
                  </a:lnTo>
                  <a:lnTo>
                    <a:pt x="10022" y="5211"/>
                  </a:lnTo>
                  <a:lnTo>
                    <a:pt x="9756" y="5343"/>
                  </a:lnTo>
                  <a:lnTo>
                    <a:pt x="9517" y="5423"/>
                  </a:lnTo>
                  <a:lnTo>
                    <a:pt x="9304" y="5476"/>
                  </a:lnTo>
                  <a:lnTo>
                    <a:pt x="9304" y="4918"/>
                  </a:lnTo>
                  <a:lnTo>
                    <a:pt x="9277" y="4838"/>
                  </a:lnTo>
                  <a:lnTo>
                    <a:pt x="9251" y="4785"/>
                  </a:lnTo>
                  <a:lnTo>
                    <a:pt x="9171" y="4732"/>
                  </a:lnTo>
                  <a:lnTo>
                    <a:pt x="9012" y="4732"/>
                  </a:lnTo>
                  <a:lnTo>
                    <a:pt x="8958" y="4785"/>
                  </a:lnTo>
                  <a:lnTo>
                    <a:pt x="8905" y="4838"/>
                  </a:lnTo>
                  <a:lnTo>
                    <a:pt x="8905" y="4918"/>
                  </a:lnTo>
                  <a:lnTo>
                    <a:pt x="8905" y="10633"/>
                  </a:lnTo>
                  <a:lnTo>
                    <a:pt x="8879" y="10686"/>
                  </a:lnTo>
                  <a:lnTo>
                    <a:pt x="8826" y="10766"/>
                  </a:lnTo>
                  <a:lnTo>
                    <a:pt x="8746" y="10846"/>
                  </a:lnTo>
                  <a:lnTo>
                    <a:pt x="8639" y="10899"/>
                  </a:lnTo>
                  <a:lnTo>
                    <a:pt x="8507" y="10952"/>
                  </a:lnTo>
                  <a:lnTo>
                    <a:pt x="8347" y="11005"/>
                  </a:lnTo>
                  <a:lnTo>
                    <a:pt x="8161" y="11032"/>
                  </a:lnTo>
                  <a:lnTo>
                    <a:pt x="7762" y="11032"/>
                  </a:lnTo>
                  <a:lnTo>
                    <a:pt x="7576" y="11005"/>
                  </a:lnTo>
                  <a:lnTo>
                    <a:pt x="7390" y="10952"/>
                  </a:lnTo>
                  <a:lnTo>
                    <a:pt x="7204" y="10872"/>
                  </a:lnTo>
                  <a:lnTo>
                    <a:pt x="7018" y="10793"/>
                  </a:lnTo>
                  <a:lnTo>
                    <a:pt x="6805" y="10766"/>
                  </a:lnTo>
                  <a:lnTo>
                    <a:pt x="6593" y="10793"/>
                  </a:lnTo>
                  <a:lnTo>
                    <a:pt x="6407" y="10872"/>
                  </a:lnTo>
                  <a:lnTo>
                    <a:pt x="6221" y="10952"/>
                  </a:lnTo>
                  <a:lnTo>
                    <a:pt x="6034" y="11005"/>
                  </a:lnTo>
                  <a:lnTo>
                    <a:pt x="5848" y="11032"/>
                  </a:lnTo>
                  <a:lnTo>
                    <a:pt x="5450" y="11032"/>
                  </a:lnTo>
                  <a:lnTo>
                    <a:pt x="5264" y="11005"/>
                  </a:lnTo>
                  <a:lnTo>
                    <a:pt x="5078" y="10952"/>
                  </a:lnTo>
                  <a:lnTo>
                    <a:pt x="4891" y="10872"/>
                  </a:lnTo>
                  <a:lnTo>
                    <a:pt x="4705" y="10793"/>
                  </a:lnTo>
                  <a:lnTo>
                    <a:pt x="4493" y="10766"/>
                  </a:lnTo>
                  <a:lnTo>
                    <a:pt x="4307" y="10793"/>
                  </a:lnTo>
                  <a:lnTo>
                    <a:pt x="4094" y="10872"/>
                  </a:lnTo>
                  <a:lnTo>
                    <a:pt x="3935" y="10952"/>
                  </a:lnTo>
                  <a:lnTo>
                    <a:pt x="3748" y="11005"/>
                  </a:lnTo>
                  <a:lnTo>
                    <a:pt x="3536" y="11032"/>
                  </a:lnTo>
                  <a:lnTo>
                    <a:pt x="3137" y="11032"/>
                  </a:lnTo>
                  <a:lnTo>
                    <a:pt x="2951" y="11005"/>
                  </a:lnTo>
                  <a:lnTo>
                    <a:pt x="2792" y="10952"/>
                  </a:lnTo>
                  <a:lnTo>
                    <a:pt x="2659" y="10899"/>
                  </a:lnTo>
                  <a:lnTo>
                    <a:pt x="2552" y="10846"/>
                  </a:lnTo>
                  <a:lnTo>
                    <a:pt x="2473" y="10766"/>
                  </a:lnTo>
                  <a:lnTo>
                    <a:pt x="2419" y="10686"/>
                  </a:lnTo>
                  <a:lnTo>
                    <a:pt x="2393" y="10633"/>
                  </a:lnTo>
                  <a:lnTo>
                    <a:pt x="2393" y="4918"/>
                  </a:lnTo>
                  <a:lnTo>
                    <a:pt x="2393" y="4838"/>
                  </a:lnTo>
                  <a:lnTo>
                    <a:pt x="2340" y="4785"/>
                  </a:lnTo>
                  <a:lnTo>
                    <a:pt x="2287" y="4732"/>
                  </a:lnTo>
                  <a:lnTo>
                    <a:pt x="2127" y="4732"/>
                  </a:lnTo>
                  <a:lnTo>
                    <a:pt x="2047" y="4785"/>
                  </a:lnTo>
                  <a:lnTo>
                    <a:pt x="2021" y="4838"/>
                  </a:lnTo>
                  <a:lnTo>
                    <a:pt x="1994" y="4918"/>
                  </a:lnTo>
                  <a:lnTo>
                    <a:pt x="1994" y="5476"/>
                  </a:lnTo>
                  <a:lnTo>
                    <a:pt x="1781" y="5423"/>
                  </a:lnTo>
                  <a:lnTo>
                    <a:pt x="1542" y="5343"/>
                  </a:lnTo>
                  <a:lnTo>
                    <a:pt x="1276" y="5211"/>
                  </a:lnTo>
                  <a:lnTo>
                    <a:pt x="1011" y="5078"/>
                  </a:lnTo>
                  <a:lnTo>
                    <a:pt x="771" y="4892"/>
                  </a:lnTo>
                  <a:lnTo>
                    <a:pt x="665" y="4759"/>
                  </a:lnTo>
                  <a:lnTo>
                    <a:pt x="585" y="4652"/>
                  </a:lnTo>
                  <a:lnTo>
                    <a:pt x="506" y="4519"/>
                  </a:lnTo>
                  <a:lnTo>
                    <a:pt x="452" y="4360"/>
                  </a:lnTo>
                  <a:lnTo>
                    <a:pt x="399" y="4227"/>
                  </a:lnTo>
                  <a:lnTo>
                    <a:pt x="399" y="4041"/>
                  </a:lnTo>
                  <a:lnTo>
                    <a:pt x="399" y="3988"/>
                  </a:lnTo>
                  <a:lnTo>
                    <a:pt x="452" y="3935"/>
                  </a:lnTo>
                  <a:lnTo>
                    <a:pt x="506" y="3908"/>
                  </a:lnTo>
                  <a:lnTo>
                    <a:pt x="559" y="3881"/>
                  </a:lnTo>
                  <a:lnTo>
                    <a:pt x="2154" y="3881"/>
                  </a:lnTo>
                  <a:lnTo>
                    <a:pt x="2260" y="3855"/>
                  </a:lnTo>
                  <a:lnTo>
                    <a:pt x="2340" y="3802"/>
                  </a:lnTo>
                  <a:lnTo>
                    <a:pt x="2393" y="3749"/>
                  </a:lnTo>
                  <a:lnTo>
                    <a:pt x="2393" y="3642"/>
                  </a:lnTo>
                  <a:lnTo>
                    <a:pt x="2419" y="3297"/>
                  </a:lnTo>
                  <a:lnTo>
                    <a:pt x="2473" y="2978"/>
                  </a:lnTo>
                  <a:lnTo>
                    <a:pt x="2552" y="2685"/>
                  </a:lnTo>
                  <a:lnTo>
                    <a:pt x="2659" y="2366"/>
                  </a:lnTo>
                  <a:lnTo>
                    <a:pt x="2792" y="2101"/>
                  </a:lnTo>
                  <a:lnTo>
                    <a:pt x="2951" y="1835"/>
                  </a:lnTo>
                  <a:lnTo>
                    <a:pt x="3137" y="1569"/>
                  </a:lnTo>
                  <a:lnTo>
                    <a:pt x="3350" y="1330"/>
                  </a:lnTo>
                  <a:lnTo>
                    <a:pt x="3589" y="1144"/>
                  </a:lnTo>
                  <a:lnTo>
                    <a:pt x="3828" y="958"/>
                  </a:lnTo>
                  <a:lnTo>
                    <a:pt x="4094" y="771"/>
                  </a:lnTo>
                  <a:lnTo>
                    <a:pt x="4386" y="639"/>
                  </a:lnTo>
                  <a:lnTo>
                    <a:pt x="4679" y="532"/>
                  </a:lnTo>
                  <a:lnTo>
                    <a:pt x="4998" y="452"/>
                  </a:lnTo>
                  <a:lnTo>
                    <a:pt x="5317" y="399"/>
                  </a:lnTo>
                  <a:close/>
                  <a:moveTo>
                    <a:pt x="5290" y="1"/>
                  </a:moveTo>
                  <a:lnTo>
                    <a:pt x="4945" y="54"/>
                  </a:lnTo>
                  <a:lnTo>
                    <a:pt x="4599" y="133"/>
                  </a:lnTo>
                  <a:lnTo>
                    <a:pt x="4280" y="266"/>
                  </a:lnTo>
                  <a:lnTo>
                    <a:pt x="3961" y="399"/>
                  </a:lnTo>
                  <a:lnTo>
                    <a:pt x="3669" y="585"/>
                  </a:lnTo>
                  <a:lnTo>
                    <a:pt x="3376" y="771"/>
                  </a:lnTo>
                  <a:lnTo>
                    <a:pt x="3137" y="1011"/>
                  </a:lnTo>
                  <a:lnTo>
                    <a:pt x="2898" y="1250"/>
                  </a:lnTo>
                  <a:lnTo>
                    <a:pt x="2685" y="1516"/>
                  </a:lnTo>
                  <a:lnTo>
                    <a:pt x="2499" y="1808"/>
                  </a:lnTo>
                  <a:lnTo>
                    <a:pt x="2340" y="2127"/>
                  </a:lnTo>
                  <a:lnTo>
                    <a:pt x="2207" y="2446"/>
                  </a:lnTo>
                  <a:lnTo>
                    <a:pt x="2100" y="2765"/>
                  </a:lnTo>
                  <a:lnTo>
                    <a:pt x="2047" y="3137"/>
                  </a:lnTo>
                  <a:lnTo>
                    <a:pt x="1994" y="3483"/>
                  </a:lnTo>
                  <a:lnTo>
                    <a:pt x="559" y="3483"/>
                  </a:lnTo>
                  <a:lnTo>
                    <a:pt x="452" y="3509"/>
                  </a:lnTo>
                  <a:lnTo>
                    <a:pt x="346" y="3536"/>
                  </a:lnTo>
                  <a:lnTo>
                    <a:pt x="240" y="3589"/>
                  </a:lnTo>
                  <a:lnTo>
                    <a:pt x="160" y="3642"/>
                  </a:lnTo>
                  <a:lnTo>
                    <a:pt x="107" y="3722"/>
                  </a:lnTo>
                  <a:lnTo>
                    <a:pt x="54" y="3828"/>
                  </a:lnTo>
                  <a:lnTo>
                    <a:pt x="1" y="3935"/>
                  </a:lnTo>
                  <a:lnTo>
                    <a:pt x="1" y="4041"/>
                  </a:lnTo>
                  <a:lnTo>
                    <a:pt x="1" y="4280"/>
                  </a:lnTo>
                  <a:lnTo>
                    <a:pt x="54" y="4493"/>
                  </a:lnTo>
                  <a:lnTo>
                    <a:pt x="133" y="4679"/>
                  </a:lnTo>
                  <a:lnTo>
                    <a:pt x="240" y="4865"/>
                  </a:lnTo>
                  <a:lnTo>
                    <a:pt x="346" y="5024"/>
                  </a:lnTo>
                  <a:lnTo>
                    <a:pt x="506" y="5184"/>
                  </a:lnTo>
                  <a:lnTo>
                    <a:pt x="638" y="5290"/>
                  </a:lnTo>
                  <a:lnTo>
                    <a:pt x="798" y="5423"/>
                  </a:lnTo>
                  <a:lnTo>
                    <a:pt x="1144" y="5609"/>
                  </a:lnTo>
                  <a:lnTo>
                    <a:pt x="1462" y="5742"/>
                  </a:lnTo>
                  <a:lnTo>
                    <a:pt x="1755" y="5822"/>
                  </a:lnTo>
                  <a:lnTo>
                    <a:pt x="1994" y="5902"/>
                  </a:lnTo>
                  <a:lnTo>
                    <a:pt x="1994" y="10633"/>
                  </a:lnTo>
                  <a:lnTo>
                    <a:pt x="2021" y="10793"/>
                  </a:lnTo>
                  <a:lnTo>
                    <a:pt x="2100" y="10952"/>
                  </a:lnTo>
                  <a:lnTo>
                    <a:pt x="2233" y="11085"/>
                  </a:lnTo>
                  <a:lnTo>
                    <a:pt x="2393" y="11218"/>
                  </a:lnTo>
                  <a:lnTo>
                    <a:pt x="2579" y="11298"/>
                  </a:lnTo>
                  <a:lnTo>
                    <a:pt x="2818" y="11377"/>
                  </a:lnTo>
                  <a:lnTo>
                    <a:pt x="3057" y="11431"/>
                  </a:lnTo>
                  <a:lnTo>
                    <a:pt x="3589" y="11431"/>
                  </a:lnTo>
                  <a:lnTo>
                    <a:pt x="3855" y="11377"/>
                  </a:lnTo>
                  <a:lnTo>
                    <a:pt x="4067" y="11324"/>
                  </a:lnTo>
                  <a:lnTo>
                    <a:pt x="4307" y="11218"/>
                  </a:lnTo>
                  <a:lnTo>
                    <a:pt x="4413" y="11165"/>
                  </a:lnTo>
                  <a:lnTo>
                    <a:pt x="4599" y="11165"/>
                  </a:lnTo>
                  <a:lnTo>
                    <a:pt x="4705" y="11218"/>
                  </a:lnTo>
                  <a:lnTo>
                    <a:pt x="4918" y="11324"/>
                  </a:lnTo>
                  <a:lnTo>
                    <a:pt x="5157" y="11377"/>
                  </a:lnTo>
                  <a:lnTo>
                    <a:pt x="5397" y="11431"/>
                  </a:lnTo>
                  <a:lnTo>
                    <a:pt x="5902" y="11431"/>
                  </a:lnTo>
                  <a:lnTo>
                    <a:pt x="6141" y="11377"/>
                  </a:lnTo>
                  <a:lnTo>
                    <a:pt x="6380" y="11324"/>
                  </a:lnTo>
                  <a:lnTo>
                    <a:pt x="6619" y="11218"/>
                  </a:lnTo>
                  <a:lnTo>
                    <a:pt x="6699" y="11165"/>
                  </a:lnTo>
                  <a:lnTo>
                    <a:pt x="6912" y="11165"/>
                  </a:lnTo>
                  <a:lnTo>
                    <a:pt x="6991" y="11218"/>
                  </a:lnTo>
                  <a:lnTo>
                    <a:pt x="7231" y="11324"/>
                  </a:lnTo>
                  <a:lnTo>
                    <a:pt x="7470" y="11377"/>
                  </a:lnTo>
                  <a:lnTo>
                    <a:pt x="7709" y="11431"/>
                  </a:lnTo>
                  <a:lnTo>
                    <a:pt x="8241" y="11431"/>
                  </a:lnTo>
                  <a:lnTo>
                    <a:pt x="8480" y="11377"/>
                  </a:lnTo>
                  <a:lnTo>
                    <a:pt x="8719" y="11298"/>
                  </a:lnTo>
                  <a:lnTo>
                    <a:pt x="8905" y="11218"/>
                  </a:lnTo>
                  <a:lnTo>
                    <a:pt x="9065" y="11085"/>
                  </a:lnTo>
                  <a:lnTo>
                    <a:pt x="9198" y="10952"/>
                  </a:lnTo>
                  <a:lnTo>
                    <a:pt x="9277" y="10793"/>
                  </a:lnTo>
                  <a:lnTo>
                    <a:pt x="9304" y="10633"/>
                  </a:lnTo>
                  <a:lnTo>
                    <a:pt x="9304" y="5902"/>
                  </a:lnTo>
                  <a:lnTo>
                    <a:pt x="9543" y="5822"/>
                  </a:lnTo>
                  <a:lnTo>
                    <a:pt x="9836" y="5742"/>
                  </a:lnTo>
                  <a:lnTo>
                    <a:pt x="10155" y="5609"/>
                  </a:lnTo>
                  <a:lnTo>
                    <a:pt x="10500" y="5423"/>
                  </a:lnTo>
                  <a:lnTo>
                    <a:pt x="10660" y="5290"/>
                  </a:lnTo>
                  <a:lnTo>
                    <a:pt x="10819" y="5184"/>
                  </a:lnTo>
                  <a:lnTo>
                    <a:pt x="10952" y="5024"/>
                  </a:lnTo>
                  <a:lnTo>
                    <a:pt x="11058" y="4865"/>
                  </a:lnTo>
                  <a:lnTo>
                    <a:pt x="11165" y="4679"/>
                  </a:lnTo>
                  <a:lnTo>
                    <a:pt x="11244" y="4493"/>
                  </a:lnTo>
                  <a:lnTo>
                    <a:pt x="11298" y="4280"/>
                  </a:lnTo>
                  <a:lnTo>
                    <a:pt x="11298" y="4041"/>
                  </a:lnTo>
                  <a:lnTo>
                    <a:pt x="11298" y="3935"/>
                  </a:lnTo>
                  <a:lnTo>
                    <a:pt x="11271" y="3828"/>
                  </a:lnTo>
                  <a:lnTo>
                    <a:pt x="11218" y="3722"/>
                  </a:lnTo>
                  <a:lnTo>
                    <a:pt x="11138" y="3642"/>
                  </a:lnTo>
                  <a:lnTo>
                    <a:pt x="11058" y="3589"/>
                  </a:lnTo>
                  <a:lnTo>
                    <a:pt x="10952" y="3536"/>
                  </a:lnTo>
                  <a:lnTo>
                    <a:pt x="10846" y="3509"/>
                  </a:lnTo>
                  <a:lnTo>
                    <a:pt x="10739" y="3483"/>
                  </a:lnTo>
                  <a:lnTo>
                    <a:pt x="9304" y="3483"/>
                  </a:lnTo>
                  <a:lnTo>
                    <a:pt x="9277" y="3137"/>
                  </a:lnTo>
                  <a:lnTo>
                    <a:pt x="9198" y="2765"/>
                  </a:lnTo>
                  <a:lnTo>
                    <a:pt x="9091" y="2446"/>
                  </a:lnTo>
                  <a:lnTo>
                    <a:pt x="8958" y="2127"/>
                  </a:lnTo>
                  <a:lnTo>
                    <a:pt x="8799" y="1808"/>
                  </a:lnTo>
                  <a:lnTo>
                    <a:pt x="8613" y="1516"/>
                  </a:lnTo>
                  <a:lnTo>
                    <a:pt x="8400" y="1250"/>
                  </a:lnTo>
                  <a:lnTo>
                    <a:pt x="8188" y="1011"/>
                  </a:lnTo>
                  <a:lnTo>
                    <a:pt x="7922" y="771"/>
                  </a:lnTo>
                  <a:lnTo>
                    <a:pt x="7629" y="585"/>
                  </a:lnTo>
                  <a:lnTo>
                    <a:pt x="7337" y="399"/>
                  </a:lnTo>
                  <a:lnTo>
                    <a:pt x="7045" y="266"/>
                  </a:lnTo>
                  <a:lnTo>
                    <a:pt x="6699" y="133"/>
                  </a:lnTo>
                  <a:lnTo>
                    <a:pt x="6353" y="54"/>
                  </a:lnTo>
                  <a:lnTo>
                    <a:pt x="60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87"/>
            <p:cNvSpPr/>
            <p:nvPr/>
          </p:nvSpPr>
          <p:spPr>
            <a:xfrm>
              <a:off x="2678275" y="3536300"/>
              <a:ext cx="37250" cy="37225"/>
            </a:xfrm>
            <a:custGeom>
              <a:rect b="b" l="l" r="r" t="t"/>
              <a:pathLst>
                <a:path extrusionOk="0" h="1489" w="1490">
                  <a:moveTo>
                    <a:pt x="745" y="399"/>
                  </a:moveTo>
                  <a:lnTo>
                    <a:pt x="878" y="426"/>
                  </a:lnTo>
                  <a:lnTo>
                    <a:pt x="1011" y="505"/>
                  </a:lnTo>
                  <a:lnTo>
                    <a:pt x="1064" y="612"/>
                  </a:lnTo>
                  <a:lnTo>
                    <a:pt x="1091" y="745"/>
                  </a:lnTo>
                  <a:lnTo>
                    <a:pt x="1064" y="878"/>
                  </a:lnTo>
                  <a:lnTo>
                    <a:pt x="1011" y="984"/>
                  </a:lnTo>
                  <a:lnTo>
                    <a:pt x="878" y="1064"/>
                  </a:lnTo>
                  <a:lnTo>
                    <a:pt x="745" y="1090"/>
                  </a:lnTo>
                  <a:lnTo>
                    <a:pt x="612" y="1064"/>
                  </a:lnTo>
                  <a:lnTo>
                    <a:pt x="506" y="984"/>
                  </a:lnTo>
                  <a:lnTo>
                    <a:pt x="426" y="878"/>
                  </a:lnTo>
                  <a:lnTo>
                    <a:pt x="400" y="745"/>
                  </a:lnTo>
                  <a:lnTo>
                    <a:pt x="426" y="612"/>
                  </a:lnTo>
                  <a:lnTo>
                    <a:pt x="506" y="505"/>
                  </a:lnTo>
                  <a:lnTo>
                    <a:pt x="612" y="426"/>
                  </a:lnTo>
                  <a:lnTo>
                    <a:pt x="745" y="399"/>
                  </a:lnTo>
                  <a:close/>
                  <a:moveTo>
                    <a:pt x="745" y="0"/>
                  </a:moveTo>
                  <a:lnTo>
                    <a:pt x="612" y="27"/>
                  </a:lnTo>
                  <a:lnTo>
                    <a:pt x="453" y="54"/>
                  </a:lnTo>
                  <a:lnTo>
                    <a:pt x="346" y="133"/>
                  </a:lnTo>
                  <a:lnTo>
                    <a:pt x="240" y="213"/>
                  </a:lnTo>
                  <a:lnTo>
                    <a:pt x="134" y="319"/>
                  </a:lnTo>
                  <a:lnTo>
                    <a:pt x="81" y="452"/>
                  </a:lnTo>
                  <a:lnTo>
                    <a:pt x="27" y="585"/>
                  </a:lnTo>
                  <a:lnTo>
                    <a:pt x="1" y="745"/>
                  </a:lnTo>
                  <a:lnTo>
                    <a:pt x="27" y="904"/>
                  </a:lnTo>
                  <a:lnTo>
                    <a:pt x="81" y="1037"/>
                  </a:lnTo>
                  <a:lnTo>
                    <a:pt x="134" y="1170"/>
                  </a:lnTo>
                  <a:lnTo>
                    <a:pt x="240" y="1276"/>
                  </a:lnTo>
                  <a:lnTo>
                    <a:pt x="346" y="1356"/>
                  </a:lnTo>
                  <a:lnTo>
                    <a:pt x="453" y="1436"/>
                  </a:lnTo>
                  <a:lnTo>
                    <a:pt x="612" y="1489"/>
                  </a:lnTo>
                  <a:lnTo>
                    <a:pt x="905" y="1489"/>
                  </a:lnTo>
                  <a:lnTo>
                    <a:pt x="1038" y="1436"/>
                  </a:lnTo>
                  <a:lnTo>
                    <a:pt x="1170" y="1356"/>
                  </a:lnTo>
                  <a:lnTo>
                    <a:pt x="1277" y="1276"/>
                  </a:lnTo>
                  <a:lnTo>
                    <a:pt x="1383" y="1170"/>
                  </a:lnTo>
                  <a:lnTo>
                    <a:pt x="1436" y="1037"/>
                  </a:lnTo>
                  <a:lnTo>
                    <a:pt x="1489" y="904"/>
                  </a:lnTo>
                  <a:lnTo>
                    <a:pt x="1489" y="745"/>
                  </a:lnTo>
                  <a:lnTo>
                    <a:pt x="1489" y="585"/>
                  </a:lnTo>
                  <a:lnTo>
                    <a:pt x="1436" y="452"/>
                  </a:lnTo>
                  <a:lnTo>
                    <a:pt x="1383" y="319"/>
                  </a:lnTo>
                  <a:lnTo>
                    <a:pt x="1277" y="213"/>
                  </a:lnTo>
                  <a:lnTo>
                    <a:pt x="1170" y="133"/>
                  </a:lnTo>
                  <a:lnTo>
                    <a:pt x="1038" y="54"/>
                  </a:lnTo>
                  <a:lnTo>
                    <a:pt x="905" y="27"/>
                  </a:lnTo>
                  <a:lnTo>
                    <a:pt x="74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87"/>
            <p:cNvSpPr/>
            <p:nvPr/>
          </p:nvSpPr>
          <p:spPr>
            <a:xfrm>
              <a:off x="2607175" y="3536300"/>
              <a:ext cx="37250" cy="37225"/>
            </a:xfrm>
            <a:custGeom>
              <a:rect b="b" l="l" r="r" t="t"/>
              <a:pathLst>
                <a:path extrusionOk="0" h="1489" w="1490">
                  <a:moveTo>
                    <a:pt x="745" y="399"/>
                  </a:moveTo>
                  <a:lnTo>
                    <a:pt x="878" y="426"/>
                  </a:lnTo>
                  <a:lnTo>
                    <a:pt x="984" y="505"/>
                  </a:lnTo>
                  <a:lnTo>
                    <a:pt x="1064" y="612"/>
                  </a:lnTo>
                  <a:lnTo>
                    <a:pt x="1091" y="745"/>
                  </a:lnTo>
                  <a:lnTo>
                    <a:pt x="1064" y="878"/>
                  </a:lnTo>
                  <a:lnTo>
                    <a:pt x="984" y="984"/>
                  </a:lnTo>
                  <a:lnTo>
                    <a:pt x="878" y="1064"/>
                  </a:lnTo>
                  <a:lnTo>
                    <a:pt x="745" y="1090"/>
                  </a:lnTo>
                  <a:lnTo>
                    <a:pt x="612" y="1064"/>
                  </a:lnTo>
                  <a:lnTo>
                    <a:pt x="506" y="984"/>
                  </a:lnTo>
                  <a:lnTo>
                    <a:pt x="426" y="878"/>
                  </a:lnTo>
                  <a:lnTo>
                    <a:pt x="399" y="745"/>
                  </a:lnTo>
                  <a:lnTo>
                    <a:pt x="426" y="612"/>
                  </a:lnTo>
                  <a:lnTo>
                    <a:pt x="506" y="505"/>
                  </a:lnTo>
                  <a:lnTo>
                    <a:pt x="612" y="426"/>
                  </a:lnTo>
                  <a:lnTo>
                    <a:pt x="745" y="399"/>
                  </a:lnTo>
                  <a:close/>
                  <a:moveTo>
                    <a:pt x="745" y="0"/>
                  </a:moveTo>
                  <a:lnTo>
                    <a:pt x="585" y="27"/>
                  </a:lnTo>
                  <a:lnTo>
                    <a:pt x="453" y="54"/>
                  </a:lnTo>
                  <a:lnTo>
                    <a:pt x="320" y="133"/>
                  </a:lnTo>
                  <a:lnTo>
                    <a:pt x="213" y="213"/>
                  </a:lnTo>
                  <a:lnTo>
                    <a:pt x="134" y="319"/>
                  </a:lnTo>
                  <a:lnTo>
                    <a:pt x="54" y="452"/>
                  </a:lnTo>
                  <a:lnTo>
                    <a:pt x="1" y="585"/>
                  </a:lnTo>
                  <a:lnTo>
                    <a:pt x="1" y="745"/>
                  </a:lnTo>
                  <a:lnTo>
                    <a:pt x="1" y="904"/>
                  </a:lnTo>
                  <a:lnTo>
                    <a:pt x="54" y="1037"/>
                  </a:lnTo>
                  <a:lnTo>
                    <a:pt x="134" y="1170"/>
                  </a:lnTo>
                  <a:lnTo>
                    <a:pt x="213" y="1276"/>
                  </a:lnTo>
                  <a:lnTo>
                    <a:pt x="320" y="1356"/>
                  </a:lnTo>
                  <a:lnTo>
                    <a:pt x="453" y="1436"/>
                  </a:lnTo>
                  <a:lnTo>
                    <a:pt x="585" y="1489"/>
                  </a:lnTo>
                  <a:lnTo>
                    <a:pt x="878" y="1489"/>
                  </a:lnTo>
                  <a:lnTo>
                    <a:pt x="1037" y="1436"/>
                  </a:lnTo>
                  <a:lnTo>
                    <a:pt x="1144" y="1356"/>
                  </a:lnTo>
                  <a:lnTo>
                    <a:pt x="1277" y="1276"/>
                  </a:lnTo>
                  <a:lnTo>
                    <a:pt x="1356" y="1170"/>
                  </a:lnTo>
                  <a:lnTo>
                    <a:pt x="1436" y="1037"/>
                  </a:lnTo>
                  <a:lnTo>
                    <a:pt x="1463" y="904"/>
                  </a:lnTo>
                  <a:lnTo>
                    <a:pt x="1489" y="745"/>
                  </a:lnTo>
                  <a:lnTo>
                    <a:pt x="1463" y="585"/>
                  </a:lnTo>
                  <a:lnTo>
                    <a:pt x="1436" y="452"/>
                  </a:lnTo>
                  <a:lnTo>
                    <a:pt x="1356" y="319"/>
                  </a:lnTo>
                  <a:lnTo>
                    <a:pt x="1277" y="213"/>
                  </a:lnTo>
                  <a:lnTo>
                    <a:pt x="1144" y="133"/>
                  </a:lnTo>
                  <a:lnTo>
                    <a:pt x="1037" y="54"/>
                  </a:lnTo>
                  <a:lnTo>
                    <a:pt x="878" y="27"/>
                  </a:lnTo>
                  <a:lnTo>
                    <a:pt x="74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87"/>
            <p:cNvSpPr/>
            <p:nvPr/>
          </p:nvSpPr>
          <p:spPr>
            <a:xfrm>
              <a:off x="2610500" y="3590125"/>
              <a:ext cx="102375" cy="65150"/>
            </a:xfrm>
            <a:custGeom>
              <a:rect b="b" l="l" r="r" t="t"/>
              <a:pathLst>
                <a:path extrusionOk="0" h="2606" w="4095">
                  <a:moveTo>
                    <a:pt x="3695" y="399"/>
                  </a:moveTo>
                  <a:lnTo>
                    <a:pt x="3695" y="559"/>
                  </a:lnTo>
                  <a:lnTo>
                    <a:pt x="3669" y="718"/>
                  </a:lnTo>
                  <a:lnTo>
                    <a:pt x="3642" y="878"/>
                  </a:lnTo>
                  <a:lnTo>
                    <a:pt x="3616" y="1037"/>
                  </a:lnTo>
                  <a:lnTo>
                    <a:pt x="3562" y="1197"/>
                  </a:lnTo>
                  <a:lnTo>
                    <a:pt x="3403" y="1462"/>
                  </a:lnTo>
                  <a:lnTo>
                    <a:pt x="3190" y="1702"/>
                  </a:lnTo>
                  <a:lnTo>
                    <a:pt x="2951" y="1914"/>
                  </a:lnTo>
                  <a:lnTo>
                    <a:pt x="2685" y="2074"/>
                  </a:lnTo>
                  <a:lnTo>
                    <a:pt x="2526" y="2127"/>
                  </a:lnTo>
                  <a:lnTo>
                    <a:pt x="2366" y="2154"/>
                  </a:lnTo>
                  <a:lnTo>
                    <a:pt x="2207" y="2180"/>
                  </a:lnTo>
                  <a:lnTo>
                    <a:pt x="2047" y="2207"/>
                  </a:lnTo>
                  <a:lnTo>
                    <a:pt x="1861" y="2180"/>
                  </a:lnTo>
                  <a:lnTo>
                    <a:pt x="1702" y="2154"/>
                  </a:lnTo>
                  <a:lnTo>
                    <a:pt x="1542" y="2127"/>
                  </a:lnTo>
                  <a:lnTo>
                    <a:pt x="1383" y="2074"/>
                  </a:lnTo>
                  <a:lnTo>
                    <a:pt x="1117" y="1914"/>
                  </a:lnTo>
                  <a:lnTo>
                    <a:pt x="878" y="1702"/>
                  </a:lnTo>
                  <a:lnTo>
                    <a:pt x="665" y="1462"/>
                  </a:lnTo>
                  <a:lnTo>
                    <a:pt x="506" y="1197"/>
                  </a:lnTo>
                  <a:lnTo>
                    <a:pt x="452" y="1037"/>
                  </a:lnTo>
                  <a:lnTo>
                    <a:pt x="426" y="878"/>
                  </a:lnTo>
                  <a:lnTo>
                    <a:pt x="399" y="718"/>
                  </a:lnTo>
                  <a:lnTo>
                    <a:pt x="399" y="559"/>
                  </a:lnTo>
                  <a:lnTo>
                    <a:pt x="399" y="399"/>
                  </a:lnTo>
                  <a:close/>
                  <a:moveTo>
                    <a:pt x="187" y="0"/>
                  </a:moveTo>
                  <a:lnTo>
                    <a:pt x="107" y="27"/>
                  </a:lnTo>
                  <a:lnTo>
                    <a:pt x="54" y="54"/>
                  </a:lnTo>
                  <a:lnTo>
                    <a:pt x="1" y="133"/>
                  </a:lnTo>
                  <a:lnTo>
                    <a:pt x="1" y="213"/>
                  </a:lnTo>
                  <a:lnTo>
                    <a:pt x="1" y="559"/>
                  </a:lnTo>
                  <a:lnTo>
                    <a:pt x="1" y="745"/>
                  </a:lnTo>
                  <a:lnTo>
                    <a:pt x="27" y="957"/>
                  </a:lnTo>
                  <a:lnTo>
                    <a:pt x="80" y="1143"/>
                  </a:lnTo>
                  <a:lnTo>
                    <a:pt x="160" y="1356"/>
                  </a:lnTo>
                  <a:lnTo>
                    <a:pt x="240" y="1516"/>
                  </a:lnTo>
                  <a:lnTo>
                    <a:pt x="346" y="1702"/>
                  </a:lnTo>
                  <a:lnTo>
                    <a:pt x="452" y="1861"/>
                  </a:lnTo>
                  <a:lnTo>
                    <a:pt x="585" y="1994"/>
                  </a:lnTo>
                  <a:lnTo>
                    <a:pt x="745" y="2127"/>
                  </a:lnTo>
                  <a:lnTo>
                    <a:pt x="878" y="2233"/>
                  </a:lnTo>
                  <a:lnTo>
                    <a:pt x="1064" y="2340"/>
                  </a:lnTo>
                  <a:lnTo>
                    <a:pt x="1250" y="2446"/>
                  </a:lnTo>
                  <a:lnTo>
                    <a:pt x="1436" y="2499"/>
                  </a:lnTo>
                  <a:lnTo>
                    <a:pt x="1622" y="2552"/>
                  </a:lnTo>
                  <a:lnTo>
                    <a:pt x="1835" y="2579"/>
                  </a:lnTo>
                  <a:lnTo>
                    <a:pt x="2047" y="2605"/>
                  </a:lnTo>
                  <a:lnTo>
                    <a:pt x="2233" y="2579"/>
                  </a:lnTo>
                  <a:lnTo>
                    <a:pt x="2446" y="2552"/>
                  </a:lnTo>
                  <a:lnTo>
                    <a:pt x="2632" y="2499"/>
                  </a:lnTo>
                  <a:lnTo>
                    <a:pt x="2845" y="2446"/>
                  </a:lnTo>
                  <a:lnTo>
                    <a:pt x="3004" y="2340"/>
                  </a:lnTo>
                  <a:lnTo>
                    <a:pt x="3190" y="2233"/>
                  </a:lnTo>
                  <a:lnTo>
                    <a:pt x="3350" y="2127"/>
                  </a:lnTo>
                  <a:lnTo>
                    <a:pt x="3483" y="1994"/>
                  </a:lnTo>
                  <a:lnTo>
                    <a:pt x="3616" y="1861"/>
                  </a:lnTo>
                  <a:lnTo>
                    <a:pt x="3722" y="1702"/>
                  </a:lnTo>
                  <a:lnTo>
                    <a:pt x="3828" y="1516"/>
                  </a:lnTo>
                  <a:lnTo>
                    <a:pt x="3935" y="1356"/>
                  </a:lnTo>
                  <a:lnTo>
                    <a:pt x="3988" y="1143"/>
                  </a:lnTo>
                  <a:lnTo>
                    <a:pt x="4041" y="957"/>
                  </a:lnTo>
                  <a:lnTo>
                    <a:pt x="4068" y="745"/>
                  </a:lnTo>
                  <a:lnTo>
                    <a:pt x="4094" y="559"/>
                  </a:lnTo>
                  <a:lnTo>
                    <a:pt x="4094" y="213"/>
                  </a:lnTo>
                  <a:lnTo>
                    <a:pt x="4068" y="133"/>
                  </a:lnTo>
                  <a:lnTo>
                    <a:pt x="4014" y="54"/>
                  </a:lnTo>
                  <a:lnTo>
                    <a:pt x="3961" y="27"/>
                  </a:lnTo>
                  <a:lnTo>
                    <a:pt x="388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7" name="Google Shape;1507;p87"/>
          <p:cNvGrpSpPr/>
          <p:nvPr/>
        </p:nvGrpSpPr>
        <p:grpSpPr>
          <a:xfrm>
            <a:off x="4023882" y="3503100"/>
            <a:ext cx="302922" cy="211578"/>
            <a:chOff x="3279700" y="3505075"/>
            <a:chExt cx="293075" cy="204700"/>
          </a:xfrm>
        </p:grpSpPr>
        <p:sp>
          <p:nvSpPr>
            <p:cNvPr id="1508" name="Google Shape;1508;p87"/>
            <p:cNvSpPr/>
            <p:nvPr/>
          </p:nvSpPr>
          <p:spPr>
            <a:xfrm>
              <a:off x="3279700" y="3505075"/>
              <a:ext cx="293075" cy="204700"/>
            </a:xfrm>
            <a:custGeom>
              <a:rect b="b" l="l" r="r" t="t"/>
              <a:pathLst>
                <a:path extrusionOk="0" h="8188" w="11723">
                  <a:moveTo>
                    <a:pt x="7948" y="2765"/>
                  </a:moveTo>
                  <a:lnTo>
                    <a:pt x="8028" y="2791"/>
                  </a:lnTo>
                  <a:lnTo>
                    <a:pt x="8107" y="2844"/>
                  </a:lnTo>
                  <a:lnTo>
                    <a:pt x="8161" y="2924"/>
                  </a:lnTo>
                  <a:lnTo>
                    <a:pt x="8214" y="3004"/>
                  </a:lnTo>
                  <a:lnTo>
                    <a:pt x="8214" y="3083"/>
                  </a:lnTo>
                  <a:lnTo>
                    <a:pt x="8187" y="3163"/>
                  </a:lnTo>
                  <a:lnTo>
                    <a:pt x="8161" y="3243"/>
                  </a:lnTo>
                  <a:lnTo>
                    <a:pt x="8081" y="3323"/>
                  </a:lnTo>
                  <a:lnTo>
                    <a:pt x="8081" y="3296"/>
                  </a:lnTo>
                  <a:lnTo>
                    <a:pt x="8081" y="3243"/>
                  </a:lnTo>
                  <a:lnTo>
                    <a:pt x="8054" y="3110"/>
                  </a:lnTo>
                  <a:lnTo>
                    <a:pt x="8028" y="3030"/>
                  </a:lnTo>
                  <a:lnTo>
                    <a:pt x="7948" y="2791"/>
                  </a:lnTo>
                  <a:lnTo>
                    <a:pt x="7948" y="2765"/>
                  </a:lnTo>
                  <a:close/>
                  <a:moveTo>
                    <a:pt x="2127" y="3083"/>
                  </a:moveTo>
                  <a:lnTo>
                    <a:pt x="2286" y="3137"/>
                  </a:lnTo>
                  <a:lnTo>
                    <a:pt x="2392" y="3190"/>
                  </a:lnTo>
                  <a:lnTo>
                    <a:pt x="2499" y="3296"/>
                  </a:lnTo>
                  <a:lnTo>
                    <a:pt x="2552" y="3456"/>
                  </a:lnTo>
                  <a:lnTo>
                    <a:pt x="2552" y="3589"/>
                  </a:lnTo>
                  <a:lnTo>
                    <a:pt x="2499" y="3721"/>
                  </a:lnTo>
                  <a:lnTo>
                    <a:pt x="2419" y="3828"/>
                  </a:lnTo>
                  <a:lnTo>
                    <a:pt x="2286" y="3908"/>
                  </a:lnTo>
                  <a:lnTo>
                    <a:pt x="2153" y="3961"/>
                  </a:lnTo>
                  <a:lnTo>
                    <a:pt x="1994" y="3934"/>
                  </a:lnTo>
                  <a:lnTo>
                    <a:pt x="1861" y="3854"/>
                  </a:lnTo>
                  <a:lnTo>
                    <a:pt x="1754" y="3748"/>
                  </a:lnTo>
                  <a:lnTo>
                    <a:pt x="1781" y="3721"/>
                  </a:lnTo>
                  <a:lnTo>
                    <a:pt x="1781" y="3642"/>
                  </a:lnTo>
                  <a:lnTo>
                    <a:pt x="1808" y="3562"/>
                  </a:lnTo>
                  <a:lnTo>
                    <a:pt x="1834" y="3509"/>
                  </a:lnTo>
                  <a:lnTo>
                    <a:pt x="1861" y="3402"/>
                  </a:lnTo>
                  <a:lnTo>
                    <a:pt x="1861" y="3349"/>
                  </a:lnTo>
                  <a:lnTo>
                    <a:pt x="1861" y="3190"/>
                  </a:lnTo>
                  <a:lnTo>
                    <a:pt x="1914" y="3137"/>
                  </a:lnTo>
                  <a:lnTo>
                    <a:pt x="2047" y="3137"/>
                  </a:lnTo>
                  <a:lnTo>
                    <a:pt x="2073" y="3110"/>
                  </a:lnTo>
                  <a:lnTo>
                    <a:pt x="2127" y="3083"/>
                  </a:lnTo>
                  <a:close/>
                  <a:moveTo>
                    <a:pt x="7709" y="6007"/>
                  </a:moveTo>
                  <a:lnTo>
                    <a:pt x="7735" y="6087"/>
                  </a:lnTo>
                  <a:lnTo>
                    <a:pt x="7735" y="6194"/>
                  </a:lnTo>
                  <a:lnTo>
                    <a:pt x="7709" y="6273"/>
                  </a:lnTo>
                  <a:lnTo>
                    <a:pt x="7682" y="6353"/>
                  </a:lnTo>
                  <a:lnTo>
                    <a:pt x="7629" y="6406"/>
                  </a:lnTo>
                  <a:lnTo>
                    <a:pt x="7576" y="6459"/>
                  </a:lnTo>
                  <a:lnTo>
                    <a:pt x="7496" y="6512"/>
                  </a:lnTo>
                  <a:lnTo>
                    <a:pt x="7416" y="6539"/>
                  </a:lnTo>
                  <a:lnTo>
                    <a:pt x="7576" y="6273"/>
                  </a:lnTo>
                  <a:lnTo>
                    <a:pt x="7709" y="6007"/>
                  </a:lnTo>
                  <a:close/>
                  <a:moveTo>
                    <a:pt x="4226" y="399"/>
                  </a:moveTo>
                  <a:lnTo>
                    <a:pt x="4492" y="425"/>
                  </a:lnTo>
                  <a:lnTo>
                    <a:pt x="4758" y="452"/>
                  </a:lnTo>
                  <a:lnTo>
                    <a:pt x="5024" y="505"/>
                  </a:lnTo>
                  <a:lnTo>
                    <a:pt x="5263" y="585"/>
                  </a:lnTo>
                  <a:lnTo>
                    <a:pt x="5529" y="691"/>
                  </a:lnTo>
                  <a:lnTo>
                    <a:pt x="5768" y="797"/>
                  </a:lnTo>
                  <a:lnTo>
                    <a:pt x="5981" y="930"/>
                  </a:lnTo>
                  <a:lnTo>
                    <a:pt x="6220" y="1063"/>
                  </a:lnTo>
                  <a:lnTo>
                    <a:pt x="6406" y="1223"/>
                  </a:lnTo>
                  <a:lnTo>
                    <a:pt x="6619" y="1409"/>
                  </a:lnTo>
                  <a:lnTo>
                    <a:pt x="6805" y="1595"/>
                  </a:lnTo>
                  <a:lnTo>
                    <a:pt x="6964" y="1808"/>
                  </a:lnTo>
                  <a:lnTo>
                    <a:pt x="7150" y="2020"/>
                  </a:lnTo>
                  <a:lnTo>
                    <a:pt x="7150" y="2047"/>
                  </a:lnTo>
                  <a:lnTo>
                    <a:pt x="7310" y="2313"/>
                  </a:lnTo>
                  <a:lnTo>
                    <a:pt x="7443" y="2578"/>
                  </a:lnTo>
                  <a:lnTo>
                    <a:pt x="7496" y="2711"/>
                  </a:lnTo>
                  <a:lnTo>
                    <a:pt x="7549" y="2897"/>
                  </a:lnTo>
                  <a:lnTo>
                    <a:pt x="7576" y="2924"/>
                  </a:lnTo>
                  <a:lnTo>
                    <a:pt x="7629" y="3137"/>
                  </a:lnTo>
                  <a:lnTo>
                    <a:pt x="7655" y="3216"/>
                  </a:lnTo>
                  <a:lnTo>
                    <a:pt x="7682" y="3323"/>
                  </a:lnTo>
                  <a:lnTo>
                    <a:pt x="7709" y="3429"/>
                  </a:lnTo>
                  <a:lnTo>
                    <a:pt x="7709" y="3535"/>
                  </a:lnTo>
                  <a:lnTo>
                    <a:pt x="7735" y="3642"/>
                  </a:lnTo>
                  <a:lnTo>
                    <a:pt x="7762" y="3775"/>
                  </a:lnTo>
                  <a:lnTo>
                    <a:pt x="7762" y="3961"/>
                  </a:lnTo>
                  <a:lnTo>
                    <a:pt x="7762" y="4040"/>
                  </a:lnTo>
                  <a:lnTo>
                    <a:pt x="7762" y="4173"/>
                  </a:lnTo>
                  <a:lnTo>
                    <a:pt x="7762" y="4226"/>
                  </a:lnTo>
                  <a:lnTo>
                    <a:pt x="7735" y="4466"/>
                  </a:lnTo>
                  <a:lnTo>
                    <a:pt x="7709" y="4732"/>
                  </a:lnTo>
                  <a:lnTo>
                    <a:pt x="7655" y="4997"/>
                  </a:lnTo>
                  <a:lnTo>
                    <a:pt x="7576" y="5237"/>
                  </a:lnTo>
                  <a:lnTo>
                    <a:pt x="7576" y="5263"/>
                  </a:lnTo>
                  <a:lnTo>
                    <a:pt x="7496" y="5502"/>
                  </a:lnTo>
                  <a:lnTo>
                    <a:pt x="7390" y="5742"/>
                  </a:lnTo>
                  <a:lnTo>
                    <a:pt x="7204" y="6034"/>
                  </a:lnTo>
                  <a:lnTo>
                    <a:pt x="7018" y="6326"/>
                  </a:lnTo>
                  <a:lnTo>
                    <a:pt x="6991" y="6353"/>
                  </a:lnTo>
                  <a:lnTo>
                    <a:pt x="6911" y="6459"/>
                  </a:lnTo>
                  <a:lnTo>
                    <a:pt x="6858" y="6512"/>
                  </a:lnTo>
                  <a:lnTo>
                    <a:pt x="6645" y="6725"/>
                  </a:lnTo>
                  <a:lnTo>
                    <a:pt x="6645" y="6752"/>
                  </a:lnTo>
                  <a:lnTo>
                    <a:pt x="6566" y="6831"/>
                  </a:lnTo>
                  <a:lnTo>
                    <a:pt x="6486" y="6911"/>
                  </a:lnTo>
                  <a:lnTo>
                    <a:pt x="6406" y="6964"/>
                  </a:lnTo>
                  <a:lnTo>
                    <a:pt x="6273" y="7071"/>
                  </a:lnTo>
                  <a:lnTo>
                    <a:pt x="5928" y="7283"/>
                  </a:lnTo>
                  <a:lnTo>
                    <a:pt x="5582" y="7469"/>
                  </a:lnTo>
                  <a:lnTo>
                    <a:pt x="5183" y="7629"/>
                  </a:lnTo>
                  <a:lnTo>
                    <a:pt x="4785" y="7735"/>
                  </a:lnTo>
                  <a:lnTo>
                    <a:pt x="4386" y="7788"/>
                  </a:lnTo>
                  <a:lnTo>
                    <a:pt x="3961" y="7788"/>
                  </a:lnTo>
                  <a:lnTo>
                    <a:pt x="3562" y="7762"/>
                  </a:lnTo>
                  <a:lnTo>
                    <a:pt x="3163" y="7682"/>
                  </a:lnTo>
                  <a:lnTo>
                    <a:pt x="2765" y="7549"/>
                  </a:lnTo>
                  <a:lnTo>
                    <a:pt x="2366" y="7390"/>
                  </a:lnTo>
                  <a:lnTo>
                    <a:pt x="2020" y="7177"/>
                  </a:lnTo>
                  <a:lnTo>
                    <a:pt x="1675" y="6938"/>
                  </a:lnTo>
                  <a:lnTo>
                    <a:pt x="1382" y="6645"/>
                  </a:lnTo>
                  <a:lnTo>
                    <a:pt x="1116" y="6326"/>
                  </a:lnTo>
                  <a:lnTo>
                    <a:pt x="877" y="5981"/>
                  </a:lnTo>
                  <a:lnTo>
                    <a:pt x="691" y="5635"/>
                  </a:lnTo>
                  <a:lnTo>
                    <a:pt x="532" y="5237"/>
                  </a:lnTo>
                  <a:lnTo>
                    <a:pt x="425" y="4838"/>
                  </a:lnTo>
                  <a:lnTo>
                    <a:pt x="611" y="4811"/>
                  </a:lnTo>
                  <a:lnTo>
                    <a:pt x="771" y="4758"/>
                  </a:lnTo>
                  <a:lnTo>
                    <a:pt x="930" y="4678"/>
                  </a:lnTo>
                  <a:lnTo>
                    <a:pt x="1063" y="4599"/>
                  </a:lnTo>
                  <a:lnTo>
                    <a:pt x="1196" y="4492"/>
                  </a:lnTo>
                  <a:lnTo>
                    <a:pt x="1329" y="4386"/>
                  </a:lnTo>
                  <a:lnTo>
                    <a:pt x="1462" y="4280"/>
                  </a:lnTo>
                  <a:lnTo>
                    <a:pt x="1568" y="4147"/>
                  </a:lnTo>
                  <a:lnTo>
                    <a:pt x="1754" y="4253"/>
                  </a:lnTo>
                  <a:lnTo>
                    <a:pt x="1940" y="4333"/>
                  </a:lnTo>
                  <a:lnTo>
                    <a:pt x="2180" y="4359"/>
                  </a:lnTo>
                  <a:lnTo>
                    <a:pt x="2392" y="4306"/>
                  </a:lnTo>
                  <a:lnTo>
                    <a:pt x="2578" y="4200"/>
                  </a:lnTo>
                  <a:lnTo>
                    <a:pt x="2765" y="4067"/>
                  </a:lnTo>
                  <a:lnTo>
                    <a:pt x="2871" y="3881"/>
                  </a:lnTo>
                  <a:lnTo>
                    <a:pt x="2924" y="3668"/>
                  </a:lnTo>
                  <a:lnTo>
                    <a:pt x="2951" y="3429"/>
                  </a:lnTo>
                  <a:lnTo>
                    <a:pt x="2897" y="3216"/>
                  </a:lnTo>
                  <a:lnTo>
                    <a:pt x="2791" y="3030"/>
                  </a:lnTo>
                  <a:lnTo>
                    <a:pt x="2632" y="2871"/>
                  </a:lnTo>
                  <a:lnTo>
                    <a:pt x="2844" y="2711"/>
                  </a:lnTo>
                  <a:lnTo>
                    <a:pt x="3057" y="2525"/>
                  </a:lnTo>
                  <a:lnTo>
                    <a:pt x="3216" y="2286"/>
                  </a:lnTo>
                  <a:lnTo>
                    <a:pt x="3376" y="2047"/>
                  </a:lnTo>
                  <a:lnTo>
                    <a:pt x="3695" y="2206"/>
                  </a:lnTo>
                  <a:lnTo>
                    <a:pt x="3801" y="2206"/>
                  </a:lnTo>
                  <a:lnTo>
                    <a:pt x="3881" y="2180"/>
                  </a:lnTo>
                  <a:lnTo>
                    <a:pt x="3961" y="2100"/>
                  </a:lnTo>
                  <a:lnTo>
                    <a:pt x="3961" y="1994"/>
                  </a:lnTo>
                  <a:lnTo>
                    <a:pt x="3934" y="1914"/>
                  </a:lnTo>
                  <a:lnTo>
                    <a:pt x="3854" y="1834"/>
                  </a:lnTo>
                  <a:lnTo>
                    <a:pt x="3509" y="1675"/>
                  </a:lnTo>
                  <a:lnTo>
                    <a:pt x="3562" y="1356"/>
                  </a:lnTo>
                  <a:lnTo>
                    <a:pt x="3562" y="1063"/>
                  </a:lnTo>
                  <a:lnTo>
                    <a:pt x="3509" y="744"/>
                  </a:lnTo>
                  <a:lnTo>
                    <a:pt x="3429" y="452"/>
                  </a:lnTo>
                  <a:lnTo>
                    <a:pt x="3695" y="399"/>
                  </a:lnTo>
                  <a:close/>
                  <a:moveTo>
                    <a:pt x="8453" y="1940"/>
                  </a:moveTo>
                  <a:lnTo>
                    <a:pt x="8852" y="1967"/>
                  </a:lnTo>
                  <a:lnTo>
                    <a:pt x="9250" y="2047"/>
                  </a:lnTo>
                  <a:lnTo>
                    <a:pt x="9649" y="2206"/>
                  </a:lnTo>
                  <a:lnTo>
                    <a:pt x="9995" y="2419"/>
                  </a:lnTo>
                  <a:lnTo>
                    <a:pt x="10340" y="2658"/>
                  </a:lnTo>
                  <a:lnTo>
                    <a:pt x="10633" y="2951"/>
                  </a:lnTo>
                  <a:lnTo>
                    <a:pt x="10898" y="3296"/>
                  </a:lnTo>
                  <a:lnTo>
                    <a:pt x="11084" y="3668"/>
                  </a:lnTo>
                  <a:lnTo>
                    <a:pt x="11217" y="4067"/>
                  </a:lnTo>
                  <a:lnTo>
                    <a:pt x="11297" y="4466"/>
                  </a:lnTo>
                  <a:lnTo>
                    <a:pt x="11324" y="4864"/>
                  </a:lnTo>
                  <a:lnTo>
                    <a:pt x="11297" y="5290"/>
                  </a:lnTo>
                  <a:lnTo>
                    <a:pt x="11217" y="5688"/>
                  </a:lnTo>
                  <a:lnTo>
                    <a:pt x="11058" y="6087"/>
                  </a:lnTo>
                  <a:lnTo>
                    <a:pt x="10872" y="6459"/>
                  </a:lnTo>
                  <a:lnTo>
                    <a:pt x="10606" y="6805"/>
                  </a:lnTo>
                  <a:lnTo>
                    <a:pt x="10314" y="7097"/>
                  </a:lnTo>
                  <a:lnTo>
                    <a:pt x="9995" y="7337"/>
                  </a:lnTo>
                  <a:lnTo>
                    <a:pt x="9623" y="7523"/>
                  </a:lnTo>
                  <a:lnTo>
                    <a:pt x="9224" y="7682"/>
                  </a:lnTo>
                  <a:lnTo>
                    <a:pt x="8825" y="7762"/>
                  </a:lnTo>
                  <a:lnTo>
                    <a:pt x="8400" y="7788"/>
                  </a:lnTo>
                  <a:lnTo>
                    <a:pt x="8161" y="7788"/>
                  </a:lnTo>
                  <a:lnTo>
                    <a:pt x="7948" y="7762"/>
                  </a:lnTo>
                  <a:lnTo>
                    <a:pt x="7709" y="7709"/>
                  </a:lnTo>
                  <a:lnTo>
                    <a:pt x="7496" y="7655"/>
                  </a:lnTo>
                  <a:lnTo>
                    <a:pt x="7283" y="7576"/>
                  </a:lnTo>
                  <a:lnTo>
                    <a:pt x="7071" y="7496"/>
                  </a:lnTo>
                  <a:lnTo>
                    <a:pt x="6885" y="7363"/>
                  </a:lnTo>
                  <a:lnTo>
                    <a:pt x="6699" y="7257"/>
                  </a:lnTo>
                  <a:lnTo>
                    <a:pt x="6752" y="7204"/>
                  </a:lnTo>
                  <a:lnTo>
                    <a:pt x="6778" y="7150"/>
                  </a:lnTo>
                  <a:lnTo>
                    <a:pt x="6911" y="7044"/>
                  </a:lnTo>
                  <a:lnTo>
                    <a:pt x="6938" y="7018"/>
                  </a:lnTo>
                  <a:lnTo>
                    <a:pt x="7071" y="6885"/>
                  </a:lnTo>
                  <a:lnTo>
                    <a:pt x="7204" y="6911"/>
                  </a:lnTo>
                  <a:lnTo>
                    <a:pt x="7337" y="6938"/>
                  </a:lnTo>
                  <a:lnTo>
                    <a:pt x="7469" y="6938"/>
                  </a:lnTo>
                  <a:lnTo>
                    <a:pt x="7576" y="6911"/>
                  </a:lnTo>
                  <a:lnTo>
                    <a:pt x="7682" y="6858"/>
                  </a:lnTo>
                  <a:lnTo>
                    <a:pt x="7788" y="6805"/>
                  </a:lnTo>
                  <a:lnTo>
                    <a:pt x="7868" y="6725"/>
                  </a:lnTo>
                  <a:lnTo>
                    <a:pt x="7974" y="6645"/>
                  </a:lnTo>
                  <a:lnTo>
                    <a:pt x="8028" y="6539"/>
                  </a:lnTo>
                  <a:lnTo>
                    <a:pt x="8081" y="6433"/>
                  </a:lnTo>
                  <a:lnTo>
                    <a:pt x="8107" y="6326"/>
                  </a:lnTo>
                  <a:lnTo>
                    <a:pt x="8134" y="6194"/>
                  </a:lnTo>
                  <a:lnTo>
                    <a:pt x="8134" y="6087"/>
                  </a:lnTo>
                  <a:lnTo>
                    <a:pt x="8134" y="5981"/>
                  </a:lnTo>
                  <a:lnTo>
                    <a:pt x="8081" y="5848"/>
                  </a:lnTo>
                  <a:lnTo>
                    <a:pt x="8028" y="5742"/>
                  </a:lnTo>
                  <a:lnTo>
                    <a:pt x="7974" y="5662"/>
                  </a:lnTo>
                  <a:lnTo>
                    <a:pt x="7895" y="5556"/>
                  </a:lnTo>
                  <a:lnTo>
                    <a:pt x="7948" y="5396"/>
                  </a:lnTo>
                  <a:lnTo>
                    <a:pt x="7974" y="5343"/>
                  </a:lnTo>
                  <a:lnTo>
                    <a:pt x="8054" y="5077"/>
                  </a:lnTo>
                  <a:lnTo>
                    <a:pt x="8107" y="4811"/>
                  </a:lnTo>
                  <a:lnTo>
                    <a:pt x="8107" y="4785"/>
                  </a:lnTo>
                  <a:lnTo>
                    <a:pt x="8134" y="4599"/>
                  </a:lnTo>
                  <a:lnTo>
                    <a:pt x="8187" y="4652"/>
                  </a:lnTo>
                  <a:lnTo>
                    <a:pt x="8666" y="4918"/>
                  </a:lnTo>
                  <a:lnTo>
                    <a:pt x="8745" y="4944"/>
                  </a:lnTo>
                  <a:lnTo>
                    <a:pt x="8825" y="4944"/>
                  </a:lnTo>
                  <a:lnTo>
                    <a:pt x="8878" y="4918"/>
                  </a:lnTo>
                  <a:lnTo>
                    <a:pt x="8931" y="4864"/>
                  </a:lnTo>
                  <a:lnTo>
                    <a:pt x="8958" y="4785"/>
                  </a:lnTo>
                  <a:lnTo>
                    <a:pt x="8958" y="4705"/>
                  </a:lnTo>
                  <a:lnTo>
                    <a:pt x="8905" y="4625"/>
                  </a:lnTo>
                  <a:lnTo>
                    <a:pt x="8852" y="4572"/>
                  </a:lnTo>
                  <a:lnTo>
                    <a:pt x="8400" y="4306"/>
                  </a:lnTo>
                  <a:lnTo>
                    <a:pt x="8320" y="4280"/>
                  </a:lnTo>
                  <a:lnTo>
                    <a:pt x="8267" y="4280"/>
                  </a:lnTo>
                  <a:lnTo>
                    <a:pt x="8214" y="4306"/>
                  </a:lnTo>
                  <a:lnTo>
                    <a:pt x="8161" y="4333"/>
                  </a:lnTo>
                  <a:lnTo>
                    <a:pt x="8161" y="4253"/>
                  </a:lnTo>
                  <a:lnTo>
                    <a:pt x="8161" y="4200"/>
                  </a:lnTo>
                  <a:lnTo>
                    <a:pt x="8161" y="4040"/>
                  </a:lnTo>
                  <a:lnTo>
                    <a:pt x="8161" y="3934"/>
                  </a:lnTo>
                  <a:lnTo>
                    <a:pt x="8161" y="3775"/>
                  </a:lnTo>
                  <a:lnTo>
                    <a:pt x="8161" y="3748"/>
                  </a:lnTo>
                  <a:lnTo>
                    <a:pt x="8267" y="3668"/>
                  </a:lnTo>
                  <a:lnTo>
                    <a:pt x="8373" y="3615"/>
                  </a:lnTo>
                  <a:lnTo>
                    <a:pt x="8480" y="3509"/>
                  </a:lnTo>
                  <a:lnTo>
                    <a:pt x="8533" y="3402"/>
                  </a:lnTo>
                  <a:lnTo>
                    <a:pt x="8586" y="3296"/>
                  </a:lnTo>
                  <a:lnTo>
                    <a:pt x="8612" y="3163"/>
                  </a:lnTo>
                  <a:lnTo>
                    <a:pt x="8612" y="3030"/>
                  </a:lnTo>
                  <a:lnTo>
                    <a:pt x="8612" y="2897"/>
                  </a:lnTo>
                  <a:lnTo>
                    <a:pt x="8559" y="2765"/>
                  </a:lnTo>
                  <a:lnTo>
                    <a:pt x="8480" y="2658"/>
                  </a:lnTo>
                  <a:lnTo>
                    <a:pt x="8400" y="2552"/>
                  </a:lnTo>
                  <a:lnTo>
                    <a:pt x="8293" y="2472"/>
                  </a:lnTo>
                  <a:lnTo>
                    <a:pt x="8187" y="2419"/>
                  </a:lnTo>
                  <a:lnTo>
                    <a:pt x="8054" y="2392"/>
                  </a:lnTo>
                  <a:lnTo>
                    <a:pt x="7921" y="2366"/>
                  </a:lnTo>
                  <a:lnTo>
                    <a:pt x="7788" y="2392"/>
                  </a:lnTo>
                  <a:lnTo>
                    <a:pt x="7709" y="2233"/>
                  </a:lnTo>
                  <a:lnTo>
                    <a:pt x="7709" y="2206"/>
                  </a:lnTo>
                  <a:lnTo>
                    <a:pt x="7629" y="2047"/>
                  </a:lnTo>
                  <a:lnTo>
                    <a:pt x="7602" y="2047"/>
                  </a:lnTo>
                  <a:lnTo>
                    <a:pt x="8028" y="1940"/>
                  </a:lnTo>
                  <a:close/>
                  <a:moveTo>
                    <a:pt x="3695" y="0"/>
                  </a:moveTo>
                  <a:lnTo>
                    <a:pt x="3402" y="53"/>
                  </a:lnTo>
                  <a:lnTo>
                    <a:pt x="3083" y="106"/>
                  </a:lnTo>
                  <a:lnTo>
                    <a:pt x="3004" y="160"/>
                  </a:lnTo>
                  <a:lnTo>
                    <a:pt x="2951" y="213"/>
                  </a:lnTo>
                  <a:lnTo>
                    <a:pt x="2951" y="319"/>
                  </a:lnTo>
                  <a:lnTo>
                    <a:pt x="2977" y="399"/>
                  </a:lnTo>
                  <a:lnTo>
                    <a:pt x="3057" y="558"/>
                  </a:lnTo>
                  <a:lnTo>
                    <a:pt x="3110" y="718"/>
                  </a:lnTo>
                  <a:lnTo>
                    <a:pt x="3137" y="904"/>
                  </a:lnTo>
                  <a:lnTo>
                    <a:pt x="3163" y="1063"/>
                  </a:lnTo>
                  <a:lnTo>
                    <a:pt x="3163" y="1249"/>
                  </a:lnTo>
                  <a:lnTo>
                    <a:pt x="3137" y="1435"/>
                  </a:lnTo>
                  <a:lnTo>
                    <a:pt x="3110" y="1595"/>
                  </a:lnTo>
                  <a:lnTo>
                    <a:pt x="3057" y="1781"/>
                  </a:lnTo>
                  <a:lnTo>
                    <a:pt x="2977" y="1940"/>
                  </a:lnTo>
                  <a:lnTo>
                    <a:pt x="2897" y="2073"/>
                  </a:lnTo>
                  <a:lnTo>
                    <a:pt x="2791" y="2233"/>
                  </a:lnTo>
                  <a:lnTo>
                    <a:pt x="2658" y="2339"/>
                  </a:lnTo>
                  <a:lnTo>
                    <a:pt x="2525" y="2472"/>
                  </a:lnTo>
                  <a:lnTo>
                    <a:pt x="2366" y="2552"/>
                  </a:lnTo>
                  <a:lnTo>
                    <a:pt x="2206" y="2632"/>
                  </a:lnTo>
                  <a:lnTo>
                    <a:pt x="2047" y="2711"/>
                  </a:lnTo>
                  <a:lnTo>
                    <a:pt x="1834" y="2765"/>
                  </a:lnTo>
                  <a:lnTo>
                    <a:pt x="1754" y="2765"/>
                  </a:lnTo>
                  <a:lnTo>
                    <a:pt x="1622" y="2844"/>
                  </a:lnTo>
                  <a:lnTo>
                    <a:pt x="1515" y="2951"/>
                  </a:lnTo>
                  <a:lnTo>
                    <a:pt x="1462" y="3030"/>
                  </a:lnTo>
                  <a:lnTo>
                    <a:pt x="1462" y="3110"/>
                  </a:lnTo>
                  <a:lnTo>
                    <a:pt x="1462" y="3163"/>
                  </a:lnTo>
                  <a:lnTo>
                    <a:pt x="1435" y="3429"/>
                  </a:lnTo>
                  <a:lnTo>
                    <a:pt x="1356" y="3695"/>
                  </a:lnTo>
                  <a:lnTo>
                    <a:pt x="1276" y="3854"/>
                  </a:lnTo>
                  <a:lnTo>
                    <a:pt x="1170" y="3987"/>
                  </a:lnTo>
                  <a:lnTo>
                    <a:pt x="1037" y="4120"/>
                  </a:lnTo>
                  <a:lnTo>
                    <a:pt x="877" y="4226"/>
                  </a:lnTo>
                  <a:lnTo>
                    <a:pt x="744" y="4333"/>
                  </a:lnTo>
                  <a:lnTo>
                    <a:pt x="558" y="4386"/>
                  </a:lnTo>
                  <a:lnTo>
                    <a:pt x="372" y="4439"/>
                  </a:lnTo>
                  <a:lnTo>
                    <a:pt x="186" y="4466"/>
                  </a:lnTo>
                  <a:lnTo>
                    <a:pt x="106" y="4466"/>
                  </a:lnTo>
                  <a:lnTo>
                    <a:pt x="53" y="4519"/>
                  </a:lnTo>
                  <a:lnTo>
                    <a:pt x="0" y="4599"/>
                  </a:lnTo>
                  <a:lnTo>
                    <a:pt x="0" y="4678"/>
                  </a:lnTo>
                  <a:lnTo>
                    <a:pt x="53" y="4944"/>
                  </a:lnTo>
                  <a:lnTo>
                    <a:pt x="106" y="5210"/>
                  </a:lnTo>
                  <a:lnTo>
                    <a:pt x="186" y="5449"/>
                  </a:lnTo>
                  <a:lnTo>
                    <a:pt x="292" y="5688"/>
                  </a:lnTo>
                  <a:lnTo>
                    <a:pt x="399" y="5928"/>
                  </a:lnTo>
                  <a:lnTo>
                    <a:pt x="505" y="6140"/>
                  </a:lnTo>
                  <a:lnTo>
                    <a:pt x="638" y="6380"/>
                  </a:lnTo>
                  <a:lnTo>
                    <a:pt x="797" y="6566"/>
                  </a:lnTo>
                  <a:lnTo>
                    <a:pt x="957" y="6778"/>
                  </a:lnTo>
                  <a:lnTo>
                    <a:pt x="1116" y="6964"/>
                  </a:lnTo>
                  <a:lnTo>
                    <a:pt x="1303" y="7150"/>
                  </a:lnTo>
                  <a:lnTo>
                    <a:pt x="1515" y="7310"/>
                  </a:lnTo>
                  <a:lnTo>
                    <a:pt x="1728" y="7469"/>
                  </a:lnTo>
                  <a:lnTo>
                    <a:pt x="1940" y="7602"/>
                  </a:lnTo>
                  <a:lnTo>
                    <a:pt x="2153" y="7735"/>
                  </a:lnTo>
                  <a:lnTo>
                    <a:pt x="2392" y="7842"/>
                  </a:lnTo>
                  <a:lnTo>
                    <a:pt x="2658" y="7948"/>
                  </a:lnTo>
                  <a:lnTo>
                    <a:pt x="2897" y="8028"/>
                  </a:lnTo>
                  <a:lnTo>
                    <a:pt x="3137" y="8107"/>
                  </a:lnTo>
                  <a:lnTo>
                    <a:pt x="3402" y="8134"/>
                  </a:lnTo>
                  <a:lnTo>
                    <a:pt x="3668" y="8187"/>
                  </a:lnTo>
                  <a:lnTo>
                    <a:pt x="4413" y="8187"/>
                  </a:lnTo>
                  <a:lnTo>
                    <a:pt x="4678" y="8161"/>
                  </a:lnTo>
                  <a:lnTo>
                    <a:pt x="4944" y="8107"/>
                  </a:lnTo>
                  <a:lnTo>
                    <a:pt x="5183" y="8054"/>
                  </a:lnTo>
                  <a:lnTo>
                    <a:pt x="5423" y="7974"/>
                  </a:lnTo>
                  <a:lnTo>
                    <a:pt x="5662" y="7868"/>
                  </a:lnTo>
                  <a:lnTo>
                    <a:pt x="5901" y="7762"/>
                  </a:lnTo>
                  <a:lnTo>
                    <a:pt x="6140" y="7629"/>
                  </a:lnTo>
                  <a:lnTo>
                    <a:pt x="6353" y="7496"/>
                  </a:lnTo>
                  <a:lnTo>
                    <a:pt x="6566" y="7655"/>
                  </a:lnTo>
                  <a:lnTo>
                    <a:pt x="6805" y="7788"/>
                  </a:lnTo>
                  <a:lnTo>
                    <a:pt x="7044" y="7921"/>
                  </a:lnTo>
                  <a:lnTo>
                    <a:pt x="7283" y="8001"/>
                  </a:lnTo>
                  <a:lnTo>
                    <a:pt x="7549" y="8081"/>
                  </a:lnTo>
                  <a:lnTo>
                    <a:pt x="7788" y="8134"/>
                  </a:lnTo>
                  <a:lnTo>
                    <a:pt x="8054" y="8187"/>
                  </a:lnTo>
                  <a:lnTo>
                    <a:pt x="8559" y="8187"/>
                  </a:lnTo>
                  <a:lnTo>
                    <a:pt x="8825" y="8161"/>
                  </a:lnTo>
                  <a:lnTo>
                    <a:pt x="9091" y="8134"/>
                  </a:lnTo>
                  <a:lnTo>
                    <a:pt x="9330" y="8054"/>
                  </a:lnTo>
                  <a:lnTo>
                    <a:pt x="9596" y="7974"/>
                  </a:lnTo>
                  <a:lnTo>
                    <a:pt x="9835" y="7868"/>
                  </a:lnTo>
                  <a:lnTo>
                    <a:pt x="10074" y="7735"/>
                  </a:lnTo>
                  <a:lnTo>
                    <a:pt x="10314" y="7602"/>
                  </a:lnTo>
                  <a:lnTo>
                    <a:pt x="10526" y="7443"/>
                  </a:lnTo>
                  <a:lnTo>
                    <a:pt x="10712" y="7257"/>
                  </a:lnTo>
                  <a:lnTo>
                    <a:pt x="10898" y="7071"/>
                  </a:lnTo>
                  <a:lnTo>
                    <a:pt x="11058" y="6858"/>
                  </a:lnTo>
                  <a:lnTo>
                    <a:pt x="11217" y="6645"/>
                  </a:lnTo>
                  <a:lnTo>
                    <a:pt x="11350" y="6433"/>
                  </a:lnTo>
                  <a:lnTo>
                    <a:pt x="11457" y="6194"/>
                  </a:lnTo>
                  <a:lnTo>
                    <a:pt x="11563" y="5954"/>
                  </a:lnTo>
                  <a:lnTo>
                    <a:pt x="11643" y="5688"/>
                  </a:lnTo>
                  <a:lnTo>
                    <a:pt x="11696" y="5449"/>
                  </a:lnTo>
                  <a:lnTo>
                    <a:pt x="11722" y="5183"/>
                  </a:lnTo>
                  <a:lnTo>
                    <a:pt x="11722" y="4918"/>
                  </a:lnTo>
                  <a:lnTo>
                    <a:pt x="11722" y="4652"/>
                  </a:lnTo>
                  <a:lnTo>
                    <a:pt x="11696" y="4386"/>
                  </a:lnTo>
                  <a:lnTo>
                    <a:pt x="11643" y="4120"/>
                  </a:lnTo>
                  <a:lnTo>
                    <a:pt x="11590" y="3854"/>
                  </a:lnTo>
                  <a:lnTo>
                    <a:pt x="11483" y="3615"/>
                  </a:lnTo>
                  <a:lnTo>
                    <a:pt x="11377" y="3376"/>
                  </a:lnTo>
                  <a:lnTo>
                    <a:pt x="11244" y="3137"/>
                  </a:lnTo>
                  <a:lnTo>
                    <a:pt x="11111" y="2924"/>
                  </a:lnTo>
                  <a:lnTo>
                    <a:pt x="10952" y="2711"/>
                  </a:lnTo>
                  <a:lnTo>
                    <a:pt x="10766" y="2525"/>
                  </a:lnTo>
                  <a:lnTo>
                    <a:pt x="10579" y="2339"/>
                  </a:lnTo>
                  <a:lnTo>
                    <a:pt x="10367" y="2180"/>
                  </a:lnTo>
                  <a:lnTo>
                    <a:pt x="10154" y="2020"/>
                  </a:lnTo>
                  <a:lnTo>
                    <a:pt x="9941" y="1914"/>
                  </a:lnTo>
                  <a:lnTo>
                    <a:pt x="9702" y="1781"/>
                  </a:lnTo>
                  <a:lnTo>
                    <a:pt x="9463" y="1701"/>
                  </a:lnTo>
                  <a:lnTo>
                    <a:pt x="9197" y="1622"/>
                  </a:lnTo>
                  <a:lnTo>
                    <a:pt x="8931" y="1568"/>
                  </a:lnTo>
                  <a:lnTo>
                    <a:pt x="8666" y="1542"/>
                  </a:lnTo>
                  <a:lnTo>
                    <a:pt x="8134" y="1542"/>
                  </a:lnTo>
                  <a:lnTo>
                    <a:pt x="7895" y="1568"/>
                  </a:lnTo>
                  <a:lnTo>
                    <a:pt x="7629" y="1622"/>
                  </a:lnTo>
                  <a:lnTo>
                    <a:pt x="7390" y="1675"/>
                  </a:lnTo>
                  <a:lnTo>
                    <a:pt x="7204" y="1435"/>
                  </a:lnTo>
                  <a:lnTo>
                    <a:pt x="6991" y="1223"/>
                  </a:lnTo>
                  <a:lnTo>
                    <a:pt x="6778" y="1010"/>
                  </a:lnTo>
                  <a:lnTo>
                    <a:pt x="6539" y="824"/>
                  </a:lnTo>
                  <a:lnTo>
                    <a:pt x="6273" y="638"/>
                  </a:lnTo>
                  <a:lnTo>
                    <a:pt x="6034" y="479"/>
                  </a:lnTo>
                  <a:lnTo>
                    <a:pt x="5768" y="346"/>
                  </a:lnTo>
                  <a:lnTo>
                    <a:pt x="5476" y="239"/>
                  </a:lnTo>
                  <a:lnTo>
                    <a:pt x="5183" y="160"/>
                  </a:lnTo>
                  <a:lnTo>
                    <a:pt x="4918" y="80"/>
                  </a:lnTo>
                  <a:lnTo>
                    <a:pt x="4599" y="27"/>
                  </a:lnTo>
                  <a:lnTo>
                    <a:pt x="430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87"/>
            <p:cNvSpPr/>
            <p:nvPr/>
          </p:nvSpPr>
          <p:spPr>
            <a:xfrm>
              <a:off x="3514275" y="3627350"/>
              <a:ext cx="35250" cy="35225"/>
            </a:xfrm>
            <a:custGeom>
              <a:rect b="b" l="l" r="r" t="t"/>
              <a:pathLst>
                <a:path extrusionOk="0" h="1409" w="1410">
                  <a:moveTo>
                    <a:pt x="718" y="399"/>
                  </a:moveTo>
                  <a:lnTo>
                    <a:pt x="824" y="425"/>
                  </a:lnTo>
                  <a:lnTo>
                    <a:pt x="931" y="478"/>
                  </a:lnTo>
                  <a:lnTo>
                    <a:pt x="1010" y="585"/>
                  </a:lnTo>
                  <a:lnTo>
                    <a:pt x="1010" y="718"/>
                  </a:lnTo>
                  <a:lnTo>
                    <a:pt x="1010" y="824"/>
                  </a:lnTo>
                  <a:lnTo>
                    <a:pt x="931" y="930"/>
                  </a:lnTo>
                  <a:lnTo>
                    <a:pt x="824" y="984"/>
                  </a:lnTo>
                  <a:lnTo>
                    <a:pt x="718" y="1010"/>
                  </a:lnTo>
                  <a:lnTo>
                    <a:pt x="612" y="984"/>
                  </a:lnTo>
                  <a:lnTo>
                    <a:pt x="505" y="930"/>
                  </a:lnTo>
                  <a:lnTo>
                    <a:pt x="426" y="824"/>
                  </a:lnTo>
                  <a:lnTo>
                    <a:pt x="426" y="718"/>
                  </a:lnTo>
                  <a:lnTo>
                    <a:pt x="426" y="585"/>
                  </a:lnTo>
                  <a:lnTo>
                    <a:pt x="505" y="478"/>
                  </a:lnTo>
                  <a:lnTo>
                    <a:pt x="612" y="425"/>
                  </a:lnTo>
                  <a:lnTo>
                    <a:pt x="718" y="399"/>
                  </a:lnTo>
                  <a:close/>
                  <a:moveTo>
                    <a:pt x="718" y="0"/>
                  </a:moveTo>
                  <a:lnTo>
                    <a:pt x="585" y="27"/>
                  </a:lnTo>
                  <a:lnTo>
                    <a:pt x="452" y="53"/>
                  </a:lnTo>
                  <a:lnTo>
                    <a:pt x="319" y="133"/>
                  </a:lnTo>
                  <a:lnTo>
                    <a:pt x="213" y="213"/>
                  </a:lnTo>
                  <a:lnTo>
                    <a:pt x="133" y="319"/>
                  </a:lnTo>
                  <a:lnTo>
                    <a:pt x="80" y="425"/>
                  </a:lnTo>
                  <a:lnTo>
                    <a:pt x="27" y="558"/>
                  </a:lnTo>
                  <a:lnTo>
                    <a:pt x="0" y="718"/>
                  </a:lnTo>
                  <a:lnTo>
                    <a:pt x="27" y="851"/>
                  </a:lnTo>
                  <a:lnTo>
                    <a:pt x="80" y="984"/>
                  </a:lnTo>
                  <a:lnTo>
                    <a:pt x="133" y="1090"/>
                  </a:lnTo>
                  <a:lnTo>
                    <a:pt x="213" y="1196"/>
                  </a:lnTo>
                  <a:lnTo>
                    <a:pt x="319" y="1303"/>
                  </a:lnTo>
                  <a:lnTo>
                    <a:pt x="452" y="1356"/>
                  </a:lnTo>
                  <a:lnTo>
                    <a:pt x="585" y="1409"/>
                  </a:lnTo>
                  <a:lnTo>
                    <a:pt x="851" y="1409"/>
                  </a:lnTo>
                  <a:lnTo>
                    <a:pt x="984" y="1356"/>
                  </a:lnTo>
                  <a:lnTo>
                    <a:pt x="1117" y="1303"/>
                  </a:lnTo>
                  <a:lnTo>
                    <a:pt x="1223" y="1196"/>
                  </a:lnTo>
                  <a:lnTo>
                    <a:pt x="1303" y="1090"/>
                  </a:lnTo>
                  <a:lnTo>
                    <a:pt x="1356" y="984"/>
                  </a:lnTo>
                  <a:lnTo>
                    <a:pt x="1409" y="851"/>
                  </a:lnTo>
                  <a:lnTo>
                    <a:pt x="1409" y="718"/>
                  </a:lnTo>
                  <a:lnTo>
                    <a:pt x="1409" y="558"/>
                  </a:lnTo>
                  <a:lnTo>
                    <a:pt x="1356" y="425"/>
                  </a:lnTo>
                  <a:lnTo>
                    <a:pt x="1303" y="319"/>
                  </a:lnTo>
                  <a:lnTo>
                    <a:pt x="1223" y="213"/>
                  </a:lnTo>
                  <a:lnTo>
                    <a:pt x="1117" y="133"/>
                  </a:lnTo>
                  <a:lnTo>
                    <a:pt x="984" y="53"/>
                  </a:lnTo>
                  <a:lnTo>
                    <a:pt x="851" y="27"/>
                  </a:lnTo>
                  <a:lnTo>
                    <a:pt x="71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87"/>
            <p:cNvSpPr/>
            <p:nvPr/>
          </p:nvSpPr>
          <p:spPr>
            <a:xfrm>
              <a:off x="3514275" y="3586125"/>
              <a:ext cx="19950" cy="19975"/>
            </a:xfrm>
            <a:custGeom>
              <a:rect b="b" l="l" r="r" t="t"/>
              <a:pathLst>
                <a:path extrusionOk="0" h="799" w="798">
                  <a:moveTo>
                    <a:pt x="585" y="1"/>
                  </a:moveTo>
                  <a:lnTo>
                    <a:pt x="505" y="28"/>
                  </a:lnTo>
                  <a:lnTo>
                    <a:pt x="452" y="81"/>
                  </a:lnTo>
                  <a:lnTo>
                    <a:pt x="80" y="453"/>
                  </a:lnTo>
                  <a:lnTo>
                    <a:pt x="27" y="506"/>
                  </a:lnTo>
                  <a:lnTo>
                    <a:pt x="27" y="559"/>
                  </a:lnTo>
                  <a:lnTo>
                    <a:pt x="0" y="612"/>
                  </a:lnTo>
                  <a:lnTo>
                    <a:pt x="27" y="666"/>
                  </a:lnTo>
                  <a:lnTo>
                    <a:pt x="53" y="719"/>
                  </a:lnTo>
                  <a:lnTo>
                    <a:pt x="107" y="745"/>
                  </a:lnTo>
                  <a:lnTo>
                    <a:pt x="160" y="772"/>
                  </a:lnTo>
                  <a:lnTo>
                    <a:pt x="213" y="798"/>
                  </a:lnTo>
                  <a:lnTo>
                    <a:pt x="293" y="772"/>
                  </a:lnTo>
                  <a:lnTo>
                    <a:pt x="346" y="719"/>
                  </a:lnTo>
                  <a:lnTo>
                    <a:pt x="745" y="347"/>
                  </a:lnTo>
                  <a:lnTo>
                    <a:pt x="771" y="293"/>
                  </a:lnTo>
                  <a:lnTo>
                    <a:pt x="798" y="214"/>
                  </a:lnTo>
                  <a:lnTo>
                    <a:pt x="771" y="134"/>
                  </a:lnTo>
                  <a:lnTo>
                    <a:pt x="718" y="81"/>
                  </a:lnTo>
                  <a:lnTo>
                    <a:pt x="665" y="28"/>
                  </a:lnTo>
                  <a:lnTo>
                    <a:pt x="58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87"/>
            <p:cNvSpPr/>
            <p:nvPr/>
          </p:nvSpPr>
          <p:spPr>
            <a:xfrm>
              <a:off x="3495000" y="3652600"/>
              <a:ext cx="13975" cy="22600"/>
            </a:xfrm>
            <a:custGeom>
              <a:rect b="b" l="l" r="r" t="t"/>
              <a:pathLst>
                <a:path extrusionOk="0" h="904" w="559">
                  <a:moveTo>
                    <a:pt x="133" y="0"/>
                  </a:moveTo>
                  <a:lnTo>
                    <a:pt x="54" y="53"/>
                  </a:lnTo>
                  <a:lnTo>
                    <a:pt x="27" y="106"/>
                  </a:lnTo>
                  <a:lnTo>
                    <a:pt x="0" y="186"/>
                  </a:lnTo>
                  <a:lnTo>
                    <a:pt x="0" y="266"/>
                  </a:lnTo>
                  <a:lnTo>
                    <a:pt x="160" y="771"/>
                  </a:lnTo>
                  <a:lnTo>
                    <a:pt x="186" y="851"/>
                  </a:lnTo>
                  <a:lnTo>
                    <a:pt x="266" y="877"/>
                  </a:lnTo>
                  <a:lnTo>
                    <a:pt x="319" y="904"/>
                  </a:lnTo>
                  <a:lnTo>
                    <a:pt x="399" y="904"/>
                  </a:lnTo>
                  <a:lnTo>
                    <a:pt x="479" y="851"/>
                  </a:lnTo>
                  <a:lnTo>
                    <a:pt x="532" y="798"/>
                  </a:lnTo>
                  <a:lnTo>
                    <a:pt x="559" y="744"/>
                  </a:lnTo>
                  <a:lnTo>
                    <a:pt x="532" y="665"/>
                  </a:lnTo>
                  <a:lnTo>
                    <a:pt x="373" y="133"/>
                  </a:lnTo>
                  <a:lnTo>
                    <a:pt x="346" y="80"/>
                  </a:lnTo>
                  <a:lnTo>
                    <a:pt x="293"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87"/>
            <p:cNvSpPr/>
            <p:nvPr/>
          </p:nvSpPr>
          <p:spPr>
            <a:xfrm>
              <a:off x="3405275" y="3550250"/>
              <a:ext cx="41225" cy="41225"/>
            </a:xfrm>
            <a:custGeom>
              <a:rect b="b" l="l" r="r" t="t"/>
              <a:pathLst>
                <a:path extrusionOk="0" h="1649" w="1649">
                  <a:moveTo>
                    <a:pt x="852" y="399"/>
                  </a:moveTo>
                  <a:lnTo>
                    <a:pt x="984" y="426"/>
                  </a:lnTo>
                  <a:lnTo>
                    <a:pt x="1117" y="506"/>
                  </a:lnTo>
                  <a:lnTo>
                    <a:pt x="1197" y="639"/>
                  </a:lnTo>
                  <a:lnTo>
                    <a:pt x="1250" y="771"/>
                  </a:lnTo>
                  <a:lnTo>
                    <a:pt x="1250" y="904"/>
                  </a:lnTo>
                  <a:lnTo>
                    <a:pt x="1197" y="1037"/>
                  </a:lnTo>
                  <a:lnTo>
                    <a:pt x="1091" y="1170"/>
                  </a:lnTo>
                  <a:lnTo>
                    <a:pt x="958" y="1223"/>
                  </a:lnTo>
                  <a:lnTo>
                    <a:pt x="825" y="1250"/>
                  </a:lnTo>
                  <a:lnTo>
                    <a:pt x="665" y="1223"/>
                  </a:lnTo>
                  <a:lnTo>
                    <a:pt x="586" y="1197"/>
                  </a:lnTo>
                  <a:lnTo>
                    <a:pt x="533" y="1144"/>
                  </a:lnTo>
                  <a:lnTo>
                    <a:pt x="479" y="1064"/>
                  </a:lnTo>
                  <a:lnTo>
                    <a:pt x="426" y="984"/>
                  </a:lnTo>
                  <a:lnTo>
                    <a:pt x="400" y="851"/>
                  </a:lnTo>
                  <a:lnTo>
                    <a:pt x="426" y="718"/>
                  </a:lnTo>
                  <a:lnTo>
                    <a:pt x="479" y="585"/>
                  </a:lnTo>
                  <a:lnTo>
                    <a:pt x="586" y="479"/>
                  </a:lnTo>
                  <a:lnTo>
                    <a:pt x="719" y="399"/>
                  </a:lnTo>
                  <a:close/>
                  <a:moveTo>
                    <a:pt x="798" y="1"/>
                  </a:moveTo>
                  <a:lnTo>
                    <a:pt x="665" y="27"/>
                  </a:lnTo>
                  <a:lnTo>
                    <a:pt x="506" y="80"/>
                  </a:lnTo>
                  <a:lnTo>
                    <a:pt x="373" y="133"/>
                  </a:lnTo>
                  <a:lnTo>
                    <a:pt x="267" y="240"/>
                  </a:lnTo>
                  <a:lnTo>
                    <a:pt x="160" y="346"/>
                  </a:lnTo>
                  <a:lnTo>
                    <a:pt x="81" y="479"/>
                  </a:lnTo>
                  <a:lnTo>
                    <a:pt x="28" y="612"/>
                  </a:lnTo>
                  <a:lnTo>
                    <a:pt x="1" y="771"/>
                  </a:lnTo>
                  <a:lnTo>
                    <a:pt x="1" y="904"/>
                  </a:lnTo>
                  <a:lnTo>
                    <a:pt x="28" y="1064"/>
                  </a:lnTo>
                  <a:lnTo>
                    <a:pt x="107" y="1197"/>
                  </a:lnTo>
                  <a:lnTo>
                    <a:pt x="187" y="1330"/>
                  </a:lnTo>
                  <a:lnTo>
                    <a:pt x="267" y="1436"/>
                  </a:lnTo>
                  <a:lnTo>
                    <a:pt x="400" y="1516"/>
                  </a:lnTo>
                  <a:lnTo>
                    <a:pt x="533" y="1595"/>
                  </a:lnTo>
                  <a:lnTo>
                    <a:pt x="665" y="1649"/>
                  </a:lnTo>
                  <a:lnTo>
                    <a:pt x="825" y="1649"/>
                  </a:lnTo>
                  <a:lnTo>
                    <a:pt x="1011" y="1622"/>
                  </a:lnTo>
                  <a:lnTo>
                    <a:pt x="1171" y="1569"/>
                  </a:lnTo>
                  <a:lnTo>
                    <a:pt x="1303" y="1489"/>
                  </a:lnTo>
                  <a:lnTo>
                    <a:pt x="1410" y="1409"/>
                  </a:lnTo>
                  <a:lnTo>
                    <a:pt x="1516" y="1276"/>
                  </a:lnTo>
                  <a:lnTo>
                    <a:pt x="1569" y="1170"/>
                  </a:lnTo>
                  <a:lnTo>
                    <a:pt x="1622" y="1011"/>
                  </a:lnTo>
                  <a:lnTo>
                    <a:pt x="1649" y="878"/>
                  </a:lnTo>
                  <a:lnTo>
                    <a:pt x="1649" y="718"/>
                  </a:lnTo>
                  <a:lnTo>
                    <a:pt x="1596" y="559"/>
                  </a:lnTo>
                  <a:lnTo>
                    <a:pt x="1543" y="426"/>
                  </a:lnTo>
                  <a:lnTo>
                    <a:pt x="1463" y="293"/>
                  </a:lnTo>
                  <a:lnTo>
                    <a:pt x="1357" y="187"/>
                  </a:lnTo>
                  <a:lnTo>
                    <a:pt x="1224" y="107"/>
                  </a:lnTo>
                  <a:lnTo>
                    <a:pt x="1091" y="54"/>
                  </a:lnTo>
                  <a:lnTo>
                    <a:pt x="958" y="27"/>
                  </a:lnTo>
                  <a:lnTo>
                    <a:pt x="79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87"/>
            <p:cNvSpPr/>
            <p:nvPr/>
          </p:nvSpPr>
          <p:spPr>
            <a:xfrm>
              <a:off x="3361425" y="3644625"/>
              <a:ext cx="41225" cy="41225"/>
            </a:xfrm>
            <a:custGeom>
              <a:rect b="b" l="l" r="r" t="t"/>
              <a:pathLst>
                <a:path extrusionOk="0" h="1649" w="1649">
                  <a:moveTo>
                    <a:pt x="904" y="399"/>
                  </a:moveTo>
                  <a:lnTo>
                    <a:pt x="984" y="425"/>
                  </a:lnTo>
                  <a:lnTo>
                    <a:pt x="1064" y="452"/>
                  </a:lnTo>
                  <a:lnTo>
                    <a:pt x="1117" y="505"/>
                  </a:lnTo>
                  <a:lnTo>
                    <a:pt x="1170" y="558"/>
                  </a:lnTo>
                  <a:lnTo>
                    <a:pt x="1223" y="638"/>
                  </a:lnTo>
                  <a:lnTo>
                    <a:pt x="1250" y="718"/>
                  </a:lnTo>
                  <a:lnTo>
                    <a:pt x="1250" y="798"/>
                  </a:lnTo>
                  <a:lnTo>
                    <a:pt x="1250" y="877"/>
                  </a:lnTo>
                  <a:lnTo>
                    <a:pt x="1223" y="957"/>
                  </a:lnTo>
                  <a:lnTo>
                    <a:pt x="1197" y="1037"/>
                  </a:lnTo>
                  <a:lnTo>
                    <a:pt x="1144" y="1117"/>
                  </a:lnTo>
                  <a:lnTo>
                    <a:pt x="1064" y="1170"/>
                  </a:lnTo>
                  <a:lnTo>
                    <a:pt x="1011" y="1196"/>
                  </a:lnTo>
                  <a:lnTo>
                    <a:pt x="931" y="1223"/>
                  </a:lnTo>
                  <a:lnTo>
                    <a:pt x="825" y="1249"/>
                  </a:lnTo>
                  <a:lnTo>
                    <a:pt x="745" y="1249"/>
                  </a:lnTo>
                  <a:lnTo>
                    <a:pt x="665" y="1223"/>
                  </a:lnTo>
                  <a:lnTo>
                    <a:pt x="612" y="1170"/>
                  </a:lnTo>
                  <a:lnTo>
                    <a:pt x="532" y="1117"/>
                  </a:lnTo>
                  <a:lnTo>
                    <a:pt x="479" y="1063"/>
                  </a:lnTo>
                  <a:lnTo>
                    <a:pt x="426" y="984"/>
                  </a:lnTo>
                  <a:lnTo>
                    <a:pt x="399" y="904"/>
                  </a:lnTo>
                  <a:lnTo>
                    <a:pt x="399" y="824"/>
                  </a:lnTo>
                  <a:lnTo>
                    <a:pt x="399" y="744"/>
                  </a:lnTo>
                  <a:lnTo>
                    <a:pt x="426" y="665"/>
                  </a:lnTo>
                  <a:lnTo>
                    <a:pt x="452" y="585"/>
                  </a:lnTo>
                  <a:lnTo>
                    <a:pt x="506" y="532"/>
                  </a:lnTo>
                  <a:lnTo>
                    <a:pt x="585" y="479"/>
                  </a:lnTo>
                  <a:lnTo>
                    <a:pt x="639" y="425"/>
                  </a:lnTo>
                  <a:lnTo>
                    <a:pt x="745" y="399"/>
                  </a:lnTo>
                  <a:close/>
                  <a:moveTo>
                    <a:pt x="692" y="0"/>
                  </a:moveTo>
                  <a:lnTo>
                    <a:pt x="559" y="27"/>
                  </a:lnTo>
                  <a:lnTo>
                    <a:pt x="426" y="80"/>
                  </a:lnTo>
                  <a:lnTo>
                    <a:pt x="320" y="160"/>
                  </a:lnTo>
                  <a:lnTo>
                    <a:pt x="213" y="266"/>
                  </a:lnTo>
                  <a:lnTo>
                    <a:pt x="133" y="372"/>
                  </a:lnTo>
                  <a:lnTo>
                    <a:pt x="54" y="505"/>
                  </a:lnTo>
                  <a:lnTo>
                    <a:pt x="27" y="638"/>
                  </a:lnTo>
                  <a:lnTo>
                    <a:pt x="1" y="771"/>
                  </a:lnTo>
                  <a:lnTo>
                    <a:pt x="1" y="930"/>
                  </a:lnTo>
                  <a:lnTo>
                    <a:pt x="27" y="1063"/>
                  </a:lnTo>
                  <a:lnTo>
                    <a:pt x="80" y="1196"/>
                  </a:lnTo>
                  <a:lnTo>
                    <a:pt x="160" y="1303"/>
                  </a:lnTo>
                  <a:lnTo>
                    <a:pt x="266" y="1409"/>
                  </a:lnTo>
                  <a:lnTo>
                    <a:pt x="373" y="1515"/>
                  </a:lnTo>
                  <a:lnTo>
                    <a:pt x="506" y="1568"/>
                  </a:lnTo>
                  <a:lnTo>
                    <a:pt x="639" y="1622"/>
                  </a:lnTo>
                  <a:lnTo>
                    <a:pt x="771" y="1648"/>
                  </a:lnTo>
                  <a:lnTo>
                    <a:pt x="904" y="1648"/>
                  </a:lnTo>
                  <a:lnTo>
                    <a:pt x="1037" y="1622"/>
                  </a:lnTo>
                  <a:lnTo>
                    <a:pt x="1170" y="1568"/>
                  </a:lnTo>
                  <a:lnTo>
                    <a:pt x="1303" y="1489"/>
                  </a:lnTo>
                  <a:lnTo>
                    <a:pt x="1409" y="1409"/>
                  </a:lnTo>
                  <a:lnTo>
                    <a:pt x="1516" y="1276"/>
                  </a:lnTo>
                  <a:lnTo>
                    <a:pt x="1569" y="1170"/>
                  </a:lnTo>
                  <a:lnTo>
                    <a:pt x="1622" y="1037"/>
                  </a:lnTo>
                  <a:lnTo>
                    <a:pt x="1649" y="904"/>
                  </a:lnTo>
                  <a:lnTo>
                    <a:pt x="1649" y="744"/>
                  </a:lnTo>
                  <a:lnTo>
                    <a:pt x="1622" y="612"/>
                  </a:lnTo>
                  <a:lnTo>
                    <a:pt x="1569" y="479"/>
                  </a:lnTo>
                  <a:lnTo>
                    <a:pt x="1489" y="346"/>
                  </a:lnTo>
                  <a:lnTo>
                    <a:pt x="1383" y="213"/>
                  </a:lnTo>
                  <a:lnTo>
                    <a:pt x="1276" y="106"/>
                  </a:lnTo>
                  <a:lnTo>
                    <a:pt x="1117" y="53"/>
                  </a:lnTo>
                  <a:lnTo>
                    <a:pt x="98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87"/>
            <p:cNvSpPr/>
            <p:nvPr/>
          </p:nvSpPr>
          <p:spPr>
            <a:xfrm>
              <a:off x="3420575" y="3623350"/>
              <a:ext cx="25925" cy="15975"/>
            </a:xfrm>
            <a:custGeom>
              <a:rect b="b" l="l" r="r" t="t"/>
              <a:pathLst>
                <a:path extrusionOk="0" h="639" w="1037">
                  <a:moveTo>
                    <a:pt x="186" y="1"/>
                  </a:moveTo>
                  <a:lnTo>
                    <a:pt x="80" y="27"/>
                  </a:lnTo>
                  <a:lnTo>
                    <a:pt x="27" y="133"/>
                  </a:lnTo>
                  <a:lnTo>
                    <a:pt x="0" y="240"/>
                  </a:lnTo>
                  <a:lnTo>
                    <a:pt x="53" y="320"/>
                  </a:lnTo>
                  <a:lnTo>
                    <a:pt x="133" y="373"/>
                  </a:lnTo>
                  <a:lnTo>
                    <a:pt x="771" y="612"/>
                  </a:lnTo>
                  <a:lnTo>
                    <a:pt x="851" y="638"/>
                  </a:lnTo>
                  <a:lnTo>
                    <a:pt x="904" y="612"/>
                  </a:lnTo>
                  <a:lnTo>
                    <a:pt x="984" y="559"/>
                  </a:lnTo>
                  <a:lnTo>
                    <a:pt x="1010" y="506"/>
                  </a:lnTo>
                  <a:lnTo>
                    <a:pt x="1037" y="426"/>
                  </a:lnTo>
                  <a:lnTo>
                    <a:pt x="1010" y="346"/>
                  </a:lnTo>
                  <a:lnTo>
                    <a:pt x="957" y="293"/>
                  </a:lnTo>
                  <a:lnTo>
                    <a:pt x="904" y="240"/>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87"/>
            <p:cNvSpPr/>
            <p:nvPr/>
          </p:nvSpPr>
          <p:spPr>
            <a:xfrm>
              <a:off x="3333525" y="3629325"/>
              <a:ext cx="22600" cy="21300"/>
            </a:xfrm>
            <a:custGeom>
              <a:rect b="b" l="l" r="r" t="t"/>
              <a:pathLst>
                <a:path extrusionOk="0" h="852" w="904">
                  <a:moveTo>
                    <a:pt x="718" y="1"/>
                  </a:moveTo>
                  <a:lnTo>
                    <a:pt x="638" y="27"/>
                  </a:lnTo>
                  <a:lnTo>
                    <a:pt x="585" y="54"/>
                  </a:lnTo>
                  <a:lnTo>
                    <a:pt x="80" y="506"/>
                  </a:lnTo>
                  <a:lnTo>
                    <a:pt x="27" y="559"/>
                  </a:lnTo>
                  <a:lnTo>
                    <a:pt x="0" y="639"/>
                  </a:lnTo>
                  <a:lnTo>
                    <a:pt x="27" y="718"/>
                  </a:lnTo>
                  <a:lnTo>
                    <a:pt x="53" y="772"/>
                  </a:lnTo>
                  <a:lnTo>
                    <a:pt x="133" y="825"/>
                  </a:lnTo>
                  <a:lnTo>
                    <a:pt x="186" y="851"/>
                  </a:lnTo>
                  <a:lnTo>
                    <a:pt x="266" y="851"/>
                  </a:lnTo>
                  <a:lnTo>
                    <a:pt x="346" y="798"/>
                  </a:lnTo>
                  <a:lnTo>
                    <a:pt x="851" y="373"/>
                  </a:lnTo>
                  <a:lnTo>
                    <a:pt x="877" y="293"/>
                  </a:lnTo>
                  <a:lnTo>
                    <a:pt x="904" y="213"/>
                  </a:lnTo>
                  <a:lnTo>
                    <a:pt x="904" y="160"/>
                  </a:lnTo>
                  <a:lnTo>
                    <a:pt x="851" y="81"/>
                  </a:lnTo>
                  <a:lnTo>
                    <a:pt x="798" y="27"/>
                  </a:lnTo>
                  <a:lnTo>
                    <a:pt x="71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 name="Google Shape;1516;p87"/>
            <p:cNvSpPr/>
            <p:nvPr/>
          </p:nvSpPr>
          <p:spPr>
            <a:xfrm>
              <a:off x="3384025" y="3594775"/>
              <a:ext cx="11325" cy="26600"/>
            </a:xfrm>
            <a:custGeom>
              <a:rect b="b" l="l" r="r" t="t"/>
              <a:pathLst>
                <a:path extrusionOk="0" h="1064" w="453">
                  <a:moveTo>
                    <a:pt x="186" y="1"/>
                  </a:moveTo>
                  <a:lnTo>
                    <a:pt x="107" y="80"/>
                  </a:lnTo>
                  <a:lnTo>
                    <a:pt x="53" y="160"/>
                  </a:lnTo>
                  <a:lnTo>
                    <a:pt x="0" y="825"/>
                  </a:lnTo>
                  <a:lnTo>
                    <a:pt x="0" y="904"/>
                  </a:lnTo>
                  <a:lnTo>
                    <a:pt x="53" y="984"/>
                  </a:lnTo>
                  <a:lnTo>
                    <a:pt x="107" y="1037"/>
                  </a:lnTo>
                  <a:lnTo>
                    <a:pt x="186" y="1064"/>
                  </a:lnTo>
                  <a:lnTo>
                    <a:pt x="266" y="1037"/>
                  </a:lnTo>
                  <a:lnTo>
                    <a:pt x="346" y="1011"/>
                  </a:lnTo>
                  <a:lnTo>
                    <a:pt x="372" y="957"/>
                  </a:lnTo>
                  <a:lnTo>
                    <a:pt x="399" y="878"/>
                  </a:lnTo>
                  <a:lnTo>
                    <a:pt x="452" y="213"/>
                  </a:lnTo>
                  <a:lnTo>
                    <a:pt x="452" y="107"/>
                  </a:lnTo>
                  <a:lnTo>
                    <a:pt x="372" y="27"/>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7" name="Google Shape;1517;p87"/>
          <p:cNvGrpSpPr/>
          <p:nvPr/>
        </p:nvGrpSpPr>
        <p:grpSpPr>
          <a:xfrm>
            <a:off x="4840555" y="3490051"/>
            <a:ext cx="251423" cy="237676"/>
            <a:chOff x="4069825" y="3492450"/>
            <a:chExt cx="243250" cy="229950"/>
          </a:xfrm>
        </p:grpSpPr>
        <p:sp>
          <p:nvSpPr>
            <p:cNvPr id="1518" name="Google Shape;1518;p87"/>
            <p:cNvSpPr/>
            <p:nvPr/>
          </p:nvSpPr>
          <p:spPr>
            <a:xfrm>
              <a:off x="4069825" y="3492450"/>
              <a:ext cx="243250" cy="229950"/>
            </a:xfrm>
            <a:custGeom>
              <a:rect b="b" l="l" r="r" t="t"/>
              <a:pathLst>
                <a:path extrusionOk="0" h="9198" w="9730">
                  <a:moveTo>
                    <a:pt x="5370" y="399"/>
                  </a:moveTo>
                  <a:lnTo>
                    <a:pt x="4865" y="771"/>
                  </a:lnTo>
                  <a:lnTo>
                    <a:pt x="4360" y="399"/>
                  </a:lnTo>
                  <a:close/>
                  <a:moveTo>
                    <a:pt x="6513" y="399"/>
                  </a:moveTo>
                  <a:lnTo>
                    <a:pt x="4865" y="1595"/>
                  </a:lnTo>
                  <a:lnTo>
                    <a:pt x="3217" y="399"/>
                  </a:lnTo>
                  <a:lnTo>
                    <a:pt x="3669" y="399"/>
                  </a:lnTo>
                  <a:lnTo>
                    <a:pt x="4732" y="1170"/>
                  </a:lnTo>
                  <a:lnTo>
                    <a:pt x="4812" y="1223"/>
                  </a:lnTo>
                  <a:lnTo>
                    <a:pt x="4918" y="1223"/>
                  </a:lnTo>
                  <a:lnTo>
                    <a:pt x="4971" y="1170"/>
                  </a:lnTo>
                  <a:lnTo>
                    <a:pt x="6061" y="399"/>
                  </a:lnTo>
                  <a:close/>
                  <a:moveTo>
                    <a:pt x="2632" y="452"/>
                  </a:moveTo>
                  <a:lnTo>
                    <a:pt x="4652" y="1940"/>
                  </a:lnTo>
                  <a:lnTo>
                    <a:pt x="4652" y="8054"/>
                  </a:lnTo>
                  <a:lnTo>
                    <a:pt x="2313" y="8054"/>
                  </a:lnTo>
                  <a:lnTo>
                    <a:pt x="2313" y="2791"/>
                  </a:lnTo>
                  <a:lnTo>
                    <a:pt x="2286" y="2711"/>
                  </a:lnTo>
                  <a:lnTo>
                    <a:pt x="2260" y="2658"/>
                  </a:lnTo>
                  <a:lnTo>
                    <a:pt x="2180" y="2605"/>
                  </a:lnTo>
                  <a:lnTo>
                    <a:pt x="2100" y="2578"/>
                  </a:lnTo>
                  <a:lnTo>
                    <a:pt x="2021" y="2605"/>
                  </a:lnTo>
                  <a:lnTo>
                    <a:pt x="1967" y="2658"/>
                  </a:lnTo>
                  <a:lnTo>
                    <a:pt x="1914" y="2711"/>
                  </a:lnTo>
                  <a:lnTo>
                    <a:pt x="1914" y="2791"/>
                  </a:lnTo>
                  <a:lnTo>
                    <a:pt x="1914" y="7682"/>
                  </a:lnTo>
                  <a:lnTo>
                    <a:pt x="1090" y="7682"/>
                  </a:lnTo>
                  <a:lnTo>
                    <a:pt x="399" y="2073"/>
                  </a:lnTo>
                  <a:lnTo>
                    <a:pt x="2632" y="452"/>
                  </a:lnTo>
                  <a:close/>
                  <a:moveTo>
                    <a:pt x="7098" y="452"/>
                  </a:moveTo>
                  <a:lnTo>
                    <a:pt x="9330" y="2073"/>
                  </a:lnTo>
                  <a:lnTo>
                    <a:pt x="8639" y="7682"/>
                  </a:lnTo>
                  <a:lnTo>
                    <a:pt x="7815" y="7682"/>
                  </a:lnTo>
                  <a:lnTo>
                    <a:pt x="7815" y="2791"/>
                  </a:lnTo>
                  <a:lnTo>
                    <a:pt x="7815" y="2711"/>
                  </a:lnTo>
                  <a:lnTo>
                    <a:pt x="7762" y="2658"/>
                  </a:lnTo>
                  <a:lnTo>
                    <a:pt x="7709" y="2605"/>
                  </a:lnTo>
                  <a:lnTo>
                    <a:pt x="7629" y="2578"/>
                  </a:lnTo>
                  <a:lnTo>
                    <a:pt x="7549" y="2605"/>
                  </a:lnTo>
                  <a:lnTo>
                    <a:pt x="7470" y="2658"/>
                  </a:lnTo>
                  <a:lnTo>
                    <a:pt x="7443" y="2711"/>
                  </a:lnTo>
                  <a:lnTo>
                    <a:pt x="7417" y="2791"/>
                  </a:lnTo>
                  <a:lnTo>
                    <a:pt x="7417" y="8054"/>
                  </a:lnTo>
                  <a:lnTo>
                    <a:pt x="5051" y="8054"/>
                  </a:lnTo>
                  <a:lnTo>
                    <a:pt x="5051" y="1940"/>
                  </a:lnTo>
                  <a:lnTo>
                    <a:pt x="7098" y="452"/>
                  </a:lnTo>
                  <a:close/>
                  <a:moveTo>
                    <a:pt x="7417" y="8453"/>
                  </a:moveTo>
                  <a:lnTo>
                    <a:pt x="7417" y="8798"/>
                  </a:lnTo>
                  <a:lnTo>
                    <a:pt x="2313" y="8798"/>
                  </a:lnTo>
                  <a:lnTo>
                    <a:pt x="2313" y="8453"/>
                  </a:lnTo>
                  <a:close/>
                  <a:moveTo>
                    <a:pt x="2632" y="0"/>
                  </a:moveTo>
                  <a:lnTo>
                    <a:pt x="2526" y="27"/>
                  </a:lnTo>
                  <a:lnTo>
                    <a:pt x="2499" y="27"/>
                  </a:lnTo>
                  <a:lnTo>
                    <a:pt x="80" y="1834"/>
                  </a:lnTo>
                  <a:lnTo>
                    <a:pt x="0" y="1914"/>
                  </a:lnTo>
                  <a:lnTo>
                    <a:pt x="0" y="2020"/>
                  </a:lnTo>
                  <a:lnTo>
                    <a:pt x="718" y="7921"/>
                  </a:lnTo>
                  <a:lnTo>
                    <a:pt x="718" y="8001"/>
                  </a:lnTo>
                  <a:lnTo>
                    <a:pt x="771" y="8054"/>
                  </a:lnTo>
                  <a:lnTo>
                    <a:pt x="824" y="8081"/>
                  </a:lnTo>
                  <a:lnTo>
                    <a:pt x="904" y="8107"/>
                  </a:lnTo>
                  <a:lnTo>
                    <a:pt x="1914" y="8107"/>
                  </a:lnTo>
                  <a:lnTo>
                    <a:pt x="1914" y="9011"/>
                  </a:lnTo>
                  <a:lnTo>
                    <a:pt x="1914" y="9091"/>
                  </a:lnTo>
                  <a:lnTo>
                    <a:pt x="1967" y="9144"/>
                  </a:lnTo>
                  <a:lnTo>
                    <a:pt x="2021" y="9197"/>
                  </a:lnTo>
                  <a:lnTo>
                    <a:pt x="7709" y="9197"/>
                  </a:lnTo>
                  <a:lnTo>
                    <a:pt x="7762" y="9144"/>
                  </a:lnTo>
                  <a:lnTo>
                    <a:pt x="7815" y="9091"/>
                  </a:lnTo>
                  <a:lnTo>
                    <a:pt x="7815" y="9011"/>
                  </a:lnTo>
                  <a:lnTo>
                    <a:pt x="7815" y="8107"/>
                  </a:lnTo>
                  <a:lnTo>
                    <a:pt x="8825" y="8107"/>
                  </a:lnTo>
                  <a:lnTo>
                    <a:pt x="8905" y="8081"/>
                  </a:lnTo>
                  <a:lnTo>
                    <a:pt x="8958" y="8054"/>
                  </a:lnTo>
                  <a:lnTo>
                    <a:pt x="9011" y="8001"/>
                  </a:lnTo>
                  <a:lnTo>
                    <a:pt x="9011" y="7921"/>
                  </a:lnTo>
                  <a:lnTo>
                    <a:pt x="9729" y="2020"/>
                  </a:lnTo>
                  <a:lnTo>
                    <a:pt x="9729" y="1914"/>
                  </a:lnTo>
                  <a:lnTo>
                    <a:pt x="9649" y="1834"/>
                  </a:lnTo>
                  <a:lnTo>
                    <a:pt x="7230" y="27"/>
                  </a:lnTo>
                  <a:lnTo>
                    <a:pt x="7204" y="27"/>
                  </a:lnTo>
                  <a:lnTo>
                    <a:pt x="709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 name="Google Shape;1519;p87"/>
            <p:cNvSpPr/>
            <p:nvPr/>
          </p:nvSpPr>
          <p:spPr>
            <a:xfrm>
              <a:off x="4204050" y="3570200"/>
              <a:ext cx="45225" cy="9975"/>
            </a:xfrm>
            <a:custGeom>
              <a:rect b="b" l="l" r="r" t="t"/>
              <a:pathLst>
                <a:path extrusionOk="0" h="399" w="1809">
                  <a:moveTo>
                    <a:pt x="134" y="0"/>
                  </a:moveTo>
                  <a:lnTo>
                    <a:pt x="54" y="53"/>
                  </a:lnTo>
                  <a:lnTo>
                    <a:pt x="27" y="106"/>
                  </a:lnTo>
                  <a:lnTo>
                    <a:pt x="1" y="186"/>
                  </a:lnTo>
                  <a:lnTo>
                    <a:pt x="27" y="266"/>
                  </a:lnTo>
                  <a:lnTo>
                    <a:pt x="54" y="319"/>
                  </a:lnTo>
                  <a:lnTo>
                    <a:pt x="134" y="372"/>
                  </a:lnTo>
                  <a:lnTo>
                    <a:pt x="213" y="399"/>
                  </a:lnTo>
                  <a:lnTo>
                    <a:pt x="1596" y="399"/>
                  </a:lnTo>
                  <a:lnTo>
                    <a:pt x="1675" y="372"/>
                  </a:lnTo>
                  <a:lnTo>
                    <a:pt x="1729" y="319"/>
                  </a:lnTo>
                  <a:lnTo>
                    <a:pt x="1782" y="266"/>
                  </a:lnTo>
                  <a:lnTo>
                    <a:pt x="1808" y="186"/>
                  </a:lnTo>
                  <a:lnTo>
                    <a:pt x="1782" y="106"/>
                  </a:lnTo>
                  <a:lnTo>
                    <a:pt x="1729" y="53"/>
                  </a:lnTo>
                  <a:lnTo>
                    <a:pt x="167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0" name="Google Shape;1520;p87"/>
          <p:cNvGrpSpPr/>
          <p:nvPr/>
        </p:nvGrpSpPr>
        <p:grpSpPr>
          <a:xfrm>
            <a:off x="5624954" y="3463268"/>
            <a:ext cx="264472" cy="291243"/>
            <a:chOff x="4828725" y="3466525"/>
            <a:chExt cx="255875" cy="281775"/>
          </a:xfrm>
        </p:grpSpPr>
        <p:sp>
          <p:nvSpPr>
            <p:cNvPr id="1521" name="Google Shape;1521;p87"/>
            <p:cNvSpPr/>
            <p:nvPr/>
          </p:nvSpPr>
          <p:spPr>
            <a:xfrm>
              <a:off x="4828725" y="3466525"/>
              <a:ext cx="255875" cy="231275"/>
            </a:xfrm>
            <a:custGeom>
              <a:rect b="b" l="l" r="r" t="t"/>
              <a:pathLst>
                <a:path extrusionOk="0" h="9251" w="10235">
                  <a:moveTo>
                    <a:pt x="8347" y="1569"/>
                  </a:moveTo>
                  <a:lnTo>
                    <a:pt x="8347" y="2153"/>
                  </a:lnTo>
                  <a:lnTo>
                    <a:pt x="5423" y="2153"/>
                  </a:lnTo>
                  <a:lnTo>
                    <a:pt x="5184" y="2180"/>
                  </a:lnTo>
                  <a:lnTo>
                    <a:pt x="4944" y="2233"/>
                  </a:lnTo>
                  <a:lnTo>
                    <a:pt x="4758" y="2339"/>
                  </a:lnTo>
                  <a:lnTo>
                    <a:pt x="4572" y="2499"/>
                  </a:lnTo>
                  <a:lnTo>
                    <a:pt x="4413" y="2685"/>
                  </a:lnTo>
                  <a:lnTo>
                    <a:pt x="4280" y="2871"/>
                  </a:lnTo>
                  <a:lnTo>
                    <a:pt x="4200" y="3110"/>
                  </a:lnTo>
                  <a:lnTo>
                    <a:pt x="4147" y="3350"/>
                  </a:lnTo>
                  <a:lnTo>
                    <a:pt x="3509" y="3350"/>
                  </a:lnTo>
                  <a:lnTo>
                    <a:pt x="3536" y="3164"/>
                  </a:lnTo>
                  <a:lnTo>
                    <a:pt x="3562" y="2977"/>
                  </a:lnTo>
                  <a:lnTo>
                    <a:pt x="3615" y="2818"/>
                  </a:lnTo>
                  <a:lnTo>
                    <a:pt x="3695" y="2632"/>
                  </a:lnTo>
                  <a:lnTo>
                    <a:pt x="3775" y="2472"/>
                  </a:lnTo>
                  <a:lnTo>
                    <a:pt x="3881" y="2339"/>
                  </a:lnTo>
                  <a:lnTo>
                    <a:pt x="3987" y="2207"/>
                  </a:lnTo>
                  <a:lnTo>
                    <a:pt x="4120" y="2074"/>
                  </a:lnTo>
                  <a:lnTo>
                    <a:pt x="4253" y="1967"/>
                  </a:lnTo>
                  <a:lnTo>
                    <a:pt x="4413" y="1861"/>
                  </a:lnTo>
                  <a:lnTo>
                    <a:pt x="4546" y="1781"/>
                  </a:lnTo>
                  <a:lnTo>
                    <a:pt x="4705" y="1702"/>
                  </a:lnTo>
                  <a:lnTo>
                    <a:pt x="4891" y="1648"/>
                  </a:lnTo>
                  <a:lnTo>
                    <a:pt x="5077" y="1595"/>
                  </a:lnTo>
                  <a:lnTo>
                    <a:pt x="5237" y="1569"/>
                  </a:lnTo>
                  <a:close/>
                  <a:moveTo>
                    <a:pt x="9809" y="399"/>
                  </a:moveTo>
                  <a:lnTo>
                    <a:pt x="9809" y="3376"/>
                  </a:lnTo>
                  <a:lnTo>
                    <a:pt x="9011" y="3376"/>
                  </a:lnTo>
                  <a:lnTo>
                    <a:pt x="8905" y="3350"/>
                  </a:lnTo>
                  <a:lnTo>
                    <a:pt x="8825" y="3296"/>
                  </a:lnTo>
                  <a:lnTo>
                    <a:pt x="8772" y="3217"/>
                  </a:lnTo>
                  <a:lnTo>
                    <a:pt x="8746" y="3110"/>
                  </a:lnTo>
                  <a:lnTo>
                    <a:pt x="8746" y="665"/>
                  </a:lnTo>
                  <a:lnTo>
                    <a:pt x="8772" y="559"/>
                  </a:lnTo>
                  <a:lnTo>
                    <a:pt x="8825" y="479"/>
                  </a:lnTo>
                  <a:lnTo>
                    <a:pt x="8905" y="426"/>
                  </a:lnTo>
                  <a:lnTo>
                    <a:pt x="9011" y="399"/>
                  </a:lnTo>
                  <a:close/>
                  <a:moveTo>
                    <a:pt x="5263" y="3748"/>
                  </a:moveTo>
                  <a:lnTo>
                    <a:pt x="5263" y="4147"/>
                  </a:lnTo>
                  <a:lnTo>
                    <a:pt x="2526" y="4147"/>
                  </a:lnTo>
                  <a:lnTo>
                    <a:pt x="2526" y="3748"/>
                  </a:lnTo>
                  <a:close/>
                  <a:moveTo>
                    <a:pt x="5742" y="4546"/>
                  </a:moveTo>
                  <a:lnTo>
                    <a:pt x="7257" y="7417"/>
                  </a:lnTo>
                  <a:lnTo>
                    <a:pt x="532" y="7417"/>
                  </a:lnTo>
                  <a:lnTo>
                    <a:pt x="2047" y="4546"/>
                  </a:lnTo>
                  <a:close/>
                  <a:moveTo>
                    <a:pt x="5024" y="7815"/>
                  </a:moveTo>
                  <a:lnTo>
                    <a:pt x="4998" y="7975"/>
                  </a:lnTo>
                  <a:lnTo>
                    <a:pt x="4944" y="8161"/>
                  </a:lnTo>
                  <a:lnTo>
                    <a:pt x="4838" y="8320"/>
                  </a:lnTo>
                  <a:lnTo>
                    <a:pt x="4732" y="8480"/>
                  </a:lnTo>
                  <a:lnTo>
                    <a:pt x="4599" y="8613"/>
                  </a:lnTo>
                  <a:lnTo>
                    <a:pt x="4439" y="8719"/>
                  </a:lnTo>
                  <a:lnTo>
                    <a:pt x="4280" y="8799"/>
                  </a:lnTo>
                  <a:lnTo>
                    <a:pt x="4094" y="8852"/>
                  </a:lnTo>
                  <a:lnTo>
                    <a:pt x="3695" y="8852"/>
                  </a:lnTo>
                  <a:lnTo>
                    <a:pt x="3509" y="8799"/>
                  </a:lnTo>
                  <a:lnTo>
                    <a:pt x="3323" y="8719"/>
                  </a:lnTo>
                  <a:lnTo>
                    <a:pt x="3190" y="8613"/>
                  </a:lnTo>
                  <a:lnTo>
                    <a:pt x="3031" y="8480"/>
                  </a:lnTo>
                  <a:lnTo>
                    <a:pt x="2924" y="8320"/>
                  </a:lnTo>
                  <a:lnTo>
                    <a:pt x="2844" y="8161"/>
                  </a:lnTo>
                  <a:lnTo>
                    <a:pt x="2791" y="7975"/>
                  </a:lnTo>
                  <a:lnTo>
                    <a:pt x="2765" y="7815"/>
                  </a:lnTo>
                  <a:close/>
                  <a:moveTo>
                    <a:pt x="8878" y="0"/>
                  </a:moveTo>
                  <a:lnTo>
                    <a:pt x="8746" y="53"/>
                  </a:lnTo>
                  <a:lnTo>
                    <a:pt x="8639" y="107"/>
                  </a:lnTo>
                  <a:lnTo>
                    <a:pt x="8533" y="186"/>
                  </a:lnTo>
                  <a:lnTo>
                    <a:pt x="8453" y="293"/>
                  </a:lnTo>
                  <a:lnTo>
                    <a:pt x="8400" y="399"/>
                  </a:lnTo>
                  <a:lnTo>
                    <a:pt x="8347" y="532"/>
                  </a:lnTo>
                  <a:lnTo>
                    <a:pt x="8347" y="665"/>
                  </a:lnTo>
                  <a:lnTo>
                    <a:pt x="8347" y="1143"/>
                  </a:lnTo>
                  <a:lnTo>
                    <a:pt x="5423" y="1143"/>
                  </a:lnTo>
                  <a:lnTo>
                    <a:pt x="5210" y="1170"/>
                  </a:lnTo>
                  <a:lnTo>
                    <a:pt x="4971" y="1196"/>
                  </a:lnTo>
                  <a:lnTo>
                    <a:pt x="4758" y="1250"/>
                  </a:lnTo>
                  <a:lnTo>
                    <a:pt x="4572" y="1329"/>
                  </a:lnTo>
                  <a:lnTo>
                    <a:pt x="4360" y="1409"/>
                  </a:lnTo>
                  <a:lnTo>
                    <a:pt x="4174" y="1515"/>
                  </a:lnTo>
                  <a:lnTo>
                    <a:pt x="3987" y="1648"/>
                  </a:lnTo>
                  <a:lnTo>
                    <a:pt x="3828" y="1781"/>
                  </a:lnTo>
                  <a:lnTo>
                    <a:pt x="3695" y="1941"/>
                  </a:lnTo>
                  <a:lnTo>
                    <a:pt x="3562" y="2100"/>
                  </a:lnTo>
                  <a:lnTo>
                    <a:pt x="3429" y="2286"/>
                  </a:lnTo>
                  <a:lnTo>
                    <a:pt x="3323" y="2472"/>
                  </a:lnTo>
                  <a:lnTo>
                    <a:pt x="3243" y="2685"/>
                  </a:lnTo>
                  <a:lnTo>
                    <a:pt x="3190" y="2898"/>
                  </a:lnTo>
                  <a:lnTo>
                    <a:pt x="3137" y="3110"/>
                  </a:lnTo>
                  <a:lnTo>
                    <a:pt x="3110" y="3350"/>
                  </a:lnTo>
                  <a:lnTo>
                    <a:pt x="2233" y="3350"/>
                  </a:lnTo>
                  <a:lnTo>
                    <a:pt x="2180" y="3403"/>
                  </a:lnTo>
                  <a:lnTo>
                    <a:pt x="2127" y="3456"/>
                  </a:lnTo>
                  <a:lnTo>
                    <a:pt x="2127" y="3536"/>
                  </a:lnTo>
                  <a:lnTo>
                    <a:pt x="2127" y="4147"/>
                  </a:lnTo>
                  <a:lnTo>
                    <a:pt x="1914" y="4147"/>
                  </a:lnTo>
                  <a:lnTo>
                    <a:pt x="1808" y="4174"/>
                  </a:lnTo>
                  <a:lnTo>
                    <a:pt x="1728" y="4253"/>
                  </a:lnTo>
                  <a:lnTo>
                    <a:pt x="27" y="7523"/>
                  </a:lnTo>
                  <a:lnTo>
                    <a:pt x="0" y="7629"/>
                  </a:lnTo>
                  <a:lnTo>
                    <a:pt x="27" y="7709"/>
                  </a:lnTo>
                  <a:lnTo>
                    <a:pt x="107" y="7789"/>
                  </a:lnTo>
                  <a:lnTo>
                    <a:pt x="186" y="7815"/>
                  </a:lnTo>
                  <a:lnTo>
                    <a:pt x="2366" y="7815"/>
                  </a:lnTo>
                  <a:lnTo>
                    <a:pt x="2393" y="8054"/>
                  </a:lnTo>
                  <a:lnTo>
                    <a:pt x="2472" y="8320"/>
                  </a:lnTo>
                  <a:lnTo>
                    <a:pt x="2579" y="8533"/>
                  </a:lnTo>
                  <a:lnTo>
                    <a:pt x="2738" y="8746"/>
                  </a:lnTo>
                  <a:lnTo>
                    <a:pt x="2924" y="8932"/>
                  </a:lnTo>
                  <a:lnTo>
                    <a:pt x="3137" y="9065"/>
                  </a:lnTo>
                  <a:lnTo>
                    <a:pt x="3376" y="9171"/>
                  </a:lnTo>
                  <a:lnTo>
                    <a:pt x="3615" y="9251"/>
                  </a:lnTo>
                  <a:lnTo>
                    <a:pt x="4147" y="9251"/>
                  </a:lnTo>
                  <a:lnTo>
                    <a:pt x="4413" y="9171"/>
                  </a:lnTo>
                  <a:lnTo>
                    <a:pt x="4625" y="9065"/>
                  </a:lnTo>
                  <a:lnTo>
                    <a:pt x="4838" y="8932"/>
                  </a:lnTo>
                  <a:lnTo>
                    <a:pt x="5024" y="8746"/>
                  </a:lnTo>
                  <a:lnTo>
                    <a:pt x="5184" y="8533"/>
                  </a:lnTo>
                  <a:lnTo>
                    <a:pt x="5290" y="8320"/>
                  </a:lnTo>
                  <a:lnTo>
                    <a:pt x="5370" y="8054"/>
                  </a:lnTo>
                  <a:lnTo>
                    <a:pt x="5423" y="7815"/>
                  </a:lnTo>
                  <a:lnTo>
                    <a:pt x="7576" y="7815"/>
                  </a:lnTo>
                  <a:lnTo>
                    <a:pt x="7682" y="7789"/>
                  </a:lnTo>
                  <a:lnTo>
                    <a:pt x="7762" y="7709"/>
                  </a:lnTo>
                  <a:lnTo>
                    <a:pt x="7789" y="7629"/>
                  </a:lnTo>
                  <a:lnTo>
                    <a:pt x="7762" y="7523"/>
                  </a:lnTo>
                  <a:lnTo>
                    <a:pt x="6034" y="4253"/>
                  </a:lnTo>
                  <a:lnTo>
                    <a:pt x="5955" y="4174"/>
                  </a:lnTo>
                  <a:lnTo>
                    <a:pt x="5848" y="4147"/>
                  </a:lnTo>
                  <a:lnTo>
                    <a:pt x="5662" y="4147"/>
                  </a:lnTo>
                  <a:lnTo>
                    <a:pt x="5662" y="3536"/>
                  </a:lnTo>
                  <a:lnTo>
                    <a:pt x="5636" y="3456"/>
                  </a:lnTo>
                  <a:lnTo>
                    <a:pt x="5582" y="3403"/>
                  </a:lnTo>
                  <a:lnTo>
                    <a:pt x="5529" y="3350"/>
                  </a:lnTo>
                  <a:lnTo>
                    <a:pt x="4572" y="3350"/>
                  </a:lnTo>
                  <a:lnTo>
                    <a:pt x="4599" y="3190"/>
                  </a:lnTo>
                  <a:lnTo>
                    <a:pt x="4652" y="3031"/>
                  </a:lnTo>
                  <a:lnTo>
                    <a:pt x="4732" y="2898"/>
                  </a:lnTo>
                  <a:lnTo>
                    <a:pt x="4838" y="2791"/>
                  </a:lnTo>
                  <a:lnTo>
                    <a:pt x="4971" y="2685"/>
                  </a:lnTo>
                  <a:lnTo>
                    <a:pt x="5104" y="2605"/>
                  </a:lnTo>
                  <a:lnTo>
                    <a:pt x="5263" y="2552"/>
                  </a:lnTo>
                  <a:lnTo>
                    <a:pt x="8347" y="2552"/>
                  </a:lnTo>
                  <a:lnTo>
                    <a:pt x="8347" y="3110"/>
                  </a:lnTo>
                  <a:lnTo>
                    <a:pt x="8347" y="3243"/>
                  </a:lnTo>
                  <a:lnTo>
                    <a:pt x="8400" y="3376"/>
                  </a:lnTo>
                  <a:lnTo>
                    <a:pt x="8453" y="3482"/>
                  </a:lnTo>
                  <a:lnTo>
                    <a:pt x="8533" y="3589"/>
                  </a:lnTo>
                  <a:lnTo>
                    <a:pt x="8639" y="3669"/>
                  </a:lnTo>
                  <a:lnTo>
                    <a:pt x="8746" y="3722"/>
                  </a:lnTo>
                  <a:lnTo>
                    <a:pt x="8878" y="3748"/>
                  </a:lnTo>
                  <a:lnTo>
                    <a:pt x="9011" y="3775"/>
                  </a:lnTo>
                  <a:lnTo>
                    <a:pt x="10021" y="3775"/>
                  </a:lnTo>
                  <a:lnTo>
                    <a:pt x="10101" y="3748"/>
                  </a:lnTo>
                  <a:lnTo>
                    <a:pt x="10154" y="3722"/>
                  </a:lnTo>
                  <a:lnTo>
                    <a:pt x="10208" y="3642"/>
                  </a:lnTo>
                  <a:lnTo>
                    <a:pt x="10234" y="3562"/>
                  </a:lnTo>
                  <a:lnTo>
                    <a:pt x="10234" y="186"/>
                  </a:lnTo>
                  <a:lnTo>
                    <a:pt x="10208" y="107"/>
                  </a:lnTo>
                  <a:lnTo>
                    <a:pt x="10154" y="53"/>
                  </a:lnTo>
                  <a:lnTo>
                    <a:pt x="1010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 name="Google Shape;1522;p87"/>
            <p:cNvSpPr/>
            <p:nvPr/>
          </p:nvSpPr>
          <p:spPr>
            <a:xfrm>
              <a:off x="4834025" y="3669875"/>
              <a:ext cx="40575" cy="9975"/>
            </a:xfrm>
            <a:custGeom>
              <a:rect b="b" l="l" r="r" t="t"/>
              <a:pathLst>
                <a:path extrusionOk="0" h="399" w="1623">
                  <a:moveTo>
                    <a:pt x="214" y="0"/>
                  </a:moveTo>
                  <a:lnTo>
                    <a:pt x="134" y="27"/>
                  </a:lnTo>
                  <a:lnTo>
                    <a:pt x="54" y="53"/>
                  </a:lnTo>
                  <a:lnTo>
                    <a:pt x="28" y="133"/>
                  </a:lnTo>
                  <a:lnTo>
                    <a:pt x="1" y="213"/>
                  </a:lnTo>
                  <a:lnTo>
                    <a:pt x="28" y="293"/>
                  </a:lnTo>
                  <a:lnTo>
                    <a:pt x="54" y="346"/>
                  </a:lnTo>
                  <a:lnTo>
                    <a:pt x="134" y="399"/>
                  </a:lnTo>
                  <a:lnTo>
                    <a:pt x="1516" y="399"/>
                  </a:lnTo>
                  <a:lnTo>
                    <a:pt x="1569" y="346"/>
                  </a:lnTo>
                  <a:lnTo>
                    <a:pt x="1622" y="293"/>
                  </a:lnTo>
                  <a:lnTo>
                    <a:pt x="1622" y="213"/>
                  </a:lnTo>
                  <a:lnTo>
                    <a:pt x="1622" y="133"/>
                  </a:lnTo>
                  <a:lnTo>
                    <a:pt x="1569" y="53"/>
                  </a:lnTo>
                  <a:lnTo>
                    <a:pt x="1516" y="27"/>
                  </a:lnTo>
                  <a:lnTo>
                    <a:pt x="143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3" name="Google Shape;1523;p87"/>
            <p:cNvSpPr/>
            <p:nvPr/>
          </p:nvSpPr>
          <p:spPr>
            <a:xfrm>
              <a:off x="4866600" y="3702425"/>
              <a:ext cx="29925" cy="28600"/>
            </a:xfrm>
            <a:custGeom>
              <a:rect b="b" l="l" r="r" t="t"/>
              <a:pathLst>
                <a:path extrusionOk="0" h="1144" w="1197">
                  <a:moveTo>
                    <a:pt x="957" y="1"/>
                  </a:moveTo>
                  <a:lnTo>
                    <a:pt x="878" y="27"/>
                  </a:lnTo>
                  <a:lnTo>
                    <a:pt x="80" y="798"/>
                  </a:lnTo>
                  <a:lnTo>
                    <a:pt x="0" y="878"/>
                  </a:lnTo>
                  <a:lnTo>
                    <a:pt x="0" y="984"/>
                  </a:lnTo>
                  <a:lnTo>
                    <a:pt x="54" y="1091"/>
                  </a:lnTo>
                  <a:lnTo>
                    <a:pt x="160" y="1144"/>
                  </a:lnTo>
                  <a:lnTo>
                    <a:pt x="240" y="1144"/>
                  </a:lnTo>
                  <a:lnTo>
                    <a:pt x="346" y="1091"/>
                  </a:lnTo>
                  <a:lnTo>
                    <a:pt x="1143" y="320"/>
                  </a:lnTo>
                  <a:lnTo>
                    <a:pt x="1197" y="240"/>
                  </a:lnTo>
                  <a:lnTo>
                    <a:pt x="1197" y="134"/>
                  </a:lnTo>
                  <a:lnTo>
                    <a:pt x="1170" y="54"/>
                  </a:lnTo>
                  <a:lnTo>
                    <a:pt x="106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4" name="Google Shape;1524;p87"/>
            <p:cNvSpPr/>
            <p:nvPr/>
          </p:nvSpPr>
          <p:spPr>
            <a:xfrm>
              <a:off x="4976900" y="3669875"/>
              <a:ext cx="40575" cy="9975"/>
            </a:xfrm>
            <a:custGeom>
              <a:rect b="b" l="l" r="r" t="t"/>
              <a:pathLst>
                <a:path extrusionOk="0" h="399" w="1623">
                  <a:moveTo>
                    <a:pt x="214" y="0"/>
                  </a:moveTo>
                  <a:lnTo>
                    <a:pt x="134" y="27"/>
                  </a:lnTo>
                  <a:lnTo>
                    <a:pt x="54" y="53"/>
                  </a:lnTo>
                  <a:lnTo>
                    <a:pt x="28" y="133"/>
                  </a:lnTo>
                  <a:lnTo>
                    <a:pt x="1" y="213"/>
                  </a:lnTo>
                  <a:lnTo>
                    <a:pt x="28" y="293"/>
                  </a:lnTo>
                  <a:lnTo>
                    <a:pt x="54" y="346"/>
                  </a:lnTo>
                  <a:lnTo>
                    <a:pt x="134" y="399"/>
                  </a:lnTo>
                  <a:lnTo>
                    <a:pt x="1516" y="399"/>
                  </a:lnTo>
                  <a:lnTo>
                    <a:pt x="1569" y="346"/>
                  </a:lnTo>
                  <a:lnTo>
                    <a:pt x="1622" y="293"/>
                  </a:lnTo>
                  <a:lnTo>
                    <a:pt x="1622" y="213"/>
                  </a:lnTo>
                  <a:lnTo>
                    <a:pt x="1622" y="133"/>
                  </a:lnTo>
                  <a:lnTo>
                    <a:pt x="1569" y="53"/>
                  </a:lnTo>
                  <a:lnTo>
                    <a:pt x="1516" y="27"/>
                  </a:lnTo>
                  <a:lnTo>
                    <a:pt x="143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5" name="Google Shape;1525;p87"/>
            <p:cNvSpPr/>
            <p:nvPr/>
          </p:nvSpPr>
          <p:spPr>
            <a:xfrm>
              <a:off x="4954975" y="3702425"/>
              <a:ext cx="29925" cy="28600"/>
            </a:xfrm>
            <a:custGeom>
              <a:rect b="b" l="l" r="r" t="t"/>
              <a:pathLst>
                <a:path extrusionOk="0" h="1144" w="1197">
                  <a:moveTo>
                    <a:pt x="134" y="1"/>
                  </a:moveTo>
                  <a:lnTo>
                    <a:pt x="54" y="54"/>
                  </a:lnTo>
                  <a:lnTo>
                    <a:pt x="1" y="134"/>
                  </a:lnTo>
                  <a:lnTo>
                    <a:pt x="1" y="240"/>
                  </a:lnTo>
                  <a:lnTo>
                    <a:pt x="54" y="320"/>
                  </a:lnTo>
                  <a:lnTo>
                    <a:pt x="878" y="1091"/>
                  </a:lnTo>
                  <a:lnTo>
                    <a:pt x="958" y="1144"/>
                  </a:lnTo>
                  <a:lnTo>
                    <a:pt x="1064" y="1144"/>
                  </a:lnTo>
                  <a:lnTo>
                    <a:pt x="1144" y="1091"/>
                  </a:lnTo>
                  <a:lnTo>
                    <a:pt x="1197" y="984"/>
                  </a:lnTo>
                  <a:lnTo>
                    <a:pt x="1197" y="878"/>
                  </a:lnTo>
                  <a:lnTo>
                    <a:pt x="1144" y="798"/>
                  </a:lnTo>
                  <a:lnTo>
                    <a:pt x="346" y="27"/>
                  </a:lnTo>
                  <a:lnTo>
                    <a:pt x="24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87"/>
            <p:cNvSpPr/>
            <p:nvPr/>
          </p:nvSpPr>
          <p:spPr>
            <a:xfrm>
              <a:off x="4921100" y="3712400"/>
              <a:ext cx="9975" cy="35900"/>
            </a:xfrm>
            <a:custGeom>
              <a:rect b="b" l="l" r="r" t="t"/>
              <a:pathLst>
                <a:path extrusionOk="0" h="1436" w="399">
                  <a:moveTo>
                    <a:pt x="186" y="0"/>
                  </a:moveTo>
                  <a:lnTo>
                    <a:pt x="106" y="27"/>
                  </a:lnTo>
                  <a:lnTo>
                    <a:pt x="53" y="54"/>
                  </a:lnTo>
                  <a:lnTo>
                    <a:pt x="0" y="133"/>
                  </a:lnTo>
                  <a:lnTo>
                    <a:pt x="0" y="213"/>
                  </a:lnTo>
                  <a:lnTo>
                    <a:pt x="0" y="1223"/>
                  </a:lnTo>
                  <a:lnTo>
                    <a:pt x="0" y="1250"/>
                  </a:lnTo>
                  <a:lnTo>
                    <a:pt x="0" y="1330"/>
                  </a:lnTo>
                  <a:lnTo>
                    <a:pt x="53" y="1383"/>
                  </a:lnTo>
                  <a:lnTo>
                    <a:pt x="106" y="1436"/>
                  </a:lnTo>
                  <a:lnTo>
                    <a:pt x="213" y="1436"/>
                  </a:lnTo>
                  <a:lnTo>
                    <a:pt x="292" y="1409"/>
                  </a:lnTo>
                  <a:lnTo>
                    <a:pt x="346" y="1383"/>
                  </a:lnTo>
                  <a:lnTo>
                    <a:pt x="372" y="1303"/>
                  </a:lnTo>
                  <a:lnTo>
                    <a:pt x="399" y="1250"/>
                  </a:lnTo>
                  <a:lnTo>
                    <a:pt x="399" y="213"/>
                  </a:lnTo>
                  <a:lnTo>
                    <a:pt x="372" y="133"/>
                  </a:lnTo>
                  <a:lnTo>
                    <a:pt x="346" y="54"/>
                  </a:lnTo>
                  <a:lnTo>
                    <a:pt x="266" y="27"/>
                  </a:lnTo>
                  <a:lnTo>
                    <a:pt x="18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7" name="Google Shape;1527;p87"/>
          <p:cNvGrpSpPr/>
          <p:nvPr/>
        </p:nvGrpSpPr>
        <p:grpSpPr>
          <a:xfrm>
            <a:off x="6405219" y="3482492"/>
            <a:ext cx="285093" cy="252793"/>
            <a:chOff x="5583625" y="3485125"/>
            <a:chExt cx="275825" cy="244575"/>
          </a:xfrm>
        </p:grpSpPr>
        <p:sp>
          <p:nvSpPr>
            <p:cNvPr id="1528" name="Google Shape;1528;p87"/>
            <p:cNvSpPr/>
            <p:nvPr/>
          </p:nvSpPr>
          <p:spPr>
            <a:xfrm>
              <a:off x="5583625" y="3485125"/>
              <a:ext cx="275825" cy="244575"/>
            </a:xfrm>
            <a:custGeom>
              <a:rect b="b" l="l" r="r" t="t"/>
              <a:pathLst>
                <a:path extrusionOk="0" h="9783" w="11033">
                  <a:moveTo>
                    <a:pt x="8959" y="745"/>
                  </a:moveTo>
                  <a:lnTo>
                    <a:pt x="9012" y="771"/>
                  </a:lnTo>
                  <a:lnTo>
                    <a:pt x="9092" y="798"/>
                  </a:lnTo>
                  <a:lnTo>
                    <a:pt x="9118" y="851"/>
                  </a:lnTo>
                  <a:lnTo>
                    <a:pt x="9145" y="931"/>
                  </a:lnTo>
                  <a:lnTo>
                    <a:pt x="9118" y="1011"/>
                  </a:lnTo>
                  <a:lnTo>
                    <a:pt x="9092" y="1064"/>
                  </a:lnTo>
                  <a:lnTo>
                    <a:pt x="9012" y="1117"/>
                  </a:lnTo>
                  <a:lnTo>
                    <a:pt x="8959" y="1144"/>
                  </a:lnTo>
                  <a:lnTo>
                    <a:pt x="7975" y="1144"/>
                  </a:lnTo>
                  <a:lnTo>
                    <a:pt x="7922" y="1117"/>
                  </a:lnTo>
                  <a:lnTo>
                    <a:pt x="7842" y="1064"/>
                  </a:lnTo>
                  <a:lnTo>
                    <a:pt x="7816" y="1011"/>
                  </a:lnTo>
                  <a:lnTo>
                    <a:pt x="7789" y="931"/>
                  </a:lnTo>
                  <a:lnTo>
                    <a:pt x="7816" y="851"/>
                  </a:lnTo>
                  <a:lnTo>
                    <a:pt x="7842" y="798"/>
                  </a:lnTo>
                  <a:lnTo>
                    <a:pt x="7922" y="771"/>
                  </a:lnTo>
                  <a:lnTo>
                    <a:pt x="7975" y="745"/>
                  </a:lnTo>
                  <a:close/>
                  <a:moveTo>
                    <a:pt x="3696" y="1542"/>
                  </a:moveTo>
                  <a:lnTo>
                    <a:pt x="3696" y="2233"/>
                  </a:lnTo>
                  <a:lnTo>
                    <a:pt x="1383" y="2233"/>
                  </a:lnTo>
                  <a:lnTo>
                    <a:pt x="1383" y="1994"/>
                  </a:lnTo>
                  <a:lnTo>
                    <a:pt x="1383" y="1914"/>
                  </a:lnTo>
                  <a:lnTo>
                    <a:pt x="1410" y="1808"/>
                  </a:lnTo>
                  <a:lnTo>
                    <a:pt x="1463" y="1728"/>
                  </a:lnTo>
                  <a:lnTo>
                    <a:pt x="1516" y="1675"/>
                  </a:lnTo>
                  <a:lnTo>
                    <a:pt x="1569" y="1622"/>
                  </a:lnTo>
                  <a:lnTo>
                    <a:pt x="1649" y="1569"/>
                  </a:lnTo>
                  <a:lnTo>
                    <a:pt x="1729" y="1542"/>
                  </a:lnTo>
                  <a:close/>
                  <a:moveTo>
                    <a:pt x="9278" y="1542"/>
                  </a:moveTo>
                  <a:lnTo>
                    <a:pt x="9384" y="1569"/>
                  </a:lnTo>
                  <a:lnTo>
                    <a:pt x="9437" y="1622"/>
                  </a:lnTo>
                  <a:lnTo>
                    <a:pt x="9517" y="1675"/>
                  </a:lnTo>
                  <a:lnTo>
                    <a:pt x="9570" y="1728"/>
                  </a:lnTo>
                  <a:lnTo>
                    <a:pt x="9623" y="1808"/>
                  </a:lnTo>
                  <a:lnTo>
                    <a:pt x="9650" y="1914"/>
                  </a:lnTo>
                  <a:lnTo>
                    <a:pt x="9650" y="1994"/>
                  </a:lnTo>
                  <a:lnTo>
                    <a:pt x="9650" y="2233"/>
                  </a:lnTo>
                  <a:lnTo>
                    <a:pt x="4812" y="2233"/>
                  </a:lnTo>
                  <a:lnTo>
                    <a:pt x="4812" y="1542"/>
                  </a:lnTo>
                  <a:close/>
                  <a:moveTo>
                    <a:pt x="3696" y="2632"/>
                  </a:moveTo>
                  <a:lnTo>
                    <a:pt x="3696" y="3084"/>
                  </a:lnTo>
                  <a:lnTo>
                    <a:pt x="1117" y="3084"/>
                  </a:lnTo>
                  <a:lnTo>
                    <a:pt x="1117" y="2632"/>
                  </a:lnTo>
                  <a:close/>
                  <a:moveTo>
                    <a:pt x="3696" y="3483"/>
                  </a:moveTo>
                  <a:lnTo>
                    <a:pt x="3696" y="3935"/>
                  </a:lnTo>
                  <a:lnTo>
                    <a:pt x="1117" y="3935"/>
                  </a:lnTo>
                  <a:lnTo>
                    <a:pt x="1117" y="3483"/>
                  </a:lnTo>
                  <a:close/>
                  <a:moveTo>
                    <a:pt x="9889" y="2632"/>
                  </a:moveTo>
                  <a:lnTo>
                    <a:pt x="9889" y="3935"/>
                  </a:lnTo>
                  <a:lnTo>
                    <a:pt x="4812" y="3935"/>
                  </a:lnTo>
                  <a:lnTo>
                    <a:pt x="4812" y="2632"/>
                  </a:lnTo>
                  <a:close/>
                  <a:moveTo>
                    <a:pt x="3696" y="4333"/>
                  </a:moveTo>
                  <a:lnTo>
                    <a:pt x="3696" y="5795"/>
                  </a:lnTo>
                  <a:lnTo>
                    <a:pt x="1117" y="5795"/>
                  </a:lnTo>
                  <a:lnTo>
                    <a:pt x="1117" y="4333"/>
                  </a:lnTo>
                  <a:close/>
                  <a:moveTo>
                    <a:pt x="9012" y="6194"/>
                  </a:moveTo>
                  <a:lnTo>
                    <a:pt x="9092" y="6247"/>
                  </a:lnTo>
                  <a:lnTo>
                    <a:pt x="9118" y="6300"/>
                  </a:lnTo>
                  <a:lnTo>
                    <a:pt x="9145" y="6380"/>
                  </a:lnTo>
                  <a:lnTo>
                    <a:pt x="9118" y="6460"/>
                  </a:lnTo>
                  <a:lnTo>
                    <a:pt x="9092" y="6513"/>
                  </a:lnTo>
                  <a:lnTo>
                    <a:pt x="9012" y="6566"/>
                  </a:lnTo>
                  <a:lnTo>
                    <a:pt x="7922" y="6566"/>
                  </a:lnTo>
                  <a:lnTo>
                    <a:pt x="7842" y="6513"/>
                  </a:lnTo>
                  <a:lnTo>
                    <a:pt x="7816" y="6460"/>
                  </a:lnTo>
                  <a:lnTo>
                    <a:pt x="7789" y="6380"/>
                  </a:lnTo>
                  <a:lnTo>
                    <a:pt x="7816" y="6300"/>
                  </a:lnTo>
                  <a:lnTo>
                    <a:pt x="7842" y="6247"/>
                  </a:lnTo>
                  <a:lnTo>
                    <a:pt x="7922" y="6194"/>
                  </a:lnTo>
                  <a:close/>
                  <a:moveTo>
                    <a:pt x="3696" y="6194"/>
                  </a:moveTo>
                  <a:lnTo>
                    <a:pt x="3696" y="6566"/>
                  </a:lnTo>
                  <a:lnTo>
                    <a:pt x="1835" y="6566"/>
                  </a:lnTo>
                  <a:lnTo>
                    <a:pt x="1622" y="6593"/>
                  </a:lnTo>
                  <a:lnTo>
                    <a:pt x="1436" y="6673"/>
                  </a:lnTo>
                  <a:lnTo>
                    <a:pt x="1277" y="6779"/>
                  </a:lnTo>
                  <a:lnTo>
                    <a:pt x="1117" y="6938"/>
                  </a:lnTo>
                  <a:lnTo>
                    <a:pt x="1117" y="6194"/>
                  </a:lnTo>
                  <a:close/>
                  <a:moveTo>
                    <a:pt x="9889" y="4333"/>
                  </a:moveTo>
                  <a:lnTo>
                    <a:pt x="9889" y="6938"/>
                  </a:lnTo>
                  <a:lnTo>
                    <a:pt x="9809" y="6832"/>
                  </a:lnTo>
                  <a:lnTo>
                    <a:pt x="9730" y="6752"/>
                  </a:lnTo>
                  <a:lnTo>
                    <a:pt x="9597" y="6673"/>
                  </a:lnTo>
                  <a:lnTo>
                    <a:pt x="9490" y="6619"/>
                  </a:lnTo>
                  <a:lnTo>
                    <a:pt x="9543" y="6486"/>
                  </a:lnTo>
                  <a:lnTo>
                    <a:pt x="9543" y="6327"/>
                  </a:lnTo>
                  <a:lnTo>
                    <a:pt x="9517" y="6194"/>
                  </a:lnTo>
                  <a:lnTo>
                    <a:pt x="9437" y="6061"/>
                  </a:lnTo>
                  <a:lnTo>
                    <a:pt x="9357" y="5955"/>
                  </a:lnTo>
                  <a:lnTo>
                    <a:pt x="9224" y="5849"/>
                  </a:lnTo>
                  <a:lnTo>
                    <a:pt x="9092" y="5795"/>
                  </a:lnTo>
                  <a:lnTo>
                    <a:pt x="7842" y="5795"/>
                  </a:lnTo>
                  <a:lnTo>
                    <a:pt x="7709" y="5849"/>
                  </a:lnTo>
                  <a:lnTo>
                    <a:pt x="7603" y="5928"/>
                  </a:lnTo>
                  <a:lnTo>
                    <a:pt x="7497" y="6035"/>
                  </a:lnTo>
                  <a:lnTo>
                    <a:pt x="7444" y="6167"/>
                  </a:lnTo>
                  <a:lnTo>
                    <a:pt x="7390" y="6300"/>
                  </a:lnTo>
                  <a:lnTo>
                    <a:pt x="7390" y="6433"/>
                  </a:lnTo>
                  <a:lnTo>
                    <a:pt x="7417" y="6566"/>
                  </a:lnTo>
                  <a:lnTo>
                    <a:pt x="4812" y="6566"/>
                  </a:lnTo>
                  <a:lnTo>
                    <a:pt x="4812" y="4333"/>
                  </a:lnTo>
                  <a:close/>
                  <a:moveTo>
                    <a:pt x="3696" y="6965"/>
                  </a:moveTo>
                  <a:lnTo>
                    <a:pt x="3696" y="7656"/>
                  </a:lnTo>
                  <a:lnTo>
                    <a:pt x="1383" y="7656"/>
                  </a:lnTo>
                  <a:lnTo>
                    <a:pt x="1383" y="7443"/>
                  </a:lnTo>
                  <a:lnTo>
                    <a:pt x="1383" y="7337"/>
                  </a:lnTo>
                  <a:lnTo>
                    <a:pt x="1410" y="7257"/>
                  </a:lnTo>
                  <a:lnTo>
                    <a:pt x="1463" y="7178"/>
                  </a:lnTo>
                  <a:lnTo>
                    <a:pt x="1516" y="7098"/>
                  </a:lnTo>
                  <a:lnTo>
                    <a:pt x="1569" y="7045"/>
                  </a:lnTo>
                  <a:lnTo>
                    <a:pt x="1649" y="7018"/>
                  </a:lnTo>
                  <a:lnTo>
                    <a:pt x="1729" y="6992"/>
                  </a:lnTo>
                  <a:lnTo>
                    <a:pt x="1835" y="6965"/>
                  </a:lnTo>
                  <a:close/>
                  <a:moveTo>
                    <a:pt x="9198" y="6965"/>
                  </a:moveTo>
                  <a:lnTo>
                    <a:pt x="9278" y="6992"/>
                  </a:lnTo>
                  <a:lnTo>
                    <a:pt x="9384" y="7018"/>
                  </a:lnTo>
                  <a:lnTo>
                    <a:pt x="9437" y="7045"/>
                  </a:lnTo>
                  <a:lnTo>
                    <a:pt x="9517" y="7098"/>
                  </a:lnTo>
                  <a:lnTo>
                    <a:pt x="9570" y="7178"/>
                  </a:lnTo>
                  <a:lnTo>
                    <a:pt x="9623" y="7257"/>
                  </a:lnTo>
                  <a:lnTo>
                    <a:pt x="9650" y="7337"/>
                  </a:lnTo>
                  <a:lnTo>
                    <a:pt x="9650" y="7443"/>
                  </a:lnTo>
                  <a:lnTo>
                    <a:pt x="9650" y="7656"/>
                  </a:lnTo>
                  <a:lnTo>
                    <a:pt x="4812" y="7656"/>
                  </a:lnTo>
                  <a:lnTo>
                    <a:pt x="4812" y="6965"/>
                  </a:lnTo>
                  <a:close/>
                  <a:moveTo>
                    <a:pt x="3696" y="8055"/>
                  </a:moveTo>
                  <a:lnTo>
                    <a:pt x="3696" y="8507"/>
                  </a:lnTo>
                  <a:lnTo>
                    <a:pt x="1117" y="8507"/>
                  </a:lnTo>
                  <a:lnTo>
                    <a:pt x="1117" y="8055"/>
                  </a:lnTo>
                  <a:close/>
                  <a:moveTo>
                    <a:pt x="639" y="426"/>
                  </a:moveTo>
                  <a:lnTo>
                    <a:pt x="718" y="506"/>
                  </a:lnTo>
                  <a:lnTo>
                    <a:pt x="718" y="585"/>
                  </a:lnTo>
                  <a:lnTo>
                    <a:pt x="718" y="9384"/>
                  </a:lnTo>
                  <a:lnTo>
                    <a:pt x="399" y="9384"/>
                  </a:lnTo>
                  <a:lnTo>
                    <a:pt x="399" y="585"/>
                  </a:lnTo>
                  <a:lnTo>
                    <a:pt x="426" y="506"/>
                  </a:lnTo>
                  <a:lnTo>
                    <a:pt x="479" y="426"/>
                  </a:lnTo>
                  <a:close/>
                  <a:moveTo>
                    <a:pt x="3696" y="8905"/>
                  </a:moveTo>
                  <a:lnTo>
                    <a:pt x="3696" y="9384"/>
                  </a:lnTo>
                  <a:lnTo>
                    <a:pt x="1117" y="9384"/>
                  </a:lnTo>
                  <a:lnTo>
                    <a:pt x="1117" y="8905"/>
                  </a:lnTo>
                  <a:close/>
                  <a:moveTo>
                    <a:pt x="4334" y="426"/>
                  </a:moveTo>
                  <a:lnTo>
                    <a:pt x="4387" y="479"/>
                  </a:lnTo>
                  <a:lnTo>
                    <a:pt x="4413" y="506"/>
                  </a:lnTo>
                  <a:lnTo>
                    <a:pt x="4413" y="585"/>
                  </a:lnTo>
                  <a:lnTo>
                    <a:pt x="4413" y="9384"/>
                  </a:lnTo>
                  <a:lnTo>
                    <a:pt x="4094" y="9384"/>
                  </a:lnTo>
                  <a:lnTo>
                    <a:pt x="4094" y="7869"/>
                  </a:lnTo>
                  <a:lnTo>
                    <a:pt x="4094" y="585"/>
                  </a:lnTo>
                  <a:lnTo>
                    <a:pt x="4121" y="506"/>
                  </a:lnTo>
                  <a:lnTo>
                    <a:pt x="4147" y="479"/>
                  </a:lnTo>
                  <a:lnTo>
                    <a:pt x="4201" y="426"/>
                  </a:lnTo>
                  <a:close/>
                  <a:moveTo>
                    <a:pt x="9889" y="8055"/>
                  </a:moveTo>
                  <a:lnTo>
                    <a:pt x="9889" y="9384"/>
                  </a:lnTo>
                  <a:lnTo>
                    <a:pt x="4812" y="9384"/>
                  </a:lnTo>
                  <a:lnTo>
                    <a:pt x="4812" y="8055"/>
                  </a:lnTo>
                  <a:close/>
                  <a:moveTo>
                    <a:pt x="10527" y="426"/>
                  </a:moveTo>
                  <a:lnTo>
                    <a:pt x="10580" y="479"/>
                  </a:lnTo>
                  <a:lnTo>
                    <a:pt x="10607" y="506"/>
                  </a:lnTo>
                  <a:lnTo>
                    <a:pt x="10633" y="585"/>
                  </a:lnTo>
                  <a:lnTo>
                    <a:pt x="10633" y="9384"/>
                  </a:lnTo>
                  <a:lnTo>
                    <a:pt x="10288" y="9384"/>
                  </a:lnTo>
                  <a:lnTo>
                    <a:pt x="10288" y="585"/>
                  </a:lnTo>
                  <a:lnTo>
                    <a:pt x="10314" y="506"/>
                  </a:lnTo>
                  <a:lnTo>
                    <a:pt x="10341" y="479"/>
                  </a:lnTo>
                  <a:lnTo>
                    <a:pt x="10394" y="426"/>
                  </a:lnTo>
                  <a:close/>
                  <a:moveTo>
                    <a:pt x="559" y="1"/>
                  </a:moveTo>
                  <a:lnTo>
                    <a:pt x="426" y="27"/>
                  </a:lnTo>
                  <a:lnTo>
                    <a:pt x="293" y="80"/>
                  </a:lnTo>
                  <a:lnTo>
                    <a:pt x="160" y="187"/>
                  </a:lnTo>
                  <a:lnTo>
                    <a:pt x="80" y="293"/>
                  </a:lnTo>
                  <a:lnTo>
                    <a:pt x="27" y="426"/>
                  </a:lnTo>
                  <a:lnTo>
                    <a:pt x="1" y="585"/>
                  </a:lnTo>
                  <a:lnTo>
                    <a:pt x="1" y="9570"/>
                  </a:lnTo>
                  <a:lnTo>
                    <a:pt x="27" y="9650"/>
                  </a:lnTo>
                  <a:lnTo>
                    <a:pt x="54" y="9703"/>
                  </a:lnTo>
                  <a:lnTo>
                    <a:pt x="134" y="9756"/>
                  </a:lnTo>
                  <a:lnTo>
                    <a:pt x="213" y="9783"/>
                  </a:lnTo>
                  <a:lnTo>
                    <a:pt x="10819" y="9783"/>
                  </a:lnTo>
                  <a:lnTo>
                    <a:pt x="10899" y="9756"/>
                  </a:lnTo>
                  <a:lnTo>
                    <a:pt x="10952" y="9703"/>
                  </a:lnTo>
                  <a:lnTo>
                    <a:pt x="11005" y="9650"/>
                  </a:lnTo>
                  <a:lnTo>
                    <a:pt x="11032" y="9570"/>
                  </a:lnTo>
                  <a:lnTo>
                    <a:pt x="11032" y="585"/>
                  </a:lnTo>
                  <a:lnTo>
                    <a:pt x="11005" y="479"/>
                  </a:lnTo>
                  <a:lnTo>
                    <a:pt x="10979" y="373"/>
                  </a:lnTo>
                  <a:lnTo>
                    <a:pt x="10926" y="266"/>
                  </a:lnTo>
                  <a:lnTo>
                    <a:pt x="10846" y="187"/>
                  </a:lnTo>
                  <a:lnTo>
                    <a:pt x="10766" y="107"/>
                  </a:lnTo>
                  <a:lnTo>
                    <a:pt x="10686" y="54"/>
                  </a:lnTo>
                  <a:lnTo>
                    <a:pt x="10580" y="27"/>
                  </a:lnTo>
                  <a:lnTo>
                    <a:pt x="10341" y="27"/>
                  </a:lnTo>
                  <a:lnTo>
                    <a:pt x="10235" y="54"/>
                  </a:lnTo>
                  <a:lnTo>
                    <a:pt x="10155" y="107"/>
                  </a:lnTo>
                  <a:lnTo>
                    <a:pt x="10075" y="187"/>
                  </a:lnTo>
                  <a:lnTo>
                    <a:pt x="9995" y="266"/>
                  </a:lnTo>
                  <a:lnTo>
                    <a:pt x="9942" y="373"/>
                  </a:lnTo>
                  <a:lnTo>
                    <a:pt x="9916" y="479"/>
                  </a:lnTo>
                  <a:lnTo>
                    <a:pt x="9889" y="585"/>
                  </a:lnTo>
                  <a:lnTo>
                    <a:pt x="9889" y="1516"/>
                  </a:lnTo>
                  <a:lnTo>
                    <a:pt x="9809" y="1409"/>
                  </a:lnTo>
                  <a:lnTo>
                    <a:pt x="9730" y="1303"/>
                  </a:lnTo>
                  <a:lnTo>
                    <a:pt x="9597" y="1250"/>
                  </a:lnTo>
                  <a:lnTo>
                    <a:pt x="9490" y="1197"/>
                  </a:lnTo>
                  <a:lnTo>
                    <a:pt x="9543" y="1037"/>
                  </a:lnTo>
                  <a:lnTo>
                    <a:pt x="9543" y="904"/>
                  </a:lnTo>
                  <a:lnTo>
                    <a:pt x="9517" y="745"/>
                  </a:lnTo>
                  <a:lnTo>
                    <a:pt x="9437" y="612"/>
                  </a:lnTo>
                  <a:lnTo>
                    <a:pt x="9357" y="506"/>
                  </a:lnTo>
                  <a:lnTo>
                    <a:pt x="9224" y="426"/>
                  </a:lnTo>
                  <a:lnTo>
                    <a:pt x="9092" y="373"/>
                  </a:lnTo>
                  <a:lnTo>
                    <a:pt x="8959" y="346"/>
                  </a:lnTo>
                  <a:lnTo>
                    <a:pt x="7975" y="346"/>
                  </a:lnTo>
                  <a:lnTo>
                    <a:pt x="7842" y="373"/>
                  </a:lnTo>
                  <a:lnTo>
                    <a:pt x="7709" y="399"/>
                  </a:lnTo>
                  <a:lnTo>
                    <a:pt x="7603" y="479"/>
                  </a:lnTo>
                  <a:lnTo>
                    <a:pt x="7497" y="585"/>
                  </a:lnTo>
                  <a:lnTo>
                    <a:pt x="7444" y="718"/>
                  </a:lnTo>
                  <a:lnTo>
                    <a:pt x="7390" y="851"/>
                  </a:lnTo>
                  <a:lnTo>
                    <a:pt x="7390" y="984"/>
                  </a:lnTo>
                  <a:lnTo>
                    <a:pt x="7417" y="1144"/>
                  </a:lnTo>
                  <a:lnTo>
                    <a:pt x="4812" y="1144"/>
                  </a:lnTo>
                  <a:lnTo>
                    <a:pt x="4812" y="585"/>
                  </a:lnTo>
                  <a:lnTo>
                    <a:pt x="4812" y="479"/>
                  </a:lnTo>
                  <a:lnTo>
                    <a:pt x="4785" y="373"/>
                  </a:lnTo>
                  <a:lnTo>
                    <a:pt x="4732" y="266"/>
                  </a:lnTo>
                  <a:lnTo>
                    <a:pt x="4652" y="187"/>
                  </a:lnTo>
                  <a:lnTo>
                    <a:pt x="4573" y="107"/>
                  </a:lnTo>
                  <a:lnTo>
                    <a:pt x="4466" y="54"/>
                  </a:lnTo>
                  <a:lnTo>
                    <a:pt x="4360" y="27"/>
                  </a:lnTo>
                  <a:lnTo>
                    <a:pt x="4147" y="27"/>
                  </a:lnTo>
                  <a:lnTo>
                    <a:pt x="4041" y="54"/>
                  </a:lnTo>
                  <a:lnTo>
                    <a:pt x="3935" y="107"/>
                  </a:lnTo>
                  <a:lnTo>
                    <a:pt x="3855" y="187"/>
                  </a:lnTo>
                  <a:lnTo>
                    <a:pt x="3802" y="266"/>
                  </a:lnTo>
                  <a:lnTo>
                    <a:pt x="3749" y="373"/>
                  </a:lnTo>
                  <a:lnTo>
                    <a:pt x="3722" y="479"/>
                  </a:lnTo>
                  <a:lnTo>
                    <a:pt x="3696" y="585"/>
                  </a:lnTo>
                  <a:lnTo>
                    <a:pt x="3696" y="1144"/>
                  </a:lnTo>
                  <a:lnTo>
                    <a:pt x="1835" y="1144"/>
                  </a:lnTo>
                  <a:lnTo>
                    <a:pt x="1622" y="1170"/>
                  </a:lnTo>
                  <a:lnTo>
                    <a:pt x="1436" y="1223"/>
                  </a:lnTo>
                  <a:lnTo>
                    <a:pt x="1277" y="1356"/>
                  </a:lnTo>
                  <a:lnTo>
                    <a:pt x="1117" y="1516"/>
                  </a:lnTo>
                  <a:lnTo>
                    <a:pt x="1117" y="585"/>
                  </a:lnTo>
                  <a:lnTo>
                    <a:pt x="1117" y="426"/>
                  </a:lnTo>
                  <a:lnTo>
                    <a:pt x="1064" y="293"/>
                  </a:lnTo>
                  <a:lnTo>
                    <a:pt x="958" y="187"/>
                  </a:lnTo>
                  <a:lnTo>
                    <a:pt x="851" y="80"/>
                  </a:lnTo>
                  <a:lnTo>
                    <a:pt x="718" y="27"/>
                  </a:lnTo>
                  <a:lnTo>
                    <a:pt x="55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87"/>
            <p:cNvSpPr/>
            <p:nvPr/>
          </p:nvSpPr>
          <p:spPr>
            <a:xfrm>
              <a:off x="5757750" y="3697775"/>
              <a:ext cx="31250" cy="10000"/>
            </a:xfrm>
            <a:custGeom>
              <a:rect b="b" l="l" r="r" t="t"/>
              <a:pathLst>
                <a:path extrusionOk="0" h="400" w="1250">
                  <a:moveTo>
                    <a:pt x="213" y="1"/>
                  </a:moveTo>
                  <a:lnTo>
                    <a:pt x="133" y="27"/>
                  </a:lnTo>
                  <a:lnTo>
                    <a:pt x="53" y="80"/>
                  </a:lnTo>
                  <a:lnTo>
                    <a:pt x="27" y="134"/>
                  </a:lnTo>
                  <a:lnTo>
                    <a:pt x="0" y="213"/>
                  </a:lnTo>
                  <a:lnTo>
                    <a:pt x="27" y="293"/>
                  </a:lnTo>
                  <a:lnTo>
                    <a:pt x="53" y="346"/>
                  </a:lnTo>
                  <a:lnTo>
                    <a:pt x="133" y="399"/>
                  </a:lnTo>
                  <a:lnTo>
                    <a:pt x="1143" y="399"/>
                  </a:lnTo>
                  <a:lnTo>
                    <a:pt x="1196" y="346"/>
                  </a:lnTo>
                  <a:lnTo>
                    <a:pt x="1249" y="293"/>
                  </a:lnTo>
                  <a:lnTo>
                    <a:pt x="1249" y="213"/>
                  </a:lnTo>
                  <a:lnTo>
                    <a:pt x="1249" y="134"/>
                  </a:lnTo>
                  <a:lnTo>
                    <a:pt x="1196" y="80"/>
                  </a:lnTo>
                  <a:lnTo>
                    <a:pt x="1143" y="27"/>
                  </a:lnTo>
                  <a:lnTo>
                    <a:pt x="106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 name="Google Shape;1530;p87"/>
            <p:cNvSpPr/>
            <p:nvPr/>
          </p:nvSpPr>
          <p:spPr>
            <a:xfrm>
              <a:off x="5757750" y="3562225"/>
              <a:ext cx="31250" cy="9975"/>
            </a:xfrm>
            <a:custGeom>
              <a:rect b="b" l="l" r="r" t="t"/>
              <a:pathLst>
                <a:path extrusionOk="0" h="399" w="1250">
                  <a:moveTo>
                    <a:pt x="133" y="0"/>
                  </a:moveTo>
                  <a:lnTo>
                    <a:pt x="53" y="53"/>
                  </a:lnTo>
                  <a:lnTo>
                    <a:pt x="27" y="106"/>
                  </a:lnTo>
                  <a:lnTo>
                    <a:pt x="0" y="186"/>
                  </a:lnTo>
                  <a:lnTo>
                    <a:pt x="27" y="266"/>
                  </a:lnTo>
                  <a:lnTo>
                    <a:pt x="53" y="346"/>
                  </a:lnTo>
                  <a:lnTo>
                    <a:pt x="133" y="372"/>
                  </a:lnTo>
                  <a:lnTo>
                    <a:pt x="213" y="399"/>
                  </a:lnTo>
                  <a:lnTo>
                    <a:pt x="1063" y="399"/>
                  </a:lnTo>
                  <a:lnTo>
                    <a:pt x="1143" y="372"/>
                  </a:lnTo>
                  <a:lnTo>
                    <a:pt x="1196" y="346"/>
                  </a:lnTo>
                  <a:lnTo>
                    <a:pt x="1249" y="266"/>
                  </a:lnTo>
                  <a:lnTo>
                    <a:pt x="1249" y="186"/>
                  </a:lnTo>
                  <a:lnTo>
                    <a:pt x="1249" y="106"/>
                  </a:lnTo>
                  <a:lnTo>
                    <a:pt x="1196" y="53"/>
                  </a:lnTo>
                  <a:lnTo>
                    <a:pt x="114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31" name="Google Shape;1531;p87"/>
          <p:cNvSpPr/>
          <p:nvPr/>
        </p:nvSpPr>
        <p:spPr>
          <a:xfrm>
            <a:off x="7194442" y="3492803"/>
            <a:ext cx="287832" cy="232172"/>
          </a:xfrm>
          <a:custGeom>
            <a:rect b="b" l="l" r="r" t="t"/>
            <a:pathLst>
              <a:path extrusionOk="0" h="8985" w="11139">
                <a:moveTo>
                  <a:pt x="7656" y="2339"/>
                </a:moveTo>
                <a:lnTo>
                  <a:pt x="7656" y="3296"/>
                </a:lnTo>
                <a:lnTo>
                  <a:pt x="6779" y="3057"/>
                </a:lnTo>
                <a:lnTo>
                  <a:pt x="6699" y="3057"/>
                </a:lnTo>
                <a:lnTo>
                  <a:pt x="5822" y="3296"/>
                </a:lnTo>
                <a:lnTo>
                  <a:pt x="5822" y="2339"/>
                </a:lnTo>
                <a:close/>
                <a:moveTo>
                  <a:pt x="9862" y="1994"/>
                </a:moveTo>
                <a:lnTo>
                  <a:pt x="9862" y="2286"/>
                </a:lnTo>
                <a:lnTo>
                  <a:pt x="9836" y="2526"/>
                </a:lnTo>
                <a:lnTo>
                  <a:pt x="9783" y="2765"/>
                </a:lnTo>
                <a:lnTo>
                  <a:pt x="9703" y="2977"/>
                </a:lnTo>
                <a:lnTo>
                  <a:pt x="9597" y="3190"/>
                </a:lnTo>
                <a:lnTo>
                  <a:pt x="9437" y="3403"/>
                </a:lnTo>
                <a:lnTo>
                  <a:pt x="9278" y="3562"/>
                </a:lnTo>
                <a:lnTo>
                  <a:pt x="9092" y="3722"/>
                </a:lnTo>
                <a:lnTo>
                  <a:pt x="8879" y="3828"/>
                </a:lnTo>
                <a:lnTo>
                  <a:pt x="8879" y="1994"/>
                </a:lnTo>
                <a:close/>
                <a:moveTo>
                  <a:pt x="6752" y="3456"/>
                </a:moveTo>
                <a:lnTo>
                  <a:pt x="7656" y="3722"/>
                </a:lnTo>
                <a:lnTo>
                  <a:pt x="7656" y="4174"/>
                </a:lnTo>
                <a:lnTo>
                  <a:pt x="5822" y="4174"/>
                </a:lnTo>
                <a:lnTo>
                  <a:pt x="5822" y="3722"/>
                </a:lnTo>
                <a:lnTo>
                  <a:pt x="6752" y="3456"/>
                </a:lnTo>
                <a:close/>
                <a:moveTo>
                  <a:pt x="10500" y="1117"/>
                </a:moveTo>
                <a:lnTo>
                  <a:pt x="10607" y="1143"/>
                </a:lnTo>
                <a:lnTo>
                  <a:pt x="10687" y="1170"/>
                </a:lnTo>
                <a:lnTo>
                  <a:pt x="10740" y="1250"/>
                </a:lnTo>
                <a:lnTo>
                  <a:pt x="10740" y="1356"/>
                </a:lnTo>
                <a:lnTo>
                  <a:pt x="10740" y="2286"/>
                </a:lnTo>
                <a:lnTo>
                  <a:pt x="10740" y="2499"/>
                </a:lnTo>
                <a:lnTo>
                  <a:pt x="10713" y="2712"/>
                </a:lnTo>
                <a:lnTo>
                  <a:pt x="10660" y="2898"/>
                </a:lnTo>
                <a:lnTo>
                  <a:pt x="10607" y="3110"/>
                </a:lnTo>
                <a:lnTo>
                  <a:pt x="10527" y="3296"/>
                </a:lnTo>
                <a:lnTo>
                  <a:pt x="10447" y="3482"/>
                </a:lnTo>
                <a:lnTo>
                  <a:pt x="10341" y="3669"/>
                </a:lnTo>
                <a:lnTo>
                  <a:pt x="10235" y="3828"/>
                </a:lnTo>
                <a:lnTo>
                  <a:pt x="10102" y="3988"/>
                </a:lnTo>
                <a:lnTo>
                  <a:pt x="9942" y="4147"/>
                </a:lnTo>
                <a:lnTo>
                  <a:pt x="9809" y="4280"/>
                </a:lnTo>
                <a:lnTo>
                  <a:pt x="9650" y="4413"/>
                </a:lnTo>
                <a:lnTo>
                  <a:pt x="9464" y="4519"/>
                </a:lnTo>
                <a:lnTo>
                  <a:pt x="9278" y="4625"/>
                </a:lnTo>
                <a:lnTo>
                  <a:pt x="9092" y="4705"/>
                </a:lnTo>
                <a:lnTo>
                  <a:pt x="8879" y="4785"/>
                </a:lnTo>
                <a:lnTo>
                  <a:pt x="8879" y="4280"/>
                </a:lnTo>
                <a:lnTo>
                  <a:pt x="9171" y="4120"/>
                </a:lnTo>
                <a:lnTo>
                  <a:pt x="9437" y="3961"/>
                </a:lnTo>
                <a:lnTo>
                  <a:pt x="9676" y="3748"/>
                </a:lnTo>
                <a:lnTo>
                  <a:pt x="9889" y="3482"/>
                </a:lnTo>
                <a:lnTo>
                  <a:pt x="10049" y="3217"/>
                </a:lnTo>
                <a:lnTo>
                  <a:pt x="10155" y="2924"/>
                </a:lnTo>
                <a:lnTo>
                  <a:pt x="10235" y="2605"/>
                </a:lnTo>
                <a:lnTo>
                  <a:pt x="10261" y="2286"/>
                </a:lnTo>
                <a:lnTo>
                  <a:pt x="10261" y="1808"/>
                </a:lnTo>
                <a:lnTo>
                  <a:pt x="10235" y="1728"/>
                </a:lnTo>
                <a:lnTo>
                  <a:pt x="10208" y="1648"/>
                </a:lnTo>
                <a:lnTo>
                  <a:pt x="10128" y="1622"/>
                </a:lnTo>
                <a:lnTo>
                  <a:pt x="10049" y="1595"/>
                </a:lnTo>
                <a:lnTo>
                  <a:pt x="8879" y="1595"/>
                </a:lnTo>
                <a:lnTo>
                  <a:pt x="8879" y="1117"/>
                </a:lnTo>
                <a:close/>
                <a:moveTo>
                  <a:pt x="8480" y="399"/>
                </a:moveTo>
                <a:lnTo>
                  <a:pt x="8480" y="6167"/>
                </a:lnTo>
                <a:lnTo>
                  <a:pt x="8454" y="6300"/>
                </a:lnTo>
                <a:lnTo>
                  <a:pt x="8427" y="6433"/>
                </a:lnTo>
                <a:lnTo>
                  <a:pt x="8347" y="6566"/>
                </a:lnTo>
                <a:lnTo>
                  <a:pt x="8268" y="6672"/>
                </a:lnTo>
                <a:lnTo>
                  <a:pt x="8161" y="6752"/>
                </a:lnTo>
                <a:lnTo>
                  <a:pt x="8028" y="6832"/>
                </a:lnTo>
                <a:lnTo>
                  <a:pt x="7895" y="6858"/>
                </a:lnTo>
                <a:lnTo>
                  <a:pt x="7763" y="6885"/>
                </a:lnTo>
                <a:lnTo>
                  <a:pt x="2739" y="6885"/>
                </a:lnTo>
                <a:lnTo>
                  <a:pt x="2579" y="6858"/>
                </a:lnTo>
                <a:lnTo>
                  <a:pt x="2446" y="6832"/>
                </a:lnTo>
                <a:lnTo>
                  <a:pt x="2340" y="6752"/>
                </a:lnTo>
                <a:lnTo>
                  <a:pt x="2234" y="6672"/>
                </a:lnTo>
                <a:lnTo>
                  <a:pt x="2127" y="6566"/>
                </a:lnTo>
                <a:lnTo>
                  <a:pt x="2074" y="6433"/>
                </a:lnTo>
                <a:lnTo>
                  <a:pt x="2021" y="6300"/>
                </a:lnTo>
                <a:lnTo>
                  <a:pt x="2021" y="6167"/>
                </a:lnTo>
                <a:lnTo>
                  <a:pt x="2021" y="399"/>
                </a:lnTo>
                <a:lnTo>
                  <a:pt x="6540" y="399"/>
                </a:lnTo>
                <a:lnTo>
                  <a:pt x="6540" y="1941"/>
                </a:lnTo>
                <a:lnTo>
                  <a:pt x="5530" y="1941"/>
                </a:lnTo>
                <a:lnTo>
                  <a:pt x="5477" y="1994"/>
                </a:lnTo>
                <a:lnTo>
                  <a:pt x="5423" y="2047"/>
                </a:lnTo>
                <a:lnTo>
                  <a:pt x="5423" y="2127"/>
                </a:lnTo>
                <a:lnTo>
                  <a:pt x="5423" y="4386"/>
                </a:lnTo>
                <a:lnTo>
                  <a:pt x="5423" y="4466"/>
                </a:lnTo>
                <a:lnTo>
                  <a:pt x="5477" y="4519"/>
                </a:lnTo>
                <a:lnTo>
                  <a:pt x="5530" y="4572"/>
                </a:lnTo>
                <a:lnTo>
                  <a:pt x="7949" y="4572"/>
                </a:lnTo>
                <a:lnTo>
                  <a:pt x="8002" y="4519"/>
                </a:lnTo>
                <a:lnTo>
                  <a:pt x="8055" y="4466"/>
                </a:lnTo>
                <a:lnTo>
                  <a:pt x="8055" y="4386"/>
                </a:lnTo>
                <a:lnTo>
                  <a:pt x="8055" y="2127"/>
                </a:lnTo>
                <a:lnTo>
                  <a:pt x="8055" y="2047"/>
                </a:lnTo>
                <a:lnTo>
                  <a:pt x="8002" y="1994"/>
                </a:lnTo>
                <a:lnTo>
                  <a:pt x="7949" y="1941"/>
                </a:lnTo>
                <a:lnTo>
                  <a:pt x="6939" y="1941"/>
                </a:lnTo>
                <a:lnTo>
                  <a:pt x="6939" y="399"/>
                </a:lnTo>
                <a:close/>
                <a:moveTo>
                  <a:pt x="9969" y="7284"/>
                </a:moveTo>
                <a:lnTo>
                  <a:pt x="10049" y="7337"/>
                </a:lnTo>
                <a:lnTo>
                  <a:pt x="10075" y="7390"/>
                </a:lnTo>
                <a:lnTo>
                  <a:pt x="10102" y="7470"/>
                </a:lnTo>
                <a:lnTo>
                  <a:pt x="10075" y="7523"/>
                </a:lnTo>
                <a:lnTo>
                  <a:pt x="10049" y="7603"/>
                </a:lnTo>
                <a:lnTo>
                  <a:pt x="9969" y="7629"/>
                </a:lnTo>
                <a:lnTo>
                  <a:pt x="9916" y="7656"/>
                </a:lnTo>
                <a:lnTo>
                  <a:pt x="586" y="7656"/>
                </a:lnTo>
                <a:lnTo>
                  <a:pt x="506" y="7629"/>
                </a:lnTo>
                <a:lnTo>
                  <a:pt x="453" y="7603"/>
                </a:lnTo>
                <a:lnTo>
                  <a:pt x="399" y="7523"/>
                </a:lnTo>
                <a:lnTo>
                  <a:pt x="399" y="7470"/>
                </a:lnTo>
                <a:lnTo>
                  <a:pt x="399" y="7390"/>
                </a:lnTo>
                <a:lnTo>
                  <a:pt x="453" y="7337"/>
                </a:lnTo>
                <a:lnTo>
                  <a:pt x="506" y="7284"/>
                </a:lnTo>
                <a:close/>
                <a:moveTo>
                  <a:pt x="7975" y="8054"/>
                </a:moveTo>
                <a:lnTo>
                  <a:pt x="7869" y="8161"/>
                </a:lnTo>
                <a:lnTo>
                  <a:pt x="7736" y="8267"/>
                </a:lnTo>
                <a:lnTo>
                  <a:pt x="7603" y="8373"/>
                </a:lnTo>
                <a:lnTo>
                  <a:pt x="7470" y="8427"/>
                </a:lnTo>
                <a:lnTo>
                  <a:pt x="7311" y="8506"/>
                </a:lnTo>
                <a:lnTo>
                  <a:pt x="7151" y="8533"/>
                </a:lnTo>
                <a:lnTo>
                  <a:pt x="6992" y="8560"/>
                </a:lnTo>
                <a:lnTo>
                  <a:pt x="6832" y="8586"/>
                </a:lnTo>
                <a:lnTo>
                  <a:pt x="3642" y="8586"/>
                </a:lnTo>
                <a:lnTo>
                  <a:pt x="3483" y="8560"/>
                </a:lnTo>
                <a:lnTo>
                  <a:pt x="3323" y="8533"/>
                </a:lnTo>
                <a:lnTo>
                  <a:pt x="3164" y="8506"/>
                </a:lnTo>
                <a:lnTo>
                  <a:pt x="3031" y="8427"/>
                </a:lnTo>
                <a:lnTo>
                  <a:pt x="2872" y="8373"/>
                </a:lnTo>
                <a:lnTo>
                  <a:pt x="2739" y="8267"/>
                </a:lnTo>
                <a:lnTo>
                  <a:pt x="2632" y="8161"/>
                </a:lnTo>
                <a:lnTo>
                  <a:pt x="2526" y="8054"/>
                </a:lnTo>
                <a:close/>
                <a:moveTo>
                  <a:pt x="1808" y="0"/>
                </a:moveTo>
                <a:lnTo>
                  <a:pt x="1729" y="27"/>
                </a:lnTo>
                <a:lnTo>
                  <a:pt x="1675" y="80"/>
                </a:lnTo>
                <a:lnTo>
                  <a:pt x="1622" y="133"/>
                </a:lnTo>
                <a:lnTo>
                  <a:pt x="1622" y="213"/>
                </a:lnTo>
                <a:lnTo>
                  <a:pt x="1622" y="6167"/>
                </a:lnTo>
                <a:lnTo>
                  <a:pt x="1622" y="6353"/>
                </a:lnTo>
                <a:lnTo>
                  <a:pt x="1675" y="6539"/>
                </a:lnTo>
                <a:lnTo>
                  <a:pt x="1755" y="6725"/>
                </a:lnTo>
                <a:lnTo>
                  <a:pt x="1861" y="6885"/>
                </a:lnTo>
                <a:lnTo>
                  <a:pt x="453" y="6885"/>
                </a:lnTo>
                <a:lnTo>
                  <a:pt x="346" y="6911"/>
                </a:lnTo>
                <a:lnTo>
                  <a:pt x="267" y="6965"/>
                </a:lnTo>
                <a:lnTo>
                  <a:pt x="160" y="7044"/>
                </a:lnTo>
                <a:lnTo>
                  <a:pt x="107" y="7124"/>
                </a:lnTo>
                <a:lnTo>
                  <a:pt x="54" y="7230"/>
                </a:lnTo>
                <a:lnTo>
                  <a:pt x="1" y="7337"/>
                </a:lnTo>
                <a:lnTo>
                  <a:pt x="1" y="7470"/>
                </a:lnTo>
                <a:lnTo>
                  <a:pt x="1" y="7576"/>
                </a:lnTo>
                <a:lnTo>
                  <a:pt x="54" y="7682"/>
                </a:lnTo>
                <a:lnTo>
                  <a:pt x="107" y="7789"/>
                </a:lnTo>
                <a:lnTo>
                  <a:pt x="160" y="7868"/>
                </a:lnTo>
                <a:lnTo>
                  <a:pt x="267" y="7948"/>
                </a:lnTo>
                <a:lnTo>
                  <a:pt x="346" y="8001"/>
                </a:lnTo>
                <a:lnTo>
                  <a:pt x="453" y="8028"/>
                </a:lnTo>
                <a:lnTo>
                  <a:pt x="586" y="8054"/>
                </a:lnTo>
                <a:lnTo>
                  <a:pt x="2021" y="8054"/>
                </a:lnTo>
                <a:lnTo>
                  <a:pt x="2180" y="8241"/>
                </a:lnTo>
                <a:lnTo>
                  <a:pt x="2340" y="8427"/>
                </a:lnTo>
                <a:lnTo>
                  <a:pt x="2499" y="8586"/>
                </a:lnTo>
                <a:lnTo>
                  <a:pt x="2712" y="8719"/>
                </a:lnTo>
                <a:lnTo>
                  <a:pt x="2925" y="8825"/>
                </a:lnTo>
                <a:lnTo>
                  <a:pt x="3164" y="8905"/>
                </a:lnTo>
                <a:lnTo>
                  <a:pt x="3403" y="8958"/>
                </a:lnTo>
                <a:lnTo>
                  <a:pt x="3642" y="8985"/>
                </a:lnTo>
                <a:lnTo>
                  <a:pt x="6832" y="8985"/>
                </a:lnTo>
                <a:lnTo>
                  <a:pt x="7098" y="8958"/>
                </a:lnTo>
                <a:lnTo>
                  <a:pt x="7337" y="8905"/>
                </a:lnTo>
                <a:lnTo>
                  <a:pt x="7550" y="8825"/>
                </a:lnTo>
                <a:lnTo>
                  <a:pt x="7763" y="8719"/>
                </a:lnTo>
                <a:lnTo>
                  <a:pt x="7975" y="8586"/>
                </a:lnTo>
                <a:lnTo>
                  <a:pt x="8161" y="8427"/>
                </a:lnTo>
                <a:lnTo>
                  <a:pt x="8321" y="8241"/>
                </a:lnTo>
                <a:lnTo>
                  <a:pt x="8454" y="8054"/>
                </a:lnTo>
                <a:lnTo>
                  <a:pt x="9916" y="8054"/>
                </a:lnTo>
                <a:lnTo>
                  <a:pt x="10022" y="8028"/>
                </a:lnTo>
                <a:lnTo>
                  <a:pt x="10128" y="8001"/>
                </a:lnTo>
                <a:lnTo>
                  <a:pt x="10235" y="7948"/>
                </a:lnTo>
                <a:lnTo>
                  <a:pt x="10314" y="7868"/>
                </a:lnTo>
                <a:lnTo>
                  <a:pt x="10394" y="7789"/>
                </a:lnTo>
                <a:lnTo>
                  <a:pt x="10447" y="7682"/>
                </a:lnTo>
                <a:lnTo>
                  <a:pt x="10474" y="7576"/>
                </a:lnTo>
                <a:lnTo>
                  <a:pt x="10500" y="7470"/>
                </a:lnTo>
                <a:lnTo>
                  <a:pt x="10474" y="7337"/>
                </a:lnTo>
                <a:lnTo>
                  <a:pt x="10447" y="7230"/>
                </a:lnTo>
                <a:lnTo>
                  <a:pt x="10394" y="7124"/>
                </a:lnTo>
                <a:lnTo>
                  <a:pt x="10314" y="7044"/>
                </a:lnTo>
                <a:lnTo>
                  <a:pt x="10235" y="6965"/>
                </a:lnTo>
                <a:lnTo>
                  <a:pt x="10128" y="6911"/>
                </a:lnTo>
                <a:lnTo>
                  <a:pt x="10022" y="6885"/>
                </a:lnTo>
                <a:lnTo>
                  <a:pt x="8613" y="6885"/>
                </a:lnTo>
                <a:lnTo>
                  <a:pt x="8719" y="6725"/>
                </a:lnTo>
                <a:lnTo>
                  <a:pt x="8799" y="6539"/>
                </a:lnTo>
                <a:lnTo>
                  <a:pt x="8852" y="6353"/>
                </a:lnTo>
                <a:lnTo>
                  <a:pt x="8879" y="6167"/>
                </a:lnTo>
                <a:lnTo>
                  <a:pt x="8879" y="5210"/>
                </a:lnTo>
                <a:lnTo>
                  <a:pt x="9118" y="5131"/>
                </a:lnTo>
                <a:lnTo>
                  <a:pt x="9357" y="5024"/>
                </a:lnTo>
                <a:lnTo>
                  <a:pt x="9570" y="4918"/>
                </a:lnTo>
                <a:lnTo>
                  <a:pt x="9783" y="4785"/>
                </a:lnTo>
                <a:lnTo>
                  <a:pt x="9995" y="4652"/>
                </a:lnTo>
                <a:lnTo>
                  <a:pt x="10181" y="4493"/>
                </a:lnTo>
                <a:lnTo>
                  <a:pt x="10341" y="4307"/>
                </a:lnTo>
                <a:lnTo>
                  <a:pt x="10500" y="4120"/>
                </a:lnTo>
                <a:lnTo>
                  <a:pt x="10660" y="3934"/>
                </a:lnTo>
                <a:lnTo>
                  <a:pt x="10766" y="3722"/>
                </a:lnTo>
                <a:lnTo>
                  <a:pt x="10899" y="3509"/>
                </a:lnTo>
                <a:lnTo>
                  <a:pt x="10979" y="3270"/>
                </a:lnTo>
                <a:lnTo>
                  <a:pt x="11059" y="3031"/>
                </a:lnTo>
                <a:lnTo>
                  <a:pt x="11112" y="2791"/>
                </a:lnTo>
                <a:lnTo>
                  <a:pt x="11138" y="2526"/>
                </a:lnTo>
                <a:lnTo>
                  <a:pt x="11138" y="2286"/>
                </a:lnTo>
                <a:lnTo>
                  <a:pt x="11138" y="1356"/>
                </a:lnTo>
                <a:lnTo>
                  <a:pt x="11138" y="1223"/>
                </a:lnTo>
                <a:lnTo>
                  <a:pt x="11085" y="1117"/>
                </a:lnTo>
                <a:lnTo>
                  <a:pt x="11032" y="984"/>
                </a:lnTo>
                <a:lnTo>
                  <a:pt x="10952" y="904"/>
                </a:lnTo>
                <a:lnTo>
                  <a:pt x="10873" y="824"/>
                </a:lnTo>
                <a:lnTo>
                  <a:pt x="10766" y="771"/>
                </a:lnTo>
                <a:lnTo>
                  <a:pt x="10633" y="718"/>
                </a:lnTo>
                <a:lnTo>
                  <a:pt x="8879" y="718"/>
                </a:lnTo>
                <a:lnTo>
                  <a:pt x="8879" y="213"/>
                </a:lnTo>
                <a:lnTo>
                  <a:pt x="8852" y="133"/>
                </a:lnTo>
                <a:lnTo>
                  <a:pt x="8826" y="80"/>
                </a:lnTo>
                <a:lnTo>
                  <a:pt x="8746" y="27"/>
                </a:lnTo>
                <a:lnTo>
                  <a:pt x="86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32" name="Google Shape;1532;p87"/>
          <p:cNvGrpSpPr/>
          <p:nvPr/>
        </p:nvGrpSpPr>
        <p:grpSpPr>
          <a:xfrm>
            <a:off x="7999443" y="3474947"/>
            <a:ext cx="258968" cy="267883"/>
            <a:chOff x="7126025" y="3477825"/>
            <a:chExt cx="250550" cy="259175"/>
          </a:xfrm>
        </p:grpSpPr>
        <p:sp>
          <p:nvSpPr>
            <p:cNvPr id="1533" name="Google Shape;1533;p87"/>
            <p:cNvSpPr/>
            <p:nvPr/>
          </p:nvSpPr>
          <p:spPr>
            <a:xfrm>
              <a:off x="7145950" y="3564200"/>
              <a:ext cx="188100" cy="128950"/>
            </a:xfrm>
            <a:custGeom>
              <a:rect b="b" l="l" r="r" t="t"/>
              <a:pathLst>
                <a:path extrusionOk="0" h="5158" w="7524">
                  <a:moveTo>
                    <a:pt x="4387" y="506"/>
                  </a:moveTo>
                  <a:lnTo>
                    <a:pt x="4493" y="559"/>
                  </a:lnTo>
                  <a:lnTo>
                    <a:pt x="4599" y="639"/>
                  </a:lnTo>
                  <a:lnTo>
                    <a:pt x="4812" y="718"/>
                  </a:lnTo>
                  <a:lnTo>
                    <a:pt x="5051" y="745"/>
                  </a:lnTo>
                  <a:lnTo>
                    <a:pt x="5184" y="718"/>
                  </a:lnTo>
                  <a:lnTo>
                    <a:pt x="5317" y="692"/>
                  </a:lnTo>
                  <a:lnTo>
                    <a:pt x="5397" y="772"/>
                  </a:lnTo>
                  <a:lnTo>
                    <a:pt x="5450" y="825"/>
                  </a:lnTo>
                  <a:lnTo>
                    <a:pt x="5530" y="931"/>
                  </a:lnTo>
                  <a:lnTo>
                    <a:pt x="5556" y="984"/>
                  </a:lnTo>
                  <a:lnTo>
                    <a:pt x="5636" y="1091"/>
                  </a:lnTo>
                  <a:lnTo>
                    <a:pt x="5662" y="1144"/>
                  </a:lnTo>
                  <a:lnTo>
                    <a:pt x="5742" y="1277"/>
                  </a:lnTo>
                  <a:lnTo>
                    <a:pt x="5742" y="1303"/>
                  </a:lnTo>
                  <a:lnTo>
                    <a:pt x="5769" y="1383"/>
                  </a:lnTo>
                  <a:lnTo>
                    <a:pt x="5609" y="1250"/>
                  </a:lnTo>
                  <a:lnTo>
                    <a:pt x="5423" y="1144"/>
                  </a:lnTo>
                  <a:lnTo>
                    <a:pt x="5237" y="1091"/>
                  </a:lnTo>
                  <a:lnTo>
                    <a:pt x="5025" y="1064"/>
                  </a:lnTo>
                  <a:lnTo>
                    <a:pt x="2526" y="1064"/>
                  </a:lnTo>
                  <a:lnTo>
                    <a:pt x="2313" y="1091"/>
                  </a:lnTo>
                  <a:lnTo>
                    <a:pt x="2101" y="1144"/>
                  </a:lnTo>
                  <a:lnTo>
                    <a:pt x="1914" y="1250"/>
                  </a:lnTo>
                  <a:lnTo>
                    <a:pt x="1755" y="1383"/>
                  </a:lnTo>
                  <a:lnTo>
                    <a:pt x="1782" y="1303"/>
                  </a:lnTo>
                  <a:lnTo>
                    <a:pt x="1861" y="1144"/>
                  </a:lnTo>
                  <a:lnTo>
                    <a:pt x="1888" y="1117"/>
                  </a:lnTo>
                  <a:lnTo>
                    <a:pt x="1968" y="984"/>
                  </a:lnTo>
                  <a:lnTo>
                    <a:pt x="2021" y="931"/>
                  </a:lnTo>
                  <a:lnTo>
                    <a:pt x="2101" y="825"/>
                  </a:lnTo>
                  <a:lnTo>
                    <a:pt x="2154" y="772"/>
                  </a:lnTo>
                  <a:lnTo>
                    <a:pt x="2233" y="692"/>
                  </a:lnTo>
                  <a:lnTo>
                    <a:pt x="2340" y="718"/>
                  </a:lnTo>
                  <a:lnTo>
                    <a:pt x="2473" y="745"/>
                  </a:lnTo>
                  <a:lnTo>
                    <a:pt x="2712" y="718"/>
                  </a:lnTo>
                  <a:lnTo>
                    <a:pt x="2925" y="639"/>
                  </a:lnTo>
                  <a:lnTo>
                    <a:pt x="3031" y="559"/>
                  </a:lnTo>
                  <a:lnTo>
                    <a:pt x="3137" y="506"/>
                  </a:lnTo>
                  <a:lnTo>
                    <a:pt x="3270" y="612"/>
                  </a:lnTo>
                  <a:lnTo>
                    <a:pt x="3430" y="665"/>
                  </a:lnTo>
                  <a:lnTo>
                    <a:pt x="3589" y="718"/>
                  </a:lnTo>
                  <a:lnTo>
                    <a:pt x="3775" y="745"/>
                  </a:lnTo>
                  <a:lnTo>
                    <a:pt x="3935" y="718"/>
                  </a:lnTo>
                  <a:lnTo>
                    <a:pt x="4094" y="665"/>
                  </a:lnTo>
                  <a:lnTo>
                    <a:pt x="4254" y="612"/>
                  </a:lnTo>
                  <a:lnTo>
                    <a:pt x="4387" y="506"/>
                  </a:lnTo>
                  <a:close/>
                  <a:moveTo>
                    <a:pt x="1436" y="1117"/>
                  </a:moveTo>
                  <a:lnTo>
                    <a:pt x="1356" y="1330"/>
                  </a:lnTo>
                  <a:lnTo>
                    <a:pt x="1303" y="1516"/>
                  </a:lnTo>
                  <a:lnTo>
                    <a:pt x="1277" y="1543"/>
                  </a:lnTo>
                  <a:lnTo>
                    <a:pt x="1250" y="1755"/>
                  </a:lnTo>
                  <a:lnTo>
                    <a:pt x="1250" y="1782"/>
                  </a:lnTo>
                  <a:lnTo>
                    <a:pt x="1223" y="1994"/>
                  </a:lnTo>
                  <a:lnTo>
                    <a:pt x="1117" y="2021"/>
                  </a:lnTo>
                  <a:lnTo>
                    <a:pt x="984" y="2021"/>
                  </a:lnTo>
                  <a:lnTo>
                    <a:pt x="878" y="1994"/>
                  </a:lnTo>
                  <a:lnTo>
                    <a:pt x="771" y="1941"/>
                  </a:lnTo>
                  <a:lnTo>
                    <a:pt x="665" y="1888"/>
                  </a:lnTo>
                  <a:lnTo>
                    <a:pt x="585" y="1808"/>
                  </a:lnTo>
                  <a:lnTo>
                    <a:pt x="506" y="1729"/>
                  </a:lnTo>
                  <a:lnTo>
                    <a:pt x="453" y="1649"/>
                  </a:lnTo>
                  <a:lnTo>
                    <a:pt x="1436" y="1117"/>
                  </a:lnTo>
                  <a:close/>
                  <a:moveTo>
                    <a:pt x="6118" y="1134"/>
                  </a:moveTo>
                  <a:lnTo>
                    <a:pt x="7071" y="1649"/>
                  </a:lnTo>
                  <a:lnTo>
                    <a:pt x="7018" y="1729"/>
                  </a:lnTo>
                  <a:lnTo>
                    <a:pt x="6938" y="1808"/>
                  </a:lnTo>
                  <a:lnTo>
                    <a:pt x="6859" y="1888"/>
                  </a:lnTo>
                  <a:lnTo>
                    <a:pt x="6752" y="1941"/>
                  </a:lnTo>
                  <a:lnTo>
                    <a:pt x="6646" y="1994"/>
                  </a:lnTo>
                  <a:lnTo>
                    <a:pt x="6540" y="2021"/>
                  </a:lnTo>
                  <a:lnTo>
                    <a:pt x="6407" y="2021"/>
                  </a:lnTo>
                  <a:lnTo>
                    <a:pt x="6300" y="1994"/>
                  </a:lnTo>
                  <a:lnTo>
                    <a:pt x="6274" y="1782"/>
                  </a:lnTo>
                  <a:lnTo>
                    <a:pt x="6274" y="1755"/>
                  </a:lnTo>
                  <a:lnTo>
                    <a:pt x="6247" y="1543"/>
                  </a:lnTo>
                  <a:lnTo>
                    <a:pt x="6221" y="1516"/>
                  </a:lnTo>
                  <a:lnTo>
                    <a:pt x="6168" y="1330"/>
                  </a:lnTo>
                  <a:lnTo>
                    <a:pt x="6118" y="1134"/>
                  </a:lnTo>
                  <a:close/>
                  <a:moveTo>
                    <a:pt x="5157" y="1463"/>
                  </a:moveTo>
                  <a:lnTo>
                    <a:pt x="5290" y="1516"/>
                  </a:lnTo>
                  <a:lnTo>
                    <a:pt x="5397" y="1569"/>
                  </a:lnTo>
                  <a:lnTo>
                    <a:pt x="5503" y="1675"/>
                  </a:lnTo>
                  <a:lnTo>
                    <a:pt x="5583" y="1782"/>
                  </a:lnTo>
                  <a:lnTo>
                    <a:pt x="5636" y="1888"/>
                  </a:lnTo>
                  <a:lnTo>
                    <a:pt x="5662" y="2021"/>
                  </a:lnTo>
                  <a:lnTo>
                    <a:pt x="5662" y="2154"/>
                  </a:lnTo>
                  <a:lnTo>
                    <a:pt x="5636" y="2260"/>
                  </a:lnTo>
                  <a:lnTo>
                    <a:pt x="5583" y="2393"/>
                  </a:lnTo>
                  <a:lnTo>
                    <a:pt x="5530" y="2499"/>
                  </a:lnTo>
                  <a:lnTo>
                    <a:pt x="5450" y="2579"/>
                  </a:lnTo>
                  <a:lnTo>
                    <a:pt x="5343" y="2659"/>
                  </a:lnTo>
                  <a:lnTo>
                    <a:pt x="5237" y="2712"/>
                  </a:lnTo>
                  <a:lnTo>
                    <a:pt x="5131" y="2739"/>
                  </a:lnTo>
                  <a:lnTo>
                    <a:pt x="4998" y="2739"/>
                  </a:lnTo>
                  <a:lnTo>
                    <a:pt x="4785" y="2712"/>
                  </a:lnTo>
                  <a:lnTo>
                    <a:pt x="4573" y="2659"/>
                  </a:lnTo>
                  <a:lnTo>
                    <a:pt x="4387" y="2579"/>
                  </a:lnTo>
                  <a:lnTo>
                    <a:pt x="4200" y="2446"/>
                  </a:lnTo>
                  <a:lnTo>
                    <a:pt x="4094" y="2367"/>
                  </a:lnTo>
                  <a:lnTo>
                    <a:pt x="3988" y="2313"/>
                  </a:lnTo>
                  <a:lnTo>
                    <a:pt x="3882" y="2287"/>
                  </a:lnTo>
                  <a:lnTo>
                    <a:pt x="3642" y="2287"/>
                  </a:lnTo>
                  <a:lnTo>
                    <a:pt x="3536" y="2313"/>
                  </a:lnTo>
                  <a:lnTo>
                    <a:pt x="3430" y="2367"/>
                  </a:lnTo>
                  <a:lnTo>
                    <a:pt x="3323" y="2446"/>
                  </a:lnTo>
                  <a:lnTo>
                    <a:pt x="3137" y="2579"/>
                  </a:lnTo>
                  <a:lnTo>
                    <a:pt x="2951" y="2659"/>
                  </a:lnTo>
                  <a:lnTo>
                    <a:pt x="2739" y="2712"/>
                  </a:lnTo>
                  <a:lnTo>
                    <a:pt x="2526" y="2739"/>
                  </a:lnTo>
                  <a:lnTo>
                    <a:pt x="2366" y="2739"/>
                  </a:lnTo>
                  <a:lnTo>
                    <a:pt x="2233" y="2686"/>
                  </a:lnTo>
                  <a:lnTo>
                    <a:pt x="2127" y="2632"/>
                  </a:lnTo>
                  <a:lnTo>
                    <a:pt x="2021" y="2553"/>
                  </a:lnTo>
                  <a:lnTo>
                    <a:pt x="1941" y="2446"/>
                  </a:lnTo>
                  <a:lnTo>
                    <a:pt x="1888" y="2313"/>
                  </a:lnTo>
                  <a:lnTo>
                    <a:pt x="1861" y="2180"/>
                  </a:lnTo>
                  <a:lnTo>
                    <a:pt x="1861" y="2048"/>
                  </a:lnTo>
                  <a:lnTo>
                    <a:pt x="1888" y="1941"/>
                  </a:lnTo>
                  <a:lnTo>
                    <a:pt x="1941" y="1808"/>
                  </a:lnTo>
                  <a:lnTo>
                    <a:pt x="1994" y="1729"/>
                  </a:lnTo>
                  <a:lnTo>
                    <a:pt x="2074" y="1622"/>
                  </a:lnTo>
                  <a:lnTo>
                    <a:pt x="2180" y="1569"/>
                  </a:lnTo>
                  <a:lnTo>
                    <a:pt x="2287" y="1516"/>
                  </a:lnTo>
                  <a:lnTo>
                    <a:pt x="2393" y="1463"/>
                  </a:lnTo>
                  <a:close/>
                  <a:moveTo>
                    <a:pt x="3775" y="2686"/>
                  </a:moveTo>
                  <a:lnTo>
                    <a:pt x="3855" y="2712"/>
                  </a:lnTo>
                  <a:lnTo>
                    <a:pt x="3935" y="2739"/>
                  </a:lnTo>
                  <a:lnTo>
                    <a:pt x="4174" y="2925"/>
                  </a:lnTo>
                  <a:lnTo>
                    <a:pt x="4440" y="3031"/>
                  </a:lnTo>
                  <a:lnTo>
                    <a:pt x="4706" y="3111"/>
                  </a:lnTo>
                  <a:lnTo>
                    <a:pt x="4998" y="3137"/>
                  </a:lnTo>
                  <a:lnTo>
                    <a:pt x="5237" y="3111"/>
                  </a:lnTo>
                  <a:lnTo>
                    <a:pt x="5450" y="3031"/>
                  </a:lnTo>
                  <a:lnTo>
                    <a:pt x="5662" y="2925"/>
                  </a:lnTo>
                  <a:lnTo>
                    <a:pt x="5822" y="2765"/>
                  </a:lnTo>
                  <a:lnTo>
                    <a:pt x="5716" y="3137"/>
                  </a:lnTo>
                  <a:lnTo>
                    <a:pt x="5556" y="3483"/>
                  </a:lnTo>
                  <a:lnTo>
                    <a:pt x="5370" y="3802"/>
                  </a:lnTo>
                  <a:lnTo>
                    <a:pt x="5131" y="4094"/>
                  </a:lnTo>
                  <a:lnTo>
                    <a:pt x="4865" y="4334"/>
                  </a:lnTo>
                  <a:lnTo>
                    <a:pt x="4599" y="4520"/>
                  </a:lnTo>
                  <a:lnTo>
                    <a:pt x="4280" y="4679"/>
                  </a:lnTo>
                  <a:lnTo>
                    <a:pt x="4121" y="4706"/>
                  </a:lnTo>
                  <a:lnTo>
                    <a:pt x="3961" y="4759"/>
                  </a:lnTo>
                  <a:lnTo>
                    <a:pt x="3961" y="4307"/>
                  </a:lnTo>
                  <a:lnTo>
                    <a:pt x="4094" y="4254"/>
                  </a:lnTo>
                  <a:lnTo>
                    <a:pt x="4200" y="4201"/>
                  </a:lnTo>
                  <a:lnTo>
                    <a:pt x="4333" y="4121"/>
                  </a:lnTo>
                  <a:lnTo>
                    <a:pt x="4413" y="4041"/>
                  </a:lnTo>
                  <a:lnTo>
                    <a:pt x="4466" y="3935"/>
                  </a:lnTo>
                  <a:lnTo>
                    <a:pt x="4466" y="3829"/>
                  </a:lnTo>
                  <a:lnTo>
                    <a:pt x="4413" y="3749"/>
                  </a:lnTo>
                  <a:lnTo>
                    <a:pt x="4333" y="3696"/>
                  </a:lnTo>
                  <a:lnTo>
                    <a:pt x="4227" y="3696"/>
                  </a:lnTo>
                  <a:lnTo>
                    <a:pt x="4121" y="3749"/>
                  </a:lnTo>
                  <a:lnTo>
                    <a:pt x="4068" y="3829"/>
                  </a:lnTo>
                  <a:lnTo>
                    <a:pt x="3961" y="3882"/>
                  </a:lnTo>
                  <a:lnTo>
                    <a:pt x="3855" y="3908"/>
                  </a:lnTo>
                  <a:lnTo>
                    <a:pt x="3775" y="3935"/>
                  </a:lnTo>
                  <a:lnTo>
                    <a:pt x="3669" y="3908"/>
                  </a:lnTo>
                  <a:lnTo>
                    <a:pt x="3563" y="3882"/>
                  </a:lnTo>
                  <a:lnTo>
                    <a:pt x="3456" y="3829"/>
                  </a:lnTo>
                  <a:lnTo>
                    <a:pt x="3403" y="3749"/>
                  </a:lnTo>
                  <a:lnTo>
                    <a:pt x="3297" y="3696"/>
                  </a:lnTo>
                  <a:lnTo>
                    <a:pt x="3190" y="3696"/>
                  </a:lnTo>
                  <a:lnTo>
                    <a:pt x="3111" y="3749"/>
                  </a:lnTo>
                  <a:lnTo>
                    <a:pt x="3057" y="3829"/>
                  </a:lnTo>
                  <a:lnTo>
                    <a:pt x="3057" y="3935"/>
                  </a:lnTo>
                  <a:lnTo>
                    <a:pt x="3111" y="4041"/>
                  </a:lnTo>
                  <a:lnTo>
                    <a:pt x="3190" y="4121"/>
                  </a:lnTo>
                  <a:lnTo>
                    <a:pt x="3323" y="4201"/>
                  </a:lnTo>
                  <a:lnTo>
                    <a:pt x="3430" y="4254"/>
                  </a:lnTo>
                  <a:lnTo>
                    <a:pt x="3563" y="4307"/>
                  </a:lnTo>
                  <a:lnTo>
                    <a:pt x="3563" y="4732"/>
                  </a:lnTo>
                  <a:lnTo>
                    <a:pt x="3403" y="4706"/>
                  </a:lnTo>
                  <a:lnTo>
                    <a:pt x="3244" y="4679"/>
                  </a:lnTo>
                  <a:lnTo>
                    <a:pt x="2951" y="4520"/>
                  </a:lnTo>
                  <a:lnTo>
                    <a:pt x="2659" y="4334"/>
                  </a:lnTo>
                  <a:lnTo>
                    <a:pt x="2393" y="4094"/>
                  </a:lnTo>
                  <a:lnTo>
                    <a:pt x="2154" y="3802"/>
                  </a:lnTo>
                  <a:lnTo>
                    <a:pt x="1968" y="3483"/>
                  </a:lnTo>
                  <a:lnTo>
                    <a:pt x="1808" y="3137"/>
                  </a:lnTo>
                  <a:lnTo>
                    <a:pt x="1702" y="2765"/>
                  </a:lnTo>
                  <a:lnTo>
                    <a:pt x="1728" y="2818"/>
                  </a:lnTo>
                  <a:lnTo>
                    <a:pt x="1914" y="2951"/>
                  </a:lnTo>
                  <a:lnTo>
                    <a:pt x="2074" y="3058"/>
                  </a:lnTo>
                  <a:lnTo>
                    <a:pt x="2287" y="3111"/>
                  </a:lnTo>
                  <a:lnTo>
                    <a:pt x="2499" y="3137"/>
                  </a:lnTo>
                  <a:lnTo>
                    <a:pt x="2526" y="3137"/>
                  </a:lnTo>
                  <a:lnTo>
                    <a:pt x="2818" y="3111"/>
                  </a:lnTo>
                  <a:lnTo>
                    <a:pt x="3084" y="3031"/>
                  </a:lnTo>
                  <a:lnTo>
                    <a:pt x="3350" y="2925"/>
                  </a:lnTo>
                  <a:lnTo>
                    <a:pt x="3589" y="2739"/>
                  </a:lnTo>
                  <a:lnTo>
                    <a:pt x="3669" y="2712"/>
                  </a:lnTo>
                  <a:lnTo>
                    <a:pt x="3775" y="2686"/>
                  </a:lnTo>
                  <a:close/>
                  <a:moveTo>
                    <a:pt x="3031" y="1"/>
                  </a:moveTo>
                  <a:lnTo>
                    <a:pt x="2951" y="81"/>
                  </a:lnTo>
                  <a:lnTo>
                    <a:pt x="2898" y="160"/>
                  </a:lnTo>
                  <a:lnTo>
                    <a:pt x="2818" y="240"/>
                  </a:lnTo>
                  <a:lnTo>
                    <a:pt x="2739" y="267"/>
                  </a:lnTo>
                  <a:lnTo>
                    <a:pt x="2659" y="320"/>
                  </a:lnTo>
                  <a:lnTo>
                    <a:pt x="2552" y="346"/>
                  </a:lnTo>
                  <a:lnTo>
                    <a:pt x="2446" y="346"/>
                  </a:lnTo>
                  <a:lnTo>
                    <a:pt x="2366" y="320"/>
                  </a:lnTo>
                  <a:lnTo>
                    <a:pt x="2260" y="293"/>
                  </a:lnTo>
                  <a:lnTo>
                    <a:pt x="2154" y="267"/>
                  </a:lnTo>
                  <a:lnTo>
                    <a:pt x="2074" y="320"/>
                  </a:lnTo>
                  <a:lnTo>
                    <a:pt x="1994" y="373"/>
                  </a:lnTo>
                  <a:lnTo>
                    <a:pt x="107" y="1383"/>
                  </a:lnTo>
                  <a:lnTo>
                    <a:pt x="54" y="1410"/>
                  </a:lnTo>
                  <a:lnTo>
                    <a:pt x="1" y="1463"/>
                  </a:lnTo>
                  <a:lnTo>
                    <a:pt x="1" y="1543"/>
                  </a:lnTo>
                  <a:lnTo>
                    <a:pt x="1" y="1596"/>
                  </a:lnTo>
                  <a:lnTo>
                    <a:pt x="107" y="1808"/>
                  </a:lnTo>
                  <a:lnTo>
                    <a:pt x="213" y="2021"/>
                  </a:lnTo>
                  <a:lnTo>
                    <a:pt x="399" y="2180"/>
                  </a:lnTo>
                  <a:lnTo>
                    <a:pt x="585" y="2313"/>
                  </a:lnTo>
                  <a:lnTo>
                    <a:pt x="798" y="2393"/>
                  </a:lnTo>
                  <a:lnTo>
                    <a:pt x="1037" y="2420"/>
                  </a:lnTo>
                  <a:lnTo>
                    <a:pt x="1250" y="2393"/>
                  </a:lnTo>
                  <a:lnTo>
                    <a:pt x="1277" y="2659"/>
                  </a:lnTo>
                  <a:lnTo>
                    <a:pt x="1330" y="2951"/>
                  </a:lnTo>
                  <a:lnTo>
                    <a:pt x="1409" y="3217"/>
                  </a:lnTo>
                  <a:lnTo>
                    <a:pt x="1516" y="3456"/>
                  </a:lnTo>
                  <a:lnTo>
                    <a:pt x="1622" y="3696"/>
                  </a:lnTo>
                  <a:lnTo>
                    <a:pt x="1755" y="3935"/>
                  </a:lnTo>
                  <a:lnTo>
                    <a:pt x="1914" y="4147"/>
                  </a:lnTo>
                  <a:lnTo>
                    <a:pt x="2074" y="4334"/>
                  </a:lnTo>
                  <a:lnTo>
                    <a:pt x="2233" y="4520"/>
                  </a:lnTo>
                  <a:lnTo>
                    <a:pt x="2446" y="4679"/>
                  </a:lnTo>
                  <a:lnTo>
                    <a:pt x="2632" y="4812"/>
                  </a:lnTo>
                  <a:lnTo>
                    <a:pt x="2845" y="4945"/>
                  </a:lnTo>
                  <a:lnTo>
                    <a:pt x="3057" y="5025"/>
                  </a:lnTo>
                  <a:lnTo>
                    <a:pt x="3297" y="5104"/>
                  </a:lnTo>
                  <a:lnTo>
                    <a:pt x="3536" y="5158"/>
                  </a:lnTo>
                  <a:lnTo>
                    <a:pt x="3988" y="5158"/>
                  </a:lnTo>
                  <a:lnTo>
                    <a:pt x="4227" y="5104"/>
                  </a:lnTo>
                  <a:lnTo>
                    <a:pt x="4466" y="5025"/>
                  </a:lnTo>
                  <a:lnTo>
                    <a:pt x="4679" y="4945"/>
                  </a:lnTo>
                  <a:lnTo>
                    <a:pt x="4892" y="4812"/>
                  </a:lnTo>
                  <a:lnTo>
                    <a:pt x="5078" y="4679"/>
                  </a:lnTo>
                  <a:lnTo>
                    <a:pt x="5290" y="4520"/>
                  </a:lnTo>
                  <a:lnTo>
                    <a:pt x="5450" y="4334"/>
                  </a:lnTo>
                  <a:lnTo>
                    <a:pt x="5609" y="4147"/>
                  </a:lnTo>
                  <a:lnTo>
                    <a:pt x="5769" y="3935"/>
                  </a:lnTo>
                  <a:lnTo>
                    <a:pt x="5902" y="3696"/>
                  </a:lnTo>
                  <a:lnTo>
                    <a:pt x="6008" y="3456"/>
                  </a:lnTo>
                  <a:lnTo>
                    <a:pt x="6114" y="3217"/>
                  </a:lnTo>
                  <a:lnTo>
                    <a:pt x="6194" y="2951"/>
                  </a:lnTo>
                  <a:lnTo>
                    <a:pt x="6247" y="2659"/>
                  </a:lnTo>
                  <a:lnTo>
                    <a:pt x="6274" y="2393"/>
                  </a:lnTo>
                  <a:lnTo>
                    <a:pt x="6486" y="2420"/>
                  </a:lnTo>
                  <a:lnTo>
                    <a:pt x="6726" y="2393"/>
                  </a:lnTo>
                  <a:lnTo>
                    <a:pt x="6938" y="2313"/>
                  </a:lnTo>
                  <a:lnTo>
                    <a:pt x="7124" y="2180"/>
                  </a:lnTo>
                  <a:lnTo>
                    <a:pt x="7311" y="2021"/>
                  </a:lnTo>
                  <a:lnTo>
                    <a:pt x="7417" y="1808"/>
                  </a:lnTo>
                  <a:lnTo>
                    <a:pt x="7523" y="1596"/>
                  </a:lnTo>
                  <a:lnTo>
                    <a:pt x="7523" y="1543"/>
                  </a:lnTo>
                  <a:lnTo>
                    <a:pt x="7523" y="1463"/>
                  </a:lnTo>
                  <a:lnTo>
                    <a:pt x="7470" y="1410"/>
                  </a:lnTo>
                  <a:lnTo>
                    <a:pt x="7417" y="1383"/>
                  </a:lnTo>
                  <a:lnTo>
                    <a:pt x="5530" y="373"/>
                  </a:lnTo>
                  <a:lnTo>
                    <a:pt x="5476" y="320"/>
                  </a:lnTo>
                  <a:lnTo>
                    <a:pt x="5370" y="267"/>
                  </a:lnTo>
                  <a:lnTo>
                    <a:pt x="5264" y="293"/>
                  </a:lnTo>
                  <a:lnTo>
                    <a:pt x="5157" y="320"/>
                  </a:lnTo>
                  <a:lnTo>
                    <a:pt x="5078" y="346"/>
                  </a:lnTo>
                  <a:lnTo>
                    <a:pt x="4971" y="346"/>
                  </a:lnTo>
                  <a:lnTo>
                    <a:pt x="4865" y="320"/>
                  </a:lnTo>
                  <a:lnTo>
                    <a:pt x="4785" y="267"/>
                  </a:lnTo>
                  <a:lnTo>
                    <a:pt x="4706" y="240"/>
                  </a:lnTo>
                  <a:lnTo>
                    <a:pt x="4626" y="160"/>
                  </a:lnTo>
                  <a:lnTo>
                    <a:pt x="4573" y="81"/>
                  </a:lnTo>
                  <a:lnTo>
                    <a:pt x="4493" y="1"/>
                  </a:lnTo>
                  <a:lnTo>
                    <a:pt x="4307" y="1"/>
                  </a:lnTo>
                  <a:lnTo>
                    <a:pt x="4227" y="81"/>
                  </a:lnTo>
                  <a:lnTo>
                    <a:pt x="4147" y="187"/>
                  </a:lnTo>
                  <a:lnTo>
                    <a:pt x="4014" y="267"/>
                  </a:lnTo>
                  <a:lnTo>
                    <a:pt x="3908" y="320"/>
                  </a:lnTo>
                  <a:lnTo>
                    <a:pt x="3775" y="346"/>
                  </a:lnTo>
                  <a:lnTo>
                    <a:pt x="3616" y="320"/>
                  </a:lnTo>
                  <a:lnTo>
                    <a:pt x="3509" y="267"/>
                  </a:lnTo>
                  <a:lnTo>
                    <a:pt x="3376" y="187"/>
                  </a:lnTo>
                  <a:lnTo>
                    <a:pt x="3297" y="81"/>
                  </a:lnTo>
                  <a:lnTo>
                    <a:pt x="321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87"/>
            <p:cNvSpPr/>
            <p:nvPr/>
          </p:nvSpPr>
          <p:spPr>
            <a:xfrm>
              <a:off x="7126025" y="3509725"/>
              <a:ext cx="227950" cy="227275"/>
            </a:xfrm>
            <a:custGeom>
              <a:rect b="b" l="l" r="r" t="t"/>
              <a:pathLst>
                <a:path extrusionOk="0" h="9091" w="9118">
                  <a:moveTo>
                    <a:pt x="5396" y="399"/>
                  </a:moveTo>
                  <a:lnTo>
                    <a:pt x="5662" y="452"/>
                  </a:lnTo>
                  <a:lnTo>
                    <a:pt x="5928" y="532"/>
                  </a:lnTo>
                  <a:lnTo>
                    <a:pt x="6140" y="691"/>
                  </a:lnTo>
                  <a:lnTo>
                    <a:pt x="6300" y="851"/>
                  </a:lnTo>
                  <a:lnTo>
                    <a:pt x="6380" y="957"/>
                  </a:lnTo>
                  <a:lnTo>
                    <a:pt x="6433" y="1063"/>
                  </a:lnTo>
                  <a:lnTo>
                    <a:pt x="6459" y="1117"/>
                  </a:lnTo>
                  <a:lnTo>
                    <a:pt x="6513" y="1170"/>
                  </a:lnTo>
                  <a:lnTo>
                    <a:pt x="6566" y="1196"/>
                  </a:lnTo>
                  <a:lnTo>
                    <a:pt x="6646" y="1196"/>
                  </a:lnTo>
                  <a:lnTo>
                    <a:pt x="6752" y="1170"/>
                  </a:lnTo>
                  <a:lnTo>
                    <a:pt x="6885" y="1196"/>
                  </a:lnTo>
                  <a:lnTo>
                    <a:pt x="7124" y="1249"/>
                  </a:lnTo>
                  <a:lnTo>
                    <a:pt x="7337" y="1382"/>
                  </a:lnTo>
                  <a:lnTo>
                    <a:pt x="7549" y="1542"/>
                  </a:lnTo>
                  <a:lnTo>
                    <a:pt x="7735" y="1754"/>
                  </a:lnTo>
                  <a:lnTo>
                    <a:pt x="7868" y="1994"/>
                  </a:lnTo>
                  <a:lnTo>
                    <a:pt x="7921" y="2233"/>
                  </a:lnTo>
                  <a:lnTo>
                    <a:pt x="7921" y="2339"/>
                  </a:lnTo>
                  <a:lnTo>
                    <a:pt x="7921" y="2472"/>
                  </a:lnTo>
                  <a:lnTo>
                    <a:pt x="7921" y="2525"/>
                  </a:lnTo>
                  <a:lnTo>
                    <a:pt x="7948" y="2605"/>
                  </a:lnTo>
                  <a:lnTo>
                    <a:pt x="7975" y="2658"/>
                  </a:lnTo>
                  <a:lnTo>
                    <a:pt x="8054" y="2685"/>
                  </a:lnTo>
                  <a:lnTo>
                    <a:pt x="8161" y="2738"/>
                  </a:lnTo>
                  <a:lnTo>
                    <a:pt x="8240" y="2791"/>
                  </a:lnTo>
                  <a:lnTo>
                    <a:pt x="8426" y="2977"/>
                  </a:lnTo>
                  <a:lnTo>
                    <a:pt x="8559" y="3190"/>
                  </a:lnTo>
                  <a:lnTo>
                    <a:pt x="8666" y="3456"/>
                  </a:lnTo>
                  <a:lnTo>
                    <a:pt x="8719" y="3722"/>
                  </a:lnTo>
                  <a:lnTo>
                    <a:pt x="8692" y="3987"/>
                  </a:lnTo>
                  <a:lnTo>
                    <a:pt x="8639" y="4227"/>
                  </a:lnTo>
                  <a:lnTo>
                    <a:pt x="8586" y="4333"/>
                  </a:lnTo>
                  <a:lnTo>
                    <a:pt x="8506" y="4413"/>
                  </a:lnTo>
                  <a:lnTo>
                    <a:pt x="8480" y="4492"/>
                  </a:lnTo>
                  <a:lnTo>
                    <a:pt x="8453" y="4546"/>
                  </a:lnTo>
                  <a:lnTo>
                    <a:pt x="8480" y="4625"/>
                  </a:lnTo>
                  <a:lnTo>
                    <a:pt x="8506" y="4678"/>
                  </a:lnTo>
                  <a:lnTo>
                    <a:pt x="8586" y="4758"/>
                  </a:lnTo>
                  <a:lnTo>
                    <a:pt x="8639" y="4865"/>
                  </a:lnTo>
                  <a:lnTo>
                    <a:pt x="8692" y="5104"/>
                  </a:lnTo>
                  <a:lnTo>
                    <a:pt x="8719" y="5370"/>
                  </a:lnTo>
                  <a:lnTo>
                    <a:pt x="8666" y="5635"/>
                  </a:lnTo>
                  <a:lnTo>
                    <a:pt x="8559" y="5901"/>
                  </a:lnTo>
                  <a:lnTo>
                    <a:pt x="8426" y="6140"/>
                  </a:lnTo>
                  <a:lnTo>
                    <a:pt x="8240" y="6300"/>
                  </a:lnTo>
                  <a:lnTo>
                    <a:pt x="8161" y="6380"/>
                  </a:lnTo>
                  <a:lnTo>
                    <a:pt x="8054" y="6406"/>
                  </a:lnTo>
                  <a:lnTo>
                    <a:pt x="7975" y="6459"/>
                  </a:lnTo>
                  <a:lnTo>
                    <a:pt x="7948" y="6513"/>
                  </a:lnTo>
                  <a:lnTo>
                    <a:pt x="7921" y="6566"/>
                  </a:lnTo>
                  <a:lnTo>
                    <a:pt x="7921" y="6645"/>
                  </a:lnTo>
                  <a:lnTo>
                    <a:pt x="7921" y="6752"/>
                  </a:lnTo>
                  <a:lnTo>
                    <a:pt x="7921" y="6858"/>
                  </a:lnTo>
                  <a:lnTo>
                    <a:pt x="7868" y="7097"/>
                  </a:lnTo>
                  <a:lnTo>
                    <a:pt x="7735" y="7337"/>
                  </a:lnTo>
                  <a:lnTo>
                    <a:pt x="7549" y="7549"/>
                  </a:lnTo>
                  <a:lnTo>
                    <a:pt x="7337" y="7735"/>
                  </a:lnTo>
                  <a:lnTo>
                    <a:pt x="7124" y="7842"/>
                  </a:lnTo>
                  <a:lnTo>
                    <a:pt x="6885" y="7921"/>
                  </a:lnTo>
                  <a:lnTo>
                    <a:pt x="6513" y="7921"/>
                  </a:lnTo>
                  <a:lnTo>
                    <a:pt x="6459" y="7975"/>
                  </a:lnTo>
                  <a:lnTo>
                    <a:pt x="6433" y="8028"/>
                  </a:lnTo>
                  <a:lnTo>
                    <a:pt x="6380" y="8134"/>
                  </a:lnTo>
                  <a:lnTo>
                    <a:pt x="6300" y="8240"/>
                  </a:lnTo>
                  <a:lnTo>
                    <a:pt x="6140" y="8400"/>
                  </a:lnTo>
                  <a:lnTo>
                    <a:pt x="5928" y="8559"/>
                  </a:lnTo>
                  <a:lnTo>
                    <a:pt x="5662" y="8639"/>
                  </a:lnTo>
                  <a:lnTo>
                    <a:pt x="5396" y="8692"/>
                  </a:lnTo>
                  <a:lnTo>
                    <a:pt x="5130" y="8692"/>
                  </a:lnTo>
                  <a:lnTo>
                    <a:pt x="4891" y="8612"/>
                  </a:lnTo>
                  <a:lnTo>
                    <a:pt x="4785" y="8559"/>
                  </a:lnTo>
                  <a:lnTo>
                    <a:pt x="4679" y="8506"/>
                  </a:lnTo>
                  <a:lnTo>
                    <a:pt x="4625" y="8480"/>
                  </a:lnTo>
                  <a:lnTo>
                    <a:pt x="4546" y="8453"/>
                  </a:lnTo>
                  <a:lnTo>
                    <a:pt x="4492" y="8480"/>
                  </a:lnTo>
                  <a:lnTo>
                    <a:pt x="4439" y="8506"/>
                  </a:lnTo>
                  <a:lnTo>
                    <a:pt x="4333" y="8559"/>
                  </a:lnTo>
                  <a:lnTo>
                    <a:pt x="4227" y="8612"/>
                  </a:lnTo>
                  <a:lnTo>
                    <a:pt x="3987" y="8692"/>
                  </a:lnTo>
                  <a:lnTo>
                    <a:pt x="3722" y="8692"/>
                  </a:lnTo>
                  <a:lnTo>
                    <a:pt x="3456" y="8639"/>
                  </a:lnTo>
                  <a:lnTo>
                    <a:pt x="3190" y="8559"/>
                  </a:lnTo>
                  <a:lnTo>
                    <a:pt x="2977" y="8400"/>
                  </a:lnTo>
                  <a:lnTo>
                    <a:pt x="2818" y="8240"/>
                  </a:lnTo>
                  <a:lnTo>
                    <a:pt x="2738" y="8134"/>
                  </a:lnTo>
                  <a:lnTo>
                    <a:pt x="2685" y="8028"/>
                  </a:lnTo>
                  <a:lnTo>
                    <a:pt x="2658" y="7975"/>
                  </a:lnTo>
                  <a:lnTo>
                    <a:pt x="2605" y="7921"/>
                  </a:lnTo>
                  <a:lnTo>
                    <a:pt x="2552" y="7921"/>
                  </a:lnTo>
                  <a:lnTo>
                    <a:pt x="2472" y="7895"/>
                  </a:lnTo>
                  <a:lnTo>
                    <a:pt x="2366" y="7921"/>
                  </a:lnTo>
                  <a:lnTo>
                    <a:pt x="2233" y="7921"/>
                  </a:lnTo>
                  <a:lnTo>
                    <a:pt x="1994" y="7842"/>
                  </a:lnTo>
                  <a:lnTo>
                    <a:pt x="1781" y="7735"/>
                  </a:lnTo>
                  <a:lnTo>
                    <a:pt x="1568" y="7549"/>
                  </a:lnTo>
                  <a:lnTo>
                    <a:pt x="1382" y="7337"/>
                  </a:lnTo>
                  <a:lnTo>
                    <a:pt x="1250" y="7097"/>
                  </a:lnTo>
                  <a:lnTo>
                    <a:pt x="1196" y="6858"/>
                  </a:lnTo>
                  <a:lnTo>
                    <a:pt x="1196" y="6752"/>
                  </a:lnTo>
                  <a:lnTo>
                    <a:pt x="1196" y="6645"/>
                  </a:lnTo>
                  <a:lnTo>
                    <a:pt x="1196" y="6566"/>
                  </a:lnTo>
                  <a:lnTo>
                    <a:pt x="1170" y="6513"/>
                  </a:lnTo>
                  <a:lnTo>
                    <a:pt x="1143" y="6459"/>
                  </a:lnTo>
                  <a:lnTo>
                    <a:pt x="1063" y="6406"/>
                  </a:lnTo>
                  <a:lnTo>
                    <a:pt x="957" y="6353"/>
                  </a:lnTo>
                  <a:lnTo>
                    <a:pt x="877" y="6300"/>
                  </a:lnTo>
                  <a:lnTo>
                    <a:pt x="691" y="6140"/>
                  </a:lnTo>
                  <a:lnTo>
                    <a:pt x="558" y="5901"/>
                  </a:lnTo>
                  <a:lnTo>
                    <a:pt x="452" y="5635"/>
                  </a:lnTo>
                  <a:lnTo>
                    <a:pt x="399" y="5370"/>
                  </a:lnTo>
                  <a:lnTo>
                    <a:pt x="425" y="5104"/>
                  </a:lnTo>
                  <a:lnTo>
                    <a:pt x="479" y="4865"/>
                  </a:lnTo>
                  <a:lnTo>
                    <a:pt x="532" y="4758"/>
                  </a:lnTo>
                  <a:lnTo>
                    <a:pt x="612" y="4678"/>
                  </a:lnTo>
                  <a:lnTo>
                    <a:pt x="638" y="4625"/>
                  </a:lnTo>
                  <a:lnTo>
                    <a:pt x="665" y="4546"/>
                  </a:lnTo>
                  <a:lnTo>
                    <a:pt x="638" y="4492"/>
                  </a:lnTo>
                  <a:lnTo>
                    <a:pt x="612" y="4413"/>
                  </a:lnTo>
                  <a:lnTo>
                    <a:pt x="532" y="4333"/>
                  </a:lnTo>
                  <a:lnTo>
                    <a:pt x="479" y="4227"/>
                  </a:lnTo>
                  <a:lnTo>
                    <a:pt x="425" y="3987"/>
                  </a:lnTo>
                  <a:lnTo>
                    <a:pt x="399" y="3722"/>
                  </a:lnTo>
                  <a:lnTo>
                    <a:pt x="452" y="3456"/>
                  </a:lnTo>
                  <a:lnTo>
                    <a:pt x="558" y="3190"/>
                  </a:lnTo>
                  <a:lnTo>
                    <a:pt x="691" y="2977"/>
                  </a:lnTo>
                  <a:lnTo>
                    <a:pt x="877" y="2791"/>
                  </a:lnTo>
                  <a:lnTo>
                    <a:pt x="957" y="2738"/>
                  </a:lnTo>
                  <a:lnTo>
                    <a:pt x="1063" y="2685"/>
                  </a:lnTo>
                  <a:lnTo>
                    <a:pt x="1143" y="2658"/>
                  </a:lnTo>
                  <a:lnTo>
                    <a:pt x="1170" y="2605"/>
                  </a:lnTo>
                  <a:lnTo>
                    <a:pt x="1196" y="2525"/>
                  </a:lnTo>
                  <a:lnTo>
                    <a:pt x="1196" y="2472"/>
                  </a:lnTo>
                  <a:lnTo>
                    <a:pt x="1196" y="2339"/>
                  </a:lnTo>
                  <a:lnTo>
                    <a:pt x="1196" y="2233"/>
                  </a:lnTo>
                  <a:lnTo>
                    <a:pt x="1250" y="1994"/>
                  </a:lnTo>
                  <a:lnTo>
                    <a:pt x="1382" y="1754"/>
                  </a:lnTo>
                  <a:lnTo>
                    <a:pt x="1568" y="1542"/>
                  </a:lnTo>
                  <a:lnTo>
                    <a:pt x="1781" y="1382"/>
                  </a:lnTo>
                  <a:lnTo>
                    <a:pt x="1994" y="1249"/>
                  </a:lnTo>
                  <a:lnTo>
                    <a:pt x="2233" y="1196"/>
                  </a:lnTo>
                  <a:lnTo>
                    <a:pt x="2366" y="1170"/>
                  </a:lnTo>
                  <a:lnTo>
                    <a:pt x="2472" y="1196"/>
                  </a:lnTo>
                  <a:lnTo>
                    <a:pt x="2552" y="1196"/>
                  </a:lnTo>
                  <a:lnTo>
                    <a:pt x="2605" y="1170"/>
                  </a:lnTo>
                  <a:lnTo>
                    <a:pt x="2658" y="1117"/>
                  </a:lnTo>
                  <a:lnTo>
                    <a:pt x="2685" y="1063"/>
                  </a:lnTo>
                  <a:lnTo>
                    <a:pt x="2738" y="957"/>
                  </a:lnTo>
                  <a:lnTo>
                    <a:pt x="2818" y="851"/>
                  </a:lnTo>
                  <a:lnTo>
                    <a:pt x="2977" y="691"/>
                  </a:lnTo>
                  <a:lnTo>
                    <a:pt x="3190" y="532"/>
                  </a:lnTo>
                  <a:lnTo>
                    <a:pt x="3456" y="452"/>
                  </a:lnTo>
                  <a:lnTo>
                    <a:pt x="3722" y="399"/>
                  </a:lnTo>
                  <a:lnTo>
                    <a:pt x="3987" y="425"/>
                  </a:lnTo>
                  <a:lnTo>
                    <a:pt x="4227" y="479"/>
                  </a:lnTo>
                  <a:lnTo>
                    <a:pt x="4333" y="532"/>
                  </a:lnTo>
                  <a:lnTo>
                    <a:pt x="4439" y="585"/>
                  </a:lnTo>
                  <a:lnTo>
                    <a:pt x="4492" y="638"/>
                  </a:lnTo>
                  <a:lnTo>
                    <a:pt x="4625" y="638"/>
                  </a:lnTo>
                  <a:lnTo>
                    <a:pt x="4679" y="585"/>
                  </a:lnTo>
                  <a:lnTo>
                    <a:pt x="4785" y="532"/>
                  </a:lnTo>
                  <a:lnTo>
                    <a:pt x="4891" y="479"/>
                  </a:lnTo>
                  <a:lnTo>
                    <a:pt x="5130" y="425"/>
                  </a:lnTo>
                  <a:lnTo>
                    <a:pt x="5396" y="399"/>
                  </a:lnTo>
                  <a:close/>
                  <a:moveTo>
                    <a:pt x="3668" y="0"/>
                  </a:moveTo>
                  <a:lnTo>
                    <a:pt x="3349" y="53"/>
                  </a:lnTo>
                  <a:lnTo>
                    <a:pt x="3057" y="160"/>
                  </a:lnTo>
                  <a:lnTo>
                    <a:pt x="2791" y="319"/>
                  </a:lnTo>
                  <a:lnTo>
                    <a:pt x="2579" y="532"/>
                  </a:lnTo>
                  <a:lnTo>
                    <a:pt x="2393" y="771"/>
                  </a:lnTo>
                  <a:lnTo>
                    <a:pt x="2074" y="824"/>
                  </a:lnTo>
                  <a:lnTo>
                    <a:pt x="1781" y="904"/>
                  </a:lnTo>
                  <a:lnTo>
                    <a:pt x="1515" y="1063"/>
                  </a:lnTo>
                  <a:lnTo>
                    <a:pt x="1276" y="1249"/>
                  </a:lnTo>
                  <a:lnTo>
                    <a:pt x="1063" y="1489"/>
                  </a:lnTo>
                  <a:lnTo>
                    <a:pt x="931" y="1781"/>
                  </a:lnTo>
                  <a:lnTo>
                    <a:pt x="824" y="2073"/>
                  </a:lnTo>
                  <a:lnTo>
                    <a:pt x="798" y="2366"/>
                  </a:lnTo>
                  <a:lnTo>
                    <a:pt x="532" y="2552"/>
                  </a:lnTo>
                  <a:lnTo>
                    <a:pt x="319" y="2791"/>
                  </a:lnTo>
                  <a:lnTo>
                    <a:pt x="186" y="3057"/>
                  </a:lnTo>
                  <a:lnTo>
                    <a:pt x="80" y="3349"/>
                  </a:lnTo>
                  <a:lnTo>
                    <a:pt x="0" y="3642"/>
                  </a:lnTo>
                  <a:lnTo>
                    <a:pt x="27" y="3961"/>
                  </a:lnTo>
                  <a:lnTo>
                    <a:pt x="80" y="4253"/>
                  </a:lnTo>
                  <a:lnTo>
                    <a:pt x="213" y="4546"/>
                  </a:lnTo>
                  <a:lnTo>
                    <a:pt x="80" y="4838"/>
                  </a:lnTo>
                  <a:lnTo>
                    <a:pt x="27" y="5157"/>
                  </a:lnTo>
                  <a:lnTo>
                    <a:pt x="27" y="5449"/>
                  </a:lnTo>
                  <a:lnTo>
                    <a:pt x="80" y="5742"/>
                  </a:lnTo>
                  <a:lnTo>
                    <a:pt x="186" y="6034"/>
                  </a:lnTo>
                  <a:lnTo>
                    <a:pt x="319" y="6300"/>
                  </a:lnTo>
                  <a:lnTo>
                    <a:pt x="532" y="6539"/>
                  </a:lnTo>
                  <a:lnTo>
                    <a:pt x="798" y="6725"/>
                  </a:lnTo>
                  <a:lnTo>
                    <a:pt x="824" y="7044"/>
                  </a:lnTo>
                  <a:lnTo>
                    <a:pt x="931" y="7337"/>
                  </a:lnTo>
                  <a:lnTo>
                    <a:pt x="1063" y="7602"/>
                  </a:lnTo>
                  <a:lnTo>
                    <a:pt x="1276" y="7842"/>
                  </a:lnTo>
                  <a:lnTo>
                    <a:pt x="1515" y="8028"/>
                  </a:lnTo>
                  <a:lnTo>
                    <a:pt x="1781" y="8187"/>
                  </a:lnTo>
                  <a:lnTo>
                    <a:pt x="2074" y="8294"/>
                  </a:lnTo>
                  <a:lnTo>
                    <a:pt x="2393" y="8320"/>
                  </a:lnTo>
                  <a:lnTo>
                    <a:pt x="2579" y="8559"/>
                  </a:lnTo>
                  <a:lnTo>
                    <a:pt x="2791" y="8772"/>
                  </a:lnTo>
                  <a:lnTo>
                    <a:pt x="3057" y="8931"/>
                  </a:lnTo>
                  <a:lnTo>
                    <a:pt x="3349" y="9038"/>
                  </a:lnTo>
                  <a:lnTo>
                    <a:pt x="3589" y="9091"/>
                  </a:lnTo>
                  <a:lnTo>
                    <a:pt x="4014" y="9091"/>
                  </a:lnTo>
                  <a:lnTo>
                    <a:pt x="4200" y="9038"/>
                  </a:lnTo>
                  <a:lnTo>
                    <a:pt x="4386" y="8985"/>
                  </a:lnTo>
                  <a:lnTo>
                    <a:pt x="4572" y="8905"/>
                  </a:lnTo>
                  <a:lnTo>
                    <a:pt x="4865" y="9011"/>
                  </a:lnTo>
                  <a:lnTo>
                    <a:pt x="5157" y="9091"/>
                  </a:lnTo>
                  <a:lnTo>
                    <a:pt x="5476" y="9091"/>
                  </a:lnTo>
                  <a:lnTo>
                    <a:pt x="5768" y="9038"/>
                  </a:lnTo>
                  <a:lnTo>
                    <a:pt x="6034" y="8931"/>
                  </a:lnTo>
                  <a:lnTo>
                    <a:pt x="6300" y="8772"/>
                  </a:lnTo>
                  <a:lnTo>
                    <a:pt x="6539" y="8559"/>
                  </a:lnTo>
                  <a:lnTo>
                    <a:pt x="6725" y="8320"/>
                  </a:lnTo>
                  <a:lnTo>
                    <a:pt x="7044" y="8267"/>
                  </a:lnTo>
                  <a:lnTo>
                    <a:pt x="7337" y="8187"/>
                  </a:lnTo>
                  <a:lnTo>
                    <a:pt x="7602" y="8028"/>
                  </a:lnTo>
                  <a:lnTo>
                    <a:pt x="7842" y="7842"/>
                  </a:lnTo>
                  <a:lnTo>
                    <a:pt x="8028" y="7602"/>
                  </a:lnTo>
                  <a:lnTo>
                    <a:pt x="8187" y="7337"/>
                  </a:lnTo>
                  <a:lnTo>
                    <a:pt x="8294" y="7044"/>
                  </a:lnTo>
                  <a:lnTo>
                    <a:pt x="8320" y="6725"/>
                  </a:lnTo>
                  <a:lnTo>
                    <a:pt x="8586" y="6539"/>
                  </a:lnTo>
                  <a:lnTo>
                    <a:pt x="8799" y="6300"/>
                  </a:lnTo>
                  <a:lnTo>
                    <a:pt x="8932" y="6034"/>
                  </a:lnTo>
                  <a:lnTo>
                    <a:pt x="9038" y="5742"/>
                  </a:lnTo>
                  <a:lnTo>
                    <a:pt x="9091" y="5449"/>
                  </a:lnTo>
                  <a:lnTo>
                    <a:pt x="9091" y="5157"/>
                  </a:lnTo>
                  <a:lnTo>
                    <a:pt x="9038" y="4838"/>
                  </a:lnTo>
                  <a:lnTo>
                    <a:pt x="8905" y="4546"/>
                  </a:lnTo>
                  <a:lnTo>
                    <a:pt x="9038" y="4253"/>
                  </a:lnTo>
                  <a:lnTo>
                    <a:pt x="9091" y="3961"/>
                  </a:lnTo>
                  <a:lnTo>
                    <a:pt x="9118" y="3642"/>
                  </a:lnTo>
                  <a:lnTo>
                    <a:pt x="9038" y="3349"/>
                  </a:lnTo>
                  <a:lnTo>
                    <a:pt x="8932" y="3057"/>
                  </a:lnTo>
                  <a:lnTo>
                    <a:pt x="8799" y="2791"/>
                  </a:lnTo>
                  <a:lnTo>
                    <a:pt x="8586" y="2552"/>
                  </a:lnTo>
                  <a:lnTo>
                    <a:pt x="8320" y="2366"/>
                  </a:lnTo>
                  <a:lnTo>
                    <a:pt x="8294" y="2073"/>
                  </a:lnTo>
                  <a:lnTo>
                    <a:pt x="8187" y="1781"/>
                  </a:lnTo>
                  <a:lnTo>
                    <a:pt x="8054" y="1489"/>
                  </a:lnTo>
                  <a:lnTo>
                    <a:pt x="7842" y="1249"/>
                  </a:lnTo>
                  <a:lnTo>
                    <a:pt x="7602" y="1063"/>
                  </a:lnTo>
                  <a:lnTo>
                    <a:pt x="7337" y="904"/>
                  </a:lnTo>
                  <a:lnTo>
                    <a:pt x="7044" y="824"/>
                  </a:lnTo>
                  <a:lnTo>
                    <a:pt x="6725" y="771"/>
                  </a:lnTo>
                  <a:lnTo>
                    <a:pt x="6539" y="532"/>
                  </a:lnTo>
                  <a:lnTo>
                    <a:pt x="6300" y="319"/>
                  </a:lnTo>
                  <a:lnTo>
                    <a:pt x="6034" y="160"/>
                  </a:lnTo>
                  <a:lnTo>
                    <a:pt x="5768" y="53"/>
                  </a:lnTo>
                  <a:lnTo>
                    <a:pt x="5476" y="0"/>
                  </a:lnTo>
                  <a:lnTo>
                    <a:pt x="5157" y="0"/>
                  </a:lnTo>
                  <a:lnTo>
                    <a:pt x="4865" y="80"/>
                  </a:lnTo>
                  <a:lnTo>
                    <a:pt x="4572" y="186"/>
                  </a:lnTo>
                  <a:lnTo>
                    <a:pt x="4280" y="80"/>
                  </a:lnTo>
                  <a:lnTo>
                    <a:pt x="396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87"/>
            <p:cNvSpPr/>
            <p:nvPr/>
          </p:nvSpPr>
          <p:spPr>
            <a:xfrm>
              <a:off x="7300800" y="3493100"/>
              <a:ext cx="36575" cy="33925"/>
            </a:xfrm>
            <a:custGeom>
              <a:rect b="b" l="l" r="r" t="t"/>
              <a:pathLst>
                <a:path extrusionOk="0" h="1357" w="1463">
                  <a:moveTo>
                    <a:pt x="133" y="1"/>
                  </a:moveTo>
                  <a:lnTo>
                    <a:pt x="80" y="54"/>
                  </a:lnTo>
                  <a:lnTo>
                    <a:pt x="27" y="107"/>
                  </a:lnTo>
                  <a:lnTo>
                    <a:pt x="0" y="187"/>
                  </a:lnTo>
                  <a:lnTo>
                    <a:pt x="27" y="266"/>
                  </a:lnTo>
                  <a:lnTo>
                    <a:pt x="53" y="346"/>
                  </a:lnTo>
                  <a:lnTo>
                    <a:pt x="133" y="373"/>
                  </a:lnTo>
                  <a:lnTo>
                    <a:pt x="213" y="399"/>
                  </a:lnTo>
                  <a:lnTo>
                    <a:pt x="744" y="399"/>
                  </a:lnTo>
                  <a:lnTo>
                    <a:pt x="133" y="1011"/>
                  </a:lnTo>
                  <a:lnTo>
                    <a:pt x="80" y="1037"/>
                  </a:lnTo>
                  <a:lnTo>
                    <a:pt x="53" y="1090"/>
                  </a:lnTo>
                  <a:lnTo>
                    <a:pt x="53" y="1170"/>
                  </a:lnTo>
                  <a:lnTo>
                    <a:pt x="80" y="1223"/>
                  </a:lnTo>
                  <a:lnTo>
                    <a:pt x="106" y="1276"/>
                  </a:lnTo>
                  <a:lnTo>
                    <a:pt x="160" y="1303"/>
                  </a:lnTo>
                  <a:lnTo>
                    <a:pt x="213" y="1330"/>
                  </a:lnTo>
                  <a:lnTo>
                    <a:pt x="266" y="1330"/>
                  </a:lnTo>
                  <a:lnTo>
                    <a:pt x="1276" y="1356"/>
                  </a:lnTo>
                  <a:lnTo>
                    <a:pt x="1356" y="1330"/>
                  </a:lnTo>
                  <a:lnTo>
                    <a:pt x="1409" y="1276"/>
                  </a:lnTo>
                  <a:lnTo>
                    <a:pt x="1462" y="1223"/>
                  </a:lnTo>
                  <a:lnTo>
                    <a:pt x="1462" y="1144"/>
                  </a:lnTo>
                  <a:lnTo>
                    <a:pt x="1462" y="1064"/>
                  </a:lnTo>
                  <a:lnTo>
                    <a:pt x="1409" y="1011"/>
                  </a:lnTo>
                  <a:lnTo>
                    <a:pt x="1356" y="958"/>
                  </a:lnTo>
                  <a:lnTo>
                    <a:pt x="1276" y="931"/>
                  </a:lnTo>
                  <a:lnTo>
                    <a:pt x="744" y="931"/>
                  </a:lnTo>
                  <a:lnTo>
                    <a:pt x="1356" y="346"/>
                  </a:lnTo>
                  <a:lnTo>
                    <a:pt x="1382" y="293"/>
                  </a:lnTo>
                  <a:lnTo>
                    <a:pt x="1409" y="240"/>
                  </a:lnTo>
                  <a:lnTo>
                    <a:pt x="1409" y="187"/>
                  </a:lnTo>
                  <a:lnTo>
                    <a:pt x="1409" y="133"/>
                  </a:lnTo>
                  <a:lnTo>
                    <a:pt x="1382" y="80"/>
                  </a:lnTo>
                  <a:lnTo>
                    <a:pt x="1329" y="54"/>
                  </a:lnTo>
                  <a:lnTo>
                    <a:pt x="1276" y="27"/>
                  </a:lnTo>
                  <a:lnTo>
                    <a:pt x="122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87"/>
            <p:cNvSpPr/>
            <p:nvPr/>
          </p:nvSpPr>
          <p:spPr>
            <a:xfrm>
              <a:off x="7340000" y="3477825"/>
              <a:ext cx="36575" cy="33900"/>
            </a:xfrm>
            <a:custGeom>
              <a:rect b="b" l="l" r="r" t="t"/>
              <a:pathLst>
                <a:path extrusionOk="0" h="1356" w="1463">
                  <a:moveTo>
                    <a:pt x="133" y="0"/>
                  </a:moveTo>
                  <a:lnTo>
                    <a:pt x="80" y="53"/>
                  </a:lnTo>
                  <a:lnTo>
                    <a:pt x="27" y="107"/>
                  </a:lnTo>
                  <a:lnTo>
                    <a:pt x="0" y="186"/>
                  </a:lnTo>
                  <a:lnTo>
                    <a:pt x="27" y="266"/>
                  </a:lnTo>
                  <a:lnTo>
                    <a:pt x="80" y="346"/>
                  </a:lnTo>
                  <a:lnTo>
                    <a:pt x="133" y="372"/>
                  </a:lnTo>
                  <a:lnTo>
                    <a:pt x="213" y="399"/>
                  </a:lnTo>
                  <a:lnTo>
                    <a:pt x="745" y="399"/>
                  </a:lnTo>
                  <a:lnTo>
                    <a:pt x="133" y="1010"/>
                  </a:lnTo>
                  <a:lnTo>
                    <a:pt x="80" y="1037"/>
                  </a:lnTo>
                  <a:lnTo>
                    <a:pt x="80" y="1090"/>
                  </a:lnTo>
                  <a:lnTo>
                    <a:pt x="54" y="1170"/>
                  </a:lnTo>
                  <a:lnTo>
                    <a:pt x="80" y="1223"/>
                  </a:lnTo>
                  <a:lnTo>
                    <a:pt x="107" y="1276"/>
                  </a:lnTo>
                  <a:lnTo>
                    <a:pt x="160" y="1303"/>
                  </a:lnTo>
                  <a:lnTo>
                    <a:pt x="213" y="1329"/>
                  </a:lnTo>
                  <a:lnTo>
                    <a:pt x="266" y="1329"/>
                  </a:lnTo>
                  <a:lnTo>
                    <a:pt x="1276" y="1356"/>
                  </a:lnTo>
                  <a:lnTo>
                    <a:pt x="1356" y="1329"/>
                  </a:lnTo>
                  <a:lnTo>
                    <a:pt x="1409" y="1276"/>
                  </a:lnTo>
                  <a:lnTo>
                    <a:pt x="1462" y="1223"/>
                  </a:lnTo>
                  <a:lnTo>
                    <a:pt x="1462" y="1143"/>
                  </a:lnTo>
                  <a:lnTo>
                    <a:pt x="1462" y="1063"/>
                  </a:lnTo>
                  <a:lnTo>
                    <a:pt x="1409" y="1010"/>
                  </a:lnTo>
                  <a:lnTo>
                    <a:pt x="1356" y="957"/>
                  </a:lnTo>
                  <a:lnTo>
                    <a:pt x="1276" y="931"/>
                  </a:lnTo>
                  <a:lnTo>
                    <a:pt x="745" y="931"/>
                  </a:lnTo>
                  <a:lnTo>
                    <a:pt x="1356" y="346"/>
                  </a:lnTo>
                  <a:lnTo>
                    <a:pt x="1409" y="293"/>
                  </a:lnTo>
                  <a:lnTo>
                    <a:pt x="1409" y="239"/>
                  </a:lnTo>
                  <a:lnTo>
                    <a:pt x="1409" y="186"/>
                  </a:lnTo>
                  <a:lnTo>
                    <a:pt x="1409" y="133"/>
                  </a:lnTo>
                  <a:lnTo>
                    <a:pt x="1383" y="80"/>
                  </a:lnTo>
                  <a:lnTo>
                    <a:pt x="1329" y="53"/>
                  </a:lnTo>
                  <a:lnTo>
                    <a:pt x="1276" y="27"/>
                  </a:lnTo>
                  <a:lnTo>
                    <a:pt x="122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7" name="Google Shape;1537;p87"/>
          <p:cNvGrpSpPr/>
          <p:nvPr/>
        </p:nvGrpSpPr>
        <p:grpSpPr>
          <a:xfrm>
            <a:off x="880782" y="4166606"/>
            <a:ext cx="263775" cy="254162"/>
            <a:chOff x="238775" y="4147000"/>
            <a:chExt cx="255200" cy="245900"/>
          </a:xfrm>
        </p:grpSpPr>
        <p:sp>
          <p:nvSpPr>
            <p:cNvPr id="1538" name="Google Shape;1538;p87"/>
            <p:cNvSpPr/>
            <p:nvPr/>
          </p:nvSpPr>
          <p:spPr>
            <a:xfrm>
              <a:off x="238775" y="4215450"/>
              <a:ext cx="255200" cy="177450"/>
            </a:xfrm>
            <a:custGeom>
              <a:rect b="b" l="l" r="r" t="t"/>
              <a:pathLst>
                <a:path extrusionOk="0" h="7098" w="10208">
                  <a:moveTo>
                    <a:pt x="9198" y="399"/>
                  </a:moveTo>
                  <a:lnTo>
                    <a:pt x="9331" y="426"/>
                  </a:lnTo>
                  <a:lnTo>
                    <a:pt x="9464" y="479"/>
                  </a:lnTo>
                  <a:lnTo>
                    <a:pt x="9570" y="559"/>
                  </a:lnTo>
                  <a:lnTo>
                    <a:pt x="9676" y="665"/>
                  </a:lnTo>
                  <a:lnTo>
                    <a:pt x="9729" y="771"/>
                  </a:lnTo>
                  <a:lnTo>
                    <a:pt x="9783" y="878"/>
                  </a:lnTo>
                  <a:lnTo>
                    <a:pt x="9783" y="1011"/>
                  </a:lnTo>
                  <a:lnTo>
                    <a:pt x="9783" y="1117"/>
                  </a:lnTo>
                  <a:lnTo>
                    <a:pt x="9756" y="1250"/>
                  </a:lnTo>
                  <a:lnTo>
                    <a:pt x="9729" y="1356"/>
                  </a:lnTo>
                  <a:lnTo>
                    <a:pt x="9676" y="1463"/>
                  </a:lnTo>
                  <a:lnTo>
                    <a:pt x="9596" y="1542"/>
                  </a:lnTo>
                  <a:lnTo>
                    <a:pt x="9517" y="1649"/>
                  </a:lnTo>
                  <a:lnTo>
                    <a:pt x="9464" y="1755"/>
                  </a:lnTo>
                  <a:lnTo>
                    <a:pt x="9437" y="1861"/>
                  </a:lnTo>
                  <a:lnTo>
                    <a:pt x="9437" y="1968"/>
                  </a:lnTo>
                  <a:lnTo>
                    <a:pt x="9517" y="2765"/>
                  </a:lnTo>
                  <a:lnTo>
                    <a:pt x="9517" y="3562"/>
                  </a:lnTo>
                  <a:lnTo>
                    <a:pt x="9517" y="4333"/>
                  </a:lnTo>
                  <a:lnTo>
                    <a:pt x="9437" y="5131"/>
                  </a:lnTo>
                  <a:lnTo>
                    <a:pt x="9437" y="5264"/>
                  </a:lnTo>
                  <a:lnTo>
                    <a:pt x="9464" y="5370"/>
                  </a:lnTo>
                  <a:lnTo>
                    <a:pt x="9517" y="5476"/>
                  </a:lnTo>
                  <a:lnTo>
                    <a:pt x="9596" y="5556"/>
                  </a:lnTo>
                  <a:lnTo>
                    <a:pt x="9596" y="5583"/>
                  </a:lnTo>
                  <a:lnTo>
                    <a:pt x="9703" y="5689"/>
                  </a:lnTo>
                  <a:lnTo>
                    <a:pt x="9756" y="5795"/>
                  </a:lnTo>
                  <a:lnTo>
                    <a:pt x="9783" y="5928"/>
                  </a:lnTo>
                  <a:lnTo>
                    <a:pt x="9809" y="6061"/>
                  </a:lnTo>
                  <a:lnTo>
                    <a:pt x="9783" y="6194"/>
                  </a:lnTo>
                  <a:lnTo>
                    <a:pt x="9729" y="6327"/>
                  </a:lnTo>
                  <a:lnTo>
                    <a:pt x="9676" y="6433"/>
                  </a:lnTo>
                  <a:lnTo>
                    <a:pt x="9570" y="6540"/>
                  </a:lnTo>
                  <a:lnTo>
                    <a:pt x="9464" y="6619"/>
                  </a:lnTo>
                  <a:lnTo>
                    <a:pt x="9357" y="6672"/>
                  </a:lnTo>
                  <a:lnTo>
                    <a:pt x="9224" y="6699"/>
                  </a:lnTo>
                  <a:lnTo>
                    <a:pt x="9118" y="6699"/>
                  </a:lnTo>
                  <a:lnTo>
                    <a:pt x="8985" y="6672"/>
                  </a:lnTo>
                  <a:lnTo>
                    <a:pt x="8852" y="6646"/>
                  </a:lnTo>
                  <a:lnTo>
                    <a:pt x="8746" y="6566"/>
                  </a:lnTo>
                  <a:lnTo>
                    <a:pt x="8666" y="6486"/>
                  </a:lnTo>
                  <a:lnTo>
                    <a:pt x="8640" y="6460"/>
                  </a:lnTo>
                  <a:lnTo>
                    <a:pt x="8560" y="6407"/>
                  </a:lnTo>
                  <a:lnTo>
                    <a:pt x="8453" y="6353"/>
                  </a:lnTo>
                  <a:lnTo>
                    <a:pt x="8347" y="6327"/>
                  </a:lnTo>
                  <a:lnTo>
                    <a:pt x="8241" y="6327"/>
                  </a:lnTo>
                  <a:lnTo>
                    <a:pt x="6673" y="6407"/>
                  </a:lnTo>
                  <a:lnTo>
                    <a:pt x="5104" y="6433"/>
                  </a:lnTo>
                  <a:lnTo>
                    <a:pt x="3536" y="6407"/>
                  </a:lnTo>
                  <a:lnTo>
                    <a:pt x="1968" y="6327"/>
                  </a:lnTo>
                  <a:lnTo>
                    <a:pt x="1861" y="6327"/>
                  </a:lnTo>
                  <a:lnTo>
                    <a:pt x="1755" y="6353"/>
                  </a:lnTo>
                  <a:lnTo>
                    <a:pt x="1649" y="6407"/>
                  </a:lnTo>
                  <a:lnTo>
                    <a:pt x="1569" y="6460"/>
                  </a:lnTo>
                  <a:lnTo>
                    <a:pt x="1516" y="6513"/>
                  </a:lnTo>
                  <a:lnTo>
                    <a:pt x="1436" y="6593"/>
                  </a:lnTo>
                  <a:lnTo>
                    <a:pt x="1303" y="6672"/>
                  </a:lnTo>
                  <a:lnTo>
                    <a:pt x="1170" y="6699"/>
                  </a:lnTo>
                  <a:lnTo>
                    <a:pt x="904" y="6699"/>
                  </a:lnTo>
                  <a:lnTo>
                    <a:pt x="771" y="6646"/>
                  </a:lnTo>
                  <a:lnTo>
                    <a:pt x="665" y="6566"/>
                  </a:lnTo>
                  <a:lnTo>
                    <a:pt x="559" y="6486"/>
                  </a:lnTo>
                  <a:lnTo>
                    <a:pt x="506" y="6380"/>
                  </a:lnTo>
                  <a:lnTo>
                    <a:pt x="452" y="6247"/>
                  </a:lnTo>
                  <a:lnTo>
                    <a:pt x="426" y="6141"/>
                  </a:lnTo>
                  <a:lnTo>
                    <a:pt x="426" y="6008"/>
                  </a:lnTo>
                  <a:lnTo>
                    <a:pt x="426" y="5902"/>
                  </a:lnTo>
                  <a:lnTo>
                    <a:pt x="479" y="5769"/>
                  </a:lnTo>
                  <a:lnTo>
                    <a:pt x="532" y="5662"/>
                  </a:lnTo>
                  <a:lnTo>
                    <a:pt x="612" y="5556"/>
                  </a:lnTo>
                  <a:lnTo>
                    <a:pt x="692" y="5476"/>
                  </a:lnTo>
                  <a:lnTo>
                    <a:pt x="745" y="5370"/>
                  </a:lnTo>
                  <a:lnTo>
                    <a:pt x="771" y="5264"/>
                  </a:lnTo>
                  <a:lnTo>
                    <a:pt x="771" y="5131"/>
                  </a:lnTo>
                  <a:lnTo>
                    <a:pt x="692" y="4333"/>
                  </a:lnTo>
                  <a:lnTo>
                    <a:pt x="665" y="3562"/>
                  </a:lnTo>
                  <a:lnTo>
                    <a:pt x="692" y="2765"/>
                  </a:lnTo>
                  <a:lnTo>
                    <a:pt x="771" y="1968"/>
                  </a:lnTo>
                  <a:lnTo>
                    <a:pt x="771" y="1861"/>
                  </a:lnTo>
                  <a:lnTo>
                    <a:pt x="745" y="1755"/>
                  </a:lnTo>
                  <a:lnTo>
                    <a:pt x="692" y="1649"/>
                  </a:lnTo>
                  <a:lnTo>
                    <a:pt x="612" y="1542"/>
                  </a:lnTo>
                  <a:lnTo>
                    <a:pt x="612" y="1516"/>
                  </a:lnTo>
                  <a:lnTo>
                    <a:pt x="506" y="1409"/>
                  </a:lnTo>
                  <a:lnTo>
                    <a:pt x="452" y="1303"/>
                  </a:lnTo>
                  <a:lnTo>
                    <a:pt x="426" y="1170"/>
                  </a:lnTo>
                  <a:lnTo>
                    <a:pt x="399" y="1037"/>
                  </a:lnTo>
                  <a:lnTo>
                    <a:pt x="426" y="904"/>
                  </a:lnTo>
                  <a:lnTo>
                    <a:pt x="479" y="771"/>
                  </a:lnTo>
                  <a:lnTo>
                    <a:pt x="532" y="665"/>
                  </a:lnTo>
                  <a:lnTo>
                    <a:pt x="639" y="559"/>
                  </a:lnTo>
                  <a:lnTo>
                    <a:pt x="718" y="506"/>
                  </a:lnTo>
                  <a:lnTo>
                    <a:pt x="825" y="452"/>
                  </a:lnTo>
                  <a:lnTo>
                    <a:pt x="931" y="426"/>
                  </a:lnTo>
                  <a:lnTo>
                    <a:pt x="1064" y="399"/>
                  </a:lnTo>
                  <a:lnTo>
                    <a:pt x="1197" y="426"/>
                  </a:lnTo>
                  <a:lnTo>
                    <a:pt x="1330" y="452"/>
                  </a:lnTo>
                  <a:lnTo>
                    <a:pt x="1436" y="532"/>
                  </a:lnTo>
                  <a:lnTo>
                    <a:pt x="1542" y="612"/>
                  </a:lnTo>
                  <a:lnTo>
                    <a:pt x="1569" y="638"/>
                  </a:lnTo>
                  <a:lnTo>
                    <a:pt x="1649" y="718"/>
                  </a:lnTo>
                  <a:lnTo>
                    <a:pt x="1755" y="745"/>
                  </a:lnTo>
                  <a:lnTo>
                    <a:pt x="1861" y="798"/>
                  </a:lnTo>
                  <a:lnTo>
                    <a:pt x="1968" y="798"/>
                  </a:lnTo>
                  <a:lnTo>
                    <a:pt x="3536" y="718"/>
                  </a:lnTo>
                  <a:lnTo>
                    <a:pt x="5104" y="692"/>
                  </a:lnTo>
                  <a:lnTo>
                    <a:pt x="6673" y="718"/>
                  </a:lnTo>
                  <a:lnTo>
                    <a:pt x="8241" y="798"/>
                  </a:lnTo>
                  <a:lnTo>
                    <a:pt x="8347" y="798"/>
                  </a:lnTo>
                  <a:lnTo>
                    <a:pt x="8453" y="745"/>
                  </a:lnTo>
                  <a:lnTo>
                    <a:pt x="8560" y="718"/>
                  </a:lnTo>
                  <a:lnTo>
                    <a:pt x="8640" y="638"/>
                  </a:lnTo>
                  <a:lnTo>
                    <a:pt x="8666" y="585"/>
                  </a:lnTo>
                  <a:lnTo>
                    <a:pt x="8799" y="506"/>
                  </a:lnTo>
                  <a:lnTo>
                    <a:pt x="8905" y="452"/>
                  </a:lnTo>
                  <a:lnTo>
                    <a:pt x="9038" y="399"/>
                  </a:lnTo>
                  <a:close/>
                  <a:moveTo>
                    <a:pt x="1117" y="1"/>
                  </a:moveTo>
                  <a:lnTo>
                    <a:pt x="904" y="27"/>
                  </a:lnTo>
                  <a:lnTo>
                    <a:pt x="718" y="54"/>
                  </a:lnTo>
                  <a:lnTo>
                    <a:pt x="532" y="160"/>
                  </a:lnTo>
                  <a:lnTo>
                    <a:pt x="373" y="266"/>
                  </a:lnTo>
                  <a:lnTo>
                    <a:pt x="213" y="426"/>
                  </a:lnTo>
                  <a:lnTo>
                    <a:pt x="107" y="612"/>
                  </a:lnTo>
                  <a:lnTo>
                    <a:pt x="27" y="798"/>
                  </a:lnTo>
                  <a:lnTo>
                    <a:pt x="1" y="1037"/>
                  </a:lnTo>
                  <a:lnTo>
                    <a:pt x="27" y="1250"/>
                  </a:lnTo>
                  <a:lnTo>
                    <a:pt x="80" y="1436"/>
                  </a:lnTo>
                  <a:lnTo>
                    <a:pt x="187" y="1649"/>
                  </a:lnTo>
                  <a:lnTo>
                    <a:pt x="320" y="1808"/>
                  </a:lnTo>
                  <a:lnTo>
                    <a:pt x="346" y="1835"/>
                  </a:lnTo>
                  <a:lnTo>
                    <a:pt x="373" y="1888"/>
                  </a:lnTo>
                  <a:lnTo>
                    <a:pt x="373" y="1941"/>
                  </a:lnTo>
                  <a:lnTo>
                    <a:pt x="293" y="2738"/>
                  </a:lnTo>
                  <a:lnTo>
                    <a:pt x="266" y="3562"/>
                  </a:lnTo>
                  <a:lnTo>
                    <a:pt x="293" y="4360"/>
                  </a:lnTo>
                  <a:lnTo>
                    <a:pt x="373" y="5184"/>
                  </a:lnTo>
                  <a:lnTo>
                    <a:pt x="373" y="5237"/>
                  </a:lnTo>
                  <a:lnTo>
                    <a:pt x="346" y="5290"/>
                  </a:lnTo>
                  <a:lnTo>
                    <a:pt x="213" y="5450"/>
                  </a:lnTo>
                  <a:lnTo>
                    <a:pt x="107" y="5609"/>
                  </a:lnTo>
                  <a:lnTo>
                    <a:pt x="54" y="5795"/>
                  </a:lnTo>
                  <a:lnTo>
                    <a:pt x="27" y="6008"/>
                  </a:lnTo>
                  <a:lnTo>
                    <a:pt x="27" y="6194"/>
                  </a:lnTo>
                  <a:lnTo>
                    <a:pt x="80" y="6380"/>
                  </a:lnTo>
                  <a:lnTo>
                    <a:pt x="160" y="6566"/>
                  </a:lnTo>
                  <a:lnTo>
                    <a:pt x="266" y="6752"/>
                  </a:lnTo>
                  <a:lnTo>
                    <a:pt x="426" y="6885"/>
                  </a:lnTo>
                  <a:lnTo>
                    <a:pt x="612" y="6991"/>
                  </a:lnTo>
                  <a:lnTo>
                    <a:pt x="825" y="7071"/>
                  </a:lnTo>
                  <a:lnTo>
                    <a:pt x="1037" y="7098"/>
                  </a:lnTo>
                  <a:lnTo>
                    <a:pt x="1276" y="7098"/>
                  </a:lnTo>
                  <a:lnTo>
                    <a:pt x="1463" y="7018"/>
                  </a:lnTo>
                  <a:lnTo>
                    <a:pt x="1649" y="6938"/>
                  </a:lnTo>
                  <a:lnTo>
                    <a:pt x="1808" y="6805"/>
                  </a:lnTo>
                  <a:lnTo>
                    <a:pt x="1861" y="6752"/>
                  </a:lnTo>
                  <a:lnTo>
                    <a:pt x="1888" y="6726"/>
                  </a:lnTo>
                  <a:lnTo>
                    <a:pt x="1941" y="6726"/>
                  </a:lnTo>
                  <a:lnTo>
                    <a:pt x="3536" y="6805"/>
                  </a:lnTo>
                  <a:lnTo>
                    <a:pt x="5104" y="6832"/>
                  </a:lnTo>
                  <a:lnTo>
                    <a:pt x="6673" y="6805"/>
                  </a:lnTo>
                  <a:lnTo>
                    <a:pt x="8267" y="6726"/>
                  </a:lnTo>
                  <a:lnTo>
                    <a:pt x="8321" y="6726"/>
                  </a:lnTo>
                  <a:lnTo>
                    <a:pt x="8347" y="6752"/>
                  </a:lnTo>
                  <a:lnTo>
                    <a:pt x="8374" y="6779"/>
                  </a:lnTo>
                  <a:lnTo>
                    <a:pt x="8533" y="6912"/>
                  </a:lnTo>
                  <a:lnTo>
                    <a:pt x="8719" y="7018"/>
                  </a:lnTo>
                  <a:lnTo>
                    <a:pt x="8905" y="7071"/>
                  </a:lnTo>
                  <a:lnTo>
                    <a:pt x="9091" y="7098"/>
                  </a:lnTo>
                  <a:lnTo>
                    <a:pt x="9277" y="7098"/>
                  </a:lnTo>
                  <a:lnTo>
                    <a:pt x="9490" y="7045"/>
                  </a:lnTo>
                  <a:lnTo>
                    <a:pt x="9676" y="6965"/>
                  </a:lnTo>
                  <a:lnTo>
                    <a:pt x="9836" y="6832"/>
                  </a:lnTo>
                  <a:lnTo>
                    <a:pt x="9995" y="6672"/>
                  </a:lnTo>
                  <a:lnTo>
                    <a:pt x="10102" y="6513"/>
                  </a:lnTo>
                  <a:lnTo>
                    <a:pt x="10181" y="6300"/>
                  </a:lnTo>
                  <a:lnTo>
                    <a:pt x="10208" y="6088"/>
                  </a:lnTo>
                  <a:lnTo>
                    <a:pt x="10181" y="5875"/>
                  </a:lnTo>
                  <a:lnTo>
                    <a:pt x="10128" y="5662"/>
                  </a:lnTo>
                  <a:lnTo>
                    <a:pt x="10022" y="5476"/>
                  </a:lnTo>
                  <a:lnTo>
                    <a:pt x="9889" y="5290"/>
                  </a:lnTo>
                  <a:lnTo>
                    <a:pt x="9862" y="5290"/>
                  </a:lnTo>
                  <a:lnTo>
                    <a:pt x="9836" y="5237"/>
                  </a:lnTo>
                  <a:lnTo>
                    <a:pt x="9836" y="5184"/>
                  </a:lnTo>
                  <a:lnTo>
                    <a:pt x="9915" y="4360"/>
                  </a:lnTo>
                  <a:lnTo>
                    <a:pt x="9942" y="3562"/>
                  </a:lnTo>
                  <a:lnTo>
                    <a:pt x="9915" y="2738"/>
                  </a:lnTo>
                  <a:lnTo>
                    <a:pt x="9836" y="1941"/>
                  </a:lnTo>
                  <a:lnTo>
                    <a:pt x="9836" y="1888"/>
                  </a:lnTo>
                  <a:lnTo>
                    <a:pt x="9862" y="1835"/>
                  </a:lnTo>
                  <a:lnTo>
                    <a:pt x="9995" y="1675"/>
                  </a:lnTo>
                  <a:lnTo>
                    <a:pt x="10102" y="1516"/>
                  </a:lnTo>
                  <a:lnTo>
                    <a:pt x="10155" y="1330"/>
                  </a:lnTo>
                  <a:lnTo>
                    <a:pt x="10181" y="1144"/>
                  </a:lnTo>
                  <a:lnTo>
                    <a:pt x="10181" y="957"/>
                  </a:lnTo>
                  <a:lnTo>
                    <a:pt x="10155" y="771"/>
                  </a:lnTo>
                  <a:lnTo>
                    <a:pt x="10102" y="585"/>
                  </a:lnTo>
                  <a:lnTo>
                    <a:pt x="9995" y="426"/>
                  </a:lnTo>
                  <a:lnTo>
                    <a:pt x="9836" y="266"/>
                  </a:lnTo>
                  <a:lnTo>
                    <a:pt x="9650" y="133"/>
                  </a:lnTo>
                  <a:lnTo>
                    <a:pt x="9437" y="54"/>
                  </a:lnTo>
                  <a:lnTo>
                    <a:pt x="9224" y="1"/>
                  </a:lnTo>
                  <a:lnTo>
                    <a:pt x="8985" y="27"/>
                  </a:lnTo>
                  <a:lnTo>
                    <a:pt x="8772" y="80"/>
                  </a:lnTo>
                  <a:lnTo>
                    <a:pt x="8560" y="160"/>
                  </a:lnTo>
                  <a:lnTo>
                    <a:pt x="8400" y="320"/>
                  </a:lnTo>
                  <a:lnTo>
                    <a:pt x="8347" y="346"/>
                  </a:lnTo>
                  <a:lnTo>
                    <a:pt x="8321" y="373"/>
                  </a:lnTo>
                  <a:lnTo>
                    <a:pt x="8267" y="399"/>
                  </a:lnTo>
                  <a:lnTo>
                    <a:pt x="6673" y="320"/>
                  </a:lnTo>
                  <a:lnTo>
                    <a:pt x="5104" y="293"/>
                  </a:lnTo>
                  <a:lnTo>
                    <a:pt x="3536" y="320"/>
                  </a:lnTo>
                  <a:lnTo>
                    <a:pt x="1941" y="399"/>
                  </a:lnTo>
                  <a:lnTo>
                    <a:pt x="1888" y="373"/>
                  </a:lnTo>
                  <a:lnTo>
                    <a:pt x="1861" y="346"/>
                  </a:lnTo>
                  <a:lnTo>
                    <a:pt x="1835" y="346"/>
                  </a:lnTo>
                  <a:lnTo>
                    <a:pt x="1675" y="213"/>
                  </a:lnTo>
                  <a:lnTo>
                    <a:pt x="1489" y="107"/>
                  </a:lnTo>
                  <a:lnTo>
                    <a:pt x="1303" y="27"/>
                  </a:lnTo>
                  <a:lnTo>
                    <a:pt x="111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 name="Google Shape;1539;p87"/>
            <p:cNvSpPr/>
            <p:nvPr/>
          </p:nvSpPr>
          <p:spPr>
            <a:xfrm>
              <a:off x="276650" y="4257975"/>
              <a:ext cx="15325" cy="93075"/>
            </a:xfrm>
            <a:custGeom>
              <a:rect b="b" l="l" r="r" t="t"/>
              <a:pathLst>
                <a:path extrusionOk="0" h="3723" w="613">
                  <a:moveTo>
                    <a:pt x="134" y="1"/>
                  </a:moveTo>
                  <a:lnTo>
                    <a:pt x="80" y="27"/>
                  </a:lnTo>
                  <a:lnTo>
                    <a:pt x="27" y="80"/>
                  </a:lnTo>
                  <a:lnTo>
                    <a:pt x="1" y="160"/>
                  </a:lnTo>
                  <a:lnTo>
                    <a:pt x="1" y="240"/>
                  </a:lnTo>
                  <a:lnTo>
                    <a:pt x="80" y="639"/>
                  </a:lnTo>
                  <a:lnTo>
                    <a:pt x="160" y="1037"/>
                  </a:lnTo>
                  <a:lnTo>
                    <a:pt x="187" y="1436"/>
                  </a:lnTo>
                  <a:lnTo>
                    <a:pt x="213" y="1861"/>
                  </a:lnTo>
                  <a:lnTo>
                    <a:pt x="187" y="2260"/>
                  </a:lnTo>
                  <a:lnTo>
                    <a:pt x="160" y="2659"/>
                  </a:lnTo>
                  <a:lnTo>
                    <a:pt x="80" y="3058"/>
                  </a:lnTo>
                  <a:lnTo>
                    <a:pt x="1" y="3483"/>
                  </a:lnTo>
                  <a:lnTo>
                    <a:pt x="1" y="3563"/>
                  </a:lnTo>
                  <a:lnTo>
                    <a:pt x="54" y="3669"/>
                  </a:lnTo>
                  <a:lnTo>
                    <a:pt x="134" y="3722"/>
                  </a:lnTo>
                  <a:lnTo>
                    <a:pt x="240" y="3722"/>
                  </a:lnTo>
                  <a:lnTo>
                    <a:pt x="346" y="3669"/>
                  </a:lnTo>
                  <a:lnTo>
                    <a:pt x="399" y="3563"/>
                  </a:lnTo>
                  <a:lnTo>
                    <a:pt x="479" y="3137"/>
                  </a:lnTo>
                  <a:lnTo>
                    <a:pt x="559" y="2712"/>
                  </a:lnTo>
                  <a:lnTo>
                    <a:pt x="586" y="2287"/>
                  </a:lnTo>
                  <a:lnTo>
                    <a:pt x="612" y="1861"/>
                  </a:lnTo>
                  <a:lnTo>
                    <a:pt x="586" y="1410"/>
                  </a:lnTo>
                  <a:lnTo>
                    <a:pt x="559" y="984"/>
                  </a:lnTo>
                  <a:lnTo>
                    <a:pt x="479" y="559"/>
                  </a:lnTo>
                  <a:lnTo>
                    <a:pt x="399" y="134"/>
                  </a:lnTo>
                  <a:lnTo>
                    <a:pt x="346" y="54"/>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87"/>
            <p:cNvSpPr/>
            <p:nvPr/>
          </p:nvSpPr>
          <p:spPr>
            <a:xfrm>
              <a:off x="355075" y="4147000"/>
              <a:ext cx="41875" cy="41900"/>
            </a:xfrm>
            <a:custGeom>
              <a:rect b="b" l="l" r="r" t="t"/>
              <a:pathLst>
                <a:path extrusionOk="0" h="1676" w="1675">
                  <a:moveTo>
                    <a:pt x="213" y="1"/>
                  </a:moveTo>
                  <a:lnTo>
                    <a:pt x="133" y="27"/>
                  </a:lnTo>
                  <a:lnTo>
                    <a:pt x="107" y="80"/>
                  </a:lnTo>
                  <a:lnTo>
                    <a:pt x="80" y="160"/>
                  </a:lnTo>
                  <a:lnTo>
                    <a:pt x="80" y="240"/>
                  </a:lnTo>
                  <a:lnTo>
                    <a:pt x="107" y="320"/>
                  </a:lnTo>
                  <a:lnTo>
                    <a:pt x="160" y="373"/>
                  </a:lnTo>
                  <a:lnTo>
                    <a:pt x="240" y="399"/>
                  </a:lnTo>
                  <a:lnTo>
                    <a:pt x="957" y="479"/>
                  </a:lnTo>
                  <a:lnTo>
                    <a:pt x="80" y="1144"/>
                  </a:lnTo>
                  <a:lnTo>
                    <a:pt x="27" y="1197"/>
                  </a:lnTo>
                  <a:lnTo>
                    <a:pt x="0" y="1250"/>
                  </a:lnTo>
                  <a:lnTo>
                    <a:pt x="0" y="1303"/>
                  </a:lnTo>
                  <a:lnTo>
                    <a:pt x="0" y="1356"/>
                  </a:lnTo>
                  <a:lnTo>
                    <a:pt x="27" y="1409"/>
                  </a:lnTo>
                  <a:lnTo>
                    <a:pt x="53" y="1463"/>
                  </a:lnTo>
                  <a:lnTo>
                    <a:pt x="107" y="1489"/>
                  </a:lnTo>
                  <a:lnTo>
                    <a:pt x="160" y="1516"/>
                  </a:lnTo>
                  <a:lnTo>
                    <a:pt x="1462" y="1675"/>
                  </a:lnTo>
                  <a:lnTo>
                    <a:pt x="1489" y="1675"/>
                  </a:lnTo>
                  <a:lnTo>
                    <a:pt x="1569" y="1649"/>
                  </a:lnTo>
                  <a:lnTo>
                    <a:pt x="1622" y="1622"/>
                  </a:lnTo>
                  <a:lnTo>
                    <a:pt x="1675" y="1569"/>
                  </a:lnTo>
                  <a:lnTo>
                    <a:pt x="1675" y="1489"/>
                  </a:lnTo>
                  <a:lnTo>
                    <a:pt x="1675" y="1409"/>
                  </a:lnTo>
                  <a:lnTo>
                    <a:pt x="1648" y="1356"/>
                  </a:lnTo>
                  <a:lnTo>
                    <a:pt x="1569" y="1303"/>
                  </a:lnTo>
                  <a:lnTo>
                    <a:pt x="1515" y="1277"/>
                  </a:lnTo>
                  <a:lnTo>
                    <a:pt x="691" y="1170"/>
                  </a:lnTo>
                  <a:lnTo>
                    <a:pt x="1569" y="506"/>
                  </a:lnTo>
                  <a:lnTo>
                    <a:pt x="1622" y="453"/>
                  </a:lnTo>
                  <a:lnTo>
                    <a:pt x="1648" y="399"/>
                  </a:lnTo>
                  <a:lnTo>
                    <a:pt x="1648" y="346"/>
                  </a:lnTo>
                  <a:lnTo>
                    <a:pt x="1648" y="293"/>
                  </a:lnTo>
                  <a:lnTo>
                    <a:pt x="1622" y="240"/>
                  </a:lnTo>
                  <a:lnTo>
                    <a:pt x="1595" y="187"/>
                  </a:lnTo>
                  <a:lnTo>
                    <a:pt x="1542" y="160"/>
                  </a:lnTo>
                  <a:lnTo>
                    <a:pt x="1489" y="160"/>
                  </a:lnTo>
                  <a:lnTo>
                    <a:pt x="2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87"/>
            <p:cNvSpPr/>
            <p:nvPr/>
          </p:nvSpPr>
          <p:spPr>
            <a:xfrm>
              <a:off x="408225" y="4171600"/>
              <a:ext cx="37900" cy="37900"/>
            </a:xfrm>
            <a:custGeom>
              <a:rect b="b" l="l" r="r" t="t"/>
              <a:pathLst>
                <a:path extrusionOk="0" h="1516" w="1516">
                  <a:moveTo>
                    <a:pt x="213" y="0"/>
                  </a:moveTo>
                  <a:lnTo>
                    <a:pt x="160" y="53"/>
                  </a:lnTo>
                  <a:lnTo>
                    <a:pt x="107" y="106"/>
                  </a:lnTo>
                  <a:lnTo>
                    <a:pt x="81" y="186"/>
                  </a:lnTo>
                  <a:lnTo>
                    <a:pt x="81" y="266"/>
                  </a:lnTo>
                  <a:lnTo>
                    <a:pt x="107" y="319"/>
                  </a:lnTo>
                  <a:lnTo>
                    <a:pt x="160" y="372"/>
                  </a:lnTo>
                  <a:lnTo>
                    <a:pt x="240" y="399"/>
                  </a:lnTo>
                  <a:lnTo>
                    <a:pt x="798" y="479"/>
                  </a:lnTo>
                  <a:lnTo>
                    <a:pt x="81" y="1010"/>
                  </a:lnTo>
                  <a:lnTo>
                    <a:pt x="54" y="1063"/>
                  </a:lnTo>
                  <a:lnTo>
                    <a:pt x="27" y="1117"/>
                  </a:lnTo>
                  <a:lnTo>
                    <a:pt x="1" y="1170"/>
                  </a:lnTo>
                  <a:lnTo>
                    <a:pt x="1" y="1223"/>
                  </a:lnTo>
                  <a:lnTo>
                    <a:pt x="27" y="1276"/>
                  </a:lnTo>
                  <a:lnTo>
                    <a:pt x="81" y="1329"/>
                  </a:lnTo>
                  <a:lnTo>
                    <a:pt x="134" y="1356"/>
                  </a:lnTo>
                  <a:lnTo>
                    <a:pt x="187" y="1382"/>
                  </a:lnTo>
                  <a:lnTo>
                    <a:pt x="1303" y="1515"/>
                  </a:lnTo>
                  <a:lnTo>
                    <a:pt x="1330" y="1515"/>
                  </a:lnTo>
                  <a:lnTo>
                    <a:pt x="1410" y="1489"/>
                  </a:lnTo>
                  <a:lnTo>
                    <a:pt x="1463" y="1462"/>
                  </a:lnTo>
                  <a:lnTo>
                    <a:pt x="1516" y="1409"/>
                  </a:lnTo>
                  <a:lnTo>
                    <a:pt x="1516" y="1329"/>
                  </a:lnTo>
                  <a:lnTo>
                    <a:pt x="1516" y="1249"/>
                  </a:lnTo>
                  <a:lnTo>
                    <a:pt x="1489" y="1196"/>
                  </a:lnTo>
                  <a:lnTo>
                    <a:pt x="1436" y="1143"/>
                  </a:lnTo>
                  <a:lnTo>
                    <a:pt x="1356" y="1117"/>
                  </a:lnTo>
                  <a:lnTo>
                    <a:pt x="719" y="1037"/>
                  </a:lnTo>
                  <a:lnTo>
                    <a:pt x="1410" y="505"/>
                  </a:lnTo>
                  <a:lnTo>
                    <a:pt x="1463" y="452"/>
                  </a:lnTo>
                  <a:lnTo>
                    <a:pt x="1489" y="399"/>
                  </a:lnTo>
                  <a:lnTo>
                    <a:pt x="1489" y="346"/>
                  </a:lnTo>
                  <a:lnTo>
                    <a:pt x="1489" y="293"/>
                  </a:lnTo>
                  <a:lnTo>
                    <a:pt x="1463" y="239"/>
                  </a:lnTo>
                  <a:lnTo>
                    <a:pt x="1436" y="186"/>
                  </a:lnTo>
                  <a:lnTo>
                    <a:pt x="1383" y="160"/>
                  </a:lnTo>
                  <a:lnTo>
                    <a:pt x="1330" y="133"/>
                  </a:lnTo>
                  <a:lnTo>
                    <a:pt x="29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42" name="Google Shape;1542;p87"/>
          <p:cNvSpPr/>
          <p:nvPr/>
        </p:nvSpPr>
        <p:spPr>
          <a:xfrm>
            <a:off x="1662445" y="4169346"/>
            <a:ext cx="282328" cy="248684"/>
          </a:xfrm>
          <a:custGeom>
            <a:rect b="b" l="l" r="r" t="t"/>
            <a:pathLst>
              <a:path extrusionOk="0" h="9624" w="10926">
                <a:moveTo>
                  <a:pt x="2871" y="400"/>
                </a:moveTo>
                <a:lnTo>
                  <a:pt x="3084" y="453"/>
                </a:lnTo>
                <a:lnTo>
                  <a:pt x="3296" y="506"/>
                </a:lnTo>
                <a:lnTo>
                  <a:pt x="3482" y="586"/>
                </a:lnTo>
                <a:lnTo>
                  <a:pt x="3695" y="666"/>
                </a:lnTo>
                <a:lnTo>
                  <a:pt x="3881" y="772"/>
                </a:lnTo>
                <a:lnTo>
                  <a:pt x="4041" y="905"/>
                </a:lnTo>
                <a:lnTo>
                  <a:pt x="4200" y="1064"/>
                </a:lnTo>
                <a:lnTo>
                  <a:pt x="4333" y="1197"/>
                </a:lnTo>
                <a:lnTo>
                  <a:pt x="4466" y="1383"/>
                </a:lnTo>
                <a:lnTo>
                  <a:pt x="4572" y="1569"/>
                </a:lnTo>
                <a:lnTo>
                  <a:pt x="4679" y="1755"/>
                </a:lnTo>
                <a:lnTo>
                  <a:pt x="4732" y="1968"/>
                </a:lnTo>
                <a:lnTo>
                  <a:pt x="4785" y="2181"/>
                </a:lnTo>
                <a:lnTo>
                  <a:pt x="4838" y="2393"/>
                </a:lnTo>
                <a:lnTo>
                  <a:pt x="4838" y="2606"/>
                </a:lnTo>
                <a:lnTo>
                  <a:pt x="4838" y="3483"/>
                </a:lnTo>
                <a:lnTo>
                  <a:pt x="399" y="3483"/>
                </a:lnTo>
                <a:lnTo>
                  <a:pt x="399" y="2659"/>
                </a:lnTo>
                <a:lnTo>
                  <a:pt x="399" y="2420"/>
                </a:lnTo>
                <a:lnTo>
                  <a:pt x="426" y="2207"/>
                </a:lnTo>
                <a:lnTo>
                  <a:pt x="505" y="1995"/>
                </a:lnTo>
                <a:lnTo>
                  <a:pt x="558" y="1782"/>
                </a:lnTo>
                <a:lnTo>
                  <a:pt x="665" y="1596"/>
                </a:lnTo>
                <a:lnTo>
                  <a:pt x="771" y="1410"/>
                </a:lnTo>
                <a:lnTo>
                  <a:pt x="904" y="1224"/>
                </a:lnTo>
                <a:lnTo>
                  <a:pt x="1037" y="1064"/>
                </a:lnTo>
                <a:lnTo>
                  <a:pt x="1196" y="931"/>
                </a:lnTo>
                <a:lnTo>
                  <a:pt x="1382" y="798"/>
                </a:lnTo>
                <a:lnTo>
                  <a:pt x="1569" y="666"/>
                </a:lnTo>
                <a:lnTo>
                  <a:pt x="1755" y="586"/>
                </a:lnTo>
                <a:lnTo>
                  <a:pt x="1967" y="506"/>
                </a:lnTo>
                <a:lnTo>
                  <a:pt x="2180" y="453"/>
                </a:lnTo>
                <a:lnTo>
                  <a:pt x="2419" y="400"/>
                </a:lnTo>
                <a:close/>
                <a:moveTo>
                  <a:pt x="4838" y="3882"/>
                </a:moveTo>
                <a:lnTo>
                  <a:pt x="4838" y="4546"/>
                </a:lnTo>
                <a:lnTo>
                  <a:pt x="399" y="4546"/>
                </a:lnTo>
                <a:lnTo>
                  <a:pt x="399" y="3882"/>
                </a:lnTo>
                <a:close/>
                <a:moveTo>
                  <a:pt x="4838" y="4945"/>
                </a:moveTo>
                <a:lnTo>
                  <a:pt x="4838" y="5503"/>
                </a:lnTo>
                <a:lnTo>
                  <a:pt x="399" y="5503"/>
                </a:lnTo>
                <a:lnTo>
                  <a:pt x="399" y="4945"/>
                </a:lnTo>
                <a:close/>
                <a:moveTo>
                  <a:pt x="8453" y="400"/>
                </a:moveTo>
                <a:lnTo>
                  <a:pt x="8692" y="453"/>
                </a:lnTo>
                <a:lnTo>
                  <a:pt x="8905" y="506"/>
                </a:lnTo>
                <a:lnTo>
                  <a:pt x="9118" y="586"/>
                </a:lnTo>
                <a:lnTo>
                  <a:pt x="9304" y="666"/>
                </a:lnTo>
                <a:lnTo>
                  <a:pt x="9490" y="798"/>
                </a:lnTo>
                <a:lnTo>
                  <a:pt x="9676" y="931"/>
                </a:lnTo>
                <a:lnTo>
                  <a:pt x="9835" y="1064"/>
                </a:lnTo>
                <a:lnTo>
                  <a:pt x="9995" y="1224"/>
                </a:lnTo>
                <a:lnTo>
                  <a:pt x="10128" y="1410"/>
                </a:lnTo>
                <a:lnTo>
                  <a:pt x="10234" y="1596"/>
                </a:lnTo>
                <a:lnTo>
                  <a:pt x="10340" y="1809"/>
                </a:lnTo>
                <a:lnTo>
                  <a:pt x="10420" y="2021"/>
                </a:lnTo>
                <a:lnTo>
                  <a:pt x="10473" y="2234"/>
                </a:lnTo>
                <a:lnTo>
                  <a:pt x="10500" y="2473"/>
                </a:lnTo>
                <a:lnTo>
                  <a:pt x="10526" y="2686"/>
                </a:lnTo>
                <a:lnTo>
                  <a:pt x="10526" y="5503"/>
                </a:lnTo>
                <a:lnTo>
                  <a:pt x="5237" y="5503"/>
                </a:lnTo>
                <a:lnTo>
                  <a:pt x="5237" y="2606"/>
                </a:lnTo>
                <a:lnTo>
                  <a:pt x="5237" y="2446"/>
                </a:lnTo>
                <a:lnTo>
                  <a:pt x="5237" y="2420"/>
                </a:lnTo>
                <a:lnTo>
                  <a:pt x="5210" y="2314"/>
                </a:lnTo>
                <a:lnTo>
                  <a:pt x="5210" y="2234"/>
                </a:lnTo>
                <a:lnTo>
                  <a:pt x="5210" y="2127"/>
                </a:lnTo>
                <a:lnTo>
                  <a:pt x="5184" y="2101"/>
                </a:lnTo>
                <a:lnTo>
                  <a:pt x="5157" y="1968"/>
                </a:lnTo>
                <a:lnTo>
                  <a:pt x="5130" y="1888"/>
                </a:lnTo>
                <a:lnTo>
                  <a:pt x="5104" y="1809"/>
                </a:lnTo>
                <a:lnTo>
                  <a:pt x="5104" y="1755"/>
                </a:lnTo>
                <a:lnTo>
                  <a:pt x="5077" y="1676"/>
                </a:lnTo>
                <a:lnTo>
                  <a:pt x="5051" y="1596"/>
                </a:lnTo>
                <a:lnTo>
                  <a:pt x="5024" y="1569"/>
                </a:lnTo>
                <a:lnTo>
                  <a:pt x="4944" y="1383"/>
                </a:lnTo>
                <a:lnTo>
                  <a:pt x="4918" y="1357"/>
                </a:lnTo>
                <a:lnTo>
                  <a:pt x="4865" y="1277"/>
                </a:lnTo>
                <a:lnTo>
                  <a:pt x="4865" y="1250"/>
                </a:lnTo>
                <a:lnTo>
                  <a:pt x="4732" y="1038"/>
                </a:lnTo>
                <a:lnTo>
                  <a:pt x="4572" y="852"/>
                </a:lnTo>
                <a:lnTo>
                  <a:pt x="4306" y="612"/>
                </a:lnTo>
                <a:lnTo>
                  <a:pt x="4014" y="400"/>
                </a:lnTo>
                <a:close/>
                <a:moveTo>
                  <a:pt x="10526" y="5902"/>
                </a:moveTo>
                <a:lnTo>
                  <a:pt x="10526" y="6567"/>
                </a:lnTo>
                <a:lnTo>
                  <a:pt x="5237" y="6567"/>
                </a:lnTo>
                <a:lnTo>
                  <a:pt x="5237" y="5902"/>
                </a:lnTo>
                <a:close/>
                <a:moveTo>
                  <a:pt x="10526" y="6965"/>
                </a:moveTo>
                <a:lnTo>
                  <a:pt x="10526" y="8029"/>
                </a:lnTo>
                <a:lnTo>
                  <a:pt x="5237" y="8029"/>
                </a:lnTo>
                <a:lnTo>
                  <a:pt x="5237" y="6965"/>
                </a:lnTo>
                <a:close/>
                <a:moveTo>
                  <a:pt x="2605" y="1"/>
                </a:moveTo>
                <a:lnTo>
                  <a:pt x="2339" y="28"/>
                </a:lnTo>
                <a:lnTo>
                  <a:pt x="2074" y="54"/>
                </a:lnTo>
                <a:lnTo>
                  <a:pt x="1834" y="134"/>
                </a:lnTo>
                <a:lnTo>
                  <a:pt x="1595" y="214"/>
                </a:lnTo>
                <a:lnTo>
                  <a:pt x="1356" y="320"/>
                </a:lnTo>
                <a:lnTo>
                  <a:pt x="1143" y="453"/>
                </a:lnTo>
                <a:lnTo>
                  <a:pt x="957" y="612"/>
                </a:lnTo>
                <a:lnTo>
                  <a:pt x="771" y="798"/>
                </a:lnTo>
                <a:lnTo>
                  <a:pt x="585" y="984"/>
                </a:lnTo>
                <a:lnTo>
                  <a:pt x="452" y="1171"/>
                </a:lnTo>
                <a:lnTo>
                  <a:pt x="319" y="1410"/>
                </a:lnTo>
                <a:lnTo>
                  <a:pt x="186" y="1622"/>
                </a:lnTo>
                <a:lnTo>
                  <a:pt x="107" y="1862"/>
                </a:lnTo>
                <a:lnTo>
                  <a:pt x="53" y="2127"/>
                </a:lnTo>
                <a:lnTo>
                  <a:pt x="0" y="2393"/>
                </a:lnTo>
                <a:lnTo>
                  <a:pt x="0" y="2659"/>
                </a:lnTo>
                <a:lnTo>
                  <a:pt x="0" y="6912"/>
                </a:lnTo>
                <a:lnTo>
                  <a:pt x="0" y="6992"/>
                </a:lnTo>
                <a:lnTo>
                  <a:pt x="53" y="7045"/>
                </a:lnTo>
                <a:lnTo>
                  <a:pt x="107" y="7098"/>
                </a:lnTo>
                <a:lnTo>
                  <a:pt x="186" y="7125"/>
                </a:lnTo>
                <a:lnTo>
                  <a:pt x="266" y="7098"/>
                </a:lnTo>
                <a:lnTo>
                  <a:pt x="346" y="7045"/>
                </a:lnTo>
                <a:lnTo>
                  <a:pt x="372" y="6992"/>
                </a:lnTo>
                <a:lnTo>
                  <a:pt x="399" y="6912"/>
                </a:lnTo>
                <a:lnTo>
                  <a:pt x="399" y="5902"/>
                </a:lnTo>
                <a:lnTo>
                  <a:pt x="1196" y="5902"/>
                </a:lnTo>
                <a:lnTo>
                  <a:pt x="1196" y="6912"/>
                </a:lnTo>
                <a:lnTo>
                  <a:pt x="1223" y="6992"/>
                </a:lnTo>
                <a:lnTo>
                  <a:pt x="1250" y="7045"/>
                </a:lnTo>
                <a:lnTo>
                  <a:pt x="1329" y="7098"/>
                </a:lnTo>
                <a:lnTo>
                  <a:pt x="1382" y="7125"/>
                </a:lnTo>
                <a:lnTo>
                  <a:pt x="1462" y="7098"/>
                </a:lnTo>
                <a:lnTo>
                  <a:pt x="1542" y="7045"/>
                </a:lnTo>
                <a:lnTo>
                  <a:pt x="1569" y="6992"/>
                </a:lnTo>
                <a:lnTo>
                  <a:pt x="1595" y="6912"/>
                </a:lnTo>
                <a:lnTo>
                  <a:pt x="1595" y="5902"/>
                </a:lnTo>
                <a:lnTo>
                  <a:pt x="2393" y="5902"/>
                </a:lnTo>
                <a:lnTo>
                  <a:pt x="2393" y="6912"/>
                </a:lnTo>
                <a:lnTo>
                  <a:pt x="2419" y="6992"/>
                </a:lnTo>
                <a:lnTo>
                  <a:pt x="2446" y="7045"/>
                </a:lnTo>
                <a:lnTo>
                  <a:pt x="2525" y="7098"/>
                </a:lnTo>
                <a:lnTo>
                  <a:pt x="2605" y="7125"/>
                </a:lnTo>
                <a:lnTo>
                  <a:pt x="2685" y="7098"/>
                </a:lnTo>
                <a:lnTo>
                  <a:pt x="2738" y="7045"/>
                </a:lnTo>
                <a:lnTo>
                  <a:pt x="2791" y="6992"/>
                </a:lnTo>
                <a:lnTo>
                  <a:pt x="2791" y="6912"/>
                </a:lnTo>
                <a:lnTo>
                  <a:pt x="2791" y="5902"/>
                </a:lnTo>
                <a:lnTo>
                  <a:pt x="3615" y="5902"/>
                </a:lnTo>
                <a:lnTo>
                  <a:pt x="3615" y="6912"/>
                </a:lnTo>
                <a:lnTo>
                  <a:pt x="3615" y="6992"/>
                </a:lnTo>
                <a:lnTo>
                  <a:pt x="3668" y="7045"/>
                </a:lnTo>
                <a:lnTo>
                  <a:pt x="3722" y="7098"/>
                </a:lnTo>
                <a:lnTo>
                  <a:pt x="3801" y="7125"/>
                </a:lnTo>
                <a:lnTo>
                  <a:pt x="3881" y="7098"/>
                </a:lnTo>
                <a:lnTo>
                  <a:pt x="3934" y="7045"/>
                </a:lnTo>
                <a:lnTo>
                  <a:pt x="3987" y="6992"/>
                </a:lnTo>
                <a:lnTo>
                  <a:pt x="4014" y="6912"/>
                </a:lnTo>
                <a:lnTo>
                  <a:pt x="4014" y="5902"/>
                </a:lnTo>
                <a:lnTo>
                  <a:pt x="4838" y="5902"/>
                </a:lnTo>
                <a:lnTo>
                  <a:pt x="4838" y="9411"/>
                </a:lnTo>
                <a:lnTo>
                  <a:pt x="4865" y="9491"/>
                </a:lnTo>
                <a:lnTo>
                  <a:pt x="4891" y="9570"/>
                </a:lnTo>
                <a:lnTo>
                  <a:pt x="4971" y="9597"/>
                </a:lnTo>
                <a:lnTo>
                  <a:pt x="5051" y="9623"/>
                </a:lnTo>
                <a:lnTo>
                  <a:pt x="5130" y="9597"/>
                </a:lnTo>
                <a:lnTo>
                  <a:pt x="5184" y="9570"/>
                </a:lnTo>
                <a:lnTo>
                  <a:pt x="5237" y="9491"/>
                </a:lnTo>
                <a:lnTo>
                  <a:pt x="5237" y="9411"/>
                </a:lnTo>
                <a:lnTo>
                  <a:pt x="5237" y="8427"/>
                </a:lnTo>
                <a:lnTo>
                  <a:pt x="5981" y="8427"/>
                </a:lnTo>
                <a:lnTo>
                  <a:pt x="5981" y="9411"/>
                </a:lnTo>
                <a:lnTo>
                  <a:pt x="5981" y="9491"/>
                </a:lnTo>
                <a:lnTo>
                  <a:pt x="6034" y="9570"/>
                </a:lnTo>
                <a:lnTo>
                  <a:pt x="6087" y="9597"/>
                </a:lnTo>
                <a:lnTo>
                  <a:pt x="6167" y="9623"/>
                </a:lnTo>
                <a:lnTo>
                  <a:pt x="6247" y="9597"/>
                </a:lnTo>
                <a:lnTo>
                  <a:pt x="6327" y="9570"/>
                </a:lnTo>
                <a:lnTo>
                  <a:pt x="6353" y="9491"/>
                </a:lnTo>
                <a:lnTo>
                  <a:pt x="6380" y="9411"/>
                </a:lnTo>
                <a:lnTo>
                  <a:pt x="6380" y="8427"/>
                </a:lnTo>
                <a:lnTo>
                  <a:pt x="7097" y="8427"/>
                </a:lnTo>
                <a:lnTo>
                  <a:pt x="7097" y="9411"/>
                </a:lnTo>
                <a:lnTo>
                  <a:pt x="7124" y="9491"/>
                </a:lnTo>
                <a:lnTo>
                  <a:pt x="7177" y="9570"/>
                </a:lnTo>
                <a:lnTo>
                  <a:pt x="7230" y="9597"/>
                </a:lnTo>
                <a:lnTo>
                  <a:pt x="7310" y="9623"/>
                </a:lnTo>
                <a:lnTo>
                  <a:pt x="7390" y="9597"/>
                </a:lnTo>
                <a:lnTo>
                  <a:pt x="7443" y="9570"/>
                </a:lnTo>
                <a:lnTo>
                  <a:pt x="7496" y="9491"/>
                </a:lnTo>
                <a:lnTo>
                  <a:pt x="7523" y="9411"/>
                </a:lnTo>
                <a:lnTo>
                  <a:pt x="7523" y="8427"/>
                </a:lnTo>
                <a:lnTo>
                  <a:pt x="8240" y="8427"/>
                </a:lnTo>
                <a:lnTo>
                  <a:pt x="8240" y="9411"/>
                </a:lnTo>
                <a:lnTo>
                  <a:pt x="8267" y="9491"/>
                </a:lnTo>
                <a:lnTo>
                  <a:pt x="8294" y="9570"/>
                </a:lnTo>
                <a:lnTo>
                  <a:pt x="8373" y="9597"/>
                </a:lnTo>
                <a:lnTo>
                  <a:pt x="8453" y="9623"/>
                </a:lnTo>
                <a:lnTo>
                  <a:pt x="8533" y="9597"/>
                </a:lnTo>
                <a:lnTo>
                  <a:pt x="8586" y="9570"/>
                </a:lnTo>
                <a:lnTo>
                  <a:pt x="8639" y="9491"/>
                </a:lnTo>
                <a:lnTo>
                  <a:pt x="8639" y="9411"/>
                </a:lnTo>
                <a:lnTo>
                  <a:pt x="8639" y="8427"/>
                </a:lnTo>
                <a:lnTo>
                  <a:pt x="9383" y="8427"/>
                </a:lnTo>
                <a:lnTo>
                  <a:pt x="9383" y="9411"/>
                </a:lnTo>
                <a:lnTo>
                  <a:pt x="9383" y="9491"/>
                </a:lnTo>
                <a:lnTo>
                  <a:pt x="9437" y="9570"/>
                </a:lnTo>
                <a:lnTo>
                  <a:pt x="9490" y="9597"/>
                </a:lnTo>
                <a:lnTo>
                  <a:pt x="9570" y="9623"/>
                </a:lnTo>
                <a:lnTo>
                  <a:pt x="9649" y="9597"/>
                </a:lnTo>
                <a:lnTo>
                  <a:pt x="9729" y="9570"/>
                </a:lnTo>
                <a:lnTo>
                  <a:pt x="9756" y="9491"/>
                </a:lnTo>
                <a:lnTo>
                  <a:pt x="9782" y="9411"/>
                </a:lnTo>
                <a:lnTo>
                  <a:pt x="9782" y="8427"/>
                </a:lnTo>
                <a:lnTo>
                  <a:pt x="10526" y="8427"/>
                </a:lnTo>
                <a:lnTo>
                  <a:pt x="10526" y="9411"/>
                </a:lnTo>
                <a:lnTo>
                  <a:pt x="10526" y="9491"/>
                </a:lnTo>
                <a:lnTo>
                  <a:pt x="10580" y="9570"/>
                </a:lnTo>
                <a:lnTo>
                  <a:pt x="10633" y="9597"/>
                </a:lnTo>
                <a:lnTo>
                  <a:pt x="10713" y="9623"/>
                </a:lnTo>
                <a:lnTo>
                  <a:pt x="10792" y="9597"/>
                </a:lnTo>
                <a:lnTo>
                  <a:pt x="10845" y="9570"/>
                </a:lnTo>
                <a:lnTo>
                  <a:pt x="10899" y="9491"/>
                </a:lnTo>
                <a:lnTo>
                  <a:pt x="10925" y="9411"/>
                </a:lnTo>
                <a:lnTo>
                  <a:pt x="10925" y="2686"/>
                </a:lnTo>
                <a:lnTo>
                  <a:pt x="10899" y="2420"/>
                </a:lnTo>
                <a:lnTo>
                  <a:pt x="10872" y="2154"/>
                </a:lnTo>
                <a:lnTo>
                  <a:pt x="10792" y="1888"/>
                </a:lnTo>
                <a:lnTo>
                  <a:pt x="10713" y="1649"/>
                </a:lnTo>
                <a:lnTo>
                  <a:pt x="10580" y="1410"/>
                </a:lnTo>
                <a:lnTo>
                  <a:pt x="10447" y="1197"/>
                </a:lnTo>
                <a:lnTo>
                  <a:pt x="10287" y="984"/>
                </a:lnTo>
                <a:lnTo>
                  <a:pt x="10128" y="798"/>
                </a:lnTo>
                <a:lnTo>
                  <a:pt x="9942" y="612"/>
                </a:lnTo>
                <a:lnTo>
                  <a:pt x="9729" y="453"/>
                </a:lnTo>
                <a:lnTo>
                  <a:pt x="9516" y="320"/>
                </a:lnTo>
                <a:lnTo>
                  <a:pt x="9277" y="214"/>
                </a:lnTo>
                <a:lnTo>
                  <a:pt x="9011" y="107"/>
                </a:lnTo>
                <a:lnTo>
                  <a:pt x="8772" y="54"/>
                </a:lnTo>
                <a:lnTo>
                  <a:pt x="850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43" name="Google Shape;1543;p87"/>
          <p:cNvGrpSpPr/>
          <p:nvPr/>
        </p:nvGrpSpPr>
        <p:grpSpPr>
          <a:xfrm>
            <a:off x="2491467" y="4145314"/>
            <a:ext cx="205402" cy="296747"/>
            <a:chOff x="1797100" y="4126400"/>
            <a:chExt cx="198725" cy="287100"/>
          </a:xfrm>
        </p:grpSpPr>
        <p:sp>
          <p:nvSpPr>
            <p:cNvPr id="1544" name="Google Shape;1544;p87"/>
            <p:cNvSpPr/>
            <p:nvPr/>
          </p:nvSpPr>
          <p:spPr>
            <a:xfrm>
              <a:off x="1797100" y="4129050"/>
              <a:ext cx="103050" cy="281800"/>
            </a:xfrm>
            <a:custGeom>
              <a:rect b="b" l="l" r="r" t="t"/>
              <a:pathLst>
                <a:path extrusionOk="0" h="11272" w="4122">
                  <a:moveTo>
                    <a:pt x="3084" y="400"/>
                  </a:moveTo>
                  <a:lnTo>
                    <a:pt x="3084" y="1357"/>
                  </a:lnTo>
                  <a:lnTo>
                    <a:pt x="1064" y="1357"/>
                  </a:lnTo>
                  <a:lnTo>
                    <a:pt x="1064" y="400"/>
                  </a:lnTo>
                  <a:close/>
                  <a:moveTo>
                    <a:pt x="2739" y="1755"/>
                  </a:moveTo>
                  <a:lnTo>
                    <a:pt x="2739" y="2101"/>
                  </a:lnTo>
                  <a:lnTo>
                    <a:pt x="1410" y="2101"/>
                  </a:lnTo>
                  <a:lnTo>
                    <a:pt x="1410" y="1755"/>
                  </a:lnTo>
                  <a:close/>
                  <a:moveTo>
                    <a:pt x="3217" y="2500"/>
                  </a:moveTo>
                  <a:lnTo>
                    <a:pt x="3722" y="9996"/>
                  </a:lnTo>
                  <a:lnTo>
                    <a:pt x="426" y="9996"/>
                  </a:lnTo>
                  <a:lnTo>
                    <a:pt x="931" y="2500"/>
                  </a:lnTo>
                  <a:close/>
                  <a:moveTo>
                    <a:pt x="3722" y="10394"/>
                  </a:moveTo>
                  <a:lnTo>
                    <a:pt x="3722" y="10873"/>
                  </a:lnTo>
                  <a:lnTo>
                    <a:pt x="400" y="10873"/>
                  </a:lnTo>
                  <a:lnTo>
                    <a:pt x="400" y="10394"/>
                  </a:lnTo>
                  <a:close/>
                  <a:moveTo>
                    <a:pt x="772" y="1"/>
                  </a:moveTo>
                  <a:lnTo>
                    <a:pt x="719" y="54"/>
                  </a:lnTo>
                  <a:lnTo>
                    <a:pt x="665" y="107"/>
                  </a:lnTo>
                  <a:lnTo>
                    <a:pt x="665" y="187"/>
                  </a:lnTo>
                  <a:lnTo>
                    <a:pt x="665" y="1543"/>
                  </a:lnTo>
                  <a:lnTo>
                    <a:pt x="665" y="1622"/>
                  </a:lnTo>
                  <a:lnTo>
                    <a:pt x="719" y="1702"/>
                  </a:lnTo>
                  <a:lnTo>
                    <a:pt x="772" y="1729"/>
                  </a:lnTo>
                  <a:lnTo>
                    <a:pt x="852" y="1755"/>
                  </a:lnTo>
                  <a:lnTo>
                    <a:pt x="1011" y="1755"/>
                  </a:lnTo>
                  <a:lnTo>
                    <a:pt x="1011" y="2101"/>
                  </a:lnTo>
                  <a:lnTo>
                    <a:pt x="745" y="2101"/>
                  </a:lnTo>
                  <a:lnTo>
                    <a:pt x="665" y="2127"/>
                  </a:lnTo>
                  <a:lnTo>
                    <a:pt x="612" y="2154"/>
                  </a:lnTo>
                  <a:lnTo>
                    <a:pt x="559" y="2207"/>
                  </a:lnTo>
                  <a:lnTo>
                    <a:pt x="533" y="2287"/>
                  </a:lnTo>
                  <a:lnTo>
                    <a:pt x="1" y="10182"/>
                  </a:lnTo>
                  <a:lnTo>
                    <a:pt x="1" y="10208"/>
                  </a:lnTo>
                  <a:lnTo>
                    <a:pt x="1" y="11085"/>
                  </a:lnTo>
                  <a:lnTo>
                    <a:pt x="28" y="11165"/>
                  </a:lnTo>
                  <a:lnTo>
                    <a:pt x="54" y="11218"/>
                  </a:lnTo>
                  <a:lnTo>
                    <a:pt x="134" y="11271"/>
                  </a:lnTo>
                  <a:lnTo>
                    <a:pt x="4015" y="11271"/>
                  </a:lnTo>
                  <a:lnTo>
                    <a:pt x="4068" y="11218"/>
                  </a:lnTo>
                  <a:lnTo>
                    <a:pt x="4121" y="11165"/>
                  </a:lnTo>
                  <a:lnTo>
                    <a:pt x="4121" y="11085"/>
                  </a:lnTo>
                  <a:lnTo>
                    <a:pt x="4121" y="10208"/>
                  </a:lnTo>
                  <a:lnTo>
                    <a:pt x="4121" y="10182"/>
                  </a:lnTo>
                  <a:lnTo>
                    <a:pt x="3589" y="2287"/>
                  </a:lnTo>
                  <a:lnTo>
                    <a:pt x="3563" y="2207"/>
                  </a:lnTo>
                  <a:lnTo>
                    <a:pt x="3536" y="2154"/>
                  </a:lnTo>
                  <a:lnTo>
                    <a:pt x="3457" y="2127"/>
                  </a:lnTo>
                  <a:lnTo>
                    <a:pt x="3403" y="2101"/>
                  </a:lnTo>
                  <a:lnTo>
                    <a:pt x="3138" y="2101"/>
                  </a:lnTo>
                  <a:lnTo>
                    <a:pt x="3138" y="1755"/>
                  </a:lnTo>
                  <a:lnTo>
                    <a:pt x="3270" y="1755"/>
                  </a:lnTo>
                  <a:lnTo>
                    <a:pt x="3350" y="1729"/>
                  </a:lnTo>
                  <a:lnTo>
                    <a:pt x="3430" y="1702"/>
                  </a:lnTo>
                  <a:lnTo>
                    <a:pt x="3457" y="1622"/>
                  </a:lnTo>
                  <a:lnTo>
                    <a:pt x="3483" y="1543"/>
                  </a:lnTo>
                  <a:lnTo>
                    <a:pt x="3483" y="187"/>
                  </a:lnTo>
                  <a:lnTo>
                    <a:pt x="3457" y="107"/>
                  </a:lnTo>
                  <a:lnTo>
                    <a:pt x="3430" y="54"/>
                  </a:lnTo>
                  <a:lnTo>
                    <a:pt x="335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 name="Google Shape;1545;p87"/>
            <p:cNvSpPr/>
            <p:nvPr/>
          </p:nvSpPr>
          <p:spPr>
            <a:xfrm>
              <a:off x="1817700" y="4265300"/>
              <a:ext cx="61850" cy="61825"/>
            </a:xfrm>
            <a:custGeom>
              <a:rect b="b" l="l" r="r" t="t"/>
              <a:pathLst>
                <a:path extrusionOk="0" h="2473" w="2474">
                  <a:moveTo>
                    <a:pt x="1250" y="399"/>
                  </a:moveTo>
                  <a:lnTo>
                    <a:pt x="1410" y="425"/>
                  </a:lnTo>
                  <a:lnTo>
                    <a:pt x="1569" y="479"/>
                  </a:lnTo>
                  <a:lnTo>
                    <a:pt x="1702" y="558"/>
                  </a:lnTo>
                  <a:lnTo>
                    <a:pt x="1835" y="638"/>
                  </a:lnTo>
                  <a:lnTo>
                    <a:pt x="1941" y="771"/>
                  </a:lnTo>
                  <a:lnTo>
                    <a:pt x="2021" y="930"/>
                  </a:lnTo>
                  <a:lnTo>
                    <a:pt x="2074" y="1063"/>
                  </a:lnTo>
                  <a:lnTo>
                    <a:pt x="2074" y="1249"/>
                  </a:lnTo>
                  <a:lnTo>
                    <a:pt x="2074" y="1409"/>
                  </a:lnTo>
                  <a:lnTo>
                    <a:pt x="2021" y="1568"/>
                  </a:lnTo>
                  <a:lnTo>
                    <a:pt x="1941" y="1701"/>
                  </a:lnTo>
                  <a:lnTo>
                    <a:pt x="1835" y="1834"/>
                  </a:lnTo>
                  <a:lnTo>
                    <a:pt x="1702" y="1941"/>
                  </a:lnTo>
                  <a:lnTo>
                    <a:pt x="1569" y="2020"/>
                  </a:lnTo>
                  <a:lnTo>
                    <a:pt x="1410" y="2073"/>
                  </a:lnTo>
                  <a:lnTo>
                    <a:pt x="1064" y="2073"/>
                  </a:lnTo>
                  <a:lnTo>
                    <a:pt x="905" y="2020"/>
                  </a:lnTo>
                  <a:lnTo>
                    <a:pt x="772" y="1941"/>
                  </a:lnTo>
                  <a:lnTo>
                    <a:pt x="639" y="1834"/>
                  </a:lnTo>
                  <a:lnTo>
                    <a:pt x="559" y="1701"/>
                  </a:lnTo>
                  <a:lnTo>
                    <a:pt x="479" y="1568"/>
                  </a:lnTo>
                  <a:lnTo>
                    <a:pt x="426" y="1409"/>
                  </a:lnTo>
                  <a:lnTo>
                    <a:pt x="400" y="1249"/>
                  </a:lnTo>
                  <a:lnTo>
                    <a:pt x="426" y="1063"/>
                  </a:lnTo>
                  <a:lnTo>
                    <a:pt x="479" y="930"/>
                  </a:lnTo>
                  <a:lnTo>
                    <a:pt x="559" y="771"/>
                  </a:lnTo>
                  <a:lnTo>
                    <a:pt x="639" y="638"/>
                  </a:lnTo>
                  <a:lnTo>
                    <a:pt x="772" y="558"/>
                  </a:lnTo>
                  <a:lnTo>
                    <a:pt x="905" y="479"/>
                  </a:lnTo>
                  <a:lnTo>
                    <a:pt x="1064" y="425"/>
                  </a:lnTo>
                  <a:lnTo>
                    <a:pt x="1250" y="399"/>
                  </a:lnTo>
                  <a:close/>
                  <a:moveTo>
                    <a:pt x="1250" y="0"/>
                  </a:moveTo>
                  <a:lnTo>
                    <a:pt x="984" y="27"/>
                  </a:lnTo>
                  <a:lnTo>
                    <a:pt x="772" y="106"/>
                  </a:lnTo>
                  <a:lnTo>
                    <a:pt x="559" y="213"/>
                  </a:lnTo>
                  <a:lnTo>
                    <a:pt x="373" y="372"/>
                  </a:lnTo>
                  <a:lnTo>
                    <a:pt x="214" y="558"/>
                  </a:lnTo>
                  <a:lnTo>
                    <a:pt x="107" y="771"/>
                  </a:lnTo>
                  <a:lnTo>
                    <a:pt x="28" y="984"/>
                  </a:lnTo>
                  <a:lnTo>
                    <a:pt x="1" y="1249"/>
                  </a:lnTo>
                  <a:lnTo>
                    <a:pt x="28" y="1489"/>
                  </a:lnTo>
                  <a:lnTo>
                    <a:pt x="107" y="1728"/>
                  </a:lnTo>
                  <a:lnTo>
                    <a:pt x="214" y="1941"/>
                  </a:lnTo>
                  <a:lnTo>
                    <a:pt x="373" y="2127"/>
                  </a:lnTo>
                  <a:lnTo>
                    <a:pt x="559" y="2286"/>
                  </a:lnTo>
                  <a:lnTo>
                    <a:pt x="772" y="2392"/>
                  </a:lnTo>
                  <a:lnTo>
                    <a:pt x="984" y="2472"/>
                  </a:lnTo>
                  <a:lnTo>
                    <a:pt x="1490" y="2472"/>
                  </a:lnTo>
                  <a:lnTo>
                    <a:pt x="1729" y="2392"/>
                  </a:lnTo>
                  <a:lnTo>
                    <a:pt x="1941" y="2286"/>
                  </a:lnTo>
                  <a:lnTo>
                    <a:pt x="2127" y="2127"/>
                  </a:lnTo>
                  <a:lnTo>
                    <a:pt x="2260" y="1941"/>
                  </a:lnTo>
                  <a:lnTo>
                    <a:pt x="2393" y="1728"/>
                  </a:lnTo>
                  <a:lnTo>
                    <a:pt x="2473" y="1489"/>
                  </a:lnTo>
                  <a:lnTo>
                    <a:pt x="2473" y="1249"/>
                  </a:lnTo>
                  <a:lnTo>
                    <a:pt x="2473" y="984"/>
                  </a:lnTo>
                  <a:lnTo>
                    <a:pt x="2393" y="771"/>
                  </a:lnTo>
                  <a:lnTo>
                    <a:pt x="2260" y="558"/>
                  </a:lnTo>
                  <a:lnTo>
                    <a:pt x="2127" y="372"/>
                  </a:lnTo>
                  <a:lnTo>
                    <a:pt x="1941" y="213"/>
                  </a:lnTo>
                  <a:lnTo>
                    <a:pt x="1729" y="106"/>
                  </a:lnTo>
                  <a:lnTo>
                    <a:pt x="1490" y="27"/>
                  </a:lnTo>
                  <a:lnTo>
                    <a:pt x="125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87"/>
            <p:cNvSpPr/>
            <p:nvPr/>
          </p:nvSpPr>
          <p:spPr>
            <a:xfrm>
              <a:off x="1934675" y="4126400"/>
              <a:ext cx="61150" cy="287100"/>
            </a:xfrm>
            <a:custGeom>
              <a:rect b="b" l="l" r="r" t="t"/>
              <a:pathLst>
                <a:path extrusionOk="0" h="11484" w="2446">
                  <a:moveTo>
                    <a:pt x="1276" y="585"/>
                  </a:moveTo>
                  <a:lnTo>
                    <a:pt x="1276" y="2552"/>
                  </a:lnTo>
                  <a:lnTo>
                    <a:pt x="399" y="2552"/>
                  </a:lnTo>
                  <a:lnTo>
                    <a:pt x="399" y="585"/>
                  </a:lnTo>
                  <a:close/>
                  <a:moveTo>
                    <a:pt x="2020" y="399"/>
                  </a:moveTo>
                  <a:lnTo>
                    <a:pt x="2020" y="3190"/>
                  </a:lnTo>
                  <a:lnTo>
                    <a:pt x="1329" y="4068"/>
                  </a:lnTo>
                  <a:lnTo>
                    <a:pt x="1303" y="4121"/>
                  </a:lnTo>
                  <a:lnTo>
                    <a:pt x="1276" y="4200"/>
                  </a:lnTo>
                  <a:lnTo>
                    <a:pt x="1276" y="10899"/>
                  </a:lnTo>
                  <a:lnTo>
                    <a:pt x="1276" y="10979"/>
                  </a:lnTo>
                  <a:lnTo>
                    <a:pt x="1223" y="11032"/>
                  </a:lnTo>
                  <a:lnTo>
                    <a:pt x="1170" y="11058"/>
                  </a:lnTo>
                  <a:lnTo>
                    <a:pt x="1117" y="11085"/>
                  </a:lnTo>
                  <a:lnTo>
                    <a:pt x="1037" y="11058"/>
                  </a:lnTo>
                  <a:lnTo>
                    <a:pt x="984" y="11032"/>
                  </a:lnTo>
                  <a:lnTo>
                    <a:pt x="931" y="10979"/>
                  </a:lnTo>
                  <a:lnTo>
                    <a:pt x="931" y="10899"/>
                  </a:lnTo>
                  <a:lnTo>
                    <a:pt x="931" y="4041"/>
                  </a:lnTo>
                  <a:lnTo>
                    <a:pt x="1648" y="3164"/>
                  </a:lnTo>
                  <a:lnTo>
                    <a:pt x="1675" y="3111"/>
                  </a:lnTo>
                  <a:lnTo>
                    <a:pt x="1675" y="3057"/>
                  </a:lnTo>
                  <a:lnTo>
                    <a:pt x="1675" y="399"/>
                  </a:lnTo>
                  <a:close/>
                  <a:moveTo>
                    <a:pt x="1489" y="1"/>
                  </a:moveTo>
                  <a:lnTo>
                    <a:pt x="1409" y="27"/>
                  </a:lnTo>
                  <a:lnTo>
                    <a:pt x="1356" y="54"/>
                  </a:lnTo>
                  <a:lnTo>
                    <a:pt x="1303" y="107"/>
                  </a:lnTo>
                  <a:lnTo>
                    <a:pt x="1276" y="187"/>
                  </a:lnTo>
                  <a:lnTo>
                    <a:pt x="213" y="187"/>
                  </a:lnTo>
                  <a:lnTo>
                    <a:pt x="133" y="213"/>
                  </a:lnTo>
                  <a:lnTo>
                    <a:pt x="53" y="240"/>
                  </a:lnTo>
                  <a:lnTo>
                    <a:pt x="27" y="320"/>
                  </a:lnTo>
                  <a:lnTo>
                    <a:pt x="0" y="399"/>
                  </a:lnTo>
                  <a:lnTo>
                    <a:pt x="0" y="2765"/>
                  </a:lnTo>
                  <a:lnTo>
                    <a:pt x="27" y="2845"/>
                  </a:lnTo>
                  <a:lnTo>
                    <a:pt x="53" y="2898"/>
                  </a:lnTo>
                  <a:lnTo>
                    <a:pt x="133" y="2951"/>
                  </a:lnTo>
                  <a:lnTo>
                    <a:pt x="1276" y="2951"/>
                  </a:lnTo>
                  <a:lnTo>
                    <a:pt x="1276" y="2978"/>
                  </a:lnTo>
                  <a:lnTo>
                    <a:pt x="585" y="3855"/>
                  </a:lnTo>
                  <a:lnTo>
                    <a:pt x="532" y="3908"/>
                  </a:lnTo>
                  <a:lnTo>
                    <a:pt x="532" y="3988"/>
                  </a:lnTo>
                  <a:lnTo>
                    <a:pt x="532" y="10899"/>
                  </a:lnTo>
                  <a:lnTo>
                    <a:pt x="532" y="11005"/>
                  </a:lnTo>
                  <a:lnTo>
                    <a:pt x="585" y="11112"/>
                  </a:lnTo>
                  <a:lnTo>
                    <a:pt x="638" y="11218"/>
                  </a:lnTo>
                  <a:lnTo>
                    <a:pt x="691" y="11298"/>
                  </a:lnTo>
                  <a:lnTo>
                    <a:pt x="771" y="11377"/>
                  </a:lnTo>
                  <a:lnTo>
                    <a:pt x="877" y="11431"/>
                  </a:lnTo>
                  <a:lnTo>
                    <a:pt x="984" y="11457"/>
                  </a:lnTo>
                  <a:lnTo>
                    <a:pt x="1117" y="11484"/>
                  </a:lnTo>
                  <a:lnTo>
                    <a:pt x="1223" y="11457"/>
                  </a:lnTo>
                  <a:lnTo>
                    <a:pt x="1329" y="11431"/>
                  </a:lnTo>
                  <a:lnTo>
                    <a:pt x="1436" y="11377"/>
                  </a:lnTo>
                  <a:lnTo>
                    <a:pt x="1515" y="11298"/>
                  </a:lnTo>
                  <a:lnTo>
                    <a:pt x="1595" y="11218"/>
                  </a:lnTo>
                  <a:lnTo>
                    <a:pt x="1648" y="11112"/>
                  </a:lnTo>
                  <a:lnTo>
                    <a:pt x="1675" y="11005"/>
                  </a:lnTo>
                  <a:lnTo>
                    <a:pt x="1675" y="10899"/>
                  </a:lnTo>
                  <a:lnTo>
                    <a:pt x="1675" y="4280"/>
                  </a:lnTo>
                  <a:lnTo>
                    <a:pt x="2393" y="3403"/>
                  </a:lnTo>
                  <a:lnTo>
                    <a:pt x="2419" y="3323"/>
                  </a:lnTo>
                  <a:lnTo>
                    <a:pt x="2446" y="3270"/>
                  </a:lnTo>
                  <a:lnTo>
                    <a:pt x="2446" y="213"/>
                  </a:lnTo>
                  <a:lnTo>
                    <a:pt x="2419" y="134"/>
                  </a:lnTo>
                  <a:lnTo>
                    <a:pt x="2366" y="54"/>
                  </a:lnTo>
                  <a:lnTo>
                    <a:pt x="2313" y="27"/>
                  </a:lnTo>
                  <a:lnTo>
                    <a:pt x="223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7" name="Google Shape;1547;p87"/>
          <p:cNvGrpSpPr/>
          <p:nvPr/>
        </p:nvGrpSpPr>
        <p:grpSpPr>
          <a:xfrm>
            <a:off x="3255969" y="4168674"/>
            <a:ext cx="257599" cy="250028"/>
            <a:chOff x="2536750" y="4149000"/>
            <a:chExt cx="249225" cy="241900"/>
          </a:xfrm>
        </p:grpSpPr>
        <p:sp>
          <p:nvSpPr>
            <p:cNvPr id="1548" name="Google Shape;1548;p87"/>
            <p:cNvSpPr/>
            <p:nvPr/>
          </p:nvSpPr>
          <p:spPr>
            <a:xfrm>
              <a:off x="2536750" y="4149000"/>
              <a:ext cx="178775" cy="241900"/>
            </a:xfrm>
            <a:custGeom>
              <a:rect b="b" l="l" r="r" t="t"/>
              <a:pathLst>
                <a:path extrusionOk="0" h="9676" w="7151">
                  <a:moveTo>
                    <a:pt x="6380" y="399"/>
                  </a:moveTo>
                  <a:lnTo>
                    <a:pt x="6752" y="426"/>
                  </a:lnTo>
                  <a:lnTo>
                    <a:pt x="6752" y="2526"/>
                  </a:lnTo>
                  <a:lnTo>
                    <a:pt x="6326" y="2526"/>
                  </a:lnTo>
                  <a:lnTo>
                    <a:pt x="5928" y="2579"/>
                  </a:lnTo>
                  <a:lnTo>
                    <a:pt x="5529" y="2659"/>
                  </a:lnTo>
                  <a:lnTo>
                    <a:pt x="5130" y="2765"/>
                  </a:lnTo>
                  <a:lnTo>
                    <a:pt x="4678" y="2871"/>
                  </a:lnTo>
                  <a:lnTo>
                    <a:pt x="4226" y="2951"/>
                  </a:lnTo>
                  <a:lnTo>
                    <a:pt x="4147" y="2978"/>
                  </a:lnTo>
                  <a:lnTo>
                    <a:pt x="4094" y="3031"/>
                  </a:lnTo>
                  <a:lnTo>
                    <a:pt x="4067" y="3084"/>
                  </a:lnTo>
                  <a:lnTo>
                    <a:pt x="4040" y="3164"/>
                  </a:lnTo>
                  <a:lnTo>
                    <a:pt x="4040" y="7204"/>
                  </a:lnTo>
                  <a:lnTo>
                    <a:pt x="4040" y="7390"/>
                  </a:lnTo>
                  <a:lnTo>
                    <a:pt x="4014" y="7576"/>
                  </a:lnTo>
                  <a:lnTo>
                    <a:pt x="3961" y="7762"/>
                  </a:lnTo>
                  <a:lnTo>
                    <a:pt x="3908" y="7948"/>
                  </a:lnTo>
                  <a:lnTo>
                    <a:pt x="3828" y="8108"/>
                  </a:lnTo>
                  <a:lnTo>
                    <a:pt x="3721" y="8267"/>
                  </a:lnTo>
                  <a:lnTo>
                    <a:pt x="3615" y="8427"/>
                  </a:lnTo>
                  <a:lnTo>
                    <a:pt x="3509" y="8560"/>
                  </a:lnTo>
                  <a:lnTo>
                    <a:pt x="3376" y="8692"/>
                  </a:lnTo>
                  <a:lnTo>
                    <a:pt x="3243" y="8825"/>
                  </a:lnTo>
                  <a:lnTo>
                    <a:pt x="3083" y="8932"/>
                  </a:lnTo>
                  <a:lnTo>
                    <a:pt x="2924" y="9038"/>
                  </a:lnTo>
                  <a:lnTo>
                    <a:pt x="2738" y="9118"/>
                  </a:lnTo>
                  <a:lnTo>
                    <a:pt x="2578" y="9171"/>
                  </a:lnTo>
                  <a:lnTo>
                    <a:pt x="2392" y="9224"/>
                  </a:lnTo>
                  <a:lnTo>
                    <a:pt x="2206" y="9251"/>
                  </a:lnTo>
                  <a:lnTo>
                    <a:pt x="2020" y="9277"/>
                  </a:lnTo>
                  <a:lnTo>
                    <a:pt x="1861" y="9277"/>
                  </a:lnTo>
                  <a:lnTo>
                    <a:pt x="1675" y="9251"/>
                  </a:lnTo>
                  <a:lnTo>
                    <a:pt x="1515" y="9198"/>
                  </a:lnTo>
                  <a:lnTo>
                    <a:pt x="1356" y="9144"/>
                  </a:lnTo>
                  <a:lnTo>
                    <a:pt x="1196" y="9065"/>
                  </a:lnTo>
                  <a:lnTo>
                    <a:pt x="1063" y="8985"/>
                  </a:lnTo>
                  <a:lnTo>
                    <a:pt x="904" y="8879"/>
                  </a:lnTo>
                  <a:lnTo>
                    <a:pt x="797" y="8746"/>
                  </a:lnTo>
                  <a:lnTo>
                    <a:pt x="691" y="8613"/>
                  </a:lnTo>
                  <a:lnTo>
                    <a:pt x="611" y="8480"/>
                  </a:lnTo>
                  <a:lnTo>
                    <a:pt x="532" y="8320"/>
                  </a:lnTo>
                  <a:lnTo>
                    <a:pt x="479" y="8161"/>
                  </a:lnTo>
                  <a:lnTo>
                    <a:pt x="425" y="8001"/>
                  </a:lnTo>
                  <a:lnTo>
                    <a:pt x="399" y="7815"/>
                  </a:lnTo>
                  <a:lnTo>
                    <a:pt x="399" y="7656"/>
                  </a:lnTo>
                  <a:lnTo>
                    <a:pt x="399" y="7470"/>
                  </a:lnTo>
                  <a:lnTo>
                    <a:pt x="425" y="7284"/>
                  </a:lnTo>
                  <a:lnTo>
                    <a:pt x="479" y="7098"/>
                  </a:lnTo>
                  <a:lnTo>
                    <a:pt x="532" y="6912"/>
                  </a:lnTo>
                  <a:lnTo>
                    <a:pt x="611" y="6752"/>
                  </a:lnTo>
                  <a:lnTo>
                    <a:pt x="718" y="6593"/>
                  </a:lnTo>
                  <a:lnTo>
                    <a:pt x="824" y="6433"/>
                  </a:lnTo>
                  <a:lnTo>
                    <a:pt x="930" y="6300"/>
                  </a:lnTo>
                  <a:lnTo>
                    <a:pt x="1063" y="6141"/>
                  </a:lnTo>
                  <a:lnTo>
                    <a:pt x="1223" y="6034"/>
                  </a:lnTo>
                  <a:lnTo>
                    <a:pt x="1356" y="5928"/>
                  </a:lnTo>
                  <a:lnTo>
                    <a:pt x="1515" y="5822"/>
                  </a:lnTo>
                  <a:lnTo>
                    <a:pt x="1701" y="5742"/>
                  </a:lnTo>
                  <a:lnTo>
                    <a:pt x="1861" y="5689"/>
                  </a:lnTo>
                  <a:lnTo>
                    <a:pt x="2047" y="5636"/>
                  </a:lnTo>
                  <a:lnTo>
                    <a:pt x="2233" y="5609"/>
                  </a:lnTo>
                  <a:lnTo>
                    <a:pt x="2472" y="5582"/>
                  </a:lnTo>
                  <a:lnTo>
                    <a:pt x="2711" y="5609"/>
                  </a:lnTo>
                  <a:lnTo>
                    <a:pt x="2897" y="5662"/>
                  </a:lnTo>
                  <a:lnTo>
                    <a:pt x="3083" y="5742"/>
                  </a:lnTo>
                  <a:lnTo>
                    <a:pt x="3376" y="5875"/>
                  </a:lnTo>
                  <a:lnTo>
                    <a:pt x="3509" y="5981"/>
                  </a:lnTo>
                  <a:lnTo>
                    <a:pt x="3562" y="6008"/>
                  </a:lnTo>
                  <a:lnTo>
                    <a:pt x="3642" y="6008"/>
                  </a:lnTo>
                  <a:lnTo>
                    <a:pt x="3721" y="5981"/>
                  </a:lnTo>
                  <a:lnTo>
                    <a:pt x="3775" y="5955"/>
                  </a:lnTo>
                  <a:lnTo>
                    <a:pt x="3828" y="5875"/>
                  </a:lnTo>
                  <a:lnTo>
                    <a:pt x="3828" y="5795"/>
                  </a:lnTo>
                  <a:lnTo>
                    <a:pt x="3801" y="5742"/>
                  </a:lnTo>
                  <a:lnTo>
                    <a:pt x="3775" y="5662"/>
                  </a:lnTo>
                  <a:lnTo>
                    <a:pt x="3642" y="5556"/>
                  </a:lnTo>
                  <a:lnTo>
                    <a:pt x="3642" y="851"/>
                  </a:lnTo>
                  <a:lnTo>
                    <a:pt x="3828" y="878"/>
                  </a:lnTo>
                  <a:lnTo>
                    <a:pt x="4040" y="851"/>
                  </a:lnTo>
                  <a:lnTo>
                    <a:pt x="4439" y="824"/>
                  </a:lnTo>
                  <a:lnTo>
                    <a:pt x="4838" y="718"/>
                  </a:lnTo>
                  <a:lnTo>
                    <a:pt x="5237" y="638"/>
                  </a:lnTo>
                  <a:lnTo>
                    <a:pt x="5635" y="532"/>
                  </a:lnTo>
                  <a:lnTo>
                    <a:pt x="6007" y="452"/>
                  </a:lnTo>
                  <a:lnTo>
                    <a:pt x="6380" y="399"/>
                  </a:lnTo>
                  <a:close/>
                  <a:moveTo>
                    <a:pt x="6512" y="0"/>
                  </a:moveTo>
                  <a:lnTo>
                    <a:pt x="6273" y="27"/>
                  </a:lnTo>
                  <a:lnTo>
                    <a:pt x="6061" y="54"/>
                  </a:lnTo>
                  <a:lnTo>
                    <a:pt x="5582" y="133"/>
                  </a:lnTo>
                  <a:lnTo>
                    <a:pt x="5130" y="240"/>
                  </a:lnTo>
                  <a:lnTo>
                    <a:pt x="4705" y="346"/>
                  </a:lnTo>
                  <a:lnTo>
                    <a:pt x="4280" y="426"/>
                  </a:lnTo>
                  <a:lnTo>
                    <a:pt x="3881" y="479"/>
                  </a:lnTo>
                  <a:lnTo>
                    <a:pt x="3668" y="452"/>
                  </a:lnTo>
                  <a:lnTo>
                    <a:pt x="3456" y="426"/>
                  </a:lnTo>
                  <a:lnTo>
                    <a:pt x="3376" y="426"/>
                  </a:lnTo>
                  <a:lnTo>
                    <a:pt x="3296" y="479"/>
                  </a:lnTo>
                  <a:lnTo>
                    <a:pt x="3243" y="559"/>
                  </a:lnTo>
                  <a:lnTo>
                    <a:pt x="3243" y="638"/>
                  </a:lnTo>
                  <a:lnTo>
                    <a:pt x="3243" y="5343"/>
                  </a:lnTo>
                  <a:lnTo>
                    <a:pt x="2977" y="5264"/>
                  </a:lnTo>
                  <a:lnTo>
                    <a:pt x="2711" y="5210"/>
                  </a:lnTo>
                  <a:lnTo>
                    <a:pt x="2472" y="5184"/>
                  </a:lnTo>
                  <a:lnTo>
                    <a:pt x="2206" y="5210"/>
                  </a:lnTo>
                  <a:lnTo>
                    <a:pt x="1967" y="5237"/>
                  </a:lnTo>
                  <a:lnTo>
                    <a:pt x="1754" y="5290"/>
                  </a:lnTo>
                  <a:lnTo>
                    <a:pt x="1542" y="5370"/>
                  </a:lnTo>
                  <a:lnTo>
                    <a:pt x="1329" y="5476"/>
                  </a:lnTo>
                  <a:lnTo>
                    <a:pt x="1143" y="5582"/>
                  </a:lnTo>
                  <a:lnTo>
                    <a:pt x="957" y="5715"/>
                  </a:lnTo>
                  <a:lnTo>
                    <a:pt x="797" y="5848"/>
                  </a:lnTo>
                  <a:lnTo>
                    <a:pt x="638" y="6008"/>
                  </a:lnTo>
                  <a:lnTo>
                    <a:pt x="505" y="6194"/>
                  </a:lnTo>
                  <a:lnTo>
                    <a:pt x="372" y="6380"/>
                  </a:lnTo>
                  <a:lnTo>
                    <a:pt x="266" y="6566"/>
                  </a:lnTo>
                  <a:lnTo>
                    <a:pt x="160" y="6779"/>
                  </a:lnTo>
                  <a:lnTo>
                    <a:pt x="80" y="6991"/>
                  </a:lnTo>
                  <a:lnTo>
                    <a:pt x="27" y="7204"/>
                  </a:lnTo>
                  <a:lnTo>
                    <a:pt x="0" y="7417"/>
                  </a:lnTo>
                  <a:lnTo>
                    <a:pt x="0" y="7656"/>
                  </a:lnTo>
                  <a:lnTo>
                    <a:pt x="0" y="7842"/>
                  </a:lnTo>
                  <a:lnTo>
                    <a:pt x="27" y="8055"/>
                  </a:lnTo>
                  <a:lnTo>
                    <a:pt x="80" y="8241"/>
                  </a:lnTo>
                  <a:lnTo>
                    <a:pt x="133" y="8427"/>
                  </a:lnTo>
                  <a:lnTo>
                    <a:pt x="213" y="8613"/>
                  </a:lnTo>
                  <a:lnTo>
                    <a:pt x="319" y="8772"/>
                  </a:lnTo>
                  <a:lnTo>
                    <a:pt x="425" y="8932"/>
                  </a:lnTo>
                  <a:lnTo>
                    <a:pt x="558" y="9091"/>
                  </a:lnTo>
                  <a:lnTo>
                    <a:pt x="718" y="9224"/>
                  </a:lnTo>
                  <a:lnTo>
                    <a:pt x="877" y="9330"/>
                  </a:lnTo>
                  <a:lnTo>
                    <a:pt x="1037" y="9437"/>
                  </a:lnTo>
                  <a:lnTo>
                    <a:pt x="1223" y="9517"/>
                  </a:lnTo>
                  <a:lnTo>
                    <a:pt x="1409" y="9596"/>
                  </a:lnTo>
                  <a:lnTo>
                    <a:pt x="1595" y="9623"/>
                  </a:lnTo>
                  <a:lnTo>
                    <a:pt x="1781" y="9649"/>
                  </a:lnTo>
                  <a:lnTo>
                    <a:pt x="1994" y="9676"/>
                  </a:lnTo>
                  <a:lnTo>
                    <a:pt x="2233" y="9649"/>
                  </a:lnTo>
                  <a:lnTo>
                    <a:pt x="2472" y="9623"/>
                  </a:lnTo>
                  <a:lnTo>
                    <a:pt x="2685" y="9570"/>
                  </a:lnTo>
                  <a:lnTo>
                    <a:pt x="2897" y="9490"/>
                  </a:lnTo>
                  <a:lnTo>
                    <a:pt x="3110" y="9384"/>
                  </a:lnTo>
                  <a:lnTo>
                    <a:pt x="3296" y="9277"/>
                  </a:lnTo>
                  <a:lnTo>
                    <a:pt x="3482" y="9144"/>
                  </a:lnTo>
                  <a:lnTo>
                    <a:pt x="3642" y="8985"/>
                  </a:lnTo>
                  <a:lnTo>
                    <a:pt x="3801" y="8825"/>
                  </a:lnTo>
                  <a:lnTo>
                    <a:pt x="3934" y="8666"/>
                  </a:lnTo>
                  <a:lnTo>
                    <a:pt x="4067" y="8480"/>
                  </a:lnTo>
                  <a:lnTo>
                    <a:pt x="4173" y="8294"/>
                  </a:lnTo>
                  <a:lnTo>
                    <a:pt x="4280" y="8081"/>
                  </a:lnTo>
                  <a:lnTo>
                    <a:pt x="4359" y="7868"/>
                  </a:lnTo>
                  <a:lnTo>
                    <a:pt x="4413" y="7656"/>
                  </a:lnTo>
                  <a:lnTo>
                    <a:pt x="4439" y="7443"/>
                  </a:lnTo>
                  <a:lnTo>
                    <a:pt x="4439" y="7204"/>
                  </a:lnTo>
                  <a:lnTo>
                    <a:pt x="4439" y="3323"/>
                  </a:lnTo>
                  <a:lnTo>
                    <a:pt x="4838" y="3243"/>
                  </a:lnTo>
                  <a:lnTo>
                    <a:pt x="5237" y="3137"/>
                  </a:lnTo>
                  <a:lnTo>
                    <a:pt x="5662" y="3031"/>
                  </a:lnTo>
                  <a:lnTo>
                    <a:pt x="6087" y="2951"/>
                  </a:lnTo>
                  <a:lnTo>
                    <a:pt x="6512" y="2924"/>
                  </a:lnTo>
                  <a:lnTo>
                    <a:pt x="6699" y="2924"/>
                  </a:lnTo>
                  <a:lnTo>
                    <a:pt x="6911" y="2951"/>
                  </a:lnTo>
                  <a:lnTo>
                    <a:pt x="6991" y="2951"/>
                  </a:lnTo>
                  <a:lnTo>
                    <a:pt x="7071" y="2898"/>
                  </a:lnTo>
                  <a:lnTo>
                    <a:pt x="7124" y="2845"/>
                  </a:lnTo>
                  <a:lnTo>
                    <a:pt x="7150" y="2738"/>
                  </a:lnTo>
                  <a:lnTo>
                    <a:pt x="7150" y="240"/>
                  </a:lnTo>
                  <a:lnTo>
                    <a:pt x="7124" y="186"/>
                  </a:lnTo>
                  <a:lnTo>
                    <a:pt x="7097" y="107"/>
                  </a:lnTo>
                  <a:lnTo>
                    <a:pt x="7044" y="80"/>
                  </a:lnTo>
                  <a:lnTo>
                    <a:pt x="6991" y="54"/>
                  </a:lnTo>
                  <a:lnTo>
                    <a:pt x="675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87"/>
            <p:cNvSpPr/>
            <p:nvPr/>
          </p:nvSpPr>
          <p:spPr>
            <a:xfrm>
              <a:off x="2665650" y="4254650"/>
              <a:ext cx="49875" cy="45225"/>
            </a:xfrm>
            <a:custGeom>
              <a:rect b="b" l="l" r="r" t="t"/>
              <a:pathLst>
                <a:path extrusionOk="0" h="1809" w="1995">
                  <a:moveTo>
                    <a:pt x="187" y="1"/>
                  </a:moveTo>
                  <a:lnTo>
                    <a:pt x="134" y="27"/>
                  </a:lnTo>
                  <a:lnTo>
                    <a:pt x="54" y="81"/>
                  </a:lnTo>
                  <a:lnTo>
                    <a:pt x="27" y="134"/>
                  </a:lnTo>
                  <a:lnTo>
                    <a:pt x="1" y="213"/>
                  </a:lnTo>
                  <a:lnTo>
                    <a:pt x="27" y="293"/>
                  </a:lnTo>
                  <a:lnTo>
                    <a:pt x="54" y="346"/>
                  </a:lnTo>
                  <a:lnTo>
                    <a:pt x="134" y="400"/>
                  </a:lnTo>
                  <a:lnTo>
                    <a:pt x="187" y="426"/>
                  </a:lnTo>
                  <a:lnTo>
                    <a:pt x="1197" y="426"/>
                  </a:lnTo>
                  <a:lnTo>
                    <a:pt x="134" y="1463"/>
                  </a:lnTo>
                  <a:lnTo>
                    <a:pt x="107" y="1516"/>
                  </a:lnTo>
                  <a:lnTo>
                    <a:pt x="81" y="1569"/>
                  </a:lnTo>
                  <a:lnTo>
                    <a:pt x="81" y="1622"/>
                  </a:lnTo>
                  <a:lnTo>
                    <a:pt x="107" y="1702"/>
                  </a:lnTo>
                  <a:lnTo>
                    <a:pt x="134" y="1755"/>
                  </a:lnTo>
                  <a:lnTo>
                    <a:pt x="160" y="1782"/>
                  </a:lnTo>
                  <a:lnTo>
                    <a:pt x="213" y="1808"/>
                  </a:lnTo>
                  <a:lnTo>
                    <a:pt x="1782" y="1808"/>
                  </a:lnTo>
                  <a:lnTo>
                    <a:pt x="1862" y="1782"/>
                  </a:lnTo>
                  <a:lnTo>
                    <a:pt x="1941" y="1755"/>
                  </a:lnTo>
                  <a:lnTo>
                    <a:pt x="1968" y="1675"/>
                  </a:lnTo>
                  <a:lnTo>
                    <a:pt x="1994" y="1596"/>
                  </a:lnTo>
                  <a:lnTo>
                    <a:pt x="1968" y="1543"/>
                  </a:lnTo>
                  <a:lnTo>
                    <a:pt x="1941" y="1463"/>
                  </a:lnTo>
                  <a:lnTo>
                    <a:pt x="1862" y="1436"/>
                  </a:lnTo>
                  <a:lnTo>
                    <a:pt x="1782" y="1410"/>
                  </a:lnTo>
                  <a:lnTo>
                    <a:pt x="772" y="1410"/>
                  </a:lnTo>
                  <a:lnTo>
                    <a:pt x="1835" y="373"/>
                  </a:lnTo>
                  <a:lnTo>
                    <a:pt x="1862" y="320"/>
                  </a:lnTo>
                  <a:lnTo>
                    <a:pt x="1888" y="267"/>
                  </a:lnTo>
                  <a:lnTo>
                    <a:pt x="1888" y="213"/>
                  </a:lnTo>
                  <a:lnTo>
                    <a:pt x="1888" y="134"/>
                  </a:lnTo>
                  <a:lnTo>
                    <a:pt x="1862" y="107"/>
                  </a:lnTo>
                  <a:lnTo>
                    <a:pt x="1808" y="54"/>
                  </a:lnTo>
                  <a:lnTo>
                    <a:pt x="1755" y="27"/>
                  </a:lnTo>
                  <a:lnTo>
                    <a:pt x="1702"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87"/>
            <p:cNvSpPr/>
            <p:nvPr/>
          </p:nvSpPr>
          <p:spPr>
            <a:xfrm>
              <a:off x="2726125" y="4202825"/>
              <a:ext cx="59850" cy="54525"/>
            </a:xfrm>
            <a:custGeom>
              <a:rect b="b" l="l" r="r" t="t"/>
              <a:pathLst>
                <a:path extrusionOk="0" h="2181" w="2394">
                  <a:moveTo>
                    <a:pt x="134" y="0"/>
                  </a:moveTo>
                  <a:lnTo>
                    <a:pt x="80" y="54"/>
                  </a:lnTo>
                  <a:lnTo>
                    <a:pt x="27" y="107"/>
                  </a:lnTo>
                  <a:lnTo>
                    <a:pt x="1" y="187"/>
                  </a:lnTo>
                  <a:lnTo>
                    <a:pt x="27" y="266"/>
                  </a:lnTo>
                  <a:lnTo>
                    <a:pt x="80" y="319"/>
                  </a:lnTo>
                  <a:lnTo>
                    <a:pt x="134" y="373"/>
                  </a:lnTo>
                  <a:lnTo>
                    <a:pt x="213" y="399"/>
                  </a:lnTo>
                  <a:lnTo>
                    <a:pt x="1622" y="399"/>
                  </a:lnTo>
                  <a:lnTo>
                    <a:pt x="187" y="1835"/>
                  </a:lnTo>
                  <a:lnTo>
                    <a:pt x="134" y="1888"/>
                  </a:lnTo>
                  <a:lnTo>
                    <a:pt x="134" y="1941"/>
                  </a:lnTo>
                  <a:lnTo>
                    <a:pt x="107" y="1994"/>
                  </a:lnTo>
                  <a:lnTo>
                    <a:pt x="134" y="2047"/>
                  </a:lnTo>
                  <a:lnTo>
                    <a:pt x="160" y="2100"/>
                  </a:lnTo>
                  <a:lnTo>
                    <a:pt x="213" y="2154"/>
                  </a:lnTo>
                  <a:lnTo>
                    <a:pt x="267" y="2180"/>
                  </a:lnTo>
                  <a:lnTo>
                    <a:pt x="2207" y="2180"/>
                  </a:lnTo>
                  <a:lnTo>
                    <a:pt x="2287" y="2154"/>
                  </a:lnTo>
                  <a:lnTo>
                    <a:pt x="2340" y="2100"/>
                  </a:lnTo>
                  <a:lnTo>
                    <a:pt x="2393" y="2047"/>
                  </a:lnTo>
                  <a:lnTo>
                    <a:pt x="2393" y="1968"/>
                  </a:lnTo>
                  <a:lnTo>
                    <a:pt x="2393" y="1888"/>
                  </a:lnTo>
                  <a:lnTo>
                    <a:pt x="2340" y="1835"/>
                  </a:lnTo>
                  <a:lnTo>
                    <a:pt x="2287" y="1781"/>
                  </a:lnTo>
                  <a:lnTo>
                    <a:pt x="798" y="1781"/>
                  </a:lnTo>
                  <a:lnTo>
                    <a:pt x="2260" y="346"/>
                  </a:lnTo>
                  <a:lnTo>
                    <a:pt x="2287" y="293"/>
                  </a:lnTo>
                  <a:lnTo>
                    <a:pt x="2313" y="240"/>
                  </a:lnTo>
                  <a:lnTo>
                    <a:pt x="2313" y="187"/>
                  </a:lnTo>
                  <a:lnTo>
                    <a:pt x="2313" y="133"/>
                  </a:lnTo>
                  <a:lnTo>
                    <a:pt x="2287" y="80"/>
                  </a:lnTo>
                  <a:lnTo>
                    <a:pt x="2234" y="27"/>
                  </a:lnTo>
                  <a:lnTo>
                    <a:pt x="218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51" name="Google Shape;1551;p87"/>
          <p:cNvSpPr/>
          <p:nvPr/>
        </p:nvSpPr>
        <p:spPr>
          <a:xfrm>
            <a:off x="4026630" y="4186529"/>
            <a:ext cx="298116" cy="214317"/>
          </a:xfrm>
          <a:custGeom>
            <a:rect b="b" l="l" r="r" t="t"/>
            <a:pathLst>
              <a:path extrusionOk="0" h="8294" w="11537">
                <a:moveTo>
                  <a:pt x="5769" y="532"/>
                </a:moveTo>
                <a:lnTo>
                  <a:pt x="6380" y="1383"/>
                </a:lnTo>
                <a:lnTo>
                  <a:pt x="6539" y="1622"/>
                </a:lnTo>
                <a:lnTo>
                  <a:pt x="6699" y="1861"/>
                </a:lnTo>
                <a:lnTo>
                  <a:pt x="6805" y="2154"/>
                </a:lnTo>
                <a:lnTo>
                  <a:pt x="6885" y="2419"/>
                </a:lnTo>
                <a:lnTo>
                  <a:pt x="6885" y="2446"/>
                </a:lnTo>
                <a:lnTo>
                  <a:pt x="6725" y="2552"/>
                </a:lnTo>
                <a:lnTo>
                  <a:pt x="6672" y="2579"/>
                </a:lnTo>
                <a:lnTo>
                  <a:pt x="6566" y="2685"/>
                </a:lnTo>
                <a:lnTo>
                  <a:pt x="6513" y="2738"/>
                </a:lnTo>
                <a:lnTo>
                  <a:pt x="6247" y="3031"/>
                </a:lnTo>
                <a:lnTo>
                  <a:pt x="6220" y="3084"/>
                </a:lnTo>
                <a:lnTo>
                  <a:pt x="6114" y="3217"/>
                </a:lnTo>
                <a:lnTo>
                  <a:pt x="6088" y="3243"/>
                </a:lnTo>
                <a:lnTo>
                  <a:pt x="5981" y="3430"/>
                </a:lnTo>
                <a:lnTo>
                  <a:pt x="5955" y="3456"/>
                </a:lnTo>
                <a:lnTo>
                  <a:pt x="5875" y="3616"/>
                </a:lnTo>
                <a:lnTo>
                  <a:pt x="5848" y="3642"/>
                </a:lnTo>
                <a:lnTo>
                  <a:pt x="5769" y="3828"/>
                </a:lnTo>
                <a:lnTo>
                  <a:pt x="5769" y="3855"/>
                </a:lnTo>
                <a:lnTo>
                  <a:pt x="5662" y="3642"/>
                </a:lnTo>
                <a:lnTo>
                  <a:pt x="5662" y="3616"/>
                </a:lnTo>
                <a:lnTo>
                  <a:pt x="5582" y="3456"/>
                </a:lnTo>
                <a:lnTo>
                  <a:pt x="5556" y="3430"/>
                </a:lnTo>
                <a:lnTo>
                  <a:pt x="5450" y="3243"/>
                </a:lnTo>
                <a:lnTo>
                  <a:pt x="5423" y="3217"/>
                </a:lnTo>
                <a:lnTo>
                  <a:pt x="5317" y="3084"/>
                </a:lnTo>
                <a:lnTo>
                  <a:pt x="5290" y="3031"/>
                </a:lnTo>
                <a:lnTo>
                  <a:pt x="5157" y="2898"/>
                </a:lnTo>
                <a:lnTo>
                  <a:pt x="5157" y="2871"/>
                </a:lnTo>
                <a:lnTo>
                  <a:pt x="4998" y="2738"/>
                </a:lnTo>
                <a:lnTo>
                  <a:pt x="4971" y="2712"/>
                </a:lnTo>
                <a:lnTo>
                  <a:pt x="4838" y="2579"/>
                </a:lnTo>
                <a:lnTo>
                  <a:pt x="4812" y="2552"/>
                </a:lnTo>
                <a:lnTo>
                  <a:pt x="4652" y="2419"/>
                </a:lnTo>
                <a:lnTo>
                  <a:pt x="4626" y="2419"/>
                </a:lnTo>
                <a:lnTo>
                  <a:pt x="4732" y="2154"/>
                </a:lnTo>
                <a:lnTo>
                  <a:pt x="4838" y="1861"/>
                </a:lnTo>
                <a:lnTo>
                  <a:pt x="4971" y="1622"/>
                </a:lnTo>
                <a:lnTo>
                  <a:pt x="5131" y="1383"/>
                </a:lnTo>
                <a:lnTo>
                  <a:pt x="5769" y="532"/>
                </a:lnTo>
                <a:close/>
                <a:moveTo>
                  <a:pt x="2047" y="2074"/>
                </a:moveTo>
                <a:lnTo>
                  <a:pt x="3084" y="2207"/>
                </a:lnTo>
                <a:lnTo>
                  <a:pt x="3403" y="2287"/>
                </a:lnTo>
                <a:lnTo>
                  <a:pt x="3722" y="2393"/>
                </a:lnTo>
                <a:lnTo>
                  <a:pt x="4014" y="2526"/>
                </a:lnTo>
                <a:lnTo>
                  <a:pt x="4307" y="2685"/>
                </a:lnTo>
                <a:lnTo>
                  <a:pt x="4466" y="2818"/>
                </a:lnTo>
                <a:lnTo>
                  <a:pt x="4652" y="2951"/>
                </a:lnTo>
                <a:lnTo>
                  <a:pt x="4758" y="3057"/>
                </a:lnTo>
                <a:lnTo>
                  <a:pt x="4785" y="3084"/>
                </a:lnTo>
                <a:lnTo>
                  <a:pt x="4838" y="3137"/>
                </a:lnTo>
                <a:lnTo>
                  <a:pt x="4891" y="3190"/>
                </a:lnTo>
                <a:lnTo>
                  <a:pt x="4945" y="3243"/>
                </a:lnTo>
                <a:lnTo>
                  <a:pt x="4971" y="3297"/>
                </a:lnTo>
                <a:lnTo>
                  <a:pt x="5024" y="3376"/>
                </a:lnTo>
                <a:lnTo>
                  <a:pt x="5051" y="3403"/>
                </a:lnTo>
                <a:lnTo>
                  <a:pt x="5104" y="3483"/>
                </a:lnTo>
                <a:lnTo>
                  <a:pt x="5157" y="3536"/>
                </a:lnTo>
                <a:lnTo>
                  <a:pt x="5184" y="3616"/>
                </a:lnTo>
                <a:lnTo>
                  <a:pt x="5210" y="3642"/>
                </a:lnTo>
                <a:lnTo>
                  <a:pt x="5263" y="3722"/>
                </a:lnTo>
                <a:lnTo>
                  <a:pt x="5290" y="3775"/>
                </a:lnTo>
                <a:lnTo>
                  <a:pt x="5343" y="3855"/>
                </a:lnTo>
                <a:lnTo>
                  <a:pt x="5343" y="3908"/>
                </a:lnTo>
                <a:lnTo>
                  <a:pt x="5396" y="3988"/>
                </a:lnTo>
                <a:lnTo>
                  <a:pt x="5396" y="4041"/>
                </a:lnTo>
                <a:lnTo>
                  <a:pt x="5450" y="4121"/>
                </a:lnTo>
                <a:lnTo>
                  <a:pt x="5450" y="4174"/>
                </a:lnTo>
                <a:lnTo>
                  <a:pt x="5503" y="4254"/>
                </a:lnTo>
                <a:lnTo>
                  <a:pt x="5503" y="4307"/>
                </a:lnTo>
                <a:lnTo>
                  <a:pt x="5529" y="4413"/>
                </a:lnTo>
                <a:lnTo>
                  <a:pt x="5529" y="4440"/>
                </a:lnTo>
                <a:lnTo>
                  <a:pt x="5556" y="4519"/>
                </a:lnTo>
                <a:lnTo>
                  <a:pt x="5556" y="4546"/>
                </a:lnTo>
                <a:lnTo>
                  <a:pt x="5529" y="4652"/>
                </a:lnTo>
                <a:lnTo>
                  <a:pt x="5529" y="4705"/>
                </a:lnTo>
                <a:lnTo>
                  <a:pt x="5503" y="4812"/>
                </a:lnTo>
                <a:lnTo>
                  <a:pt x="5503" y="4838"/>
                </a:lnTo>
                <a:lnTo>
                  <a:pt x="5503" y="5131"/>
                </a:lnTo>
                <a:lnTo>
                  <a:pt x="5450" y="5078"/>
                </a:lnTo>
                <a:lnTo>
                  <a:pt x="5423" y="5051"/>
                </a:lnTo>
                <a:lnTo>
                  <a:pt x="5237" y="4891"/>
                </a:lnTo>
                <a:lnTo>
                  <a:pt x="5184" y="4865"/>
                </a:lnTo>
                <a:lnTo>
                  <a:pt x="4971" y="4705"/>
                </a:lnTo>
                <a:lnTo>
                  <a:pt x="4785" y="4599"/>
                </a:lnTo>
                <a:lnTo>
                  <a:pt x="4732" y="4573"/>
                </a:lnTo>
                <a:lnTo>
                  <a:pt x="4546" y="4466"/>
                </a:lnTo>
                <a:lnTo>
                  <a:pt x="4360" y="4386"/>
                </a:lnTo>
                <a:lnTo>
                  <a:pt x="4307" y="4360"/>
                </a:lnTo>
                <a:lnTo>
                  <a:pt x="4094" y="4307"/>
                </a:lnTo>
                <a:lnTo>
                  <a:pt x="3881" y="4254"/>
                </a:lnTo>
                <a:lnTo>
                  <a:pt x="3828" y="4227"/>
                </a:lnTo>
                <a:lnTo>
                  <a:pt x="3615" y="4200"/>
                </a:lnTo>
                <a:lnTo>
                  <a:pt x="3403" y="4174"/>
                </a:lnTo>
                <a:lnTo>
                  <a:pt x="3350" y="4174"/>
                </a:lnTo>
                <a:lnTo>
                  <a:pt x="3137" y="4147"/>
                </a:lnTo>
                <a:lnTo>
                  <a:pt x="3110" y="4147"/>
                </a:lnTo>
                <a:lnTo>
                  <a:pt x="2898" y="4174"/>
                </a:lnTo>
                <a:lnTo>
                  <a:pt x="2845" y="4174"/>
                </a:lnTo>
                <a:lnTo>
                  <a:pt x="2605" y="4200"/>
                </a:lnTo>
                <a:lnTo>
                  <a:pt x="2446" y="3935"/>
                </a:lnTo>
                <a:lnTo>
                  <a:pt x="2340" y="3669"/>
                </a:lnTo>
                <a:lnTo>
                  <a:pt x="2260" y="3403"/>
                </a:lnTo>
                <a:lnTo>
                  <a:pt x="2207" y="3111"/>
                </a:lnTo>
                <a:lnTo>
                  <a:pt x="2047" y="2074"/>
                </a:lnTo>
                <a:close/>
                <a:moveTo>
                  <a:pt x="9463" y="2074"/>
                </a:moveTo>
                <a:lnTo>
                  <a:pt x="9304" y="3111"/>
                </a:lnTo>
                <a:lnTo>
                  <a:pt x="9251" y="3403"/>
                </a:lnTo>
                <a:lnTo>
                  <a:pt x="9171" y="3669"/>
                </a:lnTo>
                <a:lnTo>
                  <a:pt x="9065" y="3935"/>
                </a:lnTo>
                <a:lnTo>
                  <a:pt x="8932" y="4200"/>
                </a:lnTo>
                <a:lnTo>
                  <a:pt x="8852" y="4200"/>
                </a:lnTo>
                <a:lnTo>
                  <a:pt x="8746" y="4174"/>
                </a:lnTo>
                <a:lnTo>
                  <a:pt x="8055" y="4174"/>
                </a:lnTo>
                <a:lnTo>
                  <a:pt x="7948" y="4200"/>
                </a:lnTo>
                <a:lnTo>
                  <a:pt x="7895" y="4200"/>
                </a:lnTo>
                <a:lnTo>
                  <a:pt x="7789" y="4227"/>
                </a:lnTo>
                <a:lnTo>
                  <a:pt x="7736" y="4227"/>
                </a:lnTo>
                <a:lnTo>
                  <a:pt x="7629" y="4254"/>
                </a:lnTo>
                <a:lnTo>
                  <a:pt x="7576" y="4254"/>
                </a:lnTo>
                <a:lnTo>
                  <a:pt x="7470" y="4280"/>
                </a:lnTo>
                <a:lnTo>
                  <a:pt x="7417" y="4307"/>
                </a:lnTo>
                <a:lnTo>
                  <a:pt x="7310" y="4333"/>
                </a:lnTo>
                <a:lnTo>
                  <a:pt x="7257" y="4360"/>
                </a:lnTo>
                <a:lnTo>
                  <a:pt x="7177" y="4386"/>
                </a:lnTo>
                <a:lnTo>
                  <a:pt x="7124" y="4413"/>
                </a:lnTo>
                <a:lnTo>
                  <a:pt x="7018" y="4466"/>
                </a:lnTo>
                <a:lnTo>
                  <a:pt x="6965" y="4466"/>
                </a:lnTo>
                <a:lnTo>
                  <a:pt x="6885" y="4519"/>
                </a:lnTo>
                <a:lnTo>
                  <a:pt x="6832" y="4546"/>
                </a:lnTo>
                <a:lnTo>
                  <a:pt x="6725" y="4599"/>
                </a:lnTo>
                <a:lnTo>
                  <a:pt x="6672" y="4626"/>
                </a:lnTo>
                <a:lnTo>
                  <a:pt x="6539" y="4705"/>
                </a:lnTo>
                <a:lnTo>
                  <a:pt x="6327" y="4865"/>
                </a:lnTo>
                <a:lnTo>
                  <a:pt x="6300" y="4891"/>
                </a:lnTo>
                <a:lnTo>
                  <a:pt x="6114" y="5051"/>
                </a:lnTo>
                <a:lnTo>
                  <a:pt x="6088" y="5078"/>
                </a:lnTo>
                <a:lnTo>
                  <a:pt x="6034" y="5131"/>
                </a:lnTo>
                <a:lnTo>
                  <a:pt x="6034" y="4971"/>
                </a:lnTo>
                <a:lnTo>
                  <a:pt x="6008" y="4812"/>
                </a:lnTo>
                <a:lnTo>
                  <a:pt x="5981" y="4652"/>
                </a:lnTo>
                <a:lnTo>
                  <a:pt x="5981" y="4626"/>
                </a:lnTo>
                <a:lnTo>
                  <a:pt x="5955" y="4519"/>
                </a:lnTo>
                <a:lnTo>
                  <a:pt x="5981" y="4493"/>
                </a:lnTo>
                <a:lnTo>
                  <a:pt x="6008" y="4386"/>
                </a:lnTo>
                <a:lnTo>
                  <a:pt x="6008" y="4333"/>
                </a:lnTo>
                <a:lnTo>
                  <a:pt x="6034" y="4254"/>
                </a:lnTo>
                <a:lnTo>
                  <a:pt x="6061" y="4200"/>
                </a:lnTo>
                <a:lnTo>
                  <a:pt x="6088" y="4121"/>
                </a:lnTo>
                <a:lnTo>
                  <a:pt x="6114" y="4041"/>
                </a:lnTo>
                <a:lnTo>
                  <a:pt x="6141" y="3988"/>
                </a:lnTo>
                <a:lnTo>
                  <a:pt x="6167" y="3908"/>
                </a:lnTo>
                <a:lnTo>
                  <a:pt x="6194" y="3855"/>
                </a:lnTo>
                <a:lnTo>
                  <a:pt x="6247" y="3775"/>
                </a:lnTo>
                <a:lnTo>
                  <a:pt x="6247" y="3722"/>
                </a:lnTo>
                <a:lnTo>
                  <a:pt x="6300" y="3642"/>
                </a:lnTo>
                <a:lnTo>
                  <a:pt x="6327" y="3616"/>
                </a:lnTo>
                <a:lnTo>
                  <a:pt x="6380" y="3509"/>
                </a:lnTo>
                <a:lnTo>
                  <a:pt x="6406" y="3483"/>
                </a:lnTo>
                <a:lnTo>
                  <a:pt x="6460" y="3403"/>
                </a:lnTo>
                <a:lnTo>
                  <a:pt x="6486" y="3376"/>
                </a:lnTo>
                <a:lnTo>
                  <a:pt x="6566" y="3270"/>
                </a:lnTo>
                <a:lnTo>
                  <a:pt x="6593" y="3243"/>
                </a:lnTo>
                <a:lnTo>
                  <a:pt x="6646" y="3164"/>
                </a:lnTo>
                <a:lnTo>
                  <a:pt x="6672" y="3137"/>
                </a:lnTo>
                <a:lnTo>
                  <a:pt x="6752" y="3084"/>
                </a:lnTo>
                <a:lnTo>
                  <a:pt x="6779" y="3031"/>
                </a:lnTo>
                <a:lnTo>
                  <a:pt x="6832" y="2978"/>
                </a:lnTo>
                <a:lnTo>
                  <a:pt x="6885" y="2951"/>
                </a:lnTo>
                <a:lnTo>
                  <a:pt x="6912" y="2898"/>
                </a:lnTo>
                <a:lnTo>
                  <a:pt x="7231" y="2685"/>
                </a:lnTo>
                <a:lnTo>
                  <a:pt x="7496" y="2526"/>
                </a:lnTo>
                <a:lnTo>
                  <a:pt x="7815" y="2393"/>
                </a:lnTo>
                <a:lnTo>
                  <a:pt x="8108" y="2287"/>
                </a:lnTo>
                <a:lnTo>
                  <a:pt x="8427" y="2207"/>
                </a:lnTo>
                <a:lnTo>
                  <a:pt x="9463" y="2074"/>
                </a:lnTo>
                <a:close/>
                <a:moveTo>
                  <a:pt x="3403" y="4573"/>
                </a:moveTo>
                <a:lnTo>
                  <a:pt x="3695" y="4626"/>
                </a:lnTo>
                <a:lnTo>
                  <a:pt x="3961" y="4679"/>
                </a:lnTo>
                <a:lnTo>
                  <a:pt x="4253" y="4785"/>
                </a:lnTo>
                <a:lnTo>
                  <a:pt x="4519" y="4891"/>
                </a:lnTo>
                <a:lnTo>
                  <a:pt x="4758" y="5051"/>
                </a:lnTo>
                <a:lnTo>
                  <a:pt x="4971" y="5184"/>
                </a:lnTo>
                <a:lnTo>
                  <a:pt x="5157" y="5370"/>
                </a:lnTo>
                <a:lnTo>
                  <a:pt x="5343" y="5556"/>
                </a:lnTo>
                <a:lnTo>
                  <a:pt x="5503" y="5742"/>
                </a:lnTo>
                <a:lnTo>
                  <a:pt x="5529" y="5769"/>
                </a:lnTo>
                <a:lnTo>
                  <a:pt x="5503" y="5795"/>
                </a:lnTo>
                <a:lnTo>
                  <a:pt x="5450" y="5875"/>
                </a:lnTo>
                <a:lnTo>
                  <a:pt x="5370" y="5955"/>
                </a:lnTo>
                <a:lnTo>
                  <a:pt x="5317" y="6034"/>
                </a:lnTo>
                <a:lnTo>
                  <a:pt x="5237" y="6088"/>
                </a:lnTo>
                <a:lnTo>
                  <a:pt x="5184" y="6167"/>
                </a:lnTo>
                <a:lnTo>
                  <a:pt x="5104" y="6247"/>
                </a:lnTo>
                <a:lnTo>
                  <a:pt x="5024" y="6300"/>
                </a:lnTo>
                <a:lnTo>
                  <a:pt x="4945" y="6353"/>
                </a:lnTo>
                <a:lnTo>
                  <a:pt x="4891" y="6407"/>
                </a:lnTo>
                <a:lnTo>
                  <a:pt x="4785" y="6486"/>
                </a:lnTo>
                <a:lnTo>
                  <a:pt x="4732" y="6513"/>
                </a:lnTo>
                <a:lnTo>
                  <a:pt x="4626" y="6593"/>
                </a:lnTo>
                <a:lnTo>
                  <a:pt x="4572" y="6619"/>
                </a:lnTo>
                <a:lnTo>
                  <a:pt x="4439" y="6672"/>
                </a:lnTo>
                <a:lnTo>
                  <a:pt x="4386" y="6699"/>
                </a:lnTo>
                <a:lnTo>
                  <a:pt x="4280" y="6752"/>
                </a:lnTo>
                <a:lnTo>
                  <a:pt x="4227" y="6779"/>
                </a:lnTo>
                <a:lnTo>
                  <a:pt x="4094" y="6832"/>
                </a:lnTo>
                <a:lnTo>
                  <a:pt x="4041" y="6832"/>
                </a:lnTo>
                <a:lnTo>
                  <a:pt x="3881" y="6885"/>
                </a:lnTo>
                <a:lnTo>
                  <a:pt x="3855" y="6885"/>
                </a:lnTo>
                <a:lnTo>
                  <a:pt x="3695" y="6938"/>
                </a:lnTo>
                <a:lnTo>
                  <a:pt x="3669" y="6938"/>
                </a:lnTo>
                <a:lnTo>
                  <a:pt x="3509" y="6965"/>
                </a:lnTo>
                <a:lnTo>
                  <a:pt x="3483" y="6965"/>
                </a:lnTo>
                <a:lnTo>
                  <a:pt x="3296" y="6991"/>
                </a:lnTo>
                <a:lnTo>
                  <a:pt x="3084" y="6991"/>
                </a:lnTo>
                <a:lnTo>
                  <a:pt x="2898" y="6965"/>
                </a:lnTo>
                <a:lnTo>
                  <a:pt x="2871" y="6965"/>
                </a:lnTo>
                <a:lnTo>
                  <a:pt x="2472" y="6912"/>
                </a:lnTo>
                <a:lnTo>
                  <a:pt x="2074" y="6805"/>
                </a:lnTo>
                <a:lnTo>
                  <a:pt x="1702" y="6619"/>
                </a:lnTo>
                <a:lnTo>
                  <a:pt x="1356" y="6407"/>
                </a:lnTo>
                <a:lnTo>
                  <a:pt x="532" y="5769"/>
                </a:lnTo>
                <a:lnTo>
                  <a:pt x="1356" y="5157"/>
                </a:lnTo>
                <a:lnTo>
                  <a:pt x="1622" y="4971"/>
                </a:lnTo>
                <a:lnTo>
                  <a:pt x="1914" y="4812"/>
                </a:lnTo>
                <a:lnTo>
                  <a:pt x="2233" y="4705"/>
                </a:lnTo>
                <a:lnTo>
                  <a:pt x="2552" y="4626"/>
                </a:lnTo>
                <a:lnTo>
                  <a:pt x="2818" y="4573"/>
                </a:lnTo>
                <a:close/>
                <a:moveTo>
                  <a:pt x="8560" y="4573"/>
                </a:moveTo>
                <a:lnTo>
                  <a:pt x="8985" y="4626"/>
                </a:lnTo>
                <a:lnTo>
                  <a:pt x="9304" y="4705"/>
                </a:lnTo>
                <a:lnTo>
                  <a:pt x="9596" y="4812"/>
                </a:lnTo>
                <a:lnTo>
                  <a:pt x="9889" y="4971"/>
                </a:lnTo>
                <a:lnTo>
                  <a:pt x="10154" y="5157"/>
                </a:lnTo>
                <a:lnTo>
                  <a:pt x="11005" y="5769"/>
                </a:lnTo>
                <a:lnTo>
                  <a:pt x="10154" y="6407"/>
                </a:lnTo>
                <a:lnTo>
                  <a:pt x="9809" y="6619"/>
                </a:lnTo>
                <a:lnTo>
                  <a:pt x="9437" y="6805"/>
                </a:lnTo>
                <a:lnTo>
                  <a:pt x="9065" y="6912"/>
                </a:lnTo>
                <a:lnTo>
                  <a:pt x="8639" y="6965"/>
                </a:lnTo>
                <a:lnTo>
                  <a:pt x="8453" y="6991"/>
                </a:lnTo>
                <a:lnTo>
                  <a:pt x="8214" y="6991"/>
                </a:lnTo>
                <a:lnTo>
                  <a:pt x="8055" y="6965"/>
                </a:lnTo>
                <a:lnTo>
                  <a:pt x="8001" y="6965"/>
                </a:lnTo>
                <a:lnTo>
                  <a:pt x="7868" y="6938"/>
                </a:lnTo>
                <a:lnTo>
                  <a:pt x="7815" y="6938"/>
                </a:lnTo>
                <a:lnTo>
                  <a:pt x="7682" y="6912"/>
                </a:lnTo>
                <a:lnTo>
                  <a:pt x="7603" y="6885"/>
                </a:lnTo>
                <a:lnTo>
                  <a:pt x="7496" y="6858"/>
                </a:lnTo>
                <a:lnTo>
                  <a:pt x="7417" y="6832"/>
                </a:lnTo>
                <a:lnTo>
                  <a:pt x="7310" y="6779"/>
                </a:lnTo>
                <a:lnTo>
                  <a:pt x="7231" y="6752"/>
                </a:lnTo>
                <a:lnTo>
                  <a:pt x="7124" y="6699"/>
                </a:lnTo>
                <a:lnTo>
                  <a:pt x="7071" y="6672"/>
                </a:lnTo>
                <a:lnTo>
                  <a:pt x="6965" y="6619"/>
                </a:lnTo>
                <a:lnTo>
                  <a:pt x="6885" y="6566"/>
                </a:lnTo>
                <a:lnTo>
                  <a:pt x="6805" y="6513"/>
                </a:lnTo>
                <a:lnTo>
                  <a:pt x="6725" y="6486"/>
                </a:lnTo>
                <a:lnTo>
                  <a:pt x="6646" y="6407"/>
                </a:lnTo>
                <a:lnTo>
                  <a:pt x="6566" y="6353"/>
                </a:lnTo>
                <a:lnTo>
                  <a:pt x="6486" y="6300"/>
                </a:lnTo>
                <a:lnTo>
                  <a:pt x="6433" y="6247"/>
                </a:lnTo>
                <a:lnTo>
                  <a:pt x="6353" y="6167"/>
                </a:lnTo>
                <a:lnTo>
                  <a:pt x="6274" y="6088"/>
                </a:lnTo>
                <a:lnTo>
                  <a:pt x="6220" y="6034"/>
                </a:lnTo>
                <a:lnTo>
                  <a:pt x="6141" y="5955"/>
                </a:lnTo>
                <a:lnTo>
                  <a:pt x="6088" y="5875"/>
                </a:lnTo>
                <a:lnTo>
                  <a:pt x="6034" y="5795"/>
                </a:lnTo>
                <a:lnTo>
                  <a:pt x="6008" y="5769"/>
                </a:lnTo>
                <a:lnTo>
                  <a:pt x="6034" y="5742"/>
                </a:lnTo>
                <a:lnTo>
                  <a:pt x="6300" y="5423"/>
                </a:lnTo>
                <a:lnTo>
                  <a:pt x="6619" y="5157"/>
                </a:lnTo>
                <a:lnTo>
                  <a:pt x="6965" y="4918"/>
                </a:lnTo>
                <a:lnTo>
                  <a:pt x="7337" y="4759"/>
                </a:lnTo>
                <a:lnTo>
                  <a:pt x="7736" y="4626"/>
                </a:lnTo>
                <a:lnTo>
                  <a:pt x="8161" y="4573"/>
                </a:lnTo>
                <a:close/>
                <a:moveTo>
                  <a:pt x="5769" y="6114"/>
                </a:moveTo>
                <a:lnTo>
                  <a:pt x="5822" y="6167"/>
                </a:lnTo>
                <a:lnTo>
                  <a:pt x="5875" y="6247"/>
                </a:lnTo>
                <a:lnTo>
                  <a:pt x="5955" y="6327"/>
                </a:lnTo>
                <a:lnTo>
                  <a:pt x="6008" y="6380"/>
                </a:lnTo>
                <a:lnTo>
                  <a:pt x="6141" y="6513"/>
                </a:lnTo>
                <a:lnTo>
                  <a:pt x="6167" y="6540"/>
                </a:lnTo>
                <a:lnTo>
                  <a:pt x="6274" y="6646"/>
                </a:lnTo>
                <a:lnTo>
                  <a:pt x="6327" y="6672"/>
                </a:lnTo>
                <a:lnTo>
                  <a:pt x="6433" y="6752"/>
                </a:lnTo>
                <a:lnTo>
                  <a:pt x="6513" y="6805"/>
                </a:lnTo>
                <a:lnTo>
                  <a:pt x="6593" y="6858"/>
                </a:lnTo>
                <a:lnTo>
                  <a:pt x="6672" y="6912"/>
                </a:lnTo>
                <a:lnTo>
                  <a:pt x="6779" y="6965"/>
                </a:lnTo>
                <a:lnTo>
                  <a:pt x="6832" y="7018"/>
                </a:lnTo>
                <a:lnTo>
                  <a:pt x="6938" y="7071"/>
                </a:lnTo>
                <a:lnTo>
                  <a:pt x="7018" y="7098"/>
                </a:lnTo>
                <a:lnTo>
                  <a:pt x="7151" y="7151"/>
                </a:lnTo>
                <a:lnTo>
                  <a:pt x="7177" y="7177"/>
                </a:lnTo>
                <a:lnTo>
                  <a:pt x="7363" y="7231"/>
                </a:lnTo>
                <a:lnTo>
                  <a:pt x="7390" y="7231"/>
                </a:lnTo>
                <a:lnTo>
                  <a:pt x="7549" y="7284"/>
                </a:lnTo>
                <a:lnTo>
                  <a:pt x="7629" y="7310"/>
                </a:lnTo>
                <a:lnTo>
                  <a:pt x="7736" y="7337"/>
                </a:lnTo>
                <a:lnTo>
                  <a:pt x="7815" y="7337"/>
                </a:lnTo>
                <a:lnTo>
                  <a:pt x="7948" y="7364"/>
                </a:lnTo>
                <a:lnTo>
                  <a:pt x="8028" y="7364"/>
                </a:lnTo>
                <a:lnTo>
                  <a:pt x="8134" y="7390"/>
                </a:lnTo>
                <a:lnTo>
                  <a:pt x="8267" y="7390"/>
                </a:lnTo>
                <a:lnTo>
                  <a:pt x="8134" y="7496"/>
                </a:lnTo>
                <a:lnTo>
                  <a:pt x="8001" y="7603"/>
                </a:lnTo>
                <a:lnTo>
                  <a:pt x="7868" y="7683"/>
                </a:lnTo>
                <a:lnTo>
                  <a:pt x="7709" y="7762"/>
                </a:lnTo>
                <a:lnTo>
                  <a:pt x="7549" y="7815"/>
                </a:lnTo>
                <a:lnTo>
                  <a:pt x="7390" y="7842"/>
                </a:lnTo>
                <a:lnTo>
                  <a:pt x="7231" y="7869"/>
                </a:lnTo>
                <a:lnTo>
                  <a:pt x="7071" y="7895"/>
                </a:lnTo>
                <a:lnTo>
                  <a:pt x="4466" y="7895"/>
                </a:lnTo>
                <a:lnTo>
                  <a:pt x="4307" y="7869"/>
                </a:lnTo>
                <a:lnTo>
                  <a:pt x="4120" y="7842"/>
                </a:lnTo>
                <a:lnTo>
                  <a:pt x="3961" y="7815"/>
                </a:lnTo>
                <a:lnTo>
                  <a:pt x="3802" y="7762"/>
                </a:lnTo>
                <a:lnTo>
                  <a:pt x="3669" y="7683"/>
                </a:lnTo>
                <a:lnTo>
                  <a:pt x="3536" y="7603"/>
                </a:lnTo>
                <a:lnTo>
                  <a:pt x="3403" y="7496"/>
                </a:lnTo>
                <a:lnTo>
                  <a:pt x="3270" y="7390"/>
                </a:lnTo>
                <a:lnTo>
                  <a:pt x="3376" y="7390"/>
                </a:lnTo>
                <a:lnTo>
                  <a:pt x="3509" y="7364"/>
                </a:lnTo>
                <a:lnTo>
                  <a:pt x="3589" y="7364"/>
                </a:lnTo>
                <a:lnTo>
                  <a:pt x="3695" y="7337"/>
                </a:lnTo>
                <a:lnTo>
                  <a:pt x="3775" y="7337"/>
                </a:lnTo>
                <a:lnTo>
                  <a:pt x="3908" y="7284"/>
                </a:lnTo>
                <a:lnTo>
                  <a:pt x="3961" y="7284"/>
                </a:lnTo>
                <a:lnTo>
                  <a:pt x="4120" y="7231"/>
                </a:lnTo>
                <a:lnTo>
                  <a:pt x="4147" y="7231"/>
                </a:lnTo>
                <a:lnTo>
                  <a:pt x="4333" y="7151"/>
                </a:lnTo>
                <a:lnTo>
                  <a:pt x="4386" y="7151"/>
                </a:lnTo>
                <a:lnTo>
                  <a:pt x="4519" y="7098"/>
                </a:lnTo>
                <a:lnTo>
                  <a:pt x="4572" y="7071"/>
                </a:lnTo>
                <a:lnTo>
                  <a:pt x="4679" y="6991"/>
                </a:lnTo>
                <a:lnTo>
                  <a:pt x="4758" y="6965"/>
                </a:lnTo>
                <a:lnTo>
                  <a:pt x="4865" y="6912"/>
                </a:lnTo>
                <a:lnTo>
                  <a:pt x="4918" y="6858"/>
                </a:lnTo>
                <a:lnTo>
                  <a:pt x="5024" y="6805"/>
                </a:lnTo>
                <a:lnTo>
                  <a:pt x="5077" y="6752"/>
                </a:lnTo>
                <a:lnTo>
                  <a:pt x="5184" y="6672"/>
                </a:lnTo>
                <a:lnTo>
                  <a:pt x="5237" y="6646"/>
                </a:lnTo>
                <a:lnTo>
                  <a:pt x="5370" y="6540"/>
                </a:lnTo>
                <a:lnTo>
                  <a:pt x="5396" y="6513"/>
                </a:lnTo>
                <a:lnTo>
                  <a:pt x="5529" y="6380"/>
                </a:lnTo>
                <a:lnTo>
                  <a:pt x="5556" y="6327"/>
                </a:lnTo>
                <a:lnTo>
                  <a:pt x="5662" y="6247"/>
                </a:lnTo>
                <a:lnTo>
                  <a:pt x="5715" y="6167"/>
                </a:lnTo>
                <a:lnTo>
                  <a:pt x="5769" y="6114"/>
                </a:lnTo>
                <a:close/>
                <a:moveTo>
                  <a:pt x="5769" y="1"/>
                </a:moveTo>
                <a:lnTo>
                  <a:pt x="5662" y="27"/>
                </a:lnTo>
                <a:lnTo>
                  <a:pt x="5609" y="80"/>
                </a:lnTo>
                <a:lnTo>
                  <a:pt x="4812" y="1144"/>
                </a:lnTo>
                <a:lnTo>
                  <a:pt x="4652" y="1383"/>
                </a:lnTo>
                <a:lnTo>
                  <a:pt x="4493" y="1649"/>
                </a:lnTo>
                <a:lnTo>
                  <a:pt x="4386" y="1914"/>
                </a:lnTo>
                <a:lnTo>
                  <a:pt x="4280" y="2207"/>
                </a:lnTo>
                <a:lnTo>
                  <a:pt x="4014" y="2074"/>
                </a:lnTo>
                <a:lnTo>
                  <a:pt x="3722" y="1968"/>
                </a:lnTo>
                <a:lnTo>
                  <a:pt x="3456" y="1888"/>
                </a:lnTo>
                <a:lnTo>
                  <a:pt x="3137" y="1835"/>
                </a:lnTo>
                <a:lnTo>
                  <a:pt x="1861" y="1622"/>
                </a:lnTo>
                <a:lnTo>
                  <a:pt x="1755" y="1649"/>
                </a:lnTo>
                <a:lnTo>
                  <a:pt x="1675" y="1702"/>
                </a:lnTo>
                <a:lnTo>
                  <a:pt x="1622" y="1781"/>
                </a:lnTo>
                <a:lnTo>
                  <a:pt x="1622" y="1861"/>
                </a:lnTo>
                <a:lnTo>
                  <a:pt x="1808" y="3164"/>
                </a:lnTo>
                <a:lnTo>
                  <a:pt x="1861" y="3456"/>
                </a:lnTo>
                <a:lnTo>
                  <a:pt x="1941" y="3748"/>
                </a:lnTo>
                <a:lnTo>
                  <a:pt x="2047" y="4014"/>
                </a:lnTo>
                <a:lnTo>
                  <a:pt x="2180" y="4307"/>
                </a:lnTo>
                <a:lnTo>
                  <a:pt x="1914" y="4386"/>
                </a:lnTo>
                <a:lnTo>
                  <a:pt x="1622" y="4519"/>
                </a:lnTo>
                <a:lnTo>
                  <a:pt x="1356" y="4652"/>
                </a:lnTo>
                <a:lnTo>
                  <a:pt x="1117" y="4838"/>
                </a:lnTo>
                <a:lnTo>
                  <a:pt x="80" y="5609"/>
                </a:lnTo>
                <a:lnTo>
                  <a:pt x="0" y="5689"/>
                </a:lnTo>
                <a:lnTo>
                  <a:pt x="0" y="5769"/>
                </a:lnTo>
                <a:lnTo>
                  <a:pt x="0" y="5875"/>
                </a:lnTo>
                <a:lnTo>
                  <a:pt x="80" y="5928"/>
                </a:lnTo>
                <a:lnTo>
                  <a:pt x="1117" y="6726"/>
                </a:lnTo>
                <a:lnTo>
                  <a:pt x="1489" y="6965"/>
                </a:lnTo>
                <a:lnTo>
                  <a:pt x="1888" y="7151"/>
                </a:lnTo>
                <a:lnTo>
                  <a:pt x="2313" y="7284"/>
                </a:lnTo>
                <a:lnTo>
                  <a:pt x="2738" y="7364"/>
                </a:lnTo>
                <a:lnTo>
                  <a:pt x="2898" y="7576"/>
                </a:lnTo>
                <a:lnTo>
                  <a:pt x="3084" y="7762"/>
                </a:lnTo>
                <a:lnTo>
                  <a:pt x="3270" y="7922"/>
                </a:lnTo>
                <a:lnTo>
                  <a:pt x="3483" y="8028"/>
                </a:lnTo>
                <a:lnTo>
                  <a:pt x="3722" y="8134"/>
                </a:lnTo>
                <a:lnTo>
                  <a:pt x="3961" y="8214"/>
                </a:lnTo>
                <a:lnTo>
                  <a:pt x="4200" y="8267"/>
                </a:lnTo>
                <a:lnTo>
                  <a:pt x="4466" y="8294"/>
                </a:lnTo>
                <a:lnTo>
                  <a:pt x="7071" y="8294"/>
                </a:lnTo>
                <a:lnTo>
                  <a:pt x="7310" y="8267"/>
                </a:lnTo>
                <a:lnTo>
                  <a:pt x="7576" y="8214"/>
                </a:lnTo>
                <a:lnTo>
                  <a:pt x="7815" y="8134"/>
                </a:lnTo>
                <a:lnTo>
                  <a:pt x="8028" y="8028"/>
                </a:lnTo>
                <a:lnTo>
                  <a:pt x="8267" y="7922"/>
                </a:lnTo>
                <a:lnTo>
                  <a:pt x="8453" y="7762"/>
                </a:lnTo>
                <a:lnTo>
                  <a:pt x="8639" y="7576"/>
                </a:lnTo>
                <a:lnTo>
                  <a:pt x="8799" y="7364"/>
                </a:lnTo>
                <a:lnTo>
                  <a:pt x="9224" y="7284"/>
                </a:lnTo>
                <a:lnTo>
                  <a:pt x="9649" y="7151"/>
                </a:lnTo>
                <a:lnTo>
                  <a:pt x="10048" y="6965"/>
                </a:lnTo>
                <a:lnTo>
                  <a:pt x="10394" y="6726"/>
                </a:lnTo>
                <a:lnTo>
                  <a:pt x="11457" y="5928"/>
                </a:lnTo>
                <a:lnTo>
                  <a:pt x="11510" y="5875"/>
                </a:lnTo>
                <a:lnTo>
                  <a:pt x="11537" y="5769"/>
                </a:lnTo>
                <a:lnTo>
                  <a:pt x="11510" y="5689"/>
                </a:lnTo>
                <a:lnTo>
                  <a:pt x="11457" y="5609"/>
                </a:lnTo>
                <a:lnTo>
                  <a:pt x="10394" y="4838"/>
                </a:lnTo>
                <a:lnTo>
                  <a:pt x="10154" y="4652"/>
                </a:lnTo>
                <a:lnTo>
                  <a:pt x="9889" y="4519"/>
                </a:lnTo>
                <a:lnTo>
                  <a:pt x="9623" y="4386"/>
                </a:lnTo>
                <a:lnTo>
                  <a:pt x="9330" y="4307"/>
                </a:lnTo>
                <a:lnTo>
                  <a:pt x="9463" y="4014"/>
                </a:lnTo>
                <a:lnTo>
                  <a:pt x="9570" y="3748"/>
                </a:lnTo>
                <a:lnTo>
                  <a:pt x="9649" y="3456"/>
                </a:lnTo>
                <a:lnTo>
                  <a:pt x="9703" y="3164"/>
                </a:lnTo>
                <a:lnTo>
                  <a:pt x="9889" y="1861"/>
                </a:lnTo>
                <a:lnTo>
                  <a:pt x="9889" y="1781"/>
                </a:lnTo>
                <a:lnTo>
                  <a:pt x="9835" y="1702"/>
                </a:lnTo>
                <a:lnTo>
                  <a:pt x="9756" y="1649"/>
                </a:lnTo>
                <a:lnTo>
                  <a:pt x="9676" y="1622"/>
                </a:lnTo>
                <a:lnTo>
                  <a:pt x="8374" y="1835"/>
                </a:lnTo>
                <a:lnTo>
                  <a:pt x="8081" y="1888"/>
                </a:lnTo>
                <a:lnTo>
                  <a:pt x="7789" y="1968"/>
                </a:lnTo>
                <a:lnTo>
                  <a:pt x="7523" y="2074"/>
                </a:lnTo>
                <a:lnTo>
                  <a:pt x="7231" y="2207"/>
                </a:lnTo>
                <a:lnTo>
                  <a:pt x="7151" y="1914"/>
                </a:lnTo>
                <a:lnTo>
                  <a:pt x="7018" y="1649"/>
                </a:lnTo>
                <a:lnTo>
                  <a:pt x="6885" y="1383"/>
                </a:lnTo>
                <a:lnTo>
                  <a:pt x="6699" y="1144"/>
                </a:lnTo>
                <a:lnTo>
                  <a:pt x="5928" y="80"/>
                </a:lnTo>
                <a:lnTo>
                  <a:pt x="5848" y="27"/>
                </a:lnTo>
                <a:lnTo>
                  <a:pt x="576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52" name="Google Shape;1552;p87"/>
          <p:cNvGrpSpPr/>
          <p:nvPr/>
        </p:nvGrpSpPr>
        <p:grpSpPr>
          <a:xfrm>
            <a:off x="4871460" y="4150805"/>
            <a:ext cx="189588" cy="285765"/>
            <a:chOff x="4099725" y="4131725"/>
            <a:chExt cx="183425" cy="276475"/>
          </a:xfrm>
        </p:grpSpPr>
        <p:sp>
          <p:nvSpPr>
            <p:cNvPr id="1553" name="Google Shape;1553;p87"/>
            <p:cNvSpPr/>
            <p:nvPr/>
          </p:nvSpPr>
          <p:spPr>
            <a:xfrm>
              <a:off x="4164175" y="4311150"/>
              <a:ext cx="26625" cy="25275"/>
            </a:xfrm>
            <a:custGeom>
              <a:rect b="b" l="l" r="r" t="t"/>
              <a:pathLst>
                <a:path extrusionOk="0" h="1011" w="1065">
                  <a:moveTo>
                    <a:pt x="1" y="0"/>
                  </a:moveTo>
                  <a:lnTo>
                    <a:pt x="1" y="1010"/>
                  </a:lnTo>
                  <a:lnTo>
                    <a:pt x="240" y="1010"/>
                  </a:lnTo>
                  <a:lnTo>
                    <a:pt x="240" y="426"/>
                  </a:lnTo>
                  <a:lnTo>
                    <a:pt x="533" y="957"/>
                  </a:lnTo>
                  <a:lnTo>
                    <a:pt x="825" y="426"/>
                  </a:lnTo>
                  <a:lnTo>
                    <a:pt x="825" y="1010"/>
                  </a:lnTo>
                  <a:lnTo>
                    <a:pt x="1064" y="1010"/>
                  </a:lnTo>
                  <a:lnTo>
                    <a:pt x="1064" y="0"/>
                  </a:lnTo>
                  <a:lnTo>
                    <a:pt x="825" y="0"/>
                  </a:lnTo>
                  <a:lnTo>
                    <a:pt x="533" y="532"/>
                  </a:lnTo>
                  <a:lnTo>
                    <a:pt x="24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87"/>
            <p:cNvSpPr/>
            <p:nvPr/>
          </p:nvSpPr>
          <p:spPr>
            <a:xfrm>
              <a:off x="4199400" y="4311150"/>
              <a:ext cx="6675" cy="25275"/>
            </a:xfrm>
            <a:custGeom>
              <a:rect b="b" l="l" r="r" t="t"/>
              <a:pathLst>
                <a:path extrusionOk="0" h="1011" w="267">
                  <a:moveTo>
                    <a:pt x="1" y="0"/>
                  </a:moveTo>
                  <a:lnTo>
                    <a:pt x="1" y="1010"/>
                  </a:lnTo>
                  <a:lnTo>
                    <a:pt x="267" y="1010"/>
                  </a:lnTo>
                  <a:lnTo>
                    <a:pt x="2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87"/>
            <p:cNvSpPr/>
            <p:nvPr/>
          </p:nvSpPr>
          <p:spPr>
            <a:xfrm>
              <a:off x="4214025" y="4311150"/>
              <a:ext cx="18625" cy="25275"/>
            </a:xfrm>
            <a:custGeom>
              <a:rect b="b" l="l" r="r" t="t"/>
              <a:pathLst>
                <a:path extrusionOk="0" h="1011" w="745">
                  <a:moveTo>
                    <a:pt x="0" y="0"/>
                  </a:moveTo>
                  <a:lnTo>
                    <a:pt x="0" y="1010"/>
                  </a:lnTo>
                  <a:lnTo>
                    <a:pt x="745" y="1010"/>
                  </a:lnTo>
                  <a:lnTo>
                    <a:pt x="745" y="798"/>
                  </a:lnTo>
                  <a:lnTo>
                    <a:pt x="266" y="798"/>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87"/>
            <p:cNvSpPr/>
            <p:nvPr/>
          </p:nvSpPr>
          <p:spPr>
            <a:xfrm>
              <a:off x="4239275" y="4311150"/>
              <a:ext cx="23950" cy="25275"/>
            </a:xfrm>
            <a:custGeom>
              <a:rect b="b" l="l" r="r" t="t"/>
              <a:pathLst>
                <a:path extrusionOk="0" h="1011" w="958">
                  <a:moveTo>
                    <a:pt x="1" y="0"/>
                  </a:moveTo>
                  <a:lnTo>
                    <a:pt x="1" y="1010"/>
                  </a:lnTo>
                  <a:lnTo>
                    <a:pt x="266" y="1010"/>
                  </a:lnTo>
                  <a:lnTo>
                    <a:pt x="266" y="745"/>
                  </a:lnTo>
                  <a:lnTo>
                    <a:pt x="373" y="612"/>
                  </a:lnTo>
                  <a:lnTo>
                    <a:pt x="665" y="1010"/>
                  </a:lnTo>
                  <a:lnTo>
                    <a:pt x="958" y="1010"/>
                  </a:lnTo>
                  <a:lnTo>
                    <a:pt x="559" y="426"/>
                  </a:lnTo>
                  <a:lnTo>
                    <a:pt x="931" y="0"/>
                  </a:lnTo>
                  <a:lnTo>
                    <a:pt x="639" y="0"/>
                  </a:lnTo>
                  <a:lnTo>
                    <a:pt x="266" y="426"/>
                  </a:lnTo>
                  <a:lnTo>
                    <a:pt x="26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 name="Google Shape;1557;p87"/>
            <p:cNvSpPr/>
            <p:nvPr/>
          </p:nvSpPr>
          <p:spPr>
            <a:xfrm>
              <a:off x="4099725" y="4131725"/>
              <a:ext cx="183425" cy="276475"/>
            </a:xfrm>
            <a:custGeom>
              <a:rect b="b" l="l" r="r" t="t"/>
              <a:pathLst>
                <a:path extrusionOk="0" h="11059" w="7337">
                  <a:moveTo>
                    <a:pt x="6008" y="399"/>
                  </a:moveTo>
                  <a:lnTo>
                    <a:pt x="6008" y="1196"/>
                  </a:lnTo>
                  <a:lnTo>
                    <a:pt x="1383" y="1196"/>
                  </a:lnTo>
                  <a:lnTo>
                    <a:pt x="1383" y="399"/>
                  </a:lnTo>
                  <a:close/>
                  <a:moveTo>
                    <a:pt x="1143" y="1914"/>
                  </a:moveTo>
                  <a:lnTo>
                    <a:pt x="1675" y="3243"/>
                  </a:lnTo>
                  <a:lnTo>
                    <a:pt x="506" y="3243"/>
                  </a:lnTo>
                  <a:lnTo>
                    <a:pt x="1143" y="1914"/>
                  </a:lnTo>
                  <a:close/>
                  <a:moveTo>
                    <a:pt x="6088" y="1622"/>
                  </a:moveTo>
                  <a:lnTo>
                    <a:pt x="6832" y="3243"/>
                  </a:lnTo>
                  <a:lnTo>
                    <a:pt x="2100" y="3243"/>
                  </a:lnTo>
                  <a:lnTo>
                    <a:pt x="1462" y="1622"/>
                  </a:lnTo>
                  <a:close/>
                  <a:moveTo>
                    <a:pt x="1755" y="3642"/>
                  </a:moveTo>
                  <a:lnTo>
                    <a:pt x="1755" y="8666"/>
                  </a:lnTo>
                  <a:lnTo>
                    <a:pt x="399" y="8666"/>
                  </a:lnTo>
                  <a:lnTo>
                    <a:pt x="399" y="3642"/>
                  </a:lnTo>
                  <a:close/>
                  <a:moveTo>
                    <a:pt x="6938" y="3642"/>
                  </a:moveTo>
                  <a:lnTo>
                    <a:pt x="6938" y="8666"/>
                  </a:lnTo>
                  <a:lnTo>
                    <a:pt x="2180" y="8666"/>
                  </a:lnTo>
                  <a:lnTo>
                    <a:pt x="2180" y="3642"/>
                  </a:lnTo>
                  <a:close/>
                  <a:moveTo>
                    <a:pt x="1755" y="9065"/>
                  </a:moveTo>
                  <a:lnTo>
                    <a:pt x="1755" y="9835"/>
                  </a:lnTo>
                  <a:lnTo>
                    <a:pt x="399" y="9835"/>
                  </a:lnTo>
                  <a:lnTo>
                    <a:pt x="399" y="9065"/>
                  </a:lnTo>
                  <a:close/>
                  <a:moveTo>
                    <a:pt x="6938" y="9065"/>
                  </a:moveTo>
                  <a:lnTo>
                    <a:pt x="6938" y="9835"/>
                  </a:lnTo>
                  <a:lnTo>
                    <a:pt x="2180" y="9835"/>
                  </a:lnTo>
                  <a:lnTo>
                    <a:pt x="2180" y="9065"/>
                  </a:lnTo>
                  <a:close/>
                  <a:moveTo>
                    <a:pt x="1755" y="10234"/>
                  </a:moveTo>
                  <a:lnTo>
                    <a:pt x="1755" y="10659"/>
                  </a:lnTo>
                  <a:lnTo>
                    <a:pt x="399" y="10659"/>
                  </a:lnTo>
                  <a:lnTo>
                    <a:pt x="399" y="10234"/>
                  </a:lnTo>
                  <a:close/>
                  <a:moveTo>
                    <a:pt x="6938" y="10234"/>
                  </a:moveTo>
                  <a:lnTo>
                    <a:pt x="6938" y="10659"/>
                  </a:lnTo>
                  <a:lnTo>
                    <a:pt x="2180" y="10659"/>
                  </a:lnTo>
                  <a:lnTo>
                    <a:pt x="2180" y="10234"/>
                  </a:lnTo>
                  <a:close/>
                  <a:moveTo>
                    <a:pt x="1170" y="0"/>
                  </a:moveTo>
                  <a:lnTo>
                    <a:pt x="1090" y="27"/>
                  </a:lnTo>
                  <a:lnTo>
                    <a:pt x="1037" y="53"/>
                  </a:lnTo>
                  <a:lnTo>
                    <a:pt x="984" y="133"/>
                  </a:lnTo>
                  <a:lnTo>
                    <a:pt x="957" y="186"/>
                  </a:lnTo>
                  <a:lnTo>
                    <a:pt x="957" y="1356"/>
                  </a:lnTo>
                  <a:lnTo>
                    <a:pt x="0" y="3350"/>
                  </a:lnTo>
                  <a:lnTo>
                    <a:pt x="0" y="3403"/>
                  </a:lnTo>
                  <a:lnTo>
                    <a:pt x="0" y="3429"/>
                  </a:lnTo>
                  <a:lnTo>
                    <a:pt x="0" y="10845"/>
                  </a:lnTo>
                  <a:lnTo>
                    <a:pt x="0" y="10925"/>
                  </a:lnTo>
                  <a:lnTo>
                    <a:pt x="54" y="11005"/>
                  </a:lnTo>
                  <a:lnTo>
                    <a:pt x="107" y="11032"/>
                  </a:lnTo>
                  <a:lnTo>
                    <a:pt x="187" y="11058"/>
                  </a:lnTo>
                  <a:lnTo>
                    <a:pt x="7151" y="11058"/>
                  </a:lnTo>
                  <a:lnTo>
                    <a:pt x="7231" y="11032"/>
                  </a:lnTo>
                  <a:lnTo>
                    <a:pt x="7284" y="11005"/>
                  </a:lnTo>
                  <a:lnTo>
                    <a:pt x="7337" y="10925"/>
                  </a:lnTo>
                  <a:lnTo>
                    <a:pt x="7337" y="10845"/>
                  </a:lnTo>
                  <a:lnTo>
                    <a:pt x="7337" y="3429"/>
                  </a:lnTo>
                  <a:lnTo>
                    <a:pt x="7337" y="3403"/>
                  </a:lnTo>
                  <a:lnTo>
                    <a:pt x="7337" y="3350"/>
                  </a:lnTo>
                  <a:lnTo>
                    <a:pt x="6407" y="1356"/>
                  </a:lnTo>
                  <a:lnTo>
                    <a:pt x="6407" y="186"/>
                  </a:lnTo>
                  <a:lnTo>
                    <a:pt x="6407" y="133"/>
                  </a:lnTo>
                  <a:lnTo>
                    <a:pt x="6353" y="53"/>
                  </a:lnTo>
                  <a:lnTo>
                    <a:pt x="6300" y="27"/>
                  </a:lnTo>
                  <a:lnTo>
                    <a:pt x="622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87"/>
            <p:cNvSpPr/>
            <p:nvPr/>
          </p:nvSpPr>
          <p:spPr>
            <a:xfrm>
              <a:off x="4182800" y="4232725"/>
              <a:ext cx="61825" cy="61825"/>
            </a:xfrm>
            <a:custGeom>
              <a:rect b="b" l="l" r="r" t="t"/>
              <a:pathLst>
                <a:path extrusionOk="0" h="2473" w="2473">
                  <a:moveTo>
                    <a:pt x="1223" y="399"/>
                  </a:moveTo>
                  <a:lnTo>
                    <a:pt x="1409" y="426"/>
                  </a:lnTo>
                  <a:lnTo>
                    <a:pt x="1568" y="453"/>
                  </a:lnTo>
                  <a:lnTo>
                    <a:pt x="1701" y="532"/>
                  </a:lnTo>
                  <a:lnTo>
                    <a:pt x="1834" y="639"/>
                  </a:lnTo>
                  <a:lnTo>
                    <a:pt x="1941" y="772"/>
                  </a:lnTo>
                  <a:lnTo>
                    <a:pt x="1994" y="904"/>
                  </a:lnTo>
                  <a:lnTo>
                    <a:pt x="2047" y="1064"/>
                  </a:lnTo>
                  <a:lnTo>
                    <a:pt x="2074" y="1223"/>
                  </a:lnTo>
                  <a:lnTo>
                    <a:pt x="2047" y="1409"/>
                  </a:lnTo>
                  <a:lnTo>
                    <a:pt x="1994" y="1569"/>
                  </a:lnTo>
                  <a:lnTo>
                    <a:pt x="1941" y="1702"/>
                  </a:lnTo>
                  <a:lnTo>
                    <a:pt x="1834" y="1835"/>
                  </a:lnTo>
                  <a:lnTo>
                    <a:pt x="1701" y="1941"/>
                  </a:lnTo>
                  <a:lnTo>
                    <a:pt x="1568" y="1994"/>
                  </a:lnTo>
                  <a:lnTo>
                    <a:pt x="1409" y="2047"/>
                  </a:lnTo>
                  <a:lnTo>
                    <a:pt x="1223" y="2074"/>
                  </a:lnTo>
                  <a:lnTo>
                    <a:pt x="1063" y="2047"/>
                  </a:lnTo>
                  <a:lnTo>
                    <a:pt x="904" y="1994"/>
                  </a:lnTo>
                  <a:lnTo>
                    <a:pt x="771" y="1941"/>
                  </a:lnTo>
                  <a:lnTo>
                    <a:pt x="638" y="1835"/>
                  </a:lnTo>
                  <a:lnTo>
                    <a:pt x="532" y="1702"/>
                  </a:lnTo>
                  <a:lnTo>
                    <a:pt x="452" y="1569"/>
                  </a:lnTo>
                  <a:lnTo>
                    <a:pt x="425" y="1409"/>
                  </a:lnTo>
                  <a:lnTo>
                    <a:pt x="399" y="1223"/>
                  </a:lnTo>
                  <a:lnTo>
                    <a:pt x="425" y="1064"/>
                  </a:lnTo>
                  <a:lnTo>
                    <a:pt x="452" y="904"/>
                  </a:lnTo>
                  <a:lnTo>
                    <a:pt x="532" y="772"/>
                  </a:lnTo>
                  <a:lnTo>
                    <a:pt x="638" y="639"/>
                  </a:lnTo>
                  <a:lnTo>
                    <a:pt x="771" y="532"/>
                  </a:lnTo>
                  <a:lnTo>
                    <a:pt x="904" y="453"/>
                  </a:lnTo>
                  <a:lnTo>
                    <a:pt x="1063" y="426"/>
                  </a:lnTo>
                  <a:lnTo>
                    <a:pt x="1223" y="399"/>
                  </a:lnTo>
                  <a:close/>
                  <a:moveTo>
                    <a:pt x="1223" y="1"/>
                  </a:moveTo>
                  <a:lnTo>
                    <a:pt x="984" y="27"/>
                  </a:lnTo>
                  <a:lnTo>
                    <a:pt x="744" y="80"/>
                  </a:lnTo>
                  <a:lnTo>
                    <a:pt x="532" y="213"/>
                  </a:lnTo>
                  <a:lnTo>
                    <a:pt x="346" y="346"/>
                  </a:lnTo>
                  <a:lnTo>
                    <a:pt x="213" y="532"/>
                  </a:lnTo>
                  <a:lnTo>
                    <a:pt x="80" y="745"/>
                  </a:lnTo>
                  <a:lnTo>
                    <a:pt x="27" y="984"/>
                  </a:lnTo>
                  <a:lnTo>
                    <a:pt x="0" y="1223"/>
                  </a:lnTo>
                  <a:lnTo>
                    <a:pt x="27" y="1489"/>
                  </a:lnTo>
                  <a:lnTo>
                    <a:pt x="80" y="1728"/>
                  </a:lnTo>
                  <a:lnTo>
                    <a:pt x="213" y="1915"/>
                  </a:lnTo>
                  <a:lnTo>
                    <a:pt x="346" y="2101"/>
                  </a:lnTo>
                  <a:lnTo>
                    <a:pt x="532" y="2260"/>
                  </a:lnTo>
                  <a:lnTo>
                    <a:pt x="744" y="2366"/>
                  </a:lnTo>
                  <a:lnTo>
                    <a:pt x="984" y="2446"/>
                  </a:lnTo>
                  <a:lnTo>
                    <a:pt x="1223" y="2473"/>
                  </a:lnTo>
                  <a:lnTo>
                    <a:pt x="1489" y="2446"/>
                  </a:lnTo>
                  <a:lnTo>
                    <a:pt x="1728" y="2366"/>
                  </a:lnTo>
                  <a:lnTo>
                    <a:pt x="1914" y="2260"/>
                  </a:lnTo>
                  <a:lnTo>
                    <a:pt x="2100" y="2101"/>
                  </a:lnTo>
                  <a:lnTo>
                    <a:pt x="2260" y="1915"/>
                  </a:lnTo>
                  <a:lnTo>
                    <a:pt x="2366" y="1728"/>
                  </a:lnTo>
                  <a:lnTo>
                    <a:pt x="2446" y="1489"/>
                  </a:lnTo>
                  <a:lnTo>
                    <a:pt x="2472" y="1223"/>
                  </a:lnTo>
                  <a:lnTo>
                    <a:pt x="2446" y="984"/>
                  </a:lnTo>
                  <a:lnTo>
                    <a:pt x="2366" y="745"/>
                  </a:lnTo>
                  <a:lnTo>
                    <a:pt x="2260" y="532"/>
                  </a:lnTo>
                  <a:lnTo>
                    <a:pt x="2100" y="346"/>
                  </a:lnTo>
                  <a:lnTo>
                    <a:pt x="1914" y="213"/>
                  </a:lnTo>
                  <a:lnTo>
                    <a:pt x="1728" y="80"/>
                  </a:lnTo>
                  <a:lnTo>
                    <a:pt x="1489" y="27"/>
                  </a:lnTo>
                  <a:lnTo>
                    <a:pt x="122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9" name="Google Shape;1559;p87"/>
          <p:cNvGrpSpPr/>
          <p:nvPr/>
        </p:nvGrpSpPr>
        <p:grpSpPr>
          <a:xfrm>
            <a:off x="5610535" y="4187214"/>
            <a:ext cx="292612" cy="212947"/>
            <a:chOff x="4814775" y="4166950"/>
            <a:chExt cx="283100" cy="206025"/>
          </a:xfrm>
        </p:grpSpPr>
        <p:sp>
          <p:nvSpPr>
            <p:cNvPr id="1560" name="Google Shape;1560;p87"/>
            <p:cNvSpPr/>
            <p:nvPr/>
          </p:nvSpPr>
          <p:spPr>
            <a:xfrm>
              <a:off x="4814775" y="4166950"/>
              <a:ext cx="283100" cy="206025"/>
            </a:xfrm>
            <a:custGeom>
              <a:rect b="b" l="l" r="r" t="t"/>
              <a:pathLst>
                <a:path extrusionOk="0" h="8241" w="11324">
                  <a:moveTo>
                    <a:pt x="2844" y="399"/>
                  </a:moveTo>
                  <a:lnTo>
                    <a:pt x="2977" y="425"/>
                  </a:lnTo>
                  <a:lnTo>
                    <a:pt x="3084" y="505"/>
                  </a:lnTo>
                  <a:lnTo>
                    <a:pt x="3163" y="611"/>
                  </a:lnTo>
                  <a:lnTo>
                    <a:pt x="3190" y="744"/>
                  </a:lnTo>
                  <a:lnTo>
                    <a:pt x="3190" y="1010"/>
                  </a:lnTo>
                  <a:lnTo>
                    <a:pt x="1489" y="1010"/>
                  </a:lnTo>
                  <a:lnTo>
                    <a:pt x="1489" y="744"/>
                  </a:lnTo>
                  <a:lnTo>
                    <a:pt x="1515" y="611"/>
                  </a:lnTo>
                  <a:lnTo>
                    <a:pt x="1568" y="505"/>
                  </a:lnTo>
                  <a:lnTo>
                    <a:pt x="1675" y="425"/>
                  </a:lnTo>
                  <a:lnTo>
                    <a:pt x="1808" y="399"/>
                  </a:lnTo>
                  <a:close/>
                  <a:moveTo>
                    <a:pt x="9516" y="399"/>
                  </a:moveTo>
                  <a:lnTo>
                    <a:pt x="9649" y="425"/>
                  </a:lnTo>
                  <a:lnTo>
                    <a:pt x="9755" y="505"/>
                  </a:lnTo>
                  <a:lnTo>
                    <a:pt x="9835" y="611"/>
                  </a:lnTo>
                  <a:lnTo>
                    <a:pt x="9835" y="744"/>
                  </a:lnTo>
                  <a:lnTo>
                    <a:pt x="9835" y="1010"/>
                  </a:lnTo>
                  <a:lnTo>
                    <a:pt x="8161" y="1010"/>
                  </a:lnTo>
                  <a:lnTo>
                    <a:pt x="8161" y="744"/>
                  </a:lnTo>
                  <a:lnTo>
                    <a:pt x="8187" y="611"/>
                  </a:lnTo>
                  <a:lnTo>
                    <a:pt x="8240" y="505"/>
                  </a:lnTo>
                  <a:lnTo>
                    <a:pt x="8347" y="425"/>
                  </a:lnTo>
                  <a:lnTo>
                    <a:pt x="8480" y="399"/>
                  </a:lnTo>
                  <a:close/>
                  <a:moveTo>
                    <a:pt x="10925" y="1409"/>
                  </a:moveTo>
                  <a:lnTo>
                    <a:pt x="10925" y="6619"/>
                  </a:lnTo>
                  <a:lnTo>
                    <a:pt x="10925" y="6725"/>
                  </a:lnTo>
                  <a:lnTo>
                    <a:pt x="10898" y="6831"/>
                  </a:lnTo>
                  <a:lnTo>
                    <a:pt x="10845" y="6938"/>
                  </a:lnTo>
                  <a:lnTo>
                    <a:pt x="10766" y="7018"/>
                  </a:lnTo>
                  <a:lnTo>
                    <a:pt x="10686" y="7097"/>
                  </a:lnTo>
                  <a:lnTo>
                    <a:pt x="10579" y="7150"/>
                  </a:lnTo>
                  <a:lnTo>
                    <a:pt x="10473" y="7177"/>
                  </a:lnTo>
                  <a:lnTo>
                    <a:pt x="10340" y="7204"/>
                  </a:lnTo>
                  <a:lnTo>
                    <a:pt x="984" y="7204"/>
                  </a:lnTo>
                  <a:lnTo>
                    <a:pt x="877" y="7177"/>
                  </a:lnTo>
                  <a:lnTo>
                    <a:pt x="744" y="7150"/>
                  </a:lnTo>
                  <a:lnTo>
                    <a:pt x="665" y="7097"/>
                  </a:lnTo>
                  <a:lnTo>
                    <a:pt x="558" y="7018"/>
                  </a:lnTo>
                  <a:lnTo>
                    <a:pt x="505" y="6938"/>
                  </a:lnTo>
                  <a:lnTo>
                    <a:pt x="452" y="6831"/>
                  </a:lnTo>
                  <a:lnTo>
                    <a:pt x="399" y="6725"/>
                  </a:lnTo>
                  <a:lnTo>
                    <a:pt x="399" y="6619"/>
                  </a:lnTo>
                  <a:lnTo>
                    <a:pt x="399" y="1409"/>
                  </a:lnTo>
                  <a:close/>
                  <a:moveTo>
                    <a:pt x="3509" y="7602"/>
                  </a:moveTo>
                  <a:lnTo>
                    <a:pt x="3509" y="7629"/>
                  </a:lnTo>
                  <a:lnTo>
                    <a:pt x="3482" y="7709"/>
                  </a:lnTo>
                  <a:lnTo>
                    <a:pt x="3456" y="7762"/>
                  </a:lnTo>
                  <a:lnTo>
                    <a:pt x="3376" y="7815"/>
                  </a:lnTo>
                  <a:lnTo>
                    <a:pt x="2446" y="7815"/>
                  </a:lnTo>
                  <a:lnTo>
                    <a:pt x="2366" y="7762"/>
                  </a:lnTo>
                  <a:lnTo>
                    <a:pt x="2339" y="7709"/>
                  </a:lnTo>
                  <a:lnTo>
                    <a:pt x="2313" y="7629"/>
                  </a:lnTo>
                  <a:lnTo>
                    <a:pt x="2313" y="7602"/>
                  </a:lnTo>
                  <a:close/>
                  <a:moveTo>
                    <a:pt x="9011" y="7602"/>
                  </a:moveTo>
                  <a:lnTo>
                    <a:pt x="9011" y="7629"/>
                  </a:lnTo>
                  <a:lnTo>
                    <a:pt x="8985" y="7709"/>
                  </a:lnTo>
                  <a:lnTo>
                    <a:pt x="8958" y="7762"/>
                  </a:lnTo>
                  <a:lnTo>
                    <a:pt x="8905" y="7815"/>
                  </a:lnTo>
                  <a:lnTo>
                    <a:pt x="7948" y="7815"/>
                  </a:lnTo>
                  <a:lnTo>
                    <a:pt x="7895" y="7762"/>
                  </a:lnTo>
                  <a:lnTo>
                    <a:pt x="7842" y="7709"/>
                  </a:lnTo>
                  <a:lnTo>
                    <a:pt x="7842" y="7629"/>
                  </a:lnTo>
                  <a:lnTo>
                    <a:pt x="7842" y="7602"/>
                  </a:lnTo>
                  <a:close/>
                  <a:moveTo>
                    <a:pt x="1808" y="0"/>
                  </a:moveTo>
                  <a:lnTo>
                    <a:pt x="1675" y="27"/>
                  </a:lnTo>
                  <a:lnTo>
                    <a:pt x="1542" y="53"/>
                  </a:lnTo>
                  <a:lnTo>
                    <a:pt x="1409" y="133"/>
                  </a:lnTo>
                  <a:lnTo>
                    <a:pt x="1303" y="213"/>
                  </a:lnTo>
                  <a:lnTo>
                    <a:pt x="1223" y="319"/>
                  </a:lnTo>
                  <a:lnTo>
                    <a:pt x="1143" y="452"/>
                  </a:lnTo>
                  <a:lnTo>
                    <a:pt x="1090" y="585"/>
                  </a:lnTo>
                  <a:lnTo>
                    <a:pt x="1090" y="744"/>
                  </a:lnTo>
                  <a:lnTo>
                    <a:pt x="1090" y="1010"/>
                  </a:lnTo>
                  <a:lnTo>
                    <a:pt x="106" y="1010"/>
                  </a:lnTo>
                  <a:lnTo>
                    <a:pt x="53" y="1063"/>
                  </a:lnTo>
                  <a:lnTo>
                    <a:pt x="0" y="1117"/>
                  </a:lnTo>
                  <a:lnTo>
                    <a:pt x="0" y="1196"/>
                  </a:lnTo>
                  <a:lnTo>
                    <a:pt x="0" y="6619"/>
                  </a:lnTo>
                  <a:lnTo>
                    <a:pt x="27" y="6805"/>
                  </a:lnTo>
                  <a:lnTo>
                    <a:pt x="80" y="6991"/>
                  </a:lnTo>
                  <a:lnTo>
                    <a:pt x="160" y="7150"/>
                  </a:lnTo>
                  <a:lnTo>
                    <a:pt x="292" y="7310"/>
                  </a:lnTo>
                  <a:lnTo>
                    <a:pt x="425" y="7416"/>
                  </a:lnTo>
                  <a:lnTo>
                    <a:pt x="611" y="7523"/>
                  </a:lnTo>
                  <a:lnTo>
                    <a:pt x="798" y="7576"/>
                  </a:lnTo>
                  <a:lnTo>
                    <a:pt x="984" y="7602"/>
                  </a:lnTo>
                  <a:lnTo>
                    <a:pt x="1914" y="7602"/>
                  </a:lnTo>
                  <a:lnTo>
                    <a:pt x="1914" y="7629"/>
                  </a:lnTo>
                  <a:lnTo>
                    <a:pt x="1941" y="7762"/>
                  </a:lnTo>
                  <a:lnTo>
                    <a:pt x="1967" y="7868"/>
                  </a:lnTo>
                  <a:lnTo>
                    <a:pt x="2020" y="7974"/>
                  </a:lnTo>
                  <a:lnTo>
                    <a:pt x="2100" y="8054"/>
                  </a:lnTo>
                  <a:lnTo>
                    <a:pt x="2180" y="8134"/>
                  </a:lnTo>
                  <a:lnTo>
                    <a:pt x="2286" y="8187"/>
                  </a:lnTo>
                  <a:lnTo>
                    <a:pt x="2392" y="8214"/>
                  </a:lnTo>
                  <a:lnTo>
                    <a:pt x="2499" y="8240"/>
                  </a:lnTo>
                  <a:lnTo>
                    <a:pt x="3323" y="8240"/>
                  </a:lnTo>
                  <a:lnTo>
                    <a:pt x="3429" y="8214"/>
                  </a:lnTo>
                  <a:lnTo>
                    <a:pt x="3535" y="8187"/>
                  </a:lnTo>
                  <a:lnTo>
                    <a:pt x="3642" y="8134"/>
                  </a:lnTo>
                  <a:lnTo>
                    <a:pt x="3721" y="8054"/>
                  </a:lnTo>
                  <a:lnTo>
                    <a:pt x="3801" y="7974"/>
                  </a:lnTo>
                  <a:lnTo>
                    <a:pt x="3854" y="7868"/>
                  </a:lnTo>
                  <a:lnTo>
                    <a:pt x="3881" y="7762"/>
                  </a:lnTo>
                  <a:lnTo>
                    <a:pt x="3908" y="7629"/>
                  </a:lnTo>
                  <a:lnTo>
                    <a:pt x="3908" y="7602"/>
                  </a:lnTo>
                  <a:lnTo>
                    <a:pt x="7443" y="7602"/>
                  </a:lnTo>
                  <a:lnTo>
                    <a:pt x="7443" y="7629"/>
                  </a:lnTo>
                  <a:lnTo>
                    <a:pt x="7443" y="7762"/>
                  </a:lnTo>
                  <a:lnTo>
                    <a:pt x="7469" y="7868"/>
                  </a:lnTo>
                  <a:lnTo>
                    <a:pt x="7523" y="7974"/>
                  </a:lnTo>
                  <a:lnTo>
                    <a:pt x="7602" y="8054"/>
                  </a:lnTo>
                  <a:lnTo>
                    <a:pt x="7682" y="8134"/>
                  </a:lnTo>
                  <a:lnTo>
                    <a:pt x="7788" y="8187"/>
                  </a:lnTo>
                  <a:lnTo>
                    <a:pt x="7895" y="8214"/>
                  </a:lnTo>
                  <a:lnTo>
                    <a:pt x="8028" y="8240"/>
                  </a:lnTo>
                  <a:lnTo>
                    <a:pt x="8825" y="8240"/>
                  </a:lnTo>
                  <a:lnTo>
                    <a:pt x="8931" y="8214"/>
                  </a:lnTo>
                  <a:lnTo>
                    <a:pt x="9064" y="8187"/>
                  </a:lnTo>
                  <a:lnTo>
                    <a:pt x="9144" y="8134"/>
                  </a:lnTo>
                  <a:lnTo>
                    <a:pt x="9250" y="8054"/>
                  </a:lnTo>
                  <a:lnTo>
                    <a:pt x="9304" y="7974"/>
                  </a:lnTo>
                  <a:lnTo>
                    <a:pt x="9357" y="7868"/>
                  </a:lnTo>
                  <a:lnTo>
                    <a:pt x="9410" y="7762"/>
                  </a:lnTo>
                  <a:lnTo>
                    <a:pt x="9410" y="7629"/>
                  </a:lnTo>
                  <a:lnTo>
                    <a:pt x="9410" y="7602"/>
                  </a:lnTo>
                  <a:lnTo>
                    <a:pt x="10340" y="7602"/>
                  </a:lnTo>
                  <a:lnTo>
                    <a:pt x="10553" y="7576"/>
                  </a:lnTo>
                  <a:lnTo>
                    <a:pt x="10739" y="7523"/>
                  </a:lnTo>
                  <a:lnTo>
                    <a:pt x="10898" y="7416"/>
                  </a:lnTo>
                  <a:lnTo>
                    <a:pt x="11058" y="7310"/>
                  </a:lnTo>
                  <a:lnTo>
                    <a:pt x="11164" y="7150"/>
                  </a:lnTo>
                  <a:lnTo>
                    <a:pt x="11271" y="6991"/>
                  </a:lnTo>
                  <a:lnTo>
                    <a:pt x="11324" y="6805"/>
                  </a:lnTo>
                  <a:lnTo>
                    <a:pt x="11324" y="6619"/>
                  </a:lnTo>
                  <a:lnTo>
                    <a:pt x="11324" y="1196"/>
                  </a:lnTo>
                  <a:lnTo>
                    <a:pt x="11324" y="1117"/>
                  </a:lnTo>
                  <a:lnTo>
                    <a:pt x="11271" y="1063"/>
                  </a:lnTo>
                  <a:lnTo>
                    <a:pt x="11217" y="1010"/>
                  </a:lnTo>
                  <a:lnTo>
                    <a:pt x="10260" y="1010"/>
                  </a:lnTo>
                  <a:lnTo>
                    <a:pt x="10260" y="744"/>
                  </a:lnTo>
                  <a:lnTo>
                    <a:pt x="10234" y="585"/>
                  </a:lnTo>
                  <a:lnTo>
                    <a:pt x="10181" y="452"/>
                  </a:lnTo>
                  <a:lnTo>
                    <a:pt x="10128" y="319"/>
                  </a:lnTo>
                  <a:lnTo>
                    <a:pt x="10021" y="213"/>
                  </a:lnTo>
                  <a:lnTo>
                    <a:pt x="9915" y="133"/>
                  </a:lnTo>
                  <a:lnTo>
                    <a:pt x="9809" y="53"/>
                  </a:lnTo>
                  <a:lnTo>
                    <a:pt x="9676" y="27"/>
                  </a:lnTo>
                  <a:lnTo>
                    <a:pt x="9516" y="0"/>
                  </a:lnTo>
                  <a:lnTo>
                    <a:pt x="8480" y="0"/>
                  </a:lnTo>
                  <a:lnTo>
                    <a:pt x="8347" y="27"/>
                  </a:lnTo>
                  <a:lnTo>
                    <a:pt x="8187" y="53"/>
                  </a:lnTo>
                  <a:lnTo>
                    <a:pt x="8081" y="133"/>
                  </a:lnTo>
                  <a:lnTo>
                    <a:pt x="7974" y="213"/>
                  </a:lnTo>
                  <a:lnTo>
                    <a:pt x="7868" y="319"/>
                  </a:lnTo>
                  <a:lnTo>
                    <a:pt x="7815" y="452"/>
                  </a:lnTo>
                  <a:lnTo>
                    <a:pt x="7762" y="585"/>
                  </a:lnTo>
                  <a:lnTo>
                    <a:pt x="7762" y="744"/>
                  </a:lnTo>
                  <a:lnTo>
                    <a:pt x="7762" y="1010"/>
                  </a:lnTo>
                  <a:lnTo>
                    <a:pt x="3589" y="1010"/>
                  </a:lnTo>
                  <a:lnTo>
                    <a:pt x="3589" y="744"/>
                  </a:lnTo>
                  <a:lnTo>
                    <a:pt x="3562" y="585"/>
                  </a:lnTo>
                  <a:lnTo>
                    <a:pt x="3535" y="452"/>
                  </a:lnTo>
                  <a:lnTo>
                    <a:pt x="3456" y="319"/>
                  </a:lnTo>
                  <a:lnTo>
                    <a:pt x="3376" y="213"/>
                  </a:lnTo>
                  <a:lnTo>
                    <a:pt x="3270" y="133"/>
                  </a:lnTo>
                  <a:lnTo>
                    <a:pt x="3137" y="53"/>
                  </a:lnTo>
                  <a:lnTo>
                    <a:pt x="3004" y="27"/>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 name="Google Shape;1561;p87"/>
            <p:cNvSpPr/>
            <p:nvPr/>
          </p:nvSpPr>
          <p:spPr>
            <a:xfrm>
              <a:off x="4842000" y="4216775"/>
              <a:ext cx="229300" cy="79775"/>
            </a:xfrm>
            <a:custGeom>
              <a:rect b="b" l="l" r="r" t="t"/>
              <a:pathLst>
                <a:path extrusionOk="0" h="3191" w="9172">
                  <a:moveTo>
                    <a:pt x="8294" y="399"/>
                  </a:moveTo>
                  <a:lnTo>
                    <a:pt x="8401" y="453"/>
                  </a:lnTo>
                  <a:lnTo>
                    <a:pt x="8507" y="506"/>
                  </a:lnTo>
                  <a:lnTo>
                    <a:pt x="8587" y="559"/>
                  </a:lnTo>
                  <a:lnTo>
                    <a:pt x="8666" y="639"/>
                  </a:lnTo>
                  <a:lnTo>
                    <a:pt x="8720" y="745"/>
                  </a:lnTo>
                  <a:lnTo>
                    <a:pt x="8746" y="851"/>
                  </a:lnTo>
                  <a:lnTo>
                    <a:pt x="8773" y="958"/>
                  </a:lnTo>
                  <a:lnTo>
                    <a:pt x="8773" y="2234"/>
                  </a:lnTo>
                  <a:lnTo>
                    <a:pt x="8746" y="2340"/>
                  </a:lnTo>
                  <a:lnTo>
                    <a:pt x="8720" y="2446"/>
                  </a:lnTo>
                  <a:lnTo>
                    <a:pt x="8666" y="2553"/>
                  </a:lnTo>
                  <a:lnTo>
                    <a:pt x="8587" y="2632"/>
                  </a:lnTo>
                  <a:lnTo>
                    <a:pt x="8507" y="2712"/>
                  </a:lnTo>
                  <a:lnTo>
                    <a:pt x="8401" y="2765"/>
                  </a:lnTo>
                  <a:lnTo>
                    <a:pt x="8294" y="2792"/>
                  </a:lnTo>
                  <a:lnTo>
                    <a:pt x="852" y="2792"/>
                  </a:lnTo>
                  <a:lnTo>
                    <a:pt x="745" y="2765"/>
                  </a:lnTo>
                  <a:lnTo>
                    <a:pt x="639" y="2712"/>
                  </a:lnTo>
                  <a:lnTo>
                    <a:pt x="559" y="2632"/>
                  </a:lnTo>
                  <a:lnTo>
                    <a:pt x="506" y="2553"/>
                  </a:lnTo>
                  <a:lnTo>
                    <a:pt x="453" y="2446"/>
                  </a:lnTo>
                  <a:lnTo>
                    <a:pt x="400" y="2340"/>
                  </a:lnTo>
                  <a:lnTo>
                    <a:pt x="400" y="2234"/>
                  </a:lnTo>
                  <a:lnTo>
                    <a:pt x="400" y="958"/>
                  </a:lnTo>
                  <a:lnTo>
                    <a:pt x="400" y="851"/>
                  </a:lnTo>
                  <a:lnTo>
                    <a:pt x="453" y="745"/>
                  </a:lnTo>
                  <a:lnTo>
                    <a:pt x="506" y="639"/>
                  </a:lnTo>
                  <a:lnTo>
                    <a:pt x="559" y="559"/>
                  </a:lnTo>
                  <a:lnTo>
                    <a:pt x="639" y="506"/>
                  </a:lnTo>
                  <a:lnTo>
                    <a:pt x="745" y="453"/>
                  </a:lnTo>
                  <a:lnTo>
                    <a:pt x="852" y="399"/>
                  </a:lnTo>
                  <a:close/>
                  <a:moveTo>
                    <a:pt x="958" y="1"/>
                  </a:moveTo>
                  <a:lnTo>
                    <a:pt x="772" y="27"/>
                  </a:lnTo>
                  <a:lnTo>
                    <a:pt x="586" y="80"/>
                  </a:lnTo>
                  <a:lnTo>
                    <a:pt x="426" y="160"/>
                  </a:lnTo>
                  <a:lnTo>
                    <a:pt x="293" y="293"/>
                  </a:lnTo>
                  <a:lnTo>
                    <a:pt x="160" y="426"/>
                  </a:lnTo>
                  <a:lnTo>
                    <a:pt x="81" y="585"/>
                  </a:lnTo>
                  <a:lnTo>
                    <a:pt x="27" y="772"/>
                  </a:lnTo>
                  <a:lnTo>
                    <a:pt x="1" y="958"/>
                  </a:lnTo>
                  <a:lnTo>
                    <a:pt x="1" y="2234"/>
                  </a:lnTo>
                  <a:lnTo>
                    <a:pt x="27" y="2420"/>
                  </a:lnTo>
                  <a:lnTo>
                    <a:pt x="81" y="2606"/>
                  </a:lnTo>
                  <a:lnTo>
                    <a:pt x="160" y="2765"/>
                  </a:lnTo>
                  <a:lnTo>
                    <a:pt x="293" y="2925"/>
                  </a:lnTo>
                  <a:lnTo>
                    <a:pt x="426" y="3031"/>
                  </a:lnTo>
                  <a:lnTo>
                    <a:pt x="586" y="3137"/>
                  </a:lnTo>
                  <a:lnTo>
                    <a:pt x="772" y="3190"/>
                  </a:lnTo>
                  <a:lnTo>
                    <a:pt x="8374" y="3190"/>
                  </a:lnTo>
                  <a:lnTo>
                    <a:pt x="8560" y="3137"/>
                  </a:lnTo>
                  <a:lnTo>
                    <a:pt x="8720" y="3031"/>
                  </a:lnTo>
                  <a:lnTo>
                    <a:pt x="8879" y="2925"/>
                  </a:lnTo>
                  <a:lnTo>
                    <a:pt x="8985" y="2765"/>
                  </a:lnTo>
                  <a:lnTo>
                    <a:pt x="9092" y="2606"/>
                  </a:lnTo>
                  <a:lnTo>
                    <a:pt x="9145" y="2420"/>
                  </a:lnTo>
                  <a:lnTo>
                    <a:pt x="9171" y="2234"/>
                  </a:lnTo>
                  <a:lnTo>
                    <a:pt x="9171" y="958"/>
                  </a:lnTo>
                  <a:lnTo>
                    <a:pt x="9145" y="772"/>
                  </a:lnTo>
                  <a:lnTo>
                    <a:pt x="9092" y="585"/>
                  </a:lnTo>
                  <a:lnTo>
                    <a:pt x="8985" y="426"/>
                  </a:lnTo>
                  <a:lnTo>
                    <a:pt x="8879" y="293"/>
                  </a:lnTo>
                  <a:lnTo>
                    <a:pt x="8720" y="160"/>
                  </a:lnTo>
                  <a:lnTo>
                    <a:pt x="8560" y="80"/>
                  </a:lnTo>
                  <a:lnTo>
                    <a:pt x="8374" y="27"/>
                  </a:lnTo>
                  <a:lnTo>
                    <a:pt x="818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87"/>
            <p:cNvSpPr/>
            <p:nvPr/>
          </p:nvSpPr>
          <p:spPr>
            <a:xfrm>
              <a:off x="4873250" y="4239375"/>
              <a:ext cx="31250" cy="34575"/>
            </a:xfrm>
            <a:custGeom>
              <a:rect b="b" l="l" r="r" t="t"/>
              <a:pathLst>
                <a:path extrusionOk="0" h="1383" w="1250">
                  <a:moveTo>
                    <a:pt x="612" y="293"/>
                  </a:moveTo>
                  <a:lnTo>
                    <a:pt x="745" y="319"/>
                  </a:lnTo>
                  <a:lnTo>
                    <a:pt x="824" y="426"/>
                  </a:lnTo>
                  <a:lnTo>
                    <a:pt x="877" y="532"/>
                  </a:lnTo>
                  <a:lnTo>
                    <a:pt x="904" y="692"/>
                  </a:lnTo>
                  <a:lnTo>
                    <a:pt x="877" y="851"/>
                  </a:lnTo>
                  <a:lnTo>
                    <a:pt x="824" y="984"/>
                  </a:lnTo>
                  <a:lnTo>
                    <a:pt x="745" y="1064"/>
                  </a:lnTo>
                  <a:lnTo>
                    <a:pt x="612" y="1090"/>
                  </a:lnTo>
                  <a:lnTo>
                    <a:pt x="505" y="1064"/>
                  </a:lnTo>
                  <a:lnTo>
                    <a:pt x="426" y="984"/>
                  </a:lnTo>
                  <a:lnTo>
                    <a:pt x="372" y="851"/>
                  </a:lnTo>
                  <a:lnTo>
                    <a:pt x="346" y="692"/>
                  </a:lnTo>
                  <a:lnTo>
                    <a:pt x="372" y="532"/>
                  </a:lnTo>
                  <a:lnTo>
                    <a:pt x="426" y="426"/>
                  </a:lnTo>
                  <a:lnTo>
                    <a:pt x="505" y="319"/>
                  </a:lnTo>
                  <a:lnTo>
                    <a:pt x="612" y="293"/>
                  </a:lnTo>
                  <a:close/>
                  <a:moveTo>
                    <a:pt x="612" y="0"/>
                  </a:moveTo>
                  <a:lnTo>
                    <a:pt x="505" y="27"/>
                  </a:lnTo>
                  <a:lnTo>
                    <a:pt x="372" y="54"/>
                  </a:lnTo>
                  <a:lnTo>
                    <a:pt x="266" y="107"/>
                  </a:lnTo>
                  <a:lnTo>
                    <a:pt x="186" y="187"/>
                  </a:lnTo>
                  <a:lnTo>
                    <a:pt x="107" y="293"/>
                  </a:lnTo>
                  <a:lnTo>
                    <a:pt x="53" y="426"/>
                  </a:lnTo>
                  <a:lnTo>
                    <a:pt x="27" y="559"/>
                  </a:lnTo>
                  <a:lnTo>
                    <a:pt x="0" y="692"/>
                  </a:lnTo>
                  <a:lnTo>
                    <a:pt x="27" y="851"/>
                  </a:lnTo>
                  <a:lnTo>
                    <a:pt x="53" y="984"/>
                  </a:lnTo>
                  <a:lnTo>
                    <a:pt x="107" y="1090"/>
                  </a:lnTo>
                  <a:lnTo>
                    <a:pt x="186" y="1197"/>
                  </a:lnTo>
                  <a:lnTo>
                    <a:pt x="266" y="1276"/>
                  </a:lnTo>
                  <a:lnTo>
                    <a:pt x="372" y="1330"/>
                  </a:lnTo>
                  <a:lnTo>
                    <a:pt x="505" y="1383"/>
                  </a:lnTo>
                  <a:lnTo>
                    <a:pt x="745" y="1383"/>
                  </a:lnTo>
                  <a:lnTo>
                    <a:pt x="877" y="1330"/>
                  </a:lnTo>
                  <a:lnTo>
                    <a:pt x="984" y="1276"/>
                  </a:lnTo>
                  <a:lnTo>
                    <a:pt x="1063" y="1197"/>
                  </a:lnTo>
                  <a:lnTo>
                    <a:pt x="1143" y="1090"/>
                  </a:lnTo>
                  <a:lnTo>
                    <a:pt x="1196" y="984"/>
                  </a:lnTo>
                  <a:lnTo>
                    <a:pt x="1223" y="851"/>
                  </a:lnTo>
                  <a:lnTo>
                    <a:pt x="1250" y="692"/>
                  </a:lnTo>
                  <a:lnTo>
                    <a:pt x="1223" y="559"/>
                  </a:lnTo>
                  <a:lnTo>
                    <a:pt x="1196" y="426"/>
                  </a:lnTo>
                  <a:lnTo>
                    <a:pt x="1143" y="293"/>
                  </a:lnTo>
                  <a:lnTo>
                    <a:pt x="1063" y="187"/>
                  </a:lnTo>
                  <a:lnTo>
                    <a:pt x="984" y="107"/>
                  </a:lnTo>
                  <a:lnTo>
                    <a:pt x="877" y="54"/>
                  </a:lnTo>
                  <a:lnTo>
                    <a:pt x="745" y="27"/>
                  </a:lnTo>
                  <a:lnTo>
                    <a:pt x="61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87"/>
            <p:cNvSpPr/>
            <p:nvPr/>
          </p:nvSpPr>
          <p:spPr>
            <a:xfrm>
              <a:off x="4913125" y="4239375"/>
              <a:ext cx="27925" cy="34575"/>
            </a:xfrm>
            <a:custGeom>
              <a:rect b="b" l="l" r="r" t="t"/>
              <a:pathLst>
                <a:path extrusionOk="0" h="1383" w="1117">
                  <a:moveTo>
                    <a:pt x="558" y="745"/>
                  </a:moveTo>
                  <a:lnTo>
                    <a:pt x="638" y="771"/>
                  </a:lnTo>
                  <a:lnTo>
                    <a:pt x="691" y="798"/>
                  </a:lnTo>
                  <a:lnTo>
                    <a:pt x="744" y="851"/>
                  </a:lnTo>
                  <a:lnTo>
                    <a:pt x="771" y="931"/>
                  </a:lnTo>
                  <a:lnTo>
                    <a:pt x="744" y="1011"/>
                  </a:lnTo>
                  <a:lnTo>
                    <a:pt x="691" y="1064"/>
                  </a:lnTo>
                  <a:lnTo>
                    <a:pt x="638" y="1090"/>
                  </a:lnTo>
                  <a:lnTo>
                    <a:pt x="558" y="1117"/>
                  </a:lnTo>
                  <a:lnTo>
                    <a:pt x="479" y="1090"/>
                  </a:lnTo>
                  <a:lnTo>
                    <a:pt x="399" y="1037"/>
                  </a:lnTo>
                  <a:lnTo>
                    <a:pt x="372" y="984"/>
                  </a:lnTo>
                  <a:lnTo>
                    <a:pt x="346" y="878"/>
                  </a:lnTo>
                  <a:lnTo>
                    <a:pt x="372" y="824"/>
                  </a:lnTo>
                  <a:lnTo>
                    <a:pt x="425" y="798"/>
                  </a:lnTo>
                  <a:lnTo>
                    <a:pt x="479" y="771"/>
                  </a:lnTo>
                  <a:lnTo>
                    <a:pt x="558" y="745"/>
                  </a:lnTo>
                  <a:close/>
                  <a:moveTo>
                    <a:pt x="638" y="0"/>
                  </a:moveTo>
                  <a:lnTo>
                    <a:pt x="479" y="27"/>
                  </a:lnTo>
                  <a:lnTo>
                    <a:pt x="372" y="54"/>
                  </a:lnTo>
                  <a:lnTo>
                    <a:pt x="266" y="107"/>
                  </a:lnTo>
                  <a:lnTo>
                    <a:pt x="160" y="213"/>
                  </a:lnTo>
                  <a:lnTo>
                    <a:pt x="80" y="293"/>
                  </a:lnTo>
                  <a:lnTo>
                    <a:pt x="27" y="426"/>
                  </a:lnTo>
                  <a:lnTo>
                    <a:pt x="0" y="559"/>
                  </a:lnTo>
                  <a:lnTo>
                    <a:pt x="0" y="718"/>
                  </a:lnTo>
                  <a:lnTo>
                    <a:pt x="0" y="851"/>
                  </a:lnTo>
                  <a:lnTo>
                    <a:pt x="27" y="984"/>
                  </a:lnTo>
                  <a:lnTo>
                    <a:pt x="80" y="1117"/>
                  </a:lnTo>
                  <a:lnTo>
                    <a:pt x="133" y="1197"/>
                  </a:lnTo>
                  <a:lnTo>
                    <a:pt x="213" y="1276"/>
                  </a:lnTo>
                  <a:lnTo>
                    <a:pt x="319" y="1330"/>
                  </a:lnTo>
                  <a:lnTo>
                    <a:pt x="425" y="1383"/>
                  </a:lnTo>
                  <a:lnTo>
                    <a:pt x="691" y="1383"/>
                  </a:lnTo>
                  <a:lnTo>
                    <a:pt x="798" y="1356"/>
                  </a:lnTo>
                  <a:lnTo>
                    <a:pt x="877" y="1303"/>
                  </a:lnTo>
                  <a:lnTo>
                    <a:pt x="957" y="1250"/>
                  </a:lnTo>
                  <a:lnTo>
                    <a:pt x="1010" y="1197"/>
                  </a:lnTo>
                  <a:lnTo>
                    <a:pt x="1063" y="1117"/>
                  </a:lnTo>
                  <a:lnTo>
                    <a:pt x="1090" y="1011"/>
                  </a:lnTo>
                  <a:lnTo>
                    <a:pt x="1117" y="931"/>
                  </a:lnTo>
                  <a:lnTo>
                    <a:pt x="1090" y="824"/>
                  </a:lnTo>
                  <a:lnTo>
                    <a:pt x="1063" y="745"/>
                  </a:lnTo>
                  <a:lnTo>
                    <a:pt x="1037" y="665"/>
                  </a:lnTo>
                  <a:lnTo>
                    <a:pt x="984" y="612"/>
                  </a:lnTo>
                  <a:lnTo>
                    <a:pt x="904" y="559"/>
                  </a:lnTo>
                  <a:lnTo>
                    <a:pt x="824" y="506"/>
                  </a:lnTo>
                  <a:lnTo>
                    <a:pt x="744" y="506"/>
                  </a:lnTo>
                  <a:lnTo>
                    <a:pt x="665" y="479"/>
                  </a:lnTo>
                  <a:lnTo>
                    <a:pt x="479" y="506"/>
                  </a:lnTo>
                  <a:lnTo>
                    <a:pt x="346" y="585"/>
                  </a:lnTo>
                  <a:lnTo>
                    <a:pt x="346" y="585"/>
                  </a:lnTo>
                  <a:lnTo>
                    <a:pt x="372" y="479"/>
                  </a:lnTo>
                  <a:lnTo>
                    <a:pt x="425" y="373"/>
                  </a:lnTo>
                  <a:lnTo>
                    <a:pt x="532" y="319"/>
                  </a:lnTo>
                  <a:lnTo>
                    <a:pt x="638" y="293"/>
                  </a:lnTo>
                  <a:lnTo>
                    <a:pt x="771" y="319"/>
                  </a:lnTo>
                  <a:lnTo>
                    <a:pt x="904" y="399"/>
                  </a:lnTo>
                  <a:lnTo>
                    <a:pt x="1037" y="133"/>
                  </a:lnTo>
                  <a:lnTo>
                    <a:pt x="957" y="80"/>
                  </a:lnTo>
                  <a:lnTo>
                    <a:pt x="851" y="27"/>
                  </a:lnTo>
                  <a:lnTo>
                    <a:pt x="74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4" name="Google Shape;1564;p87"/>
            <p:cNvSpPr/>
            <p:nvPr/>
          </p:nvSpPr>
          <p:spPr>
            <a:xfrm>
              <a:off x="4949675" y="4263950"/>
              <a:ext cx="9975" cy="10000"/>
            </a:xfrm>
            <a:custGeom>
              <a:rect b="b" l="l" r="r" t="t"/>
              <a:pathLst>
                <a:path extrusionOk="0" h="400" w="399">
                  <a:moveTo>
                    <a:pt x="160" y="1"/>
                  </a:moveTo>
                  <a:lnTo>
                    <a:pt x="106" y="28"/>
                  </a:lnTo>
                  <a:lnTo>
                    <a:pt x="53" y="81"/>
                  </a:lnTo>
                  <a:lnTo>
                    <a:pt x="27" y="134"/>
                  </a:lnTo>
                  <a:lnTo>
                    <a:pt x="0" y="187"/>
                  </a:lnTo>
                  <a:lnTo>
                    <a:pt x="27" y="240"/>
                  </a:lnTo>
                  <a:lnTo>
                    <a:pt x="27" y="293"/>
                  </a:lnTo>
                  <a:lnTo>
                    <a:pt x="80" y="347"/>
                  </a:lnTo>
                  <a:lnTo>
                    <a:pt x="106" y="373"/>
                  </a:lnTo>
                  <a:lnTo>
                    <a:pt x="160" y="400"/>
                  </a:lnTo>
                  <a:lnTo>
                    <a:pt x="292" y="400"/>
                  </a:lnTo>
                  <a:lnTo>
                    <a:pt x="346" y="347"/>
                  </a:lnTo>
                  <a:lnTo>
                    <a:pt x="372" y="320"/>
                  </a:lnTo>
                  <a:lnTo>
                    <a:pt x="399" y="267"/>
                  </a:lnTo>
                  <a:lnTo>
                    <a:pt x="399" y="187"/>
                  </a:lnTo>
                  <a:lnTo>
                    <a:pt x="399" y="134"/>
                  </a:lnTo>
                  <a:lnTo>
                    <a:pt x="346" y="54"/>
                  </a:lnTo>
                  <a:lnTo>
                    <a:pt x="292" y="28"/>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5" name="Google Shape;1565;p87"/>
            <p:cNvSpPr/>
            <p:nvPr/>
          </p:nvSpPr>
          <p:spPr>
            <a:xfrm>
              <a:off x="4968925" y="4239375"/>
              <a:ext cx="31275" cy="34575"/>
            </a:xfrm>
            <a:custGeom>
              <a:rect b="b" l="l" r="r" t="t"/>
              <a:pathLst>
                <a:path extrusionOk="0" h="1383" w="1251">
                  <a:moveTo>
                    <a:pt x="612" y="293"/>
                  </a:moveTo>
                  <a:lnTo>
                    <a:pt x="745" y="319"/>
                  </a:lnTo>
                  <a:lnTo>
                    <a:pt x="825" y="426"/>
                  </a:lnTo>
                  <a:lnTo>
                    <a:pt x="878" y="532"/>
                  </a:lnTo>
                  <a:lnTo>
                    <a:pt x="905" y="692"/>
                  </a:lnTo>
                  <a:lnTo>
                    <a:pt x="878" y="851"/>
                  </a:lnTo>
                  <a:lnTo>
                    <a:pt x="825" y="984"/>
                  </a:lnTo>
                  <a:lnTo>
                    <a:pt x="745" y="1064"/>
                  </a:lnTo>
                  <a:lnTo>
                    <a:pt x="612" y="1090"/>
                  </a:lnTo>
                  <a:lnTo>
                    <a:pt x="506" y="1064"/>
                  </a:lnTo>
                  <a:lnTo>
                    <a:pt x="426" y="984"/>
                  </a:lnTo>
                  <a:lnTo>
                    <a:pt x="373" y="851"/>
                  </a:lnTo>
                  <a:lnTo>
                    <a:pt x="347" y="692"/>
                  </a:lnTo>
                  <a:lnTo>
                    <a:pt x="373" y="532"/>
                  </a:lnTo>
                  <a:lnTo>
                    <a:pt x="426" y="426"/>
                  </a:lnTo>
                  <a:lnTo>
                    <a:pt x="506" y="319"/>
                  </a:lnTo>
                  <a:lnTo>
                    <a:pt x="612" y="293"/>
                  </a:lnTo>
                  <a:close/>
                  <a:moveTo>
                    <a:pt x="612" y="0"/>
                  </a:moveTo>
                  <a:lnTo>
                    <a:pt x="479" y="27"/>
                  </a:lnTo>
                  <a:lnTo>
                    <a:pt x="373" y="54"/>
                  </a:lnTo>
                  <a:lnTo>
                    <a:pt x="267" y="107"/>
                  </a:lnTo>
                  <a:lnTo>
                    <a:pt x="187" y="187"/>
                  </a:lnTo>
                  <a:lnTo>
                    <a:pt x="107" y="293"/>
                  </a:lnTo>
                  <a:lnTo>
                    <a:pt x="54" y="426"/>
                  </a:lnTo>
                  <a:lnTo>
                    <a:pt x="28" y="559"/>
                  </a:lnTo>
                  <a:lnTo>
                    <a:pt x="1" y="692"/>
                  </a:lnTo>
                  <a:lnTo>
                    <a:pt x="28" y="851"/>
                  </a:lnTo>
                  <a:lnTo>
                    <a:pt x="54" y="984"/>
                  </a:lnTo>
                  <a:lnTo>
                    <a:pt x="107" y="1090"/>
                  </a:lnTo>
                  <a:lnTo>
                    <a:pt x="187" y="1197"/>
                  </a:lnTo>
                  <a:lnTo>
                    <a:pt x="267" y="1276"/>
                  </a:lnTo>
                  <a:lnTo>
                    <a:pt x="373" y="1330"/>
                  </a:lnTo>
                  <a:lnTo>
                    <a:pt x="479" y="1383"/>
                  </a:lnTo>
                  <a:lnTo>
                    <a:pt x="745" y="1383"/>
                  </a:lnTo>
                  <a:lnTo>
                    <a:pt x="878" y="1330"/>
                  </a:lnTo>
                  <a:lnTo>
                    <a:pt x="984" y="1276"/>
                  </a:lnTo>
                  <a:lnTo>
                    <a:pt x="1064" y="1197"/>
                  </a:lnTo>
                  <a:lnTo>
                    <a:pt x="1144" y="1090"/>
                  </a:lnTo>
                  <a:lnTo>
                    <a:pt x="1197" y="984"/>
                  </a:lnTo>
                  <a:lnTo>
                    <a:pt x="1224" y="851"/>
                  </a:lnTo>
                  <a:lnTo>
                    <a:pt x="1250" y="692"/>
                  </a:lnTo>
                  <a:lnTo>
                    <a:pt x="1224" y="559"/>
                  </a:lnTo>
                  <a:lnTo>
                    <a:pt x="1197" y="426"/>
                  </a:lnTo>
                  <a:lnTo>
                    <a:pt x="1144" y="293"/>
                  </a:lnTo>
                  <a:lnTo>
                    <a:pt x="1064" y="187"/>
                  </a:lnTo>
                  <a:lnTo>
                    <a:pt x="984" y="107"/>
                  </a:lnTo>
                  <a:lnTo>
                    <a:pt x="878" y="54"/>
                  </a:lnTo>
                  <a:lnTo>
                    <a:pt x="745" y="27"/>
                  </a:lnTo>
                  <a:lnTo>
                    <a:pt x="61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 name="Google Shape;1566;p87"/>
            <p:cNvSpPr/>
            <p:nvPr/>
          </p:nvSpPr>
          <p:spPr>
            <a:xfrm>
              <a:off x="5008800" y="4239375"/>
              <a:ext cx="30600" cy="34575"/>
            </a:xfrm>
            <a:custGeom>
              <a:rect b="b" l="l" r="r" t="t"/>
              <a:pathLst>
                <a:path extrusionOk="0" h="1383" w="1224">
                  <a:moveTo>
                    <a:pt x="612" y="293"/>
                  </a:moveTo>
                  <a:lnTo>
                    <a:pt x="719" y="319"/>
                  </a:lnTo>
                  <a:lnTo>
                    <a:pt x="798" y="426"/>
                  </a:lnTo>
                  <a:lnTo>
                    <a:pt x="851" y="532"/>
                  </a:lnTo>
                  <a:lnTo>
                    <a:pt x="878" y="692"/>
                  </a:lnTo>
                  <a:lnTo>
                    <a:pt x="851" y="851"/>
                  </a:lnTo>
                  <a:lnTo>
                    <a:pt x="798" y="984"/>
                  </a:lnTo>
                  <a:lnTo>
                    <a:pt x="719" y="1064"/>
                  </a:lnTo>
                  <a:lnTo>
                    <a:pt x="612" y="1090"/>
                  </a:lnTo>
                  <a:lnTo>
                    <a:pt x="506" y="1064"/>
                  </a:lnTo>
                  <a:lnTo>
                    <a:pt x="426" y="984"/>
                  </a:lnTo>
                  <a:lnTo>
                    <a:pt x="346" y="851"/>
                  </a:lnTo>
                  <a:lnTo>
                    <a:pt x="346" y="692"/>
                  </a:lnTo>
                  <a:lnTo>
                    <a:pt x="346" y="532"/>
                  </a:lnTo>
                  <a:lnTo>
                    <a:pt x="426" y="426"/>
                  </a:lnTo>
                  <a:lnTo>
                    <a:pt x="506" y="319"/>
                  </a:lnTo>
                  <a:lnTo>
                    <a:pt x="612" y="293"/>
                  </a:lnTo>
                  <a:close/>
                  <a:moveTo>
                    <a:pt x="612" y="0"/>
                  </a:moveTo>
                  <a:lnTo>
                    <a:pt x="479" y="27"/>
                  </a:lnTo>
                  <a:lnTo>
                    <a:pt x="373" y="54"/>
                  </a:lnTo>
                  <a:lnTo>
                    <a:pt x="267" y="107"/>
                  </a:lnTo>
                  <a:lnTo>
                    <a:pt x="160" y="187"/>
                  </a:lnTo>
                  <a:lnTo>
                    <a:pt x="81" y="293"/>
                  </a:lnTo>
                  <a:lnTo>
                    <a:pt x="27" y="426"/>
                  </a:lnTo>
                  <a:lnTo>
                    <a:pt x="1" y="559"/>
                  </a:lnTo>
                  <a:lnTo>
                    <a:pt x="1" y="692"/>
                  </a:lnTo>
                  <a:lnTo>
                    <a:pt x="1" y="851"/>
                  </a:lnTo>
                  <a:lnTo>
                    <a:pt x="27" y="984"/>
                  </a:lnTo>
                  <a:lnTo>
                    <a:pt x="81" y="1090"/>
                  </a:lnTo>
                  <a:lnTo>
                    <a:pt x="160" y="1197"/>
                  </a:lnTo>
                  <a:lnTo>
                    <a:pt x="267" y="1276"/>
                  </a:lnTo>
                  <a:lnTo>
                    <a:pt x="373" y="1330"/>
                  </a:lnTo>
                  <a:lnTo>
                    <a:pt x="479" y="1383"/>
                  </a:lnTo>
                  <a:lnTo>
                    <a:pt x="745" y="1383"/>
                  </a:lnTo>
                  <a:lnTo>
                    <a:pt x="851" y="1330"/>
                  </a:lnTo>
                  <a:lnTo>
                    <a:pt x="958" y="1276"/>
                  </a:lnTo>
                  <a:lnTo>
                    <a:pt x="1064" y="1197"/>
                  </a:lnTo>
                  <a:lnTo>
                    <a:pt x="1117" y="1090"/>
                  </a:lnTo>
                  <a:lnTo>
                    <a:pt x="1170" y="984"/>
                  </a:lnTo>
                  <a:lnTo>
                    <a:pt x="1224" y="851"/>
                  </a:lnTo>
                  <a:lnTo>
                    <a:pt x="1224" y="692"/>
                  </a:lnTo>
                  <a:lnTo>
                    <a:pt x="1224" y="559"/>
                  </a:lnTo>
                  <a:lnTo>
                    <a:pt x="1170" y="426"/>
                  </a:lnTo>
                  <a:lnTo>
                    <a:pt x="1117" y="293"/>
                  </a:lnTo>
                  <a:lnTo>
                    <a:pt x="1064" y="187"/>
                  </a:lnTo>
                  <a:lnTo>
                    <a:pt x="958" y="107"/>
                  </a:lnTo>
                  <a:lnTo>
                    <a:pt x="851" y="54"/>
                  </a:lnTo>
                  <a:lnTo>
                    <a:pt x="745" y="27"/>
                  </a:lnTo>
                  <a:lnTo>
                    <a:pt x="61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7" name="Google Shape;1567;p87"/>
            <p:cNvSpPr/>
            <p:nvPr/>
          </p:nvSpPr>
          <p:spPr>
            <a:xfrm>
              <a:off x="4865275" y="4306500"/>
              <a:ext cx="44550" cy="9975"/>
            </a:xfrm>
            <a:custGeom>
              <a:rect b="b" l="l" r="r" t="t"/>
              <a:pathLst>
                <a:path extrusionOk="0" h="399" w="1782">
                  <a:moveTo>
                    <a:pt x="107" y="0"/>
                  </a:moveTo>
                  <a:lnTo>
                    <a:pt x="53" y="53"/>
                  </a:lnTo>
                  <a:lnTo>
                    <a:pt x="0" y="107"/>
                  </a:lnTo>
                  <a:lnTo>
                    <a:pt x="0" y="186"/>
                  </a:lnTo>
                  <a:lnTo>
                    <a:pt x="0" y="266"/>
                  </a:lnTo>
                  <a:lnTo>
                    <a:pt x="53" y="346"/>
                  </a:lnTo>
                  <a:lnTo>
                    <a:pt x="107" y="372"/>
                  </a:lnTo>
                  <a:lnTo>
                    <a:pt x="186" y="399"/>
                  </a:lnTo>
                  <a:lnTo>
                    <a:pt x="1569" y="399"/>
                  </a:lnTo>
                  <a:lnTo>
                    <a:pt x="1648" y="372"/>
                  </a:lnTo>
                  <a:lnTo>
                    <a:pt x="1728" y="346"/>
                  </a:lnTo>
                  <a:lnTo>
                    <a:pt x="1755" y="266"/>
                  </a:lnTo>
                  <a:lnTo>
                    <a:pt x="1781" y="186"/>
                  </a:lnTo>
                  <a:lnTo>
                    <a:pt x="1755" y="107"/>
                  </a:lnTo>
                  <a:lnTo>
                    <a:pt x="1728" y="53"/>
                  </a:lnTo>
                  <a:lnTo>
                    <a:pt x="1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 name="Google Shape;1568;p87"/>
            <p:cNvSpPr/>
            <p:nvPr/>
          </p:nvSpPr>
          <p:spPr>
            <a:xfrm>
              <a:off x="4865275" y="4325100"/>
              <a:ext cx="44550" cy="10000"/>
            </a:xfrm>
            <a:custGeom>
              <a:rect b="b" l="l" r="r" t="t"/>
              <a:pathLst>
                <a:path extrusionOk="0" h="400" w="1782">
                  <a:moveTo>
                    <a:pt x="186" y="0"/>
                  </a:moveTo>
                  <a:lnTo>
                    <a:pt x="107" y="27"/>
                  </a:lnTo>
                  <a:lnTo>
                    <a:pt x="53" y="54"/>
                  </a:lnTo>
                  <a:lnTo>
                    <a:pt x="0" y="133"/>
                  </a:lnTo>
                  <a:lnTo>
                    <a:pt x="0" y="213"/>
                  </a:lnTo>
                  <a:lnTo>
                    <a:pt x="0" y="293"/>
                  </a:lnTo>
                  <a:lnTo>
                    <a:pt x="53" y="346"/>
                  </a:lnTo>
                  <a:lnTo>
                    <a:pt x="107" y="399"/>
                  </a:lnTo>
                  <a:lnTo>
                    <a:pt x="1648" y="399"/>
                  </a:lnTo>
                  <a:lnTo>
                    <a:pt x="1728" y="346"/>
                  </a:lnTo>
                  <a:lnTo>
                    <a:pt x="1755" y="293"/>
                  </a:lnTo>
                  <a:lnTo>
                    <a:pt x="1781" y="213"/>
                  </a:lnTo>
                  <a:lnTo>
                    <a:pt x="1755" y="133"/>
                  </a:lnTo>
                  <a:lnTo>
                    <a:pt x="1728" y="54"/>
                  </a:lnTo>
                  <a:lnTo>
                    <a:pt x="1648" y="27"/>
                  </a:lnTo>
                  <a:lnTo>
                    <a:pt x="156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87"/>
            <p:cNvSpPr/>
            <p:nvPr/>
          </p:nvSpPr>
          <p:spPr>
            <a:xfrm>
              <a:off x="5002825" y="4306500"/>
              <a:ext cx="44550" cy="9975"/>
            </a:xfrm>
            <a:custGeom>
              <a:rect b="b" l="l" r="r" t="t"/>
              <a:pathLst>
                <a:path extrusionOk="0" h="399" w="1782">
                  <a:moveTo>
                    <a:pt x="134" y="0"/>
                  </a:moveTo>
                  <a:lnTo>
                    <a:pt x="80" y="53"/>
                  </a:lnTo>
                  <a:lnTo>
                    <a:pt x="27" y="107"/>
                  </a:lnTo>
                  <a:lnTo>
                    <a:pt x="1" y="186"/>
                  </a:lnTo>
                  <a:lnTo>
                    <a:pt x="27" y="266"/>
                  </a:lnTo>
                  <a:lnTo>
                    <a:pt x="80" y="346"/>
                  </a:lnTo>
                  <a:lnTo>
                    <a:pt x="134" y="372"/>
                  </a:lnTo>
                  <a:lnTo>
                    <a:pt x="213" y="399"/>
                  </a:lnTo>
                  <a:lnTo>
                    <a:pt x="1595" y="399"/>
                  </a:lnTo>
                  <a:lnTo>
                    <a:pt x="1675" y="372"/>
                  </a:lnTo>
                  <a:lnTo>
                    <a:pt x="1728" y="346"/>
                  </a:lnTo>
                  <a:lnTo>
                    <a:pt x="1782" y="266"/>
                  </a:lnTo>
                  <a:lnTo>
                    <a:pt x="1782" y="186"/>
                  </a:lnTo>
                  <a:lnTo>
                    <a:pt x="1782" y="107"/>
                  </a:lnTo>
                  <a:lnTo>
                    <a:pt x="1728" y="53"/>
                  </a:lnTo>
                  <a:lnTo>
                    <a:pt x="167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87"/>
            <p:cNvSpPr/>
            <p:nvPr/>
          </p:nvSpPr>
          <p:spPr>
            <a:xfrm>
              <a:off x="5002825" y="4325100"/>
              <a:ext cx="44550" cy="10000"/>
            </a:xfrm>
            <a:custGeom>
              <a:rect b="b" l="l" r="r" t="t"/>
              <a:pathLst>
                <a:path extrusionOk="0" h="400" w="1782">
                  <a:moveTo>
                    <a:pt x="213" y="0"/>
                  </a:moveTo>
                  <a:lnTo>
                    <a:pt x="134" y="27"/>
                  </a:lnTo>
                  <a:lnTo>
                    <a:pt x="80" y="54"/>
                  </a:lnTo>
                  <a:lnTo>
                    <a:pt x="27" y="133"/>
                  </a:lnTo>
                  <a:lnTo>
                    <a:pt x="1" y="213"/>
                  </a:lnTo>
                  <a:lnTo>
                    <a:pt x="27" y="293"/>
                  </a:lnTo>
                  <a:lnTo>
                    <a:pt x="80" y="346"/>
                  </a:lnTo>
                  <a:lnTo>
                    <a:pt x="134" y="399"/>
                  </a:lnTo>
                  <a:lnTo>
                    <a:pt x="1675" y="399"/>
                  </a:lnTo>
                  <a:lnTo>
                    <a:pt x="1728" y="346"/>
                  </a:lnTo>
                  <a:lnTo>
                    <a:pt x="1782" y="293"/>
                  </a:lnTo>
                  <a:lnTo>
                    <a:pt x="1782" y="213"/>
                  </a:lnTo>
                  <a:lnTo>
                    <a:pt x="1782" y="133"/>
                  </a:lnTo>
                  <a:lnTo>
                    <a:pt x="1728" y="54"/>
                  </a:lnTo>
                  <a:lnTo>
                    <a:pt x="1675" y="27"/>
                  </a:lnTo>
                  <a:lnTo>
                    <a:pt x="159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1" name="Google Shape;1571;p87"/>
          <p:cNvGrpSpPr/>
          <p:nvPr/>
        </p:nvGrpSpPr>
        <p:grpSpPr>
          <a:xfrm>
            <a:off x="6414159" y="4190302"/>
            <a:ext cx="267211" cy="206772"/>
            <a:chOff x="5592275" y="4169600"/>
            <a:chExt cx="258525" cy="200050"/>
          </a:xfrm>
        </p:grpSpPr>
        <p:sp>
          <p:nvSpPr>
            <p:cNvPr id="1572" name="Google Shape;1572;p87"/>
            <p:cNvSpPr/>
            <p:nvPr/>
          </p:nvSpPr>
          <p:spPr>
            <a:xfrm>
              <a:off x="5592275" y="4261300"/>
              <a:ext cx="258525" cy="108350"/>
            </a:xfrm>
            <a:custGeom>
              <a:rect b="b" l="l" r="r" t="t"/>
              <a:pathLst>
                <a:path extrusionOk="0" h="4334" w="10341">
                  <a:moveTo>
                    <a:pt x="4971" y="399"/>
                  </a:moveTo>
                  <a:lnTo>
                    <a:pt x="4971" y="3935"/>
                  </a:lnTo>
                  <a:lnTo>
                    <a:pt x="1994" y="3935"/>
                  </a:lnTo>
                  <a:lnTo>
                    <a:pt x="1808" y="3908"/>
                  </a:lnTo>
                  <a:lnTo>
                    <a:pt x="1648" y="3855"/>
                  </a:lnTo>
                  <a:lnTo>
                    <a:pt x="1489" y="3802"/>
                  </a:lnTo>
                  <a:lnTo>
                    <a:pt x="1329" y="3722"/>
                  </a:lnTo>
                  <a:lnTo>
                    <a:pt x="1170" y="3642"/>
                  </a:lnTo>
                  <a:lnTo>
                    <a:pt x="1037" y="3536"/>
                  </a:lnTo>
                  <a:lnTo>
                    <a:pt x="904" y="3430"/>
                  </a:lnTo>
                  <a:lnTo>
                    <a:pt x="798" y="3297"/>
                  </a:lnTo>
                  <a:lnTo>
                    <a:pt x="691" y="3164"/>
                  </a:lnTo>
                  <a:lnTo>
                    <a:pt x="612" y="3004"/>
                  </a:lnTo>
                  <a:lnTo>
                    <a:pt x="532" y="2871"/>
                  </a:lnTo>
                  <a:lnTo>
                    <a:pt x="479" y="2712"/>
                  </a:lnTo>
                  <a:lnTo>
                    <a:pt x="426" y="2526"/>
                  </a:lnTo>
                  <a:lnTo>
                    <a:pt x="399" y="2366"/>
                  </a:lnTo>
                  <a:lnTo>
                    <a:pt x="399" y="2180"/>
                  </a:lnTo>
                  <a:lnTo>
                    <a:pt x="399" y="1994"/>
                  </a:lnTo>
                  <a:lnTo>
                    <a:pt x="426" y="1808"/>
                  </a:lnTo>
                  <a:lnTo>
                    <a:pt x="479" y="1649"/>
                  </a:lnTo>
                  <a:lnTo>
                    <a:pt x="532" y="1489"/>
                  </a:lnTo>
                  <a:lnTo>
                    <a:pt x="612" y="1330"/>
                  </a:lnTo>
                  <a:lnTo>
                    <a:pt x="691" y="1170"/>
                  </a:lnTo>
                  <a:lnTo>
                    <a:pt x="798" y="1037"/>
                  </a:lnTo>
                  <a:lnTo>
                    <a:pt x="904" y="931"/>
                  </a:lnTo>
                  <a:lnTo>
                    <a:pt x="1037" y="798"/>
                  </a:lnTo>
                  <a:lnTo>
                    <a:pt x="1170" y="692"/>
                  </a:lnTo>
                  <a:lnTo>
                    <a:pt x="1329" y="612"/>
                  </a:lnTo>
                  <a:lnTo>
                    <a:pt x="1489" y="532"/>
                  </a:lnTo>
                  <a:lnTo>
                    <a:pt x="1648" y="479"/>
                  </a:lnTo>
                  <a:lnTo>
                    <a:pt x="1808" y="426"/>
                  </a:lnTo>
                  <a:lnTo>
                    <a:pt x="1994" y="399"/>
                  </a:lnTo>
                  <a:close/>
                  <a:moveTo>
                    <a:pt x="8347" y="399"/>
                  </a:moveTo>
                  <a:lnTo>
                    <a:pt x="8533" y="426"/>
                  </a:lnTo>
                  <a:lnTo>
                    <a:pt x="8692" y="479"/>
                  </a:lnTo>
                  <a:lnTo>
                    <a:pt x="8852" y="532"/>
                  </a:lnTo>
                  <a:lnTo>
                    <a:pt x="9011" y="612"/>
                  </a:lnTo>
                  <a:lnTo>
                    <a:pt x="9144" y="692"/>
                  </a:lnTo>
                  <a:lnTo>
                    <a:pt x="9304" y="798"/>
                  </a:lnTo>
                  <a:lnTo>
                    <a:pt x="9410" y="931"/>
                  </a:lnTo>
                  <a:lnTo>
                    <a:pt x="9543" y="1037"/>
                  </a:lnTo>
                  <a:lnTo>
                    <a:pt x="9623" y="1170"/>
                  </a:lnTo>
                  <a:lnTo>
                    <a:pt x="9729" y="1330"/>
                  </a:lnTo>
                  <a:lnTo>
                    <a:pt x="9809" y="1489"/>
                  </a:lnTo>
                  <a:lnTo>
                    <a:pt x="9862" y="1649"/>
                  </a:lnTo>
                  <a:lnTo>
                    <a:pt x="9889" y="1808"/>
                  </a:lnTo>
                  <a:lnTo>
                    <a:pt x="9942" y="1994"/>
                  </a:lnTo>
                  <a:lnTo>
                    <a:pt x="9942" y="2180"/>
                  </a:lnTo>
                  <a:lnTo>
                    <a:pt x="9942" y="2366"/>
                  </a:lnTo>
                  <a:lnTo>
                    <a:pt x="9889" y="2526"/>
                  </a:lnTo>
                  <a:lnTo>
                    <a:pt x="9862" y="2712"/>
                  </a:lnTo>
                  <a:lnTo>
                    <a:pt x="9809" y="2871"/>
                  </a:lnTo>
                  <a:lnTo>
                    <a:pt x="9729" y="3031"/>
                  </a:lnTo>
                  <a:lnTo>
                    <a:pt x="9623" y="3164"/>
                  </a:lnTo>
                  <a:lnTo>
                    <a:pt x="9543" y="3297"/>
                  </a:lnTo>
                  <a:lnTo>
                    <a:pt x="9410" y="3430"/>
                  </a:lnTo>
                  <a:lnTo>
                    <a:pt x="9304" y="3536"/>
                  </a:lnTo>
                  <a:lnTo>
                    <a:pt x="9144" y="3642"/>
                  </a:lnTo>
                  <a:lnTo>
                    <a:pt x="9011" y="3722"/>
                  </a:lnTo>
                  <a:lnTo>
                    <a:pt x="8852" y="3802"/>
                  </a:lnTo>
                  <a:lnTo>
                    <a:pt x="8692" y="3855"/>
                  </a:lnTo>
                  <a:lnTo>
                    <a:pt x="8533" y="3908"/>
                  </a:lnTo>
                  <a:lnTo>
                    <a:pt x="8347" y="3935"/>
                  </a:lnTo>
                  <a:lnTo>
                    <a:pt x="5370" y="3935"/>
                  </a:lnTo>
                  <a:lnTo>
                    <a:pt x="5370" y="399"/>
                  </a:lnTo>
                  <a:close/>
                  <a:moveTo>
                    <a:pt x="1941" y="1"/>
                  </a:moveTo>
                  <a:lnTo>
                    <a:pt x="1728" y="54"/>
                  </a:lnTo>
                  <a:lnTo>
                    <a:pt x="1515" y="107"/>
                  </a:lnTo>
                  <a:lnTo>
                    <a:pt x="1329" y="160"/>
                  </a:lnTo>
                  <a:lnTo>
                    <a:pt x="1143" y="266"/>
                  </a:lnTo>
                  <a:lnTo>
                    <a:pt x="957" y="373"/>
                  </a:lnTo>
                  <a:lnTo>
                    <a:pt x="798" y="506"/>
                  </a:lnTo>
                  <a:lnTo>
                    <a:pt x="638" y="639"/>
                  </a:lnTo>
                  <a:lnTo>
                    <a:pt x="505" y="798"/>
                  </a:lnTo>
                  <a:lnTo>
                    <a:pt x="372" y="958"/>
                  </a:lnTo>
                  <a:lnTo>
                    <a:pt x="266" y="1144"/>
                  </a:lnTo>
                  <a:lnTo>
                    <a:pt x="160" y="1330"/>
                  </a:lnTo>
                  <a:lnTo>
                    <a:pt x="107" y="1516"/>
                  </a:lnTo>
                  <a:lnTo>
                    <a:pt x="53" y="1728"/>
                  </a:lnTo>
                  <a:lnTo>
                    <a:pt x="0" y="1941"/>
                  </a:lnTo>
                  <a:lnTo>
                    <a:pt x="0" y="2180"/>
                  </a:lnTo>
                  <a:lnTo>
                    <a:pt x="0" y="2393"/>
                  </a:lnTo>
                  <a:lnTo>
                    <a:pt x="53" y="2606"/>
                  </a:lnTo>
                  <a:lnTo>
                    <a:pt x="107" y="2818"/>
                  </a:lnTo>
                  <a:lnTo>
                    <a:pt x="160" y="3031"/>
                  </a:lnTo>
                  <a:lnTo>
                    <a:pt x="266" y="3217"/>
                  </a:lnTo>
                  <a:lnTo>
                    <a:pt x="372" y="3376"/>
                  </a:lnTo>
                  <a:lnTo>
                    <a:pt x="505" y="3563"/>
                  </a:lnTo>
                  <a:lnTo>
                    <a:pt x="638" y="3722"/>
                  </a:lnTo>
                  <a:lnTo>
                    <a:pt x="798" y="3855"/>
                  </a:lnTo>
                  <a:lnTo>
                    <a:pt x="957" y="3988"/>
                  </a:lnTo>
                  <a:lnTo>
                    <a:pt x="1143" y="4094"/>
                  </a:lnTo>
                  <a:lnTo>
                    <a:pt x="1329" y="4174"/>
                  </a:lnTo>
                  <a:lnTo>
                    <a:pt x="1515" y="4254"/>
                  </a:lnTo>
                  <a:lnTo>
                    <a:pt x="1728" y="4307"/>
                  </a:lnTo>
                  <a:lnTo>
                    <a:pt x="1941" y="4333"/>
                  </a:lnTo>
                  <a:lnTo>
                    <a:pt x="8400" y="4333"/>
                  </a:lnTo>
                  <a:lnTo>
                    <a:pt x="8613" y="4307"/>
                  </a:lnTo>
                  <a:lnTo>
                    <a:pt x="8799" y="4254"/>
                  </a:lnTo>
                  <a:lnTo>
                    <a:pt x="9011" y="4174"/>
                  </a:lnTo>
                  <a:lnTo>
                    <a:pt x="9197" y="4094"/>
                  </a:lnTo>
                  <a:lnTo>
                    <a:pt x="9384" y="3988"/>
                  </a:lnTo>
                  <a:lnTo>
                    <a:pt x="9543" y="3855"/>
                  </a:lnTo>
                  <a:lnTo>
                    <a:pt x="9703" y="3722"/>
                  </a:lnTo>
                  <a:lnTo>
                    <a:pt x="9835" y="3563"/>
                  </a:lnTo>
                  <a:lnTo>
                    <a:pt x="9968" y="3376"/>
                  </a:lnTo>
                  <a:lnTo>
                    <a:pt x="10075" y="3217"/>
                  </a:lnTo>
                  <a:lnTo>
                    <a:pt x="10154" y="3031"/>
                  </a:lnTo>
                  <a:lnTo>
                    <a:pt x="10234" y="2818"/>
                  </a:lnTo>
                  <a:lnTo>
                    <a:pt x="10287" y="2606"/>
                  </a:lnTo>
                  <a:lnTo>
                    <a:pt x="10314" y="2393"/>
                  </a:lnTo>
                  <a:lnTo>
                    <a:pt x="10340" y="2180"/>
                  </a:lnTo>
                  <a:lnTo>
                    <a:pt x="10314" y="1941"/>
                  </a:lnTo>
                  <a:lnTo>
                    <a:pt x="10287" y="1728"/>
                  </a:lnTo>
                  <a:lnTo>
                    <a:pt x="10234" y="1516"/>
                  </a:lnTo>
                  <a:lnTo>
                    <a:pt x="10154" y="1330"/>
                  </a:lnTo>
                  <a:lnTo>
                    <a:pt x="10075" y="1144"/>
                  </a:lnTo>
                  <a:lnTo>
                    <a:pt x="9968" y="958"/>
                  </a:lnTo>
                  <a:lnTo>
                    <a:pt x="9835" y="798"/>
                  </a:lnTo>
                  <a:lnTo>
                    <a:pt x="9703" y="639"/>
                  </a:lnTo>
                  <a:lnTo>
                    <a:pt x="9543" y="506"/>
                  </a:lnTo>
                  <a:lnTo>
                    <a:pt x="9384" y="373"/>
                  </a:lnTo>
                  <a:lnTo>
                    <a:pt x="9197" y="266"/>
                  </a:lnTo>
                  <a:lnTo>
                    <a:pt x="9011" y="160"/>
                  </a:lnTo>
                  <a:lnTo>
                    <a:pt x="8799" y="107"/>
                  </a:lnTo>
                  <a:lnTo>
                    <a:pt x="8613" y="54"/>
                  </a:lnTo>
                  <a:lnTo>
                    <a:pt x="840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87"/>
            <p:cNvSpPr/>
            <p:nvPr/>
          </p:nvSpPr>
          <p:spPr>
            <a:xfrm>
              <a:off x="5746450" y="4207475"/>
              <a:ext cx="43200" cy="39225"/>
            </a:xfrm>
            <a:custGeom>
              <a:rect b="b" l="l" r="r" t="t"/>
              <a:pathLst>
                <a:path extrusionOk="0" h="1569" w="1728">
                  <a:moveTo>
                    <a:pt x="107" y="1"/>
                  </a:moveTo>
                  <a:lnTo>
                    <a:pt x="53" y="54"/>
                  </a:lnTo>
                  <a:lnTo>
                    <a:pt x="0" y="107"/>
                  </a:lnTo>
                  <a:lnTo>
                    <a:pt x="0" y="187"/>
                  </a:lnTo>
                  <a:lnTo>
                    <a:pt x="0" y="266"/>
                  </a:lnTo>
                  <a:lnTo>
                    <a:pt x="53" y="346"/>
                  </a:lnTo>
                  <a:lnTo>
                    <a:pt x="107" y="373"/>
                  </a:lnTo>
                  <a:lnTo>
                    <a:pt x="186" y="399"/>
                  </a:lnTo>
                  <a:lnTo>
                    <a:pt x="957" y="399"/>
                  </a:lnTo>
                  <a:lnTo>
                    <a:pt x="133" y="1223"/>
                  </a:lnTo>
                  <a:lnTo>
                    <a:pt x="80" y="1276"/>
                  </a:lnTo>
                  <a:lnTo>
                    <a:pt x="80" y="1330"/>
                  </a:lnTo>
                  <a:lnTo>
                    <a:pt x="80" y="1383"/>
                  </a:lnTo>
                  <a:lnTo>
                    <a:pt x="80" y="1436"/>
                  </a:lnTo>
                  <a:lnTo>
                    <a:pt x="107" y="1489"/>
                  </a:lnTo>
                  <a:lnTo>
                    <a:pt x="160" y="1542"/>
                  </a:lnTo>
                  <a:lnTo>
                    <a:pt x="213" y="1569"/>
                  </a:lnTo>
                  <a:lnTo>
                    <a:pt x="1542" y="1569"/>
                  </a:lnTo>
                  <a:lnTo>
                    <a:pt x="1622" y="1542"/>
                  </a:lnTo>
                  <a:lnTo>
                    <a:pt x="1675" y="1516"/>
                  </a:lnTo>
                  <a:lnTo>
                    <a:pt x="1728" y="1436"/>
                  </a:lnTo>
                  <a:lnTo>
                    <a:pt x="1728" y="1356"/>
                  </a:lnTo>
                  <a:lnTo>
                    <a:pt x="1728" y="1276"/>
                  </a:lnTo>
                  <a:lnTo>
                    <a:pt x="1675" y="1223"/>
                  </a:lnTo>
                  <a:lnTo>
                    <a:pt x="1622" y="1170"/>
                  </a:lnTo>
                  <a:lnTo>
                    <a:pt x="744" y="1170"/>
                  </a:lnTo>
                  <a:lnTo>
                    <a:pt x="1595" y="346"/>
                  </a:lnTo>
                  <a:lnTo>
                    <a:pt x="1622" y="293"/>
                  </a:lnTo>
                  <a:lnTo>
                    <a:pt x="1648" y="240"/>
                  </a:lnTo>
                  <a:lnTo>
                    <a:pt x="1648" y="187"/>
                  </a:lnTo>
                  <a:lnTo>
                    <a:pt x="1648" y="133"/>
                  </a:lnTo>
                  <a:lnTo>
                    <a:pt x="1595" y="80"/>
                  </a:lnTo>
                  <a:lnTo>
                    <a:pt x="1568" y="27"/>
                  </a:lnTo>
                  <a:lnTo>
                    <a:pt x="15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 name="Google Shape;1574;p87"/>
            <p:cNvSpPr/>
            <p:nvPr/>
          </p:nvSpPr>
          <p:spPr>
            <a:xfrm>
              <a:off x="5795625" y="4169600"/>
              <a:ext cx="51850" cy="47875"/>
            </a:xfrm>
            <a:custGeom>
              <a:rect b="b" l="l" r="r" t="t"/>
              <a:pathLst>
                <a:path extrusionOk="0" h="1915" w="2074">
                  <a:moveTo>
                    <a:pt x="213" y="0"/>
                  </a:moveTo>
                  <a:lnTo>
                    <a:pt x="133" y="27"/>
                  </a:lnTo>
                  <a:lnTo>
                    <a:pt x="53" y="80"/>
                  </a:lnTo>
                  <a:lnTo>
                    <a:pt x="27" y="133"/>
                  </a:lnTo>
                  <a:lnTo>
                    <a:pt x="0" y="213"/>
                  </a:lnTo>
                  <a:lnTo>
                    <a:pt x="27" y="293"/>
                  </a:lnTo>
                  <a:lnTo>
                    <a:pt x="53" y="346"/>
                  </a:lnTo>
                  <a:lnTo>
                    <a:pt x="133" y="399"/>
                  </a:lnTo>
                  <a:lnTo>
                    <a:pt x="213" y="399"/>
                  </a:lnTo>
                  <a:lnTo>
                    <a:pt x="1329" y="426"/>
                  </a:lnTo>
                  <a:lnTo>
                    <a:pt x="160" y="1569"/>
                  </a:lnTo>
                  <a:lnTo>
                    <a:pt x="107" y="1622"/>
                  </a:lnTo>
                  <a:lnTo>
                    <a:pt x="107" y="1675"/>
                  </a:lnTo>
                  <a:lnTo>
                    <a:pt x="80" y="1728"/>
                  </a:lnTo>
                  <a:lnTo>
                    <a:pt x="107" y="1781"/>
                  </a:lnTo>
                  <a:lnTo>
                    <a:pt x="133" y="1835"/>
                  </a:lnTo>
                  <a:lnTo>
                    <a:pt x="186" y="1888"/>
                  </a:lnTo>
                  <a:lnTo>
                    <a:pt x="239" y="1914"/>
                  </a:lnTo>
                  <a:lnTo>
                    <a:pt x="1861" y="1914"/>
                  </a:lnTo>
                  <a:lnTo>
                    <a:pt x="1941" y="1888"/>
                  </a:lnTo>
                  <a:lnTo>
                    <a:pt x="2020" y="1835"/>
                  </a:lnTo>
                  <a:lnTo>
                    <a:pt x="2047" y="1781"/>
                  </a:lnTo>
                  <a:lnTo>
                    <a:pt x="2074" y="1702"/>
                  </a:lnTo>
                  <a:lnTo>
                    <a:pt x="2047" y="1622"/>
                  </a:lnTo>
                  <a:lnTo>
                    <a:pt x="2020" y="1569"/>
                  </a:lnTo>
                  <a:lnTo>
                    <a:pt x="1941" y="1516"/>
                  </a:lnTo>
                  <a:lnTo>
                    <a:pt x="771" y="1516"/>
                  </a:lnTo>
                  <a:lnTo>
                    <a:pt x="1941" y="373"/>
                  </a:lnTo>
                  <a:lnTo>
                    <a:pt x="1967" y="319"/>
                  </a:lnTo>
                  <a:lnTo>
                    <a:pt x="1994" y="266"/>
                  </a:lnTo>
                  <a:lnTo>
                    <a:pt x="1994" y="213"/>
                  </a:lnTo>
                  <a:lnTo>
                    <a:pt x="1994" y="133"/>
                  </a:lnTo>
                  <a:lnTo>
                    <a:pt x="1967" y="80"/>
                  </a:lnTo>
                  <a:lnTo>
                    <a:pt x="1914" y="54"/>
                  </a:lnTo>
                  <a:lnTo>
                    <a:pt x="1861" y="27"/>
                  </a:lnTo>
                  <a:lnTo>
                    <a:pt x="1808"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5" name="Google Shape;1575;p87"/>
          <p:cNvGrpSpPr/>
          <p:nvPr/>
        </p:nvGrpSpPr>
        <p:grpSpPr>
          <a:xfrm>
            <a:off x="7230833" y="4139139"/>
            <a:ext cx="215015" cy="309098"/>
            <a:chOff x="6382400" y="4120425"/>
            <a:chExt cx="208025" cy="299050"/>
          </a:xfrm>
        </p:grpSpPr>
        <p:sp>
          <p:nvSpPr>
            <p:cNvPr id="1576" name="Google Shape;1576;p87"/>
            <p:cNvSpPr/>
            <p:nvPr/>
          </p:nvSpPr>
          <p:spPr>
            <a:xfrm>
              <a:off x="6403000" y="4223425"/>
              <a:ext cx="166825" cy="167475"/>
            </a:xfrm>
            <a:custGeom>
              <a:rect b="b" l="l" r="r" t="t"/>
              <a:pathLst>
                <a:path extrusionOk="0" h="6699" w="6673">
                  <a:moveTo>
                    <a:pt x="3350" y="399"/>
                  </a:moveTo>
                  <a:lnTo>
                    <a:pt x="3642" y="426"/>
                  </a:lnTo>
                  <a:lnTo>
                    <a:pt x="3935" y="479"/>
                  </a:lnTo>
                  <a:lnTo>
                    <a:pt x="4200" y="532"/>
                  </a:lnTo>
                  <a:lnTo>
                    <a:pt x="4493" y="638"/>
                  </a:lnTo>
                  <a:lnTo>
                    <a:pt x="4732" y="771"/>
                  </a:lnTo>
                  <a:lnTo>
                    <a:pt x="4971" y="904"/>
                  </a:lnTo>
                  <a:lnTo>
                    <a:pt x="5211" y="1090"/>
                  </a:lnTo>
                  <a:lnTo>
                    <a:pt x="5423" y="1276"/>
                  </a:lnTo>
                  <a:lnTo>
                    <a:pt x="5609" y="1489"/>
                  </a:lnTo>
                  <a:lnTo>
                    <a:pt x="5769" y="1702"/>
                  </a:lnTo>
                  <a:lnTo>
                    <a:pt x="5928" y="1941"/>
                  </a:lnTo>
                  <a:lnTo>
                    <a:pt x="6035" y="2207"/>
                  </a:lnTo>
                  <a:lnTo>
                    <a:pt x="6141" y="2473"/>
                  </a:lnTo>
                  <a:lnTo>
                    <a:pt x="6221" y="2765"/>
                  </a:lnTo>
                  <a:lnTo>
                    <a:pt x="6274" y="3057"/>
                  </a:lnTo>
                  <a:lnTo>
                    <a:pt x="6274" y="3350"/>
                  </a:lnTo>
                  <a:lnTo>
                    <a:pt x="6274" y="3642"/>
                  </a:lnTo>
                  <a:lnTo>
                    <a:pt x="6221" y="3935"/>
                  </a:lnTo>
                  <a:lnTo>
                    <a:pt x="6141" y="4227"/>
                  </a:lnTo>
                  <a:lnTo>
                    <a:pt x="6035" y="4493"/>
                  </a:lnTo>
                  <a:lnTo>
                    <a:pt x="5928" y="4759"/>
                  </a:lnTo>
                  <a:lnTo>
                    <a:pt x="5769" y="4998"/>
                  </a:lnTo>
                  <a:lnTo>
                    <a:pt x="5609" y="5210"/>
                  </a:lnTo>
                  <a:lnTo>
                    <a:pt x="5423" y="5423"/>
                  </a:lnTo>
                  <a:lnTo>
                    <a:pt x="5211" y="5609"/>
                  </a:lnTo>
                  <a:lnTo>
                    <a:pt x="4971" y="5795"/>
                  </a:lnTo>
                  <a:lnTo>
                    <a:pt x="4732" y="5928"/>
                  </a:lnTo>
                  <a:lnTo>
                    <a:pt x="4493" y="6061"/>
                  </a:lnTo>
                  <a:lnTo>
                    <a:pt x="4200" y="6141"/>
                  </a:lnTo>
                  <a:lnTo>
                    <a:pt x="3935" y="6221"/>
                  </a:lnTo>
                  <a:lnTo>
                    <a:pt x="3642" y="6274"/>
                  </a:lnTo>
                  <a:lnTo>
                    <a:pt x="3031" y="6274"/>
                  </a:lnTo>
                  <a:lnTo>
                    <a:pt x="2738" y="6221"/>
                  </a:lnTo>
                  <a:lnTo>
                    <a:pt x="2473" y="6141"/>
                  </a:lnTo>
                  <a:lnTo>
                    <a:pt x="2207" y="6061"/>
                  </a:lnTo>
                  <a:lnTo>
                    <a:pt x="1941" y="5928"/>
                  </a:lnTo>
                  <a:lnTo>
                    <a:pt x="1702" y="5795"/>
                  </a:lnTo>
                  <a:lnTo>
                    <a:pt x="1463" y="5609"/>
                  </a:lnTo>
                  <a:lnTo>
                    <a:pt x="1250" y="5423"/>
                  </a:lnTo>
                  <a:lnTo>
                    <a:pt x="1064" y="5210"/>
                  </a:lnTo>
                  <a:lnTo>
                    <a:pt x="904" y="4998"/>
                  </a:lnTo>
                  <a:lnTo>
                    <a:pt x="745" y="4759"/>
                  </a:lnTo>
                  <a:lnTo>
                    <a:pt x="639" y="4493"/>
                  </a:lnTo>
                  <a:lnTo>
                    <a:pt x="532" y="4227"/>
                  </a:lnTo>
                  <a:lnTo>
                    <a:pt x="452" y="3935"/>
                  </a:lnTo>
                  <a:lnTo>
                    <a:pt x="426" y="3642"/>
                  </a:lnTo>
                  <a:lnTo>
                    <a:pt x="399" y="3350"/>
                  </a:lnTo>
                  <a:lnTo>
                    <a:pt x="426" y="3057"/>
                  </a:lnTo>
                  <a:lnTo>
                    <a:pt x="452" y="2765"/>
                  </a:lnTo>
                  <a:lnTo>
                    <a:pt x="532" y="2473"/>
                  </a:lnTo>
                  <a:lnTo>
                    <a:pt x="639" y="2207"/>
                  </a:lnTo>
                  <a:lnTo>
                    <a:pt x="745" y="1941"/>
                  </a:lnTo>
                  <a:lnTo>
                    <a:pt x="904" y="1702"/>
                  </a:lnTo>
                  <a:lnTo>
                    <a:pt x="1064" y="1489"/>
                  </a:lnTo>
                  <a:lnTo>
                    <a:pt x="1250" y="1276"/>
                  </a:lnTo>
                  <a:lnTo>
                    <a:pt x="1463" y="1090"/>
                  </a:lnTo>
                  <a:lnTo>
                    <a:pt x="1702" y="904"/>
                  </a:lnTo>
                  <a:lnTo>
                    <a:pt x="1941" y="771"/>
                  </a:lnTo>
                  <a:lnTo>
                    <a:pt x="2207" y="638"/>
                  </a:lnTo>
                  <a:lnTo>
                    <a:pt x="2473" y="532"/>
                  </a:lnTo>
                  <a:lnTo>
                    <a:pt x="2738" y="479"/>
                  </a:lnTo>
                  <a:lnTo>
                    <a:pt x="3031" y="426"/>
                  </a:lnTo>
                  <a:lnTo>
                    <a:pt x="3350" y="399"/>
                  </a:lnTo>
                  <a:close/>
                  <a:moveTo>
                    <a:pt x="3350" y="1"/>
                  </a:moveTo>
                  <a:lnTo>
                    <a:pt x="3004" y="27"/>
                  </a:lnTo>
                  <a:lnTo>
                    <a:pt x="2659" y="80"/>
                  </a:lnTo>
                  <a:lnTo>
                    <a:pt x="2340" y="160"/>
                  </a:lnTo>
                  <a:lnTo>
                    <a:pt x="2047" y="266"/>
                  </a:lnTo>
                  <a:lnTo>
                    <a:pt x="1755" y="399"/>
                  </a:lnTo>
                  <a:lnTo>
                    <a:pt x="1463" y="585"/>
                  </a:lnTo>
                  <a:lnTo>
                    <a:pt x="1223" y="771"/>
                  </a:lnTo>
                  <a:lnTo>
                    <a:pt x="984" y="984"/>
                  </a:lnTo>
                  <a:lnTo>
                    <a:pt x="771" y="1223"/>
                  </a:lnTo>
                  <a:lnTo>
                    <a:pt x="559" y="1489"/>
                  </a:lnTo>
                  <a:lnTo>
                    <a:pt x="399" y="1755"/>
                  </a:lnTo>
                  <a:lnTo>
                    <a:pt x="266" y="2047"/>
                  </a:lnTo>
                  <a:lnTo>
                    <a:pt x="160" y="2366"/>
                  </a:lnTo>
                  <a:lnTo>
                    <a:pt x="80" y="2685"/>
                  </a:lnTo>
                  <a:lnTo>
                    <a:pt x="27" y="3004"/>
                  </a:lnTo>
                  <a:lnTo>
                    <a:pt x="1" y="3350"/>
                  </a:lnTo>
                  <a:lnTo>
                    <a:pt x="27" y="3695"/>
                  </a:lnTo>
                  <a:lnTo>
                    <a:pt x="80" y="4014"/>
                  </a:lnTo>
                  <a:lnTo>
                    <a:pt x="160" y="4333"/>
                  </a:lnTo>
                  <a:lnTo>
                    <a:pt x="266" y="4652"/>
                  </a:lnTo>
                  <a:lnTo>
                    <a:pt x="399" y="4945"/>
                  </a:lnTo>
                  <a:lnTo>
                    <a:pt x="559" y="5210"/>
                  </a:lnTo>
                  <a:lnTo>
                    <a:pt x="771" y="5476"/>
                  </a:lnTo>
                  <a:lnTo>
                    <a:pt x="984" y="5715"/>
                  </a:lnTo>
                  <a:lnTo>
                    <a:pt x="1223" y="5928"/>
                  </a:lnTo>
                  <a:lnTo>
                    <a:pt x="1463" y="6114"/>
                  </a:lnTo>
                  <a:lnTo>
                    <a:pt x="1755" y="6274"/>
                  </a:lnTo>
                  <a:lnTo>
                    <a:pt x="2047" y="6433"/>
                  </a:lnTo>
                  <a:lnTo>
                    <a:pt x="2340" y="6540"/>
                  </a:lnTo>
                  <a:lnTo>
                    <a:pt x="2659" y="6619"/>
                  </a:lnTo>
                  <a:lnTo>
                    <a:pt x="3004" y="6672"/>
                  </a:lnTo>
                  <a:lnTo>
                    <a:pt x="3350" y="6699"/>
                  </a:lnTo>
                  <a:lnTo>
                    <a:pt x="3669" y="6672"/>
                  </a:lnTo>
                  <a:lnTo>
                    <a:pt x="4014" y="6619"/>
                  </a:lnTo>
                  <a:lnTo>
                    <a:pt x="4333" y="6540"/>
                  </a:lnTo>
                  <a:lnTo>
                    <a:pt x="4626" y="6433"/>
                  </a:lnTo>
                  <a:lnTo>
                    <a:pt x="4918" y="6274"/>
                  </a:lnTo>
                  <a:lnTo>
                    <a:pt x="5211" y="6114"/>
                  </a:lnTo>
                  <a:lnTo>
                    <a:pt x="5450" y="5928"/>
                  </a:lnTo>
                  <a:lnTo>
                    <a:pt x="5689" y="5715"/>
                  </a:lnTo>
                  <a:lnTo>
                    <a:pt x="5902" y="5476"/>
                  </a:lnTo>
                  <a:lnTo>
                    <a:pt x="6114" y="5210"/>
                  </a:lnTo>
                  <a:lnTo>
                    <a:pt x="6274" y="4945"/>
                  </a:lnTo>
                  <a:lnTo>
                    <a:pt x="6407" y="4652"/>
                  </a:lnTo>
                  <a:lnTo>
                    <a:pt x="6540" y="4333"/>
                  </a:lnTo>
                  <a:lnTo>
                    <a:pt x="6619" y="4014"/>
                  </a:lnTo>
                  <a:lnTo>
                    <a:pt x="6673" y="3695"/>
                  </a:lnTo>
                  <a:lnTo>
                    <a:pt x="6673" y="3350"/>
                  </a:lnTo>
                  <a:lnTo>
                    <a:pt x="6673" y="3004"/>
                  </a:lnTo>
                  <a:lnTo>
                    <a:pt x="6619" y="2685"/>
                  </a:lnTo>
                  <a:lnTo>
                    <a:pt x="6540" y="2366"/>
                  </a:lnTo>
                  <a:lnTo>
                    <a:pt x="6407" y="2047"/>
                  </a:lnTo>
                  <a:lnTo>
                    <a:pt x="6274" y="1755"/>
                  </a:lnTo>
                  <a:lnTo>
                    <a:pt x="6114" y="1489"/>
                  </a:lnTo>
                  <a:lnTo>
                    <a:pt x="5928" y="1223"/>
                  </a:lnTo>
                  <a:lnTo>
                    <a:pt x="5689" y="984"/>
                  </a:lnTo>
                  <a:lnTo>
                    <a:pt x="5450" y="771"/>
                  </a:lnTo>
                  <a:lnTo>
                    <a:pt x="5211" y="585"/>
                  </a:lnTo>
                  <a:lnTo>
                    <a:pt x="4918" y="399"/>
                  </a:lnTo>
                  <a:lnTo>
                    <a:pt x="4626" y="266"/>
                  </a:lnTo>
                  <a:lnTo>
                    <a:pt x="4333" y="160"/>
                  </a:lnTo>
                  <a:lnTo>
                    <a:pt x="4014" y="80"/>
                  </a:lnTo>
                  <a:lnTo>
                    <a:pt x="3669" y="27"/>
                  </a:lnTo>
                  <a:lnTo>
                    <a:pt x="335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87"/>
            <p:cNvSpPr/>
            <p:nvPr/>
          </p:nvSpPr>
          <p:spPr>
            <a:xfrm>
              <a:off x="6480100" y="4300500"/>
              <a:ext cx="12650" cy="13325"/>
            </a:xfrm>
            <a:custGeom>
              <a:rect b="b" l="l" r="r" t="t"/>
              <a:pathLst>
                <a:path extrusionOk="0" h="533" w="506">
                  <a:moveTo>
                    <a:pt x="266" y="1"/>
                  </a:moveTo>
                  <a:lnTo>
                    <a:pt x="160" y="28"/>
                  </a:lnTo>
                  <a:lnTo>
                    <a:pt x="80" y="81"/>
                  </a:lnTo>
                  <a:lnTo>
                    <a:pt x="27" y="160"/>
                  </a:lnTo>
                  <a:lnTo>
                    <a:pt x="0" y="267"/>
                  </a:lnTo>
                  <a:lnTo>
                    <a:pt x="27" y="373"/>
                  </a:lnTo>
                  <a:lnTo>
                    <a:pt x="80" y="453"/>
                  </a:lnTo>
                  <a:lnTo>
                    <a:pt x="160" y="506"/>
                  </a:lnTo>
                  <a:lnTo>
                    <a:pt x="266" y="533"/>
                  </a:lnTo>
                  <a:lnTo>
                    <a:pt x="346" y="506"/>
                  </a:lnTo>
                  <a:lnTo>
                    <a:pt x="425" y="453"/>
                  </a:lnTo>
                  <a:lnTo>
                    <a:pt x="479" y="373"/>
                  </a:lnTo>
                  <a:lnTo>
                    <a:pt x="505" y="267"/>
                  </a:lnTo>
                  <a:lnTo>
                    <a:pt x="479" y="160"/>
                  </a:lnTo>
                  <a:lnTo>
                    <a:pt x="425" y="81"/>
                  </a:lnTo>
                  <a:lnTo>
                    <a:pt x="346" y="28"/>
                  </a:lnTo>
                  <a:lnTo>
                    <a:pt x="26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 name="Google Shape;1578;p87"/>
            <p:cNvSpPr/>
            <p:nvPr/>
          </p:nvSpPr>
          <p:spPr>
            <a:xfrm>
              <a:off x="6481425" y="4244025"/>
              <a:ext cx="9975" cy="15975"/>
            </a:xfrm>
            <a:custGeom>
              <a:rect b="b" l="l" r="r" t="t"/>
              <a:pathLst>
                <a:path extrusionOk="0" h="639" w="399">
                  <a:moveTo>
                    <a:pt x="213" y="1"/>
                  </a:moveTo>
                  <a:lnTo>
                    <a:pt x="133" y="27"/>
                  </a:lnTo>
                  <a:lnTo>
                    <a:pt x="53" y="80"/>
                  </a:lnTo>
                  <a:lnTo>
                    <a:pt x="27" y="133"/>
                  </a:lnTo>
                  <a:lnTo>
                    <a:pt x="0" y="213"/>
                  </a:lnTo>
                  <a:lnTo>
                    <a:pt x="0" y="426"/>
                  </a:lnTo>
                  <a:lnTo>
                    <a:pt x="27" y="506"/>
                  </a:lnTo>
                  <a:lnTo>
                    <a:pt x="53" y="585"/>
                  </a:lnTo>
                  <a:lnTo>
                    <a:pt x="133" y="612"/>
                  </a:lnTo>
                  <a:lnTo>
                    <a:pt x="213" y="638"/>
                  </a:lnTo>
                  <a:lnTo>
                    <a:pt x="293" y="612"/>
                  </a:lnTo>
                  <a:lnTo>
                    <a:pt x="346" y="585"/>
                  </a:lnTo>
                  <a:lnTo>
                    <a:pt x="399" y="506"/>
                  </a:lnTo>
                  <a:lnTo>
                    <a:pt x="399" y="426"/>
                  </a:lnTo>
                  <a:lnTo>
                    <a:pt x="399" y="213"/>
                  </a:lnTo>
                  <a:lnTo>
                    <a:pt x="399" y="133"/>
                  </a:lnTo>
                  <a:lnTo>
                    <a:pt x="346" y="80"/>
                  </a:lnTo>
                  <a:lnTo>
                    <a:pt x="293"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87"/>
            <p:cNvSpPr/>
            <p:nvPr/>
          </p:nvSpPr>
          <p:spPr>
            <a:xfrm>
              <a:off x="6481425" y="4354350"/>
              <a:ext cx="9975" cy="15950"/>
            </a:xfrm>
            <a:custGeom>
              <a:rect b="b" l="l" r="r" t="t"/>
              <a:pathLst>
                <a:path extrusionOk="0" h="638" w="399">
                  <a:moveTo>
                    <a:pt x="213" y="0"/>
                  </a:moveTo>
                  <a:lnTo>
                    <a:pt x="133" y="27"/>
                  </a:lnTo>
                  <a:lnTo>
                    <a:pt x="53" y="53"/>
                  </a:lnTo>
                  <a:lnTo>
                    <a:pt x="27" y="133"/>
                  </a:lnTo>
                  <a:lnTo>
                    <a:pt x="0" y="213"/>
                  </a:lnTo>
                  <a:lnTo>
                    <a:pt x="0" y="425"/>
                  </a:lnTo>
                  <a:lnTo>
                    <a:pt x="27" y="505"/>
                  </a:lnTo>
                  <a:lnTo>
                    <a:pt x="53" y="558"/>
                  </a:lnTo>
                  <a:lnTo>
                    <a:pt x="133" y="611"/>
                  </a:lnTo>
                  <a:lnTo>
                    <a:pt x="213" y="638"/>
                  </a:lnTo>
                  <a:lnTo>
                    <a:pt x="293" y="611"/>
                  </a:lnTo>
                  <a:lnTo>
                    <a:pt x="346" y="558"/>
                  </a:lnTo>
                  <a:lnTo>
                    <a:pt x="399" y="505"/>
                  </a:lnTo>
                  <a:lnTo>
                    <a:pt x="399" y="425"/>
                  </a:lnTo>
                  <a:lnTo>
                    <a:pt x="399" y="213"/>
                  </a:lnTo>
                  <a:lnTo>
                    <a:pt x="399" y="133"/>
                  </a:lnTo>
                  <a:lnTo>
                    <a:pt x="346" y="53"/>
                  </a:lnTo>
                  <a:lnTo>
                    <a:pt x="293"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87"/>
            <p:cNvSpPr/>
            <p:nvPr/>
          </p:nvSpPr>
          <p:spPr>
            <a:xfrm>
              <a:off x="6452175" y="4252000"/>
              <a:ext cx="13325" cy="14650"/>
            </a:xfrm>
            <a:custGeom>
              <a:rect b="b" l="l" r="r" t="t"/>
              <a:pathLst>
                <a:path extrusionOk="0" h="586" w="533">
                  <a:moveTo>
                    <a:pt x="213" y="1"/>
                  </a:moveTo>
                  <a:lnTo>
                    <a:pt x="107" y="27"/>
                  </a:lnTo>
                  <a:lnTo>
                    <a:pt x="27" y="107"/>
                  </a:lnTo>
                  <a:lnTo>
                    <a:pt x="1" y="187"/>
                  </a:lnTo>
                  <a:lnTo>
                    <a:pt x="54" y="293"/>
                  </a:lnTo>
                  <a:lnTo>
                    <a:pt x="160" y="506"/>
                  </a:lnTo>
                  <a:lnTo>
                    <a:pt x="240" y="559"/>
                  </a:lnTo>
                  <a:lnTo>
                    <a:pt x="320" y="585"/>
                  </a:lnTo>
                  <a:lnTo>
                    <a:pt x="426" y="559"/>
                  </a:lnTo>
                  <a:lnTo>
                    <a:pt x="506" y="506"/>
                  </a:lnTo>
                  <a:lnTo>
                    <a:pt x="532" y="399"/>
                  </a:lnTo>
                  <a:lnTo>
                    <a:pt x="506" y="293"/>
                  </a:lnTo>
                  <a:lnTo>
                    <a:pt x="399" y="107"/>
                  </a:lnTo>
                  <a:lnTo>
                    <a:pt x="320" y="27"/>
                  </a:lnTo>
                  <a:lnTo>
                    <a:pt x="2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87"/>
            <p:cNvSpPr/>
            <p:nvPr/>
          </p:nvSpPr>
          <p:spPr>
            <a:xfrm>
              <a:off x="6507325" y="4347025"/>
              <a:ext cx="13325" cy="15300"/>
            </a:xfrm>
            <a:custGeom>
              <a:rect b="b" l="l" r="r" t="t"/>
              <a:pathLst>
                <a:path extrusionOk="0" h="612" w="533">
                  <a:moveTo>
                    <a:pt x="214" y="1"/>
                  </a:moveTo>
                  <a:lnTo>
                    <a:pt x="107" y="27"/>
                  </a:lnTo>
                  <a:lnTo>
                    <a:pt x="27" y="107"/>
                  </a:lnTo>
                  <a:lnTo>
                    <a:pt x="1" y="213"/>
                  </a:lnTo>
                  <a:lnTo>
                    <a:pt x="27" y="320"/>
                  </a:lnTo>
                  <a:lnTo>
                    <a:pt x="160" y="506"/>
                  </a:lnTo>
                  <a:lnTo>
                    <a:pt x="214" y="559"/>
                  </a:lnTo>
                  <a:lnTo>
                    <a:pt x="267" y="612"/>
                  </a:lnTo>
                  <a:lnTo>
                    <a:pt x="346" y="612"/>
                  </a:lnTo>
                  <a:lnTo>
                    <a:pt x="426" y="585"/>
                  </a:lnTo>
                  <a:lnTo>
                    <a:pt x="479" y="532"/>
                  </a:lnTo>
                  <a:lnTo>
                    <a:pt x="506" y="453"/>
                  </a:lnTo>
                  <a:lnTo>
                    <a:pt x="533" y="373"/>
                  </a:lnTo>
                  <a:lnTo>
                    <a:pt x="506" y="320"/>
                  </a:lnTo>
                  <a:lnTo>
                    <a:pt x="373" y="107"/>
                  </a:lnTo>
                  <a:lnTo>
                    <a:pt x="320" y="27"/>
                  </a:lnTo>
                  <a:lnTo>
                    <a:pt x="21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 name="Google Shape;1582;p87"/>
            <p:cNvSpPr/>
            <p:nvPr/>
          </p:nvSpPr>
          <p:spPr>
            <a:xfrm>
              <a:off x="6430925" y="4273275"/>
              <a:ext cx="15300" cy="12650"/>
            </a:xfrm>
            <a:custGeom>
              <a:rect b="b" l="l" r="r" t="t"/>
              <a:pathLst>
                <a:path extrusionOk="0" h="506" w="612">
                  <a:moveTo>
                    <a:pt x="213" y="0"/>
                  </a:moveTo>
                  <a:lnTo>
                    <a:pt x="106" y="27"/>
                  </a:lnTo>
                  <a:lnTo>
                    <a:pt x="27" y="80"/>
                  </a:lnTo>
                  <a:lnTo>
                    <a:pt x="0" y="186"/>
                  </a:lnTo>
                  <a:lnTo>
                    <a:pt x="53" y="293"/>
                  </a:lnTo>
                  <a:lnTo>
                    <a:pt x="106" y="372"/>
                  </a:lnTo>
                  <a:lnTo>
                    <a:pt x="319" y="479"/>
                  </a:lnTo>
                  <a:lnTo>
                    <a:pt x="425" y="505"/>
                  </a:lnTo>
                  <a:lnTo>
                    <a:pt x="505" y="479"/>
                  </a:lnTo>
                  <a:lnTo>
                    <a:pt x="585" y="399"/>
                  </a:lnTo>
                  <a:lnTo>
                    <a:pt x="611" y="319"/>
                  </a:lnTo>
                  <a:lnTo>
                    <a:pt x="585" y="213"/>
                  </a:lnTo>
                  <a:lnTo>
                    <a:pt x="505" y="133"/>
                  </a:lnTo>
                  <a:lnTo>
                    <a:pt x="319"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87"/>
            <p:cNvSpPr/>
            <p:nvPr/>
          </p:nvSpPr>
          <p:spPr>
            <a:xfrm>
              <a:off x="6526600" y="4328425"/>
              <a:ext cx="15325" cy="12650"/>
            </a:xfrm>
            <a:custGeom>
              <a:rect b="b" l="l" r="r" t="t"/>
              <a:pathLst>
                <a:path extrusionOk="0" h="506" w="613">
                  <a:moveTo>
                    <a:pt x="213" y="0"/>
                  </a:moveTo>
                  <a:lnTo>
                    <a:pt x="107" y="27"/>
                  </a:lnTo>
                  <a:lnTo>
                    <a:pt x="27" y="80"/>
                  </a:lnTo>
                  <a:lnTo>
                    <a:pt x="1" y="186"/>
                  </a:lnTo>
                  <a:lnTo>
                    <a:pt x="27" y="293"/>
                  </a:lnTo>
                  <a:lnTo>
                    <a:pt x="107" y="372"/>
                  </a:lnTo>
                  <a:lnTo>
                    <a:pt x="293" y="479"/>
                  </a:lnTo>
                  <a:lnTo>
                    <a:pt x="399" y="505"/>
                  </a:lnTo>
                  <a:lnTo>
                    <a:pt x="506" y="479"/>
                  </a:lnTo>
                  <a:lnTo>
                    <a:pt x="586" y="399"/>
                  </a:lnTo>
                  <a:lnTo>
                    <a:pt x="612" y="293"/>
                  </a:lnTo>
                  <a:lnTo>
                    <a:pt x="586" y="213"/>
                  </a:lnTo>
                  <a:lnTo>
                    <a:pt x="506" y="133"/>
                  </a:lnTo>
                  <a:lnTo>
                    <a:pt x="293" y="27"/>
                  </a:lnTo>
                  <a:lnTo>
                    <a:pt x="21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 name="Google Shape;1584;p87"/>
            <p:cNvSpPr/>
            <p:nvPr/>
          </p:nvSpPr>
          <p:spPr>
            <a:xfrm>
              <a:off x="6423600" y="4301850"/>
              <a:ext cx="15975" cy="9975"/>
            </a:xfrm>
            <a:custGeom>
              <a:rect b="b" l="l" r="r" t="t"/>
              <a:pathLst>
                <a:path extrusionOk="0" h="399" w="639">
                  <a:moveTo>
                    <a:pt x="213" y="0"/>
                  </a:moveTo>
                  <a:lnTo>
                    <a:pt x="134" y="27"/>
                  </a:lnTo>
                  <a:lnTo>
                    <a:pt x="54" y="80"/>
                  </a:lnTo>
                  <a:lnTo>
                    <a:pt x="27" y="133"/>
                  </a:lnTo>
                  <a:lnTo>
                    <a:pt x="1" y="213"/>
                  </a:lnTo>
                  <a:lnTo>
                    <a:pt x="27" y="293"/>
                  </a:lnTo>
                  <a:lnTo>
                    <a:pt x="54" y="346"/>
                  </a:lnTo>
                  <a:lnTo>
                    <a:pt x="134" y="399"/>
                  </a:lnTo>
                  <a:lnTo>
                    <a:pt x="506" y="399"/>
                  </a:lnTo>
                  <a:lnTo>
                    <a:pt x="559" y="346"/>
                  </a:lnTo>
                  <a:lnTo>
                    <a:pt x="612" y="293"/>
                  </a:lnTo>
                  <a:lnTo>
                    <a:pt x="639" y="213"/>
                  </a:lnTo>
                  <a:lnTo>
                    <a:pt x="612" y="133"/>
                  </a:lnTo>
                  <a:lnTo>
                    <a:pt x="559" y="80"/>
                  </a:lnTo>
                  <a:lnTo>
                    <a:pt x="506" y="27"/>
                  </a:lnTo>
                  <a:lnTo>
                    <a:pt x="42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87"/>
            <p:cNvSpPr/>
            <p:nvPr/>
          </p:nvSpPr>
          <p:spPr>
            <a:xfrm>
              <a:off x="6533925" y="4301850"/>
              <a:ext cx="15300" cy="9975"/>
            </a:xfrm>
            <a:custGeom>
              <a:rect b="b" l="l" r="r" t="t"/>
              <a:pathLst>
                <a:path extrusionOk="0" h="399" w="612">
                  <a:moveTo>
                    <a:pt x="186" y="0"/>
                  </a:moveTo>
                  <a:lnTo>
                    <a:pt x="106" y="27"/>
                  </a:lnTo>
                  <a:lnTo>
                    <a:pt x="53" y="80"/>
                  </a:lnTo>
                  <a:lnTo>
                    <a:pt x="0" y="133"/>
                  </a:lnTo>
                  <a:lnTo>
                    <a:pt x="0" y="213"/>
                  </a:lnTo>
                  <a:lnTo>
                    <a:pt x="0" y="293"/>
                  </a:lnTo>
                  <a:lnTo>
                    <a:pt x="53" y="346"/>
                  </a:lnTo>
                  <a:lnTo>
                    <a:pt x="106" y="399"/>
                  </a:lnTo>
                  <a:lnTo>
                    <a:pt x="505" y="399"/>
                  </a:lnTo>
                  <a:lnTo>
                    <a:pt x="558" y="346"/>
                  </a:lnTo>
                  <a:lnTo>
                    <a:pt x="612" y="293"/>
                  </a:lnTo>
                  <a:lnTo>
                    <a:pt x="612" y="213"/>
                  </a:lnTo>
                  <a:lnTo>
                    <a:pt x="612" y="133"/>
                  </a:lnTo>
                  <a:lnTo>
                    <a:pt x="558" y="80"/>
                  </a:lnTo>
                  <a:lnTo>
                    <a:pt x="505" y="27"/>
                  </a:lnTo>
                  <a:lnTo>
                    <a:pt x="42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87"/>
            <p:cNvSpPr/>
            <p:nvPr/>
          </p:nvSpPr>
          <p:spPr>
            <a:xfrm>
              <a:off x="6430925" y="4328425"/>
              <a:ext cx="15300" cy="12650"/>
            </a:xfrm>
            <a:custGeom>
              <a:rect b="b" l="l" r="r" t="t"/>
              <a:pathLst>
                <a:path extrusionOk="0" h="506" w="612">
                  <a:moveTo>
                    <a:pt x="425" y="0"/>
                  </a:moveTo>
                  <a:lnTo>
                    <a:pt x="319" y="27"/>
                  </a:lnTo>
                  <a:lnTo>
                    <a:pt x="106" y="133"/>
                  </a:lnTo>
                  <a:lnTo>
                    <a:pt x="53" y="213"/>
                  </a:lnTo>
                  <a:lnTo>
                    <a:pt x="0" y="293"/>
                  </a:lnTo>
                  <a:lnTo>
                    <a:pt x="27" y="399"/>
                  </a:lnTo>
                  <a:lnTo>
                    <a:pt x="106" y="479"/>
                  </a:lnTo>
                  <a:lnTo>
                    <a:pt x="213" y="505"/>
                  </a:lnTo>
                  <a:lnTo>
                    <a:pt x="319" y="479"/>
                  </a:lnTo>
                  <a:lnTo>
                    <a:pt x="505" y="372"/>
                  </a:lnTo>
                  <a:lnTo>
                    <a:pt x="585" y="293"/>
                  </a:lnTo>
                  <a:lnTo>
                    <a:pt x="611" y="186"/>
                  </a:lnTo>
                  <a:lnTo>
                    <a:pt x="585" y="80"/>
                  </a:lnTo>
                  <a:lnTo>
                    <a:pt x="505" y="27"/>
                  </a:lnTo>
                  <a:lnTo>
                    <a:pt x="42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 name="Google Shape;1587;p87"/>
            <p:cNvSpPr/>
            <p:nvPr/>
          </p:nvSpPr>
          <p:spPr>
            <a:xfrm>
              <a:off x="6526600" y="4273275"/>
              <a:ext cx="15325" cy="12650"/>
            </a:xfrm>
            <a:custGeom>
              <a:rect b="b" l="l" r="r" t="t"/>
              <a:pathLst>
                <a:path extrusionOk="0" h="506" w="613">
                  <a:moveTo>
                    <a:pt x="399" y="0"/>
                  </a:moveTo>
                  <a:lnTo>
                    <a:pt x="293" y="27"/>
                  </a:lnTo>
                  <a:lnTo>
                    <a:pt x="107" y="133"/>
                  </a:lnTo>
                  <a:lnTo>
                    <a:pt x="54" y="186"/>
                  </a:lnTo>
                  <a:lnTo>
                    <a:pt x="27" y="239"/>
                  </a:lnTo>
                  <a:lnTo>
                    <a:pt x="1" y="293"/>
                  </a:lnTo>
                  <a:lnTo>
                    <a:pt x="1" y="372"/>
                  </a:lnTo>
                  <a:lnTo>
                    <a:pt x="27" y="425"/>
                  </a:lnTo>
                  <a:lnTo>
                    <a:pt x="80" y="479"/>
                  </a:lnTo>
                  <a:lnTo>
                    <a:pt x="134" y="505"/>
                  </a:lnTo>
                  <a:lnTo>
                    <a:pt x="213" y="505"/>
                  </a:lnTo>
                  <a:lnTo>
                    <a:pt x="293" y="479"/>
                  </a:lnTo>
                  <a:lnTo>
                    <a:pt x="506" y="372"/>
                  </a:lnTo>
                  <a:lnTo>
                    <a:pt x="586" y="293"/>
                  </a:lnTo>
                  <a:lnTo>
                    <a:pt x="612" y="186"/>
                  </a:lnTo>
                  <a:lnTo>
                    <a:pt x="586" y="106"/>
                  </a:lnTo>
                  <a:lnTo>
                    <a:pt x="506" y="27"/>
                  </a:lnTo>
                  <a:lnTo>
                    <a:pt x="39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 name="Google Shape;1588;p87"/>
            <p:cNvSpPr/>
            <p:nvPr/>
          </p:nvSpPr>
          <p:spPr>
            <a:xfrm>
              <a:off x="6452175" y="4347025"/>
              <a:ext cx="13325" cy="15300"/>
            </a:xfrm>
            <a:custGeom>
              <a:rect b="b" l="l" r="r" t="t"/>
              <a:pathLst>
                <a:path extrusionOk="0" h="612" w="533">
                  <a:moveTo>
                    <a:pt x="346" y="1"/>
                  </a:moveTo>
                  <a:lnTo>
                    <a:pt x="266" y="27"/>
                  </a:lnTo>
                  <a:lnTo>
                    <a:pt x="213" y="54"/>
                  </a:lnTo>
                  <a:lnTo>
                    <a:pt x="160" y="107"/>
                  </a:lnTo>
                  <a:lnTo>
                    <a:pt x="54" y="320"/>
                  </a:lnTo>
                  <a:lnTo>
                    <a:pt x="1" y="399"/>
                  </a:lnTo>
                  <a:lnTo>
                    <a:pt x="27" y="506"/>
                  </a:lnTo>
                  <a:lnTo>
                    <a:pt x="107" y="585"/>
                  </a:lnTo>
                  <a:lnTo>
                    <a:pt x="213" y="612"/>
                  </a:lnTo>
                  <a:lnTo>
                    <a:pt x="320" y="585"/>
                  </a:lnTo>
                  <a:lnTo>
                    <a:pt x="399" y="506"/>
                  </a:lnTo>
                  <a:lnTo>
                    <a:pt x="506" y="320"/>
                  </a:lnTo>
                  <a:lnTo>
                    <a:pt x="532" y="240"/>
                  </a:lnTo>
                  <a:lnTo>
                    <a:pt x="532" y="160"/>
                  </a:lnTo>
                  <a:lnTo>
                    <a:pt x="479" y="80"/>
                  </a:lnTo>
                  <a:lnTo>
                    <a:pt x="426" y="27"/>
                  </a:lnTo>
                  <a:lnTo>
                    <a:pt x="34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 name="Google Shape;1589;p87"/>
            <p:cNvSpPr/>
            <p:nvPr/>
          </p:nvSpPr>
          <p:spPr>
            <a:xfrm>
              <a:off x="6507325" y="4252000"/>
              <a:ext cx="13325" cy="14650"/>
            </a:xfrm>
            <a:custGeom>
              <a:rect b="b" l="l" r="r" t="t"/>
              <a:pathLst>
                <a:path extrusionOk="0" h="586" w="533">
                  <a:moveTo>
                    <a:pt x="320" y="1"/>
                  </a:moveTo>
                  <a:lnTo>
                    <a:pt x="214" y="27"/>
                  </a:lnTo>
                  <a:lnTo>
                    <a:pt x="160" y="107"/>
                  </a:lnTo>
                  <a:lnTo>
                    <a:pt x="27" y="293"/>
                  </a:lnTo>
                  <a:lnTo>
                    <a:pt x="1" y="373"/>
                  </a:lnTo>
                  <a:lnTo>
                    <a:pt x="27" y="452"/>
                  </a:lnTo>
                  <a:lnTo>
                    <a:pt x="54" y="506"/>
                  </a:lnTo>
                  <a:lnTo>
                    <a:pt x="107" y="559"/>
                  </a:lnTo>
                  <a:lnTo>
                    <a:pt x="187" y="585"/>
                  </a:lnTo>
                  <a:lnTo>
                    <a:pt x="267" y="585"/>
                  </a:lnTo>
                  <a:lnTo>
                    <a:pt x="320" y="559"/>
                  </a:lnTo>
                  <a:lnTo>
                    <a:pt x="373" y="506"/>
                  </a:lnTo>
                  <a:lnTo>
                    <a:pt x="506" y="293"/>
                  </a:lnTo>
                  <a:lnTo>
                    <a:pt x="533" y="213"/>
                  </a:lnTo>
                  <a:lnTo>
                    <a:pt x="506" y="107"/>
                  </a:lnTo>
                  <a:lnTo>
                    <a:pt x="426" y="27"/>
                  </a:lnTo>
                  <a:lnTo>
                    <a:pt x="3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87"/>
            <p:cNvSpPr/>
            <p:nvPr/>
          </p:nvSpPr>
          <p:spPr>
            <a:xfrm>
              <a:off x="6382400" y="4120425"/>
              <a:ext cx="208025" cy="299050"/>
            </a:xfrm>
            <a:custGeom>
              <a:rect b="b" l="l" r="r" t="t"/>
              <a:pathLst>
                <a:path extrusionOk="0" h="11962" w="8321">
                  <a:moveTo>
                    <a:pt x="4174" y="399"/>
                  </a:moveTo>
                  <a:lnTo>
                    <a:pt x="4280" y="426"/>
                  </a:lnTo>
                  <a:lnTo>
                    <a:pt x="4387" y="479"/>
                  </a:lnTo>
                  <a:lnTo>
                    <a:pt x="4466" y="585"/>
                  </a:lnTo>
                  <a:lnTo>
                    <a:pt x="4493" y="718"/>
                  </a:lnTo>
                  <a:lnTo>
                    <a:pt x="4493" y="1064"/>
                  </a:lnTo>
                  <a:lnTo>
                    <a:pt x="4466" y="1064"/>
                  </a:lnTo>
                  <a:lnTo>
                    <a:pt x="4360" y="1037"/>
                  </a:lnTo>
                  <a:lnTo>
                    <a:pt x="3961" y="1037"/>
                  </a:lnTo>
                  <a:lnTo>
                    <a:pt x="3855" y="1064"/>
                  </a:lnTo>
                  <a:lnTo>
                    <a:pt x="3828" y="1064"/>
                  </a:lnTo>
                  <a:lnTo>
                    <a:pt x="3828" y="718"/>
                  </a:lnTo>
                  <a:lnTo>
                    <a:pt x="3855" y="585"/>
                  </a:lnTo>
                  <a:lnTo>
                    <a:pt x="3935" y="479"/>
                  </a:lnTo>
                  <a:lnTo>
                    <a:pt x="4041" y="426"/>
                  </a:lnTo>
                  <a:lnTo>
                    <a:pt x="4174" y="399"/>
                  </a:lnTo>
                  <a:close/>
                  <a:moveTo>
                    <a:pt x="4174" y="1436"/>
                  </a:moveTo>
                  <a:lnTo>
                    <a:pt x="4413" y="1462"/>
                  </a:lnTo>
                  <a:lnTo>
                    <a:pt x="4466" y="1462"/>
                  </a:lnTo>
                  <a:lnTo>
                    <a:pt x="4626" y="1489"/>
                  </a:lnTo>
                  <a:lnTo>
                    <a:pt x="4998" y="1569"/>
                  </a:lnTo>
                  <a:lnTo>
                    <a:pt x="5343" y="1702"/>
                  </a:lnTo>
                  <a:lnTo>
                    <a:pt x="5662" y="1888"/>
                  </a:lnTo>
                  <a:lnTo>
                    <a:pt x="5928" y="2127"/>
                  </a:lnTo>
                  <a:lnTo>
                    <a:pt x="6167" y="2366"/>
                  </a:lnTo>
                  <a:lnTo>
                    <a:pt x="6354" y="2659"/>
                  </a:lnTo>
                  <a:lnTo>
                    <a:pt x="6460" y="2978"/>
                  </a:lnTo>
                  <a:lnTo>
                    <a:pt x="6513" y="3137"/>
                  </a:lnTo>
                  <a:lnTo>
                    <a:pt x="6540" y="3296"/>
                  </a:lnTo>
                  <a:lnTo>
                    <a:pt x="1782" y="3296"/>
                  </a:lnTo>
                  <a:lnTo>
                    <a:pt x="1808" y="3137"/>
                  </a:lnTo>
                  <a:lnTo>
                    <a:pt x="1861" y="2978"/>
                  </a:lnTo>
                  <a:lnTo>
                    <a:pt x="1994" y="2659"/>
                  </a:lnTo>
                  <a:lnTo>
                    <a:pt x="2154" y="2366"/>
                  </a:lnTo>
                  <a:lnTo>
                    <a:pt x="2393" y="2127"/>
                  </a:lnTo>
                  <a:lnTo>
                    <a:pt x="2659" y="1888"/>
                  </a:lnTo>
                  <a:lnTo>
                    <a:pt x="2978" y="1702"/>
                  </a:lnTo>
                  <a:lnTo>
                    <a:pt x="3323" y="1569"/>
                  </a:lnTo>
                  <a:lnTo>
                    <a:pt x="3695" y="1489"/>
                  </a:lnTo>
                  <a:lnTo>
                    <a:pt x="3855" y="1462"/>
                  </a:lnTo>
                  <a:lnTo>
                    <a:pt x="3935" y="1462"/>
                  </a:lnTo>
                  <a:lnTo>
                    <a:pt x="4174" y="1436"/>
                  </a:lnTo>
                  <a:close/>
                  <a:moveTo>
                    <a:pt x="4440" y="3695"/>
                  </a:moveTo>
                  <a:lnTo>
                    <a:pt x="4732" y="3748"/>
                  </a:lnTo>
                  <a:lnTo>
                    <a:pt x="5024" y="3802"/>
                  </a:lnTo>
                  <a:lnTo>
                    <a:pt x="5290" y="3855"/>
                  </a:lnTo>
                  <a:lnTo>
                    <a:pt x="5556" y="3961"/>
                  </a:lnTo>
                  <a:lnTo>
                    <a:pt x="5795" y="4067"/>
                  </a:lnTo>
                  <a:lnTo>
                    <a:pt x="6061" y="4200"/>
                  </a:lnTo>
                  <a:lnTo>
                    <a:pt x="6274" y="4360"/>
                  </a:lnTo>
                  <a:lnTo>
                    <a:pt x="6513" y="4519"/>
                  </a:lnTo>
                  <a:lnTo>
                    <a:pt x="6726" y="4705"/>
                  </a:lnTo>
                  <a:lnTo>
                    <a:pt x="6912" y="4891"/>
                  </a:lnTo>
                  <a:lnTo>
                    <a:pt x="7098" y="5104"/>
                  </a:lnTo>
                  <a:lnTo>
                    <a:pt x="7257" y="5317"/>
                  </a:lnTo>
                  <a:lnTo>
                    <a:pt x="7417" y="5556"/>
                  </a:lnTo>
                  <a:lnTo>
                    <a:pt x="7550" y="5822"/>
                  </a:lnTo>
                  <a:lnTo>
                    <a:pt x="7656" y="6088"/>
                  </a:lnTo>
                  <a:lnTo>
                    <a:pt x="7762" y="6353"/>
                  </a:lnTo>
                  <a:lnTo>
                    <a:pt x="7842" y="6619"/>
                  </a:lnTo>
                  <a:lnTo>
                    <a:pt x="7895" y="6912"/>
                  </a:lnTo>
                  <a:lnTo>
                    <a:pt x="7922" y="7177"/>
                  </a:lnTo>
                  <a:lnTo>
                    <a:pt x="7922" y="7470"/>
                  </a:lnTo>
                  <a:lnTo>
                    <a:pt x="7922" y="7736"/>
                  </a:lnTo>
                  <a:lnTo>
                    <a:pt x="7895" y="8028"/>
                  </a:lnTo>
                  <a:lnTo>
                    <a:pt x="7842" y="8294"/>
                  </a:lnTo>
                  <a:lnTo>
                    <a:pt x="7762" y="8560"/>
                  </a:lnTo>
                  <a:lnTo>
                    <a:pt x="7683" y="8825"/>
                  </a:lnTo>
                  <a:lnTo>
                    <a:pt x="7576" y="9091"/>
                  </a:lnTo>
                  <a:lnTo>
                    <a:pt x="7443" y="9330"/>
                  </a:lnTo>
                  <a:lnTo>
                    <a:pt x="7284" y="9570"/>
                  </a:lnTo>
                  <a:lnTo>
                    <a:pt x="7124" y="9809"/>
                  </a:lnTo>
                  <a:lnTo>
                    <a:pt x="6938" y="10022"/>
                  </a:lnTo>
                  <a:lnTo>
                    <a:pt x="6726" y="10208"/>
                  </a:lnTo>
                  <a:lnTo>
                    <a:pt x="6673" y="10287"/>
                  </a:lnTo>
                  <a:lnTo>
                    <a:pt x="6566" y="10367"/>
                  </a:lnTo>
                  <a:lnTo>
                    <a:pt x="6486" y="10420"/>
                  </a:lnTo>
                  <a:lnTo>
                    <a:pt x="6380" y="10527"/>
                  </a:lnTo>
                  <a:lnTo>
                    <a:pt x="6247" y="10606"/>
                  </a:lnTo>
                  <a:lnTo>
                    <a:pt x="6008" y="10739"/>
                  </a:lnTo>
                  <a:lnTo>
                    <a:pt x="5769" y="10872"/>
                  </a:lnTo>
                  <a:lnTo>
                    <a:pt x="5503" y="10978"/>
                  </a:lnTo>
                  <a:lnTo>
                    <a:pt x="5237" y="11085"/>
                  </a:lnTo>
                  <a:lnTo>
                    <a:pt x="4971" y="11138"/>
                  </a:lnTo>
                  <a:lnTo>
                    <a:pt x="4705" y="11191"/>
                  </a:lnTo>
                  <a:lnTo>
                    <a:pt x="4440" y="11218"/>
                  </a:lnTo>
                  <a:lnTo>
                    <a:pt x="4174" y="11244"/>
                  </a:lnTo>
                  <a:lnTo>
                    <a:pt x="3881" y="11218"/>
                  </a:lnTo>
                  <a:lnTo>
                    <a:pt x="3616" y="11191"/>
                  </a:lnTo>
                  <a:lnTo>
                    <a:pt x="3350" y="11138"/>
                  </a:lnTo>
                  <a:lnTo>
                    <a:pt x="3084" y="11085"/>
                  </a:lnTo>
                  <a:lnTo>
                    <a:pt x="2818" y="10978"/>
                  </a:lnTo>
                  <a:lnTo>
                    <a:pt x="2579" y="10872"/>
                  </a:lnTo>
                  <a:lnTo>
                    <a:pt x="2313" y="10739"/>
                  </a:lnTo>
                  <a:lnTo>
                    <a:pt x="2074" y="10606"/>
                  </a:lnTo>
                  <a:lnTo>
                    <a:pt x="1968" y="10527"/>
                  </a:lnTo>
                  <a:lnTo>
                    <a:pt x="1835" y="10420"/>
                  </a:lnTo>
                  <a:lnTo>
                    <a:pt x="1755" y="10367"/>
                  </a:lnTo>
                  <a:lnTo>
                    <a:pt x="1649" y="10287"/>
                  </a:lnTo>
                  <a:lnTo>
                    <a:pt x="1595" y="10208"/>
                  </a:lnTo>
                  <a:lnTo>
                    <a:pt x="1383" y="10022"/>
                  </a:lnTo>
                  <a:lnTo>
                    <a:pt x="1197" y="9809"/>
                  </a:lnTo>
                  <a:lnTo>
                    <a:pt x="1037" y="9570"/>
                  </a:lnTo>
                  <a:lnTo>
                    <a:pt x="878" y="9330"/>
                  </a:lnTo>
                  <a:lnTo>
                    <a:pt x="771" y="9091"/>
                  </a:lnTo>
                  <a:lnTo>
                    <a:pt x="639" y="8825"/>
                  </a:lnTo>
                  <a:lnTo>
                    <a:pt x="559" y="8560"/>
                  </a:lnTo>
                  <a:lnTo>
                    <a:pt x="479" y="8294"/>
                  </a:lnTo>
                  <a:lnTo>
                    <a:pt x="426" y="8028"/>
                  </a:lnTo>
                  <a:lnTo>
                    <a:pt x="399" y="7736"/>
                  </a:lnTo>
                  <a:lnTo>
                    <a:pt x="399" y="7470"/>
                  </a:lnTo>
                  <a:lnTo>
                    <a:pt x="399" y="7177"/>
                  </a:lnTo>
                  <a:lnTo>
                    <a:pt x="426" y="6912"/>
                  </a:lnTo>
                  <a:lnTo>
                    <a:pt x="479" y="6619"/>
                  </a:lnTo>
                  <a:lnTo>
                    <a:pt x="559" y="6353"/>
                  </a:lnTo>
                  <a:lnTo>
                    <a:pt x="665" y="6088"/>
                  </a:lnTo>
                  <a:lnTo>
                    <a:pt x="771" y="5822"/>
                  </a:lnTo>
                  <a:lnTo>
                    <a:pt x="904" y="5556"/>
                  </a:lnTo>
                  <a:lnTo>
                    <a:pt x="1064" y="5317"/>
                  </a:lnTo>
                  <a:lnTo>
                    <a:pt x="1223" y="5104"/>
                  </a:lnTo>
                  <a:lnTo>
                    <a:pt x="1409" y="4891"/>
                  </a:lnTo>
                  <a:lnTo>
                    <a:pt x="1622" y="4705"/>
                  </a:lnTo>
                  <a:lnTo>
                    <a:pt x="1808" y="4519"/>
                  </a:lnTo>
                  <a:lnTo>
                    <a:pt x="2047" y="4360"/>
                  </a:lnTo>
                  <a:lnTo>
                    <a:pt x="2287" y="4200"/>
                  </a:lnTo>
                  <a:lnTo>
                    <a:pt x="2526" y="4067"/>
                  </a:lnTo>
                  <a:lnTo>
                    <a:pt x="2792" y="3961"/>
                  </a:lnTo>
                  <a:lnTo>
                    <a:pt x="3031" y="3855"/>
                  </a:lnTo>
                  <a:lnTo>
                    <a:pt x="3323" y="3802"/>
                  </a:lnTo>
                  <a:lnTo>
                    <a:pt x="3589" y="3748"/>
                  </a:lnTo>
                  <a:lnTo>
                    <a:pt x="3881" y="3695"/>
                  </a:lnTo>
                  <a:close/>
                  <a:moveTo>
                    <a:pt x="1197" y="10394"/>
                  </a:moveTo>
                  <a:lnTo>
                    <a:pt x="1250" y="10447"/>
                  </a:lnTo>
                  <a:lnTo>
                    <a:pt x="1383" y="10580"/>
                  </a:lnTo>
                  <a:lnTo>
                    <a:pt x="1489" y="10660"/>
                  </a:lnTo>
                  <a:lnTo>
                    <a:pt x="1675" y="10819"/>
                  </a:lnTo>
                  <a:lnTo>
                    <a:pt x="1702" y="10819"/>
                  </a:lnTo>
                  <a:lnTo>
                    <a:pt x="1037" y="11457"/>
                  </a:lnTo>
                  <a:lnTo>
                    <a:pt x="931" y="11537"/>
                  </a:lnTo>
                  <a:lnTo>
                    <a:pt x="692" y="11537"/>
                  </a:lnTo>
                  <a:lnTo>
                    <a:pt x="585" y="11457"/>
                  </a:lnTo>
                  <a:lnTo>
                    <a:pt x="532" y="11351"/>
                  </a:lnTo>
                  <a:lnTo>
                    <a:pt x="506" y="11218"/>
                  </a:lnTo>
                  <a:lnTo>
                    <a:pt x="532" y="11111"/>
                  </a:lnTo>
                  <a:lnTo>
                    <a:pt x="585" y="11005"/>
                  </a:lnTo>
                  <a:lnTo>
                    <a:pt x="1197" y="10394"/>
                  </a:lnTo>
                  <a:close/>
                  <a:moveTo>
                    <a:pt x="7124" y="10394"/>
                  </a:moveTo>
                  <a:lnTo>
                    <a:pt x="7736" y="11005"/>
                  </a:lnTo>
                  <a:lnTo>
                    <a:pt x="7816" y="11111"/>
                  </a:lnTo>
                  <a:lnTo>
                    <a:pt x="7816" y="11244"/>
                  </a:lnTo>
                  <a:lnTo>
                    <a:pt x="7816" y="11351"/>
                  </a:lnTo>
                  <a:lnTo>
                    <a:pt x="7736" y="11457"/>
                  </a:lnTo>
                  <a:lnTo>
                    <a:pt x="7629" y="11537"/>
                  </a:lnTo>
                  <a:lnTo>
                    <a:pt x="7497" y="11563"/>
                  </a:lnTo>
                  <a:lnTo>
                    <a:pt x="7390" y="11537"/>
                  </a:lnTo>
                  <a:lnTo>
                    <a:pt x="7284" y="11457"/>
                  </a:lnTo>
                  <a:lnTo>
                    <a:pt x="6646" y="10819"/>
                  </a:lnTo>
                  <a:lnTo>
                    <a:pt x="6832" y="10660"/>
                  </a:lnTo>
                  <a:lnTo>
                    <a:pt x="6938" y="10580"/>
                  </a:lnTo>
                  <a:lnTo>
                    <a:pt x="7071" y="10447"/>
                  </a:lnTo>
                  <a:lnTo>
                    <a:pt x="7124" y="10394"/>
                  </a:lnTo>
                  <a:close/>
                  <a:moveTo>
                    <a:pt x="4014" y="0"/>
                  </a:moveTo>
                  <a:lnTo>
                    <a:pt x="3881" y="54"/>
                  </a:lnTo>
                  <a:lnTo>
                    <a:pt x="3749" y="107"/>
                  </a:lnTo>
                  <a:lnTo>
                    <a:pt x="3642" y="213"/>
                  </a:lnTo>
                  <a:lnTo>
                    <a:pt x="3562" y="319"/>
                  </a:lnTo>
                  <a:lnTo>
                    <a:pt x="3509" y="426"/>
                  </a:lnTo>
                  <a:lnTo>
                    <a:pt x="3456" y="559"/>
                  </a:lnTo>
                  <a:lnTo>
                    <a:pt x="3430" y="718"/>
                  </a:lnTo>
                  <a:lnTo>
                    <a:pt x="3430" y="1117"/>
                  </a:lnTo>
                  <a:lnTo>
                    <a:pt x="3217" y="1197"/>
                  </a:lnTo>
                  <a:lnTo>
                    <a:pt x="3004" y="1250"/>
                  </a:lnTo>
                  <a:lnTo>
                    <a:pt x="2818" y="1356"/>
                  </a:lnTo>
                  <a:lnTo>
                    <a:pt x="2606" y="1462"/>
                  </a:lnTo>
                  <a:lnTo>
                    <a:pt x="2446" y="1569"/>
                  </a:lnTo>
                  <a:lnTo>
                    <a:pt x="2260" y="1702"/>
                  </a:lnTo>
                  <a:lnTo>
                    <a:pt x="2101" y="1835"/>
                  </a:lnTo>
                  <a:lnTo>
                    <a:pt x="1968" y="1994"/>
                  </a:lnTo>
                  <a:lnTo>
                    <a:pt x="1835" y="2153"/>
                  </a:lnTo>
                  <a:lnTo>
                    <a:pt x="1702" y="2313"/>
                  </a:lnTo>
                  <a:lnTo>
                    <a:pt x="1622" y="2499"/>
                  </a:lnTo>
                  <a:lnTo>
                    <a:pt x="1516" y="2685"/>
                  </a:lnTo>
                  <a:lnTo>
                    <a:pt x="1463" y="2871"/>
                  </a:lnTo>
                  <a:lnTo>
                    <a:pt x="1409" y="3084"/>
                  </a:lnTo>
                  <a:lnTo>
                    <a:pt x="1383" y="3296"/>
                  </a:lnTo>
                  <a:lnTo>
                    <a:pt x="1383" y="3509"/>
                  </a:lnTo>
                  <a:lnTo>
                    <a:pt x="1383" y="3589"/>
                  </a:lnTo>
                  <a:lnTo>
                    <a:pt x="1436" y="3642"/>
                  </a:lnTo>
                  <a:lnTo>
                    <a:pt x="1489" y="3695"/>
                  </a:lnTo>
                  <a:lnTo>
                    <a:pt x="2393" y="3695"/>
                  </a:lnTo>
                  <a:lnTo>
                    <a:pt x="1968" y="3934"/>
                  </a:lnTo>
                  <a:lnTo>
                    <a:pt x="1569" y="4200"/>
                  </a:lnTo>
                  <a:lnTo>
                    <a:pt x="1223" y="4519"/>
                  </a:lnTo>
                  <a:lnTo>
                    <a:pt x="904" y="4865"/>
                  </a:lnTo>
                  <a:lnTo>
                    <a:pt x="639" y="5237"/>
                  </a:lnTo>
                  <a:lnTo>
                    <a:pt x="399" y="5662"/>
                  </a:lnTo>
                  <a:lnTo>
                    <a:pt x="240" y="6088"/>
                  </a:lnTo>
                  <a:lnTo>
                    <a:pt x="107" y="6539"/>
                  </a:lnTo>
                  <a:lnTo>
                    <a:pt x="27" y="7018"/>
                  </a:lnTo>
                  <a:lnTo>
                    <a:pt x="1" y="7496"/>
                  </a:lnTo>
                  <a:lnTo>
                    <a:pt x="27" y="7948"/>
                  </a:lnTo>
                  <a:lnTo>
                    <a:pt x="107" y="8427"/>
                  </a:lnTo>
                  <a:lnTo>
                    <a:pt x="240" y="8879"/>
                  </a:lnTo>
                  <a:lnTo>
                    <a:pt x="426" y="9304"/>
                  </a:lnTo>
                  <a:lnTo>
                    <a:pt x="665" y="9703"/>
                  </a:lnTo>
                  <a:lnTo>
                    <a:pt x="931" y="10101"/>
                  </a:lnTo>
                  <a:lnTo>
                    <a:pt x="320" y="10713"/>
                  </a:lnTo>
                  <a:lnTo>
                    <a:pt x="213" y="10846"/>
                  </a:lnTo>
                  <a:lnTo>
                    <a:pt x="160" y="10952"/>
                  </a:lnTo>
                  <a:lnTo>
                    <a:pt x="133" y="11085"/>
                  </a:lnTo>
                  <a:lnTo>
                    <a:pt x="107" y="11218"/>
                  </a:lnTo>
                  <a:lnTo>
                    <a:pt x="133" y="11351"/>
                  </a:lnTo>
                  <a:lnTo>
                    <a:pt x="160" y="11484"/>
                  </a:lnTo>
                  <a:lnTo>
                    <a:pt x="240" y="11616"/>
                  </a:lnTo>
                  <a:lnTo>
                    <a:pt x="320" y="11723"/>
                  </a:lnTo>
                  <a:lnTo>
                    <a:pt x="426" y="11829"/>
                  </a:lnTo>
                  <a:lnTo>
                    <a:pt x="559" y="11882"/>
                  </a:lnTo>
                  <a:lnTo>
                    <a:pt x="692" y="11935"/>
                  </a:lnTo>
                  <a:lnTo>
                    <a:pt x="958" y="11935"/>
                  </a:lnTo>
                  <a:lnTo>
                    <a:pt x="1090" y="11882"/>
                  </a:lnTo>
                  <a:lnTo>
                    <a:pt x="1223" y="11829"/>
                  </a:lnTo>
                  <a:lnTo>
                    <a:pt x="1330" y="11749"/>
                  </a:lnTo>
                  <a:lnTo>
                    <a:pt x="2021" y="11058"/>
                  </a:lnTo>
                  <a:lnTo>
                    <a:pt x="2287" y="11191"/>
                  </a:lnTo>
                  <a:lnTo>
                    <a:pt x="2526" y="11297"/>
                  </a:lnTo>
                  <a:lnTo>
                    <a:pt x="2792" y="11404"/>
                  </a:lnTo>
                  <a:lnTo>
                    <a:pt x="3057" y="11484"/>
                  </a:lnTo>
                  <a:lnTo>
                    <a:pt x="3323" y="11563"/>
                  </a:lnTo>
                  <a:lnTo>
                    <a:pt x="3616" y="11590"/>
                  </a:lnTo>
                  <a:lnTo>
                    <a:pt x="3881" y="11616"/>
                  </a:lnTo>
                  <a:lnTo>
                    <a:pt x="4174" y="11643"/>
                  </a:lnTo>
                  <a:lnTo>
                    <a:pt x="4440" y="11616"/>
                  </a:lnTo>
                  <a:lnTo>
                    <a:pt x="4705" y="11590"/>
                  </a:lnTo>
                  <a:lnTo>
                    <a:pt x="4998" y="11563"/>
                  </a:lnTo>
                  <a:lnTo>
                    <a:pt x="5264" y="11484"/>
                  </a:lnTo>
                  <a:lnTo>
                    <a:pt x="5530" y="11404"/>
                  </a:lnTo>
                  <a:lnTo>
                    <a:pt x="5795" y="11297"/>
                  </a:lnTo>
                  <a:lnTo>
                    <a:pt x="6035" y="11191"/>
                  </a:lnTo>
                  <a:lnTo>
                    <a:pt x="6300" y="11058"/>
                  </a:lnTo>
                  <a:lnTo>
                    <a:pt x="6992" y="11749"/>
                  </a:lnTo>
                  <a:lnTo>
                    <a:pt x="7151" y="11856"/>
                  </a:lnTo>
                  <a:lnTo>
                    <a:pt x="7310" y="11935"/>
                  </a:lnTo>
                  <a:lnTo>
                    <a:pt x="7497" y="11962"/>
                  </a:lnTo>
                  <a:lnTo>
                    <a:pt x="7709" y="11935"/>
                  </a:lnTo>
                  <a:lnTo>
                    <a:pt x="7869" y="11882"/>
                  </a:lnTo>
                  <a:lnTo>
                    <a:pt x="8028" y="11749"/>
                  </a:lnTo>
                  <a:lnTo>
                    <a:pt x="8135" y="11616"/>
                  </a:lnTo>
                  <a:lnTo>
                    <a:pt x="8214" y="11430"/>
                  </a:lnTo>
                  <a:lnTo>
                    <a:pt x="8241" y="11244"/>
                  </a:lnTo>
                  <a:lnTo>
                    <a:pt x="8214" y="11058"/>
                  </a:lnTo>
                  <a:lnTo>
                    <a:pt x="8135" y="10872"/>
                  </a:lnTo>
                  <a:lnTo>
                    <a:pt x="8002" y="10713"/>
                  </a:lnTo>
                  <a:lnTo>
                    <a:pt x="7390" y="10101"/>
                  </a:lnTo>
                  <a:lnTo>
                    <a:pt x="7683" y="9703"/>
                  </a:lnTo>
                  <a:lnTo>
                    <a:pt x="7895" y="9304"/>
                  </a:lnTo>
                  <a:lnTo>
                    <a:pt x="8081" y="8879"/>
                  </a:lnTo>
                  <a:lnTo>
                    <a:pt x="8214" y="8427"/>
                  </a:lnTo>
                  <a:lnTo>
                    <a:pt x="8294" y="7948"/>
                  </a:lnTo>
                  <a:lnTo>
                    <a:pt x="8321" y="7496"/>
                  </a:lnTo>
                  <a:lnTo>
                    <a:pt x="8294" y="7018"/>
                  </a:lnTo>
                  <a:lnTo>
                    <a:pt x="8241" y="6539"/>
                  </a:lnTo>
                  <a:lnTo>
                    <a:pt x="8108" y="6088"/>
                  </a:lnTo>
                  <a:lnTo>
                    <a:pt x="7922" y="5662"/>
                  </a:lnTo>
                  <a:lnTo>
                    <a:pt x="7683" y="5237"/>
                  </a:lnTo>
                  <a:lnTo>
                    <a:pt x="7417" y="4865"/>
                  </a:lnTo>
                  <a:lnTo>
                    <a:pt x="7098" y="4519"/>
                  </a:lnTo>
                  <a:lnTo>
                    <a:pt x="6752" y="4200"/>
                  </a:lnTo>
                  <a:lnTo>
                    <a:pt x="6354" y="3934"/>
                  </a:lnTo>
                  <a:lnTo>
                    <a:pt x="5955" y="3695"/>
                  </a:lnTo>
                  <a:lnTo>
                    <a:pt x="6832" y="3695"/>
                  </a:lnTo>
                  <a:lnTo>
                    <a:pt x="6885" y="3642"/>
                  </a:lnTo>
                  <a:lnTo>
                    <a:pt x="6938" y="3589"/>
                  </a:lnTo>
                  <a:lnTo>
                    <a:pt x="6965" y="3509"/>
                  </a:lnTo>
                  <a:lnTo>
                    <a:pt x="6938" y="3296"/>
                  </a:lnTo>
                  <a:lnTo>
                    <a:pt x="6912" y="3084"/>
                  </a:lnTo>
                  <a:lnTo>
                    <a:pt x="6859" y="2871"/>
                  </a:lnTo>
                  <a:lnTo>
                    <a:pt x="6805" y="2685"/>
                  </a:lnTo>
                  <a:lnTo>
                    <a:pt x="6726" y="2499"/>
                  </a:lnTo>
                  <a:lnTo>
                    <a:pt x="6619" y="2313"/>
                  </a:lnTo>
                  <a:lnTo>
                    <a:pt x="6486" y="2153"/>
                  </a:lnTo>
                  <a:lnTo>
                    <a:pt x="6354" y="1994"/>
                  </a:lnTo>
                  <a:lnTo>
                    <a:pt x="6221" y="1835"/>
                  </a:lnTo>
                  <a:lnTo>
                    <a:pt x="6061" y="1702"/>
                  </a:lnTo>
                  <a:lnTo>
                    <a:pt x="5902" y="1569"/>
                  </a:lnTo>
                  <a:lnTo>
                    <a:pt x="5716" y="1462"/>
                  </a:lnTo>
                  <a:lnTo>
                    <a:pt x="5530" y="1356"/>
                  </a:lnTo>
                  <a:lnTo>
                    <a:pt x="5317" y="1250"/>
                  </a:lnTo>
                  <a:lnTo>
                    <a:pt x="5104" y="1197"/>
                  </a:lnTo>
                  <a:lnTo>
                    <a:pt x="4892" y="1117"/>
                  </a:lnTo>
                  <a:lnTo>
                    <a:pt x="4892" y="718"/>
                  </a:lnTo>
                  <a:lnTo>
                    <a:pt x="4865" y="559"/>
                  </a:lnTo>
                  <a:lnTo>
                    <a:pt x="4838" y="426"/>
                  </a:lnTo>
                  <a:lnTo>
                    <a:pt x="4759" y="319"/>
                  </a:lnTo>
                  <a:lnTo>
                    <a:pt x="4679" y="213"/>
                  </a:lnTo>
                  <a:lnTo>
                    <a:pt x="4573" y="107"/>
                  </a:lnTo>
                  <a:lnTo>
                    <a:pt x="4440" y="54"/>
                  </a:lnTo>
                  <a:lnTo>
                    <a:pt x="430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91" name="Google Shape;1591;p87"/>
          <p:cNvSpPr/>
          <p:nvPr/>
        </p:nvSpPr>
        <p:spPr>
          <a:xfrm>
            <a:off x="8019386" y="4148751"/>
            <a:ext cx="219123" cy="289873"/>
          </a:xfrm>
          <a:custGeom>
            <a:rect b="b" l="l" r="r" t="t"/>
            <a:pathLst>
              <a:path extrusionOk="0" h="11218" w="8480">
                <a:moveTo>
                  <a:pt x="5688" y="585"/>
                </a:moveTo>
                <a:lnTo>
                  <a:pt x="5795" y="745"/>
                </a:lnTo>
                <a:lnTo>
                  <a:pt x="5928" y="931"/>
                </a:lnTo>
                <a:lnTo>
                  <a:pt x="6034" y="1117"/>
                </a:lnTo>
                <a:lnTo>
                  <a:pt x="6140" y="1356"/>
                </a:lnTo>
                <a:lnTo>
                  <a:pt x="6220" y="1569"/>
                </a:lnTo>
                <a:lnTo>
                  <a:pt x="6273" y="1808"/>
                </a:lnTo>
                <a:lnTo>
                  <a:pt x="6300" y="2047"/>
                </a:lnTo>
                <a:lnTo>
                  <a:pt x="6300" y="2260"/>
                </a:lnTo>
                <a:lnTo>
                  <a:pt x="6273" y="2393"/>
                </a:lnTo>
                <a:lnTo>
                  <a:pt x="6194" y="2552"/>
                </a:lnTo>
                <a:lnTo>
                  <a:pt x="6140" y="2606"/>
                </a:lnTo>
                <a:lnTo>
                  <a:pt x="6061" y="2659"/>
                </a:lnTo>
                <a:lnTo>
                  <a:pt x="5954" y="2712"/>
                </a:lnTo>
                <a:lnTo>
                  <a:pt x="5821" y="2738"/>
                </a:lnTo>
                <a:lnTo>
                  <a:pt x="5821" y="2393"/>
                </a:lnTo>
                <a:lnTo>
                  <a:pt x="5795" y="2313"/>
                </a:lnTo>
                <a:lnTo>
                  <a:pt x="5768" y="2233"/>
                </a:lnTo>
                <a:lnTo>
                  <a:pt x="5688" y="2207"/>
                </a:lnTo>
                <a:lnTo>
                  <a:pt x="5609" y="2180"/>
                </a:lnTo>
                <a:lnTo>
                  <a:pt x="5529" y="2207"/>
                </a:lnTo>
                <a:lnTo>
                  <a:pt x="5476" y="2233"/>
                </a:lnTo>
                <a:lnTo>
                  <a:pt x="5423" y="2313"/>
                </a:lnTo>
                <a:lnTo>
                  <a:pt x="5423" y="2393"/>
                </a:lnTo>
                <a:lnTo>
                  <a:pt x="5423" y="2738"/>
                </a:lnTo>
                <a:lnTo>
                  <a:pt x="5343" y="2712"/>
                </a:lnTo>
                <a:lnTo>
                  <a:pt x="5263" y="2659"/>
                </a:lnTo>
                <a:lnTo>
                  <a:pt x="5183" y="2606"/>
                </a:lnTo>
                <a:lnTo>
                  <a:pt x="5130" y="2552"/>
                </a:lnTo>
                <a:lnTo>
                  <a:pt x="5051" y="2419"/>
                </a:lnTo>
                <a:lnTo>
                  <a:pt x="5024" y="2287"/>
                </a:lnTo>
                <a:lnTo>
                  <a:pt x="5051" y="2180"/>
                </a:lnTo>
                <a:lnTo>
                  <a:pt x="5077" y="2047"/>
                </a:lnTo>
                <a:lnTo>
                  <a:pt x="5210" y="1702"/>
                </a:lnTo>
                <a:lnTo>
                  <a:pt x="5369" y="1356"/>
                </a:lnTo>
                <a:lnTo>
                  <a:pt x="5556" y="984"/>
                </a:lnTo>
                <a:lnTo>
                  <a:pt x="5635" y="798"/>
                </a:lnTo>
                <a:lnTo>
                  <a:pt x="5688" y="585"/>
                </a:lnTo>
                <a:close/>
                <a:moveTo>
                  <a:pt x="6672" y="3722"/>
                </a:moveTo>
                <a:lnTo>
                  <a:pt x="6672" y="4599"/>
                </a:lnTo>
                <a:lnTo>
                  <a:pt x="6645" y="4705"/>
                </a:lnTo>
                <a:lnTo>
                  <a:pt x="6539" y="4785"/>
                </a:lnTo>
                <a:lnTo>
                  <a:pt x="6459" y="4812"/>
                </a:lnTo>
                <a:lnTo>
                  <a:pt x="6353" y="4812"/>
                </a:lnTo>
                <a:lnTo>
                  <a:pt x="6300" y="4759"/>
                </a:lnTo>
                <a:lnTo>
                  <a:pt x="6247" y="4679"/>
                </a:lnTo>
                <a:lnTo>
                  <a:pt x="6220" y="4599"/>
                </a:lnTo>
                <a:lnTo>
                  <a:pt x="6220" y="4147"/>
                </a:lnTo>
                <a:lnTo>
                  <a:pt x="6220" y="4067"/>
                </a:lnTo>
                <a:lnTo>
                  <a:pt x="6167" y="4014"/>
                </a:lnTo>
                <a:lnTo>
                  <a:pt x="6114" y="3961"/>
                </a:lnTo>
                <a:lnTo>
                  <a:pt x="5954" y="3961"/>
                </a:lnTo>
                <a:lnTo>
                  <a:pt x="5901" y="4014"/>
                </a:lnTo>
                <a:lnTo>
                  <a:pt x="5848" y="4067"/>
                </a:lnTo>
                <a:lnTo>
                  <a:pt x="5821" y="4147"/>
                </a:lnTo>
                <a:lnTo>
                  <a:pt x="5821" y="5264"/>
                </a:lnTo>
                <a:lnTo>
                  <a:pt x="5821" y="5343"/>
                </a:lnTo>
                <a:lnTo>
                  <a:pt x="5768" y="5423"/>
                </a:lnTo>
                <a:lnTo>
                  <a:pt x="5688" y="5450"/>
                </a:lnTo>
                <a:lnTo>
                  <a:pt x="5609" y="5476"/>
                </a:lnTo>
                <a:lnTo>
                  <a:pt x="5529" y="5450"/>
                </a:lnTo>
                <a:lnTo>
                  <a:pt x="5476" y="5423"/>
                </a:lnTo>
                <a:lnTo>
                  <a:pt x="5423" y="5343"/>
                </a:lnTo>
                <a:lnTo>
                  <a:pt x="5396" y="5264"/>
                </a:lnTo>
                <a:lnTo>
                  <a:pt x="5396" y="4812"/>
                </a:lnTo>
                <a:lnTo>
                  <a:pt x="5396" y="4732"/>
                </a:lnTo>
                <a:lnTo>
                  <a:pt x="5343" y="4679"/>
                </a:lnTo>
                <a:lnTo>
                  <a:pt x="5290" y="4626"/>
                </a:lnTo>
                <a:lnTo>
                  <a:pt x="5210" y="4599"/>
                </a:lnTo>
                <a:lnTo>
                  <a:pt x="5130" y="4626"/>
                </a:lnTo>
                <a:lnTo>
                  <a:pt x="5051" y="4679"/>
                </a:lnTo>
                <a:lnTo>
                  <a:pt x="5024" y="4732"/>
                </a:lnTo>
                <a:lnTo>
                  <a:pt x="4997" y="4812"/>
                </a:lnTo>
                <a:lnTo>
                  <a:pt x="4971" y="4892"/>
                </a:lnTo>
                <a:lnTo>
                  <a:pt x="4944" y="4971"/>
                </a:lnTo>
                <a:lnTo>
                  <a:pt x="4864" y="4998"/>
                </a:lnTo>
                <a:lnTo>
                  <a:pt x="4785" y="5024"/>
                </a:lnTo>
                <a:lnTo>
                  <a:pt x="4678" y="4998"/>
                </a:lnTo>
                <a:lnTo>
                  <a:pt x="4625" y="4971"/>
                </a:lnTo>
                <a:lnTo>
                  <a:pt x="4599" y="4918"/>
                </a:lnTo>
                <a:lnTo>
                  <a:pt x="4572" y="4865"/>
                </a:lnTo>
                <a:lnTo>
                  <a:pt x="4572" y="4812"/>
                </a:lnTo>
                <a:lnTo>
                  <a:pt x="4572" y="3722"/>
                </a:lnTo>
                <a:close/>
                <a:moveTo>
                  <a:pt x="6220" y="5184"/>
                </a:moveTo>
                <a:lnTo>
                  <a:pt x="6326" y="5210"/>
                </a:lnTo>
                <a:lnTo>
                  <a:pt x="6433" y="5210"/>
                </a:lnTo>
                <a:lnTo>
                  <a:pt x="6433" y="8852"/>
                </a:lnTo>
                <a:lnTo>
                  <a:pt x="4785" y="8852"/>
                </a:lnTo>
                <a:lnTo>
                  <a:pt x="4785" y="5423"/>
                </a:lnTo>
                <a:lnTo>
                  <a:pt x="4891" y="5423"/>
                </a:lnTo>
                <a:lnTo>
                  <a:pt x="4918" y="5397"/>
                </a:lnTo>
                <a:lnTo>
                  <a:pt x="5024" y="5370"/>
                </a:lnTo>
                <a:lnTo>
                  <a:pt x="5051" y="5503"/>
                </a:lnTo>
                <a:lnTo>
                  <a:pt x="5104" y="5583"/>
                </a:lnTo>
                <a:lnTo>
                  <a:pt x="5157" y="5689"/>
                </a:lnTo>
                <a:lnTo>
                  <a:pt x="5263" y="5742"/>
                </a:lnTo>
                <a:lnTo>
                  <a:pt x="5343" y="5822"/>
                </a:lnTo>
                <a:lnTo>
                  <a:pt x="5449" y="5848"/>
                </a:lnTo>
                <a:lnTo>
                  <a:pt x="5556" y="5875"/>
                </a:lnTo>
                <a:lnTo>
                  <a:pt x="5688" y="5875"/>
                </a:lnTo>
                <a:lnTo>
                  <a:pt x="5795" y="5848"/>
                </a:lnTo>
                <a:lnTo>
                  <a:pt x="5901" y="5795"/>
                </a:lnTo>
                <a:lnTo>
                  <a:pt x="5981" y="5742"/>
                </a:lnTo>
                <a:lnTo>
                  <a:pt x="6061" y="5662"/>
                </a:lnTo>
                <a:lnTo>
                  <a:pt x="6140" y="5583"/>
                </a:lnTo>
                <a:lnTo>
                  <a:pt x="6194" y="5476"/>
                </a:lnTo>
                <a:lnTo>
                  <a:pt x="6220" y="5370"/>
                </a:lnTo>
                <a:lnTo>
                  <a:pt x="6220" y="5264"/>
                </a:lnTo>
                <a:lnTo>
                  <a:pt x="6220" y="5184"/>
                </a:lnTo>
                <a:close/>
                <a:moveTo>
                  <a:pt x="1887" y="7045"/>
                </a:moveTo>
                <a:lnTo>
                  <a:pt x="2259" y="7071"/>
                </a:lnTo>
                <a:lnTo>
                  <a:pt x="2419" y="7098"/>
                </a:lnTo>
                <a:lnTo>
                  <a:pt x="2578" y="7151"/>
                </a:lnTo>
                <a:lnTo>
                  <a:pt x="2738" y="7204"/>
                </a:lnTo>
                <a:lnTo>
                  <a:pt x="2871" y="7284"/>
                </a:lnTo>
                <a:lnTo>
                  <a:pt x="2977" y="7390"/>
                </a:lnTo>
                <a:lnTo>
                  <a:pt x="3083" y="7496"/>
                </a:lnTo>
                <a:lnTo>
                  <a:pt x="3190" y="7603"/>
                </a:lnTo>
                <a:lnTo>
                  <a:pt x="3270" y="7736"/>
                </a:lnTo>
                <a:lnTo>
                  <a:pt x="3349" y="7895"/>
                </a:lnTo>
                <a:lnTo>
                  <a:pt x="3402" y="8055"/>
                </a:lnTo>
                <a:lnTo>
                  <a:pt x="3509" y="8427"/>
                </a:lnTo>
                <a:lnTo>
                  <a:pt x="3535" y="8852"/>
                </a:lnTo>
                <a:lnTo>
                  <a:pt x="3402" y="8852"/>
                </a:lnTo>
                <a:lnTo>
                  <a:pt x="3323" y="8905"/>
                </a:lnTo>
                <a:lnTo>
                  <a:pt x="3296" y="8958"/>
                </a:lnTo>
                <a:lnTo>
                  <a:pt x="3270" y="9038"/>
                </a:lnTo>
                <a:lnTo>
                  <a:pt x="3296" y="9118"/>
                </a:lnTo>
                <a:lnTo>
                  <a:pt x="3323" y="9198"/>
                </a:lnTo>
                <a:lnTo>
                  <a:pt x="3402" y="9224"/>
                </a:lnTo>
                <a:lnTo>
                  <a:pt x="3482" y="9251"/>
                </a:lnTo>
                <a:lnTo>
                  <a:pt x="8081" y="9251"/>
                </a:lnTo>
                <a:lnTo>
                  <a:pt x="8081" y="9596"/>
                </a:lnTo>
                <a:lnTo>
                  <a:pt x="8054" y="9836"/>
                </a:lnTo>
                <a:lnTo>
                  <a:pt x="8001" y="10075"/>
                </a:lnTo>
                <a:lnTo>
                  <a:pt x="7868" y="10288"/>
                </a:lnTo>
                <a:lnTo>
                  <a:pt x="7735" y="10474"/>
                </a:lnTo>
                <a:lnTo>
                  <a:pt x="7549" y="10606"/>
                </a:lnTo>
                <a:lnTo>
                  <a:pt x="7337" y="10739"/>
                </a:lnTo>
                <a:lnTo>
                  <a:pt x="7097" y="10793"/>
                </a:lnTo>
                <a:lnTo>
                  <a:pt x="6858" y="10819"/>
                </a:lnTo>
                <a:lnTo>
                  <a:pt x="4386" y="10819"/>
                </a:lnTo>
                <a:lnTo>
                  <a:pt x="4120" y="10793"/>
                </a:lnTo>
                <a:lnTo>
                  <a:pt x="3908" y="10739"/>
                </a:lnTo>
                <a:lnTo>
                  <a:pt x="3695" y="10606"/>
                </a:lnTo>
                <a:lnTo>
                  <a:pt x="3509" y="10474"/>
                </a:lnTo>
                <a:lnTo>
                  <a:pt x="3349" y="10288"/>
                </a:lnTo>
                <a:lnTo>
                  <a:pt x="3243" y="10075"/>
                </a:lnTo>
                <a:lnTo>
                  <a:pt x="3163" y="9836"/>
                </a:lnTo>
                <a:lnTo>
                  <a:pt x="3137" y="9596"/>
                </a:lnTo>
                <a:lnTo>
                  <a:pt x="3137" y="9038"/>
                </a:lnTo>
                <a:lnTo>
                  <a:pt x="3137" y="8639"/>
                </a:lnTo>
                <a:lnTo>
                  <a:pt x="3057" y="8267"/>
                </a:lnTo>
                <a:lnTo>
                  <a:pt x="2977" y="7975"/>
                </a:lnTo>
                <a:lnTo>
                  <a:pt x="2818" y="7736"/>
                </a:lnTo>
                <a:lnTo>
                  <a:pt x="2738" y="7629"/>
                </a:lnTo>
                <a:lnTo>
                  <a:pt x="2658" y="7523"/>
                </a:lnTo>
                <a:lnTo>
                  <a:pt x="2552" y="7443"/>
                </a:lnTo>
                <a:lnTo>
                  <a:pt x="2446" y="7390"/>
                </a:lnTo>
                <a:lnTo>
                  <a:pt x="2313" y="7337"/>
                </a:lnTo>
                <a:lnTo>
                  <a:pt x="2180" y="7310"/>
                </a:lnTo>
                <a:lnTo>
                  <a:pt x="1887" y="7284"/>
                </a:lnTo>
                <a:lnTo>
                  <a:pt x="1728" y="7284"/>
                </a:lnTo>
                <a:lnTo>
                  <a:pt x="1595" y="7310"/>
                </a:lnTo>
                <a:lnTo>
                  <a:pt x="1462" y="7337"/>
                </a:lnTo>
                <a:lnTo>
                  <a:pt x="1356" y="7390"/>
                </a:lnTo>
                <a:lnTo>
                  <a:pt x="1170" y="7523"/>
                </a:lnTo>
                <a:lnTo>
                  <a:pt x="1037" y="7683"/>
                </a:lnTo>
                <a:lnTo>
                  <a:pt x="930" y="7842"/>
                </a:lnTo>
                <a:lnTo>
                  <a:pt x="851" y="8028"/>
                </a:lnTo>
                <a:lnTo>
                  <a:pt x="824" y="8188"/>
                </a:lnTo>
                <a:lnTo>
                  <a:pt x="797" y="8347"/>
                </a:lnTo>
                <a:lnTo>
                  <a:pt x="797" y="8427"/>
                </a:lnTo>
                <a:lnTo>
                  <a:pt x="744" y="8480"/>
                </a:lnTo>
                <a:lnTo>
                  <a:pt x="691" y="8533"/>
                </a:lnTo>
                <a:lnTo>
                  <a:pt x="611" y="8560"/>
                </a:lnTo>
                <a:lnTo>
                  <a:pt x="532" y="8533"/>
                </a:lnTo>
                <a:lnTo>
                  <a:pt x="479" y="8480"/>
                </a:lnTo>
                <a:lnTo>
                  <a:pt x="425" y="8427"/>
                </a:lnTo>
                <a:lnTo>
                  <a:pt x="399" y="8347"/>
                </a:lnTo>
                <a:lnTo>
                  <a:pt x="425" y="8134"/>
                </a:lnTo>
                <a:lnTo>
                  <a:pt x="479" y="7922"/>
                </a:lnTo>
                <a:lnTo>
                  <a:pt x="585" y="7709"/>
                </a:lnTo>
                <a:lnTo>
                  <a:pt x="744" y="7496"/>
                </a:lnTo>
                <a:lnTo>
                  <a:pt x="930" y="7310"/>
                </a:lnTo>
                <a:lnTo>
                  <a:pt x="1063" y="7231"/>
                </a:lnTo>
                <a:lnTo>
                  <a:pt x="1196" y="7178"/>
                </a:lnTo>
                <a:lnTo>
                  <a:pt x="1356" y="7124"/>
                </a:lnTo>
                <a:lnTo>
                  <a:pt x="1515" y="7071"/>
                </a:lnTo>
                <a:lnTo>
                  <a:pt x="1701" y="7045"/>
                </a:lnTo>
                <a:close/>
                <a:moveTo>
                  <a:pt x="5423" y="1"/>
                </a:moveTo>
                <a:lnTo>
                  <a:pt x="5316" y="27"/>
                </a:lnTo>
                <a:lnTo>
                  <a:pt x="5263" y="107"/>
                </a:lnTo>
                <a:lnTo>
                  <a:pt x="5263" y="213"/>
                </a:lnTo>
                <a:lnTo>
                  <a:pt x="5290" y="479"/>
                </a:lnTo>
                <a:lnTo>
                  <a:pt x="5237" y="718"/>
                </a:lnTo>
                <a:lnTo>
                  <a:pt x="5157" y="931"/>
                </a:lnTo>
                <a:lnTo>
                  <a:pt x="5024" y="1170"/>
                </a:lnTo>
                <a:lnTo>
                  <a:pt x="4838" y="1542"/>
                </a:lnTo>
                <a:lnTo>
                  <a:pt x="4705" y="1914"/>
                </a:lnTo>
                <a:lnTo>
                  <a:pt x="4652" y="2127"/>
                </a:lnTo>
                <a:lnTo>
                  <a:pt x="4625" y="2366"/>
                </a:lnTo>
                <a:lnTo>
                  <a:pt x="4678" y="2579"/>
                </a:lnTo>
                <a:lnTo>
                  <a:pt x="4785" y="2792"/>
                </a:lnTo>
                <a:lnTo>
                  <a:pt x="4918" y="2924"/>
                </a:lnTo>
                <a:lnTo>
                  <a:pt x="5077" y="3031"/>
                </a:lnTo>
                <a:lnTo>
                  <a:pt x="5237" y="3111"/>
                </a:lnTo>
                <a:lnTo>
                  <a:pt x="5423" y="3137"/>
                </a:lnTo>
                <a:lnTo>
                  <a:pt x="5423" y="3323"/>
                </a:lnTo>
                <a:lnTo>
                  <a:pt x="4359" y="3323"/>
                </a:lnTo>
                <a:lnTo>
                  <a:pt x="4280" y="3350"/>
                </a:lnTo>
                <a:lnTo>
                  <a:pt x="4226" y="3376"/>
                </a:lnTo>
                <a:lnTo>
                  <a:pt x="4173" y="3456"/>
                </a:lnTo>
                <a:lnTo>
                  <a:pt x="4173" y="3536"/>
                </a:lnTo>
                <a:lnTo>
                  <a:pt x="4173" y="4812"/>
                </a:lnTo>
                <a:lnTo>
                  <a:pt x="4173" y="4945"/>
                </a:lnTo>
                <a:lnTo>
                  <a:pt x="4226" y="5078"/>
                </a:lnTo>
                <a:lnTo>
                  <a:pt x="4306" y="5184"/>
                </a:lnTo>
                <a:lnTo>
                  <a:pt x="4386" y="5290"/>
                </a:lnTo>
                <a:lnTo>
                  <a:pt x="4386" y="8852"/>
                </a:lnTo>
                <a:lnTo>
                  <a:pt x="3934" y="8852"/>
                </a:lnTo>
                <a:lnTo>
                  <a:pt x="3908" y="8533"/>
                </a:lnTo>
                <a:lnTo>
                  <a:pt x="3881" y="8241"/>
                </a:lnTo>
                <a:lnTo>
                  <a:pt x="3801" y="7975"/>
                </a:lnTo>
                <a:lnTo>
                  <a:pt x="3721" y="7736"/>
                </a:lnTo>
                <a:lnTo>
                  <a:pt x="3615" y="7523"/>
                </a:lnTo>
                <a:lnTo>
                  <a:pt x="3509" y="7337"/>
                </a:lnTo>
                <a:lnTo>
                  <a:pt x="3376" y="7204"/>
                </a:lnTo>
                <a:lnTo>
                  <a:pt x="3216" y="7071"/>
                </a:lnTo>
                <a:lnTo>
                  <a:pt x="3083" y="6938"/>
                </a:lnTo>
                <a:lnTo>
                  <a:pt x="2924" y="6859"/>
                </a:lnTo>
                <a:lnTo>
                  <a:pt x="2765" y="6779"/>
                </a:lnTo>
                <a:lnTo>
                  <a:pt x="2578" y="6726"/>
                </a:lnTo>
                <a:lnTo>
                  <a:pt x="2233" y="6672"/>
                </a:lnTo>
                <a:lnTo>
                  <a:pt x="1887" y="6646"/>
                </a:lnTo>
                <a:lnTo>
                  <a:pt x="1648" y="6646"/>
                </a:lnTo>
                <a:lnTo>
                  <a:pt x="1409" y="6672"/>
                </a:lnTo>
                <a:lnTo>
                  <a:pt x="1196" y="6726"/>
                </a:lnTo>
                <a:lnTo>
                  <a:pt x="1010" y="6805"/>
                </a:lnTo>
                <a:lnTo>
                  <a:pt x="851" y="6885"/>
                </a:lnTo>
                <a:lnTo>
                  <a:pt x="691" y="6991"/>
                </a:lnTo>
                <a:lnTo>
                  <a:pt x="558" y="7124"/>
                </a:lnTo>
                <a:lnTo>
                  <a:pt x="425" y="7231"/>
                </a:lnTo>
                <a:lnTo>
                  <a:pt x="319" y="7364"/>
                </a:lnTo>
                <a:lnTo>
                  <a:pt x="239" y="7496"/>
                </a:lnTo>
                <a:lnTo>
                  <a:pt x="106" y="7789"/>
                </a:lnTo>
                <a:lnTo>
                  <a:pt x="27" y="8081"/>
                </a:lnTo>
                <a:lnTo>
                  <a:pt x="0" y="8347"/>
                </a:lnTo>
                <a:lnTo>
                  <a:pt x="27" y="8480"/>
                </a:lnTo>
                <a:lnTo>
                  <a:pt x="53" y="8586"/>
                </a:lnTo>
                <a:lnTo>
                  <a:pt x="106" y="8693"/>
                </a:lnTo>
                <a:lnTo>
                  <a:pt x="186" y="8772"/>
                </a:lnTo>
                <a:lnTo>
                  <a:pt x="266" y="8852"/>
                </a:lnTo>
                <a:lnTo>
                  <a:pt x="372" y="8905"/>
                </a:lnTo>
                <a:lnTo>
                  <a:pt x="479" y="8932"/>
                </a:lnTo>
                <a:lnTo>
                  <a:pt x="611" y="8958"/>
                </a:lnTo>
                <a:lnTo>
                  <a:pt x="744" y="8932"/>
                </a:lnTo>
                <a:lnTo>
                  <a:pt x="851" y="8905"/>
                </a:lnTo>
                <a:lnTo>
                  <a:pt x="957" y="8852"/>
                </a:lnTo>
                <a:lnTo>
                  <a:pt x="1037" y="8772"/>
                </a:lnTo>
                <a:lnTo>
                  <a:pt x="1116" y="8693"/>
                </a:lnTo>
                <a:lnTo>
                  <a:pt x="1170" y="8586"/>
                </a:lnTo>
                <a:lnTo>
                  <a:pt x="1196" y="8480"/>
                </a:lnTo>
                <a:lnTo>
                  <a:pt x="1223" y="8347"/>
                </a:lnTo>
                <a:lnTo>
                  <a:pt x="1223" y="8214"/>
                </a:lnTo>
                <a:lnTo>
                  <a:pt x="1249" y="8108"/>
                </a:lnTo>
                <a:lnTo>
                  <a:pt x="1303" y="7975"/>
                </a:lnTo>
                <a:lnTo>
                  <a:pt x="1382" y="7869"/>
                </a:lnTo>
                <a:lnTo>
                  <a:pt x="1515" y="7762"/>
                </a:lnTo>
                <a:lnTo>
                  <a:pt x="1675" y="7709"/>
                </a:lnTo>
                <a:lnTo>
                  <a:pt x="1887" y="7683"/>
                </a:lnTo>
                <a:lnTo>
                  <a:pt x="2047" y="7683"/>
                </a:lnTo>
                <a:lnTo>
                  <a:pt x="2180" y="7736"/>
                </a:lnTo>
                <a:lnTo>
                  <a:pt x="2339" y="7789"/>
                </a:lnTo>
                <a:lnTo>
                  <a:pt x="2472" y="7922"/>
                </a:lnTo>
                <a:lnTo>
                  <a:pt x="2578" y="8081"/>
                </a:lnTo>
                <a:lnTo>
                  <a:pt x="2658" y="8320"/>
                </a:lnTo>
                <a:lnTo>
                  <a:pt x="2738" y="8639"/>
                </a:lnTo>
                <a:lnTo>
                  <a:pt x="2738" y="9038"/>
                </a:lnTo>
                <a:lnTo>
                  <a:pt x="2738" y="9596"/>
                </a:lnTo>
                <a:lnTo>
                  <a:pt x="2765" y="9756"/>
                </a:lnTo>
                <a:lnTo>
                  <a:pt x="2791" y="9915"/>
                </a:lnTo>
                <a:lnTo>
                  <a:pt x="2818" y="10075"/>
                </a:lnTo>
                <a:lnTo>
                  <a:pt x="2871" y="10234"/>
                </a:lnTo>
                <a:lnTo>
                  <a:pt x="3030" y="10500"/>
                </a:lnTo>
                <a:lnTo>
                  <a:pt x="3216" y="10739"/>
                </a:lnTo>
                <a:lnTo>
                  <a:pt x="3456" y="10952"/>
                </a:lnTo>
                <a:lnTo>
                  <a:pt x="3748" y="11112"/>
                </a:lnTo>
                <a:lnTo>
                  <a:pt x="3881" y="11165"/>
                </a:lnTo>
                <a:lnTo>
                  <a:pt x="4040" y="11191"/>
                </a:lnTo>
                <a:lnTo>
                  <a:pt x="4200" y="11218"/>
                </a:lnTo>
                <a:lnTo>
                  <a:pt x="7018" y="11218"/>
                </a:lnTo>
                <a:lnTo>
                  <a:pt x="7177" y="11191"/>
                </a:lnTo>
                <a:lnTo>
                  <a:pt x="7337" y="11165"/>
                </a:lnTo>
                <a:lnTo>
                  <a:pt x="7496" y="11112"/>
                </a:lnTo>
                <a:lnTo>
                  <a:pt x="7762" y="10952"/>
                </a:lnTo>
                <a:lnTo>
                  <a:pt x="8001" y="10739"/>
                </a:lnTo>
                <a:lnTo>
                  <a:pt x="8214" y="10500"/>
                </a:lnTo>
                <a:lnTo>
                  <a:pt x="8347" y="10234"/>
                </a:lnTo>
                <a:lnTo>
                  <a:pt x="8400" y="10075"/>
                </a:lnTo>
                <a:lnTo>
                  <a:pt x="8453" y="9915"/>
                </a:lnTo>
                <a:lnTo>
                  <a:pt x="8480" y="9756"/>
                </a:lnTo>
                <a:lnTo>
                  <a:pt x="8480" y="9596"/>
                </a:lnTo>
                <a:lnTo>
                  <a:pt x="8480" y="9038"/>
                </a:lnTo>
                <a:lnTo>
                  <a:pt x="8480" y="8958"/>
                </a:lnTo>
                <a:lnTo>
                  <a:pt x="8426" y="8905"/>
                </a:lnTo>
                <a:lnTo>
                  <a:pt x="8373" y="8852"/>
                </a:lnTo>
                <a:lnTo>
                  <a:pt x="6831" y="8852"/>
                </a:lnTo>
                <a:lnTo>
                  <a:pt x="6831" y="5078"/>
                </a:lnTo>
                <a:lnTo>
                  <a:pt x="6938" y="4971"/>
                </a:lnTo>
                <a:lnTo>
                  <a:pt x="7018" y="4865"/>
                </a:lnTo>
                <a:lnTo>
                  <a:pt x="7044" y="4732"/>
                </a:lnTo>
                <a:lnTo>
                  <a:pt x="7071" y="4599"/>
                </a:lnTo>
                <a:lnTo>
                  <a:pt x="7071" y="3536"/>
                </a:lnTo>
                <a:lnTo>
                  <a:pt x="7044" y="3456"/>
                </a:lnTo>
                <a:lnTo>
                  <a:pt x="7018" y="3376"/>
                </a:lnTo>
                <a:lnTo>
                  <a:pt x="6938" y="3350"/>
                </a:lnTo>
                <a:lnTo>
                  <a:pt x="6858" y="3323"/>
                </a:lnTo>
                <a:lnTo>
                  <a:pt x="5821" y="3323"/>
                </a:lnTo>
                <a:lnTo>
                  <a:pt x="5821" y="3137"/>
                </a:lnTo>
                <a:lnTo>
                  <a:pt x="6034" y="3084"/>
                </a:lnTo>
                <a:lnTo>
                  <a:pt x="6220" y="3031"/>
                </a:lnTo>
                <a:lnTo>
                  <a:pt x="6380" y="2924"/>
                </a:lnTo>
                <a:lnTo>
                  <a:pt x="6486" y="2792"/>
                </a:lnTo>
                <a:lnTo>
                  <a:pt x="6592" y="2685"/>
                </a:lnTo>
                <a:lnTo>
                  <a:pt x="6645" y="2552"/>
                </a:lnTo>
                <a:lnTo>
                  <a:pt x="6699" y="2313"/>
                </a:lnTo>
                <a:lnTo>
                  <a:pt x="6699" y="2127"/>
                </a:lnTo>
                <a:lnTo>
                  <a:pt x="6699" y="1968"/>
                </a:lnTo>
                <a:lnTo>
                  <a:pt x="6645" y="1595"/>
                </a:lnTo>
                <a:lnTo>
                  <a:pt x="6512" y="1223"/>
                </a:lnTo>
                <a:lnTo>
                  <a:pt x="6353" y="878"/>
                </a:lnTo>
                <a:lnTo>
                  <a:pt x="6167" y="559"/>
                </a:lnTo>
                <a:lnTo>
                  <a:pt x="5954" y="293"/>
                </a:lnTo>
                <a:lnTo>
                  <a:pt x="5715" y="107"/>
                </a:lnTo>
                <a:lnTo>
                  <a:pt x="5609" y="27"/>
                </a:lnTo>
                <a:lnTo>
                  <a:pt x="550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5" name="Shape 1595"/>
        <p:cNvGrpSpPr/>
        <p:nvPr/>
      </p:nvGrpSpPr>
      <p:grpSpPr>
        <a:xfrm>
          <a:off x="0" y="0"/>
          <a:ext cx="0" cy="0"/>
          <a:chOff x="0" y="0"/>
          <a:chExt cx="0" cy="0"/>
        </a:xfrm>
      </p:grpSpPr>
      <p:sp>
        <p:nvSpPr>
          <p:cNvPr id="1596" name="Google Shape;1596;p88"/>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ALTERNATIVE RESOURCES</a:t>
            </a:r>
            <a:endParaRPr/>
          </a:p>
        </p:txBody>
      </p:sp>
      <p:sp>
        <p:nvSpPr>
          <p:cNvPr id="1597" name="Google Shape;1597;p88"/>
          <p:cNvSpPr txBox="1"/>
          <p:nvPr>
            <p:ph idx="4294967295" type="subTitle"/>
          </p:nvPr>
        </p:nvSpPr>
        <p:spPr>
          <a:xfrm>
            <a:off x="720150" y="1024500"/>
            <a:ext cx="7704000" cy="1596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Here’s an assortment of alternative resources whose style fits the one of this template:</a:t>
            </a:r>
            <a:endParaRPr/>
          </a:p>
          <a:p>
            <a:pPr indent="-304800" lvl="0" marL="457200" rtl="0" algn="l">
              <a:spcBef>
                <a:spcPts val="1000"/>
              </a:spcBef>
              <a:spcAft>
                <a:spcPts val="0"/>
              </a:spcAft>
              <a:buClr>
                <a:schemeClr val="dk1"/>
              </a:buClr>
              <a:buSzPts val="1200"/>
              <a:buChar char="●"/>
            </a:pPr>
            <a:r>
              <a:rPr lang="en" u="sng">
                <a:hlinkClick r:id="rId3"/>
              </a:rPr>
              <a:t>Young and depressed adult at home I</a:t>
            </a:r>
            <a:endParaRPr/>
          </a:p>
          <a:p>
            <a:pPr indent="-304800" lvl="0" marL="457200" rtl="0" algn="l">
              <a:spcBef>
                <a:spcPts val="0"/>
              </a:spcBef>
              <a:spcAft>
                <a:spcPts val="0"/>
              </a:spcAft>
              <a:buClr>
                <a:schemeClr val="dk1"/>
              </a:buClr>
              <a:buSzPts val="1200"/>
              <a:buChar char="●"/>
            </a:pPr>
            <a:r>
              <a:rPr lang="en" u="sng">
                <a:hlinkClick r:id="rId4"/>
              </a:rPr>
              <a:t>Young and depressed adult at home II</a:t>
            </a:r>
            <a:endParaRPr/>
          </a:p>
          <a:p>
            <a:pPr indent="-304800" lvl="0" marL="457200" rtl="0" algn="l">
              <a:spcBef>
                <a:spcPts val="0"/>
              </a:spcBef>
              <a:spcAft>
                <a:spcPts val="0"/>
              </a:spcAft>
              <a:buClr>
                <a:schemeClr val="dk1"/>
              </a:buClr>
              <a:buSzPts val="1200"/>
              <a:buChar char="●"/>
            </a:pPr>
            <a:r>
              <a:rPr lang="en" u="sng">
                <a:hlinkClick r:id="rId5"/>
              </a:rPr>
              <a:t>Front view of beautiful woman at home</a:t>
            </a:r>
            <a:endParaRPr/>
          </a:p>
          <a:p>
            <a:pPr indent="-304800" lvl="0" marL="457200" rtl="0" algn="l">
              <a:spcBef>
                <a:spcPts val="0"/>
              </a:spcBef>
              <a:spcAft>
                <a:spcPts val="0"/>
              </a:spcAft>
              <a:buClr>
                <a:schemeClr val="dk1"/>
              </a:buClr>
              <a:buSzPts val="1200"/>
              <a:buChar char="●"/>
            </a:pPr>
            <a:r>
              <a:rPr lang="en" u="sng">
                <a:hlinkClick r:id="rId6"/>
              </a:rPr>
              <a:t>Beautiful woman sleeping on the couch</a:t>
            </a:r>
            <a:endParaRPr/>
          </a:p>
          <a:p>
            <a:pPr indent="-304800" lvl="0" marL="457200" rtl="0" algn="l">
              <a:spcBef>
                <a:spcPts val="0"/>
              </a:spcBef>
              <a:spcAft>
                <a:spcPts val="0"/>
              </a:spcAft>
              <a:buClr>
                <a:schemeClr val="dk1"/>
              </a:buClr>
              <a:buSzPts val="1200"/>
              <a:buChar char="●"/>
            </a:pPr>
            <a:r>
              <a:rPr lang="en" u="sng">
                <a:hlinkClick r:id="rId7"/>
              </a:rPr>
              <a:t>High angle woman laying in bed</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1" name="Shape 1601"/>
        <p:cNvGrpSpPr/>
        <p:nvPr/>
      </p:nvGrpSpPr>
      <p:grpSpPr>
        <a:xfrm>
          <a:off x="0" y="0"/>
          <a:ext cx="0" cy="0"/>
          <a:chOff x="0" y="0"/>
          <a:chExt cx="0" cy="0"/>
        </a:xfrm>
      </p:grpSpPr>
      <p:sp>
        <p:nvSpPr>
          <p:cNvPr id="1602" name="Google Shape;1602;p89"/>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RESOURCES</a:t>
            </a:r>
            <a:endParaRPr/>
          </a:p>
        </p:txBody>
      </p:sp>
      <p:sp>
        <p:nvSpPr>
          <p:cNvPr id="1603" name="Google Shape;1603;p89"/>
          <p:cNvSpPr txBox="1"/>
          <p:nvPr>
            <p:ph idx="1" type="subTitle"/>
          </p:nvPr>
        </p:nvSpPr>
        <p:spPr>
          <a:xfrm>
            <a:off x="4645399" y="982650"/>
            <a:ext cx="3778500" cy="3732900"/>
          </a:xfrm>
          <a:prstGeom prst="rect">
            <a:avLst/>
          </a:prstGeom>
        </p:spPr>
        <p:txBody>
          <a:bodyPr anchorCtr="0" anchor="t" bIns="91425" lIns="91425" spcFirstLastPara="1" rIns="91425" wrap="square" tIns="91425">
            <a:noAutofit/>
          </a:bodyPr>
          <a:lstStyle/>
          <a:p>
            <a:pPr indent="-213360" lvl="0" marL="274320" rtl="0" algn="l">
              <a:spcBef>
                <a:spcPts val="0"/>
              </a:spcBef>
              <a:spcAft>
                <a:spcPts val="0"/>
              </a:spcAft>
              <a:buSzPts val="1200"/>
              <a:buChar char="●"/>
            </a:pPr>
            <a:r>
              <a:rPr lang="en" u="sng">
                <a:hlinkClick r:id="rId3"/>
              </a:rPr>
              <a:t>Medium shot woman sleeping</a:t>
            </a:r>
            <a:endParaRPr/>
          </a:p>
          <a:p>
            <a:pPr indent="-213360" lvl="0" marL="274320" rtl="0" algn="l">
              <a:spcBef>
                <a:spcPts val="0"/>
              </a:spcBef>
              <a:spcAft>
                <a:spcPts val="0"/>
              </a:spcAft>
              <a:buSzPts val="1200"/>
              <a:buChar char="●"/>
            </a:pPr>
            <a:r>
              <a:rPr lang="en" u="sng">
                <a:hlinkClick r:id="rId4"/>
              </a:rPr>
              <a:t>Little girl sleeping before going to school</a:t>
            </a:r>
            <a:endParaRPr/>
          </a:p>
          <a:p>
            <a:pPr indent="-213360" lvl="0" marL="274320" rtl="0" algn="l">
              <a:spcBef>
                <a:spcPts val="0"/>
              </a:spcBef>
              <a:spcAft>
                <a:spcPts val="0"/>
              </a:spcAft>
              <a:buSzPts val="1200"/>
              <a:buChar char="●"/>
            </a:pPr>
            <a:r>
              <a:rPr lang="en" u="sng">
                <a:hlinkClick r:id="rId5"/>
              </a:rPr>
              <a:t>Medium shot woman sleeping with phone in hand</a:t>
            </a:r>
            <a:endParaRPr/>
          </a:p>
          <a:p>
            <a:pPr indent="-213360" lvl="0" marL="274320" rtl="0" algn="l">
              <a:spcBef>
                <a:spcPts val="0"/>
              </a:spcBef>
              <a:spcAft>
                <a:spcPts val="0"/>
              </a:spcAft>
              <a:buSzPts val="1200"/>
              <a:buChar char="●"/>
            </a:pPr>
            <a:r>
              <a:rPr lang="en" u="sng">
                <a:hlinkClick r:id="rId6"/>
              </a:rPr>
              <a:t>Young adult sleeping while reading</a:t>
            </a:r>
            <a:endParaRPr/>
          </a:p>
          <a:p>
            <a:pPr indent="-213360" lvl="0" marL="274320" rtl="0" algn="l">
              <a:spcBef>
                <a:spcPts val="0"/>
              </a:spcBef>
              <a:spcAft>
                <a:spcPts val="0"/>
              </a:spcAft>
              <a:buSzPts val="1200"/>
              <a:buChar char="●"/>
            </a:pPr>
            <a:r>
              <a:rPr lang="en" u="sng">
                <a:hlinkClick r:id="rId7"/>
              </a:rPr>
              <a:t>Close up on person making home comfortable</a:t>
            </a:r>
            <a:endParaRPr/>
          </a:p>
          <a:p>
            <a:pPr indent="-213360" lvl="0" marL="274320" rtl="0" algn="l">
              <a:spcBef>
                <a:spcPts val="0"/>
              </a:spcBef>
              <a:spcAft>
                <a:spcPts val="0"/>
              </a:spcAft>
              <a:buSzPts val="1200"/>
              <a:buChar char="●"/>
            </a:pPr>
            <a:r>
              <a:rPr lang="en" u="sng">
                <a:hlinkClick r:id="rId8"/>
              </a:rPr>
              <a:t>Pretty confident woman posing</a:t>
            </a:r>
            <a:endParaRPr/>
          </a:p>
          <a:p>
            <a:pPr indent="-213360" lvl="0" marL="274320" rtl="0" algn="l">
              <a:spcBef>
                <a:spcPts val="0"/>
              </a:spcBef>
              <a:spcAft>
                <a:spcPts val="0"/>
              </a:spcAft>
              <a:buSzPts val="1200"/>
              <a:buChar char="●"/>
            </a:pPr>
            <a:r>
              <a:rPr lang="en" u="sng">
                <a:hlinkClick r:id="rId9"/>
              </a:rPr>
              <a:t>Front view indian woman posing in studio</a:t>
            </a:r>
            <a:endParaRPr/>
          </a:p>
          <a:p>
            <a:pPr indent="-213360" lvl="0" marL="274320" rtl="0" algn="l">
              <a:spcBef>
                <a:spcPts val="0"/>
              </a:spcBef>
              <a:spcAft>
                <a:spcPts val="0"/>
              </a:spcAft>
              <a:buSzPts val="1200"/>
              <a:buChar char="●"/>
            </a:pPr>
            <a:r>
              <a:rPr lang="en" u="sng">
                <a:hlinkClick r:id="rId10"/>
              </a:rPr>
              <a:t>Smiling senior man rubbing chin</a:t>
            </a:r>
            <a:endParaRPr/>
          </a:p>
          <a:p>
            <a:pPr indent="0" lvl="0" marL="0" rtl="0" algn="l">
              <a:spcBef>
                <a:spcPts val="0"/>
              </a:spcBef>
              <a:spcAft>
                <a:spcPts val="0"/>
              </a:spcAft>
              <a:buNone/>
            </a:pPr>
            <a:r>
              <a:t/>
            </a:r>
            <a:endParaRPr/>
          </a:p>
          <a:p>
            <a:pPr indent="0" lvl="0" marL="0" rtl="0" algn="l">
              <a:spcBef>
                <a:spcPts val="0"/>
              </a:spcBef>
              <a:spcAft>
                <a:spcPts val="0"/>
              </a:spcAft>
              <a:buNone/>
            </a:pPr>
            <a:r>
              <a:rPr lang="en" sz="2000">
                <a:latin typeface="Jost"/>
                <a:ea typeface="Jost"/>
                <a:cs typeface="Jost"/>
                <a:sym typeface="Jost"/>
              </a:rPr>
              <a:t>ICONS:</a:t>
            </a:r>
            <a:endParaRPr sz="3000"/>
          </a:p>
          <a:p>
            <a:pPr indent="-213360" lvl="0" marL="274320" rtl="0" algn="l">
              <a:spcBef>
                <a:spcPts val="0"/>
              </a:spcBef>
              <a:spcAft>
                <a:spcPts val="0"/>
              </a:spcAft>
              <a:buSzPts val="1200"/>
              <a:buChar char="●"/>
            </a:pPr>
            <a:r>
              <a:rPr lang="en" u="sng">
                <a:hlinkClick r:id="rId11"/>
              </a:rPr>
              <a:t>Icon Pack: Sleeping | Lineal</a:t>
            </a:r>
            <a:endParaRPr/>
          </a:p>
        </p:txBody>
      </p:sp>
      <p:sp>
        <p:nvSpPr>
          <p:cNvPr id="1604" name="Google Shape;1604;p89"/>
          <p:cNvSpPr txBox="1"/>
          <p:nvPr>
            <p:ph idx="2" type="subTitle"/>
          </p:nvPr>
        </p:nvSpPr>
        <p:spPr>
          <a:xfrm>
            <a:off x="720000" y="982650"/>
            <a:ext cx="3779100" cy="3732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Did you like the resources on this template? Get them for free at our other websites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sz="2000">
                <a:latin typeface="Jost"/>
                <a:ea typeface="Jost"/>
                <a:cs typeface="Jost"/>
                <a:sym typeface="Jost"/>
              </a:rPr>
              <a:t>VECTORS:</a:t>
            </a:r>
            <a:endParaRPr sz="2000">
              <a:latin typeface="Jost"/>
              <a:ea typeface="Jost"/>
              <a:cs typeface="Jost"/>
              <a:sym typeface="Jost"/>
            </a:endParaRPr>
          </a:p>
          <a:p>
            <a:pPr indent="-213360" lvl="0" marL="274320" rtl="0" algn="l">
              <a:spcBef>
                <a:spcPts val="0"/>
              </a:spcBef>
              <a:spcAft>
                <a:spcPts val="0"/>
              </a:spcAft>
              <a:buSzPts val="1200"/>
              <a:buChar char="●"/>
            </a:pPr>
            <a:r>
              <a:rPr lang="en" u="sng">
                <a:hlinkClick r:id="rId12"/>
              </a:rPr>
              <a:t>Sleep time in moon night realistic poster with feather pillow and eye patch for sleep at starry sky background illustration</a:t>
            </a:r>
            <a:endParaRPr/>
          </a:p>
          <a:p>
            <a:pPr indent="-213360" lvl="0" marL="274320" rtl="0" algn="l">
              <a:spcBef>
                <a:spcPts val="0"/>
              </a:spcBef>
              <a:spcAft>
                <a:spcPts val="0"/>
              </a:spcAft>
              <a:buSzPts val="1200"/>
              <a:buChar char="●"/>
            </a:pPr>
            <a:r>
              <a:rPr lang="en" u="sng">
                <a:hlinkClick r:id="rId13"/>
              </a:rPr>
              <a:t>Night sleep realistic composition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sz="2000">
                <a:latin typeface="Jost"/>
                <a:ea typeface="Jost"/>
                <a:cs typeface="Jost"/>
                <a:sym typeface="Jost"/>
              </a:rPr>
              <a:t>PHOTOS:</a:t>
            </a:r>
            <a:endParaRPr/>
          </a:p>
          <a:p>
            <a:pPr indent="-213360" lvl="0" marL="274320" rtl="0" algn="l">
              <a:spcBef>
                <a:spcPts val="0"/>
              </a:spcBef>
              <a:spcAft>
                <a:spcPts val="0"/>
              </a:spcAft>
              <a:buSzPts val="1200"/>
              <a:buChar char="●"/>
            </a:pPr>
            <a:r>
              <a:rPr lang="en" u="sng">
                <a:hlinkClick r:id="rId14"/>
              </a:rPr>
              <a:t>Close up on young pregnant woman sleeping</a:t>
            </a:r>
            <a:endParaRPr/>
          </a:p>
          <a:p>
            <a:pPr indent="-213360" lvl="0" marL="274320" rtl="0" algn="l">
              <a:spcBef>
                <a:spcPts val="0"/>
              </a:spcBef>
              <a:spcAft>
                <a:spcPts val="0"/>
              </a:spcAft>
              <a:buSzPts val="1200"/>
              <a:buChar char="●"/>
            </a:pPr>
            <a:r>
              <a:rPr lang="en" u="sng">
                <a:hlinkClick r:id="rId15"/>
              </a:rPr>
              <a:t>Top view pretty young woman sleeping</a:t>
            </a:r>
            <a:endParaRPr/>
          </a:p>
          <a:p>
            <a:pPr indent="-213360" lvl="0" marL="274320" rtl="0" algn="l">
              <a:spcBef>
                <a:spcPts val="0"/>
              </a:spcBef>
              <a:spcAft>
                <a:spcPts val="0"/>
              </a:spcAft>
              <a:buSzPts val="1200"/>
              <a:buChar char="●"/>
            </a:pPr>
            <a:r>
              <a:rPr lang="en" u="sng">
                <a:hlinkClick r:id="rId16"/>
              </a:rPr>
              <a:t>Medium shot man in bed</a:t>
            </a:r>
            <a:endParaRPr/>
          </a:p>
          <a:p>
            <a:pPr indent="-213360" lvl="0" marL="274320" rtl="0" algn="l">
              <a:spcBef>
                <a:spcPts val="0"/>
              </a:spcBef>
              <a:spcAft>
                <a:spcPts val="0"/>
              </a:spcAft>
              <a:buSzPts val="1200"/>
              <a:buChar char="●"/>
            </a:pPr>
            <a:r>
              <a:rPr lang="en" u="sng">
                <a:hlinkClick r:id="rId17"/>
              </a:rPr>
              <a:t>Medium shot man at home sleeping</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608" name="Shape 1608"/>
        <p:cNvGrpSpPr/>
        <p:nvPr/>
      </p:nvGrpSpPr>
      <p:grpSpPr>
        <a:xfrm>
          <a:off x="0" y="0"/>
          <a:ext cx="0" cy="0"/>
          <a:chOff x="0" y="0"/>
          <a:chExt cx="0" cy="0"/>
        </a:xfrm>
      </p:grpSpPr>
      <p:sp>
        <p:nvSpPr>
          <p:cNvPr id="1609" name="Google Shape;1609;p90"/>
          <p:cNvSpPr txBox="1"/>
          <p:nvPr>
            <p:ph type="title"/>
          </p:nvPr>
        </p:nvSpPr>
        <p:spPr>
          <a:xfrm>
            <a:off x="716700" y="511025"/>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Instructions for use</a:t>
            </a:r>
            <a:endParaRPr/>
          </a:p>
        </p:txBody>
      </p:sp>
      <p:sp>
        <p:nvSpPr>
          <p:cNvPr id="1610" name="Google Shape;1610;p90"/>
          <p:cNvSpPr txBox="1"/>
          <p:nvPr/>
        </p:nvSpPr>
        <p:spPr>
          <a:xfrm>
            <a:off x="716775" y="1188000"/>
            <a:ext cx="7710600" cy="344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rgbClr val="0E2A47"/>
              </a:buClr>
              <a:buSzPts val="1100"/>
              <a:buFont typeface="Arial"/>
              <a:buNone/>
            </a:pPr>
            <a:r>
              <a:rPr lang="en" sz="1100">
                <a:solidFill>
                  <a:schemeClr val="lt1"/>
                </a:solidFill>
              </a:rPr>
              <a:t>If you have a free account, in order to use this template, you must credit </a:t>
            </a:r>
            <a:r>
              <a:rPr b="1" lang="en" sz="1100" u="sng">
                <a:solidFill>
                  <a:schemeClr val="hlink"/>
                </a:solidFill>
                <a:hlinkClick r:id="rId3"/>
              </a:rPr>
              <a:t>Slidesgo</a:t>
            </a:r>
            <a:r>
              <a:rPr b="1" lang="en" sz="1100">
                <a:solidFill>
                  <a:schemeClr val="hlink"/>
                </a:solidFill>
              </a:rPr>
              <a:t> </a:t>
            </a:r>
            <a:r>
              <a:rPr lang="en" sz="1100">
                <a:solidFill>
                  <a:schemeClr val="lt1"/>
                </a:solidFill>
              </a:rPr>
              <a:t>by keeping the </a:t>
            </a:r>
            <a:r>
              <a:rPr b="1" lang="en" sz="1100" u="sng">
                <a:solidFill>
                  <a:schemeClr val="hlink"/>
                </a:solidFill>
                <a:hlinkClick action="ppaction://hlinksldjump" r:id="rId4"/>
              </a:rPr>
              <a:t>Thanks</a:t>
            </a:r>
            <a:r>
              <a:rPr b="1" lang="en" sz="1100">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indent="0" lvl="0" marL="0" rtl="0" algn="l">
              <a:spcBef>
                <a:spcPts val="1000"/>
              </a:spcBef>
              <a:spcAft>
                <a:spcPts val="0"/>
              </a:spcAft>
              <a:buClr>
                <a:srgbClr val="0E2A47"/>
              </a:buClr>
              <a:buSzPts val="1100"/>
              <a:buFont typeface="Arial"/>
              <a:buNone/>
            </a:pPr>
            <a:r>
              <a:rPr b="1" lang="en" sz="1100">
                <a:solidFill>
                  <a:schemeClr val="hlink"/>
                </a:solidFill>
              </a:rPr>
              <a:t>As a Free user, you are allowed to:</a:t>
            </a:r>
            <a:endParaRPr b="1" sz="1100">
              <a:solidFill>
                <a:schemeClr val="hlink"/>
              </a:solidFill>
            </a:endParaRPr>
          </a:p>
          <a:p>
            <a:pPr indent="-298450" lvl="0" marL="457200" rtl="0" algn="l">
              <a:spcBef>
                <a:spcPts val="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indent="0" lvl="0" marL="0" rtl="0" algn="l">
              <a:spcBef>
                <a:spcPts val="1000"/>
              </a:spcBef>
              <a:spcAft>
                <a:spcPts val="0"/>
              </a:spcAft>
              <a:buClr>
                <a:srgbClr val="0E2A47"/>
              </a:buClr>
              <a:buSzPts val="1100"/>
              <a:buFont typeface="Arial"/>
              <a:buNone/>
            </a:pPr>
            <a:r>
              <a:rPr b="1" lang="en" sz="1100">
                <a:solidFill>
                  <a:schemeClr val="hlink"/>
                </a:solidFill>
              </a:rPr>
              <a:t>You are not allowed to:</a:t>
            </a:r>
            <a:endParaRPr b="1" sz="1100">
              <a:solidFill>
                <a:schemeClr val="hlink"/>
              </a:solidFill>
            </a:endParaRPr>
          </a:p>
          <a:p>
            <a:pPr indent="-298450" lvl="0" marL="457200" rtl="0" algn="l">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indent="0" lvl="0" marL="0" rtl="0" algn="l">
              <a:spcBef>
                <a:spcPts val="0"/>
              </a:spcBef>
              <a:spcAft>
                <a:spcPts val="0"/>
              </a:spcAft>
              <a:buClr>
                <a:srgbClr val="0E2A47"/>
              </a:buClr>
              <a:buSzPts val="1100"/>
              <a:buFont typeface="Arial"/>
              <a:buNone/>
            </a:pPr>
            <a:r>
              <a:t/>
            </a:r>
            <a:endParaRPr sz="1100">
              <a:solidFill>
                <a:schemeClr val="lt1"/>
              </a:solidFill>
            </a:endParaRPr>
          </a:p>
          <a:p>
            <a:pPr indent="0" lvl="0" marL="0" rtl="0" algn="l">
              <a:spcBef>
                <a:spcPts val="0"/>
              </a:spcBef>
              <a:spcAft>
                <a:spcPts val="0"/>
              </a:spcAft>
              <a:buClr>
                <a:srgbClr val="0E2A47"/>
              </a:buClr>
              <a:buSzPts val="1100"/>
              <a:buFont typeface="Arial"/>
              <a:buNone/>
            </a:pPr>
            <a:r>
              <a:t/>
            </a:r>
            <a:endParaRPr sz="1100">
              <a:solidFill>
                <a:schemeClr val="lt1"/>
              </a:solidFill>
            </a:endParaRPr>
          </a:p>
          <a:p>
            <a:pPr indent="0" lvl="0" marL="0" rtl="0" algn="l">
              <a:spcBef>
                <a:spcPts val="0"/>
              </a:spcBef>
              <a:spcAft>
                <a:spcPts val="0"/>
              </a:spcAft>
              <a:buClr>
                <a:srgbClr val="0E2A47"/>
              </a:buClr>
              <a:buSzPts val="1100"/>
              <a:buFont typeface="Arial"/>
              <a:buNone/>
            </a:pPr>
            <a:r>
              <a:t/>
            </a:r>
            <a:endParaRPr sz="1100">
              <a:solidFill>
                <a:schemeClr val="lt1"/>
              </a:solidFill>
            </a:endParaRPr>
          </a:p>
          <a:p>
            <a:pPr indent="0" lvl="0" marL="0" rtl="0" algn="l">
              <a:spcBef>
                <a:spcPts val="0"/>
              </a:spcBef>
              <a:spcAft>
                <a:spcPts val="0"/>
              </a:spcAft>
              <a:buClr>
                <a:srgbClr val="0E2A47"/>
              </a:buClr>
              <a:buSzPts val="1100"/>
              <a:buFont typeface="Arial"/>
              <a:buNone/>
            </a:pPr>
            <a:r>
              <a:t/>
            </a:r>
            <a:endParaRPr sz="1100">
              <a:solidFill>
                <a:schemeClr val="lt1"/>
              </a:solidFill>
            </a:endParaRPr>
          </a:p>
          <a:p>
            <a:pPr indent="0" lvl="0" marL="0" rtl="0" algn="ctr">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indent="0" lvl="0" marL="0" rtl="0" algn="ctr">
              <a:spcBef>
                <a:spcPts val="0"/>
              </a:spcBef>
              <a:spcAft>
                <a:spcPts val="0"/>
              </a:spcAft>
              <a:buClr>
                <a:srgbClr val="0E2A47"/>
              </a:buClr>
              <a:buSzPts val="1100"/>
              <a:buFont typeface="Arial"/>
              <a:buNone/>
            </a:pPr>
            <a:r>
              <a:rPr b="1" lang="en" sz="1100" u="sng">
                <a:solidFill>
                  <a:schemeClr val="hlink"/>
                </a:solidFill>
                <a:hlinkClick r:id="rId5"/>
              </a:rPr>
              <a:t>https://slidesgo.com/faqs</a:t>
            </a:r>
            <a:r>
              <a:rPr lang="en" sz="1100">
                <a:solidFill>
                  <a:schemeClr val="lt1"/>
                </a:solidFill>
              </a:rPr>
              <a:t> and </a:t>
            </a:r>
            <a:r>
              <a:rPr b="1" lang="en" sz="1100" u="sng">
                <a:solidFill>
                  <a:schemeClr val="hlink"/>
                </a:solidFill>
                <a:hlinkClick r:id="rId6"/>
              </a:rPr>
              <a:t>https://slidesgo.com/slidesgo-school</a:t>
            </a:r>
            <a:endParaRPr sz="1000">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614" name="Shape 1614"/>
        <p:cNvGrpSpPr/>
        <p:nvPr/>
      </p:nvGrpSpPr>
      <p:grpSpPr>
        <a:xfrm>
          <a:off x="0" y="0"/>
          <a:ext cx="0" cy="0"/>
          <a:chOff x="0" y="0"/>
          <a:chExt cx="0" cy="0"/>
        </a:xfrm>
      </p:grpSpPr>
      <p:sp>
        <p:nvSpPr>
          <p:cNvPr id="1615" name="Google Shape;1615;p91"/>
          <p:cNvSpPr txBox="1"/>
          <p:nvPr/>
        </p:nvSpPr>
        <p:spPr>
          <a:xfrm>
            <a:off x="716775" y="1188000"/>
            <a:ext cx="7710600" cy="344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rgbClr val="0E2A47"/>
              </a:buClr>
              <a:buSzPts val="1100"/>
              <a:buFont typeface="Arial"/>
              <a:buNone/>
            </a:pPr>
            <a:r>
              <a:rPr lang="en" sz="1100">
                <a:solidFill>
                  <a:schemeClr val="lt1"/>
                </a:solidFill>
              </a:rPr>
              <a:t>As a Premium user, you can use this template without attributing </a:t>
            </a:r>
            <a:r>
              <a:rPr b="1" lang="en" sz="1100" u="sng">
                <a:solidFill>
                  <a:schemeClr val="hlink"/>
                </a:solidFill>
                <a:hlinkClick r:id="rId3"/>
              </a:rPr>
              <a:t>Slidesgo</a:t>
            </a:r>
            <a:r>
              <a:rPr b="1" lang="en" sz="1100">
                <a:solidFill>
                  <a:schemeClr val="hlink"/>
                </a:solidFill>
              </a:rPr>
              <a:t> </a:t>
            </a:r>
            <a:r>
              <a:rPr lang="en" sz="1100">
                <a:solidFill>
                  <a:schemeClr val="lt1"/>
                </a:solidFill>
              </a:rPr>
              <a:t>or keeping the "</a:t>
            </a:r>
            <a:r>
              <a:rPr b="1" lang="en" sz="1100" u="sng">
                <a:solidFill>
                  <a:schemeClr val="hlink"/>
                </a:solidFill>
                <a:hlinkClick action="ppaction://hlinksldjump" r:id="rId4"/>
              </a:rPr>
              <a:t>Thanks</a:t>
            </a:r>
            <a:r>
              <a:rPr lang="en" sz="1100">
                <a:solidFill>
                  <a:schemeClr val="lt1"/>
                </a:solidFill>
              </a:rPr>
              <a:t>" slide.</a:t>
            </a:r>
            <a:endParaRPr sz="1100">
              <a:solidFill>
                <a:schemeClr val="lt1"/>
              </a:solidFill>
            </a:endParaRPr>
          </a:p>
          <a:p>
            <a:pPr indent="0" lvl="0" marL="0" rtl="0" algn="l">
              <a:spcBef>
                <a:spcPts val="1000"/>
              </a:spcBef>
              <a:spcAft>
                <a:spcPts val="0"/>
              </a:spcAft>
              <a:buClr>
                <a:srgbClr val="0E2A47"/>
              </a:buClr>
              <a:buSzPts val="1100"/>
              <a:buFont typeface="Arial"/>
              <a:buNone/>
            </a:pPr>
            <a:r>
              <a:rPr b="1" lang="en" sz="1100">
                <a:solidFill>
                  <a:schemeClr val="hlink"/>
                </a:solidFill>
              </a:rPr>
              <a:t>You are allowed to:</a:t>
            </a:r>
            <a:endParaRPr b="1" sz="1100">
              <a:solidFill>
                <a:schemeClr val="hlink"/>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indent="0" lvl="0" marL="0" rtl="0" algn="l">
              <a:spcBef>
                <a:spcPts val="1000"/>
              </a:spcBef>
              <a:spcAft>
                <a:spcPts val="0"/>
              </a:spcAft>
              <a:buClr>
                <a:srgbClr val="0E2A47"/>
              </a:buClr>
              <a:buSzPts val="1100"/>
              <a:buFont typeface="Arial"/>
              <a:buNone/>
            </a:pPr>
            <a:r>
              <a:rPr b="1" lang="en" sz="1100">
                <a:solidFill>
                  <a:schemeClr val="hlink"/>
                </a:solidFill>
              </a:rPr>
              <a:t>You are not allowed to:</a:t>
            </a:r>
            <a:endParaRPr b="1" sz="1100">
              <a:solidFill>
                <a:schemeClr val="hlink"/>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indent="0" lvl="0" marL="0" rtl="0" algn="l">
              <a:spcBef>
                <a:spcPts val="0"/>
              </a:spcBef>
              <a:spcAft>
                <a:spcPts val="0"/>
              </a:spcAft>
              <a:buClr>
                <a:srgbClr val="0E2A47"/>
              </a:buClr>
              <a:buSzPts val="1100"/>
              <a:buFont typeface="Arial"/>
              <a:buNone/>
            </a:pPr>
            <a:r>
              <a:t/>
            </a:r>
            <a:endParaRPr sz="1100">
              <a:solidFill>
                <a:schemeClr val="lt1"/>
              </a:solidFill>
            </a:endParaRPr>
          </a:p>
          <a:p>
            <a:pPr indent="0" lvl="0" marL="0" rtl="0" algn="ctr">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indent="0" lvl="0" marL="0" rtl="0" algn="ctr">
              <a:spcBef>
                <a:spcPts val="0"/>
              </a:spcBef>
              <a:spcAft>
                <a:spcPts val="0"/>
              </a:spcAft>
              <a:buClr>
                <a:srgbClr val="0E2A47"/>
              </a:buClr>
              <a:buSzPts val="1100"/>
              <a:buFont typeface="Arial"/>
              <a:buNone/>
            </a:pPr>
            <a:r>
              <a:rPr b="1" lang="en" sz="1100" u="sng">
                <a:solidFill>
                  <a:schemeClr val="hlink"/>
                </a:solidFill>
                <a:hlinkClick r:id="rId5"/>
              </a:rPr>
              <a:t>https://slidesgo.com/faqs</a:t>
            </a:r>
            <a:r>
              <a:rPr lang="en" sz="1100">
                <a:solidFill>
                  <a:schemeClr val="lt1"/>
                </a:solidFill>
              </a:rPr>
              <a:t> and </a:t>
            </a:r>
            <a:r>
              <a:rPr b="1" lang="en" sz="1100" u="sng">
                <a:solidFill>
                  <a:schemeClr val="hlink"/>
                </a:solidFill>
                <a:hlinkClick r:id="rId6"/>
              </a:rPr>
              <a:t>https://slidesgo.com/slidesgo-school</a:t>
            </a:r>
            <a:endParaRPr sz="1000">
              <a:solidFill>
                <a:schemeClr val="lt1"/>
              </a:solidFill>
            </a:endParaRPr>
          </a:p>
        </p:txBody>
      </p:sp>
      <p:sp>
        <p:nvSpPr>
          <p:cNvPr id="1616" name="Google Shape;1616;p91"/>
          <p:cNvSpPr txBox="1"/>
          <p:nvPr>
            <p:ph type="title"/>
          </p:nvPr>
        </p:nvSpPr>
        <p:spPr>
          <a:xfrm>
            <a:off x="716700" y="511025"/>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620" name="Shape 1620"/>
        <p:cNvGrpSpPr/>
        <p:nvPr/>
      </p:nvGrpSpPr>
      <p:grpSpPr>
        <a:xfrm>
          <a:off x="0" y="0"/>
          <a:ext cx="0" cy="0"/>
          <a:chOff x="0" y="0"/>
          <a:chExt cx="0" cy="0"/>
        </a:xfrm>
      </p:grpSpPr>
      <p:sp>
        <p:nvSpPr>
          <p:cNvPr id="1621" name="Google Shape;1621;p92"/>
          <p:cNvSpPr txBox="1"/>
          <p:nvPr>
            <p:ph idx="4294967295" type="body"/>
          </p:nvPr>
        </p:nvSpPr>
        <p:spPr>
          <a:xfrm>
            <a:off x="716775" y="1188000"/>
            <a:ext cx="7710600" cy="1466400"/>
          </a:xfrm>
          <a:prstGeom prst="rect">
            <a:avLst/>
          </a:prstGeom>
        </p:spPr>
        <p:txBody>
          <a:bodyPr anchorCtr="0" anchor="t" bIns="91425" lIns="91425" spcFirstLastPara="1" rIns="91425" wrap="square" tIns="91425">
            <a:noAutofit/>
          </a:bodyPr>
          <a:lstStyle/>
          <a:p>
            <a:pPr indent="0" lvl="0" marL="0" rtl="0" algn="ctr">
              <a:lnSpc>
                <a:spcPct val="100000"/>
              </a:lnSpc>
              <a:spcBef>
                <a:spcPts val="0"/>
              </a:spcBef>
              <a:spcAft>
                <a:spcPts val="0"/>
              </a:spcAft>
              <a:buClr>
                <a:schemeClr val="dk1"/>
              </a:buClr>
              <a:buSzPts val="1100"/>
              <a:buFont typeface="Arial"/>
              <a:buNone/>
            </a:pPr>
            <a:r>
              <a:rPr lang="en">
                <a:solidFill>
                  <a:srgbClr val="FFFFFF"/>
                </a:solidFill>
                <a:latin typeface="Arial"/>
                <a:ea typeface="Arial"/>
                <a:cs typeface="Arial"/>
                <a:sym typeface="Arial"/>
              </a:rPr>
              <a:t>This presentation has been made using the following fonts:</a:t>
            </a:r>
            <a:endParaRPr>
              <a:solidFill>
                <a:srgbClr val="FFFFFF"/>
              </a:solidFill>
              <a:latin typeface="Arial"/>
              <a:ea typeface="Arial"/>
              <a:cs typeface="Arial"/>
              <a:sym typeface="Arial"/>
            </a:endParaRPr>
          </a:p>
          <a:p>
            <a:pPr indent="0" lvl="0" marL="0" rtl="0" algn="ctr">
              <a:lnSpc>
                <a:spcPct val="100000"/>
              </a:lnSpc>
              <a:spcBef>
                <a:spcPts val="1000"/>
              </a:spcBef>
              <a:spcAft>
                <a:spcPts val="0"/>
              </a:spcAft>
              <a:buClr>
                <a:schemeClr val="dk1"/>
              </a:buClr>
              <a:buSzPts val="1100"/>
              <a:buFont typeface="Arial"/>
              <a:buNone/>
            </a:pPr>
            <a:r>
              <a:rPr b="1" lang="en">
                <a:solidFill>
                  <a:srgbClr val="FFFFFF"/>
                </a:solidFill>
                <a:latin typeface="Arial"/>
                <a:ea typeface="Arial"/>
                <a:cs typeface="Arial"/>
                <a:sym typeface="Arial"/>
              </a:rPr>
              <a:t>Jost</a:t>
            </a:r>
            <a:endParaRPr b="1">
              <a:solidFill>
                <a:srgbClr val="FFFFFF"/>
              </a:solidFill>
              <a:latin typeface="Arial"/>
              <a:ea typeface="Arial"/>
              <a:cs typeface="Arial"/>
              <a:sym typeface="Arial"/>
            </a:endParaRPr>
          </a:p>
          <a:p>
            <a:pPr indent="0" lvl="0" marL="0" rtl="0" algn="ctr">
              <a:lnSpc>
                <a:spcPct val="100000"/>
              </a:lnSpc>
              <a:spcBef>
                <a:spcPts val="0"/>
              </a:spcBef>
              <a:spcAft>
                <a:spcPts val="0"/>
              </a:spcAft>
              <a:buClr>
                <a:schemeClr val="dk1"/>
              </a:buClr>
              <a:buSzPts val="1100"/>
              <a:buFont typeface="Arial"/>
              <a:buNone/>
            </a:pPr>
            <a:r>
              <a:rPr lang="en">
                <a:solidFill>
                  <a:srgbClr val="FFFFFF"/>
                </a:solidFill>
                <a:latin typeface="Arial"/>
                <a:ea typeface="Arial"/>
                <a:cs typeface="Arial"/>
                <a:sym typeface="Arial"/>
              </a:rPr>
              <a:t>(</a:t>
            </a:r>
            <a:r>
              <a:rPr lang="en" u="sng">
                <a:solidFill>
                  <a:srgbClr val="FFFFFF"/>
                </a:solidFill>
                <a:latin typeface="Arial"/>
                <a:ea typeface="Arial"/>
                <a:cs typeface="Arial"/>
                <a:sym typeface="Arial"/>
                <a:hlinkClick r:id="rId3">
                  <a:extLst>
                    <a:ext uri="{A12FA001-AC4F-418D-AE19-62706E023703}">
                      <ahyp:hlinkClr val="tx"/>
                    </a:ext>
                  </a:extLst>
                </a:hlinkClick>
              </a:rPr>
              <a:t>https://fonts.google.com/specimen/Jost</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indent="0" lvl="0" marL="0" rtl="0" algn="ctr">
              <a:lnSpc>
                <a:spcPct val="100000"/>
              </a:lnSpc>
              <a:spcBef>
                <a:spcPts val="0"/>
              </a:spcBef>
              <a:spcAft>
                <a:spcPts val="0"/>
              </a:spcAft>
              <a:buClr>
                <a:schemeClr val="dk1"/>
              </a:buClr>
              <a:buSzPts val="1100"/>
              <a:buFont typeface="Arial"/>
              <a:buNone/>
            </a:pPr>
            <a:r>
              <a:t/>
            </a:r>
            <a:endParaRPr>
              <a:solidFill>
                <a:srgbClr val="FFFFFF"/>
              </a:solidFill>
              <a:latin typeface="Arial"/>
              <a:ea typeface="Arial"/>
              <a:cs typeface="Arial"/>
              <a:sym typeface="Arial"/>
            </a:endParaRPr>
          </a:p>
          <a:p>
            <a:pPr indent="0" lvl="0" marL="0" rtl="0" algn="ctr">
              <a:lnSpc>
                <a:spcPct val="100000"/>
              </a:lnSpc>
              <a:spcBef>
                <a:spcPts val="0"/>
              </a:spcBef>
              <a:spcAft>
                <a:spcPts val="0"/>
              </a:spcAft>
              <a:buClr>
                <a:schemeClr val="dk1"/>
              </a:buClr>
              <a:buSzPts val="1100"/>
              <a:buFont typeface="Arial"/>
              <a:buNone/>
            </a:pPr>
            <a:r>
              <a:rPr b="1" lang="en">
                <a:solidFill>
                  <a:srgbClr val="FFFFFF"/>
                </a:solidFill>
                <a:latin typeface="Arial"/>
                <a:ea typeface="Arial"/>
                <a:cs typeface="Arial"/>
                <a:sym typeface="Arial"/>
              </a:rPr>
              <a:t>Gothic A1</a:t>
            </a:r>
            <a:endParaRPr b="1">
              <a:solidFill>
                <a:srgbClr val="FFFFFF"/>
              </a:solidFill>
              <a:latin typeface="Arial"/>
              <a:ea typeface="Arial"/>
              <a:cs typeface="Arial"/>
              <a:sym typeface="Arial"/>
            </a:endParaRPr>
          </a:p>
          <a:p>
            <a:pPr indent="0" lvl="0" marL="0" rtl="0" algn="ctr">
              <a:lnSpc>
                <a:spcPct val="100000"/>
              </a:lnSpc>
              <a:spcBef>
                <a:spcPts val="0"/>
              </a:spcBef>
              <a:spcAft>
                <a:spcPts val="0"/>
              </a:spcAft>
              <a:buClr>
                <a:schemeClr val="dk1"/>
              </a:buClr>
              <a:buSzPts val="1100"/>
              <a:buFont typeface="Arial"/>
              <a:buNone/>
            </a:pPr>
            <a:r>
              <a:rPr lang="en">
                <a:solidFill>
                  <a:srgbClr val="FFFFFF"/>
                </a:solidFill>
                <a:latin typeface="Arial"/>
                <a:ea typeface="Arial"/>
                <a:cs typeface="Arial"/>
                <a:sym typeface="Arial"/>
              </a:rPr>
              <a:t>(</a:t>
            </a:r>
            <a:r>
              <a:rPr lang="en" u="sng">
                <a:solidFill>
                  <a:srgbClr val="FFFFFF"/>
                </a:solidFill>
                <a:latin typeface="Arial"/>
                <a:ea typeface="Arial"/>
                <a:cs typeface="Arial"/>
                <a:sym typeface="Arial"/>
                <a:hlinkClick r:id="rId4">
                  <a:extLst>
                    <a:ext uri="{A12FA001-AC4F-418D-AE19-62706E023703}">
                      <ahyp:hlinkClr val="tx"/>
                    </a:ext>
                  </a:extLst>
                </a:hlinkClick>
              </a:rPr>
              <a:t>https://fonts.google.com/specimen/Gothic+A1</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indent="0" lvl="0" marL="0" rtl="0" algn="l">
              <a:lnSpc>
                <a:spcPct val="100000"/>
              </a:lnSpc>
              <a:spcBef>
                <a:spcPts val="0"/>
              </a:spcBef>
              <a:spcAft>
                <a:spcPts val="0"/>
              </a:spcAft>
              <a:buNone/>
            </a:pPr>
            <a:r>
              <a:t/>
            </a:r>
            <a:endParaRPr sz="1300">
              <a:solidFill>
                <a:srgbClr val="FFFFFF"/>
              </a:solidFill>
              <a:latin typeface="Arial"/>
              <a:ea typeface="Arial"/>
              <a:cs typeface="Arial"/>
              <a:sym typeface="Arial"/>
            </a:endParaRPr>
          </a:p>
        </p:txBody>
      </p:sp>
      <p:sp>
        <p:nvSpPr>
          <p:cNvPr id="1622" name="Google Shape;1622;p92"/>
          <p:cNvSpPr/>
          <p:nvPr/>
        </p:nvSpPr>
        <p:spPr>
          <a:xfrm>
            <a:off x="2052650" y="2988225"/>
            <a:ext cx="791400" cy="754200"/>
          </a:xfrm>
          <a:prstGeom prst="roundRect">
            <a:avLst>
              <a:gd fmla="val 16667" name="adj"/>
            </a:avLst>
          </a:prstGeom>
          <a:solidFill>
            <a:srgbClr val="FCECC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92"/>
          <p:cNvSpPr/>
          <p:nvPr/>
        </p:nvSpPr>
        <p:spPr>
          <a:xfrm>
            <a:off x="3114470" y="2988225"/>
            <a:ext cx="791400" cy="754200"/>
          </a:xfrm>
          <a:prstGeom prst="roundRect">
            <a:avLst>
              <a:gd fmla="val 16667" name="adj"/>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92"/>
          <p:cNvSpPr/>
          <p:nvPr/>
        </p:nvSpPr>
        <p:spPr>
          <a:xfrm>
            <a:off x="4176289" y="2988225"/>
            <a:ext cx="791400" cy="754200"/>
          </a:xfrm>
          <a:prstGeom prst="roundRect">
            <a:avLst>
              <a:gd fmla="val 16667" name="adj"/>
            </a:avLst>
          </a:prstGeom>
          <a:solidFill>
            <a:srgbClr val="00132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92"/>
          <p:cNvSpPr txBox="1"/>
          <p:nvPr/>
        </p:nvSpPr>
        <p:spPr>
          <a:xfrm>
            <a:off x="2052650" y="31452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#fceccb</a:t>
            </a:r>
            <a:endParaRPr sz="1000"/>
          </a:p>
        </p:txBody>
      </p:sp>
      <p:sp>
        <p:nvSpPr>
          <p:cNvPr id="1626" name="Google Shape;1626;p92"/>
          <p:cNvSpPr txBox="1"/>
          <p:nvPr/>
        </p:nvSpPr>
        <p:spPr>
          <a:xfrm>
            <a:off x="3114475" y="31452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#ffffff</a:t>
            </a:r>
            <a:endParaRPr sz="1000"/>
          </a:p>
        </p:txBody>
      </p:sp>
      <p:sp>
        <p:nvSpPr>
          <p:cNvPr id="1627" name="Google Shape;1627;p92"/>
          <p:cNvSpPr txBox="1"/>
          <p:nvPr/>
        </p:nvSpPr>
        <p:spPr>
          <a:xfrm>
            <a:off x="4176300" y="31452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#00132f</a:t>
            </a:r>
            <a:endParaRPr sz="1000">
              <a:solidFill>
                <a:srgbClr val="FFFFFF"/>
              </a:solidFill>
            </a:endParaRPr>
          </a:p>
        </p:txBody>
      </p:sp>
      <p:sp>
        <p:nvSpPr>
          <p:cNvPr id="1628" name="Google Shape;1628;p92"/>
          <p:cNvSpPr/>
          <p:nvPr/>
        </p:nvSpPr>
        <p:spPr>
          <a:xfrm>
            <a:off x="5238125" y="2988225"/>
            <a:ext cx="791400" cy="754200"/>
          </a:xfrm>
          <a:prstGeom prst="roundRect">
            <a:avLst>
              <a:gd fmla="val 16667" name="adj"/>
            </a:avLst>
          </a:prstGeom>
          <a:solidFill>
            <a:srgbClr val="3A75F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 name="Google Shape;1629;p92"/>
          <p:cNvSpPr txBox="1"/>
          <p:nvPr/>
        </p:nvSpPr>
        <p:spPr>
          <a:xfrm>
            <a:off x="5238125" y="31452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#3a75fb</a:t>
            </a:r>
            <a:endParaRPr sz="1000">
              <a:solidFill>
                <a:srgbClr val="FFFFFF"/>
              </a:solidFill>
            </a:endParaRPr>
          </a:p>
        </p:txBody>
      </p:sp>
      <p:sp>
        <p:nvSpPr>
          <p:cNvPr id="1630" name="Google Shape;1630;p92"/>
          <p:cNvSpPr txBox="1"/>
          <p:nvPr>
            <p:ph type="title"/>
          </p:nvPr>
        </p:nvSpPr>
        <p:spPr>
          <a:xfrm>
            <a:off x="716700" y="511025"/>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Fonts &amp; colors used</a:t>
            </a:r>
            <a:endParaRPr/>
          </a:p>
        </p:txBody>
      </p:sp>
      <p:sp>
        <p:nvSpPr>
          <p:cNvPr id="1631" name="Google Shape;1631;p92"/>
          <p:cNvSpPr/>
          <p:nvPr/>
        </p:nvSpPr>
        <p:spPr>
          <a:xfrm>
            <a:off x="6299950" y="2988225"/>
            <a:ext cx="791400" cy="754200"/>
          </a:xfrm>
          <a:prstGeom prst="roundRect">
            <a:avLst>
              <a:gd fmla="val 16667" name="adj"/>
            </a:avLst>
          </a:prstGeom>
          <a:solidFill>
            <a:srgbClr val="7CA6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 name="Google Shape;1632;p92"/>
          <p:cNvSpPr txBox="1"/>
          <p:nvPr/>
        </p:nvSpPr>
        <p:spPr>
          <a:xfrm>
            <a:off x="6299950" y="31452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#7ca6ff</a:t>
            </a:r>
            <a:endParaRPr sz="1000"/>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636" name="Shape 1636"/>
        <p:cNvGrpSpPr/>
        <p:nvPr/>
      </p:nvGrpSpPr>
      <p:grpSpPr>
        <a:xfrm>
          <a:off x="0" y="0"/>
          <a:ext cx="0" cy="0"/>
          <a:chOff x="0" y="0"/>
          <a:chExt cx="0" cy="0"/>
        </a:xfrm>
      </p:grpSpPr>
      <p:sp>
        <p:nvSpPr>
          <p:cNvPr id="1637" name="Google Shape;1637;p93"/>
          <p:cNvSpPr txBox="1"/>
          <p:nvPr/>
        </p:nvSpPr>
        <p:spPr>
          <a:xfrm>
            <a:off x="716700" y="1188000"/>
            <a:ext cx="7710600" cy="852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b="1" lang="en" sz="1100">
                <a:solidFill>
                  <a:schemeClr val="hlink"/>
                </a:solidFill>
              </a:rPr>
              <a:t>h</a:t>
            </a:r>
            <a:r>
              <a:rPr b="1" lang="en" sz="1100">
                <a:solidFill>
                  <a:schemeClr val="hlink"/>
                </a:solidFill>
                <a:uFill>
                  <a:noFill/>
                </a:uFill>
                <a:hlinkClick r:id="rId3"/>
              </a:rPr>
              <a:t>ow it works</a:t>
            </a:r>
            <a:r>
              <a:rPr lang="en" sz="1100">
                <a:solidFill>
                  <a:schemeClr val="lt1"/>
                </a:solidFill>
                <a:uFill>
                  <a:noFill/>
                </a:uFill>
                <a:hlinkClick r:id="rId4">
                  <a:extLst>
                    <a:ext uri="{A12FA001-AC4F-418D-AE19-62706E023703}">
                      <ahyp:hlinkClr val="tx"/>
                    </a:ext>
                  </a:extLst>
                </a:hlinkClick>
              </a:rPr>
              <a:t>.</a:t>
            </a:r>
            <a:endParaRPr sz="1100">
              <a:solidFill>
                <a:srgbClr val="869FB2"/>
              </a:solidFill>
            </a:endParaRPr>
          </a:p>
        </p:txBody>
      </p:sp>
      <p:sp>
        <p:nvSpPr>
          <p:cNvPr id="1638" name="Google Shape;1638;p93"/>
          <p:cNvSpPr txBox="1"/>
          <p:nvPr>
            <p:ph type="title"/>
          </p:nvPr>
        </p:nvSpPr>
        <p:spPr>
          <a:xfrm>
            <a:off x="716700" y="511025"/>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solidFill>
                  <a:schemeClr val="lt1"/>
                </a:solidFill>
              </a:rPr>
              <a:t>Storyset</a:t>
            </a:r>
            <a:endParaRPr/>
          </a:p>
        </p:txBody>
      </p:sp>
      <p:pic>
        <p:nvPicPr>
          <p:cNvPr id="1639" name="Google Shape;1639;p93"/>
          <p:cNvPicPr preferRelativeResize="0"/>
          <p:nvPr/>
        </p:nvPicPr>
        <p:blipFill rotWithShape="1">
          <a:blip r:embed="rId5">
            <a:alphaModFix/>
          </a:blip>
          <a:srcRect b="16541" l="0" r="0" t="16547"/>
          <a:stretch/>
        </p:blipFill>
        <p:spPr>
          <a:xfrm>
            <a:off x="723400" y="2607125"/>
            <a:ext cx="1522615" cy="1018800"/>
          </a:xfrm>
          <a:prstGeom prst="rect">
            <a:avLst/>
          </a:prstGeom>
          <a:noFill/>
          <a:ln>
            <a:noFill/>
          </a:ln>
        </p:spPr>
      </p:pic>
      <p:sp>
        <p:nvSpPr>
          <p:cNvPr id="1640" name="Google Shape;1640;p93">
            <a:hlinkClick r:id="rId6"/>
          </p:cNvPr>
          <p:cNvSpPr txBox="1"/>
          <p:nvPr/>
        </p:nvSpPr>
        <p:spPr>
          <a:xfrm>
            <a:off x="881858"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7">
                  <a:extLst>
                    <a:ext uri="{A12FA001-AC4F-418D-AE19-62706E023703}">
                      <ahyp:hlinkClr val="tx"/>
                    </a:ext>
                  </a:extLst>
                </a:hlinkClick>
              </a:rPr>
              <a:t>Pana</a:t>
            </a:r>
            <a:endParaRPr b="1">
              <a:solidFill>
                <a:srgbClr val="869FB2"/>
              </a:solidFill>
            </a:endParaRPr>
          </a:p>
        </p:txBody>
      </p:sp>
      <p:sp>
        <p:nvSpPr>
          <p:cNvPr id="1641" name="Google Shape;1641;p93">
            <a:hlinkClick r:id="rId8"/>
          </p:cNvPr>
          <p:cNvSpPr txBox="1"/>
          <p:nvPr/>
        </p:nvSpPr>
        <p:spPr>
          <a:xfrm>
            <a:off x="2402972"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9">
                  <a:extLst>
                    <a:ext uri="{A12FA001-AC4F-418D-AE19-62706E023703}">
                      <ahyp:hlinkClr val="tx"/>
                    </a:ext>
                  </a:extLst>
                </a:hlinkClick>
              </a:rPr>
              <a:t>Amico</a:t>
            </a:r>
            <a:endParaRPr b="1">
              <a:solidFill>
                <a:srgbClr val="869FB2"/>
              </a:solidFill>
            </a:endParaRPr>
          </a:p>
        </p:txBody>
      </p:sp>
      <p:sp>
        <p:nvSpPr>
          <p:cNvPr id="1642" name="Google Shape;1642;p93">
            <a:hlinkClick r:id="rId10"/>
          </p:cNvPr>
          <p:cNvSpPr txBox="1"/>
          <p:nvPr/>
        </p:nvSpPr>
        <p:spPr>
          <a:xfrm>
            <a:off x="3924087"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11">
                  <a:extLst>
                    <a:ext uri="{A12FA001-AC4F-418D-AE19-62706E023703}">
                      <ahyp:hlinkClr val="tx"/>
                    </a:ext>
                  </a:extLst>
                </a:hlinkClick>
              </a:rPr>
              <a:t>Bro</a:t>
            </a:r>
            <a:endParaRPr b="1">
              <a:solidFill>
                <a:srgbClr val="869FB2"/>
              </a:solidFill>
            </a:endParaRPr>
          </a:p>
        </p:txBody>
      </p:sp>
      <p:sp>
        <p:nvSpPr>
          <p:cNvPr id="1643" name="Google Shape;1643;p93">
            <a:hlinkClick r:id="rId12"/>
          </p:cNvPr>
          <p:cNvSpPr txBox="1"/>
          <p:nvPr/>
        </p:nvSpPr>
        <p:spPr>
          <a:xfrm>
            <a:off x="5445202"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13">
                  <a:extLst>
                    <a:ext uri="{A12FA001-AC4F-418D-AE19-62706E023703}">
                      <ahyp:hlinkClr val="tx"/>
                    </a:ext>
                  </a:extLst>
                </a:hlinkClick>
              </a:rPr>
              <a:t>Rafiki</a:t>
            </a:r>
            <a:endParaRPr b="1">
              <a:solidFill>
                <a:srgbClr val="869FB2"/>
              </a:solidFill>
            </a:endParaRPr>
          </a:p>
        </p:txBody>
      </p:sp>
      <p:pic>
        <p:nvPicPr>
          <p:cNvPr id="1644" name="Google Shape;1644;p93"/>
          <p:cNvPicPr preferRelativeResize="0"/>
          <p:nvPr/>
        </p:nvPicPr>
        <p:blipFill rotWithShape="1">
          <a:blip r:embed="rId14">
            <a:alphaModFix/>
          </a:blip>
          <a:srcRect b="0" l="0" r="0" t="0"/>
          <a:stretch/>
        </p:blipFill>
        <p:spPr>
          <a:xfrm>
            <a:off x="2376355" y="2481308"/>
            <a:ext cx="1270420" cy="1270435"/>
          </a:xfrm>
          <a:prstGeom prst="rect">
            <a:avLst/>
          </a:prstGeom>
          <a:noFill/>
          <a:ln>
            <a:noFill/>
          </a:ln>
        </p:spPr>
      </p:pic>
      <p:pic>
        <p:nvPicPr>
          <p:cNvPr id="1645" name="Google Shape;1645;p93"/>
          <p:cNvPicPr preferRelativeResize="0"/>
          <p:nvPr/>
        </p:nvPicPr>
        <p:blipFill rotWithShape="1">
          <a:blip r:embed="rId15">
            <a:alphaModFix/>
          </a:blip>
          <a:srcRect b="6378" l="0" r="0" t="6378"/>
          <a:stretch/>
        </p:blipFill>
        <p:spPr>
          <a:xfrm>
            <a:off x="3816030" y="2517800"/>
            <a:ext cx="1372495" cy="1197450"/>
          </a:xfrm>
          <a:prstGeom prst="rect">
            <a:avLst/>
          </a:prstGeom>
          <a:noFill/>
          <a:ln>
            <a:noFill/>
          </a:ln>
        </p:spPr>
      </p:pic>
      <p:pic>
        <p:nvPicPr>
          <p:cNvPr id="1646" name="Google Shape;1646;p93"/>
          <p:cNvPicPr preferRelativeResize="0"/>
          <p:nvPr/>
        </p:nvPicPr>
        <p:blipFill rotWithShape="1">
          <a:blip r:embed="rId16">
            <a:alphaModFix/>
          </a:blip>
          <a:srcRect b="9257" l="0" r="0" t="9257"/>
          <a:stretch/>
        </p:blipFill>
        <p:spPr>
          <a:xfrm>
            <a:off x="5306751" y="2557330"/>
            <a:ext cx="1372475" cy="1118390"/>
          </a:xfrm>
          <a:prstGeom prst="rect">
            <a:avLst/>
          </a:prstGeom>
          <a:noFill/>
          <a:ln>
            <a:noFill/>
          </a:ln>
        </p:spPr>
      </p:pic>
      <p:pic>
        <p:nvPicPr>
          <p:cNvPr id="1647" name="Google Shape;1647;p93"/>
          <p:cNvPicPr preferRelativeResize="0"/>
          <p:nvPr/>
        </p:nvPicPr>
        <p:blipFill rotWithShape="1">
          <a:blip r:embed="rId17">
            <a:alphaModFix/>
          </a:blip>
          <a:srcRect b="14844" l="0" r="0" t="14837"/>
          <a:stretch/>
        </p:blipFill>
        <p:spPr>
          <a:xfrm>
            <a:off x="6717734" y="2517795"/>
            <a:ext cx="1702865" cy="1197460"/>
          </a:xfrm>
          <a:prstGeom prst="rect">
            <a:avLst/>
          </a:prstGeom>
          <a:noFill/>
          <a:ln>
            <a:noFill/>
          </a:ln>
        </p:spPr>
      </p:pic>
      <p:sp>
        <p:nvSpPr>
          <p:cNvPr id="1648" name="Google Shape;1648;p93">
            <a:hlinkClick r:id="rId18"/>
          </p:cNvPr>
          <p:cNvSpPr txBox="1"/>
          <p:nvPr/>
        </p:nvSpPr>
        <p:spPr>
          <a:xfrm>
            <a:off x="6966317"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19">
                  <a:extLst>
                    <a:ext uri="{A12FA001-AC4F-418D-AE19-62706E023703}">
                      <ahyp:hlinkClr val="tx"/>
                    </a:ext>
                  </a:extLst>
                </a:hlinkClick>
              </a:rPr>
              <a:t>Cuate</a:t>
            </a:r>
            <a:endParaRPr b="1">
              <a:solidFill>
                <a:srgbClr val="869FB2"/>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652" name="Shape 1652"/>
        <p:cNvGrpSpPr/>
        <p:nvPr/>
      </p:nvGrpSpPr>
      <p:grpSpPr>
        <a:xfrm>
          <a:off x="0" y="0"/>
          <a:ext cx="0" cy="0"/>
          <a:chOff x="0" y="0"/>
          <a:chExt cx="0" cy="0"/>
        </a:xfrm>
      </p:grpSpPr>
      <p:sp>
        <p:nvSpPr>
          <p:cNvPr id="1653" name="Google Shape;1653;p94"/>
          <p:cNvSpPr txBox="1"/>
          <p:nvPr/>
        </p:nvSpPr>
        <p:spPr>
          <a:xfrm>
            <a:off x="716700" y="1188000"/>
            <a:ext cx="7710600" cy="764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100">
                <a:solidFill>
                  <a:schemeClr val="lt1"/>
                </a:solidFill>
              </a:rPr>
              <a:t>You can easily </a:t>
            </a:r>
            <a:r>
              <a:rPr b="1" lang="en" sz="1100">
                <a:solidFill>
                  <a:schemeClr val="hlink"/>
                </a:solidFill>
              </a:rPr>
              <a:t>resize </a:t>
            </a:r>
            <a:r>
              <a:rPr lang="en" sz="1100">
                <a:solidFill>
                  <a:schemeClr val="lt1"/>
                </a:solidFill>
              </a:rPr>
              <a:t>these resources without losing quality. To </a:t>
            </a:r>
            <a:r>
              <a:rPr b="1" lang="en" sz="1100">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b="1" lang="en" sz="1100">
                <a:solidFill>
                  <a:schemeClr val="hlink"/>
                </a:solidFill>
                <a:uFill>
                  <a:noFill/>
                </a:uFill>
                <a:hlinkClick r:id="rId3"/>
              </a:rPr>
              <a:t>infographics</a:t>
            </a:r>
            <a:r>
              <a:rPr b="1" lang="en" sz="1100">
                <a:solidFill>
                  <a:schemeClr val="hlink"/>
                </a:solidFill>
              </a:rPr>
              <a:t> </a:t>
            </a:r>
            <a:r>
              <a:rPr lang="en" sz="1100">
                <a:solidFill>
                  <a:schemeClr val="lt1"/>
                </a:solidFill>
              </a:rPr>
              <a:t>on Slidesgo.</a:t>
            </a:r>
            <a:endParaRPr sz="1100">
              <a:solidFill>
                <a:srgbClr val="FFFFFF"/>
              </a:solidFill>
            </a:endParaRPr>
          </a:p>
        </p:txBody>
      </p:sp>
      <p:grpSp>
        <p:nvGrpSpPr>
          <p:cNvPr id="1654" name="Google Shape;1654;p94"/>
          <p:cNvGrpSpPr/>
          <p:nvPr/>
        </p:nvGrpSpPr>
        <p:grpSpPr>
          <a:xfrm>
            <a:off x="5117640" y="3085736"/>
            <a:ext cx="474294" cy="551291"/>
            <a:chOff x="4727025" y="1332775"/>
            <a:chExt cx="59900" cy="69625"/>
          </a:xfrm>
        </p:grpSpPr>
        <p:sp>
          <p:nvSpPr>
            <p:cNvPr id="1655" name="Google Shape;1655;p94"/>
            <p:cNvSpPr/>
            <p:nvPr/>
          </p:nvSpPr>
          <p:spPr>
            <a:xfrm>
              <a:off x="4727025" y="1332775"/>
              <a:ext cx="36450" cy="33200"/>
            </a:xfrm>
            <a:custGeom>
              <a:rect b="b" l="l" r="r" t="t"/>
              <a:pathLst>
                <a:path extrusionOk="0" h="1328" w="1458">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94"/>
            <p:cNvSpPr/>
            <p:nvPr/>
          </p:nvSpPr>
          <p:spPr>
            <a:xfrm>
              <a:off x="4750475" y="1369025"/>
              <a:ext cx="36450" cy="33375"/>
            </a:xfrm>
            <a:custGeom>
              <a:rect b="b" l="l" r="r" t="t"/>
              <a:pathLst>
                <a:path extrusionOk="0" h="1335" w="1458">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7" name="Google Shape;1657;p94"/>
          <p:cNvGrpSpPr/>
          <p:nvPr/>
        </p:nvGrpSpPr>
        <p:grpSpPr>
          <a:xfrm>
            <a:off x="5731296" y="2314340"/>
            <a:ext cx="555653" cy="557031"/>
            <a:chOff x="4820425" y="1329900"/>
            <a:chExt cx="70175" cy="70350"/>
          </a:xfrm>
        </p:grpSpPr>
        <p:sp>
          <p:nvSpPr>
            <p:cNvPr id="1658" name="Google Shape;1658;p94"/>
            <p:cNvSpPr/>
            <p:nvPr/>
          </p:nvSpPr>
          <p:spPr>
            <a:xfrm>
              <a:off x="4862975" y="1335475"/>
              <a:ext cx="27625" cy="34650"/>
            </a:xfrm>
            <a:custGeom>
              <a:rect b="b" l="l" r="r" t="t"/>
              <a:pathLst>
                <a:path extrusionOk="0" h="1386" w="1105">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 name="Google Shape;1659;p94"/>
            <p:cNvSpPr/>
            <p:nvPr/>
          </p:nvSpPr>
          <p:spPr>
            <a:xfrm>
              <a:off x="4820425" y="1360000"/>
              <a:ext cx="27625" cy="34650"/>
            </a:xfrm>
            <a:custGeom>
              <a:rect b="b" l="l" r="r" t="t"/>
              <a:pathLst>
                <a:path extrusionOk="0" h="1386" w="1105">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 name="Google Shape;1660;p94"/>
            <p:cNvSpPr/>
            <p:nvPr/>
          </p:nvSpPr>
          <p:spPr>
            <a:xfrm>
              <a:off x="4850375" y="1372800"/>
              <a:ext cx="34625" cy="27450"/>
            </a:xfrm>
            <a:custGeom>
              <a:rect b="b" l="l" r="r" t="t"/>
              <a:pathLst>
                <a:path extrusionOk="0" h="1098" w="1385">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94"/>
            <p:cNvSpPr/>
            <p:nvPr/>
          </p:nvSpPr>
          <p:spPr>
            <a:xfrm>
              <a:off x="4825850" y="1329900"/>
              <a:ext cx="34625" cy="27975"/>
            </a:xfrm>
            <a:custGeom>
              <a:rect b="b" l="l" r="r" t="t"/>
              <a:pathLst>
                <a:path extrusionOk="0" h="1119" w="1385">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2" name="Google Shape;1662;p94"/>
          <p:cNvGrpSpPr/>
          <p:nvPr/>
        </p:nvGrpSpPr>
        <p:grpSpPr>
          <a:xfrm>
            <a:off x="6357664" y="2318845"/>
            <a:ext cx="582574" cy="533871"/>
            <a:chOff x="4903200" y="1331525"/>
            <a:chExt cx="73575" cy="67425"/>
          </a:xfrm>
        </p:grpSpPr>
        <p:sp>
          <p:nvSpPr>
            <p:cNvPr id="1663" name="Google Shape;1663;p94"/>
            <p:cNvSpPr/>
            <p:nvPr/>
          </p:nvSpPr>
          <p:spPr>
            <a:xfrm>
              <a:off x="4903200" y="1331525"/>
              <a:ext cx="73575" cy="67425"/>
            </a:xfrm>
            <a:custGeom>
              <a:rect b="b" l="l" r="r" t="t"/>
              <a:pathLst>
                <a:path extrusionOk="0" h="2697" w="2943">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 name="Google Shape;1664;p94"/>
            <p:cNvSpPr/>
            <p:nvPr/>
          </p:nvSpPr>
          <p:spPr>
            <a:xfrm>
              <a:off x="4930250" y="1353150"/>
              <a:ext cx="29775" cy="32475"/>
            </a:xfrm>
            <a:custGeom>
              <a:rect b="b" l="l" r="r" t="t"/>
              <a:pathLst>
                <a:path extrusionOk="0" h="1299" w="1191">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5" name="Google Shape;1665;p94"/>
          <p:cNvGrpSpPr/>
          <p:nvPr/>
        </p:nvGrpSpPr>
        <p:grpSpPr>
          <a:xfrm>
            <a:off x="5717142" y="3078709"/>
            <a:ext cx="583960" cy="565345"/>
            <a:chOff x="4815575" y="1416800"/>
            <a:chExt cx="73750" cy="71400"/>
          </a:xfrm>
        </p:grpSpPr>
        <p:sp>
          <p:nvSpPr>
            <p:cNvPr id="1666" name="Google Shape;1666;p94"/>
            <p:cNvSpPr/>
            <p:nvPr/>
          </p:nvSpPr>
          <p:spPr>
            <a:xfrm>
              <a:off x="4815575" y="1416800"/>
              <a:ext cx="43100" cy="52150"/>
            </a:xfrm>
            <a:custGeom>
              <a:rect b="b" l="l" r="r" t="t"/>
              <a:pathLst>
                <a:path extrusionOk="0" h="2086" w="1724">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 name="Google Shape;1667;p94"/>
            <p:cNvSpPr/>
            <p:nvPr/>
          </p:nvSpPr>
          <p:spPr>
            <a:xfrm>
              <a:off x="4861725" y="1421125"/>
              <a:ext cx="27600" cy="51250"/>
            </a:xfrm>
            <a:custGeom>
              <a:rect b="b" l="l" r="r" t="t"/>
              <a:pathLst>
                <a:path extrusionOk="0" h="2050" w="1104">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94"/>
            <p:cNvSpPr/>
            <p:nvPr/>
          </p:nvSpPr>
          <p:spPr>
            <a:xfrm>
              <a:off x="4829450" y="1467825"/>
              <a:ext cx="49250" cy="20375"/>
            </a:xfrm>
            <a:custGeom>
              <a:rect b="b" l="l" r="r" t="t"/>
              <a:pathLst>
                <a:path extrusionOk="0" h="815" w="197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9" name="Google Shape;1669;p94"/>
          <p:cNvGrpSpPr/>
          <p:nvPr/>
        </p:nvGrpSpPr>
        <p:grpSpPr>
          <a:xfrm>
            <a:off x="6351924" y="3108896"/>
            <a:ext cx="589898" cy="504970"/>
            <a:chOff x="4902475" y="1418875"/>
            <a:chExt cx="74500" cy="63775"/>
          </a:xfrm>
        </p:grpSpPr>
        <p:sp>
          <p:nvSpPr>
            <p:cNvPr id="1670" name="Google Shape;1670;p94"/>
            <p:cNvSpPr/>
            <p:nvPr/>
          </p:nvSpPr>
          <p:spPr>
            <a:xfrm>
              <a:off x="4902475" y="1418875"/>
              <a:ext cx="74500" cy="63775"/>
            </a:xfrm>
            <a:custGeom>
              <a:rect b="b" l="l" r="r" t="t"/>
              <a:pathLst>
                <a:path extrusionOk="0" h="2551" w="298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 name="Google Shape;1671;p94"/>
            <p:cNvSpPr/>
            <p:nvPr/>
          </p:nvSpPr>
          <p:spPr>
            <a:xfrm>
              <a:off x="4916350" y="1418975"/>
              <a:ext cx="59725" cy="63675"/>
            </a:xfrm>
            <a:custGeom>
              <a:rect b="b" l="l" r="r" t="t"/>
              <a:pathLst>
                <a:path extrusionOk="0" h="2547" w="2389">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2" name="Google Shape;1672;p94"/>
          <p:cNvGrpSpPr/>
          <p:nvPr/>
        </p:nvGrpSpPr>
        <p:grpSpPr>
          <a:xfrm>
            <a:off x="5727139" y="3826000"/>
            <a:ext cx="563967" cy="567127"/>
            <a:chOff x="4818100" y="1507675"/>
            <a:chExt cx="71225" cy="71625"/>
          </a:xfrm>
        </p:grpSpPr>
        <p:sp>
          <p:nvSpPr>
            <p:cNvPr id="1673" name="Google Shape;1673;p94"/>
            <p:cNvSpPr/>
            <p:nvPr/>
          </p:nvSpPr>
          <p:spPr>
            <a:xfrm>
              <a:off x="4818100" y="1507675"/>
              <a:ext cx="46000" cy="56300"/>
            </a:xfrm>
            <a:custGeom>
              <a:rect b="b" l="l" r="r" t="t"/>
              <a:pathLst>
                <a:path extrusionOk="0" h="2252" w="184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 name="Google Shape;1674;p94"/>
            <p:cNvSpPr/>
            <p:nvPr/>
          </p:nvSpPr>
          <p:spPr>
            <a:xfrm>
              <a:off x="4869825" y="1519575"/>
              <a:ext cx="19500" cy="23825"/>
            </a:xfrm>
            <a:custGeom>
              <a:rect b="b" l="l" r="r" t="t"/>
              <a:pathLst>
                <a:path extrusionOk="0" h="953" w="780">
                  <a:moveTo>
                    <a:pt x="304" y="1"/>
                  </a:moveTo>
                  <a:lnTo>
                    <a:pt x="1" y="354"/>
                  </a:lnTo>
                  <a:cubicBezTo>
                    <a:pt x="181" y="506"/>
                    <a:pt x="289" y="722"/>
                    <a:pt x="311" y="953"/>
                  </a:cubicBezTo>
                  <a:lnTo>
                    <a:pt x="780" y="953"/>
                  </a:lnTo>
                  <a:cubicBezTo>
                    <a:pt x="751" y="585"/>
                    <a:pt x="585" y="239"/>
                    <a:pt x="304"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 name="Google Shape;1675;p94"/>
            <p:cNvSpPr/>
            <p:nvPr/>
          </p:nvSpPr>
          <p:spPr>
            <a:xfrm>
              <a:off x="4857575" y="1547700"/>
              <a:ext cx="31575" cy="31600"/>
            </a:xfrm>
            <a:custGeom>
              <a:rect b="b" l="l" r="r" t="t"/>
              <a:pathLst>
                <a:path extrusionOk="0" h="1264" w="1263">
                  <a:moveTo>
                    <a:pt x="801" y="1"/>
                  </a:moveTo>
                  <a:cubicBezTo>
                    <a:pt x="758" y="419"/>
                    <a:pt x="426" y="751"/>
                    <a:pt x="1" y="794"/>
                  </a:cubicBezTo>
                  <a:lnTo>
                    <a:pt x="1" y="1263"/>
                  </a:lnTo>
                  <a:cubicBezTo>
                    <a:pt x="679" y="1213"/>
                    <a:pt x="1219" y="679"/>
                    <a:pt x="126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 name="Google Shape;1676;p94"/>
            <p:cNvSpPr/>
            <p:nvPr/>
          </p:nvSpPr>
          <p:spPr>
            <a:xfrm>
              <a:off x="4829800" y="1560150"/>
              <a:ext cx="23650" cy="18950"/>
            </a:xfrm>
            <a:custGeom>
              <a:rect b="b" l="l" r="r" t="t"/>
              <a:pathLst>
                <a:path extrusionOk="0" h="758" w="946">
                  <a:moveTo>
                    <a:pt x="376" y="1"/>
                  </a:moveTo>
                  <a:lnTo>
                    <a:pt x="1" y="282"/>
                  </a:lnTo>
                  <a:cubicBezTo>
                    <a:pt x="239" y="563"/>
                    <a:pt x="578" y="736"/>
                    <a:pt x="946" y="758"/>
                  </a:cubicBezTo>
                  <a:lnTo>
                    <a:pt x="946" y="289"/>
                  </a:lnTo>
                  <a:cubicBezTo>
                    <a:pt x="722" y="267"/>
                    <a:pt x="520" y="166"/>
                    <a:pt x="37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7" name="Google Shape;1677;p94"/>
          <p:cNvGrpSpPr/>
          <p:nvPr/>
        </p:nvGrpSpPr>
        <p:grpSpPr>
          <a:xfrm>
            <a:off x="5040636" y="3829461"/>
            <a:ext cx="628301" cy="588505"/>
            <a:chOff x="4721450" y="1509475"/>
            <a:chExt cx="79350" cy="74325"/>
          </a:xfrm>
        </p:grpSpPr>
        <p:sp>
          <p:nvSpPr>
            <p:cNvPr id="1678" name="Google Shape;1678;p94"/>
            <p:cNvSpPr/>
            <p:nvPr/>
          </p:nvSpPr>
          <p:spPr>
            <a:xfrm>
              <a:off x="4729025" y="1509475"/>
              <a:ext cx="27050" cy="26725"/>
            </a:xfrm>
            <a:custGeom>
              <a:rect b="b" l="l" r="r" t="t"/>
              <a:pathLst>
                <a:path extrusionOk="0" h="1069" w="1082">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94"/>
            <p:cNvSpPr/>
            <p:nvPr/>
          </p:nvSpPr>
          <p:spPr>
            <a:xfrm>
              <a:off x="4721450" y="1533275"/>
              <a:ext cx="32300" cy="42600"/>
            </a:xfrm>
            <a:custGeom>
              <a:rect b="b" l="l" r="r" t="t"/>
              <a:pathLst>
                <a:path extrusionOk="0" h="1704" w="1292">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 name="Google Shape;1680;p94"/>
            <p:cNvSpPr/>
            <p:nvPr/>
          </p:nvSpPr>
          <p:spPr>
            <a:xfrm>
              <a:off x="4750650" y="1551675"/>
              <a:ext cx="42950" cy="32125"/>
            </a:xfrm>
            <a:custGeom>
              <a:rect b="b" l="l" r="r" t="t"/>
              <a:pathLst>
                <a:path extrusionOk="0" h="1285" w="1718">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 name="Google Shape;1681;p94"/>
            <p:cNvSpPr/>
            <p:nvPr/>
          </p:nvSpPr>
          <p:spPr>
            <a:xfrm>
              <a:off x="4761300" y="1510025"/>
              <a:ext cx="39500" cy="44375"/>
            </a:xfrm>
            <a:custGeom>
              <a:rect b="b" l="l" r="r" t="t"/>
              <a:pathLst>
                <a:path extrusionOk="0" h="1775" w="158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82" name="Google Shape;1682;p94"/>
          <p:cNvGrpSpPr/>
          <p:nvPr/>
        </p:nvGrpSpPr>
        <p:grpSpPr>
          <a:xfrm>
            <a:off x="6386170" y="3814027"/>
            <a:ext cx="557038" cy="562772"/>
            <a:chOff x="4906800" y="1507500"/>
            <a:chExt cx="70350" cy="71075"/>
          </a:xfrm>
        </p:grpSpPr>
        <p:sp>
          <p:nvSpPr>
            <p:cNvPr id="1683" name="Google Shape;1683;p94"/>
            <p:cNvSpPr/>
            <p:nvPr/>
          </p:nvSpPr>
          <p:spPr>
            <a:xfrm>
              <a:off x="4916000" y="1507500"/>
              <a:ext cx="30850" cy="24000"/>
            </a:xfrm>
            <a:custGeom>
              <a:rect b="b" l="l" r="r" t="t"/>
              <a:pathLst>
                <a:path extrusionOk="0" h="960" w="1234">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94"/>
            <p:cNvSpPr/>
            <p:nvPr/>
          </p:nvSpPr>
          <p:spPr>
            <a:xfrm>
              <a:off x="4906800" y="1533825"/>
              <a:ext cx="19675" cy="32475"/>
            </a:xfrm>
            <a:custGeom>
              <a:rect b="b" l="l" r="r" t="t"/>
              <a:pathLst>
                <a:path extrusionOk="0" h="1299" w="787">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 name="Google Shape;1685;p94"/>
            <p:cNvSpPr/>
            <p:nvPr/>
          </p:nvSpPr>
          <p:spPr>
            <a:xfrm>
              <a:off x="4926625" y="1561950"/>
              <a:ext cx="30675" cy="16625"/>
            </a:xfrm>
            <a:custGeom>
              <a:rect b="b" l="l" r="r" t="t"/>
              <a:pathLst>
                <a:path extrusionOk="0" h="665" w="1227">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94"/>
            <p:cNvSpPr/>
            <p:nvPr/>
          </p:nvSpPr>
          <p:spPr>
            <a:xfrm>
              <a:off x="4957475" y="1541400"/>
              <a:ext cx="19675" cy="27800"/>
            </a:xfrm>
            <a:custGeom>
              <a:rect b="b" l="l" r="r" t="t"/>
              <a:pathLst>
                <a:path extrusionOk="0" h="1112" w="787">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 name="Google Shape;1687;p94"/>
            <p:cNvSpPr/>
            <p:nvPr/>
          </p:nvSpPr>
          <p:spPr>
            <a:xfrm>
              <a:off x="4951325" y="1512550"/>
              <a:ext cx="24925" cy="26350"/>
            </a:xfrm>
            <a:custGeom>
              <a:rect b="b" l="l" r="r" t="t"/>
              <a:pathLst>
                <a:path extrusionOk="0" h="1054" w="997">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88" name="Google Shape;1688;p94"/>
          <p:cNvGrpSpPr/>
          <p:nvPr/>
        </p:nvGrpSpPr>
        <p:grpSpPr>
          <a:xfrm>
            <a:off x="4423778" y="2340963"/>
            <a:ext cx="517934" cy="517934"/>
            <a:chOff x="3736598" y="2170606"/>
            <a:chExt cx="404889" cy="404889"/>
          </a:xfrm>
        </p:grpSpPr>
        <p:sp>
          <p:nvSpPr>
            <p:cNvPr id="1689" name="Google Shape;1689;p94"/>
            <p:cNvSpPr/>
            <p:nvPr/>
          </p:nvSpPr>
          <p:spPr>
            <a:xfrm>
              <a:off x="3950281" y="2170846"/>
              <a:ext cx="191206" cy="231947"/>
            </a:xfrm>
            <a:custGeom>
              <a:rect b="b" l="l" r="r" t="t"/>
              <a:pathLst>
                <a:path extrusionOk="0" h="10652" w="8781">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 name="Google Shape;1690;p94"/>
            <p:cNvSpPr/>
            <p:nvPr/>
          </p:nvSpPr>
          <p:spPr>
            <a:xfrm>
              <a:off x="3737099" y="2170606"/>
              <a:ext cx="231947" cy="191446"/>
            </a:xfrm>
            <a:custGeom>
              <a:rect b="b" l="l" r="r" t="t"/>
              <a:pathLst>
                <a:path extrusionOk="0" h="8792" w="10652">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 name="Google Shape;1691;p94"/>
            <p:cNvSpPr/>
            <p:nvPr/>
          </p:nvSpPr>
          <p:spPr>
            <a:xfrm>
              <a:off x="3909539" y="2384027"/>
              <a:ext cx="231686" cy="191468"/>
            </a:xfrm>
            <a:custGeom>
              <a:rect b="b" l="l" r="r" t="t"/>
              <a:pathLst>
                <a:path extrusionOk="0" h="8793" w="1064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94"/>
            <p:cNvSpPr/>
            <p:nvPr/>
          </p:nvSpPr>
          <p:spPr>
            <a:xfrm>
              <a:off x="3736598" y="2343307"/>
              <a:ext cx="191707" cy="231686"/>
            </a:xfrm>
            <a:custGeom>
              <a:rect b="b" l="l" r="r" t="t"/>
              <a:pathLst>
                <a:path extrusionOk="0" h="10640" w="8804">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3" name="Google Shape;1693;p94"/>
          <p:cNvGrpSpPr/>
          <p:nvPr/>
        </p:nvGrpSpPr>
        <p:grpSpPr>
          <a:xfrm>
            <a:off x="3690839" y="2341061"/>
            <a:ext cx="586986" cy="517740"/>
            <a:chOff x="3161917" y="2170682"/>
            <a:chExt cx="458870" cy="404737"/>
          </a:xfrm>
        </p:grpSpPr>
        <p:sp>
          <p:nvSpPr>
            <p:cNvPr id="1694" name="Google Shape;1694;p94"/>
            <p:cNvSpPr/>
            <p:nvPr/>
          </p:nvSpPr>
          <p:spPr>
            <a:xfrm>
              <a:off x="3161917" y="2170682"/>
              <a:ext cx="277174" cy="291676"/>
            </a:xfrm>
            <a:custGeom>
              <a:rect b="b" l="l" r="r" t="t"/>
              <a:pathLst>
                <a:path extrusionOk="0" h="13395" w="12729">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 name="Google Shape;1695;p94"/>
            <p:cNvSpPr/>
            <p:nvPr/>
          </p:nvSpPr>
          <p:spPr>
            <a:xfrm>
              <a:off x="3420326" y="2170922"/>
              <a:ext cx="200461" cy="302934"/>
            </a:xfrm>
            <a:custGeom>
              <a:rect b="b" l="l" r="r" t="t"/>
              <a:pathLst>
                <a:path extrusionOk="0" h="13912" w="9206">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94"/>
            <p:cNvSpPr/>
            <p:nvPr/>
          </p:nvSpPr>
          <p:spPr>
            <a:xfrm>
              <a:off x="3233645" y="2417594"/>
              <a:ext cx="344393" cy="157825"/>
            </a:xfrm>
            <a:custGeom>
              <a:rect b="b" l="l" r="r" t="t"/>
              <a:pathLst>
                <a:path extrusionOk="0" h="7248" w="15816">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7" name="Google Shape;1697;p94"/>
          <p:cNvGrpSpPr/>
          <p:nvPr/>
        </p:nvGrpSpPr>
        <p:grpSpPr>
          <a:xfrm>
            <a:off x="3713860" y="3102400"/>
            <a:ext cx="540943" cy="517963"/>
            <a:chOff x="3179914" y="2889488"/>
            <a:chExt cx="422876" cy="404911"/>
          </a:xfrm>
        </p:grpSpPr>
        <p:sp>
          <p:nvSpPr>
            <p:cNvPr id="1698" name="Google Shape;1698;p94"/>
            <p:cNvSpPr/>
            <p:nvPr/>
          </p:nvSpPr>
          <p:spPr>
            <a:xfrm>
              <a:off x="3402328" y="2889749"/>
              <a:ext cx="163726" cy="157477"/>
            </a:xfrm>
            <a:custGeom>
              <a:rect b="b" l="l" r="r" t="t"/>
              <a:pathLst>
                <a:path extrusionOk="0" h="7232" w="7519">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 name="Google Shape;1699;p94"/>
            <p:cNvSpPr/>
            <p:nvPr/>
          </p:nvSpPr>
          <p:spPr>
            <a:xfrm>
              <a:off x="3467807" y="3000956"/>
              <a:ext cx="134983" cy="191707"/>
            </a:xfrm>
            <a:custGeom>
              <a:rect b="b" l="l" r="r" t="t"/>
              <a:pathLst>
                <a:path extrusionOk="0" h="8804" w="6199">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 name="Google Shape;1700;p94"/>
            <p:cNvSpPr/>
            <p:nvPr/>
          </p:nvSpPr>
          <p:spPr>
            <a:xfrm>
              <a:off x="3222637" y="2889488"/>
              <a:ext cx="198457" cy="149224"/>
            </a:xfrm>
            <a:custGeom>
              <a:rect b="b" l="l" r="r" t="t"/>
              <a:pathLst>
                <a:path extrusionOk="0" h="6853" w="9114">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 name="Google Shape;1701;p94"/>
            <p:cNvSpPr/>
            <p:nvPr/>
          </p:nvSpPr>
          <p:spPr>
            <a:xfrm>
              <a:off x="3179914" y="2991462"/>
              <a:ext cx="133960" cy="190205"/>
            </a:xfrm>
            <a:custGeom>
              <a:rect b="b" l="l" r="r" t="t"/>
              <a:pathLst>
                <a:path extrusionOk="0" h="8735" w="6152">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 name="Google Shape;1702;p94"/>
            <p:cNvSpPr/>
            <p:nvPr/>
          </p:nvSpPr>
          <p:spPr>
            <a:xfrm>
              <a:off x="3215887" y="3136661"/>
              <a:ext cx="162725" cy="157477"/>
            </a:xfrm>
            <a:custGeom>
              <a:rect b="b" l="l" r="r" t="t"/>
              <a:pathLst>
                <a:path extrusionOk="0" h="7232" w="7473">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94"/>
            <p:cNvSpPr/>
            <p:nvPr/>
          </p:nvSpPr>
          <p:spPr>
            <a:xfrm>
              <a:off x="3359605" y="3146677"/>
              <a:ext cx="200439" cy="147722"/>
            </a:xfrm>
            <a:custGeom>
              <a:rect b="b" l="l" r="r" t="t"/>
              <a:pathLst>
                <a:path extrusionOk="0" h="6784" w="9205">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04" name="Google Shape;1704;p94"/>
          <p:cNvGrpSpPr/>
          <p:nvPr/>
        </p:nvGrpSpPr>
        <p:grpSpPr>
          <a:xfrm>
            <a:off x="4414654" y="3102358"/>
            <a:ext cx="536180" cy="518047"/>
            <a:chOff x="3729467" y="2889422"/>
            <a:chExt cx="419153" cy="404977"/>
          </a:xfrm>
        </p:grpSpPr>
        <p:sp>
          <p:nvSpPr>
            <p:cNvPr id="1705" name="Google Shape;1705;p94"/>
            <p:cNvSpPr/>
            <p:nvPr/>
          </p:nvSpPr>
          <p:spPr>
            <a:xfrm>
              <a:off x="4014137" y="2974913"/>
              <a:ext cx="134482" cy="178707"/>
            </a:xfrm>
            <a:custGeom>
              <a:rect b="b" l="l" r="r" t="t"/>
              <a:pathLst>
                <a:path extrusionOk="0" h="8207" w="6176">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94"/>
            <p:cNvSpPr/>
            <p:nvPr/>
          </p:nvSpPr>
          <p:spPr>
            <a:xfrm>
              <a:off x="3741225" y="3095375"/>
              <a:ext cx="148963" cy="173460"/>
            </a:xfrm>
            <a:custGeom>
              <a:rect b="b" l="l" r="r" t="t"/>
              <a:pathLst>
                <a:path extrusionOk="0" h="7966" w="6841">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 name="Google Shape;1707;p94"/>
            <p:cNvSpPr/>
            <p:nvPr/>
          </p:nvSpPr>
          <p:spPr>
            <a:xfrm>
              <a:off x="3949660" y="2889684"/>
              <a:ext cx="146219" cy="145980"/>
            </a:xfrm>
            <a:custGeom>
              <a:rect b="b" l="l" r="r" t="t"/>
              <a:pathLst>
                <a:path extrusionOk="0" h="6704" w="6715">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94"/>
            <p:cNvSpPr/>
            <p:nvPr/>
          </p:nvSpPr>
          <p:spPr>
            <a:xfrm>
              <a:off x="3847947" y="3172089"/>
              <a:ext cx="167210" cy="122310"/>
            </a:xfrm>
            <a:custGeom>
              <a:rect b="b" l="l" r="r" t="t"/>
              <a:pathLst>
                <a:path extrusionOk="0" h="5617" w="7679">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 name="Google Shape;1709;p94"/>
            <p:cNvSpPr/>
            <p:nvPr/>
          </p:nvSpPr>
          <p:spPr>
            <a:xfrm>
              <a:off x="3974658" y="3122616"/>
              <a:ext cx="158457" cy="151206"/>
            </a:xfrm>
            <a:custGeom>
              <a:rect b="b" l="l" r="r" t="t"/>
              <a:pathLst>
                <a:path extrusionOk="0" h="6944" w="7277">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94"/>
            <p:cNvSpPr/>
            <p:nvPr/>
          </p:nvSpPr>
          <p:spPr>
            <a:xfrm>
              <a:off x="3729467" y="2966660"/>
              <a:ext cx="138990" cy="158718"/>
            </a:xfrm>
            <a:custGeom>
              <a:rect b="b" l="l" r="r" t="t"/>
              <a:pathLst>
                <a:path extrusionOk="0" h="7289" w="6383">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 name="Google Shape;1711;p94"/>
            <p:cNvSpPr/>
            <p:nvPr/>
          </p:nvSpPr>
          <p:spPr>
            <a:xfrm>
              <a:off x="3787716" y="2889422"/>
              <a:ext cx="180449" cy="139229"/>
            </a:xfrm>
            <a:custGeom>
              <a:rect b="b" l="l" r="r" t="t"/>
              <a:pathLst>
                <a:path extrusionOk="0" h="6394" w="8287">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2" name="Google Shape;1712;p94"/>
          <p:cNvGrpSpPr/>
          <p:nvPr/>
        </p:nvGrpSpPr>
        <p:grpSpPr>
          <a:xfrm>
            <a:off x="1951688" y="3445787"/>
            <a:ext cx="965351" cy="134611"/>
            <a:chOff x="4411970" y="2962952"/>
            <a:chExt cx="706544" cy="104212"/>
          </a:xfrm>
        </p:grpSpPr>
        <p:sp>
          <p:nvSpPr>
            <p:cNvPr id="1713" name="Google Shape;1713;p94"/>
            <p:cNvSpPr/>
            <p:nvPr/>
          </p:nvSpPr>
          <p:spPr>
            <a:xfrm>
              <a:off x="4583864" y="2962952"/>
              <a:ext cx="534651" cy="104077"/>
            </a:xfrm>
            <a:custGeom>
              <a:rect b="b" l="l" r="r" t="t"/>
              <a:pathLst>
                <a:path extrusionOk="0" h="2305" w="11841">
                  <a:moveTo>
                    <a:pt x="1155" y="0"/>
                  </a:moveTo>
                  <a:lnTo>
                    <a:pt x="0" y="2304"/>
                  </a:lnTo>
                  <a:lnTo>
                    <a:pt x="11410" y="2304"/>
                  </a:lnTo>
                  <a:lnTo>
                    <a:pt x="11840" y="1153"/>
                  </a:lnTo>
                  <a:lnTo>
                    <a:pt x="11410"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 name="Google Shape;1714;p94"/>
            <p:cNvSpPr/>
            <p:nvPr/>
          </p:nvSpPr>
          <p:spPr>
            <a:xfrm>
              <a:off x="4411970" y="2963088"/>
              <a:ext cx="124124" cy="104077"/>
            </a:xfrm>
            <a:custGeom>
              <a:rect b="b" l="l" r="r" t="t"/>
              <a:pathLst>
                <a:path extrusionOk="0" h="2305" w="2749">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 name="Google Shape;1715;p94"/>
            <p:cNvSpPr/>
            <p:nvPr/>
          </p:nvSpPr>
          <p:spPr>
            <a:xfrm>
              <a:off x="4496946" y="2963133"/>
              <a:ext cx="79920" cy="104031"/>
            </a:xfrm>
            <a:custGeom>
              <a:rect b="b" l="l" r="r" t="t"/>
              <a:pathLst>
                <a:path extrusionOk="0" h="2304" w="1770">
                  <a:moveTo>
                    <a:pt x="1227" y="1"/>
                  </a:moveTo>
                  <a:lnTo>
                    <a:pt x="0" y="2304"/>
                  </a:lnTo>
                  <a:lnTo>
                    <a:pt x="542"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94"/>
            <p:cNvSpPr/>
            <p:nvPr/>
          </p:nvSpPr>
          <p:spPr>
            <a:xfrm>
              <a:off x="4537628" y="2963133"/>
              <a:ext cx="79965" cy="104031"/>
            </a:xfrm>
            <a:custGeom>
              <a:rect b="b" l="l" r="r" t="t"/>
              <a:pathLst>
                <a:path extrusionOk="0" h="2304" w="1771">
                  <a:moveTo>
                    <a:pt x="1229" y="1"/>
                  </a:moveTo>
                  <a:lnTo>
                    <a:pt x="1" y="2304"/>
                  </a:lnTo>
                  <a:lnTo>
                    <a:pt x="544"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7" name="Google Shape;1717;p94"/>
          <p:cNvGrpSpPr/>
          <p:nvPr/>
        </p:nvGrpSpPr>
        <p:grpSpPr>
          <a:xfrm>
            <a:off x="1951688" y="3041077"/>
            <a:ext cx="960158" cy="289172"/>
            <a:chOff x="4411970" y="2726085"/>
            <a:chExt cx="643107" cy="193659"/>
          </a:xfrm>
        </p:grpSpPr>
        <p:sp>
          <p:nvSpPr>
            <p:cNvPr id="1718" name="Google Shape;1718;p94"/>
            <p:cNvSpPr/>
            <p:nvPr/>
          </p:nvSpPr>
          <p:spPr>
            <a:xfrm>
              <a:off x="4411970" y="2726085"/>
              <a:ext cx="118796" cy="193659"/>
            </a:xfrm>
            <a:custGeom>
              <a:rect b="b" l="l" r="r" t="t"/>
              <a:pathLst>
                <a:path extrusionOk="0" h="4289" w="2631">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 name="Google Shape;1719;p94"/>
            <p:cNvSpPr/>
            <p:nvPr/>
          </p:nvSpPr>
          <p:spPr>
            <a:xfrm>
              <a:off x="4426058" y="2791601"/>
              <a:ext cx="36167" cy="62627"/>
            </a:xfrm>
            <a:custGeom>
              <a:rect b="b" l="l" r="r" t="t"/>
              <a:pathLst>
                <a:path extrusionOk="0" h="1387" w="801">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94"/>
            <p:cNvSpPr/>
            <p:nvPr/>
          </p:nvSpPr>
          <p:spPr>
            <a:xfrm>
              <a:off x="4456806" y="2743875"/>
              <a:ext cx="598271" cy="157989"/>
            </a:xfrm>
            <a:custGeom>
              <a:rect b="b" l="l" r="r" t="t"/>
              <a:pathLst>
                <a:path extrusionOk="0" h="3499" w="1325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1" name="Google Shape;1721;p94"/>
          <p:cNvGrpSpPr/>
          <p:nvPr/>
        </p:nvGrpSpPr>
        <p:grpSpPr>
          <a:xfrm>
            <a:off x="960185" y="3295400"/>
            <a:ext cx="811503" cy="252584"/>
            <a:chOff x="4411970" y="4340222"/>
            <a:chExt cx="779467" cy="242683"/>
          </a:xfrm>
        </p:grpSpPr>
        <p:sp>
          <p:nvSpPr>
            <p:cNvPr id="1722" name="Google Shape;1722;p94"/>
            <p:cNvSpPr/>
            <p:nvPr/>
          </p:nvSpPr>
          <p:spPr>
            <a:xfrm>
              <a:off x="4411970" y="4340222"/>
              <a:ext cx="121370" cy="121370"/>
            </a:xfrm>
            <a:custGeom>
              <a:rect b="b" l="l" r="r" t="t"/>
              <a:pathLst>
                <a:path extrusionOk="0" h="2688" w="2688">
                  <a:moveTo>
                    <a:pt x="2688" y="1"/>
                  </a:moveTo>
                  <a:cubicBezTo>
                    <a:pt x="1205" y="1"/>
                    <a:pt x="1" y="1203"/>
                    <a:pt x="1" y="2688"/>
                  </a:cubicBezTo>
                  <a:lnTo>
                    <a:pt x="379" y="2688"/>
                  </a:lnTo>
                  <a:cubicBezTo>
                    <a:pt x="379" y="1411"/>
                    <a:pt x="1413" y="379"/>
                    <a:pt x="2688" y="379"/>
                  </a:cubicBezTo>
                  <a:lnTo>
                    <a:pt x="2688" y="1"/>
                  </a:ln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 name="Google Shape;1723;p94"/>
            <p:cNvSpPr/>
            <p:nvPr/>
          </p:nvSpPr>
          <p:spPr>
            <a:xfrm>
              <a:off x="4457032" y="4385284"/>
              <a:ext cx="152661" cy="152615"/>
            </a:xfrm>
            <a:custGeom>
              <a:rect b="b" l="l" r="r" t="t"/>
              <a:pathLst>
                <a:path extrusionOk="0" h="3380" w="3381">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94"/>
            <p:cNvSpPr/>
            <p:nvPr/>
          </p:nvSpPr>
          <p:spPr>
            <a:xfrm>
              <a:off x="4533392" y="4383749"/>
              <a:ext cx="658046" cy="199155"/>
            </a:xfrm>
            <a:custGeom>
              <a:rect b="b" l="l" r="r" t="t"/>
              <a:pathLst>
                <a:path extrusionOk="0" h="4997" w="16511">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5" name="Google Shape;1725;p94"/>
          <p:cNvGrpSpPr/>
          <p:nvPr/>
        </p:nvGrpSpPr>
        <p:grpSpPr>
          <a:xfrm>
            <a:off x="1951688" y="2709308"/>
            <a:ext cx="965160" cy="216230"/>
            <a:chOff x="4411970" y="2468674"/>
            <a:chExt cx="747317" cy="167425"/>
          </a:xfrm>
        </p:grpSpPr>
        <p:sp>
          <p:nvSpPr>
            <p:cNvPr id="1726" name="Google Shape;1726;p94"/>
            <p:cNvSpPr/>
            <p:nvPr/>
          </p:nvSpPr>
          <p:spPr>
            <a:xfrm>
              <a:off x="4411970" y="2468674"/>
              <a:ext cx="216235" cy="167425"/>
            </a:xfrm>
            <a:custGeom>
              <a:rect b="b" l="l" r="r" t="t"/>
              <a:pathLst>
                <a:path extrusionOk="0" h="3708" w="4789">
                  <a:moveTo>
                    <a:pt x="1" y="0"/>
                  </a:moveTo>
                  <a:lnTo>
                    <a:pt x="1" y="3707"/>
                  </a:lnTo>
                  <a:lnTo>
                    <a:pt x="3381" y="3707"/>
                  </a:lnTo>
                  <a:lnTo>
                    <a:pt x="4789" y="1853"/>
                  </a:lnTo>
                  <a:lnTo>
                    <a:pt x="3381"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 name="Google Shape;1727;p94"/>
            <p:cNvSpPr/>
            <p:nvPr/>
          </p:nvSpPr>
          <p:spPr>
            <a:xfrm>
              <a:off x="4564629" y="2468674"/>
              <a:ext cx="594658" cy="167425"/>
            </a:xfrm>
            <a:custGeom>
              <a:rect b="b" l="l" r="r" t="t"/>
              <a:pathLst>
                <a:path extrusionOk="0" h="3708" w="13170">
                  <a:moveTo>
                    <a:pt x="0" y="0"/>
                  </a:moveTo>
                  <a:lnTo>
                    <a:pt x="1408" y="1853"/>
                  </a:lnTo>
                  <a:lnTo>
                    <a:pt x="0" y="3707"/>
                  </a:lnTo>
                  <a:lnTo>
                    <a:pt x="13169" y="3707"/>
                  </a:lnTo>
                  <a:lnTo>
                    <a:pt x="13169"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28" name="Google Shape;1728;p94"/>
          <p:cNvSpPr/>
          <p:nvPr/>
        </p:nvSpPr>
        <p:spPr>
          <a:xfrm>
            <a:off x="958435" y="3014089"/>
            <a:ext cx="810618" cy="192983"/>
          </a:xfrm>
          <a:custGeom>
            <a:rect b="b" l="l" r="r" t="t"/>
            <a:pathLst>
              <a:path extrusionOk="0" h="4270" w="17936">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29" name="Google Shape;1729;p94"/>
          <p:cNvGrpSpPr/>
          <p:nvPr/>
        </p:nvGrpSpPr>
        <p:grpSpPr>
          <a:xfrm>
            <a:off x="959254" y="2334687"/>
            <a:ext cx="1959041" cy="208784"/>
            <a:chOff x="6336019" y="3733725"/>
            <a:chExt cx="2566206" cy="351310"/>
          </a:xfrm>
        </p:grpSpPr>
        <p:sp>
          <p:nvSpPr>
            <p:cNvPr id="1730" name="Google Shape;1730;p94"/>
            <p:cNvSpPr/>
            <p:nvPr/>
          </p:nvSpPr>
          <p:spPr>
            <a:xfrm>
              <a:off x="6336019" y="3733735"/>
              <a:ext cx="1881300" cy="351300"/>
            </a:xfrm>
            <a:prstGeom prst="homePlate">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 name="Google Shape;1731;p94"/>
            <p:cNvSpPr/>
            <p:nvPr/>
          </p:nvSpPr>
          <p:spPr>
            <a:xfrm>
              <a:off x="80985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 name="Google Shape;1732;p94"/>
            <p:cNvSpPr/>
            <p:nvPr/>
          </p:nvSpPr>
          <p:spPr>
            <a:xfrm>
              <a:off x="83271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 name="Google Shape;1733;p94"/>
            <p:cNvSpPr/>
            <p:nvPr/>
          </p:nvSpPr>
          <p:spPr>
            <a:xfrm>
              <a:off x="85557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34" name="Google Shape;1734;p94"/>
          <p:cNvGrpSpPr/>
          <p:nvPr/>
        </p:nvGrpSpPr>
        <p:grpSpPr>
          <a:xfrm>
            <a:off x="1951688" y="3950602"/>
            <a:ext cx="946551" cy="153200"/>
            <a:chOff x="4404545" y="3301592"/>
            <a:chExt cx="782403" cy="129272"/>
          </a:xfrm>
        </p:grpSpPr>
        <p:sp>
          <p:nvSpPr>
            <p:cNvPr id="1735" name="Google Shape;1735;p94"/>
            <p:cNvSpPr/>
            <p:nvPr/>
          </p:nvSpPr>
          <p:spPr>
            <a:xfrm>
              <a:off x="4404545" y="3301592"/>
              <a:ext cx="782403" cy="129272"/>
            </a:xfrm>
            <a:custGeom>
              <a:rect b="b" l="l" r="r" t="t"/>
              <a:pathLst>
                <a:path extrusionOk="0" h="2863" w="17328">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 name="Google Shape;1736;p94"/>
            <p:cNvSpPr/>
            <p:nvPr/>
          </p:nvSpPr>
          <p:spPr>
            <a:xfrm>
              <a:off x="4420869" y="3318308"/>
              <a:ext cx="92621" cy="95856"/>
            </a:xfrm>
            <a:custGeom>
              <a:rect b="b" l="l" r="r" t="t"/>
              <a:pathLst>
                <a:path extrusionOk="0" h="2563" w="2664">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37" name="Google Shape;1737;p94"/>
          <p:cNvGrpSpPr/>
          <p:nvPr/>
        </p:nvGrpSpPr>
        <p:grpSpPr>
          <a:xfrm>
            <a:off x="1951688" y="3695937"/>
            <a:ext cx="962257" cy="139127"/>
            <a:chOff x="4411970" y="3131459"/>
            <a:chExt cx="710520" cy="117397"/>
          </a:xfrm>
        </p:grpSpPr>
        <p:sp>
          <p:nvSpPr>
            <p:cNvPr id="1738" name="Google Shape;1738;p94"/>
            <p:cNvSpPr/>
            <p:nvPr/>
          </p:nvSpPr>
          <p:spPr>
            <a:xfrm>
              <a:off x="4411970" y="3131459"/>
              <a:ext cx="710520" cy="117397"/>
            </a:xfrm>
            <a:custGeom>
              <a:rect b="b" l="l" r="r" t="t"/>
              <a:pathLst>
                <a:path extrusionOk="0" h="2600" w="15736">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 name="Google Shape;1739;p94"/>
            <p:cNvSpPr/>
            <p:nvPr/>
          </p:nvSpPr>
          <p:spPr>
            <a:xfrm>
              <a:off x="4411970" y="3131459"/>
              <a:ext cx="168012" cy="117397"/>
            </a:xfrm>
            <a:custGeom>
              <a:rect b="b" l="l" r="r" t="t"/>
              <a:pathLst>
                <a:path extrusionOk="0" h="2600" w="3721">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descr="Timeline background shape" id="1740" name="Google Shape;1740;p94"/>
          <p:cNvSpPr/>
          <p:nvPr/>
        </p:nvSpPr>
        <p:spPr>
          <a:xfrm>
            <a:off x="1951688" y="4219341"/>
            <a:ext cx="960300" cy="153000"/>
          </a:xfrm>
          <a:prstGeom prst="homePlate">
            <a:avLst>
              <a:gd fmla="val 50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41" name="Google Shape;1741;p94"/>
          <p:cNvGrpSpPr/>
          <p:nvPr/>
        </p:nvGrpSpPr>
        <p:grpSpPr>
          <a:xfrm>
            <a:off x="951833" y="3621603"/>
            <a:ext cx="823838" cy="458988"/>
            <a:chOff x="4411970" y="1801825"/>
            <a:chExt cx="734586" cy="409262"/>
          </a:xfrm>
        </p:grpSpPr>
        <p:sp>
          <p:nvSpPr>
            <p:cNvPr id="1742" name="Google Shape;1742;p94"/>
            <p:cNvSpPr/>
            <p:nvPr/>
          </p:nvSpPr>
          <p:spPr>
            <a:xfrm>
              <a:off x="4411970" y="1801825"/>
              <a:ext cx="734586" cy="409262"/>
            </a:xfrm>
            <a:custGeom>
              <a:rect b="b" l="l" r="r" t="t"/>
              <a:pathLst>
                <a:path extrusionOk="0" h="9064" w="16269">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cap="flat" cmpd="sng" w="9525">
              <a:solidFill>
                <a:srgbClr val="B3C3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 name="Google Shape;1743;p94"/>
            <p:cNvSpPr/>
            <p:nvPr/>
          </p:nvSpPr>
          <p:spPr>
            <a:xfrm>
              <a:off x="4411970" y="1801825"/>
              <a:ext cx="184087" cy="330923"/>
            </a:xfrm>
            <a:custGeom>
              <a:rect b="b" l="l" r="r" t="t"/>
              <a:pathLst>
                <a:path extrusionOk="0" h="7329" w="4077">
                  <a:moveTo>
                    <a:pt x="428" y="0"/>
                  </a:moveTo>
                  <a:cubicBezTo>
                    <a:pt x="193" y="0"/>
                    <a:pt x="2" y="191"/>
                    <a:pt x="2" y="428"/>
                  </a:cubicBezTo>
                  <a:lnTo>
                    <a:pt x="2" y="6900"/>
                  </a:lnTo>
                  <a:cubicBezTo>
                    <a:pt x="1" y="7136"/>
                    <a:pt x="193" y="7328"/>
                    <a:pt x="428" y="7328"/>
                  </a:cubicBezTo>
                  <a:lnTo>
                    <a:pt x="4076" y="7328"/>
                  </a:lnTo>
                  <a:lnTo>
                    <a:pt x="407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44" name="Google Shape;1744;p94"/>
          <p:cNvGrpSpPr/>
          <p:nvPr/>
        </p:nvGrpSpPr>
        <p:grpSpPr>
          <a:xfrm>
            <a:off x="3056804" y="2339173"/>
            <a:ext cx="521514" cy="521514"/>
            <a:chOff x="5681300" y="2527788"/>
            <a:chExt cx="805800" cy="805800"/>
          </a:xfrm>
        </p:grpSpPr>
        <p:sp>
          <p:nvSpPr>
            <p:cNvPr id="1745" name="Google Shape;1745;p94"/>
            <p:cNvSpPr/>
            <p:nvPr/>
          </p:nvSpPr>
          <p:spPr>
            <a:xfrm>
              <a:off x="5681300" y="2527788"/>
              <a:ext cx="805800" cy="805800"/>
            </a:xfrm>
            <a:prstGeom prst="ellipse">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 name="Google Shape;1746;p94"/>
            <p:cNvSpPr/>
            <p:nvPr/>
          </p:nvSpPr>
          <p:spPr>
            <a:xfrm>
              <a:off x="5681300" y="2527788"/>
              <a:ext cx="805800" cy="805800"/>
            </a:xfrm>
            <a:prstGeom prst="pie">
              <a:avLst>
                <a:gd fmla="val 0" name="adj1"/>
                <a:gd fmla="val 16200000"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47" name="Google Shape;1747;p94"/>
          <p:cNvGrpSpPr/>
          <p:nvPr/>
        </p:nvGrpSpPr>
        <p:grpSpPr>
          <a:xfrm>
            <a:off x="3051044" y="3094865"/>
            <a:ext cx="533033" cy="533033"/>
            <a:chOff x="4049800" y="640400"/>
            <a:chExt cx="858900" cy="858900"/>
          </a:xfrm>
        </p:grpSpPr>
        <p:sp>
          <p:nvSpPr>
            <p:cNvPr id="1748" name="Google Shape;1748;p94"/>
            <p:cNvSpPr/>
            <p:nvPr/>
          </p:nvSpPr>
          <p:spPr>
            <a:xfrm>
              <a:off x="4049800" y="640400"/>
              <a:ext cx="858900" cy="858900"/>
            </a:xfrm>
            <a:prstGeom prst="donut">
              <a:avLst>
                <a:gd fmla="val 25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94"/>
            <p:cNvSpPr/>
            <p:nvPr/>
          </p:nvSpPr>
          <p:spPr>
            <a:xfrm>
              <a:off x="4049800" y="640400"/>
              <a:ext cx="858900" cy="858900"/>
            </a:xfrm>
            <a:prstGeom prst="blockArc">
              <a:avLst>
                <a:gd fmla="val 7914150" name="adj1"/>
                <a:gd fmla="val 0" name="adj2"/>
                <a:gd fmla="val 25000" name="adj3"/>
              </a:avLst>
            </a:prstGeom>
            <a:solidFill>
              <a:srgbClr val="667E92"/>
            </a:solid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50" name="Google Shape;1750;p94"/>
          <p:cNvGrpSpPr/>
          <p:nvPr/>
        </p:nvGrpSpPr>
        <p:grpSpPr>
          <a:xfrm>
            <a:off x="2976527" y="3772543"/>
            <a:ext cx="682068" cy="682068"/>
            <a:chOff x="5080188" y="927900"/>
            <a:chExt cx="961200" cy="961200"/>
          </a:xfrm>
        </p:grpSpPr>
        <p:sp>
          <p:nvSpPr>
            <p:cNvPr id="1751" name="Google Shape;1751;p94"/>
            <p:cNvSpPr/>
            <p:nvPr/>
          </p:nvSpPr>
          <p:spPr>
            <a:xfrm>
              <a:off x="5201900" y="1050116"/>
              <a:ext cx="716700" cy="716700"/>
            </a:xfrm>
            <a:prstGeom prst="donut">
              <a:avLst>
                <a:gd fmla="val 4716"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 name="Google Shape;1752;p94"/>
            <p:cNvSpPr/>
            <p:nvPr/>
          </p:nvSpPr>
          <p:spPr>
            <a:xfrm>
              <a:off x="5269594" y="1117818"/>
              <a:ext cx="581100" cy="581100"/>
            </a:xfrm>
            <a:prstGeom prst="donut">
              <a:avLst>
                <a:gd fmla="val 5814"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94"/>
            <p:cNvSpPr/>
            <p:nvPr/>
          </p:nvSpPr>
          <p:spPr>
            <a:xfrm>
              <a:off x="5339279" y="1187526"/>
              <a:ext cx="441900" cy="441600"/>
            </a:xfrm>
            <a:prstGeom prst="donut">
              <a:avLst>
                <a:gd fmla="val 7648"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 name="Google Shape;1754;p94"/>
            <p:cNvSpPr/>
            <p:nvPr/>
          </p:nvSpPr>
          <p:spPr>
            <a:xfrm>
              <a:off x="5414892" y="1263155"/>
              <a:ext cx="290700" cy="290700"/>
            </a:xfrm>
            <a:prstGeom prst="donut">
              <a:avLst>
                <a:gd fmla="val 10182"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 name="Google Shape;1755;p94"/>
            <p:cNvSpPr/>
            <p:nvPr/>
          </p:nvSpPr>
          <p:spPr>
            <a:xfrm rot="-3809958">
              <a:off x="5202435" y="1050148"/>
              <a:ext cx="716705" cy="716705"/>
            </a:xfrm>
            <a:prstGeom prst="blockArc">
              <a:avLst>
                <a:gd fmla="val 5266439" name="adj1"/>
                <a:gd fmla="val 19995741" name="adj2"/>
                <a:gd fmla="val 4692"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 name="Google Shape;1756;p94"/>
            <p:cNvSpPr/>
            <p:nvPr/>
          </p:nvSpPr>
          <p:spPr>
            <a:xfrm rot="-3906059">
              <a:off x="5269616" y="1117617"/>
              <a:ext cx="581445" cy="581445"/>
            </a:xfrm>
            <a:prstGeom prst="blockArc">
              <a:avLst>
                <a:gd fmla="val 3085776" name="adj1"/>
                <a:gd fmla="val 20100839" name="adj2"/>
                <a:gd fmla="val 5564"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94"/>
            <p:cNvSpPr/>
            <p:nvPr/>
          </p:nvSpPr>
          <p:spPr>
            <a:xfrm rot="-4222340">
              <a:off x="5339825" y="1187386"/>
              <a:ext cx="442087" cy="442087"/>
            </a:xfrm>
            <a:prstGeom prst="blockArc">
              <a:avLst>
                <a:gd fmla="val 8884448" name="adj1"/>
                <a:gd fmla="val 20414899" name="adj2"/>
                <a:gd fmla="val 7688"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94"/>
            <p:cNvSpPr/>
            <p:nvPr/>
          </p:nvSpPr>
          <p:spPr>
            <a:xfrm rot="-4538880">
              <a:off x="5414922" y="1262925"/>
              <a:ext cx="290465" cy="290465"/>
            </a:xfrm>
            <a:prstGeom prst="blockArc">
              <a:avLst>
                <a:gd fmla="val 6490304" name="adj1"/>
                <a:gd fmla="val 20700625" name="adj2"/>
                <a:gd fmla="val 10156"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59" name="Google Shape;1759;p94"/>
          <p:cNvGrpSpPr/>
          <p:nvPr/>
        </p:nvGrpSpPr>
        <p:grpSpPr>
          <a:xfrm>
            <a:off x="4440026" y="3869234"/>
            <a:ext cx="505650" cy="504006"/>
            <a:chOff x="6039282" y="1042577"/>
            <a:chExt cx="734315" cy="731929"/>
          </a:xfrm>
        </p:grpSpPr>
        <p:sp>
          <p:nvSpPr>
            <p:cNvPr id="1760" name="Google Shape;1760;p94"/>
            <p:cNvSpPr/>
            <p:nvPr/>
          </p:nvSpPr>
          <p:spPr>
            <a:xfrm>
              <a:off x="6045348" y="1300071"/>
              <a:ext cx="131951" cy="65352"/>
            </a:xfrm>
            <a:custGeom>
              <a:rect b="b" l="l" r="r" t="t"/>
              <a:pathLst>
                <a:path extrusionOk="0" h="701" w="1414">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94"/>
            <p:cNvSpPr/>
            <p:nvPr/>
          </p:nvSpPr>
          <p:spPr>
            <a:xfrm>
              <a:off x="6080342" y="1201250"/>
              <a:ext cx="127938" cy="96863"/>
            </a:xfrm>
            <a:custGeom>
              <a:rect b="b" l="l" r="r" t="t"/>
              <a:pathLst>
                <a:path extrusionOk="0" h="1039" w="1371">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 name="Google Shape;1762;p94"/>
            <p:cNvSpPr/>
            <p:nvPr/>
          </p:nvSpPr>
          <p:spPr>
            <a:xfrm>
              <a:off x="6144918" y="1121167"/>
              <a:ext cx="112541" cy="119145"/>
            </a:xfrm>
            <a:custGeom>
              <a:rect b="b" l="l" r="r" t="t"/>
              <a:pathLst>
                <a:path extrusionOk="0" h="1278" w="1206">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 name="Google Shape;1763;p94"/>
            <p:cNvSpPr/>
            <p:nvPr/>
          </p:nvSpPr>
          <p:spPr>
            <a:xfrm>
              <a:off x="6232449" y="1066723"/>
              <a:ext cx="86879" cy="130518"/>
            </a:xfrm>
            <a:custGeom>
              <a:rect b="b" l="l" r="r" t="t"/>
              <a:pathLst>
                <a:path extrusionOk="0" h="1400" w="931">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 name="Google Shape;1764;p94"/>
            <p:cNvSpPr/>
            <p:nvPr/>
          </p:nvSpPr>
          <p:spPr>
            <a:xfrm>
              <a:off x="6335379" y="1042577"/>
              <a:ext cx="53284" cy="130518"/>
            </a:xfrm>
            <a:custGeom>
              <a:rect b="b" l="l" r="r" t="t"/>
              <a:pathLst>
                <a:path extrusionOk="0" h="1400" w="571">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 name="Google Shape;1765;p94"/>
            <p:cNvSpPr/>
            <p:nvPr/>
          </p:nvSpPr>
          <p:spPr>
            <a:xfrm>
              <a:off x="6431682" y="1043229"/>
              <a:ext cx="56550" cy="131824"/>
            </a:xfrm>
            <a:custGeom>
              <a:rect b="b" l="l" r="r" t="t"/>
              <a:pathLst>
                <a:path extrusionOk="0" h="1414" w="606">
                  <a:moveTo>
                    <a:pt x="144" y="0"/>
                  </a:moveTo>
                  <a:lnTo>
                    <a:pt x="0" y="1356"/>
                  </a:lnTo>
                  <a:cubicBezTo>
                    <a:pt x="101" y="1378"/>
                    <a:pt x="202" y="1385"/>
                    <a:pt x="303" y="1414"/>
                  </a:cubicBezTo>
                  <a:lnTo>
                    <a:pt x="606" y="80"/>
                  </a:lnTo>
                  <a:cubicBezTo>
                    <a:pt x="454" y="36"/>
                    <a:pt x="296" y="22"/>
                    <a:pt x="14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 name="Google Shape;1766;p94"/>
            <p:cNvSpPr/>
            <p:nvPr/>
          </p:nvSpPr>
          <p:spPr>
            <a:xfrm>
              <a:off x="6500924" y="1070731"/>
              <a:ext cx="89678" cy="130612"/>
            </a:xfrm>
            <a:custGeom>
              <a:rect b="b" l="l" r="r" t="t"/>
              <a:pathLst>
                <a:path extrusionOk="0" h="1401" w="961">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 name="Google Shape;1767;p94"/>
            <p:cNvSpPr/>
            <p:nvPr/>
          </p:nvSpPr>
          <p:spPr>
            <a:xfrm>
              <a:off x="6561580" y="1127973"/>
              <a:ext cx="114501" cy="117746"/>
            </a:xfrm>
            <a:custGeom>
              <a:rect b="b" l="l" r="r" t="t"/>
              <a:pathLst>
                <a:path extrusionOk="0" h="1263" w="1227">
                  <a:moveTo>
                    <a:pt x="887" y="0"/>
                  </a:moveTo>
                  <a:lnTo>
                    <a:pt x="0" y="1046"/>
                  </a:lnTo>
                  <a:cubicBezTo>
                    <a:pt x="79" y="1111"/>
                    <a:pt x="152" y="1183"/>
                    <a:pt x="224" y="1262"/>
                  </a:cubicBezTo>
                  <a:lnTo>
                    <a:pt x="1226" y="332"/>
                  </a:lnTo>
                  <a:cubicBezTo>
                    <a:pt x="1118" y="209"/>
                    <a:pt x="1003" y="101"/>
                    <a:pt x="88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 name="Google Shape;1768;p94"/>
            <p:cNvSpPr/>
            <p:nvPr/>
          </p:nvSpPr>
          <p:spPr>
            <a:xfrm>
              <a:off x="6636887" y="1310792"/>
              <a:ext cx="132697" cy="61996"/>
            </a:xfrm>
            <a:custGeom>
              <a:rect b="b" l="l" r="r" t="t"/>
              <a:pathLst>
                <a:path extrusionOk="0" h="665" w="1422">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 name="Google Shape;1769;p94"/>
            <p:cNvSpPr/>
            <p:nvPr/>
          </p:nvSpPr>
          <p:spPr>
            <a:xfrm>
              <a:off x="6642953" y="1415020"/>
              <a:ext cx="130645" cy="47826"/>
            </a:xfrm>
            <a:custGeom>
              <a:rect b="b" l="l" r="r" t="t"/>
              <a:pathLst>
                <a:path extrusionOk="0" h="513" w="1400">
                  <a:moveTo>
                    <a:pt x="30" y="1"/>
                  </a:moveTo>
                  <a:cubicBezTo>
                    <a:pt x="30" y="109"/>
                    <a:pt x="15" y="210"/>
                    <a:pt x="1" y="311"/>
                  </a:cubicBezTo>
                  <a:lnTo>
                    <a:pt x="1357" y="513"/>
                  </a:lnTo>
                  <a:cubicBezTo>
                    <a:pt x="1378" y="354"/>
                    <a:pt x="1393" y="203"/>
                    <a:pt x="1400" y="44"/>
                  </a:cubicBezTo>
                  <a:lnTo>
                    <a:pt x="30"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94"/>
            <p:cNvSpPr/>
            <p:nvPr/>
          </p:nvSpPr>
          <p:spPr>
            <a:xfrm>
              <a:off x="6622143" y="1485687"/>
              <a:ext cx="131951" cy="81388"/>
            </a:xfrm>
            <a:custGeom>
              <a:rect b="b" l="l" r="r" t="t"/>
              <a:pathLst>
                <a:path extrusionOk="0" h="873" w="1414">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 name="Google Shape;1771;p94"/>
            <p:cNvSpPr/>
            <p:nvPr/>
          </p:nvSpPr>
          <p:spPr>
            <a:xfrm>
              <a:off x="6582390" y="1548895"/>
              <a:ext cx="121219" cy="108983"/>
            </a:xfrm>
            <a:custGeom>
              <a:rect b="b" l="l" r="r" t="t"/>
              <a:pathLst>
                <a:path extrusionOk="0" h="1169" w="1299">
                  <a:moveTo>
                    <a:pt x="195" y="0"/>
                  </a:moveTo>
                  <a:lnTo>
                    <a:pt x="102" y="123"/>
                  </a:lnTo>
                  <a:lnTo>
                    <a:pt x="1" y="238"/>
                  </a:lnTo>
                  <a:lnTo>
                    <a:pt x="1003" y="1168"/>
                  </a:lnTo>
                  <a:lnTo>
                    <a:pt x="1155" y="988"/>
                  </a:lnTo>
                  <a:lnTo>
                    <a:pt x="1299" y="801"/>
                  </a:lnTo>
                  <a:lnTo>
                    <a:pt x="19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 name="Google Shape;1772;p94"/>
            <p:cNvSpPr/>
            <p:nvPr/>
          </p:nvSpPr>
          <p:spPr>
            <a:xfrm>
              <a:off x="6526586" y="1599238"/>
              <a:ext cx="100316" cy="126510"/>
            </a:xfrm>
            <a:custGeom>
              <a:rect b="b" l="l" r="r" t="t"/>
              <a:pathLst>
                <a:path extrusionOk="0" h="1357" w="1075">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94"/>
            <p:cNvSpPr/>
            <p:nvPr/>
          </p:nvSpPr>
          <p:spPr>
            <a:xfrm>
              <a:off x="6459957" y="1632893"/>
              <a:ext cx="70735" cy="132570"/>
            </a:xfrm>
            <a:custGeom>
              <a:rect b="b" l="l" r="r" t="t"/>
              <a:pathLst>
                <a:path extrusionOk="0" h="1422" w="758">
                  <a:moveTo>
                    <a:pt x="296" y="1"/>
                  </a:moveTo>
                  <a:cubicBezTo>
                    <a:pt x="195" y="37"/>
                    <a:pt x="101" y="73"/>
                    <a:pt x="0" y="94"/>
                  </a:cubicBezTo>
                  <a:lnTo>
                    <a:pt x="303" y="1421"/>
                  </a:lnTo>
                  <a:cubicBezTo>
                    <a:pt x="454" y="1393"/>
                    <a:pt x="606" y="1342"/>
                    <a:pt x="757" y="1292"/>
                  </a:cubicBezTo>
                  <a:lnTo>
                    <a:pt x="296"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 name="Google Shape;1774;p94"/>
            <p:cNvSpPr/>
            <p:nvPr/>
          </p:nvSpPr>
          <p:spPr>
            <a:xfrm>
              <a:off x="6379145" y="1646318"/>
              <a:ext cx="43859" cy="128188"/>
            </a:xfrm>
            <a:custGeom>
              <a:rect b="b" l="l" r="r" t="t"/>
              <a:pathLst>
                <a:path extrusionOk="0" h="1375" w="47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 name="Google Shape;1775;p94"/>
            <p:cNvSpPr/>
            <p:nvPr/>
          </p:nvSpPr>
          <p:spPr>
            <a:xfrm>
              <a:off x="6272109" y="1630842"/>
              <a:ext cx="74187" cy="131917"/>
            </a:xfrm>
            <a:custGeom>
              <a:rect b="b" l="l" r="r" t="t"/>
              <a:pathLst>
                <a:path extrusionOk="0" h="1415" w="795">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94"/>
            <p:cNvSpPr/>
            <p:nvPr/>
          </p:nvSpPr>
          <p:spPr>
            <a:xfrm>
              <a:off x="6177205" y="1595229"/>
              <a:ext cx="103769" cy="125205"/>
            </a:xfrm>
            <a:custGeom>
              <a:rect b="b" l="l" r="r" t="t"/>
              <a:pathLst>
                <a:path extrusionOk="0" h="1343" w="1112">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 name="Google Shape;1777;p94"/>
            <p:cNvSpPr/>
            <p:nvPr/>
          </p:nvSpPr>
          <p:spPr>
            <a:xfrm>
              <a:off x="6103205" y="1542835"/>
              <a:ext cx="123272" cy="106932"/>
            </a:xfrm>
            <a:custGeom>
              <a:rect b="b" l="l" r="r" t="t"/>
              <a:pathLst>
                <a:path extrusionOk="0" h="1147" w="1321">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 name="Google Shape;1778;p94"/>
            <p:cNvSpPr/>
            <p:nvPr/>
          </p:nvSpPr>
          <p:spPr>
            <a:xfrm>
              <a:off x="6055426" y="1478881"/>
              <a:ext cx="131951" cy="78777"/>
            </a:xfrm>
            <a:custGeom>
              <a:rect b="b" l="l" r="r" t="t"/>
              <a:pathLst>
                <a:path extrusionOk="0" h="845" w="1414">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94"/>
            <p:cNvSpPr/>
            <p:nvPr/>
          </p:nvSpPr>
          <p:spPr>
            <a:xfrm>
              <a:off x="6039282" y="1408308"/>
              <a:ext cx="129338" cy="43817"/>
            </a:xfrm>
            <a:custGeom>
              <a:rect b="b" l="l" r="r" t="t"/>
              <a:pathLst>
                <a:path extrusionOk="0" h="470" w="1386">
                  <a:moveTo>
                    <a:pt x="0" y="1"/>
                  </a:moveTo>
                  <a:cubicBezTo>
                    <a:pt x="7" y="152"/>
                    <a:pt x="7" y="311"/>
                    <a:pt x="29" y="469"/>
                  </a:cubicBezTo>
                  <a:lnTo>
                    <a:pt x="1385" y="304"/>
                  </a:lnTo>
                  <a:cubicBezTo>
                    <a:pt x="1371" y="203"/>
                    <a:pt x="1378" y="102"/>
                    <a:pt x="1363"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 name="Google Shape;1780;p94"/>
            <p:cNvSpPr/>
            <p:nvPr/>
          </p:nvSpPr>
          <p:spPr>
            <a:xfrm>
              <a:off x="6608612" y="1210666"/>
              <a:ext cx="128685" cy="93507"/>
            </a:xfrm>
            <a:custGeom>
              <a:rect b="b" l="l" r="r" t="t"/>
              <a:pathLst>
                <a:path extrusionOk="0" h="1003" w="1379">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1" name="Google Shape;1781;p94"/>
          <p:cNvGrpSpPr/>
          <p:nvPr/>
        </p:nvGrpSpPr>
        <p:grpSpPr>
          <a:xfrm>
            <a:off x="5052628" y="2298862"/>
            <a:ext cx="567744" cy="602136"/>
            <a:chOff x="1825800" y="1651625"/>
            <a:chExt cx="539989" cy="571775"/>
          </a:xfrm>
        </p:grpSpPr>
        <p:sp>
          <p:nvSpPr>
            <p:cNvPr id="1782" name="Google Shape;1782;p94"/>
            <p:cNvSpPr/>
            <p:nvPr/>
          </p:nvSpPr>
          <p:spPr>
            <a:xfrm>
              <a:off x="2093189" y="1651625"/>
              <a:ext cx="272600" cy="287950"/>
            </a:xfrm>
            <a:custGeom>
              <a:rect b="b" l="l" r="r" t="t"/>
              <a:pathLst>
                <a:path extrusionOk="0" h="11518" w="10904">
                  <a:moveTo>
                    <a:pt x="2" y="1"/>
                  </a:moveTo>
                  <a:lnTo>
                    <a:pt x="0" y="11518"/>
                  </a:lnTo>
                  <a:lnTo>
                    <a:pt x="10904" y="11518"/>
                  </a:lnTo>
                  <a:cubicBezTo>
                    <a:pt x="10391" y="5596"/>
                    <a:pt x="5836" y="826"/>
                    <a:pt x="2"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 name="Google Shape;1783;p94"/>
            <p:cNvSpPr/>
            <p:nvPr/>
          </p:nvSpPr>
          <p:spPr>
            <a:xfrm>
              <a:off x="1825800" y="1967150"/>
              <a:ext cx="231900" cy="233575"/>
            </a:xfrm>
            <a:custGeom>
              <a:rect b="b" l="l" r="r" t="t"/>
              <a:pathLst>
                <a:path extrusionOk="0" h="9343" w="9276">
                  <a:moveTo>
                    <a:pt x="0" y="1"/>
                  </a:moveTo>
                  <a:cubicBezTo>
                    <a:pt x="465" y="4930"/>
                    <a:pt x="4350" y="8842"/>
                    <a:pt x="9275" y="9343"/>
                  </a:cubicBezTo>
                  <a:lnTo>
                    <a:pt x="9275" y="1"/>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 name="Google Shape;1784;p94"/>
            <p:cNvSpPr/>
            <p:nvPr/>
          </p:nvSpPr>
          <p:spPr>
            <a:xfrm>
              <a:off x="2093189" y="1967150"/>
              <a:ext cx="244350" cy="256250"/>
            </a:xfrm>
            <a:custGeom>
              <a:rect b="b" l="l" r="r" t="t"/>
              <a:pathLst>
                <a:path extrusionOk="0" h="10250" w="9774">
                  <a:moveTo>
                    <a:pt x="0" y="1"/>
                  </a:moveTo>
                  <a:lnTo>
                    <a:pt x="0" y="10249"/>
                  </a:lnTo>
                  <a:cubicBezTo>
                    <a:pt x="5200" y="9514"/>
                    <a:pt x="9280" y="5280"/>
                    <a:pt x="977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 name="Google Shape;1785;p94"/>
            <p:cNvSpPr/>
            <p:nvPr/>
          </p:nvSpPr>
          <p:spPr>
            <a:xfrm>
              <a:off x="1851375" y="1730300"/>
              <a:ext cx="206325" cy="209275"/>
            </a:xfrm>
            <a:custGeom>
              <a:rect b="b" l="l" r="r" t="t"/>
              <a:pathLst>
                <a:path extrusionOk="0" h="8371" w="8253">
                  <a:moveTo>
                    <a:pt x="8252" y="1"/>
                  </a:moveTo>
                  <a:cubicBezTo>
                    <a:pt x="3865" y="441"/>
                    <a:pt x="383" y="3959"/>
                    <a:pt x="1" y="8371"/>
                  </a:cubicBezTo>
                  <a:lnTo>
                    <a:pt x="8252" y="8371"/>
                  </a:lnTo>
                  <a:lnTo>
                    <a:pt x="8252"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6" name="Google Shape;1786;p94"/>
          <p:cNvGrpSpPr/>
          <p:nvPr/>
        </p:nvGrpSpPr>
        <p:grpSpPr>
          <a:xfrm>
            <a:off x="3727557" y="3855579"/>
            <a:ext cx="508123" cy="507955"/>
            <a:chOff x="1897577" y="2802432"/>
            <a:chExt cx="492176" cy="492014"/>
          </a:xfrm>
        </p:grpSpPr>
        <p:sp>
          <p:nvSpPr>
            <p:cNvPr id="1787" name="Google Shape;1787;p94"/>
            <p:cNvSpPr/>
            <p:nvPr/>
          </p:nvSpPr>
          <p:spPr>
            <a:xfrm>
              <a:off x="2067309" y="2802432"/>
              <a:ext cx="152163" cy="136326"/>
            </a:xfrm>
            <a:custGeom>
              <a:rect b="b" l="l" r="r" t="t"/>
              <a:pathLst>
                <a:path extrusionOk="0" h="8453" w="9435">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 name="Google Shape;1788;p94"/>
            <p:cNvSpPr/>
            <p:nvPr/>
          </p:nvSpPr>
          <p:spPr>
            <a:xfrm>
              <a:off x="2179099" y="2814350"/>
              <a:ext cx="163452" cy="166049"/>
            </a:xfrm>
            <a:custGeom>
              <a:rect b="b" l="l" r="r" t="t"/>
              <a:pathLst>
                <a:path extrusionOk="0" h="10296" w="10135">
                  <a:moveTo>
                    <a:pt x="2491" y="1"/>
                  </a:moveTo>
                  <a:lnTo>
                    <a:pt x="0" y="7702"/>
                  </a:lnTo>
                  <a:cubicBezTo>
                    <a:pt x="1435" y="8161"/>
                    <a:pt x="2686" y="9079"/>
                    <a:pt x="3581" y="10296"/>
                  </a:cubicBezTo>
                  <a:lnTo>
                    <a:pt x="10135" y="5533"/>
                  </a:lnTo>
                  <a:cubicBezTo>
                    <a:pt x="8230" y="2927"/>
                    <a:pt x="5555" y="988"/>
                    <a:pt x="249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 name="Google Shape;1789;p94"/>
            <p:cNvSpPr/>
            <p:nvPr/>
          </p:nvSpPr>
          <p:spPr>
            <a:xfrm>
              <a:off x="2236848" y="3048492"/>
              <a:ext cx="152905" cy="144760"/>
            </a:xfrm>
            <a:custGeom>
              <a:rect b="b" l="l" r="r" t="t"/>
              <a:pathLst>
                <a:path extrusionOk="0" h="8976" w="9481">
                  <a:moveTo>
                    <a:pt x="1377" y="0"/>
                  </a:moveTo>
                  <a:cubicBezTo>
                    <a:pt x="1377" y="1515"/>
                    <a:pt x="895" y="2996"/>
                    <a:pt x="0" y="4212"/>
                  </a:cubicBezTo>
                  <a:lnTo>
                    <a:pt x="6554" y="8976"/>
                  </a:lnTo>
                  <a:cubicBezTo>
                    <a:pt x="8459" y="6370"/>
                    <a:pt x="9480" y="3225"/>
                    <a:pt x="9480"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 name="Google Shape;1790;p94"/>
            <p:cNvSpPr/>
            <p:nvPr/>
          </p:nvSpPr>
          <p:spPr>
            <a:xfrm>
              <a:off x="1944586" y="2814543"/>
              <a:ext cx="163097" cy="166226"/>
            </a:xfrm>
            <a:custGeom>
              <a:rect b="b" l="l" r="r" t="t"/>
              <a:pathLst>
                <a:path extrusionOk="0" h="10307" w="10113">
                  <a:moveTo>
                    <a:pt x="7610" y="0"/>
                  </a:moveTo>
                  <a:cubicBezTo>
                    <a:pt x="4557" y="999"/>
                    <a:pt x="1883" y="2938"/>
                    <a:pt x="1" y="5544"/>
                  </a:cubicBezTo>
                  <a:lnTo>
                    <a:pt x="6554" y="10307"/>
                  </a:lnTo>
                  <a:cubicBezTo>
                    <a:pt x="7438" y="9090"/>
                    <a:pt x="8677" y="8172"/>
                    <a:pt x="10112" y="7701"/>
                  </a:cubicBezTo>
                  <a:lnTo>
                    <a:pt x="761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 name="Google Shape;1791;p94"/>
            <p:cNvSpPr/>
            <p:nvPr/>
          </p:nvSpPr>
          <p:spPr>
            <a:xfrm>
              <a:off x="2236848" y="2903562"/>
              <a:ext cx="152905" cy="144954"/>
            </a:xfrm>
            <a:custGeom>
              <a:rect b="b" l="l" r="r" t="t"/>
              <a:pathLst>
                <a:path extrusionOk="0" h="8988" w="9481">
                  <a:moveTo>
                    <a:pt x="6554" y="1"/>
                  </a:moveTo>
                  <a:lnTo>
                    <a:pt x="0" y="4764"/>
                  </a:lnTo>
                  <a:cubicBezTo>
                    <a:pt x="895" y="5992"/>
                    <a:pt x="1377" y="7472"/>
                    <a:pt x="1377" y="8987"/>
                  </a:cubicBezTo>
                  <a:lnTo>
                    <a:pt x="9469" y="8987"/>
                  </a:lnTo>
                  <a:cubicBezTo>
                    <a:pt x="9480" y="5751"/>
                    <a:pt x="8459" y="2606"/>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94"/>
            <p:cNvSpPr/>
            <p:nvPr/>
          </p:nvSpPr>
          <p:spPr>
            <a:xfrm>
              <a:off x="2179099" y="3116417"/>
              <a:ext cx="163452" cy="166242"/>
            </a:xfrm>
            <a:custGeom>
              <a:rect b="b" l="l" r="r" t="t"/>
              <a:pathLst>
                <a:path extrusionOk="0" h="10308" w="10135">
                  <a:moveTo>
                    <a:pt x="3581" y="0"/>
                  </a:moveTo>
                  <a:cubicBezTo>
                    <a:pt x="2686" y="1229"/>
                    <a:pt x="1435" y="2135"/>
                    <a:pt x="0" y="2594"/>
                  </a:cubicBezTo>
                  <a:lnTo>
                    <a:pt x="2502" y="10307"/>
                  </a:lnTo>
                  <a:cubicBezTo>
                    <a:pt x="5567" y="9309"/>
                    <a:pt x="8241" y="7369"/>
                    <a:pt x="10135" y="4764"/>
                  </a:cubicBezTo>
                  <a:lnTo>
                    <a:pt x="3581"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 name="Google Shape;1793;p94"/>
            <p:cNvSpPr/>
            <p:nvPr/>
          </p:nvSpPr>
          <p:spPr>
            <a:xfrm>
              <a:off x="1897577" y="2903933"/>
              <a:ext cx="152727" cy="144583"/>
            </a:xfrm>
            <a:custGeom>
              <a:rect b="b" l="l" r="r" t="t"/>
              <a:pathLst>
                <a:path extrusionOk="0" h="8965" w="9470">
                  <a:moveTo>
                    <a:pt x="2916" y="1"/>
                  </a:moveTo>
                  <a:cubicBezTo>
                    <a:pt x="1022" y="2606"/>
                    <a:pt x="0" y="5739"/>
                    <a:pt x="12" y="8964"/>
                  </a:cubicBezTo>
                  <a:lnTo>
                    <a:pt x="8103" y="8964"/>
                  </a:lnTo>
                  <a:cubicBezTo>
                    <a:pt x="8103" y="7449"/>
                    <a:pt x="8574" y="5980"/>
                    <a:pt x="9469" y="4764"/>
                  </a:cubicBezTo>
                  <a:lnTo>
                    <a:pt x="2916"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94"/>
            <p:cNvSpPr/>
            <p:nvPr/>
          </p:nvSpPr>
          <p:spPr>
            <a:xfrm>
              <a:off x="2067309" y="3158056"/>
              <a:ext cx="152163" cy="136390"/>
            </a:xfrm>
            <a:custGeom>
              <a:rect b="b" l="l" r="r" t="t"/>
              <a:pathLst>
                <a:path extrusionOk="0" h="8457" w="9435">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94"/>
            <p:cNvSpPr/>
            <p:nvPr/>
          </p:nvSpPr>
          <p:spPr>
            <a:xfrm>
              <a:off x="1944586" y="3116046"/>
              <a:ext cx="163097" cy="166242"/>
            </a:xfrm>
            <a:custGeom>
              <a:rect b="b" l="l" r="r" t="t"/>
              <a:pathLst>
                <a:path extrusionOk="0" h="10308" w="10113">
                  <a:moveTo>
                    <a:pt x="6554" y="1"/>
                  </a:moveTo>
                  <a:lnTo>
                    <a:pt x="1" y="4764"/>
                  </a:lnTo>
                  <a:cubicBezTo>
                    <a:pt x="1883" y="7369"/>
                    <a:pt x="4557" y="9309"/>
                    <a:pt x="7610" y="10307"/>
                  </a:cubicBezTo>
                  <a:lnTo>
                    <a:pt x="10112" y="2606"/>
                  </a:lnTo>
                  <a:cubicBezTo>
                    <a:pt x="8677" y="2135"/>
                    <a:pt x="7438" y="1229"/>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 name="Google Shape;1796;p94"/>
            <p:cNvSpPr/>
            <p:nvPr/>
          </p:nvSpPr>
          <p:spPr>
            <a:xfrm>
              <a:off x="1897577" y="3048492"/>
              <a:ext cx="152727" cy="144390"/>
            </a:xfrm>
            <a:custGeom>
              <a:rect b="b" l="l" r="r" t="t"/>
              <a:pathLst>
                <a:path extrusionOk="0" h="8953" w="9470">
                  <a:moveTo>
                    <a:pt x="12" y="0"/>
                  </a:moveTo>
                  <a:cubicBezTo>
                    <a:pt x="0" y="3214"/>
                    <a:pt x="1022" y="6347"/>
                    <a:pt x="2916" y="8953"/>
                  </a:cubicBezTo>
                  <a:lnTo>
                    <a:pt x="9469" y="4190"/>
                  </a:lnTo>
                  <a:cubicBezTo>
                    <a:pt x="8574" y="2973"/>
                    <a:pt x="8103" y="1504"/>
                    <a:pt x="810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 name="Google Shape;1797;p94"/>
            <p:cNvSpPr/>
            <p:nvPr/>
          </p:nvSpPr>
          <p:spPr>
            <a:xfrm>
              <a:off x="2143379" y="3048492"/>
              <a:ext cx="16" cy="16"/>
            </a:xfrm>
            <a:custGeom>
              <a:rect b="b" l="l" r="r" t="t"/>
              <a:pathLst>
                <a:path extrusionOk="0" fill="none" h="1" w="1">
                  <a:moveTo>
                    <a:pt x="0" y="0"/>
                  </a:moveTo>
                  <a:lnTo>
                    <a:pt x="0" y="0"/>
                  </a:lnTo>
                  <a:close/>
                </a:path>
              </a:pathLst>
            </a:custGeom>
            <a:noFill/>
            <a:ln cap="rnd"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 name="Google Shape;1798;p94"/>
            <p:cNvSpPr/>
            <p:nvPr/>
          </p:nvSpPr>
          <p:spPr>
            <a:xfrm>
              <a:off x="2143379" y="3048492"/>
              <a:ext cx="16" cy="16"/>
            </a:xfrm>
            <a:custGeom>
              <a:rect b="b" l="l" r="r" t="t"/>
              <a:pathLst>
                <a:path extrusionOk="0" fill="none" h="1" w="1">
                  <a:moveTo>
                    <a:pt x="0" y="0"/>
                  </a:moveTo>
                  <a:lnTo>
                    <a:pt x="0" y="0"/>
                  </a:lnTo>
                  <a:close/>
                </a:path>
              </a:pathLst>
            </a:custGeom>
            <a:no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9" name="Google Shape;1799;p94"/>
          <p:cNvGrpSpPr/>
          <p:nvPr/>
        </p:nvGrpSpPr>
        <p:grpSpPr>
          <a:xfrm>
            <a:off x="959087" y="4169123"/>
            <a:ext cx="809227" cy="200842"/>
            <a:chOff x="2013045" y="4813233"/>
            <a:chExt cx="921986" cy="228854"/>
          </a:xfrm>
        </p:grpSpPr>
        <p:sp>
          <p:nvSpPr>
            <p:cNvPr id="1800" name="Google Shape;1800;p94"/>
            <p:cNvSpPr/>
            <p:nvPr/>
          </p:nvSpPr>
          <p:spPr>
            <a:xfrm>
              <a:off x="2013045" y="4867370"/>
              <a:ext cx="921986" cy="174718"/>
            </a:xfrm>
            <a:custGeom>
              <a:rect b="b" l="l" r="r" t="t"/>
              <a:pathLst>
                <a:path extrusionOk="0" fill="none" h="26303" w="138801">
                  <a:moveTo>
                    <a:pt x="0" y="18153"/>
                  </a:moveTo>
                  <a:lnTo>
                    <a:pt x="0" y="26303"/>
                  </a:lnTo>
                  <a:lnTo>
                    <a:pt x="138800" y="26303"/>
                  </a:lnTo>
                  <a:lnTo>
                    <a:pt x="138800" y="0"/>
                  </a:lnTo>
                  <a:lnTo>
                    <a:pt x="38405" y="0"/>
                  </a:lnTo>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 name="Google Shape;1801;p94"/>
            <p:cNvSpPr/>
            <p:nvPr/>
          </p:nvSpPr>
          <p:spPr>
            <a:xfrm>
              <a:off x="2013045" y="4813233"/>
              <a:ext cx="316628" cy="174718"/>
            </a:xfrm>
            <a:custGeom>
              <a:rect b="b" l="l" r="r" t="t"/>
              <a:pathLst>
                <a:path extrusionOk="0" fill="none" h="26303" w="47667">
                  <a:moveTo>
                    <a:pt x="0" y="0"/>
                  </a:moveTo>
                  <a:lnTo>
                    <a:pt x="0" y="26303"/>
                  </a:lnTo>
                  <a:lnTo>
                    <a:pt x="47666" y="26303"/>
                  </a:lnTo>
                  <a:lnTo>
                    <a:pt x="34453"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2" name="Google Shape;1802;p94"/>
          <p:cNvGrpSpPr/>
          <p:nvPr/>
        </p:nvGrpSpPr>
        <p:grpSpPr>
          <a:xfrm>
            <a:off x="967547" y="2656004"/>
            <a:ext cx="792421" cy="269941"/>
            <a:chOff x="1046767" y="4756633"/>
            <a:chExt cx="859646" cy="292841"/>
          </a:xfrm>
        </p:grpSpPr>
        <p:sp>
          <p:nvSpPr>
            <p:cNvPr id="1803" name="Google Shape;1803;p94"/>
            <p:cNvSpPr/>
            <p:nvPr/>
          </p:nvSpPr>
          <p:spPr>
            <a:xfrm>
              <a:off x="1046767" y="4811593"/>
              <a:ext cx="859646" cy="237881"/>
            </a:xfrm>
            <a:custGeom>
              <a:rect b="b" l="l" r="r" t="t"/>
              <a:pathLst>
                <a:path extrusionOk="0" fill="none" h="35812" w="129416">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 name="Google Shape;1804;p94"/>
            <p:cNvSpPr/>
            <p:nvPr/>
          </p:nvSpPr>
          <p:spPr>
            <a:xfrm>
              <a:off x="1046767" y="4983846"/>
              <a:ext cx="65628" cy="65628"/>
            </a:xfrm>
            <a:custGeom>
              <a:rect b="b" l="l" r="r" t="t"/>
              <a:pathLst>
                <a:path extrusionOk="0" fill="none" h="9880" w="9880">
                  <a:moveTo>
                    <a:pt x="1" y="0"/>
                  </a:moveTo>
                  <a:lnTo>
                    <a:pt x="1" y="9879"/>
                  </a:lnTo>
                  <a:lnTo>
                    <a:pt x="9880" y="9879"/>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94"/>
            <p:cNvSpPr/>
            <p:nvPr/>
          </p:nvSpPr>
          <p:spPr>
            <a:xfrm>
              <a:off x="1067279" y="4756633"/>
              <a:ext cx="179640" cy="179646"/>
            </a:xfrm>
            <a:custGeom>
              <a:rect b="b" l="l" r="r" t="t"/>
              <a:pathLst>
                <a:path extrusionOk="0" fill="none" h="27045" w="27044">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cap="flat" cmpd="sng" w="9525">
              <a:solidFill>
                <a:srgbClr val="A5B7C5"/>
              </a:solidFill>
              <a:prstDash val="solid"/>
              <a:miter lim="12348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06" name="Google Shape;1806;p94"/>
          <p:cNvSpPr/>
          <p:nvPr/>
        </p:nvSpPr>
        <p:spPr>
          <a:xfrm>
            <a:off x="7401300" y="2350672"/>
            <a:ext cx="185410" cy="94006"/>
          </a:xfrm>
          <a:custGeom>
            <a:rect b="b" l="l" r="r" t="t"/>
            <a:pathLst>
              <a:path extrusionOk="0" h="1544" w="3045">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 name="Google Shape;1807;p94"/>
          <p:cNvSpPr/>
          <p:nvPr/>
        </p:nvSpPr>
        <p:spPr>
          <a:xfrm>
            <a:off x="7100754" y="2333075"/>
            <a:ext cx="171771" cy="129198"/>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94"/>
          <p:cNvSpPr/>
          <p:nvPr/>
        </p:nvSpPr>
        <p:spPr>
          <a:xfrm>
            <a:off x="7723043" y="2339529"/>
            <a:ext cx="167813" cy="116777"/>
          </a:xfrm>
          <a:custGeom>
            <a:rect b="b" l="l" r="r" t="t"/>
            <a:pathLst>
              <a:path extrusionOk="0" h="1918" w="2756">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94"/>
          <p:cNvSpPr/>
          <p:nvPr/>
        </p:nvSpPr>
        <p:spPr>
          <a:xfrm>
            <a:off x="8017748" y="2333075"/>
            <a:ext cx="163855" cy="129198"/>
          </a:xfrm>
          <a:custGeom>
            <a:rect b="b" l="l" r="r" t="t"/>
            <a:pathLst>
              <a:path extrusionOk="0" h="2122" w="2691">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10" name="Google Shape;1810;p94"/>
          <p:cNvGrpSpPr/>
          <p:nvPr/>
        </p:nvGrpSpPr>
        <p:grpSpPr>
          <a:xfrm>
            <a:off x="7103403" y="2550562"/>
            <a:ext cx="166473" cy="141497"/>
            <a:chOff x="4660325" y="1866850"/>
            <a:chExt cx="68350" cy="58100"/>
          </a:xfrm>
        </p:grpSpPr>
        <p:sp>
          <p:nvSpPr>
            <p:cNvPr id="1811" name="Google Shape;1811;p94"/>
            <p:cNvSpPr/>
            <p:nvPr/>
          </p:nvSpPr>
          <p:spPr>
            <a:xfrm>
              <a:off x="4660325" y="1866850"/>
              <a:ext cx="37700" cy="58100"/>
            </a:xfrm>
            <a:custGeom>
              <a:rect b="b" l="l" r="r" t="t"/>
              <a:pathLst>
                <a:path extrusionOk="0" h="2324" w="1508">
                  <a:moveTo>
                    <a:pt x="346" y="1"/>
                  </a:moveTo>
                  <a:lnTo>
                    <a:pt x="0" y="354"/>
                  </a:lnTo>
                  <a:lnTo>
                    <a:pt x="815"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94"/>
            <p:cNvSpPr/>
            <p:nvPr/>
          </p:nvSpPr>
          <p:spPr>
            <a:xfrm>
              <a:off x="4690975" y="1866850"/>
              <a:ext cx="37700" cy="58100"/>
            </a:xfrm>
            <a:custGeom>
              <a:rect b="b" l="l" r="r" t="t"/>
              <a:pathLst>
                <a:path extrusionOk="0" h="2324" w="1508">
                  <a:moveTo>
                    <a:pt x="346" y="1"/>
                  </a:moveTo>
                  <a:lnTo>
                    <a:pt x="0" y="354"/>
                  </a:lnTo>
                  <a:lnTo>
                    <a:pt x="808"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3" name="Google Shape;1813;p94"/>
          <p:cNvGrpSpPr/>
          <p:nvPr/>
        </p:nvGrpSpPr>
        <p:grpSpPr>
          <a:xfrm>
            <a:off x="7412747" y="2576286"/>
            <a:ext cx="162515" cy="90049"/>
            <a:chOff x="4791775" y="1877500"/>
            <a:chExt cx="66725" cy="36975"/>
          </a:xfrm>
        </p:grpSpPr>
        <p:sp>
          <p:nvSpPr>
            <p:cNvPr id="1814" name="Google Shape;1814;p94"/>
            <p:cNvSpPr/>
            <p:nvPr/>
          </p:nvSpPr>
          <p:spPr>
            <a:xfrm>
              <a:off x="4791775" y="1877500"/>
              <a:ext cx="36075" cy="36975"/>
            </a:xfrm>
            <a:custGeom>
              <a:rect b="b" l="l" r="r" t="t"/>
              <a:pathLst>
                <a:path extrusionOk="0" h="1479" w="1443">
                  <a:moveTo>
                    <a:pt x="0" y="0"/>
                  </a:moveTo>
                  <a:lnTo>
                    <a:pt x="743" y="736"/>
                  </a:lnTo>
                  <a:lnTo>
                    <a:pt x="0" y="1479"/>
                  </a:lnTo>
                  <a:lnTo>
                    <a:pt x="700" y="1479"/>
                  </a:lnTo>
                  <a:lnTo>
                    <a:pt x="1442"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 name="Google Shape;1815;p94"/>
            <p:cNvSpPr/>
            <p:nvPr/>
          </p:nvSpPr>
          <p:spPr>
            <a:xfrm>
              <a:off x="4822425" y="1877500"/>
              <a:ext cx="36075" cy="36975"/>
            </a:xfrm>
            <a:custGeom>
              <a:rect b="b" l="l" r="r" t="t"/>
              <a:pathLst>
                <a:path extrusionOk="0" h="1479" w="1443">
                  <a:moveTo>
                    <a:pt x="0" y="0"/>
                  </a:moveTo>
                  <a:lnTo>
                    <a:pt x="743" y="736"/>
                  </a:lnTo>
                  <a:lnTo>
                    <a:pt x="0" y="1479"/>
                  </a:lnTo>
                  <a:lnTo>
                    <a:pt x="700" y="1479"/>
                  </a:lnTo>
                  <a:lnTo>
                    <a:pt x="1443"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6" name="Google Shape;1816;p94"/>
          <p:cNvGrpSpPr/>
          <p:nvPr/>
        </p:nvGrpSpPr>
        <p:grpSpPr>
          <a:xfrm>
            <a:off x="7734460" y="2576286"/>
            <a:ext cx="144979" cy="90049"/>
            <a:chOff x="4923925" y="1877500"/>
            <a:chExt cx="59525" cy="36975"/>
          </a:xfrm>
        </p:grpSpPr>
        <p:sp>
          <p:nvSpPr>
            <p:cNvPr id="1817" name="Google Shape;1817;p94"/>
            <p:cNvSpPr/>
            <p:nvPr/>
          </p:nvSpPr>
          <p:spPr>
            <a:xfrm>
              <a:off x="4923925" y="1877500"/>
              <a:ext cx="28875" cy="36975"/>
            </a:xfrm>
            <a:custGeom>
              <a:rect b="b" l="l" r="r" t="t"/>
              <a:pathLst>
                <a:path extrusionOk="0" h="1479" w="1155">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94"/>
            <p:cNvSpPr/>
            <p:nvPr/>
          </p:nvSpPr>
          <p:spPr>
            <a:xfrm>
              <a:off x="4954575" y="1877500"/>
              <a:ext cx="28875" cy="36975"/>
            </a:xfrm>
            <a:custGeom>
              <a:rect b="b" l="l" r="r" t="t"/>
              <a:pathLst>
                <a:path extrusionOk="0" h="1479" w="1155">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9" name="Google Shape;1819;p94"/>
          <p:cNvGrpSpPr/>
          <p:nvPr/>
        </p:nvGrpSpPr>
        <p:grpSpPr>
          <a:xfrm>
            <a:off x="8028952" y="2558477"/>
            <a:ext cx="141447" cy="125667"/>
            <a:chOff x="5058450" y="1870100"/>
            <a:chExt cx="58075" cy="51600"/>
          </a:xfrm>
        </p:grpSpPr>
        <p:sp>
          <p:nvSpPr>
            <p:cNvPr id="1820" name="Google Shape;1820;p94"/>
            <p:cNvSpPr/>
            <p:nvPr/>
          </p:nvSpPr>
          <p:spPr>
            <a:xfrm>
              <a:off x="5058450"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 name="Google Shape;1821;p94"/>
            <p:cNvSpPr/>
            <p:nvPr/>
          </p:nvSpPr>
          <p:spPr>
            <a:xfrm>
              <a:off x="5090725"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2" name="Google Shape;1822;p94"/>
          <p:cNvGrpSpPr/>
          <p:nvPr/>
        </p:nvGrpSpPr>
        <p:grpSpPr>
          <a:xfrm>
            <a:off x="7443466" y="2980885"/>
            <a:ext cx="101077" cy="107645"/>
            <a:chOff x="4811425" y="2065025"/>
            <a:chExt cx="41500" cy="44200"/>
          </a:xfrm>
        </p:grpSpPr>
        <p:sp>
          <p:nvSpPr>
            <p:cNvPr id="1823" name="Google Shape;1823;p94"/>
            <p:cNvSpPr/>
            <p:nvPr/>
          </p:nvSpPr>
          <p:spPr>
            <a:xfrm>
              <a:off x="4825300" y="2065025"/>
              <a:ext cx="27625" cy="44200"/>
            </a:xfrm>
            <a:custGeom>
              <a:rect b="b" l="l" r="r" t="t"/>
              <a:pathLst>
                <a:path extrusionOk="0" h="1768" w="1105">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 name="Google Shape;1824;p94"/>
            <p:cNvSpPr/>
            <p:nvPr/>
          </p:nvSpPr>
          <p:spPr>
            <a:xfrm>
              <a:off x="4811425" y="2072950"/>
              <a:ext cx="19850" cy="28350"/>
            </a:xfrm>
            <a:custGeom>
              <a:rect b="b" l="l" r="r" t="t"/>
              <a:pathLst>
                <a:path extrusionOk="0" h="1134" w="794">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5" name="Google Shape;1825;p94"/>
          <p:cNvGrpSpPr/>
          <p:nvPr/>
        </p:nvGrpSpPr>
        <p:grpSpPr>
          <a:xfrm>
            <a:off x="7735904" y="2981098"/>
            <a:ext cx="120867" cy="107218"/>
            <a:chOff x="4929875" y="2065025"/>
            <a:chExt cx="49625" cy="44025"/>
          </a:xfrm>
        </p:grpSpPr>
        <p:sp>
          <p:nvSpPr>
            <p:cNvPr id="1826" name="Google Shape;1826;p94"/>
            <p:cNvSpPr/>
            <p:nvPr/>
          </p:nvSpPr>
          <p:spPr>
            <a:xfrm>
              <a:off x="4950075" y="2065025"/>
              <a:ext cx="29425" cy="44025"/>
            </a:xfrm>
            <a:custGeom>
              <a:rect b="b" l="l" r="r" t="t"/>
              <a:pathLst>
                <a:path extrusionOk="0" h="1761" w="1177">
                  <a:moveTo>
                    <a:pt x="1" y="0"/>
                  </a:moveTo>
                  <a:lnTo>
                    <a:pt x="729" y="88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94"/>
            <p:cNvSpPr/>
            <p:nvPr/>
          </p:nvSpPr>
          <p:spPr>
            <a:xfrm>
              <a:off x="4929875" y="2065025"/>
              <a:ext cx="29425" cy="44025"/>
            </a:xfrm>
            <a:custGeom>
              <a:rect b="b" l="l" r="r" t="t"/>
              <a:pathLst>
                <a:path extrusionOk="0" h="1761" w="1177">
                  <a:moveTo>
                    <a:pt x="1" y="0"/>
                  </a:moveTo>
                  <a:lnTo>
                    <a:pt x="736" y="880"/>
                  </a:lnTo>
                  <a:lnTo>
                    <a:pt x="1" y="176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8" name="Google Shape;1828;p94"/>
          <p:cNvGrpSpPr/>
          <p:nvPr/>
        </p:nvGrpSpPr>
        <p:grpSpPr>
          <a:xfrm>
            <a:off x="8064572" y="2984112"/>
            <a:ext cx="70206" cy="101191"/>
            <a:chOff x="5083925" y="2066350"/>
            <a:chExt cx="28825" cy="41550"/>
          </a:xfrm>
        </p:grpSpPr>
        <p:sp>
          <p:nvSpPr>
            <p:cNvPr id="1829" name="Google Shape;1829;p94"/>
            <p:cNvSpPr/>
            <p:nvPr/>
          </p:nvSpPr>
          <p:spPr>
            <a:xfrm>
              <a:off x="5084050" y="2066350"/>
              <a:ext cx="28700" cy="41550"/>
            </a:xfrm>
            <a:custGeom>
              <a:rect b="b" l="l" r="r" t="t"/>
              <a:pathLst>
                <a:path extrusionOk="0" h="1662" w="1148">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94"/>
            <p:cNvSpPr/>
            <p:nvPr/>
          </p:nvSpPr>
          <p:spPr>
            <a:xfrm>
              <a:off x="5083925" y="2081325"/>
              <a:ext cx="8800" cy="11600"/>
            </a:xfrm>
            <a:custGeom>
              <a:rect b="b" l="l" r="r" t="t"/>
              <a:pathLst>
                <a:path extrusionOk="0" h="464" w="352">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1" name="Google Shape;1831;p94"/>
          <p:cNvGrpSpPr/>
          <p:nvPr/>
        </p:nvGrpSpPr>
        <p:grpSpPr>
          <a:xfrm>
            <a:off x="7096126" y="2999759"/>
            <a:ext cx="181026" cy="69896"/>
            <a:chOff x="4659775" y="2072775"/>
            <a:chExt cx="74325" cy="28700"/>
          </a:xfrm>
        </p:grpSpPr>
        <p:sp>
          <p:nvSpPr>
            <p:cNvPr id="1832" name="Google Shape;1832;p94"/>
            <p:cNvSpPr/>
            <p:nvPr/>
          </p:nvSpPr>
          <p:spPr>
            <a:xfrm>
              <a:off x="4659775" y="2072775"/>
              <a:ext cx="38075" cy="28700"/>
            </a:xfrm>
            <a:custGeom>
              <a:rect b="b" l="l" r="r" t="t"/>
              <a:pathLst>
                <a:path extrusionOk="0" h="1148" w="1523">
                  <a:moveTo>
                    <a:pt x="1" y="0"/>
                  </a:moveTo>
                  <a:lnTo>
                    <a:pt x="578" y="570"/>
                  </a:lnTo>
                  <a:lnTo>
                    <a:pt x="1" y="1147"/>
                  </a:lnTo>
                  <a:lnTo>
                    <a:pt x="945" y="1147"/>
                  </a:lnTo>
                  <a:lnTo>
                    <a:pt x="1522" y="570"/>
                  </a:lnTo>
                  <a:lnTo>
                    <a:pt x="945"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 name="Google Shape;1833;p94"/>
            <p:cNvSpPr/>
            <p:nvPr/>
          </p:nvSpPr>
          <p:spPr>
            <a:xfrm>
              <a:off x="4691875" y="2072775"/>
              <a:ext cx="24550" cy="28700"/>
            </a:xfrm>
            <a:custGeom>
              <a:rect b="b" l="l" r="r" t="t"/>
              <a:pathLst>
                <a:path extrusionOk="0" h="1148" w="982">
                  <a:moveTo>
                    <a:pt x="0" y="0"/>
                  </a:moveTo>
                  <a:lnTo>
                    <a:pt x="570" y="570"/>
                  </a:lnTo>
                  <a:lnTo>
                    <a:pt x="0" y="1147"/>
                  </a:lnTo>
                  <a:lnTo>
                    <a:pt x="411" y="1147"/>
                  </a:lnTo>
                  <a:lnTo>
                    <a:pt x="981" y="570"/>
                  </a:lnTo>
                  <a:lnTo>
                    <a:pt x="41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 name="Google Shape;1834;p94"/>
            <p:cNvSpPr/>
            <p:nvPr/>
          </p:nvSpPr>
          <p:spPr>
            <a:xfrm>
              <a:off x="4709350" y="2072775"/>
              <a:ext cx="24750" cy="28700"/>
            </a:xfrm>
            <a:custGeom>
              <a:rect b="b" l="l" r="r" t="t"/>
              <a:pathLst>
                <a:path extrusionOk="0" h="1148" w="990">
                  <a:moveTo>
                    <a:pt x="1" y="0"/>
                  </a:moveTo>
                  <a:lnTo>
                    <a:pt x="578" y="570"/>
                  </a:lnTo>
                  <a:lnTo>
                    <a:pt x="1" y="1147"/>
                  </a:lnTo>
                  <a:lnTo>
                    <a:pt x="412" y="1147"/>
                  </a:lnTo>
                  <a:lnTo>
                    <a:pt x="989" y="570"/>
                  </a:lnTo>
                  <a:lnTo>
                    <a:pt x="41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5" name="Google Shape;1835;p94"/>
          <p:cNvGrpSpPr/>
          <p:nvPr/>
        </p:nvGrpSpPr>
        <p:grpSpPr>
          <a:xfrm>
            <a:off x="8015982" y="2790324"/>
            <a:ext cx="167387" cy="89197"/>
            <a:chOff x="4662475" y="1976500"/>
            <a:chExt cx="68725" cy="36625"/>
          </a:xfrm>
        </p:grpSpPr>
        <p:sp>
          <p:nvSpPr>
            <p:cNvPr id="1836" name="Google Shape;1836;p94"/>
            <p:cNvSpPr/>
            <p:nvPr/>
          </p:nvSpPr>
          <p:spPr>
            <a:xfrm>
              <a:off x="4690800" y="1976500"/>
              <a:ext cx="40400" cy="36625"/>
            </a:xfrm>
            <a:custGeom>
              <a:rect b="b" l="l" r="r" t="t"/>
              <a:pathLst>
                <a:path extrusionOk="0" h="1465" w="1616">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 name="Google Shape;1837;p94"/>
            <p:cNvSpPr/>
            <p:nvPr/>
          </p:nvSpPr>
          <p:spPr>
            <a:xfrm>
              <a:off x="4674375" y="1991450"/>
              <a:ext cx="10675" cy="6700"/>
            </a:xfrm>
            <a:custGeom>
              <a:rect b="b" l="l" r="r" t="t"/>
              <a:pathLst>
                <a:path extrusionOk="0" h="268" w="427">
                  <a:moveTo>
                    <a:pt x="1" y="1"/>
                  </a:moveTo>
                  <a:lnTo>
                    <a:pt x="1" y="268"/>
                  </a:lnTo>
                  <a:lnTo>
                    <a:pt x="426" y="268"/>
                  </a:lnTo>
                  <a:lnTo>
                    <a:pt x="42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 name="Google Shape;1838;p94"/>
            <p:cNvSpPr/>
            <p:nvPr/>
          </p:nvSpPr>
          <p:spPr>
            <a:xfrm>
              <a:off x="4662475" y="1991450"/>
              <a:ext cx="5625" cy="6700"/>
            </a:xfrm>
            <a:custGeom>
              <a:rect b="b" l="l" r="r" t="t"/>
              <a:pathLst>
                <a:path extrusionOk="0" h="268" w="225">
                  <a:moveTo>
                    <a:pt x="1" y="1"/>
                  </a:moveTo>
                  <a:lnTo>
                    <a:pt x="1" y="268"/>
                  </a:lnTo>
                  <a:lnTo>
                    <a:pt x="224" y="268"/>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9" name="Google Shape;1839;p94"/>
          <p:cNvGrpSpPr/>
          <p:nvPr/>
        </p:nvGrpSpPr>
        <p:grpSpPr>
          <a:xfrm>
            <a:off x="7712887" y="2793764"/>
            <a:ext cx="166899" cy="82317"/>
            <a:chOff x="4920150" y="1977875"/>
            <a:chExt cx="68525" cy="33800"/>
          </a:xfrm>
        </p:grpSpPr>
        <p:sp>
          <p:nvSpPr>
            <p:cNvPr id="1840" name="Google Shape;1840;p94"/>
            <p:cNvSpPr/>
            <p:nvPr/>
          </p:nvSpPr>
          <p:spPr>
            <a:xfrm>
              <a:off x="4949175" y="1977875"/>
              <a:ext cx="39500" cy="33800"/>
            </a:xfrm>
            <a:custGeom>
              <a:rect b="b" l="l" r="r" t="t"/>
              <a:pathLst>
                <a:path extrusionOk="0" h="1352" w="158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 name="Google Shape;1841;p94"/>
            <p:cNvSpPr/>
            <p:nvPr/>
          </p:nvSpPr>
          <p:spPr>
            <a:xfrm>
              <a:off x="4931875" y="1991450"/>
              <a:ext cx="12825" cy="6700"/>
            </a:xfrm>
            <a:custGeom>
              <a:rect b="b" l="l" r="r" t="t"/>
              <a:pathLst>
                <a:path extrusionOk="0" h="268" w="513">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 name="Google Shape;1842;p94"/>
            <p:cNvSpPr/>
            <p:nvPr/>
          </p:nvSpPr>
          <p:spPr>
            <a:xfrm>
              <a:off x="4920150" y="1991450"/>
              <a:ext cx="9225" cy="6700"/>
            </a:xfrm>
            <a:custGeom>
              <a:rect b="b" l="l" r="r" t="t"/>
              <a:pathLst>
                <a:path extrusionOk="0" h="268" w="369">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43" name="Google Shape;1843;p94"/>
          <p:cNvGrpSpPr/>
          <p:nvPr/>
        </p:nvGrpSpPr>
        <p:grpSpPr>
          <a:xfrm>
            <a:off x="7124044" y="3197682"/>
            <a:ext cx="125190" cy="127859"/>
            <a:chOff x="4676550" y="2160575"/>
            <a:chExt cx="51400" cy="52500"/>
          </a:xfrm>
        </p:grpSpPr>
        <p:sp>
          <p:nvSpPr>
            <p:cNvPr id="1844" name="Google Shape;1844;p94"/>
            <p:cNvSpPr/>
            <p:nvPr/>
          </p:nvSpPr>
          <p:spPr>
            <a:xfrm>
              <a:off x="4676550" y="2160575"/>
              <a:ext cx="27775" cy="52500"/>
            </a:xfrm>
            <a:custGeom>
              <a:rect b="b" l="l" r="r" t="t"/>
              <a:pathLst>
                <a:path extrusionOk="0" h="2100" w="1111">
                  <a:moveTo>
                    <a:pt x="0" y="1"/>
                  </a:moveTo>
                  <a:lnTo>
                    <a:pt x="823"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 name="Google Shape;1845;p94"/>
            <p:cNvSpPr/>
            <p:nvPr/>
          </p:nvSpPr>
          <p:spPr>
            <a:xfrm>
              <a:off x="4688275" y="2160575"/>
              <a:ext cx="27975" cy="52500"/>
            </a:xfrm>
            <a:custGeom>
              <a:rect b="b" l="l" r="r" t="t"/>
              <a:pathLst>
                <a:path extrusionOk="0" h="2100" w="1119">
                  <a:moveTo>
                    <a:pt x="0" y="1"/>
                  </a:moveTo>
                  <a:lnTo>
                    <a:pt x="822" y="1047"/>
                  </a:lnTo>
                  <a:lnTo>
                    <a:pt x="0" y="2100"/>
                  </a:lnTo>
                  <a:lnTo>
                    <a:pt x="296" y="2100"/>
                  </a:lnTo>
                  <a:lnTo>
                    <a:pt x="1118" y="1047"/>
                  </a:lnTo>
                  <a:lnTo>
                    <a:pt x="29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 name="Google Shape;1846;p94"/>
            <p:cNvSpPr/>
            <p:nvPr/>
          </p:nvSpPr>
          <p:spPr>
            <a:xfrm>
              <a:off x="4700175" y="2160575"/>
              <a:ext cx="27775" cy="52500"/>
            </a:xfrm>
            <a:custGeom>
              <a:rect b="b" l="l" r="r" t="t"/>
              <a:pathLst>
                <a:path extrusionOk="0" h="2100" w="1111">
                  <a:moveTo>
                    <a:pt x="0" y="1"/>
                  </a:moveTo>
                  <a:lnTo>
                    <a:pt x="822"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47" name="Google Shape;1847;p94"/>
          <p:cNvGrpSpPr/>
          <p:nvPr/>
        </p:nvGrpSpPr>
        <p:grpSpPr>
          <a:xfrm>
            <a:off x="7421302" y="3204714"/>
            <a:ext cx="145405" cy="113794"/>
            <a:chOff x="4768325" y="2163475"/>
            <a:chExt cx="59700" cy="46725"/>
          </a:xfrm>
        </p:grpSpPr>
        <p:sp>
          <p:nvSpPr>
            <p:cNvPr id="1848" name="Google Shape;1848;p94"/>
            <p:cNvSpPr/>
            <p:nvPr/>
          </p:nvSpPr>
          <p:spPr>
            <a:xfrm>
              <a:off x="4768325" y="2163475"/>
              <a:ext cx="35375" cy="46725"/>
            </a:xfrm>
            <a:custGeom>
              <a:rect b="b" l="l" r="r" t="t"/>
              <a:pathLst>
                <a:path extrusionOk="0" h="1869" w="1415">
                  <a:moveTo>
                    <a:pt x="0" y="0"/>
                  </a:moveTo>
                  <a:lnTo>
                    <a:pt x="895" y="931"/>
                  </a:lnTo>
                  <a:lnTo>
                    <a:pt x="0" y="1868"/>
                  </a:lnTo>
                  <a:lnTo>
                    <a:pt x="520" y="1868"/>
                  </a:lnTo>
                  <a:lnTo>
                    <a:pt x="1414" y="931"/>
                  </a:lnTo>
                  <a:lnTo>
                    <a:pt x="52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94"/>
            <p:cNvSpPr/>
            <p:nvPr/>
          </p:nvSpPr>
          <p:spPr>
            <a:xfrm>
              <a:off x="4792475" y="2163475"/>
              <a:ext cx="35550" cy="46725"/>
            </a:xfrm>
            <a:custGeom>
              <a:rect b="b" l="l" r="r" t="t"/>
              <a:pathLst>
                <a:path extrusionOk="0" h="1869" w="1422">
                  <a:moveTo>
                    <a:pt x="1" y="0"/>
                  </a:moveTo>
                  <a:lnTo>
                    <a:pt x="895" y="931"/>
                  </a:lnTo>
                  <a:lnTo>
                    <a:pt x="1" y="1868"/>
                  </a:lnTo>
                  <a:lnTo>
                    <a:pt x="527" y="1868"/>
                  </a:lnTo>
                  <a:lnTo>
                    <a:pt x="1422" y="931"/>
                  </a:lnTo>
                  <a:lnTo>
                    <a:pt x="527"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50" name="Google Shape;1850;p94"/>
          <p:cNvSpPr/>
          <p:nvPr/>
        </p:nvSpPr>
        <p:spPr>
          <a:xfrm>
            <a:off x="7753257" y="3196221"/>
            <a:ext cx="86159" cy="130781"/>
          </a:xfrm>
          <a:custGeom>
            <a:rect b="b" l="l" r="r" t="t"/>
            <a:pathLst>
              <a:path extrusionOk="0" h="2148" w="1415">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 name="Google Shape;1851;p94"/>
          <p:cNvSpPr/>
          <p:nvPr/>
        </p:nvSpPr>
        <p:spPr>
          <a:xfrm>
            <a:off x="8025633" y="4203306"/>
            <a:ext cx="148084" cy="162989"/>
          </a:xfrm>
          <a:custGeom>
            <a:rect b="b" l="l" r="r" t="t"/>
            <a:pathLst>
              <a:path extrusionOk="0" h="2677" w="2432">
                <a:moveTo>
                  <a:pt x="801" y="1"/>
                </a:moveTo>
                <a:lnTo>
                  <a:pt x="1205" y="751"/>
                </a:lnTo>
                <a:lnTo>
                  <a:pt x="1" y="751"/>
                </a:lnTo>
                <a:lnTo>
                  <a:pt x="1" y="1927"/>
                </a:lnTo>
                <a:lnTo>
                  <a:pt x="1205" y="1927"/>
                </a:lnTo>
                <a:lnTo>
                  <a:pt x="801" y="2677"/>
                </a:lnTo>
                <a:lnTo>
                  <a:pt x="2431" y="1335"/>
                </a:lnTo>
                <a:lnTo>
                  <a:pt x="80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 name="Google Shape;1852;p94"/>
          <p:cNvSpPr/>
          <p:nvPr/>
        </p:nvSpPr>
        <p:spPr>
          <a:xfrm>
            <a:off x="7127089" y="3431527"/>
            <a:ext cx="119101" cy="163415"/>
          </a:xfrm>
          <a:custGeom>
            <a:rect b="b" l="l" r="r" t="t"/>
            <a:pathLst>
              <a:path extrusionOk="0" h="2684" w="1956">
                <a:moveTo>
                  <a:pt x="1" y="0"/>
                </a:moveTo>
                <a:lnTo>
                  <a:pt x="787" y="1342"/>
                </a:lnTo>
                <a:lnTo>
                  <a:pt x="1" y="2683"/>
                </a:lnTo>
                <a:lnTo>
                  <a:pt x="1955" y="1342"/>
                </a:lnTo>
                <a:lnTo>
                  <a:pt x="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 name="Google Shape;1853;p94"/>
          <p:cNvSpPr/>
          <p:nvPr/>
        </p:nvSpPr>
        <p:spPr>
          <a:xfrm>
            <a:off x="7095061" y="4219136"/>
            <a:ext cx="183157" cy="131329"/>
          </a:xfrm>
          <a:custGeom>
            <a:rect b="b" l="l" r="r" t="t"/>
            <a:pathLst>
              <a:path extrusionOk="0" h="2157" w="3008">
                <a:moveTo>
                  <a:pt x="0" y="0"/>
                </a:moveTo>
                <a:lnTo>
                  <a:pt x="729" y="1075"/>
                </a:lnTo>
                <a:lnTo>
                  <a:pt x="0" y="2157"/>
                </a:lnTo>
                <a:lnTo>
                  <a:pt x="0" y="2157"/>
                </a:lnTo>
                <a:lnTo>
                  <a:pt x="3008" y="1075"/>
                </a:lnTo>
                <a:lnTo>
                  <a:pt x="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 name="Google Shape;1854;p94"/>
          <p:cNvSpPr/>
          <p:nvPr/>
        </p:nvSpPr>
        <p:spPr>
          <a:xfrm>
            <a:off x="7112384" y="3700780"/>
            <a:ext cx="148511" cy="112515"/>
          </a:xfrm>
          <a:custGeom>
            <a:rect b="b" l="l" r="r" t="t"/>
            <a:pathLst>
              <a:path extrusionOk="0" h="1848" w="2439">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 name="Google Shape;1855;p94"/>
          <p:cNvSpPr/>
          <p:nvPr/>
        </p:nvSpPr>
        <p:spPr>
          <a:xfrm>
            <a:off x="7746133" y="3682697"/>
            <a:ext cx="100408" cy="148681"/>
          </a:xfrm>
          <a:custGeom>
            <a:rect b="b" l="l" r="r" t="t"/>
            <a:pathLst>
              <a:path extrusionOk="0" h="2442" w="1649">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56" name="Google Shape;1856;p94"/>
          <p:cNvGrpSpPr/>
          <p:nvPr/>
        </p:nvGrpSpPr>
        <p:grpSpPr>
          <a:xfrm>
            <a:off x="7437621" y="3459808"/>
            <a:ext cx="112768" cy="106853"/>
            <a:chOff x="4768575" y="2253950"/>
            <a:chExt cx="46300" cy="43875"/>
          </a:xfrm>
        </p:grpSpPr>
        <p:sp>
          <p:nvSpPr>
            <p:cNvPr id="1857" name="Google Shape;1857;p94"/>
            <p:cNvSpPr/>
            <p:nvPr/>
          </p:nvSpPr>
          <p:spPr>
            <a:xfrm>
              <a:off x="4785700" y="2253950"/>
              <a:ext cx="29175" cy="43875"/>
            </a:xfrm>
            <a:custGeom>
              <a:rect b="b" l="l" r="r" t="t"/>
              <a:pathLst>
                <a:path extrusionOk="0" h="1755" w="1167">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 name="Google Shape;1858;p94"/>
            <p:cNvSpPr/>
            <p:nvPr/>
          </p:nvSpPr>
          <p:spPr>
            <a:xfrm>
              <a:off x="4768575" y="2253950"/>
              <a:ext cx="29175" cy="43875"/>
            </a:xfrm>
            <a:custGeom>
              <a:rect b="b" l="l" r="r" t="t"/>
              <a:pathLst>
                <a:path extrusionOk="0" h="1755" w="1167">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59" name="Google Shape;1859;p94"/>
          <p:cNvGrpSpPr/>
          <p:nvPr/>
        </p:nvGrpSpPr>
        <p:grpSpPr>
          <a:xfrm>
            <a:off x="7737243" y="3948834"/>
            <a:ext cx="118187" cy="146246"/>
            <a:chOff x="4960900" y="2433225"/>
            <a:chExt cx="48525" cy="60050"/>
          </a:xfrm>
        </p:grpSpPr>
        <p:sp>
          <p:nvSpPr>
            <p:cNvPr id="1860" name="Google Shape;1860;p94"/>
            <p:cNvSpPr/>
            <p:nvPr/>
          </p:nvSpPr>
          <p:spPr>
            <a:xfrm>
              <a:off x="4974225" y="2433225"/>
              <a:ext cx="35200" cy="60050"/>
            </a:xfrm>
            <a:custGeom>
              <a:rect b="b" l="l" r="r" t="t"/>
              <a:pathLst>
                <a:path extrusionOk="0" h="2402" w="1408">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 name="Google Shape;1861;p94"/>
            <p:cNvSpPr/>
            <p:nvPr/>
          </p:nvSpPr>
          <p:spPr>
            <a:xfrm>
              <a:off x="4960900" y="2433225"/>
              <a:ext cx="35175" cy="60050"/>
            </a:xfrm>
            <a:custGeom>
              <a:rect b="b" l="l" r="r" t="t"/>
              <a:pathLst>
                <a:path extrusionOk="0" h="2402" w="1407">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62" name="Google Shape;1862;p94"/>
          <p:cNvGrpSpPr/>
          <p:nvPr/>
        </p:nvGrpSpPr>
        <p:grpSpPr>
          <a:xfrm>
            <a:off x="7425808" y="4212895"/>
            <a:ext cx="136394" cy="143810"/>
            <a:chOff x="4854075" y="2527625"/>
            <a:chExt cx="56000" cy="59050"/>
          </a:xfrm>
        </p:grpSpPr>
        <p:sp>
          <p:nvSpPr>
            <p:cNvPr id="1863" name="Google Shape;1863;p94"/>
            <p:cNvSpPr/>
            <p:nvPr/>
          </p:nvSpPr>
          <p:spPr>
            <a:xfrm>
              <a:off x="4872325" y="2527625"/>
              <a:ext cx="37750" cy="59050"/>
            </a:xfrm>
            <a:custGeom>
              <a:rect b="b" l="l" r="r" t="t"/>
              <a:pathLst>
                <a:path extrusionOk="0" h="2362" w="151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 name="Google Shape;1864;p94"/>
            <p:cNvSpPr/>
            <p:nvPr/>
          </p:nvSpPr>
          <p:spPr>
            <a:xfrm>
              <a:off x="4854075" y="2539100"/>
              <a:ext cx="26075" cy="35875"/>
            </a:xfrm>
            <a:custGeom>
              <a:rect b="b" l="l" r="r" t="t"/>
              <a:pathLst>
                <a:path extrusionOk="0" h="1435" w="1043">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65" name="Google Shape;1865;p94"/>
          <p:cNvSpPr/>
          <p:nvPr/>
        </p:nvSpPr>
        <p:spPr>
          <a:xfrm>
            <a:off x="7441061" y="3955623"/>
            <a:ext cx="105888" cy="132668"/>
          </a:xfrm>
          <a:custGeom>
            <a:rect b="b" l="l" r="r" t="t"/>
            <a:pathLst>
              <a:path extrusionOk="0" h="2179" w="1739">
                <a:moveTo>
                  <a:pt x="1" y="1"/>
                </a:moveTo>
                <a:lnTo>
                  <a:pt x="1" y="2179"/>
                </a:lnTo>
                <a:lnTo>
                  <a:pt x="758" y="2179"/>
                </a:lnTo>
                <a:lnTo>
                  <a:pt x="1739" y="1090"/>
                </a:lnTo>
                <a:lnTo>
                  <a:pt x="75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94"/>
          <p:cNvSpPr/>
          <p:nvPr/>
        </p:nvSpPr>
        <p:spPr>
          <a:xfrm>
            <a:off x="8019727" y="3195277"/>
            <a:ext cx="159897" cy="132668"/>
          </a:xfrm>
          <a:custGeom>
            <a:rect b="b" l="l" r="r" t="t"/>
            <a:pathLst>
              <a:path extrusionOk="0" h="2179" w="2626">
                <a:moveTo>
                  <a:pt x="0" y="1"/>
                </a:moveTo>
                <a:lnTo>
                  <a:pt x="887" y="1090"/>
                </a:lnTo>
                <a:lnTo>
                  <a:pt x="0" y="2179"/>
                </a:lnTo>
                <a:lnTo>
                  <a:pt x="1644" y="2179"/>
                </a:lnTo>
                <a:lnTo>
                  <a:pt x="2625" y="1090"/>
                </a:lnTo>
                <a:lnTo>
                  <a:pt x="164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 name="Google Shape;1867;p94"/>
          <p:cNvSpPr/>
          <p:nvPr/>
        </p:nvSpPr>
        <p:spPr>
          <a:xfrm>
            <a:off x="7118991" y="3955623"/>
            <a:ext cx="135298" cy="132668"/>
          </a:xfrm>
          <a:custGeom>
            <a:rect b="b" l="l" r="r" t="t"/>
            <a:pathLst>
              <a:path extrusionOk="0" h="2179" w="2222">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68" name="Google Shape;1868;p94"/>
          <p:cNvGrpSpPr/>
          <p:nvPr/>
        </p:nvGrpSpPr>
        <p:grpSpPr>
          <a:xfrm>
            <a:off x="8050020" y="3676639"/>
            <a:ext cx="99312" cy="160797"/>
            <a:chOff x="5059700" y="2334775"/>
            <a:chExt cx="40775" cy="66025"/>
          </a:xfrm>
        </p:grpSpPr>
        <p:sp>
          <p:nvSpPr>
            <p:cNvPr id="1869" name="Google Shape;1869;p94"/>
            <p:cNvSpPr/>
            <p:nvPr/>
          </p:nvSpPr>
          <p:spPr>
            <a:xfrm>
              <a:off x="5059700" y="2334775"/>
              <a:ext cx="12475" cy="10525"/>
            </a:xfrm>
            <a:custGeom>
              <a:rect b="b" l="l" r="r" t="t"/>
              <a:pathLst>
                <a:path extrusionOk="0" h="421" w="499">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94"/>
            <p:cNvSpPr/>
            <p:nvPr/>
          </p:nvSpPr>
          <p:spPr>
            <a:xfrm>
              <a:off x="5059700" y="2348650"/>
              <a:ext cx="12475" cy="10550"/>
            </a:xfrm>
            <a:custGeom>
              <a:rect b="b" l="l" r="r" t="t"/>
              <a:pathLst>
                <a:path extrusionOk="0" h="422" w="499">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 name="Google Shape;1871;p94"/>
            <p:cNvSpPr/>
            <p:nvPr/>
          </p:nvSpPr>
          <p:spPr>
            <a:xfrm>
              <a:off x="5059700" y="2362525"/>
              <a:ext cx="12475" cy="10550"/>
            </a:xfrm>
            <a:custGeom>
              <a:rect b="b" l="l" r="r" t="t"/>
              <a:pathLst>
                <a:path extrusionOk="0" h="422" w="499">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 name="Google Shape;1872;p94"/>
            <p:cNvSpPr/>
            <p:nvPr/>
          </p:nvSpPr>
          <p:spPr>
            <a:xfrm>
              <a:off x="5059700" y="2376400"/>
              <a:ext cx="12475" cy="10500"/>
            </a:xfrm>
            <a:custGeom>
              <a:rect b="b" l="l" r="r" t="t"/>
              <a:pathLst>
                <a:path extrusionOk="0" h="420" w="499">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 name="Google Shape;1873;p94"/>
            <p:cNvSpPr/>
            <p:nvPr/>
          </p:nvSpPr>
          <p:spPr>
            <a:xfrm>
              <a:off x="5059700" y="2390125"/>
              <a:ext cx="12475" cy="10675"/>
            </a:xfrm>
            <a:custGeom>
              <a:rect b="b" l="l" r="r" t="t"/>
              <a:pathLst>
                <a:path extrusionOk="0" h="427" w="499">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 name="Google Shape;1874;p94"/>
            <p:cNvSpPr/>
            <p:nvPr/>
          </p:nvSpPr>
          <p:spPr>
            <a:xfrm>
              <a:off x="5073950" y="2348650"/>
              <a:ext cx="12275" cy="10550"/>
            </a:xfrm>
            <a:custGeom>
              <a:rect b="b" l="l" r="r" t="t"/>
              <a:pathLst>
                <a:path extrusionOk="0" h="422" w="491">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 name="Google Shape;1875;p94"/>
            <p:cNvSpPr/>
            <p:nvPr/>
          </p:nvSpPr>
          <p:spPr>
            <a:xfrm>
              <a:off x="5073950" y="2362525"/>
              <a:ext cx="12275" cy="10550"/>
            </a:xfrm>
            <a:custGeom>
              <a:rect b="b" l="l" r="r" t="t"/>
              <a:pathLst>
                <a:path extrusionOk="0" h="422" w="491">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 name="Google Shape;1876;p94"/>
            <p:cNvSpPr/>
            <p:nvPr/>
          </p:nvSpPr>
          <p:spPr>
            <a:xfrm>
              <a:off x="5074000" y="2376400"/>
              <a:ext cx="12225" cy="10500"/>
            </a:xfrm>
            <a:custGeom>
              <a:rect b="b" l="l" r="r" t="t"/>
              <a:pathLst>
                <a:path extrusionOk="0" h="420" w="489">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 name="Google Shape;1877;p94"/>
            <p:cNvSpPr/>
            <p:nvPr/>
          </p:nvSpPr>
          <p:spPr>
            <a:xfrm>
              <a:off x="5088000" y="2362525"/>
              <a:ext cx="12475" cy="10550"/>
            </a:xfrm>
            <a:custGeom>
              <a:rect b="b" l="l" r="r" t="t"/>
              <a:pathLst>
                <a:path extrusionOk="0" h="422" w="499">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8" name="Google Shape;1878;p94"/>
          <p:cNvGrpSpPr/>
          <p:nvPr/>
        </p:nvGrpSpPr>
        <p:grpSpPr>
          <a:xfrm>
            <a:off x="8007184" y="3941771"/>
            <a:ext cx="184984" cy="160371"/>
            <a:chOff x="5037700" y="2430325"/>
            <a:chExt cx="75950" cy="65850"/>
          </a:xfrm>
        </p:grpSpPr>
        <p:sp>
          <p:nvSpPr>
            <p:cNvPr id="1879" name="Google Shape;1879;p94"/>
            <p:cNvSpPr/>
            <p:nvPr/>
          </p:nvSpPr>
          <p:spPr>
            <a:xfrm>
              <a:off x="5059700" y="2430325"/>
              <a:ext cx="53950" cy="65850"/>
            </a:xfrm>
            <a:custGeom>
              <a:rect b="b" l="l" r="r" t="t"/>
              <a:pathLst>
                <a:path extrusionOk="0" h="2634" w="2158">
                  <a:moveTo>
                    <a:pt x="1" y="1"/>
                  </a:moveTo>
                  <a:lnTo>
                    <a:pt x="866" y="1321"/>
                  </a:lnTo>
                  <a:lnTo>
                    <a:pt x="1" y="2633"/>
                  </a:lnTo>
                  <a:lnTo>
                    <a:pt x="1292" y="2633"/>
                  </a:lnTo>
                  <a:lnTo>
                    <a:pt x="2157" y="1321"/>
                  </a:lnTo>
                  <a:lnTo>
                    <a:pt x="1292"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94"/>
            <p:cNvSpPr/>
            <p:nvPr/>
          </p:nvSpPr>
          <p:spPr>
            <a:xfrm>
              <a:off x="5037700" y="2430325"/>
              <a:ext cx="34100" cy="65850"/>
            </a:xfrm>
            <a:custGeom>
              <a:rect b="b" l="l" r="r" t="t"/>
              <a:pathLst>
                <a:path extrusionOk="0" h="2634" w="1364">
                  <a:moveTo>
                    <a:pt x="1" y="1"/>
                  </a:moveTo>
                  <a:lnTo>
                    <a:pt x="866" y="1321"/>
                  </a:lnTo>
                  <a:lnTo>
                    <a:pt x="1" y="2633"/>
                  </a:lnTo>
                  <a:lnTo>
                    <a:pt x="498" y="2633"/>
                  </a:lnTo>
                  <a:lnTo>
                    <a:pt x="1364" y="1321"/>
                  </a:lnTo>
                  <a:lnTo>
                    <a:pt x="49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1" name="Google Shape;1881;p94"/>
          <p:cNvGrpSpPr/>
          <p:nvPr/>
        </p:nvGrpSpPr>
        <p:grpSpPr>
          <a:xfrm>
            <a:off x="7426689" y="3708223"/>
            <a:ext cx="173014" cy="97629"/>
            <a:chOff x="4756975" y="2341800"/>
            <a:chExt cx="91975" cy="51925"/>
          </a:xfrm>
        </p:grpSpPr>
        <p:sp>
          <p:nvSpPr>
            <p:cNvPr id="1882" name="Google Shape;1882;p94"/>
            <p:cNvSpPr/>
            <p:nvPr/>
          </p:nvSpPr>
          <p:spPr>
            <a:xfrm>
              <a:off x="4756975"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 name="Google Shape;1883;p94"/>
            <p:cNvSpPr/>
            <p:nvPr/>
          </p:nvSpPr>
          <p:spPr>
            <a:xfrm>
              <a:off x="4777350"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94"/>
            <p:cNvSpPr/>
            <p:nvPr/>
          </p:nvSpPr>
          <p:spPr>
            <a:xfrm>
              <a:off x="4797725"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94"/>
            <p:cNvSpPr/>
            <p:nvPr/>
          </p:nvSpPr>
          <p:spPr>
            <a:xfrm>
              <a:off x="4818100"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94"/>
            <p:cNvSpPr/>
            <p:nvPr/>
          </p:nvSpPr>
          <p:spPr>
            <a:xfrm>
              <a:off x="4768675" y="2352625"/>
              <a:ext cx="8875" cy="9025"/>
            </a:xfrm>
            <a:custGeom>
              <a:rect b="b" l="l" r="r" t="t"/>
              <a:pathLst>
                <a:path extrusionOk="0" h="361" w="355">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 name="Google Shape;1887;p94"/>
            <p:cNvSpPr/>
            <p:nvPr/>
          </p:nvSpPr>
          <p:spPr>
            <a:xfrm>
              <a:off x="4787425" y="2352625"/>
              <a:ext cx="10500" cy="9125"/>
            </a:xfrm>
            <a:custGeom>
              <a:rect b="b" l="l" r="r" t="t"/>
              <a:pathLst>
                <a:path extrusionOk="0" h="365" w="42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94"/>
            <p:cNvSpPr/>
            <p:nvPr/>
          </p:nvSpPr>
          <p:spPr>
            <a:xfrm>
              <a:off x="4809250"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 name="Google Shape;1889;p94"/>
            <p:cNvSpPr/>
            <p:nvPr/>
          </p:nvSpPr>
          <p:spPr>
            <a:xfrm>
              <a:off x="4829625"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 name="Google Shape;1890;p94"/>
            <p:cNvSpPr/>
            <p:nvPr/>
          </p:nvSpPr>
          <p:spPr>
            <a:xfrm>
              <a:off x="4777350" y="2363250"/>
              <a:ext cx="10650" cy="9025"/>
            </a:xfrm>
            <a:custGeom>
              <a:rect b="b" l="l" r="r" t="t"/>
              <a:pathLst>
                <a:path extrusionOk="0" h="361" w="426">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 name="Google Shape;1891;p94"/>
            <p:cNvSpPr/>
            <p:nvPr/>
          </p:nvSpPr>
          <p:spPr>
            <a:xfrm>
              <a:off x="4797725"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 name="Google Shape;1892;p94"/>
            <p:cNvSpPr/>
            <p:nvPr/>
          </p:nvSpPr>
          <p:spPr>
            <a:xfrm>
              <a:off x="4818100"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 name="Google Shape;1893;p94"/>
            <p:cNvSpPr/>
            <p:nvPr/>
          </p:nvSpPr>
          <p:spPr>
            <a:xfrm>
              <a:off x="4838475" y="2363250"/>
              <a:ext cx="10475" cy="9025"/>
            </a:xfrm>
            <a:custGeom>
              <a:rect b="b" l="l" r="r" t="t"/>
              <a:pathLst>
                <a:path extrusionOk="0" h="361" w="419">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 name="Google Shape;1894;p94"/>
            <p:cNvSpPr/>
            <p:nvPr/>
          </p:nvSpPr>
          <p:spPr>
            <a:xfrm>
              <a:off x="4768675" y="2374075"/>
              <a:ext cx="8875" cy="9050"/>
            </a:xfrm>
            <a:custGeom>
              <a:rect b="b" l="l" r="r" t="t"/>
              <a:pathLst>
                <a:path extrusionOk="0" h="362" w="355">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 name="Google Shape;1895;p94"/>
            <p:cNvSpPr/>
            <p:nvPr/>
          </p:nvSpPr>
          <p:spPr>
            <a:xfrm>
              <a:off x="4787425" y="2374075"/>
              <a:ext cx="10500" cy="9150"/>
            </a:xfrm>
            <a:custGeom>
              <a:rect b="b" l="l" r="r" t="t"/>
              <a:pathLst>
                <a:path extrusionOk="0" h="366" w="42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 name="Google Shape;1896;p94"/>
            <p:cNvSpPr/>
            <p:nvPr/>
          </p:nvSpPr>
          <p:spPr>
            <a:xfrm>
              <a:off x="4809250"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 name="Google Shape;1897;p94"/>
            <p:cNvSpPr/>
            <p:nvPr/>
          </p:nvSpPr>
          <p:spPr>
            <a:xfrm>
              <a:off x="4829625"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 name="Google Shape;1898;p94"/>
            <p:cNvSpPr/>
            <p:nvPr/>
          </p:nvSpPr>
          <p:spPr>
            <a:xfrm>
              <a:off x="4756975"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 name="Google Shape;1899;p94"/>
            <p:cNvSpPr/>
            <p:nvPr/>
          </p:nvSpPr>
          <p:spPr>
            <a:xfrm>
              <a:off x="4777350"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94"/>
            <p:cNvSpPr/>
            <p:nvPr/>
          </p:nvSpPr>
          <p:spPr>
            <a:xfrm>
              <a:off x="4797725"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 name="Google Shape;1901;p94"/>
            <p:cNvSpPr/>
            <p:nvPr/>
          </p:nvSpPr>
          <p:spPr>
            <a:xfrm>
              <a:off x="4818100"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2" name="Google Shape;1902;p94"/>
          <p:cNvGrpSpPr/>
          <p:nvPr/>
        </p:nvGrpSpPr>
        <p:grpSpPr>
          <a:xfrm>
            <a:off x="7693626" y="4196920"/>
            <a:ext cx="212497" cy="175761"/>
            <a:chOff x="4943575" y="2516350"/>
            <a:chExt cx="98675" cy="81700"/>
          </a:xfrm>
        </p:grpSpPr>
        <p:sp>
          <p:nvSpPr>
            <p:cNvPr id="1903" name="Google Shape;1903;p94"/>
            <p:cNvSpPr/>
            <p:nvPr/>
          </p:nvSpPr>
          <p:spPr>
            <a:xfrm>
              <a:off x="5036450" y="2554750"/>
              <a:ext cx="5800" cy="4825"/>
            </a:xfrm>
            <a:custGeom>
              <a:rect b="b" l="l" r="r" t="t"/>
              <a:pathLst>
                <a:path extrusionOk="0" h="193" w="232">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94"/>
            <p:cNvSpPr/>
            <p:nvPr/>
          </p:nvSpPr>
          <p:spPr>
            <a:xfrm>
              <a:off x="5028150" y="2547175"/>
              <a:ext cx="5625" cy="4725"/>
            </a:xfrm>
            <a:custGeom>
              <a:rect b="b" l="l" r="r" t="t"/>
              <a:pathLst>
                <a:path extrusionOk="0" h="189" w="225">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94"/>
            <p:cNvSpPr/>
            <p:nvPr/>
          </p:nvSpPr>
          <p:spPr>
            <a:xfrm>
              <a:off x="5028150" y="2554750"/>
              <a:ext cx="5625" cy="4825"/>
            </a:xfrm>
            <a:custGeom>
              <a:rect b="b" l="l" r="r" t="t"/>
              <a:pathLst>
                <a:path extrusionOk="0" h="193" w="225">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94"/>
            <p:cNvSpPr/>
            <p:nvPr/>
          </p:nvSpPr>
          <p:spPr>
            <a:xfrm>
              <a:off x="5028150" y="2562500"/>
              <a:ext cx="5625" cy="4800"/>
            </a:xfrm>
            <a:custGeom>
              <a:rect b="b" l="l" r="r" t="t"/>
              <a:pathLst>
                <a:path extrusionOk="0" h="192" w="225">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 name="Google Shape;1907;p94"/>
            <p:cNvSpPr/>
            <p:nvPr/>
          </p:nvSpPr>
          <p:spPr>
            <a:xfrm>
              <a:off x="501972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94"/>
            <p:cNvSpPr/>
            <p:nvPr/>
          </p:nvSpPr>
          <p:spPr>
            <a:xfrm>
              <a:off x="5019675" y="2547175"/>
              <a:ext cx="5625" cy="4725"/>
            </a:xfrm>
            <a:custGeom>
              <a:rect b="b" l="l" r="r" t="t"/>
              <a:pathLst>
                <a:path extrusionOk="0" h="189" w="225">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 name="Google Shape;1909;p94"/>
            <p:cNvSpPr/>
            <p:nvPr/>
          </p:nvSpPr>
          <p:spPr>
            <a:xfrm>
              <a:off x="5019675" y="2554750"/>
              <a:ext cx="5625" cy="4825"/>
            </a:xfrm>
            <a:custGeom>
              <a:rect b="b" l="l" r="r" t="t"/>
              <a:pathLst>
                <a:path extrusionOk="0" h="193" w="225">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 name="Google Shape;1910;p94"/>
            <p:cNvSpPr/>
            <p:nvPr/>
          </p:nvSpPr>
          <p:spPr>
            <a:xfrm>
              <a:off x="5019675" y="2562500"/>
              <a:ext cx="5625" cy="4800"/>
            </a:xfrm>
            <a:custGeom>
              <a:rect b="b" l="l" r="r" t="t"/>
              <a:pathLst>
                <a:path extrusionOk="0" h="192" w="225">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 name="Google Shape;1911;p94"/>
            <p:cNvSpPr/>
            <p:nvPr/>
          </p:nvSpPr>
          <p:spPr>
            <a:xfrm>
              <a:off x="5019725" y="2570225"/>
              <a:ext cx="5575" cy="4750"/>
            </a:xfrm>
            <a:custGeom>
              <a:rect b="b" l="l" r="r" t="t"/>
              <a:pathLst>
                <a:path extrusionOk="0" h="190" w="223">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 name="Google Shape;1912;p94"/>
            <p:cNvSpPr/>
            <p:nvPr/>
          </p:nvSpPr>
          <p:spPr>
            <a:xfrm>
              <a:off x="501120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 name="Google Shape;1913;p94"/>
            <p:cNvSpPr/>
            <p:nvPr/>
          </p:nvSpPr>
          <p:spPr>
            <a:xfrm>
              <a:off x="5011250"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 name="Google Shape;1914;p94"/>
            <p:cNvSpPr/>
            <p:nvPr/>
          </p:nvSpPr>
          <p:spPr>
            <a:xfrm>
              <a:off x="501120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 name="Google Shape;1915;p94"/>
            <p:cNvSpPr/>
            <p:nvPr/>
          </p:nvSpPr>
          <p:spPr>
            <a:xfrm>
              <a:off x="5011200"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 name="Google Shape;1916;p94"/>
            <p:cNvSpPr/>
            <p:nvPr/>
          </p:nvSpPr>
          <p:spPr>
            <a:xfrm>
              <a:off x="5011200" y="2562500"/>
              <a:ext cx="5750" cy="4800"/>
            </a:xfrm>
            <a:custGeom>
              <a:rect b="b" l="l" r="r" t="t"/>
              <a:pathLst>
                <a:path extrusionOk="0" h="192" w="23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 name="Google Shape;1917;p94"/>
            <p:cNvSpPr/>
            <p:nvPr/>
          </p:nvSpPr>
          <p:spPr>
            <a:xfrm>
              <a:off x="50112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 name="Google Shape;1918;p94"/>
            <p:cNvSpPr/>
            <p:nvPr/>
          </p:nvSpPr>
          <p:spPr>
            <a:xfrm>
              <a:off x="5011200"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 name="Google Shape;1919;p94"/>
            <p:cNvSpPr/>
            <p:nvPr/>
          </p:nvSpPr>
          <p:spPr>
            <a:xfrm>
              <a:off x="5002725"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94"/>
            <p:cNvSpPr/>
            <p:nvPr/>
          </p:nvSpPr>
          <p:spPr>
            <a:xfrm>
              <a:off x="5002725"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 name="Google Shape;1921;p94"/>
            <p:cNvSpPr/>
            <p:nvPr/>
          </p:nvSpPr>
          <p:spPr>
            <a:xfrm>
              <a:off x="500277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 name="Google Shape;1922;p94"/>
            <p:cNvSpPr/>
            <p:nvPr/>
          </p:nvSpPr>
          <p:spPr>
            <a:xfrm>
              <a:off x="5002725"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 name="Google Shape;1923;p94"/>
            <p:cNvSpPr/>
            <p:nvPr/>
          </p:nvSpPr>
          <p:spPr>
            <a:xfrm>
              <a:off x="5002725"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94"/>
            <p:cNvSpPr/>
            <p:nvPr/>
          </p:nvSpPr>
          <p:spPr>
            <a:xfrm>
              <a:off x="5002725"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94"/>
            <p:cNvSpPr/>
            <p:nvPr/>
          </p:nvSpPr>
          <p:spPr>
            <a:xfrm>
              <a:off x="50027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 name="Google Shape;1926;p94"/>
            <p:cNvSpPr/>
            <p:nvPr/>
          </p:nvSpPr>
          <p:spPr>
            <a:xfrm>
              <a:off x="5002725"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 name="Google Shape;1927;p94"/>
            <p:cNvSpPr/>
            <p:nvPr/>
          </p:nvSpPr>
          <p:spPr>
            <a:xfrm>
              <a:off x="5002725"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 name="Google Shape;1928;p94"/>
            <p:cNvSpPr/>
            <p:nvPr/>
          </p:nvSpPr>
          <p:spPr>
            <a:xfrm>
              <a:off x="4994250" y="25163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 name="Google Shape;1929;p94"/>
            <p:cNvSpPr/>
            <p:nvPr/>
          </p:nvSpPr>
          <p:spPr>
            <a:xfrm>
              <a:off x="4994250"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 name="Google Shape;1930;p94"/>
            <p:cNvSpPr/>
            <p:nvPr/>
          </p:nvSpPr>
          <p:spPr>
            <a:xfrm>
              <a:off x="499425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 name="Google Shape;1931;p94"/>
            <p:cNvSpPr/>
            <p:nvPr/>
          </p:nvSpPr>
          <p:spPr>
            <a:xfrm>
              <a:off x="499430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 name="Google Shape;1932;p94"/>
            <p:cNvSpPr/>
            <p:nvPr/>
          </p:nvSpPr>
          <p:spPr>
            <a:xfrm>
              <a:off x="499425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 name="Google Shape;1933;p94"/>
            <p:cNvSpPr/>
            <p:nvPr/>
          </p:nvSpPr>
          <p:spPr>
            <a:xfrm>
              <a:off x="499425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94"/>
            <p:cNvSpPr/>
            <p:nvPr/>
          </p:nvSpPr>
          <p:spPr>
            <a:xfrm>
              <a:off x="4994250"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 name="Google Shape;1935;p94"/>
            <p:cNvSpPr/>
            <p:nvPr/>
          </p:nvSpPr>
          <p:spPr>
            <a:xfrm>
              <a:off x="499430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 name="Google Shape;1936;p94"/>
            <p:cNvSpPr/>
            <p:nvPr/>
          </p:nvSpPr>
          <p:spPr>
            <a:xfrm>
              <a:off x="499425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94"/>
            <p:cNvSpPr/>
            <p:nvPr/>
          </p:nvSpPr>
          <p:spPr>
            <a:xfrm>
              <a:off x="4994250"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94"/>
            <p:cNvSpPr/>
            <p:nvPr/>
          </p:nvSpPr>
          <p:spPr>
            <a:xfrm>
              <a:off x="4994250" y="2593150"/>
              <a:ext cx="5750" cy="4900"/>
            </a:xfrm>
            <a:custGeom>
              <a:rect b="b" l="l" r="r" t="t"/>
              <a:pathLst>
                <a:path extrusionOk="0" h="196" w="23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 name="Google Shape;1939;p94"/>
            <p:cNvSpPr/>
            <p:nvPr/>
          </p:nvSpPr>
          <p:spPr>
            <a:xfrm>
              <a:off x="4985775"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94"/>
            <p:cNvSpPr/>
            <p:nvPr/>
          </p:nvSpPr>
          <p:spPr>
            <a:xfrm>
              <a:off x="4985825"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 name="Google Shape;1941;p94"/>
            <p:cNvSpPr/>
            <p:nvPr/>
          </p:nvSpPr>
          <p:spPr>
            <a:xfrm>
              <a:off x="4985775"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 name="Google Shape;1942;p94"/>
            <p:cNvSpPr/>
            <p:nvPr/>
          </p:nvSpPr>
          <p:spPr>
            <a:xfrm>
              <a:off x="4985775"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 name="Google Shape;1943;p94"/>
            <p:cNvSpPr/>
            <p:nvPr/>
          </p:nvSpPr>
          <p:spPr>
            <a:xfrm>
              <a:off x="4985775"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 name="Google Shape;1944;p94"/>
            <p:cNvSpPr/>
            <p:nvPr/>
          </p:nvSpPr>
          <p:spPr>
            <a:xfrm>
              <a:off x="498582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 name="Google Shape;1945;p94"/>
            <p:cNvSpPr/>
            <p:nvPr/>
          </p:nvSpPr>
          <p:spPr>
            <a:xfrm>
              <a:off x="4985775"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 name="Google Shape;1946;p94"/>
            <p:cNvSpPr/>
            <p:nvPr/>
          </p:nvSpPr>
          <p:spPr>
            <a:xfrm>
              <a:off x="4977300"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 name="Google Shape;1947;p94"/>
            <p:cNvSpPr/>
            <p:nvPr/>
          </p:nvSpPr>
          <p:spPr>
            <a:xfrm>
              <a:off x="497735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 name="Google Shape;1948;p94"/>
            <p:cNvSpPr/>
            <p:nvPr/>
          </p:nvSpPr>
          <p:spPr>
            <a:xfrm>
              <a:off x="4977300"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 name="Google Shape;1949;p94"/>
            <p:cNvSpPr/>
            <p:nvPr/>
          </p:nvSpPr>
          <p:spPr>
            <a:xfrm>
              <a:off x="497730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94"/>
            <p:cNvSpPr/>
            <p:nvPr/>
          </p:nvSpPr>
          <p:spPr>
            <a:xfrm>
              <a:off x="4977300"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 name="Google Shape;1951;p94"/>
            <p:cNvSpPr/>
            <p:nvPr/>
          </p:nvSpPr>
          <p:spPr>
            <a:xfrm>
              <a:off x="49773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 name="Google Shape;1952;p94"/>
            <p:cNvSpPr/>
            <p:nvPr/>
          </p:nvSpPr>
          <p:spPr>
            <a:xfrm>
              <a:off x="497730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 name="Google Shape;1953;p94"/>
            <p:cNvSpPr/>
            <p:nvPr/>
          </p:nvSpPr>
          <p:spPr>
            <a:xfrm>
              <a:off x="4968825" y="2531675"/>
              <a:ext cx="5750" cy="4900"/>
            </a:xfrm>
            <a:custGeom>
              <a:rect b="b" l="l" r="r" t="t"/>
              <a:pathLst>
                <a:path extrusionOk="0" h="196" w="23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94"/>
            <p:cNvSpPr/>
            <p:nvPr/>
          </p:nvSpPr>
          <p:spPr>
            <a:xfrm>
              <a:off x="4968875" y="2539400"/>
              <a:ext cx="5700" cy="4750"/>
            </a:xfrm>
            <a:custGeom>
              <a:rect b="b" l="l" r="r" t="t"/>
              <a:pathLst>
                <a:path extrusionOk="0" h="190" w="228">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94"/>
            <p:cNvSpPr/>
            <p:nvPr/>
          </p:nvSpPr>
          <p:spPr>
            <a:xfrm>
              <a:off x="4968825" y="2547175"/>
              <a:ext cx="5750" cy="4725"/>
            </a:xfrm>
            <a:custGeom>
              <a:rect b="b" l="l" r="r" t="t"/>
              <a:pathLst>
                <a:path extrusionOk="0" h="189" w="23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 name="Google Shape;1956;p94"/>
            <p:cNvSpPr/>
            <p:nvPr/>
          </p:nvSpPr>
          <p:spPr>
            <a:xfrm>
              <a:off x="4968825" y="2554750"/>
              <a:ext cx="5800" cy="4825"/>
            </a:xfrm>
            <a:custGeom>
              <a:rect b="b" l="l" r="r" t="t"/>
              <a:pathLst>
                <a:path extrusionOk="0" h="193" w="232">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 name="Google Shape;1957;p94"/>
            <p:cNvSpPr/>
            <p:nvPr/>
          </p:nvSpPr>
          <p:spPr>
            <a:xfrm>
              <a:off x="4968825" y="2562500"/>
              <a:ext cx="5750" cy="4800"/>
            </a:xfrm>
            <a:custGeom>
              <a:rect b="b" l="l" r="r" t="t"/>
              <a:pathLst>
                <a:path extrusionOk="0" h="192" w="23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 name="Google Shape;1958;p94"/>
            <p:cNvSpPr/>
            <p:nvPr/>
          </p:nvSpPr>
          <p:spPr>
            <a:xfrm>
              <a:off x="49688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94"/>
            <p:cNvSpPr/>
            <p:nvPr/>
          </p:nvSpPr>
          <p:spPr>
            <a:xfrm>
              <a:off x="4968825" y="2577825"/>
              <a:ext cx="5800" cy="4825"/>
            </a:xfrm>
            <a:custGeom>
              <a:rect b="b" l="l" r="r" t="t"/>
              <a:pathLst>
                <a:path extrusionOk="0" h="193" w="232">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 name="Google Shape;1960;p94"/>
            <p:cNvSpPr/>
            <p:nvPr/>
          </p:nvSpPr>
          <p:spPr>
            <a:xfrm>
              <a:off x="4960525" y="2531675"/>
              <a:ext cx="5625" cy="4900"/>
            </a:xfrm>
            <a:custGeom>
              <a:rect b="b" l="l" r="r" t="t"/>
              <a:pathLst>
                <a:path extrusionOk="0" h="196" w="225">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 name="Google Shape;1961;p94"/>
            <p:cNvSpPr/>
            <p:nvPr/>
          </p:nvSpPr>
          <p:spPr>
            <a:xfrm>
              <a:off x="4960575" y="2539400"/>
              <a:ext cx="5575" cy="4750"/>
            </a:xfrm>
            <a:custGeom>
              <a:rect b="b" l="l" r="r" t="t"/>
              <a:pathLst>
                <a:path extrusionOk="0" h="190" w="223">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 name="Google Shape;1962;p94"/>
            <p:cNvSpPr/>
            <p:nvPr/>
          </p:nvSpPr>
          <p:spPr>
            <a:xfrm>
              <a:off x="4960525" y="2547175"/>
              <a:ext cx="5625" cy="4725"/>
            </a:xfrm>
            <a:custGeom>
              <a:rect b="b" l="l" r="r" t="t"/>
              <a:pathLst>
                <a:path extrusionOk="0" h="189" w="225">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 name="Google Shape;1963;p94"/>
            <p:cNvSpPr/>
            <p:nvPr/>
          </p:nvSpPr>
          <p:spPr>
            <a:xfrm>
              <a:off x="4960525" y="2554750"/>
              <a:ext cx="5625" cy="4825"/>
            </a:xfrm>
            <a:custGeom>
              <a:rect b="b" l="l" r="r" t="t"/>
              <a:pathLst>
                <a:path extrusionOk="0" h="193" w="225">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 name="Google Shape;1964;p94"/>
            <p:cNvSpPr/>
            <p:nvPr/>
          </p:nvSpPr>
          <p:spPr>
            <a:xfrm>
              <a:off x="4960525" y="2562500"/>
              <a:ext cx="5625" cy="4800"/>
            </a:xfrm>
            <a:custGeom>
              <a:rect b="b" l="l" r="r" t="t"/>
              <a:pathLst>
                <a:path extrusionOk="0" h="192" w="225">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 name="Google Shape;1965;p94"/>
            <p:cNvSpPr/>
            <p:nvPr/>
          </p:nvSpPr>
          <p:spPr>
            <a:xfrm>
              <a:off x="4960575" y="2570225"/>
              <a:ext cx="5575" cy="4750"/>
            </a:xfrm>
            <a:custGeom>
              <a:rect b="b" l="l" r="r" t="t"/>
              <a:pathLst>
                <a:path extrusionOk="0" h="190" w="223">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94"/>
            <p:cNvSpPr/>
            <p:nvPr/>
          </p:nvSpPr>
          <p:spPr>
            <a:xfrm>
              <a:off x="4960525" y="2577825"/>
              <a:ext cx="5625" cy="4825"/>
            </a:xfrm>
            <a:custGeom>
              <a:rect b="b" l="l" r="r" t="t"/>
              <a:pathLst>
                <a:path extrusionOk="0" h="193" w="225">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 name="Google Shape;1967;p94"/>
            <p:cNvSpPr/>
            <p:nvPr/>
          </p:nvSpPr>
          <p:spPr>
            <a:xfrm>
              <a:off x="4952050" y="2531675"/>
              <a:ext cx="5625" cy="4900"/>
            </a:xfrm>
            <a:custGeom>
              <a:rect b="b" l="l" r="r" t="t"/>
              <a:pathLst>
                <a:path extrusionOk="0" h="196" w="225">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 name="Google Shape;1968;p94"/>
            <p:cNvSpPr/>
            <p:nvPr/>
          </p:nvSpPr>
          <p:spPr>
            <a:xfrm>
              <a:off x="4952100" y="2539400"/>
              <a:ext cx="5575" cy="4750"/>
            </a:xfrm>
            <a:custGeom>
              <a:rect b="b" l="l" r="r" t="t"/>
              <a:pathLst>
                <a:path extrusionOk="0" h="190" w="223">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94"/>
            <p:cNvSpPr/>
            <p:nvPr/>
          </p:nvSpPr>
          <p:spPr>
            <a:xfrm>
              <a:off x="4952050" y="2547175"/>
              <a:ext cx="5625" cy="4725"/>
            </a:xfrm>
            <a:custGeom>
              <a:rect b="b" l="l" r="r" t="t"/>
              <a:pathLst>
                <a:path extrusionOk="0" h="189" w="225">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 name="Google Shape;1970;p94"/>
            <p:cNvSpPr/>
            <p:nvPr/>
          </p:nvSpPr>
          <p:spPr>
            <a:xfrm>
              <a:off x="4952050"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 name="Google Shape;1971;p94"/>
            <p:cNvSpPr/>
            <p:nvPr/>
          </p:nvSpPr>
          <p:spPr>
            <a:xfrm>
              <a:off x="4952050" y="2562500"/>
              <a:ext cx="5625" cy="4800"/>
            </a:xfrm>
            <a:custGeom>
              <a:rect b="b" l="l" r="r" t="t"/>
              <a:pathLst>
                <a:path extrusionOk="0" h="192" w="225">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 name="Google Shape;1972;p94"/>
            <p:cNvSpPr/>
            <p:nvPr/>
          </p:nvSpPr>
          <p:spPr>
            <a:xfrm>
              <a:off x="4952100" y="2570225"/>
              <a:ext cx="5575" cy="4750"/>
            </a:xfrm>
            <a:custGeom>
              <a:rect b="b" l="l" r="r" t="t"/>
              <a:pathLst>
                <a:path extrusionOk="0" h="190" w="223">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 name="Google Shape;1973;p94"/>
            <p:cNvSpPr/>
            <p:nvPr/>
          </p:nvSpPr>
          <p:spPr>
            <a:xfrm>
              <a:off x="4952050"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 name="Google Shape;1974;p94"/>
            <p:cNvSpPr/>
            <p:nvPr/>
          </p:nvSpPr>
          <p:spPr>
            <a:xfrm>
              <a:off x="4943575" y="2531675"/>
              <a:ext cx="5750" cy="4900"/>
            </a:xfrm>
            <a:custGeom>
              <a:rect b="b" l="l" r="r" t="t"/>
              <a:pathLst>
                <a:path extrusionOk="0" h="196" w="23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 name="Google Shape;1975;p94"/>
            <p:cNvSpPr/>
            <p:nvPr/>
          </p:nvSpPr>
          <p:spPr>
            <a:xfrm>
              <a:off x="4943625" y="2539400"/>
              <a:ext cx="5575" cy="4750"/>
            </a:xfrm>
            <a:custGeom>
              <a:rect b="b" l="l" r="r" t="t"/>
              <a:pathLst>
                <a:path extrusionOk="0" h="190" w="223">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 name="Google Shape;1976;p94"/>
            <p:cNvSpPr/>
            <p:nvPr/>
          </p:nvSpPr>
          <p:spPr>
            <a:xfrm>
              <a:off x="4943575" y="2547175"/>
              <a:ext cx="5750" cy="4725"/>
            </a:xfrm>
            <a:custGeom>
              <a:rect b="b" l="l" r="r" t="t"/>
              <a:pathLst>
                <a:path extrusionOk="0" h="189" w="23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 name="Google Shape;1977;p94"/>
            <p:cNvSpPr/>
            <p:nvPr/>
          </p:nvSpPr>
          <p:spPr>
            <a:xfrm>
              <a:off x="4943575"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 name="Google Shape;1978;p94"/>
            <p:cNvSpPr/>
            <p:nvPr/>
          </p:nvSpPr>
          <p:spPr>
            <a:xfrm>
              <a:off x="4943575" y="2562500"/>
              <a:ext cx="5750" cy="4800"/>
            </a:xfrm>
            <a:custGeom>
              <a:rect b="b" l="l" r="r" t="t"/>
              <a:pathLst>
                <a:path extrusionOk="0" h="192" w="23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 name="Google Shape;1979;p94"/>
            <p:cNvSpPr/>
            <p:nvPr/>
          </p:nvSpPr>
          <p:spPr>
            <a:xfrm>
              <a:off x="4943625" y="2570225"/>
              <a:ext cx="5700" cy="4750"/>
            </a:xfrm>
            <a:custGeom>
              <a:rect b="b" l="l" r="r" t="t"/>
              <a:pathLst>
                <a:path extrusionOk="0" h="190" w="228">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 name="Google Shape;1980;p94"/>
            <p:cNvSpPr/>
            <p:nvPr/>
          </p:nvSpPr>
          <p:spPr>
            <a:xfrm>
              <a:off x="4943575"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81" name="Google Shape;1981;p94"/>
          <p:cNvSpPr/>
          <p:nvPr/>
        </p:nvSpPr>
        <p:spPr>
          <a:xfrm>
            <a:off x="7709169" y="3426066"/>
            <a:ext cx="174337" cy="174337"/>
          </a:xfrm>
          <a:custGeom>
            <a:rect b="b" l="l" r="r" t="t"/>
            <a:pathLst>
              <a:path extrusionOk="0" h="208163" w="208163">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94"/>
          <p:cNvSpPr/>
          <p:nvPr/>
        </p:nvSpPr>
        <p:spPr>
          <a:xfrm>
            <a:off x="8025426" y="3454885"/>
            <a:ext cx="148500" cy="116700"/>
          </a:xfrm>
          <a:prstGeom prst="stripedRightArrow">
            <a:avLst>
              <a:gd fmla="val 50000" name="adj1"/>
              <a:gd fmla="val 50000" name="adj2"/>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 name="Google Shape;1983;p94"/>
          <p:cNvSpPr/>
          <p:nvPr/>
        </p:nvSpPr>
        <p:spPr>
          <a:xfrm>
            <a:off x="7127539"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 name="Google Shape;1984;p94"/>
          <p:cNvSpPr/>
          <p:nvPr/>
        </p:nvSpPr>
        <p:spPr>
          <a:xfrm flipH="1">
            <a:off x="7434905"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94"/>
          <p:cNvSpPr txBox="1"/>
          <p:nvPr>
            <p:ph type="title"/>
          </p:nvPr>
        </p:nvSpPr>
        <p:spPr>
          <a:xfrm>
            <a:off x="716700" y="511025"/>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Use our editable graphic resources...</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9" name="Shape 1989"/>
        <p:cNvGrpSpPr/>
        <p:nvPr/>
      </p:nvGrpSpPr>
      <p:grpSpPr>
        <a:xfrm>
          <a:off x="0" y="0"/>
          <a:ext cx="0" cy="0"/>
          <a:chOff x="0" y="0"/>
          <a:chExt cx="0" cy="0"/>
        </a:xfrm>
      </p:grpSpPr>
      <p:grpSp>
        <p:nvGrpSpPr>
          <p:cNvPr id="1990" name="Google Shape;1990;p95"/>
          <p:cNvGrpSpPr/>
          <p:nvPr/>
        </p:nvGrpSpPr>
        <p:grpSpPr>
          <a:xfrm>
            <a:off x="752796" y="2869970"/>
            <a:ext cx="2622876" cy="1333540"/>
            <a:chOff x="238125" y="1038125"/>
            <a:chExt cx="7146800" cy="3633625"/>
          </a:xfrm>
        </p:grpSpPr>
        <p:sp>
          <p:nvSpPr>
            <p:cNvPr id="1991" name="Google Shape;1991;p95"/>
            <p:cNvSpPr/>
            <p:nvPr/>
          </p:nvSpPr>
          <p:spPr>
            <a:xfrm>
              <a:off x="6256150" y="3780375"/>
              <a:ext cx="62400" cy="53425"/>
            </a:xfrm>
            <a:custGeom>
              <a:rect b="b" l="l" r="r" t="t"/>
              <a:pathLst>
                <a:path extrusionOk="0" h="2137" w="2496">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 name="Google Shape;1992;p95"/>
            <p:cNvSpPr/>
            <p:nvPr/>
          </p:nvSpPr>
          <p:spPr>
            <a:xfrm>
              <a:off x="6256150" y="3856775"/>
              <a:ext cx="62200" cy="53250"/>
            </a:xfrm>
            <a:custGeom>
              <a:rect b="b" l="l" r="r" t="t"/>
              <a:pathLst>
                <a:path extrusionOk="0" h="2130" w="2488">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95"/>
            <p:cNvSpPr/>
            <p:nvPr/>
          </p:nvSpPr>
          <p:spPr>
            <a:xfrm>
              <a:off x="6256150" y="3932800"/>
              <a:ext cx="62200" cy="53425"/>
            </a:xfrm>
            <a:custGeom>
              <a:rect b="b" l="l" r="r" t="t"/>
              <a:pathLst>
                <a:path extrusionOk="0" h="2137" w="2488">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 name="Google Shape;1994;p95"/>
            <p:cNvSpPr/>
            <p:nvPr/>
          </p:nvSpPr>
          <p:spPr>
            <a:xfrm>
              <a:off x="6332350"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95"/>
            <p:cNvSpPr/>
            <p:nvPr/>
          </p:nvSpPr>
          <p:spPr>
            <a:xfrm>
              <a:off x="6332350"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95"/>
            <p:cNvSpPr/>
            <p:nvPr/>
          </p:nvSpPr>
          <p:spPr>
            <a:xfrm>
              <a:off x="6408350" y="385677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 name="Google Shape;1997;p95"/>
            <p:cNvSpPr/>
            <p:nvPr/>
          </p:nvSpPr>
          <p:spPr>
            <a:xfrm>
              <a:off x="6408350" y="3932800"/>
              <a:ext cx="62425" cy="53425"/>
            </a:xfrm>
            <a:custGeom>
              <a:rect b="b" l="l" r="r" t="t"/>
              <a:pathLst>
                <a:path extrusionOk="0" h="2137" w="2497">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 name="Google Shape;1998;p95"/>
            <p:cNvSpPr/>
            <p:nvPr/>
          </p:nvSpPr>
          <p:spPr>
            <a:xfrm>
              <a:off x="6408350" y="4085225"/>
              <a:ext cx="62425" cy="53350"/>
            </a:xfrm>
            <a:custGeom>
              <a:rect b="b" l="l" r="r" t="t"/>
              <a:pathLst>
                <a:path extrusionOk="0" h="2134" w="2497">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95"/>
            <p:cNvSpPr/>
            <p:nvPr/>
          </p:nvSpPr>
          <p:spPr>
            <a:xfrm>
              <a:off x="6484575" y="385677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95"/>
            <p:cNvSpPr/>
            <p:nvPr/>
          </p:nvSpPr>
          <p:spPr>
            <a:xfrm>
              <a:off x="648457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 name="Google Shape;2001;p95"/>
            <p:cNvSpPr/>
            <p:nvPr/>
          </p:nvSpPr>
          <p:spPr>
            <a:xfrm>
              <a:off x="6484575" y="4161425"/>
              <a:ext cx="62425" cy="53300"/>
            </a:xfrm>
            <a:custGeom>
              <a:rect b="b" l="l" r="r" t="t"/>
              <a:pathLst>
                <a:path extrusionOk="0" h="2132" w="2497">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 name="Google Shape;2002;p95"/>
            <p:cNvSpPr/>
            <p:nvPr/>
          </p:nvSpPr>
          <p:spPr>
            <a:xfrm>
              <a:off x="6484575" y="40852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 name="Google Shape;2003;p95"/>
            <p:cNvSpPr/>
            <p:nvPr/>
          </p:nvSpPr>
          <p:spPr>
            <a:xfrm>
              <a:off x="6484575" y="4009000"/>
              <a:ext cx="62425" cy="53350"/>
            </a:xfrm>
            <a:custGeom>
              <a:rect b="b" l="l" r="r" t="t"/>
              <a:pathLst>
                <a:path extrusionOk="0" h="2134" w="2497">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 name="Google Shape;2004;p95"/>
            <p:cNvSpPr/>
            <p:nvPr/>
          </p:nvSpPr>
          <p:spPr>
            <a:xfrm>
              <a:off x="6638425" y="3856775"/>
              <a:ext cx="62425" cy="53250"/>
            </a:xfrm>
            <a:custGeom>
              <a:rect b="b" l="l" r="r" t="t"/>
              <a:pathLst>
                <a:path extrusionOk="0" h="2130" w="2497">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95"/>
            <p:cNvSpPr/>
            <p:nvPr/>
          </p:nvSpPr>
          <p:spPr>
            <a:xfrm>
              <a:off x="663842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 name="Google Shape;2006;p95"/>
            <p:cNvSpPr/>
            <p:nvPr/>
          </p:nvSpPr>
          <p:spPr>
            <a:xfrm>
              <a:off x="6638425" y="4161425"/>
              <a:ext cx="62425" cy="53300"/>
            </a:xfrm>
            <a:custGeom>
              <a:rect b="b" l="l" r="r" t="t"/>
              <a:pathLst>
                <a:path extrusionOk="0" h="2132" w="2497">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 name="Google Shape;2007;p95"/>
            <p:cNvSpPr/>
            <p:nvPr/>
          </p:nvSpPr>
          <p:spPr>
            <a:xfrm>
              <a:off x="6638425" y="4085225"/>
              <a:ext cx="62425" cy="53350"/>
            </a:xfrm>
            <a:custGeom>
              <a:rect b="b" l="l" r="r" t="t"/>
              <a:pathLst>
                <a:path extrusionOk="0" h="2134" w="2497">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 name="Google Shape;2008;p95"/>
            <p:cNvSpPr/>
            <p:nvPr/>
          </p:nvSpPr>
          <p:spPr>
            <a:xfrm>
              <a:off x="6638425" y="4009000"/>
              <a:ext cx="62425" cy="53350"/>
            </a:xfrm>
            <a:custGeom>
              <a:rect b="b" l="l" r="r" t="t"/>
              <a:pathLst>
                <a:path extrusionOk="0" h="2134" w="2497">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 name="Google Shape;2009;p95"/>
            <p:cNvSpPr/>
            <p:nvPr/>
          </p:nvSpPr>
          <p:spPr>
            <a:xfrm>
              <a:off x="6715450" y="393280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 name="Google Shape;2010;p95"/>
            <p:cNvSpPr/>
            <p:nvPr/>
          </p:nvSpPr>
          <p:spPr>
            <a:xfrm>
              <a:off x="6715450" y="40852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 name="Google Shape;2011;p95"/>
            <p:cNvSpPr/>
            <p:nvPr/>
          </p:nvSpPr>
          <p:spPr>
            <a:xfrm>
              <a:off x="6715450" y="4009000"/>
              <a:ext cx="62225" cy="53350"/>
            </a:xfrm>
            <a:custGeom>
              <a:rect b="b" l="l" r="r" t="t"/>
              <a:pathLst>
                <a:path extrusionOk="0" h="2134" w="2489">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 name="Google Shape;2012;p95"/>
            <p:cNvSpPr/>
            <p:nvPr/>
          </p:nvSpPr>
          <p:spPr>
            <a:xfrm>
              <a:off x="6408350" y="4009000"/>
              <a:ext cx="62425" cy="53350"/>
            </a:xfrm>
            <a:custGeom>
              <a:rect b="b" l="l" r="r" t="t"/>
              <a:pathLst>
                <a:path extrusionOk="0" h="2134" w="2497">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 name="Google Shape;2013;p95"/>
            <p:cNvSpPr/>
            <p:nvPr/>
          </p:nvSpPr>
          <p:spPr>
            <a:xfrm>
              <a:off x="6332350"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 name="Google Shape;2014;p95"/>
            <p:cNvSpPr/>
            <p:nvPr/>
          </p:nvSpPr>
          <p:spPr>
            <a:xfrm>
              <a:off x="6256150" y="4009000"/>
              <a:ext cx="62200" cy="53350"/>
            </a:xfrm>
            <a:custGeom>
              <a:rect b="b" l="l" r="r" t="t"/>
              <a:pathLst>
                <a:path extrusionOk="0" h="2134" w="2488">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 name="Google Shape;2015;p95"/>
            <p:cNvSpPr/>
            <p:nvPr/>
          </p:nvSpPr>
          <p:spPr>
            <a:xfrm>
              <a:off x="5951475"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 name="Google Shape;2016;p95"/>
            <p:cNvSpPr/>
            <p:nvPr/>
          </p:nvSpPr>
          <p:spPr>
            <a:xfrm>
              <a:off x="5951475" y="4009000"/>
              <a:ext cx="62225" cy="53350"/>
            </a:xfrm>
            <a:custGeom>
              <a:rect b="b" l="l" r="r" t="t"/>
              <a:pathLst>
                <a:path extrusionOk="0" h="2134" w="2489">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 name="Google Shape;2017;p95"/>
            <p:cNvSpPr/>
            <p:nvPr/>
          </p:nvSpPr>
          <p:spPr>
            <a:xfrm>
              <a:off x="6027500" y="385677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95"/>
            <p:cNvSpPr/>
            <p:nvPr/>
          </p:nvSpPr>
          <p:spPr>
            <a:xfrm>
              <a:off x="6027500" y="39328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 name="Google Shape;2019;p95"/>
            <p:cNvSpPr/>
            <p:nvPr/>
          </p:nvSpPr>
          <p:spPr>
            <a:xfrm>
              <a:off x="6027500" y="4009000"/>
              <a:ext cx="62425" cy="53350"/>
            </a:xfrm>
            <a:custGeom>
              <a:rect b="b" l="l" r="r" t="t"/>
              <a:pathLst>
                <a:path extrusionOk="0" h="2134" w="2497">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 name="Google Shape;2020;p95"/>
            <p:cNvSpPr/>
            <p:nvPr/>
          </p:nvSpPr>
          <p:spPr>
            <a:xfrm>
              <a:off x="6103700" y="3780375"/>
              <a:ext cx="62425" cy="53475"/>
            </a:xfrm>
            <a:custGeom>
              <a:rect b="b" l="l" r="r" t="t"/>
              <a:pathLst>
                <a:path extrusionOk="0" h="2139" w="2497">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95"/>
            <p:cNvSpPr/>
            <p:nvPr/>
          </p:nvSpPr>
          <p:spPr>
            <a:xfrm>
              <a:off x="6103700" y="3856775"/>
              <a:ext cx="62425" cy="53300"/>
            </a:xfrm>
            <a:custGeom>
              <a:rect b="b" l="l" r="r" t="t"/>
              <a:pathLst>
                <a:path extrusionOk="0" h="2132" w="2497">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95"/>
            <p:cNvSpPr/>
            <p:nvPr/>
          </p:nvSpPr>
          <p:spPr>
            <a:xfrm>
              <a:off x="6103700" y="3932800"/>
              <a:ext cx="62425" cy="53475"/>
            </a:xfrm>
            <a:custGeom>
              <a:rect b="b" l="l" r="r" t="t"/>
              <a:pathLst>
                <a:path extrusionOk="0" h="2139" w="2497">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 name="Google Shape;2023;p95"/>
            <p:cNvSpPr/>
            <p:nvPr/>
          </p:nvSpPr>
          <p:spPr>
            <a:xfrm>
              <a:off x="6103700" y="4009000"/>
              <a:ext cx="62425" cy="53350"/>
            </a:xfrm>
            <a:custGeom>
              <a:rect b="b" l="l" r="r" t="t"/>
              <a:pathLst>
                <a:path extrusionOk="0" h="2134" w="2497">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 name="Google Shape;2024;p95"/>
            <p:cNvSpPr/>
            <p:nvPr/>
          </p:nvSpPr>
          <p:spPr>
            <a:xfrm>
              <a:off x="61799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 name="Google Shape;2025;p95"/>
            <p:cNvSpPr/>
            <p:nvPr/>
          </p:nvSpPr>
          <p:spPr>
            <a:xfrm>
              <a:off x="61799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 name="Google Shape;2026;p95"/>
            <p:cNvSpPr/>
            <p:nvPr/>
          </p:nvSpPr>
          <p:spPr>
            <a:xfrm>
              <a:off x="61799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 name="Google Shape;2027;p95"/>
            <p:cNvSpPr/>
            <p:nvPr/>
          </p:nvSpPr>
          <p:spPr>
            <a:xfrm>
              <a:off x="61799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 name="Google Shape;2028;p95"/>
            <p:cNvSpPr/>
            <p:nvPr/>
          </p:nvSpPr>
          <p:spPr>
            <a:xfrm>
              <a:off x="61799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95"/>
            <p:cNvSpPr/>
            <p:nvPr/>
          </p:nvSpPr>
          <p:spPr>
            <a:xfrm>
              <a:off x="717030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 name="Google Shape;2030;p95"/>
            <p:cNvSpPr/>
            <p:nvPr/>
          </p:nvSpPr>
          <p:spPr>
            <a:xfrm>
              <a:off x="68656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 name="Google Shape;2031;p95"/>
            <p:cNvSpPr/>
            <p:nvPr/>
          </p:nvSpPr>
          <p:spPr>
            <a:xfrm>
              <a:off x="686565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 name="Google Shape;2032;p95"/>
            <p:cNvSpPr/>
            <p:nvPr/>
          </p:nvSpPr>
          <p:spPr>
            <a:xfrm>
              <a:off x="69418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 name="Google Shape;2033;p95"/>
            <p:cNvSpPr/>
            <p:nvPr/>
          </p:nvSpPr>
          <p:spPr>
            <a:xfrm>
              <a:off x="6789225" y="3627950"/>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 name="Google Shape;2034;p95"/>
            <p:cNvSpPr/>
            <p:nvPr/>
          </p:nvSpPr>
          <p:spPr>
            <a:xfrm>
              <a:off x="6637000" y="3475725"/>
              <a:ext cx="62225" cy="53350"/>
            </a:xfrm>
            <a:custGeom>
              <a:rect b="b" l="l" r="r" t="t"/>
              <a:pathLst>
                <a:path extrusionOk="0" h="2134" w="2489">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 name="Google Shape;2035;p95"/>
            <p:cNvSpPr/>
            <p:nvPr/>
          </p:nvSpPr>
          <p:spPr>
            <a:xfrm>
              <a:off x="6256150" y="3399500"/>
              <a:ext cx="62200" cy="53350"/>
            </a:xfrm>
            <a:custGeom>
              <a:rect b="b" l="l" r="r" t="t"/>
              <a:pathLst>
                <a:path extrusionOk="0" h="2134" w="2488">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 name="Google Shape;2036;p95"/>
            <p:cNvSpPr/>
            <p:nvPr/>
          </p:nvSpPr>
          <p:spPr>
            <a:xfrm>
              <a:off x="6484575" y="355192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95"/>
            <p:cNvSpPr/>
            <p:nvPr/>
          </p:nvSpPr>
          <p:spPr>
            <a:xfrm>
              <a:off x="6484575" y="34757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95"/>
            <p:cNvSpPr/>
            <p:nvPr/>
          </p:nvSpPr>
          <p:spPr>
            <a:xfrm>
              <a:off x="6408350" y="355192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 name="Google Shape;2039;p95"/>
            <p:cNvSpPr/>
            <p:nvPr/>
          </p:nvSpPr>
          <p:spPr>
            <a:xfrm>
              <a:off x="6408350" y="3475725"/>
              <a:ext cx="62425" cy="53350"/>
            </a:xfrm>
            <a:custGeom>
              <a:rect b="b" l="l" r="r" t="t"/>
              <a:pathLst>
                <a:path extrusionOk="0" h="2134" w="2497">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 name="Google Shape;2040;p95"/>
            <p:cNvSpPr/>
            <p:nvPr/>
          </p:nvSpPr>
          <p:spPr>
            <a:xfrm>
              <a:off x="6332350"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95"/>
            <p:cNvSpPr/>
            <p:nvPr/>
          </p:nvSpPr>
          <p:spPr>
            <a:xfrm>
              <a:off x="6332350" y="33995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 name="Google Shape;2042;p95"/>
            <p:cNvSpPr/>
            <p:nvPr/>
          </p:nvSpPr>
          <p:spPr>
            <a:xfrm>
              <a:off x="7094075" y="4237450"/>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 name="Google Shape;2043;p95"/>
            <p:cNvSpPr/>
            <p:nvPr/>
          </p:nvSpPr>
          <p:spPr>
            <a:xfrm>
              <a:off x="7017875" y="4389875"/>
              <a:ext cx="62400" cy="53350"/>
            </a:xfrm>
            <a:custGeom>
              <a:rect b="b" l="l" r="r" t="t"/>
              <a:pathLst>
                <a:path extrusionOk="0" h="2134" w="2496">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 name="Google Shape;2044;p95"/>
            <p:cNvSpPr/>
            <p:nvPr/>
          </p:nvSpPr>
          <p:spPr>
            <a:xfrm>
              <a:off x="7017875" y="4313650"/>
              <a:ext cx="62400" cy="53450"/>
            </a:xfrm>
            <a:custGeom>
              <a:rect b="b" l="l" r="r" t="t"/>
              <a:pathLst>
                <a:path extrusionOk="0" h="2138" w="2496">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 name="Google Shape;2045;p95"/>
            <p:cNvSpPr/>
            <p:nvPr/>
          </p:nvSpPr>
          <p:spPr>
            <a:xfrm>
              <a:off x="6941850" y="438987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 name="Google Shape;2046;p95"/>
            <p:cNvSpPr/>
            <p:nvPr/>
          </p:nvSpPr>
          <p:spPr>
            <a:xfrm>
              <a:off x="6484575" y="438987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 name="Google Shape;2047;p95"/>
            <p:cNvSpPr/>
            <p:nvPr/>
          </p:nvSpPr>
          <p:spPr>
            <a:xfrm>
              <a:off x="6560800" y="42374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 name="Google Shape;2048;p95"/>
            <p:cNvSpPr/>
            <p:nvPr/>
          </p:nvSpPr>
          <p:spPr>
            <a:xfrm>
              <a:off x="6560800" y="4161425"/>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 name="Google Shape;2049;p95"/>
            <p:cNvSpPr/>
            <p:nvPr/>
          </p:nvSpPr>
          <p:spPr>
            <a:xfrm>
              <a:off x="6560800" y="40852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95"/>
            <p:cNvSpPr/>
            <p:nvPr/>
          </p:nvSpPr>
          <p:spPr>
            <a:xfrm>
              <a:off x="6560800" y="4009000"/>
              <a:ext cx="62200" cy="53350"/>
            </a:xfrm>
            <a:custGeom>
              <a:rect b="b" l="l" r="r" t="t"/>
              <a:pathLst>
                <a:path extrusionOk="0" h="2134" w="2488">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 name="Google Shape;2051;p95"/>
            <p:cNvSpPr/>
            <p:nvPr/>
          </p:nvSpPr>
          <p:spPr>
            <a:xfrm>
              <a:off x="6560800" y="39328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 name="Google Shape;2052;p95"/>
            <p:cNvSpPr/>
            <p:nvPr/>
          </p:nvSpPr>
          <p:spPr>
            <a:xfrm>
              <a:off x="65608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 name="Google Shape;2053;p95"/>
            <p:cNvSpPr/>
            <p:nvPr/>
          </p:nvSpPr>
          <p:spPr>
            <a:xfrm>
              <a:off x="65608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 name="Google Shape;2054;p95"/>
            <p:cNvSpPr/>
            <p:nvPr/>
          </p:nvSpPr>
          <p:spPr>
            <a:xfrm>
              <a:off x="6484575" y="4237450"/>
              <a:ext cx="62425" cy="53425"/>
            </a:xfrm>
            <a:custGeom>
              <a:rect b="b" l="l" r="r" t="t"/>
              <a:pathLst>
                <a:path extrusionOk="0" h="2137" w="2497">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 name="Google Shape;2055;p95"/>
            <p:cNvSpPr/>
            <p:nvPr/>
          </p:nvSpPr>
          <p:spPr>
            <a:xfrm>
              <a:off x="6484575" y="3780375"/>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 name="Google Shape;2056;p95"/>
            <p:cNvSpPr/>
            <p:nvPr/>
          </p:nvSpPr>
          <p:spPr>
            <a:xfrm>
              <a:off x="6484575" y="3704150"/>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 name="Google Shape;2057;p95"/>
            <p:cNvSpPr/>
            <p:nvPr/>
          </p:nvSpPr>
          <p:spPr>
            <a:xfrm>
              <a:off x="6408350" y="4237450"/>
              <a:ext cx="62425" cy="53425"/>
            </a:xfrm>
            <a:custGeom>
              <a:rect b="b" l="l" r="r" t="t"/>
              <a:pathLst>
                <a:path extrusionOk="0" h="2137" w="2497">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 name="Google Shape;2058;p95"/>
            <p:cNvSpPr/>
            <p:nvPr/>
          </p:nvSpPr>
          <p:spPr>
            <a:xfrm>
              <a:off x="6408350" y="4161425"/>
              <a:ext cx="62425" cy="53300"/>
            </a:xfrm>
            <a:custGeom>
              <a:rect b="b" l="l" r="r" t="t"/>
              <a:pathLst>
                <a:path extrusionOk="0" h="2132" w="2497">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 name="Google Shape;2059;p95"/>
            <p:cNvSpPr/>
            <p:nvPr/>
          </p:nvSpPr>
          <p:spPr>
            <a:xfrm>
              <a:off x="6408350" y="3780375"/>
              <a:ext cx="62425" cy="53425"/>
            </a:xfrm>
            <a:custGeom>
              <a:rect b="b" l="l" r="r" t="t"/>
              <a:pathLst>
                <a:path extrusionOk="0" h="2137" w="2497">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 name="Google Shape;2060;p95"/>
            <p:cNvSpPr/>
            <p:nvPr/>
          </p:nvSpPr>
          <p:spPr>
            <a:xfrm>
              <a:off x="6408350" y="3704150"/>
              <a:ext cx="62425" cy="53450"/>
            </a:xfrm>
            <a:custGeom>
              <a:rect b="b" l="l" r="r" t="t"/>
              <a:pathLst>
                <a:path extrusionOk="0" h="2138" w="2497">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 name="Google Shape;2061;p95"/>
            <p:cNvSpPr/>
            <p:nvPr/>
          </p:nvSpPr>
          <p:spPr>
            <a:xfrm>
              <a:off x="6332350"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 name="Google Shape;2062;p95"/>
            <p:cNvSpPr/>
            <p:nvPr/>
          </p:nvSpPr>
          <p:spPr>
            <a:xfrm>
              <a:off x="6332350"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95"/>
            <p:cNvSpPr/>
            <p:nvPr/>
          </p:nvSpPr>
          <p:spPr>
            <a:xfrm>
              <a:off x="633235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 name="Google Shape;2064;p95"/>
            <p:cNvSpPr/>
            <p:nvPr/>
          </p:nvSpPr>
          <p:spPr>
            <a:xfrm>
              <a:off x="63323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 name="Google Shape;2065;p95"/>
            <p:cNvSpPr/>
            <p:nvPr/>
          </p:nvSpPr>
          <p:spPr>
            <a:xfrm>
              <a:off x="6256150" y="4085225"/>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 name="Google Shape;2066;p95"/>
            <p:cNvSpPr/>
            <p:nvPr/>
          </p:nvSpPr>
          <p:spPr>
            <a:xfrm>
              <a:off x="6256150" y="3704150"/>
              <a:ext cx="62200" cy="53450"/>
            </a:xfrm>
            <a:custGeom>
              <a:rect b="b" l="l" r="r" t="t"/>
              <a:pathLst>
                <a:path extrusionOk="0" h="2138" w="2488">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 name="Google Shape;2067;p95"/>
            <p:cNvSpPr/>
            <p:nvPr/>
          </p:nvSpPr>
          <p:spPr>
            <a:xfrm>
              <a:off x="6256150" y="3627950"/>
              <a:ext cx="62200" cy="53425"/>
            </a:xfrm>
            <a:custGeom>
              <a:rect b="b" l="l" r="r" t="t"/>
              <a:pathLst>
                <a:path extrusionOk="0" h="2137" w="2488">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 name="Google Shape;2068;p95"/>
            <p:cNvSpPr/>
            <p:nvPr/>
          </p:nvSpPr>
          <p:spPr>
            <a:xfrm>
              <a:off x="617992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 name="Google Shape;2069;p95"/>
            <p:cNvSpPr/>
            <p:nvPr/>
          </p:nvSpPr>
          <p:spPr>
            <a:xfrm>
              <a:off x="61799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 name="Google Shape;2070;p95"/>
            <p:cNvSpPr/>
            <p:nvPr/>
          </p:nvSpPr>
          <p:spPr>
            <a:xfrm>
              <a:off x="6103700" y="4085225"/>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 name="Google Shape;2071;p95"/>
            <p:cNvSpPr/>
            <p:nvPr/>
          </p:nvSpPr>
          <p:spPr>
            <a:xfrm>
              <a:off x="6103700" y="3704150"/>
              <a:ext cx="62425" cy="53450"/>
            </a:xfrm>
            <a:custGeom>
              <a:rect b="b" l="l" r="r" t="t"/>
              <a:pathLst>
                <a:path extrusionOk="0" h="2138" w="2497">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 name="Google Shape;2072;p95"/>
            <p:cNvSpPr/>
            <p:nvPr/>
          </p:nvSpPr>
          <p:spPr>
            <a:xfrm>
              <a:off x="6027500" y="4085225"/>
              <a:ext cx="62425" cy="53350"/>
            </a:xfrm>
            <a:custGeom>
              <a:rect b="b" l="l" r="r" t="t"/>
              <a:pathLst>
                <a:path extrusionOk="0" h="2134" w="2497">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 name="Google Shape;2073;p95"/>
            <p:cNvSpPr/>
            <p:nvPr/>
          </p:nvSpPr>
          <p:spPr>
            <a:xfrm>
              <a:off x="6027500" y="3780375"/>
              <a:ext cx="62425" cy="53425"/>
            </a:xfrm>
            <a:custGeom>
              <a:rect b="b" l="l" r="r" t="t"/>
              <a:pathLst>
                <a:path extrusionOk="0" h="2137" w="2497">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 name="Google Shape;2074;p95"/>
            <p:cNvSpPr/>
            <p:nvPr/>
          </p:nvSpPr>
          <p:spPr>
            <a:xfrm>
              <a:off x="6027500" y="3704150"/>
              <a:ext cx="62425" cy="53450"/>
            </a:xfrm>
            <a:custGeom>
              <a:rect b="b" l="l" r="r" t="t"/>
              <a:pathLst>
                <a:path extrusionOk="0" h="2138" w="2497">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95"/>
            <p:cNvSpPr/>
            <p:nvPr/>
          </p:nvSpPr>
          <p:spPr>
            <a:xfrm>
              <a:off x="59514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 name="Google Shape;2076;p95"/>
            <p:cNvSpPr/>
            <p:nvPr/>
          </p:nvSpPr>
          <p:spPr>
            <a:xfrm>
              <a:off x="5951475"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95"/>
            <p:cNvSpPr/>
            <p:nvPr/>
          </p:nvSpPr>
          <p:spPr>
            <a:xfrm>
              <a:off x="5951475" y="3780375"/>
              <a:ext cx="62425" cy="53425"/>
            </a:xfrm>
            <a:custGeom>
              <a:rect b="b" l="l" r="r" t="t"/>
              <a:pathLst>
                <a:path extrusionOk="0" h="2137" w="2497">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 name="Google Shape;2078;p95"/>
            <p:cNvSpPr/>
            <p:nvPr/>
          </p:nvSpPr>
          <p:spPr>
            <a:xfrm>
              <a:off x="587527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 name="Google Shape;2079;p95"/>
            <p:cNvSpPr/>
            <p:nvPr/>
          </p:nvSpPr>
          <p:spPr>
            <a:xfrm>
              <a:off x="587527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 name="Google Shape;2080;p95"/>
            <p:cNvSpPr/>
            <p:nvPr/>
          </p:nvSpPr>
          <p:spPr>
            <a:xfrm>
              <a:off x="587527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 name="Google Shape;2081;p95"/>
            <p:cNvSpPr/>
            <p:nvPr/>
          </p:nvSpPr>
          <p:spPr>
            <a:xfrm>
              <a:off x="587527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 name="Google Shape;2082;p95"/>
            <p:cNvSpPr/>
            <p:nvPr/>
          </p:nvSpPr>
          <p:spPr>
            <a:xfrm>
              <a:off x="45040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 name="Google Shape;2083;p95"/>
            <p:cNvSpPr/>
            <p:nvPr/>
          </p:nvSpPr>
          <p:spPr>
            <a:xfrm>
              <a:off x="450405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 name="Google Shape;2084;p95"/>
            <p:cNvSpPr/>
            <p:nvPr/>
          </p:nvSpPr>
          <p:spPr>
            <a:xfrm>
              <a:off x="450405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 name="Google Shape;2085;p95"/>
            <p:cNvSpPr/>
            <p:nvPr/>
          </p:nvSpPr>
          <p:spPr>
            <a:xfrm>
              <a:off x="4427825" y="39328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 name="Google Shape;2086;p95"/>
            <p:cNvSpPr/>
            <p:nvPr/>
          </p:nvSpPr>
          <p:spPr>
            <a:xfrm>
              <a:off x="4427825" y="3856775"/>
              <a:ext cx="62350" cy="53250"/>
            </a:xfrm>
            <a:custGeom>
              <a:rect b="b" l="l" r="r" t="t"/>
              <a:pathLst>
                <a:path extrusionOk="0" h="2130" w="2494">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 name="Google Shape;2087;p95"/>
            <p:cNvSpPr/>
            <p:nvPr/>
          </p:nvSpPr>
          <p:spPr>
            <a:xfrm>
              <a:off x="4427825" y="3780375"/>
              <a:ext cx="62425" cy="53425"/>
            </a:xfrm>
            <a:custGeom>
              <a:rect b="b" l="l" r="r" t="t"/>
              <a:pathLst>
                <a:path extrusionOk="0" h="2137" w="2497">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95"/>
            <p:cNvSpPr/>
            <p:nvPr/>
          </p:nvSpPr>
          <p:spPr>
            <a:xfrm>
              <a:off x="4351600" y="3171075"/>
              <a:ext cx="62425" cy="53350"/>
            </a:xfrm>
            <a:custGeom>
              <a:rect b="b" l="l" r="r" t="t"/>
              <a:pathLst>
                <a:path extrusionOk="0" h="2134" w="2497">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 name="Google Shape;2089;p95"/>
            <p:cNvSpPr/>
            <p:nvPr/>
          </p:nvSpPr>
          <p:spPr>
            <a:xfrm>
              <a:off x="435160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 name="Google Shape;2090;p95"/>
            <p:cNvSpPr/>
            <p:nvPr/>
          </p:nvSpPr>
          <p:spPr>
            <a:xfrm>
              <a:off x="3970950" y="27902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 name="Google Shape;2091;p95"/>
            <p:cNvSpPr/>
            <p:nvPr/>
          </p:nvSpPr>
          <p:spPr>
            <a:xfrm>
              <a:off x="3970950" y="2866425"/>
              <a:ext cx="62225" cy="53275"/>
            </a:xfrm>
            <a:custGeom>
              <a:rect b="b" l="l" r="r" t="t"/>
              <a:pathLst>
                <a:path extrusionOk="0" h="2131" w="2489">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 name="Google Shape;2092;p95"/>
            <p:cNvSpPr/>
            <p:nvPr/>
          </p:nvSpPr>
          <p:spPr>
            <a:xfrm>
              <a:off x="3970950" y="2942425"/>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 name="Google Shape;2093;p95"/>
            <p:cNvSpPr/>
            <p:nvPr/>
          </p:nvSpPr>
          <p:spPr>
            <a:xfrm>
              <a:off x="3970950" y="301865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 name="Google Shape;2094;p95"/>
            <p:cNvSpPr/>
            <p:nvPr/>
          </p:nvSpPr>
          <p:spPr>
            <a:xfrm>
              <a:off x="3970950" y="309485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 name="Google Shape;2095;p95"/>
            <p:cNvSpPr/>
            <p:nvPr/>
          </p:nvSpPr>
          <p:spPr>
            <a:xfrm>
              <a:off x="3970950" y="317107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 name="Google Shape;2096;p95"/>
            <p:cNvSpPr/>
            <p:nvPr/>
          </p:nvSpPr>
          <p:spPr>
            <a:xfrm>
              <a:off x="3970950" y="3247075"/>
              <a:ext cx="62225" cy="53450"/>
            </a:xfrm>
            <a:custGeom>
              <a:rect b="b" l="l" r="r" t="t"/>
              <a:pathLst>
                <a:path extrusionOk="0" h="2138" w="2489">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 name="Google Shape;2097;p95"/>
            <p:cNvSpPr/>
            <p:nvPr/>
          </p:nvSpPr>
          <p:spPr>
            <a:xfrm>
              <a:off x="3970950" y="33233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 name="Google Shape;2098;p95"/>
            <p:cNvSpPr/>
            <p:nvPr/>
          </p:nvSpPr>
          <p:spPr>
            <a:xfrm>
              <a:off x="3970950" y="33995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 name="Google Shape;2099;p95"/>
            <p:cNvSpPr/>
            <p:nvPr/>
          </p:nvSpPr>
          <p:spPr>
            <a:xfrm>
              <a:off x="3970950" y="347572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 name="Google Shape;2100;p95"/>
            <p:cNvSpPr/>
            <p:nvPr/>
          </p:nvSpPr>
          <p:spPr>
            <a:xfrm>
              <a:off x="3970950" y="355192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95"/>
            <p:cNvSpPr/>
            <p:nvPr/>
          </p:nvSpPr>
          <p:spPr>
            <a:xfrm>
              <a:off x="3970950" y="3627950"/>
              <a:ext cx="62225" cy="53425"/>
            </a:xfrm>
            <a:custGeom>
              <a:rect b="b" l="l" r="r" t="t"/>
              <a:pathLst>
                <a:path extrusionOk="0" h="2137" w="2489">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 name="Google Shape;2102;p95"/>
            <p:cNvSpPr/>
            <p:nvPr/>
          </p:nvSpPr>
          <p:spPr>
            <a:xfrm>
              <a:off x="3970950" y="3704150"/>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 name="Google Shape;2103;p95"/>
            <p:cNvSpPr/>
            <p:nvPr/>
          </p:nvSpPr>
          <p:spPr>
            <a:xfrm>
              <a:off x="3970950" y="3780375"/>
              <a:ext cx="62425" cy="53425"/>
            </a:xfrm>
            <a:custGeom>
              <a:rect b="b" l="l" r="r" t="t"/>
              <a:pathLst>
                <a:path extrusionOk="0" h="2137" w="2497">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 name="Google Shape;2104;p95"/>
            <p:cNvSpPr/>
            <p:nvPr/>
          </p:nvSpPr>
          <p:spPr>
            <a:xfrm>
              <a:off x="3970950" y="385677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 name="Google Shape;2105;p95"/>
            <p:cNvSpPr/>
            <p:nvPr/>
          </p:nvSpPr>
          <p:spPr>
            <a:xfrm>
              <a:off x="3970950" y="4009000"/>
              <a:ext cx="62225" cy="53350"/>
            </a:xfrm>
            <a:custGeom>
              <a:rect b="b" l="l" r="r" t="t"/>
              <a:pathLst>
                <a:path extrusionOk="0" h="2134" w="2489">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 name="Google Shape;2106;p95"/>
            <p:cNvSpPr/>
            <p:nvPr/>
          </p:nvSpPr>
          <p:spPr>
            <a:xfrm>
              <a:off x="404695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 name="Google Shape;2107;p95"/>
            <p:cNvSpPr/>
            <p:nvPr/>
          </p:nvSpPr>
          <p:spPr>
            <a:xfrm>
              <a:off x="4046950" y="286642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95"/>
            <p:cNvSpPr/>
            <p:nvPr/>
          </p:nvSpPr>
          <p:spPr>
            <a:xfrm>
              <a:off x="4046950" y="2942425"/>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 name="Google Shape;2109;p95"/>
            <p:cNvSpPr/>
            <p:nvPr/>
          </p:nvSpPr>
          <p:spPr>
            <a:xfrm>
              <a:off x="404695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 name="Google Shape;2110;p95"/>
            <p:cNvSpPr/>
            <p:nvPr/>
          </p:nvSpPr>
          <p:spPr>
            <a:xfrm>
              <a:off x="404695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95"/>
            <p:cNvSpPr/>
            <p:nvPr/>
          </p:nvSpPr>
          <p:spPr>
            <a:xfrm>
              <a:off x="4046950"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 name="Google Shape;2112;p95"/>
            <p:cNvSpPr/>
            <p:nvPr/>
          </p:nvSpPr>
          <p:spPr>
            <a:xfrm>
              <a:off x="404695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 name="Google Shape;2113;p95"/>
            <p:cNvSpPr/>
            <p:nvPr/>
          </p:nvSpPr>
          <p:spPr>
            <a:xfrm>
              <a:off x="4046950" y="3323300"/>
              <a:ext cx="62425" cy="53425"/>
            </a:xfrm>
            <a:custGeom>
              <a:rect b="b" l="l" r="r" t="t"/>
              <a:pathLst>
                <a:path extrusionOk="0" h="2137" w="2497">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 name="Google Shape;2114;p95"/>
            <p:cNvSpPr/>
            <p:nvPr/>
          </p:nvSpPr>
          <p:spPr>
            <a:xfrm>
              <a:off x="404695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 name="Google Shape;2115;p95"/>
            <p:cNvSpPr/>
            <p:nvPr/>
          </p:nvSpPr>
          <p:spPr>
            <a:xfrm>
              <a:off x="4046950" y="34757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 name="Google Shape;2116;p95"/>
            <p:cNvSpPr/>
            <p:nvPr/>
          </p:nvSpPr>
          <p:spPr>
            <a:xfrm>
              <a:off x="4046950" y="355192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 name="Google Shape;2117;p95"/>
            <p:cNvSpPr/>
            <p:nvPr/>
          </p:nvSpPr>
          <p:spPr>
            <a:xfrm>
              <a:off x="4046950"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8" name="Google Shape;2118;p95"/>
            <p:cNvSpPr/>
            <p:nvPr/>
          </p:nvSpPr>
          <p:spPr>
            <a:xfrm>
              <a:off x="4046950"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 name="Google Shape;2119;p95"/>
            <p:cNvSpPr/>
            <p:nvPr/>
          </p:nvSpPr>
          <p:spPr>
            <a:xfrm>
              <a:off x="41231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 name="Google Shape;2120;p95"/>
            <p:cNvSpPr/>
            <p:nvPr/>
          </p:nvSpPr>
          <p:spPr>
            <a:xfrm>
              <a:off x="4123175" y="2866425"/>
              <a:ext cx="62425" cy="53275"/>
            </a:xfrm>
            <a:custGeom>
              <a:rect b="b" l="l" r="r" t="t"/>
              <a:pathLst>
                <a:path extrusionOk="0" h="2131" w="2497">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 name="Google Shape;2121;p95"/>
            <p:cNvSpPr/>
            <p:nvPr/>
          </p:nvSpPr>
          <p:spPr>
            <a:xfrm>
              <a:off x="4123175" y="29424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95"/>
            <p:cNvSpPr/>
            <p:nvPr/>
          </p:nvSpPr>
          <p:spPr>
            <a:xfrm>
              <a:off x="4123175" y="301865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 name="Google Shape;2123;p95"/>
            <p:cNvSpPr/>
            <p:nvPr/>
          </p:nvSpPr>
          <p:spPr>
            <a:xfrm>
              <a:off x="41231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 name="Google Shape;2124;p95"/>
            <p:cNvSpPr/>
            <p:nvPr/>
          </p:nvSpPr>
          <p:spPr>
            <a:xfrm>
              <a:off x="4123175" y="317107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95"/>
            <p:cNvSpPr/>
            <p:nvPr/>
          </p:nvSpPr>
          <p:spPr>
            <a:xfrm>
              <a:off x="41231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 name="Google Shape;2126;p95"/>
            <p:cNvSpPr/>
            <p:nvPr/>
          </p:nvSpPr>
          <p:spPr>
            <a:xfrm>
              <a:off x="4123175" y="33233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95"/>
            <p:cNvSpPr/>
            <p:nvPr/>
          </p:nvSpPr>
          <p:spPr>
            <a:xfrm>
              <a:off x="4123175" y="33995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 name="Google Shape;2128;p95"/>
            <p:cNvSpPr/>
            <p:nvPr/>
          </p:nvSpPr>
          <p:spPr>
            <a:xfrm>
              <a:off x="4123175" y="347572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 name="Google Shape;2129;p95"/>
            <p:cNvSpPr/>
            <p:nvPr/>
          </p:nvSpPr>
          <p:spPr>
            <a:xfrm>
              <a:off x="4123175" y="355192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 name="Google Shape;2130;p95"/>
            <p:cNvSpPr/>
            <p:nvPr/>
          </p:nvSpPr>
          <p:spPr>
            <a:xfrm>
              <a:off x="4123175" y="3627950"/>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95"/>
            <p:cNvSpPr/>
            <p:nvPr/>
          </p:nvSpPr>
          <p:spPr>
            <a:xfrm>
              <a:off x="4199400"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 name="Google Shape;2132;p95"/>
            <p:cNvSpPr/>
            <p:nvPr/>
          </p:nvSpPr>
          <p:spPr>
            <a:xfrm>
              <a:off x="419940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95"/>
            <p:cNvSpPr/>
            <p:nvPr/>
          </p:nvSpPr>
          <p:spPr>
            <a:xfrm>
              <a:off x="4199400" y="317107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 name="Google Shape;2134;p95"/>
            <p:cNvSpPr/>
            <p:nvPr/>
          </p:nvSpPr>
          <p:spPr>
            <a:xfrm>
              <a:off x="4199400" y="3247075"/>
              <a:ext cx="62200" cy="53450"/>
            </a:xfrm>
            <a:custGeom>
              <a:rect b="b" l="l" r="r" t="t"/>
              <a:pathLst>
                <a:path extrusionOk="0" h="2138" w="2488">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 name="Google Shape;2135;p95"/>
            <p:cNvSpPr/>
            <p:nvPr/>
          </p:nvSpPr>
          <p:spPr>
            <a:xfrm>
              <a:off x="4275600" y="3018650"/>
              <a:ext cx="62225" cy="53425"/>
            </a:xfrm>
            <a:custGeom>
              <a:rect b="b" l="l" r="r" t="t"/>
              <a:pathLst>
                <a:path extrusionOk="0" h="2137" w="2489">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 name="Google Shape;2136;p95"/>
            <p:cNvSpPr/>
            <p:nvPr/>
          </p:nvSpPr>
          <p:spPr>
            <a:xfrm>
              <a:off x="4275600"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 name="Google Shape;2137;p95"/>
            <p:cNvSpPr/>
            <p:nvPr/>
          </p:nvSpPr>
          <p:spPr>
            <a:xfrm>
              <a:off x="4275600" y="3171075"/>
              <a:ext cx="62225" cy="53275"/>
            </a:xfrm>
            <a:custGeom>
              <a:rect b="b" l="l" r="r" t="t"/>
              <a:pathLst>
                <a:path extrusionOk="0" h="2131" w="2489">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 name="Google Shape;2138;p95"/>
            <p:cNvSpPr/>
            <p:nvPr/>
          </p:nvSpPr>
          <p:spPr>
            <a:xfrm>
              <a:off x="4275600" y="32470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95"/>
            <p:cNvSpPr/>
            <p:nvPr/>
          </p:nvSpPr>
          <p:spPr>
            <a:xfrm>
              <a:off x="4275475" y="3323300"/>
              <a:ext cx="62350" cy="53425"/>
            </a:xfrm>
            <a:custGeom>
              <a:rect b="b" l="l" r="r" t="t"/>
              <a:pathLst>
                <a:path extrusionOk="0" h="2137" w="2494">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95"/>
            <p:cNvSpPr/>
            <p:nvPr/>
          </p:nvSpPr>
          <p:spPr>
            <a:xfrm>
              <a:off x="4199400" y="33233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 name="Google Shape;2141;p95"/>
            <p:cNvSpPr/>
            <p:nvPr/>
          </p:nvSpPr>
          <p:spPr>
            <a:xfrm>
              <a:off x="4199400" y="33995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 name="Google Shape;2142;p95"/>
            <p:cNvSpPr/>
            <p:nvPr/>
          </p:nvSpPr>
          <p:spPr>
            <a:xfrm>
              <a:off x="4199400" y="34757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95"/>
            <p:cNvSpPr/>
            <p:nvPr/>
          </p:nvSpPr>
          <p:spPr>
            <a:xfrm>
              <a:off x="4199400" y="355192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 name="Google Shape;2144;p95"/>
            <p:cNvSpPr/>
            <p:nvPr/>
          </p:nvSpPr>
          <p:spPr>
            <a:xfrm>
              <a:off x="4199400" y="36279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 name="Google Shape;2145;p95"/>
            <p:cNvSpPr/>
            <p:nvPr/>
          </p:nvSpPr>
          <p:spPr>
            <a:xfrm>
              <a:off x="419940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 name="Google Shape;2146;p95"/>
            <p:cNvSpPr/>
            <p:nvPr/>
          </p:nvSpPr>
          <p:spPr>
            <a:xfrm>
              <a:off x="4123175" y="3704150"/>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95"/>
            <p:cNvSpPr/>
            <p:nvPr/>
          </p:nvSpPr>
          <p:spPr>
            <a:xfrm>
              <a:off x="412317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 name="Google Shape;2148;p95"/>
            <p:cNvSpPr/>
            <p:nvPr/>
          </p:nvSpPr>
          <p:spPr>
            <a:xfrm>
              <a:off x="4046950" y="3780375"/>
              <a:ext cx="62425" cy="53425"/>
            </a:xfrm>
            <a:custGeom>
              <a:rect b="b" l="l" r="r" t="t"/>
              <a:pathLst>
                <a:path extrusionOk="0" h="2137" w="2497">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 name="Google Shape;2149;p95"/>
            <p:cNvSpPr/>
            <p:nvPr/>
          </p:nvSpPr>
          <p:spPr>
            <a:xfrm>
              <a:off x="4046950" y="385677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 name="Google Shape;2150;p95"/>
            <p:cNvSpPr/>
            <p:nvPr/>
          </p:nvSpPr>
          <p:spPr>
            <a:xfrm>
              <a:off x="4046950"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 name="Google Shape;2151;p95"/>
            <p:cNvSpPr/>
            <p:nvPr/>
          </p:nvSpPr>
          <p:spPr>
            <a:xfrm>
              <a:off x="4046950" y="3932800"/>
              <a:ext cx="62425" cy="53425"/>
            </a:xfrm>
            <a:custGeom>
              <a:rect b="b" l="l" r="r" t="t"/>
              <a:pathLst>
                <a:path extrusionOk="0" h="2137" w="2497">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 name="Google Shape;2152;p95"/>
            <p:cNvSpPr/>
            <p:nvPr/>
          </p:nvSpPr>
          <p:spPr>
            <a:xfrm>
              <a:off x="3970950" y="39328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 name="Google Shape;2153;p95"/>
            <p:cNvSpPr/>
            <p:nvPr/>
          </p:nvSpPr>
          <p:spPr>
            <a:xfrm>
              <a:off x="35898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 name="Google Shape;2154;p95"/>
            <p:cNvSpPr/>
            <p:nvPr/>
          </p:nvSpPr>
          <p:spPr>
            <a:xfrm>
              <a:off x="35898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 name="Google Shape;2155;p95"/>
            <p:cNvSpPr/>
            <p:nvPr/>
          </p:nvSpPr>
          <p:spPr>
            <a:xfrm>
              <a:off x="358987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95"/>
            <p:cNvSpPr/>
            <p:nvPr/>
          </p:nvSpPr>
          <p:spPr>
            <a:xfrm>
              <a:off x="358987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 name="Google Shape;2157;p95"/>
            <p:cNvSpPr/>
            <p:nvPr/>
          </p:nvSpPr>
          <p:spPr>
            <a:xfrm>
              <a:off x="358987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 name="Google Shape;2158;p95"/>
            <p:cNvSpPr/>
            <p:nvPr/>
          </p:nvSpPr>
          <p:spPr>
            <a:xfrm>
              <a:off x="358987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95"/>
            <p:cNvSpPr/>
            <p:nvPr/>
          </p:nvSpPr>
          <p:spPr>
            <a:xfrm>
              <a:off x="358987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 name="Google Shape;2160;p95"/>
            <p:cNvSpPr/>
            <p:nvPr/>
          </p:nvSpPr>
          <p:spPr>
            <a:xfrm>
              <a:off x="328522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95"/>
            <p:cNvSpPr/>
            <p:nvPr/>
          </p:nvSpPr>
          <p:spPr>
            <a:xfrm>
              <a:off x="328522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 name="Google Shape;2162;p95"/>
            <p:cNvSpPr/>
            <p:nvPr/>
          </p:nvSpPr>
          <p:spPr>
            <a:xfrm>
              <a:off x="328522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95"/>
            <p:cNvSpPr/>
            <p:nvPr/>
          </p:nvSpPr>
          <p:spPr>
            <a:xfrm>
              <a:off x="3361450" y="279020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95"/>
            <p:cNvSpPr/>
            <p:nvPr/>
          </p:nvSpPr>
          <p:spPr>
            <a:xfrm>
              <a:off x="3361450" y="2866425"/>
              <a:ext cx="62200" cy="53275"/>
            </a:xfrm>
            <a:custGeom>
              <a:rect b="b" l="l" r="r" t="t"/>
              <a:pathLst>
                <a:path extrusionOk="0" h="2131" w="2488">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 name="Google Shape;2165;p95"/>
            <p:cNvSpPr/>
            <p:nvPr/>
          </p:nvSpPr>
          <p:spPr>
            <a:xfrm>
              <a:off x="3361450" y="2942425"/>
              <a:ext cx="62200" cy="53450"/>
            </a:xfrm>
            <a:custGeom>
              <a:rect b="b" l="l" r="r" t="t"/>
              <a:pathLst>
                <a:path extrusionOk="0" h="2138" w="2488">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 name="Google Shape;2166;p95"/>
            <p:cNvSpPr/>
            <p:nvPr/>
          </p:nvSpPr>
          <p:spPr>
            <a:xfrm>
              <a:off x="3361450" y="3018650"/>
              <a:ext cx="62200" cy="53425"/>
            </a:xfrm>
            <a:custGeom>
              <a:rect b="b" l="l" r="r" t="t"/>
              <a:pathLst>
                <a:path extrusionOk="0" h="2137" w="2488">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 name="Google Shape;2167;p95"/>
            <p:cNvSpPr/>
            <p:nvPr/>
          </p:nvSpPr>
          <p:spPr>
            <a:xfrm>
              <a:off x="3361450" y="309485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95"/>
            <p:cNvSpPr/>
            <p:nvPr/>
          </p:nvSpPr>
          <p:spPr>
            <a:xfrm>
              <a:off x="3437450"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95"/>
            <p:cNvSpPr/>
            <p:nvPr/>
          </p:nvSpPr>
          <p:spPr>
            <a:xfrm>
              <a:off x="3437450"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 name="Google Shape;2170;p95"/>
            <p:cNvSpPr/>
            <p:nvPr/>
          </p:nvSpPr>
          <p:spPr>
            <a:xfrm>
              <a:off x="3437450" y="279020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 name="Google Shape;2171;p95"/>
            <p:cNvSpPr/>
            <p:nvPr/>
          </p:nvSpPr>
          <p:spPr>
            <a:xfrm>
              <a:off x="3437450" y="286642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95"/>
            <p:cNvSpPr/>
            <p:nvPr/>
          </p:nvSpPr>
          <p:spPr>
            <a:xfrm>
              <a:off x="3437450" y="2942425"/>
              <a:ext cx="62425" cy="53450"/>
            </a:xfrm>
            <a:custGeom>
              <a:rect b="b" l="l" r="r" t="t"/>
              <a:pathLst>
                <a:path extrusionOk="0" h="2138" w="2497">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95"/>
            <p:cNvSpPr/>
            <p:nvPr/>
          </p:nvSpPr>
          <p:spPr>
            <a:xfrm>
              <a:off x="3437450" y="3018650"/>
              <a:ext cx="62425" cy="53425"/>
            </a:xfrm>
            <a:custGeom>
              <a:rect b="b" l="l" r="r" t="t"/>
              <a:pathLst>
                <a:path extrusionOk="0" h="2137" w="2497">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4" name="Google Shape;2174;p95"/>
            <p:cNvSpPr/>
            <p:nvPr/>
          </p:nvSpPr>
          <p:spPr>
            <a:xfrm>
              <a:off x="3437450" y="309485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 name="Google Shape;2175;p95"/>
            <p:cNvSpPr/>
            <p:nvPr/>
          </p:nvSpPr>
          <p:spPr>
            <a:xfrm>
              <a:off x="3513675" y="26377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95"/>
            <p:cNvSpPr/>
            <p:nvPr/>
          </p:nvSpPr>
          <p:spPr>
            <a:xfrm>
              <a:off x="35136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95"/>
            <p:cNvSpPr/>
            <p:nvPr/>
          </p:nvSpPr>
          <p:spPr>
            <a:xfrm>
              <a:off x="35136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 name="Google Shape;2178;p95"/>
            <p:cNvSpPr/>
            <p:nvPr/>
          </p:nvSpPr>
          <p:spPr>
            <a:xfrm>
              <a:off x="3513675" y="286642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 name="Google Shape;2179;p95"/>
            <p:cNvSpPr/>
            <p:nvPr/>
          </p:nvSpPr>
          <p:spPr>
            <a:xfrm>
              <a:off x="3513675" y="2942425"/>
              <a:ext cx="62425" cy="53450"/>
            </a:xfrm>
            <a:custGeom>
              <a:rect b="b" l="l" r="r" t="t"/>
              <a:pathLst>
                <a:path extrusionOk="0" h="2138" w="2497">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95"/>
            <p:cNvSpPr/>
            <p:nvPr/>
          </p:nvSpPr>
          <p:spPr>
            <a:xfrm>
              <a:off x="3513675" y="3018650"/>
              <a:ext cx="62425" cy="53425"/>
            </a:xfrm>
            <a:custGeom>
              <a:rect b="b" l="l" r="r" t="t"/>
              <a:pathLst>
                <a:path extrusionOk="0" h="2137" w="2497">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 name="Google Shape;2181;p95"/>
            <p:cNvSpPr/>
            <p:nvPr/>
          </p:nvSpPr>
          <p:spPr>
            <a:xfrm>
              <a:off x="35136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 name="Google Shape;2182;p95"/>
            <p:cNvSpPr/>
            <p:nvPr/>
          </p:nvSpPr>
          <p:spPr>
            <a:xfrm>
              <a:off x="3513675" y="317107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 name="Google Shape;2183;p95"/>
            <p:cNvSpPr/>
            <p:nvPr/>
          </p:nvSpPr>
          <p:spPr>
            <a:xfrm>
              <a:off x="358987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 name="Google Shape;2184;p95"/>
            <p:cNvSpPr/>
            <p:nvPr/>
          </p:nvSpPr>
          <p:spPr>
            <a:xfrm>
              <a:off x="3666100"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 name="Google Shape;2185;p95"/>
            <p:cNvSpPr/>
            <p:nvPr/>
          </p:nvSpPr>
          <p:spPr>
            <a:xfrm>
              <a:off x="3666100" y="271400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 name="Google Shape;2186;p95"/>
            <p:cNvSpPr/>
            <p:nvPr/>
          </p:nvSpPr>
          <p:spPr>
            <a:xfrm>
              <a:off x="3666100"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 name="Google Shape;2187;p95"/>
            <p:cNvSpPr/>
            <p:nvPr/>
          </p:nvSpPr>
          <p:spPr>
            <a:xfrm>
              <a:off x="366610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95"/>
            <p:cNvSpPr/>
            <p:nvPr/>
          </p:nvSpPr>
          <p:spPr>
            <a:xfrm>
              <a:off x="3666100" y="3018650"/>
              <a:ext cx="62200" cy="53425"/>
            </a:xfrm>
            <a:custGeom>
              <a:rect b="b" l="l" r="r" t="t"/>
              <a:pathLst>
                <a:path extrusionOk="0" h="2137" w="2488">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95"/>
            <p:cNvSpPr/>
            <p:nvPr/>
          </p:nvSpPr>
          <p:spPr>
            <a:xfrm>
              <a:off x="3666100"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 name="Google Shape;2190;p95"/>
            <p:cNvSpPr/>
            <p:nvPr/>
          </p:nvSpPr>
          <p:spPr>
            <a:xfrm>
              <a:off x="3666100" y="317107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 name="Google Shape;2191;p95"/>
            <p:cNvSpPr/>
            <p:nvPr/>
          </p:nvSpPr>
          <p:spPr>
            <a:xfrm>
              <a:off x="3742300" y="2637775"/>
              <a:ext cx="62225" cy="53450"/>
            </a:xfrm>
            <a:custGeom>
              <a:rect b="b" l="l" r="r" t="t"/>
              <a:pathLst>
                <a:path extrusionOk="0" h="2138" w="2489">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95"/>
            <p:cNvSpPr/>
            <p:nvPr/>
          </p:nvSpPr>
          <p:spPr>
            <a:xfrm>
              <a:off x="3742300" y="271400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 name="Google Shape;2193;p95"/>
            <p:cNvSpPr/>
            <p:nvPr/>
          </p:nvSpPr>
          <p:spPr>
            <a:xfrm>
              <a:off x="3742300" y="2790200"/>
              <a:ext cx="62225" cy="53350"/>
            </a:xfrm>
            <a:custGeom>
              <a:rect b="b" l="l" r="r" t="t"/>
              <a:pathLst>
                <a:path extrusionOk="0" h="2134" w="2489">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 name="Google Shape;2194;p95"/>
            <p:cNvSpPr/>
            <p:nvPr/>
          </p:nvSpPr>
          <p:spPr>
            <a:xfrm>
              <a:off x="3742300" y="2942425"/>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95"/>
            <p:cNvSpPr/>
            <p:nvPr/>
          </p:nvSpPr>
          <p:spPr>
            <a:xfrm>
              <a:off x="3742300" y="301865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 name="Google Shape;2196;p95"/>
            <p:cNvSpPr/>
            <p:nvPr/>
          </p:nvSpPr>
          <p:spPr>
            <a:xfrm>
              <a:off x="3742300" y="309485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 name="Google Shape;2197;p95"/>
            <p:cNvSpPr/>
            <p:nvPr/>
          </p:nvSpPr>
          <p:spPr>
            <a:xfrm>
              <a:off x="3742300" y="3171075"/>
              <a:ext cx="62225" cy="53300"/>
            </a:xfrm>
            <a:custGeom>
              <a:rect b="b" l="l" r="r" t="t"/>
              <a:pathLst>
                <a:path extrusionOk="0" h="2132" w="2489">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95"/>
            <p:cNvSpPr/>
            <p:nvPr/>
          </p:nvSpPr>
          <p:spPr>
            <a:xfrm>
              <a:off x="3742300" y="3247075"/>
              <a:ext cx="62225" cy="53450"/>
            </a:xfrm>
            <a:custGeom>
              <a:rect b="b" l="l" r="r" t="t"/>
              <a:pathLst>
                <a:path extrusionOk="0" h="2138" w="2489">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 name="Google Shape;2199;p95"/>
            <p:cNvSpPr/>
            <p:nvPr/>
          </p:nvSpPr>
          <p:spPr>
            <a:xfrm>
              <a:off x="381852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 name="Google Shape;2200;p95"/>
            <p:cNvSpPr/>
            <p:nvPr/>
          </p:nvSpPr>
          <p:spPr>
            <a:xfrm>
              <a:off x="3818525" y="27902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 name="Google Shape;2201;p95"/>
            <p:cNvSpPr/>
            <p:nvPr/>
          </p:nvSpPr>
          <p:spPr>
            <a:xfrm>
              <a:off x="3818525" y="29424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 name="Google Shape;2202;p95"/>
            <p:cNvSpPr/>
            <p:nvPr/>
          </p:nvSpPr>
          <p:spPr>
            <a:xfrm>
              <a:off x="3818525" y="301865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 name="Google Shape;2203;p95"/>
            <p:cNvSpPr/>
            <p:nvPr/>
          </p:nvSpPr>
          <p:spPr>
            <a:xfrm>
              <a:off x="3818525" y="309485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 name="Google Shape;2204;p95"/>
            <p:cNvSpPr/>
            <p:nvPr/>
          </p:nvSpPr>
          <p:spPr>
            <a:xfrm>
              <a:off x="3818525"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 name="Google Shape;2205;p95"/>
            <p:cNvSpPr/>
            <p:nvPr/>
          </p:nvSpPr>
          <p:spPr>
            <a:xfrm>
              <a:off x="381852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 name="Google Shape;2206;p95"/>
            <p:cNvSpPr/>
            <p:nvPr/>
          </p:nvSpPr>
          <p:spPr>
            <a:xfrm>
              <a:off x="381852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 name="Google Shape;2207;p95"/>
            <p:cNvSpPr/>
            <p:nvPr/>
          </p:nvSpPr>
          <p:spPr>
            <a:xfrm>
              <a:off x="381852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 name="Google Shape;2208;p95"/>
            <p:cNvSpPr/>
            <p:nvPr/>
          </p:nvSpPr>
          <p:spPr>
            <a:xfrm>
              <a:off x="38185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 name="Google Shape;2209;p95"/>
            <p:cNvSpPr/>
            <p:nvPr/>
          </p:nvSpPr>
          <p:spPr>
            <a:xfrm>
              <a:off x="3894725" y="27902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 name="Google Shape;2210;p95"/>
            <p:cNvSpPr/>
            <p:nvPr/>
          </p:nvSpPr>
          <p:spPr>
            <a:xfrm>
              <a:off x="3894725" y="393280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 name="Google Shape;2211;p95"/>
            <p:cNvSpPr/>
            <p:nvPr/>
          </p:nvSpPr>
          <p:spPr>
            <a:xfrm>
              <a:off x="3894725" y="385677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 name="Google Shape;2212;p95"/>
            <p:cNvSpPr/>
            <p:nvPr/>
          </p:nvSpPr>
          <p:spPr>
            <a:xfrm>
              <a:off x="3894725" y="3780375"/>
              <a:ext cx="62425" cy="53425"/>
            </a:xfrm>
            <a:custGeom>
              <a:rect b="b" l="l" r="r" t="t"/>
              <a:pathLst>
                <a:path extrusionOk="0" h="2137" w="2497">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95"/>
            <p:cNvSpPr/>
            <p:nvPr/>
          </p:nvSpPr>
          <p:spPr>
            <a:xfrm>
              <a:off x="3894725" y="3704150"/>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95"/>
            <p:cNvSpPr/>
            <p:nvPr/>
          </p:nvSpPr>
          <p:spPr>
            <a:xfrm>
              <a:off x="3894725"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 name="Google Shape;2215;p95"/>
            <p:cNvSpPr/>
            <p:nvPr/>
          </p:nvSpPr>
          <p:spPr>
            <a:xfrm>
              <a:off x="3894725" y="355192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 name="Google Shape;2216;p95"/>
            <p:cNvSpPr/>
            <p:nvPr/>
          </p:nvSpPr>
          <p:spPr>
            <a:xfrm>
              <a:off x="3894725"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 name="Google Shape;2217;p95"/>
            <p:cNvSpPr/>
            <p:nvPr/>
          </p:nvSpPr>
          <p:spPr>
            <a:xfrm>
              <a:off x="3894725"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 name="Google Shape;2218;p95"/>
            <p:cNvSpPr/>
            <p:nvPr/>
          </p:nvSpPr>
          <p:spPr>
            <a:xfrm>
              <a:off x="3894600" y="3323300"/>
              <a:ext cx="62350" cy="53425"/>
            </a:xfrm>
            <a:custGeom>
              <a:rect b="b" l="l" r="r" t="t"/>
              <a:pathLst>
                <a:path extrusionOk="0" h="2137" w="2494">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95"/>
            <p:cNvSpPr/>
            <p:nvPr/>
          </p:nvSpPr>
          <p:spPr>
            <a:xfrm>
              <a:off x="3894725" y="32470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 name="Google Shape;2220;p95"/>
            <p:cNvSpPr/>
            <p:nvPr/>
          </p:nvSpPr>
          <p:spPr>
            <a:xfrm>
              <a:off x="3894725"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 name="Google Shape;2221;p95"/>
            <p:cNvSpPr/>
            <p:nvPr/>
          </p:nvSpPr>
          <p:spPr>
            <a:xfrm>
              <a:off x="3894725" y="309485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95"/>
            <p:cNvSpPr/>
            <p:nvPr/>
          </p:nvSpPr>
          <p:spPr>
            <a:xfrm>
              <a:off x="3894725" y="301865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 name="Google Shape;2223;p95"/>
            <p:cNvSpPr/>
            <p:nvPr/>
          </p:nvSpPr>
          <p:spPr>
            <a:xfrm>
              <a:off x="3894725"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 name="Google Shape;2224;p95"/>
            <p:cNvSpPr/>
            <p:nvPr/>
          </p:nvSpPr>
          <p:spPr>
            <a:xfrm>
              <a:off x="3894725"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95"/>
            <p:cNvSpPr/>
            <p:nvPr/>
          </p:nvSpPr>
          <p:spPr>
            <a:xfrm>
              <a:off x="3818525"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 name="Google Shape;2226;p95"/>
            <p:cNvSpPr/>
            <p:nvPr/>
          </p:nvSpPr>
          <p:spPr>
            <a:xfrm>
              <a:off x="3742300" y="2866425"/>
              <a:ext cx="62225" cy="53225"/>
            </a:xfrm>
            <a:custGeom>
              <a:rect b="b" l="l" r="r" t="t"/>
              <a:pathLst>
                <a:path extrusionOk="0" h="2129" w="2489">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 name="Google Shape;2227;p95"/>
            <p:cNvSpPr/>
            <p:nvPr/>
          </p:nvSpPr>
          <p:spPr>
            <a:xfrm>
              <a:off x="366610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95"/>
            <p:cNvSpPr/>
            <p:nvPr/>
          </p:nvSpPr>
          <p:spPr>
            <a:xfrm>
              <a:off x="450405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 name="Google Shape;2229;p95"/>
            <p:cNvSpPr/>
            <p:nvPr/>
          </p:nvSpPr>
          <p:spPr>
            <a:xfrm>
              <a:off x="4504050" y="3171075"/>
              <a:ext cx="62200" cy="53350"/>
            </a:xfrm>
            <a:custGeom>
              <a:rect b="b" l="l" r="r" t="t"/>
              <a:pathLst>
                <a:path extrusionOk="0" h="2134" w="2488">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 name="Google Shape;2230;p95"/>
            <p:cNvSpPr/>
            <p:nvPr/>
          </p:nvSpPr>
          <p:spPr>
            <a:xfrm>
              <a:off x="450405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95"/>
            <p:cNvSpPr/>
            <p:nvPr/>
          </p:nvSpPr>
          <p:spPr>
            <a:xfrm>
              <a:off x="4427825" y="33233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 name="Google Shape;2232;p95"/>
            <p:cNvSpPr/>
            <p:nvPr/>
          </p:nvSpPr>
          <p:spPr>
            <a:xfrm>
              <a:off x="4427825" y="32470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 name="Google Shape;2233;p95"/>
            <p:cNvSpPr/>
            <p:nvPr/>
          </p:nvSpPr>
          <p:spPr>
            <a:xfrm>
              <a:off x="4427825" y="3171075"/>
              <a:ext cx="62425" cy="53275"/>
            </a:xfrm>
            <a:custGeom>
              <a:rect b="b" l="l" r="r" t="t"/>
              <a:pathLst>
                <a:path extrusionOk="0" h="2131" w="2497">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 name="Google Shape;2234;p95"/>
            <p:cNvSpPr/>
            <p:nvPr/>
          </p:nvSpPr>
          <p:spPr>
            <a:xfrm>
              <a:off x="4427825" y="3094850"/>
              <a:ext cx="62425" cy="53350"/>
            </a:xfrm>
            <a:custGeom>
              <a:rect b="b" l="l" r="r" t="t"/>
              <a:pathLst>
                <a:path extrusionOk="0" h="2134" w="2497">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 name="Google Shape;2235;p95"/>
            <p:cNvSpPr/>
            <p:nvPr/>
          </p:nvSpPr>
          <p:spPr>
            <a:xfrm>
              <a:off x="4427825" y="3018650"/>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 name="Google Shape;2236;p95"/>
            <p:cNvSpPr/>
            <p:nvPr/>
          </p:nvSpPr>
          <p:spPr>
            <a:xfrm>
              <a:off x="435160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 name="Google Shape;2237;p95"/>
            <p:cNvSpPr/>
            <p:nvPr/>
          </p:nvSpPr>
          <p:spPr>
            <a:xfrm>
              <a:off x="4351600" y="332330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 name="Google Shape;2238;p95"/>
            <p:cNvSpPr/>
            <p:nvPr/>
          </p:nvSpPr>
          <p:spPr>
            <a:xfrm>
              <a:off x="435160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 name="Google Shape;2239;p95"/>
            <p:cNvSpPr/>
            <p:nvPr/>
          </p:nvSpPr>
          <p:spPr>
            <a:xfrm>
              <a:off x="435160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 name="Google Shape;2240;p95"/>
            <p:cNvSpPr/>
            <p:nvPr/>
          </p:nvSpPr>
          <p:spPr>
            <a:xfrm>
              <a:off x="4351600" y="29424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95"/>
            <p:cNvSpPr/>
            <p:nvPr/>
          </p:nvSpPr>
          <p:spPr>
            <a:xfrm>
              <a:off x="427560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 name="Google Shape;2242;p95"/>
            <p:cNvSpPr/>
            <p:nvPr/>
          </p:nvSpPr>
          <p:spPr>
            <a:xfrm>
              <a:off x="427560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 name="Google Shape;2243;p95"/>
            <p:cNvSpPr/>
            <p:nvPr/>
          </p:nvSpPr>
          <p:spPr>
            <a:xfrm>
              <a:off x="4275600"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 name="Google Shape;2244;p95"/>
            <p:cNvSpPr/>
            <p:nvPr/>
          </p:nvSpPr>
          <p:spPr>
            <a:xfrm>
              <a:off x="4275600"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95"/>
            <p:cNvSpPr/>
            <p:nvPr/>
          </p:nvSpPr>
          <p:spPr>
            <a:xfrm>
              <a:off x="42756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95"/>
            <p:cNvSpPr/>
            <p:nvPr/>
          </p:nvSpPr>
          <p:spPr>
            <a:xfrm>
              <a:off x="4275600" y="3399500"/>
              <a:ext cx="62225" cy="53350"/>
            </a:xfrm>
            <a:custGeom>
              <a:rect b="b" l="l" r="r" t="t"/>
              <a:pathLst>
                <a:path extrusionOk="0" h="2134" w="2489">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 name="Google Shape;2247;p95"/>
            <p:cNvSpPr/>
            <p:nvPr/>
          </p:nvSpPr>
          <p:spPr>
            <a:xfrm>
              <a:off x="427560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 name="Google Shape;2248;p95"/>
            <p:cNvSpPr/>
            <p:nvPr/>
          </p:nvSpPr>
          <p:spPr>
            <a:xfrm>
              <a:off x="427560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95"/>
            <p:cNvSpPr/>
            <p:nvPr/>
          </p:nvSpPr>
          <p:spPr>
            <a:xfrm>
              <a:off x="41994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95"/>
            <p:cNvSpPr/>
            <p:nvPr/>
          </p:nvSpPr>
          <p:spPr>
            <a:xfrm>
              <a:off x="41994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 name="Google Shape;2251;p95"/>
            <p:cNvSpPr/>
            <p:nvPr/>
          </p:nvSpPr>
          <p:spPr>
            <a:xfrm>
              <a:off x="419940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 name="Google Shape;2252;p95"/>
            <p:cNvSpPr/>
            <p:nvPr/>
          </p:nvSpPr>
          <p:spPr>
            <a:xfrm>
              <a:off x="419940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 name="Google Shape;2253;p95"/>
            <p:cNvSpPr/>
            <p:nvPr/>
          </p:nvSpPr>
          <p:spPr>
            <a:xfrm>
              <a:off x="4123175" y="4085225"/>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 name="Google Shape;2254;p95"/>
            <p:cNvSpPr/>
            <p:nvPr/>
          </p:nvSpPr>
          <p:spPr>
            <a:xfrm>
              <a:off x="4123175" y="4009000"/>
              <a:ext cx="62425" cy="53350"/>
            </a:xfrm>
            <a:custGeom>
              <a:rect b="b" l="l" r="r" t="t"/>
              <a:pathLst>
                <a:path extrusionOk="0" h="2134" w="2497">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 name="Google Shape;2255;p95"/>
            <p:cNvSpPr/>
            <p:nvPr/>
          </p:nvSpPr>
          <p:spPr>
            <a:xfrm>
              <a:off x="4123175" y="39328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 name="Google Shape;2256;p95"/>
            <p:cNvSpPr/>
            <p:nvPr/>
          </p:nvSpPr>
          <p:spPr>
            <a:xfrm>
              <a:off x="4123175" y="385677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 name="Google Shape;2257;p95"/>
            <p:cNvSpPr/>
            <p:nvPr/>
          </p:nvSpPr>
          <p:spPr>
            <a:xfrm>
              <a:off x="41231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 name="Google Shape;2258;p95"/>
            <p:cNvSpPr/>
            <p:nvPr/>
          </p:nvSpPr>
          <p:spPr>
            <a:xfrm>
              <a:off x="4046950"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 name="Google Shape;2259;p95"/>
            <p:cNvSpPr/>
            <p:nvPr/>
          </p:nvSpPr>
          <p:spPr>
            <a:xfrm>
              <a:off x="404695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95"/>
            <p:cNvSpPr/>
            <p:nvPr/>
          </p:nvSpPr>
          <p:spPr>
            <a:xfrm>
              <a:off x="4046950" y="26377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 name="Google Shape;2261;p95"/>
            <p:cNvSpPr/>
            <p:nvPr/>
          </p:nvSpPr>
          <p:spPr>
            <a:xfrm>
              <a:off x="3970950" y="4085225"/>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 name="Google Shape;2262;p95"/>
            <p:cNvSpPr/>
            <p:nvPr/>
          </p:nvSpPr>
          <p:spPr>
            <a:xfrm>
              <a:off x="3970950" y="2714000"/>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95"/>
            <p:cNvSpPr/>
            <p:nvPr/>
          </p:nvSpPr>
          <p:spPr>
            <a:xfrm>
              <a:off x="3970950" y="2637775"/>
              <a:ext cx="62225" cy="53450"/>
            </a:xfrm>
            <a:custGeom>
              <a:rect b="b" l="l" r="r" t="t"/>
              <a:pathLst>
                <a:path extrusionOk="0" h="2138" w="2489">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 name="Google Shape;2264;p95"/>
            <p:cNvSpPr/>
            <p:nvPr/>
          </p:nvSpPr>
          <p:spPr>
            <a:xfrm>
              <a:off x="3894725" y="408522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95"/>
            <p:cNvSpPr/>
            <p:nvPr/>
          </p:nvSpPr>
          <p:spPr>
            <a:xfrm>
              <a:off x="3894725" y="4009000"/>
              <a:ext cx="62225" cy="53350"/>
            </a:xfrm>
            <a:custGeom>
              <a:rect b="b" l="l" r="r" t="t"/>
              <a:pathLst>
                <a:path extrusionOk="0" h="2134" w="2489">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 name="Google Shape;2266;p95"/>
            <p:cNvSpPr/>
            <p:nvPr/>
          </p:nvSpPr>
          <p:spPr>
            <a:xfrm>
              <a:off x="3894725" y="2714000"/>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 name="Google Shape;2267;p95"/>
            <p:cNvSpPr/>
            <p:nvPr/>
          </p:nvSpPr>
          <p:spPr>
            <a:xfrm>
              <a:off x="3894725" y="26377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95"/>
            <p:cNvSpPr/>
            <p:nvPr/>
          </p:nvSpPr>
          <p:spPr>
            <a:xfrm>
              <a:off x="38185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 name="Google Shape;2269;p95"/>
            <p:cNvSpPr/>
            <p:nvPr/>
          </p:nvSpPr>
          <p:spPr>
            <a:xfrm>
              <a:off x="38185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95"/>
            <p:cNvSpPr/>
            <p:nvPr/>
          </p:nvSpPr>
          <p:spPr>
            <a:xfrm>
              <a:off x="38185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 name="Google Shape;2271;p95"/>
            <p:cNvSpPr/>
            <p:nvPr/>
          </p:nvSpPr>
          <p:spPr>
            <a:xfrm>
              <a:off x="38185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 name="Google Shape;2272;p95"/>
            <p:cNvSpPr/>
            <p:nvPr/>
          </p:nvSpPr>
          <p:spPr>
            <a:xfrm>
              <a:off x="38185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95"/>
            <p:cNvSpPr/>
            <p:nvPr/>
          </p:nvSpPr>
          <p:spPr>
            <a:xfrm>
              <a:off x="381852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 name="Google Shape;2274;p95"/>
            <p:cNvSpPr/>
            <p:nvPr/>
          </p:nvSpPr>
          <p:spPr>
            <a:xfrm>
              <a:off x="3818525"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 name="Google Shape;2275;p95"/>
            <p:cNvSpPr/>
            <p:nvPr/>
          </p:nvSpPr>
          <p:spPr>
            <a:xfrm>
              <a:off x="3818525" y="26377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 name="Google Shape;2276;p95"/>
            <p:cNvSpPr/>
            <p:nvPr/>
          </p:nvSpPr>
          <p:spPr>
            <a:xfrm>
              <a:off x="3742300" y="3780375"/>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 name="Google Shape;2277;p95"/>
            <p:cNvSpPr/>
            <p:nvPr/>
          </p:nvSpPr>
          <p:spPr>
            <a:xfrm>
              <a:off x="3742300" y="3704150"/>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 name="Google Shape;2278;p95"/>
            <p:cNvSpPr/>
            <p:nvPr/>
          </p:nvSpPr>
          <p:spPr>
            <a:xfrm>
              <a:off x="3742300" y="3475725"/>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 name="Google Shape;2279;p95"/>
            <p:cNvSpPr/>
            <p:nvPr/>
          </p:nvSpPr>
          <p:spPr>
            <a:xfrm>
              <a:off x="3742300" y="339950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 name="Google Shape;2280;p95"/>
            <p:cNvSpPr/>
            <p:nvPr/>
          </p:nvSpPr>
          <p:spPr>
            <a:xfrm>
              <a:off x="3742175" y="332330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 name="Google Shape;2281;p95"/>
            <p:cNvSpPr/>
            <p:nvPr/>
          </p:nvSpPr>
          <p:spPr>
            <a:xfrm>
              <a:off x="3742300" y="2561575"/>
              <a:ext cx="62225" cy="53425"/>
            </a:xfrm>
            <a:custGeom>
              <a:rect b="b" l="l" r="r" t="t"/>
              <a:pathLst>
                <a:path extrusionOk="0" h="2137" w="2489">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95"/>
            <p:cNvSpPr/>
            <p:nvPr/>
          </p:nvSpPr>
          <p:spPr>
            <a:xfrm>
              <a:off x="3665950"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 name="Google Shape;2283;p95"/>
            <p:cNvSpPr/>
            <p:nvPr/>
          </p:nvSpPr>
          <p:spPr>
            <a:xfrm>
              <a:off x="366610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 name="Google Shape;2284;p95"/>
            <p:cNvSpPr/>
            <p:nvPr/>
          </p:nvSpPr>
          <p:spPr>
            <a:xfrm>
              <a:off x="36661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95"/>
            <p:cNvSpPr/>
            <p:nvPr/>
          </p:nvSpPr>
          <p:spPr>
            <a:xfrm>
              <a:off x="3589875" y="32470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 name="Google Shape;2286;p95"/>
            <p:cNvSpPr/>
            <p:nvPr/>
          </p:nvSpPr>
          <p:spPr>
            <a:xfrm>
              <a:off x="35898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95"/>
            <p:cNvSpPr/>
            <p:nvPr/>
          </p:nvSpPr>
          <p:spPr>
            <a:xfrm>
              <a:off x="35898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 name="Google Shape;2288;p95"/>
            <p:cNvSpPr/>
            <p:nvPr/>
          </p:nvSpPr>
          <p:spPr>
            <a:xfrm>
              <a:off x="35136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 name="Google Shape;2289;p95"/>
            <p:cNvSpPr/>
            <p:nvPr/>
          </p:nvSpPr>
          <p:spPr>
            <a:xfrm>
              <a:off x="3513675"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 name="Google Shape;2290;p95"/>
            <p:cNvSpPr/>
            <p:nvPr/>
          </p:nvSpPr>
          <p:spPr>
            <a:xfrm>
              <a:off x="3513675" y="2485550"/>
              <a:ext cx="62425" cy="53300"/>
            </a:xfrm>
            <a:custGeom>
              <a:rect b="b" l="l" r="r" t="t"/>
              <a:pathLst>
                <a:path extrusionOk="0" h="2132" w="2497">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 name="Google Shape;2291;p95"/>
            <p:cNvSpPr/>
            <p:nvPr/>
          </p:nvSpPr>
          <p:spPr>
            <a:xfrm>
              <a:off x="3437450" y="32470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 name="Google Shape;2292;p95"/>
            <p:cNvSpPr/>
            <p:nvPr/>
          </p:nvSpPr>
          <p:spPr>
            <a:xfrm>
              <a:off x="3437450" y="317107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 name="Google Shape;2293;p95"/>
            <p:cNvSpPr/>
            <p:nvPr/>
          </p:nvSpPr>
          <p:spPr>
            <a:xfrm>
              <a:off x="3437450"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 name="Google Shape;2294;p95"/>
            <p:cNvSpPr/>
            <p:nvPr/>
          </p:nvSpPr>
          <p:spPr>
            <a:xfrm>
              <a:off x="3437450" y="2485550"/>
              <a:ext cx="62425" cy="53300"/>
            </a:xfrm>
            <a:custGeom>
              <a:rect b="b" l="l" r="r" t="t"/>
              <a:pathLst>
                <a:path extrusionOk="0" h="2132" w="2497">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 name="Google Shape;2295;p95"/>
            <p:cNvSpPr/>
            <p:nvPr/>
          </p:nvSpPr>
          <p:spPr>
            <a:xfrm>
              <a:off x="3361450" y="3171075"/>
              <a:ext cx="62200" cy="53275"/>
            </a:xfrm>
            <a:custGeom>
              <a:rect b="b" l="l" r="r" t="t"/>
              <a:pathLst>
                <a:path extrusionOk="0" h="2131" w="2488">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 name="Google Shape;2296;p95"/>
            <p:cNvSpPr/>
            <p:nvPr/>
          </p:nvSpPr>
          <p:spPr>
            <a:xfrm>
              <a:off x="3361450"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95"/>
            <p:cNvSpPr/>
            <p:nvPr/>
          </p:nvSpPr>
          <p:spPr>
            <a:xfrm>
              <a:off x="3361450" y="2637775"/>
              <a:ext cx="62200" cy="53450"/>
            </a:xfrm>
            <a:custGeom>
              <a:rect b="b" l="l" r="r" t="t"/>
              <a:pathLst>
                <a:path extrusionOk="0" h="2138" w="2488">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 name="Google Shape;2298;p95"/>
            <p:cNvSpPr/>
            <p:nvPr/>
          </p:nvSpPr>
          <p:spPr>
            <a:xfrm>
              <a:off x="3361450" y="2561575"/>
              <a:ext cx="62200" cy="53425"/>
            </a:xfrm>
            <a:custGeom>
              <a:rect b="b" l="l" r="r" t="t"/>
              <a:pathLst>
                <a:path extrusionOk="0" h="2137" w="2488">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 name="Google Shape;2299;p95"/>
            <p:cNvSpPr/>
            <p:nvPr/>
          </p:nvSpPr>
          <p:spPr>
            <a:xfrm>
              <a:off x="328522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 name="Google Shape;2300;p95"/>
            <p:cNvSpPr/>
            <p:nvPr/>
          </p:nvSpPr>
          <p:spPr>
            <a:xfrm>
              <a:off x="328522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 name="Google Shape;2301;p95"/>
            <p:cNvSpPr/>
            <p:nvPr/>
          </p:nvSpPr>
          <p:spPr>
            <a:xfrm>
              <a:off x="328522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p95"/>
            <p:cNvSpPr/>
            <p:nvPr/>
          </p:nvSpPr>
          <p:spPr>
            <a:xfrm>
              <a:off x="328522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 name="Google Shape;2303;p95"/>
            <p:cNvSpPr/>
            <p:nvPr/>
          </p:nvSpPr>
          <p:spPr>
            <a:xfrm>
              <a:off x="3209025"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 name="Google Shape;2304;p95"/>
            <p:cNvSpPr/>
            <p:nvPr/>
          </p:nvSpPr>
          <p:spPr>
            <a:xfrm>
              <a:off x="3209025"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 name="Google Shape;2305;p95"/>
            <p:cNvSpPr/>
            <p:nvPr/>
          </p:nvSpPr>
          <p:spPr>
            <a:xfrm>
              <a:off x="3209025" y="2942425"/>
              <a:ext cx="62200" cy="53450"/>
            </a:xfrm>
            <a:custGeom>
              <a:rect b="b" l="l" r="r" t="t"/>
              <a:pathLst>
                <a:path extrusionOk="0" h="2138" w="2488">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 name="Google Shape;2306;p95"/>
            <p:cNvSpPr/>
            <p:nvPr/>
          </p:nvSpPr>
          <p:spPr>
            <a:xfrm>
              <a:off x="3209025"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95"/>
            <p:cNvSpPr/>
            <p:nvPr/>
          </p:nvSpPr>
          <p:spPr>
            <a:xfrm>
              <a:off x="3209025"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 name="Google Shape;2308;p95"/>
            <p:cNvSpPr/>
            <p:nvPr/>
          </p:nvSpPr>
          <p:spPr>
            <a:xfrm>
              <a:off x="419940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 name="Google Shape;2309;p95"/>
            <p:cNvSpPr/>
            <p:nvPr/>
          </p:nvSpPr>
          <p:spPr>
            <a:xfrm>
              <a:off x="3132800" y="11143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 name="Google Shape;2310;p95"/>
            <p:cNvSpPr/>
            <p:nvPr/>
          </p:nvSpPr>
          <p:spPr>
            <a:xfrm>
              <a:off x="305680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 name="Google Shape;2311;p95"/>
            <p:cNvSpPr/>
            <p:nvPr/>
          </p:nvSpPr>
          <p:spPr>
            <a:xfrm>
              <a:off x="4351600" y="164740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 name="Google Shape;2312;p95"/>
            <p:cNvSpPr/>
            <p:nvPr/>
          </p:nvSpPr>
          <p:spPr>
            <a:xfrm>
              <a:off x="435160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 name="Google Shape;2313;p95"/>
            <p:cNvSpPr/>
            <p:nvPr/>
          </p:nvSpPr>
          <p:spPr>
            <a:xfrm>
              <a:off x="435160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 name="Google Shape;2314;p95"/>
            <p:cNvSpPr/>
            <p:nvPr/>
          </p:nvSpPr>
          <p:spPr>
            <a:xfrm>
              <a:off x="4351600" y="1876050"/>
              <a:ext cx="62425" cy="53350"/>
            </a:xfrm>
            <a:custGeom>
              <a:rect b="b" l="l" r="r" t="t"/>
              <a:pathLst>
                <a:path extrusionOk="0" h="2134" w="2497">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 name="Google Shape;2315;p95"/>
            <p:cNvSpPr/>
            <p:nvPr/>
          </p:nvSpPr>
          <p:spPr>
            <a:xfrm>
              <a:off x="435160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 name="Google Shape;2316;p95"/>
            <p:cNvSpPr/>
            <p:nvPr/>
          </p:nvSpPr>
          <p:spPr>
            <a:xfrm>
              <a:off x="435160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 name="Google Shape;2317;p95"/>
            <p:cNvSpPr/>
            <p:nvPr/>
          </p:nvSpPr>
          <p:spPr>
            <a:xfrm>
              <a:off x="435160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95"/>
            <p:cNvSpPr/>
            <p:nvPr/>
          </p:nvSpPr>
          <p:spPr>
            <a:xfrm>
              <a:off x="3970950" y="1876050"/>
              <a:ext cx="62225" cy="53350"/>
            </a:xfrm>
            <a:custGeom>
              <a:rect b="b" l="l" r="r" t="t"/>
              <a:pathLst>
                <a:path extrusionOk="0" h="2134" w="2489">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95"/>
            <p:cNvSpPr/>
            <p:nvPr/>
          </p:nvSpPr>
          <p:spPr>
            <a:xfrm>
              <a:off x="3970950" y="1952050"/>
              <a:ext cx="62225" cy="53450"/>
            </a:xfrm>
            <a:custGeom>
              <a:rect b="b" l="l" r="r" t="t"/>
              <a:pathLst>
                <a:path extrusionOk="0" h="2138" w="2489">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 name="Google Shape;2320;p95"/>
            <p:cNvSpPr/>
            <p:nvPr/>
          </p:nvSpPr>
          <p:spPr>
            <a:xfrm>
              <a:off x="36661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 name="Google Shape;2321;p95"/>
            <p:cNvSpPr/>
            <p:nvPr/>
          </p:nvSpPr>
          <p:spPr>
            <a:xfrm>
              <a:off x="3742300" y="2028275"/>
              <a:ext cx="62225" cy="53450"/>
            </a:xfrm>
            <a:custGeom>
              <a:rect b="b" l="l" r="r" t="t"/>
              <a:pathLst>
                <a:path extrusionOk="0" h="2138" w="2489">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95"/>
            <p:cNvSpPr/>
            <p:nvPr/>
          </p:nvSpPr>
          <p:spPr>
            <a:xfrm>
              <a:off x="3742300" y="1952050"/>
              <a:ext cx="62225" cy="53450"/>
            </a:xfrm>
            <a:custGeom>
              <a:rect b="b" l="l" r="r" t="t"/>
              <a:pathLst>
                <a:path extrusionOk="0" h="2138" w="2489">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95"/>
            <p:cNvSpPr/>
            <p:nvPr/>
          </p:nvSpPr>
          <p:spPr>
            <a:xfrm>
              <a:off x="38185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95"/>
            <p:cNvSpPr/>
            <p:nvPr/>
          </p:nvSpPr>
          <p:spPr>
            <a:xfrm>
              <a:off x="3894725"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95"/>
            <p:cNvSpPr/>
            <p:nvPr/>
          </p:nvSpPr>
          <p:spPr>
            <a:xfrm>
              <a:off x="3894725"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 name="Google Shape;2326;p95"/>
            <p:cNvSpPr/>
            <p:nvPr/>
          </p:nvSpPr>
          <p:spPr>
            <a:xfrm>
              <a:off x="3970950" y="2028275"/>
              <a:ext cx="62225" cy="53450"/>
            </a:xfrm>
            <a:custGeom>
              <a:rect b="b" l="l" r="r" t="t"/>
              <a:pathLst>
                <a:path extrusionOk="0" h="2138" w="2489">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95"/>
            <p:cNvSpPr/>
            <p:nvPr/>
          </p:nvSpPr>
          <p:spPr>
            <a:xfrm>
              <a:off x="3970950" y="21045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 name="Google Shape;2328;p95"/>
            <p:cNvSpPr/>
            <p:nvPr/>
          </p:nvSpPr>
          <p:spPr>
            <a:xfrm>
              <a:off x="4046950"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 name="Google Shape;2329;p95"/>
            <p:cNvSpPr/>
            <p:nvPr/>
          </p:nvSpPr>
          <p:spPr>
            <a:xfrm>
              <a:off x="404695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 name="Google Shape;2330;p95"/>
            <p:cNvSpPr/>
            <p:nvPr/>
          </p:nvSpPr>
          <p:spPr>
            <a:xfrm>
              <a:off x="404695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 name="Google Shape;2331;p95"/>
            <p:cNvSpPr/>
            <p:nvPr/>
          </p:nvSpPr>
          <p:spPr>
            <a:xfrm>
              <a:off x="404695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 name="Google Shape;2332;p95"/>
            <p:cNvSpPr/>
            <p:nvPr/>
          </p:nvSpPr>
          <p:spPr>
            <a:xfrm>
              <a:off x="412317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 name="Google Shape;2333;p95"/>
            <p:cNvSpPr/>
            <p:nvPr/>
          </p:nvSpPr>
          <p:spPr>
            <a:xfrm>
              <a:off x="41231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 name="Google Shape;2334;p95"/>
            <p:cNvSpPr/>
            <p:nvPr/>
          </p:nvSpPr>
          <p:spPr>
            <a:xfrm>
              <a:off x="4123175" y="1876050"/>
              <a:ext cx="62425" cy="53350"/>
            </a:xfrm>
            <a:custGeom>
              <a:rect b="b" l="l" r="r" t="t"/>
              <a:pathLst>
                <a:path extrusionOk="0" h="2134" w="2497">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 name="Google Shape;2335;p95"/>
            <p:cNvSpPr/>
            <p:nvPr/>
          </p:nvSpPr>
          <p:spPr>
            <a:xfrm>
              <a:off x="41231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 name="Google Shape;2336;p95"/>
            <p:cNvSpPr/>
            <p:nvPr/>
          </p:nvSpPr>
          <p:spPr>
            <a:xfrm>
              <a:off x="4123175" y="2028275"/>
              <a:ext cx="62425" cy="53450"/>
            </a:xfrm>
            <a:custGeom>
              <a:rect b="b" l="l" r="r" t="t"/>
              <a:pathLst>
                <a:path extrusionOk="0" h="2138" w="2497">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 name="Google Shape;2337;p95"/>
            <p:cNvSpPr/>
            <p:nvPr/>
          </p:nvSpPr>
          <p:spPr>
            <a:xfrm>
              <a:off x="41231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 name="Google Shape;2338;p95"/>
            <p:cNvSpPr/>
            <p:nvPr/>
          </p:nvSpPr>
          <p:spPr>
            <a:xfrm>
              <a:off x="419940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95"/>
            <p:cNvSpPr/>
            <p:nvPr/>
          </p:nvSpPr>
          <p:spPr>
            <a:xfrm>
              <a:off x="419940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 name="Google Shape;2340;p95"/>
            <p:cNvSpPr/>
            <p:nvPr/>
          </p:nvSpPr>
          <p:spPr>
            <a:xfrm>
              <a:off x="4199400"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 name="Google Shape;2341;p95"/>
            <p:cNvSpPr/>
            <p:nvPr/>
          </p:nvSpPr>
          <p:spPr>
            <a:xfrm>
              <a:off x="4199400"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95"/>
            <p:cNvSpPr/>
            <p:nvPr/>
          </p:nvSpPr>
          <p:spPr>
            <a:xfrm>
              <a:off x="41994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95"/>
            <p:cNvSpPr/>
            <p:nvPr/>
          </p:nvSpPr>
          <p:spPr>
            <a:xfrm>
              <a:off x="419940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95"/>
            <p:cNvSpPr/>
            <p:nvPr/>
          </p:nvSpPr>
          <p:spPr>
            <a:xfrm>
              <a:off x="419940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95"/>
            <p:cNvSpPr/>
            <p:nvPr/>
          </p:nvSpPr>
          <p:spPr>
            <a:xfrm>
              <a:off x="427560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 name="Google Shape;2346;p95"/>
            <p:cNvSpPr/>
            <p:nvPr/>
          </p:nvSpPr>
          <p:spPr>
            <a:xfrm>
              <a:off x="42756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95"/>
            <p:cNvSpPr/>
            <p:nvPr/>
          </p:nvSpPr>
          <p:spPr>
            <a:xfrm>
              <a:off x="42756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 name="Google Shape;2348;p95"/>
            <p:cNvSpPr/>
            <p:nvPr/>
          </p:nvSpPr>
          <p:spPr>
            <a:xfrm>
              <a:off x="42756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 name="Google Shape;2349;p95"/>
            <p:cNvSpPr/>
            <p:nvPr/>
          </p:nvSpPr>
          <p:spPr>
            <a:xfrm>
              <a:off x="42756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 name="Google Shape;2350;p95"/>
            <p:cNvSpPr/>
            <p:nvPr/>
          </p:nvSpPr>
          <p:spPr>
            <a:xfrm>
              <a:off x="42756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95"/>
            <p:cNvSpPr/>
            <p:nvPr/>
          </p:nvSpPr>
          <p:spPr>
            <a:xfrm>
              <a:off x="42756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 name="Google Shape;2352;p95"/>
            <p:cNvSpPr/>
            <p:nvPr/>
          </p:nvSpPr>
          <p:spPr>
            <a:xfrm>
              <a:off x="42756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 name="Google Shape;2353;p95"/>
            <p:cNvSpPr/>
            <p:nvPr/>
          </p:nvSpPr>
          <p:spPr>
            <a:xfrm>
              <a:off x="435160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 name="Google Shape;2354;p95"/>
            <p:cNvSpPr/>
            <p:nvPr/>
          </p:nvSpPr>
          <p:spPr>
            <a:xfrm>
              <a:off x="4427825" y="1647400"/>
              <a:ext cx="62425" cy="53450"/>
            </a:xfrm>
            <a:custGeom>
              <a:rect b="b" l="l" r="r" t="t"/>
              <a:pathLst>
                <a:path extrusionOk="0" h="2138" w="2497">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 name="Google Shape;2355;p95"/>
            <p:cNvSpPr/>
            <p:nvPr/>
          </p:nvSpPr>
          <p:spPr>
            <a:xfrm>
              <a:off x="4427825" y="1723625"/>
              <a:ext cx="62425" cy="53350"/>
            </a:xfrm>
            <a:custGeom>
              <a:rect b="b" l="l" r="r" t="t"/>
              <a:pathLst>
                <a:path extrusionOk="0" h="2134" w="2497">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95"/>
            <p:cNvSpPr/>
            <p:nvPr/>
          </p:nvSpPr>
          <p:spPr>
            <a:xfrm>
              <a:off x="4427825" y="179985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 name="Google Shape;2357;p95"/>
            <p:cNvSpPr/>
            <p:nvPr/>
          </p:nvSpPr>
          <p:spPr>
            <a:xfrm>
              <a:off x="4427825" y="1876050"/>
              <a:ext cx="62425" cy="53275"/>
            </a:xfrm>
            <a:custGeom>
              <a:rect b="b" l="l" r="r" t="t"/>
              <a:pathLst>
                <a:path extrusionOk="0" h="2131" w="2497">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 name="Google Shape;2358;p95"/>
            <p:cNvSpPr/>
            <p:nvPr/>
          </p:nvSpPr>
          <p:spPr>
            <a:xfrm>
              <a:off x="4427825" y="1952050"/>
              <a:ext cx="62425" cy="53450"/>
            </a:xfrm>
            <a:custGeom>
              <a:rect b="b" l="l" r="r" t="t"/>
              <a:pathLst>
                <a:path extrusionOk="0" h="2138" w="2497">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95"/>
            <p:cNvSpPr/>
            <p:nvPr/>
          </p:nvSpPr>
          <p:spPr>
            <a:xfrm>
              <a:off x="4427825" y="2028275"/>
              <a:ext cx="62425" cy="53450"/>
            </a:xfrm>
            <a:custGeom>
              <a:rect b="b" l="l" r="r" t="t"/>
              <a:pathLst>
                <a:path extrusionOk="0" h="2138" w="2497">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95"/>
            <p:cNvSpPr/>
            <p:nvPr/>
          </p:nvSpPr>
          <p:spPr>
            <a:xfrm>
              <a:off x="4427825" y="210450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95"/>
            <p:cNvSpPr/>
            <p:nvPr/>
          </p:nvSpPr>
          <p:spPr>
            <a:xfrm>
              <a:off x="4427825" y="2180700"/>
              <a:ext cx="62425" cy="53350"/>
            </a:xfrm>
            <a:custGeom>
              <a:rect b="b" l="l" r="r" t="t"/>
              <a:pathLst>
                <a:path extrusionOk="0" h="2134" w="2497">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95"/>
            <p:cNvSpPr/>
            <p:nvPr/>
          </p:nvSpPr>
          <p:spPr>
            <a:xfrm>
              <a:off x="4427825" y="1571400"/>
              <a:ext cx="62350" cy="53250"/>
            </a:xfrm>
            <a:custGeom>
              <a:rect b="b" l="l" r="r" t="t"/>
              <a:pathLst>
                <a:path extrusionOk="0" h="2130" w="2494">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 name="Google Shape;2363;p95"/>
            <p:cNvSpPr/>
            <p:nvPr/>
          </p:nvSpPr>
          <p:spPr>
            <a:xfrm>
              <a:off x="435160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95"/>
            <p:cNvSpPr/>
            <p:nvPr/>
          </p:nvSpPr>
          <p:spPr>
            <a:xfrm>
              <a:off x="42756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 name="Google Shape;2365;p95"/>
            <p:cNvSpPr/>
            <p:nvPr/>
          </p:nvSpPr>
          <p:spPr>
            <a:xfrm>
              <a:off x="42756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 name="Google Shape;2366;p95"/>
            <p:cNvSpPr/>
            <p:nvPr/>
          </p:nvSpPr>
          <p:spPr>
            <a:xfrm>
              <a:off x="41994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 name="Google Shape;2367;p95"/>
            <p:cNvSpPr/>
            <p:nvPr/>
          </p:nvSpPr>
          <p:spPr>
            <a:xfrm>
              <a:off x="41994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 name="Google Shape;2368;p95"/>
            <p:cNvSpPr/>
            <p:nvPr/>
          </p:nvSpPr>
          <p:spPr>
            <a:xfrm>
              <a:off x="41994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 name="Google Shape;2369;p95"/>
            <p:cNvSpPr/>
            <p:nvPr/>
          </p:nvSpPr>
          <p:spPr>
            <a:xfrm>
              <a:off x="41994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 name="Google Shape;2370;p95"/>
            <p:cNvSpPr/>
            <p:nvPr/>
          </p:nvSpPr>
          <p:spPr>
            <a:xfrm>
              <a:off x="41231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 name="Google Shape;2371;p95"/>
            <p:cNvSpPr/>
            <p:nvPr/>
          </p:nvSpPr>
          <p:spPr>
            <a:xfrm>
              <a:off x="4123175" y="164740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 name="Google Shape;2372;p95"/>
            <p:cNvSpPr/>
            <p:nvPr/>
          </p:nvSpPr>
          <p:spPr>
            <a:xfrm>
              <a:off x="4123175"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 name="Google Shape;2373;p95"/>
            <p:cNvSpPr/>
            <p:nvPr/>
          </p:nvSpPr>
          <p:spPr>
            <a:xfrm>
              <a:off x="4123175"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 name="Google Shape;2374;p95"/>
            <p:cNvSpPr/>
            <p:nvPr/>
          </p:nvSpPr>
          <p:spPr>
            <a:xfrm>
              <a:off x="4123175"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95"/>
            <p:cNvSpPr/>
            <p:nvPr/>
          </p:nvSpPr>
          <p:spPr>
            <a:xfrm>
              <a:off x="4123175" y="134275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95"/>
            <p:cNvSpPr/>
            <p:nvPr/>
          </p:nvSpPr>
          <p:spPr>
            <a:xfrm>
              <a:off x="404695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 name="Google Shape;2377;p95"/>
            <p:cNvSpPr/>
            <p:nvPr/>
          </p:nvSpPr>
          <p:spPr>
            <a:xfrm>
              <a:off x="404695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 name="Google Shape;2378;p95"/>
            <p:cNvSpPr/>
            <p:nvPr/>
          </p:nvSpPr>
          <p:spPr>
            <a:xfrm>
              <a:off x="404695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95"/>
            <p:cNvSpPr/>
            <p:nvPr/>
          </p:nvSpPr>
          <p:spPr>
            <a:xfrm>
              <a:off x="4046950" y="1647400"/>
              <a:ext cx="62425" cy="53450"/>
            </a:xfrm>
            <a:custGeom>
              <a:rect b="b" l="l" r="r" t="t"/>
              <a:pathLst>
                <a:path extrusionOk="0" h="2138" w="2497">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95"/>
            <p:cNvSpPr/>
            <p:nvPr/>
          </p:nvSpPr>
          <p:spPr>
            <a:xfrm>
              <a:off x="404695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 name="Google Shape;2381;p95"/>
            <p:cNvSpPr/>
            <p:nvPr/>
          </p:nvSpPr>
          <p:spPr>
            <a:xfrm>
              <a:off x="4046950"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 name="Google Shape;2382;p95"/>
            <p:cNvSpPr/>
            <p:nvPr/>
          </p:nvSpPr>
          <p:spPr>
            <a:xfrm>
              <a:off x="4046950" y="141897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 name="Google Shape;2383;p95"/>
            <p:cNvSpPr/>
            <p:nvPr/>
          </p:nvSpPr>
          <p:spPr>
            <a:xfrm>
              <a:off x="4046950" y="134275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95"/>
            <p:cNvSpPr/>
            <p:nvPr/>
          </p:nvSpPr>
          <p:spPr>
            <a:xfrm>
              <a:off x="3970950" y="2256925"/>
              <a:ext cx="62350" cy="53425"/>
            </a:xfrm>
            <a:custGeom>
              <a:rect b="b" l="l" r="r" t="t"/>
              <a:pathLst>
                <a:path extrusionOk="0" h="2137" w="2494">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 name="Google Shape;2385;p95"/>
            <p:cNvSpPr/>
            <p:nvPr/>
          </p:nvSpPr>
          <p:spPr>
            <a:xfrm>
              <a:off x="3970950" y="2180700"/>
              <a:ext cx="62225" cy="53350"/>
            </a:xfrm>
            <a:custGeom>
              <a:rect b="b" l="l" r="r" t="t"/>
              <a:pathLst>
                <a:path extrusionOk="0" h="2134" w="2489">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 name="Google Shape;2386;p95"/>
            <p:cNvSpPr/>
            <p:nvPr/>
          </p:nvSpPr>
          <p:spPr>
            <a:xfrm>
              <a:off x="3970950" y="179985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 name="Google Shape;2387;p95"/>
            <p:cNvSpPr/>
            <p:nvPr/>
          </p:nvSpPr>
          <p:spPr>
            <a:xfrm>
              <a:off x="3970950" y="164740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 name="Google Shape;2388;p95"/>
            <p:cNvSpPr/>
            <p:nvPr/>
          </p:nvSpPr>
          <p:spPr>
            <a:xfrm>
              <a:off x="3970950" y="1571400"/>
              <a:ext cx="62225" cy="53250"/>
            </a:xfrm>
            <a:custGeom>
              <a:rect b="b" l="l" r="r" t="t"/>
              <a:pathLst>
                <a:path extrusionOk="0" h="2130" w="2489">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 name="Google Shape;2389;p95"/>
            <p:cNvSpPr/>
            <p:nvPr/>
          </p:nvSpPr>
          <p:spPr>
            <a:xfrm>
              <a:off x="3970950" y="14952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 name="Google Shape;2390;p95"/>
            <p:cNvSpPr/>
            <p:nvPr/>
          </p:nvSpPr>
          <p:spPr>
            <a:xfrm>
              <a:off x="3970950" y="141897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 name="Google Shape;2391;p95"/>
            <p:cNvSpPr/>
            <p:nvPr/>
          </p:nvSpPr>
          <p:spPr>
            <a:xfrm>
              <a:off x="3970950" y="134275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 name="Google Shape;2392;p95"/>
            <p:cNvSpPr/>
            <p:nvPr/>
          </p:nvSpPr>
          <p:spPr>
            <a:xfrm>
              <a:off x="3970950" y="111432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95"/>
            <p:cNvSpPr/>
            <p:nvPr/>
          </p:nvSpPr>
          <p:spPr>
            <a:xfrm>
              <a:off x="3894725"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 name="Google Shape;2394;p95"/>
            <p:cNvSpPr/>
            <p:nvPr/>
          </p:nvSpPr>
          <p:spPr>
            <a:xfrm>
              <a:off x="3894725"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 name="Google Shape;2395;p95"/>
            <p:cNvSpPr/>
            <p:nvPr/>
          </p:nvSpPr>
          <p:spPr>
            <a:xfrm>
              <a:off x="3894725"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95"/>
            <p:cNvSpPr/>
            <p:nvPr/>
          </p:nvSpPr>
          <p:spPr>
            <a:xfrm>
              <a:off x="3894725" y="17236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 name="Google Shape;2397;p95"/>
            <p:cNvSpPr/>
            <p:nvPr/>
          </p:nvSpPr>
          <p:spPr>
            <a:xfrm>
              <a:off x="3894725"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 name="Google Shape;2398;p95"/>
            <p:cNvSpPr/>
            <p:nvPr/>
          </p:nvSpPr>
          <p:spPr>
            <a:xfrm>
              <a:off x="3894725" y="1571400"/>
              <a:ext cx="62175" cy="53250"/>
            </a:xfrm>
            <a:custGeom>
              <a:rect b="b" l="l" r="r" t="t"/>
              <a:pathLst>
                <a:path extrusionOk="0" h="2130" w="2487">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95"/>
            <p:cNvSpPr/>
            <p:nvPr/>
          </p:nvSpPr>
          <p:spPr>
            <a:xfrm>
              <a:off x="3894725"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95"/>
            <p:cNvSpPr/>
            <p:nvPr/>
          </p:nvSpPr>
          <p:spPr>
            <a:xfrm>
              <a:off x="3894725"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 name="Google Shape;2401;p95"/>
            <p:cNvSpPr/>
            <p:nvPr/>
          </p:nvSpPr>
          <p:spPr>
            <a:xfrm>
              <a:off x="3894725" y="1342750"/>
              <a:ext cx="62225" cy="53450"/>
            </a:xfrm>
            <a:custGeom>
              <a:rect b="b" l="l" r="r" t="t"/>
              <a:pathLst>
                <a:path extrusionOk="0" h="2138" w="2489">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95"/>
            <p:cNvSpPr/>
            <p:nvPr/>
          </p:nvSpPr>
          <p:spPr>
            <a:xfrm>
              <a:off x="3894725"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 name="Google Shape;2403;p95"/>
            <p:cNvSpPr/>
            <p:nvPr/>
          </p:nvSpPr>
          <p:spPr>
            <a:xfrm>
              <a:off x="381852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95"/>
            <p:cNvSpPr/>
            <p:nvPr/>
          </p:nvSpPr>
          <p:spPr>
            <a:xfrm>
              <a:off x="381852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 name="Google Shape;2405;p95"/>
            <p:cNvSpPr/>
            <p:nvPr/>
          </p:nvSpPr>
          <p:spPr>
            <a:xfrm>
              <a:off x="38185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 name="Google Shape;2406;p95"/>
            <p:cNvSpPr/>
            <p:nvPr/>
          </p:nvSpPr>
          <p:spPr>
            <a:xfrm>
              <a:off x="38185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95"/>
            <p:cNvSpPr/>
            <p:nvPr/>
          </p:nvSpPr>
          <p:spPr>
            <a:xfrm>
              <a:off x="38185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 name="Google Shape;2408;p95"/>
            <p:cNvSpPr/>
            <p:nvPr/>
          </p:nvSpPr>
          <p:spPr>
            <a:xfrm>
              <a:off x="38185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 name="Google Shape;2409;p95"/>
            <p:cNvSpPr/>
            <p:nvPr/>
          </p:nvSpPr>
          <p:spPr>
            <a:xfrm>
              <a:off x="38185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95"/>
            <p:cNvSpPr/>
            <p:nvPr/>
          </p:nvSpPr>
          <p:spPr>
            <a:xfrm>
              <a:off x="38185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95"/>
            <p:cNvSpPr/>
            <p:nvPr/>
          </p:nvSpPr>
          <p:spPr>
            <a:xfrm>
              <a:off x="38185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 name="Google Shape;2412;p95"/>
            <p:cNvSpPr/>
            <p:nvPr/>
          </p:nvSpPr>
          <p:spPr>
            <a:xfrm>
              <a:off x="3818525"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 name="Google Shape;2413;p95"/>
            <p:cNvSpPr/>
            <p:nvPr/>
          </p:nvSpPr>
          <p:spPr>
            <a:xfrm>
              <a:off x="3818525"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 name="Google Shape;2414;p95"/>
            <p:cNvSpPr/>
            <p:nvPr/>
          </p:nvSpPr>
          <p:spPr>
            <a:xfrm>
              <a:off x="3742300" y="2180700"/>
              <a:ext cx="62225" cy="53350"/>
            </a:xfrm>
            <a:custGeom>
              <a:rect b="b" l="l" r="r" t="t"/>
              <a:pathLst>
                <a:path extrusionOk="0" h="2134" w="2489">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 name="Google Shape;2415;p95"/>
            <p:cNvSpPr/>
            <p:nvPr/>
          </p:nvSpPr>
          <p:spPr>
            <a:xfrm>
              <a:off x="3742300" y="2104500"/>
              <a:ext cx="62225" cy="53325"/>
            </a:xfrm>
            <a:custGeom>
              <a:rect b="b" l="l" r="r" t="t"/>
              <a:pathLst>
                <a:path extrusionOk="0" h="2133" w="2489">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 name="Google Shape;2416;p95"/>
            <p:cNvSpPr/>
            <p:nvPr/>
          </p:nvSpPr>
          <p:spPr>
            <a:xfrm>
              <a:off x="3742300" y="1876050"/>
              <a:ext cx="62225" cy="53300"/>
            </a:xfrm>
            <a:custGeom>
              <a:rect b="b" l="l" r="r" t="t"/>
              <a:pathLst>
                <a:path extrusionOk="0" h="2132" w="2489">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 name="Google Shape;2417;p95"/>
            <p:cNvSpPr/>
            <p:nvPr/>
          </p:nvSpPr>
          <p:spPr>
            <a:xfrm>
              <a:off x="3742300" y="179985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 name="Google Shape;2418;p95"/>
            <p:cNvSpPr/>
            <p:nvPr/>
          </p:nvSpPr>
          <p:spPr>
            <a:xfrm>
              <a:off x="3742300" y="17236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 name="Google Shape;2419;p95"/>
            <p:cNvSpPr/>
            <p:nvPr/>
          </p:nvSpPr>
          <p:spPr>
            <a:xfrm>
              <a:off x="3742300" y="1647400"/>
              <a:ext cx="62225" cy="53450"/>
            </a:xfrm>
            <a:custGeom>
              <a:rect b="b" l="l" r="r" t="t"/>
              <a:pathLst>
                <a:path extrusionOk="0" h="2138" w="2489">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95"/>
            <p:cNvSpPr/>
            <p:nvPr/>
          </p:nvSpPr>
          <p:spPr>
            <a:xfrm>
              <a:off x="3742300" y="1571400"/>
              <a:ext cx="62225" cy="53250"/>
            </a:xfrm>
            <a:custGeom>
              <a:rect b="b" l="l" r="r" t="t"/>
              <a:pathLst>
                <a:path extrusionOk="0" h="2130" w="2489">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 name="Google Shape;2421;p95"/>
            <p:cNvSpPr/>
            <p:nvPr/>
          </p:nvSpPr>
          <p:spPr>
            <a:xfrm>
              <a:off x="3742300" y="149520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 name="Google Shape;2422;p95"/>
            <p:cNvSpPr/>
            <p:nvPr/>
          </p:nvSpPr>
          <p:spPr>
            <a:xfrm>
              <a:off x="3742300" y="11143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95"/>
            <p:cNvSpPr/>
            <p:nvPr/>
          </p:nvSpPr>
          <p:spPr>
            <a:xfrm>
              <a:off x="36661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 name="Google Shape;2424;p95"/>
            <p:cNvSpPr/>
            <p:nvPr/>
          </p:nvSpPr>
          <p:spPr>
            <a:xfrm>
              <a:off x="366610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 name="Google Shape;2425;p95"/>
            <p:cNvSpPr/>
            <p:nvPr/>
          </p:nvSpPr>
          <p:spPr>
            <a:xfrm>
              <a:off x="36661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 name="Google Shape;2426;p95"/>
            <p:cNvSpPr/>
            <p:nvPr/>
          </p:nvSpPr>
          <p:spPr>
            <a:xfrm>
              <a:off x="3666100" y="1647400"/>
              <a:ext cx="62200" cy="53450"/>
            </a:xfrm>
            <a:custGeom>
              <a:rect b="b" l="l" r="r" t="t"/>
              <a:pathLst>
                <a:path extrusionOk="0" h="2138" w="2488">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 name="Google Shape;2427;p95"/>
            <p:cNvSpPr/>
            <p:nvPr/>
          </p:nvSpPr>
          <p:spPr>
            <a:xfrm>
              <a:off x="3666100" y="1571400"/>
              <a:ext cx="62150" cy="53250"/>
            </a:xfrm>
            <a:custGeom>
              <a:rect b="b" l="l" r="r" t="t"/>
              <a:pathLst>
                <a:path extrusionOk="0" h="2130" w="2486">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 name="Google Shape;2428;p95"/>
            <p:cNvSpPr/>
            <p:nvPr/>
          </p:nvSpPr>
          <p:spPr>
            <a:xfrm>
              <a:off x="35898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95"/>
            <p:cNvSpPr/>
            <p:nvPr/>
          </p:nvSpPr>
          <p:spPr>
            <a:xfrm>
              <a:off x="35898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 name="Google Shape;2430;p95"/>
            <p:cNvSpPr/>
            <p:nvPr/>
          </p:nvSpPr>
          <p:spPr>
            <a:xfrm>
              <a:off x="35898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 name="Google Shape;2431;p95"/>
            <p:cNvSpPr/>
            <p:nvPr/>
          </p:nvSpPr>
          <p:spPr>
            <a:xfrm>
              <a:off x="35898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95"/>
            <p:cNvSpPr/>
            <p:nvPr/>
          </p:nvSpPr>
          <p:spPr>
            <a:xfrm>
              <a:off x="35898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95"/>
            <p:cNvSpPr/>
            <p:nvPr/>
          </p:nvSpPr>
          <p:spPr>
            <a:xfrm>
              <a:off x="35136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 name="Google Shape;2434;p95"/>
            <p:cNvSpPr/>
            <p:nvPr/>
          </p:nvSpPr>
          <p:spPr>
            <a:xfrm>
              <a:off x="35136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 name="Google Shape;2435;p95"/>
            <p:cNvSpPr/>
            <p:nvPr/>
          </p:nvSpPr>
          <p:spPr>
            <a:xfrm>
              <a:off x="35136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 name="Google Shape;2436;p95"/>
            <p:cNvSpPr/>
            <p:nvPr/>
          </p:nvSpPr>
          <p:spPr>
            <a:xfrm>
              <a:off x="3513675"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 name="Google Shape;2437;p95"/>
            <p:cNvSpPr/>
            <p:nvPr/>
          </p:nvSpPr>
          <p:spPr>
            <a:xfrm>
              <a:off x="35136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 name="Google Shape;2438;p95"/>
            <p:cNvSpPr/>
            <p:nvPr/>
          </p:nvSpPr>
          <p:spPr>
            <a:xfrm>
              <a:off x="351367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 name="Google Shape;2439;p95"/>
            <p:cNvSpPr/>
            <p:nvPr/>
          </p:nvSpPr>
          <p:spPr>
            <a:xfrm>
              <a:off x="35136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95"/>
            <p:cNvSpPr/>
            <p:nvPr/>
          </p:nvSpPr>
          <p:spPr>
            <a:xfrm>
              <a:off x="34374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95"/>
            <p:cNvSpPr/>
            <p:nvPr/>
          </p:nvSpPr>
          <p:spPr>
            <a:xfrm>
              <a:off x="34374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 name="Google Shape;2442;p95"/>
            <p:cNvSpPr/>
            <p:nvPr/>
          </p:nvSpPr>
          <p:spPr>
            <a:xfrm>
              <a:off x="34374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 name="Google Shape;2443;p95"/>
            <p:cNvSpPr/>
            <p:nvPr/>
          </p:nvSpPr>
          <p:spPr>
            <a:xfrm>
              <a:off x="34374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95"/>
            <p:cNvSpPr/>
            <p:nvPr/>
          </p:nvSpPr>
          <p:spPr>
            <a:xfrm>
              <a:off x="34374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 name="Google Shape;2445;p95"/>
            <p:cNvSpPr/>
            <p:nvPr/>
          </p:nvSpPr>
          <p:spPr>
            <a:xfrm>
              <a:off x="34374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 name="Google Shape;2446;p95"/>
            <p:cNvSpPr/>
            <p:nvPr/>
          </p:nvSpPr>
          <p:spPr>
            <a:xfrm>
              <a:off x="34374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95"/>
            <p:cNvSpPr/>
            <p:nvPr/>
          </p:nvSpPr>
          <p:spPr>
            <a:xfrm>
              <a:off x="3361450" y="2333125"/>
              <a:ext cx="62200" cy="53450"/>
            </a:xfrm>
            <a:custGeom>
              <a:rect b="b" l="l" r="r" t="t"/>
              <a:pathLst>
                <a:path extrusionOk="0" h="2138" w="2488">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95"/>
            <p:cNvSpPr/>
            <p:nvPr/>
          </p:nvSpPr>
          <p:spPr>
            <a:xfrm>
              <a:off x="33614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95"/>
            <p:cNvSpPr/>
            <p:nvPr/>
          </p:nvSpPr>
          <p:spPr>
            <a:xfrm>
              <a:off x="3361450" y="2180700"/>
              <a:ext cx="62200" cy="53350"/>
            </a:xfrm>
            <a:custGeom>
              <a:rect b="b" l="l" r="r" t="t"/>
              <a:pathLst>
                <a:path extrusionOk="0" h="2134" w="2488">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 name="Google Shape;2450;p95"/>
            <p:cNvSpPr/>
            <p:nvPr/>
          </p:nvSpPr>
          <p:spPr>
            <a:xfrm>
              <a:off x="33614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 name="Google Shape;2451;p95"/>
            <p:cNvSpPr/>
            <p:nvPr/>
          </p:nvSpPr>
          <p:spPr>
            <a:xfrm>
              <a:off x="328522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 name="Google Shape;2452;p95"/>
            <p:cNvSpPr/>
            <p:nvPr/>
          </p:nvSpPr>
          <p:spPr>
            <a:xfrm>
              <a:off x="31328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 name="Google Shape;2453;p95"/>
            <p:cNvSpPr/>
            <p:nvPr/>
          </p:nvSpPr>
          <p:spPr>
            <a:xfrm>
              <a:off x="30568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 name="Google Shape;2454;p95"/>
            <p:cNvSpPr/>
            <p:nvPr/>
          </p:nvSpPr>
          <p:spPr>
            <a:xfrm>
              <a:off x="3056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 name="Google Shape;2455;p95"/>
            <p:cNvSpPr/>
            <p:nvPr/>
          </p:nvSpPr>
          <p:spPr>
            <a:xfrm>
              <a:off x="29805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95"/>
            <p:cNvSpPr/>
            <p:nvPr/>
          </p:nvSpPr>
          <p:spPr>
            <a:xfrm>
              <a:off x="29805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95"/>
            <p:cNvSpPr/>
            <p:nvPr/>
          </p:nvSpPr>
          <p:spPr>
            <a:xfrm>
              <a:off x="2980575"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 name="Google Shape;2458;p95"/>
            <p:cNvSpPr/>
            <p:nvPr/>
          </p:nvSpPr>
          <p:spPr>
            <a:xfrm>
              <a:off x="29805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 name="Google Shape;2459;p95"/>
            <p:cNvSpPr/>
            <p:nvPr/>
          </p:nvSpPr>
          <p:spPr>
            <a:xfrm>
              <a:off x="2980575"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 name="Google Shape;2460;p95"/>
            <p:cNvSpPr/>
            <p:nvPr/>
          </p:nvSpPr>
          <p:spPr>
            <a:xfrm>
              <a:off x="2980575"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95"/>
            <p:cNvSpPr/>
            <p:nvPr/>
          </p:nvSpPr>
          <p:spPr>
            <a:xfrm>
              <a:off x="290437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 name="Google Shape;2462;p95"/>
            <p:cNvSpPr/>
            <p:nvPr/>
          </p:nvSpPr>
          <p:spPr>
            <a:xfrm>
              <a:off x="290437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 name="Google Shape;2463;p95"/>
            <p:cNvSpPr/>
            <p:nvPr/>
          </p:nvSpPr>
          <p:spPr>
            <a:xfrm>
              <a:off x="290437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95"/>
            <p:cNvSpPr/>
            <p:nvPr/>
          </p:nvSpPr>
          <p:spPr>
            <a:xfrm>
              <a:off x="290437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95"/>
            <p:cNvSpPr/>
            <p:nvPr/>
          </p:nvSpPr>
          <p:spPr>
            <a:xfrm>
              <a:off x="290437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 name="Google Shape;2466;p95"/>
            <p:cNvSpPr/>
            <p:nvPr/>
          </p:nvSpPr>
          <p:spPr>
            <a:xfrm>
              <a:off x="290437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 name="Google Shape;2467;p95"/>
            <p:cNvSpPr/>
            <p:nvPr/>
          </p:nvSpPr>
          <p:spPr>
            <a:xfrm>
              <a:off x="290437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95"/>
            <p:cNvSpPr/>
            <p:nvPr/>
          </p:nvSpPr>
          <p:spPr>
            <a:xfrm>
              <a:off x="2828150" y="1571400"/>
              <a:ext cx="62150" cy="53250"/>
            </a:xfrm>
            <a:custGeom>
              <a:rect b="b" l="l" r="r" t="t"/>
              <a:pathLst>
                <a:path extrusionOk="0" h="2130" w="2486">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 name="Google Shape;2469;p95"/>
            <p:cNvSpPr/>
            <p:nvPr/>
          </p:nvSpPr>
          <p:spPr>
            <a:xfrm>
              <a:off x="28281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 name="Google Shape;2470;p95"/>
            <p:cNvSpPr/>
            <p:nvPr/>
          </p:nvSpPr>
          <p:spPr>
            <a:xfrm>
              <a:off x="282815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95"/>
            <p:cNvSpPr/>
            <p:nvPr/>
          </p:nvSpPr>
          <p:spPr>
            <a:xfrm>
              <a:off x="28281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95"/>
            <p:cNvSpPr/>
            <p:nvPr/>
          </p:nvSpPr>
          <p:spPr>
            <a:xfrm>
              <a:off x="28281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95"/>
            <p:cNvSpPr/>
            <p:nvPr/>
          </p:nvSpPr>
          <p:spPr>
            <a:xfrm>
              <a:off x="282815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 name="Google Shape;2474;p95"/>
            <p:cNvSpPr/>
            <p:nvPr/>
          </p:nvSpPr>
          <p:spPr>
            <a:xfrm>
              <a:off x="282815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 name="Google Shape;2475;p95"/>
            <p:cNvSpPr/>
            <p:nvPr/>
          </p:nvSpPr>
          <p:spPr>
            <a:xfrm>
              <a:off x="282815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 name="Google Shape;2476;p95"/>
            <p:cNvSpPr/>
            <p:nvPr/>
          </p:nvSpPr>
          <p:spPr>
            <a:xfrm>
              <a:off x="27519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 name="Google Shape;2477;p95"/>
            <p:cNvSpPr/>
            <p:nvPr/>
          </p:nvSpPr>
          <p:spPr>
            <a:xfrm>
              <a:off x="27519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 name="Google Shape;2478;p95"/>
            <p:cNvSpPr/>
            <p:nvPr/>
          </p:nvSpPr>
          <p:spPr>
            <a:xfrm>
              <a:off x="275195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 name="Google Shape;2479;p95"/>
            <p:cNvSpPr/>
            <p:nvPr/>
          </p:nvSpPr>
          <p:spPr>
            <a:xfrm>
              <a:off x="27519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 name="Google Shape;2480;p95"/>
            <p:cNvSpPr/>
            <p:nvPr/>
          </p:nvSpPr>
          <p:spPr>
            <a:xfrm>
              <a:off x="27519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 name="Google Shape;2481;p95"/>
            <p:cNvSpPr/>
            <p:nvPr/>
          </p:nvSpPr>
          <p:spPr>
            <a:xfrm>
              <a:off x="2751950"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 name="Google Shape;2482;p95"/>
            <p:cNvSpPr/>
            <p:nvPr/>
          </p:nvSpPr>
          <p:spPr>
            <a:xfrm>
              <a:off x="27519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 name="Google Shape;2483;p95"/>
            <p:cNvSpPr/>
            <p:nvPr/>
          </p:nvSpPr>
          <p:spPr>
            <a:xfrm>
              <a:off x="2751950"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 name="Google Shape;2484;p95"/>
            <p:cNvSpPr/>
            <p:nvPr/>
          </p:nvSpPr>
          <p:spPr>
            <a:xfrm>
              <a:off x="26759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 name="Google Shape;2485;p95"/>
            <p:cNvSpPr/>
            <p:nvPr/>
          </p:nvSpPr>
          <p:spPr>
            <a:xfrm>
              <a:off x="26759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 name="Google Shape;2486;p95"/>
            <p:cNvSpPr/>
            <p:nvPr/>
          </p:nvSpPr>
          <p:spPr>
            <a:xfrm>
              <a:off x="26759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 name="Google Shape;2487;p95"/>
            <p:cNvSpPr/>
            <p:nvPr/>
          </p:nvSpPr>
          <p:spPr>
            <a:xfrm>
              <a:off x="26759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95"/>
            <p:cNvSpPr/>
            <p:nvPr/>
          </p:nvSpPr>
          <p:spPr>
            <a:xfrm>
              <a:off x="26759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 name="Google Shape;2489;p95"/>
            <p:cNvSpPr/>
            <p:nvPr/>
          </p:nvSpPr>
          <p:spPr>
            <a:xfrm>
              <a:off x="267592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 name="Google Shape;2490;p95"/>
            <p:cNvSpPr/>
            <p:nvPr/>
          </p:nvSpPr>
          <p:spPr>
            <a:xfrm>
              <a:off x="267592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95"/>
            <p:cNvSpPr/>
            <p:nvPr/>
          </p:nvSpPr>
          <p:spPr>
            <a:xfrm>
              <a:off x="267592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95"/>
            <p:cNvSpPr/>
            <p:nvPr/>
          </p:nvSpPr>
          <p:spPr>
            <a:xfrm>
              <a:off x="25997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95"/>
            <p:cNvSpPr/>
            <p:nvPr/>
          </p:nvSpPr>
          <p:spPr>
            <a:xfrm>
              <a:off x="25997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4" name="Google Shape;2494;p95"/>
            <p:cNvSpPr/>
            <p:nvPr/>
          </p:nvSpPr>
          <p:spPr>
            <a:xfrm>
              <a:off x="25997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95"/>
            <p:cNvSpPr/>
            <p:nvPr/>
          </p:nvSpPr>
          <p:spPr>
            <a:xfrm>
              <a:off x="25997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 name="Google Shape;2496;p95"/>
            <p:cNvSpPr/>
            <p:nvPr/>
          </p:nvSpPr>
          <p:spPr>
            <a:xfrm>
              <a:off x="25997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 name="Google Shape;2497;p95"/>
            <p:cNvSpPr/>
            <p:nvPr/>
          </p:nvSpPr>
          <p:spPr>
            <a:xfrm>
              <a:off x="25997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95"/>
            <p:cNvSpPr/>
            <p:nvPr/>
          </p:nvSpPr>
          <p:spPr>
            <a:xfrm>
              <a:off x="259972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 name="Google Shape;2499;p95"/>
            <p:cNvSpPr/>
            <p:nvPr/>
          </p:nvSpPr>
          <p:spPr>
            <a:xfrm>
              <a:off x="259972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 name="Google Shape;2500;p95"/>
            <p:cNvSpPr/>
            <p:nvPr/>
          </p:nvSpPr>
          <p:spPr>
            <a:xfrm>
              <a:off x="259972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 name="Google Shape;2501;p95"/>
            <p:cNvSpPr/>
            <p:nvPr/>
          </p:nvSpPr>
          <p:spPr>
            <a:xfrm>
              <a:off x="25235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 name="Google Shape;2502;p95"/>
            <p:cNvSpPr/>
            <p:nvPr/>
          </p:nvSpPr>
          <p:spPr>
            <a:xfrm>
              <a:off x="25235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 name="Google Shape;2503;p95"/>
            <p:cNvSpPr/>
            <p:nvPr/>
          </p:nvSpPr>
          <p:spPr>
            <a:xfrm>
              <a:off x="25235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 name="Google Shape;2504;p95"/>
            <p:cNvSpPr/>
            <p:nvPr/>
          </p:nvSpPr>
          <p:spPr>
            <a:xfrm>
              <a:off x="25235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 name="Google Shape;2505;p95"/>
            <p:cNvSpPr/>
            <p:nvPr/>
          </p:nvSpPr>
          <p:spPr>
            <a:xfrm>
              <a:off x="25235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 name="Google Shape;2506;p95"/>
            <p:cNvSpPr/>
            <p:nvPr/>
          </p:nvSpPr>
          <p:spPr>
            <a:xfrm>
              <a:off x="25235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 name="Google Shape;2507;p95"/>
            <p:cNvSpPr/>
            <p:nvPr/>
          </p:nvSpPr>
          <p:spPr>
            <a:xfrm>
              <a:off x="252350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 name="Google Shape;2508;p95"/>
            <p:cNvSpPr/>
            <p:nvPr/>
          </p:nvSpPr>
          <p:spPr>
            <a:xfrm>
              <a:off x="2523500" y="119055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95"/>
            <p:cNvSpPr/>
            <p:nvPr/>
          </p:nvSpPr>
          <p:spPr>
            <a:xfrm>
              <a:off x="252350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 name="Google Shape;2510;p95"/>
            <p:cNvSpPr/>
            <p:nvPr/>
          </p:nvSpPr>
          <p:spPr>
            <a:xfrm>
              <a:off x="252350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 name="Google Shape;2511;p95"/>
            <p:cNvSpPr/>
            <p:nvPr/>
          </p:nvSpPr>
          <p:spPr>
            <a:xfrm>
              <a:off x="24473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95"/>
            <p:cNvSpPr/>
            <p:nvPr/>
          </p:nvSpPr>
          <p:spPr>
            <a:xfrm>
              <a:off x="2447300" y="1647400"/>
              <a:ext cx="62400" cy="53450"/>
            </a:xfrm>
            <a:custGeom>
              <a:rect b="b" l="l" r="r" t="t"/>
              <a:pathLst>
                <a:path extrusionOk="0" h="2138" w="2496">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 name="Google Shape;2513;p95"/>
            <p:cNvSpPr/>
            <p:nvPr/>
          </p:nvSpPr>
          <p:spPr>
            <a:xfrm>
              <a:off x="2447300" y="1571400"/>
              <a:ext cx="62400" cy="53250"/>
            </a:xfrm>
            <a:custGeom>
              <a:rect b="b" l="l" r="r" t="t"/>
              <a:pathLst>
                <a:path extrusionOk="0" h="2130" w="2496">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95"/>
            <p:cNvSpPr/>
            <p:nvPr/>
          </p:nvSpPr>
          <p:spPr>
            <a:xfrm>
              <a:off x="24473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 name="Google Shape;2515;p95"/>
            <p:cNvSpPr/>
            <p:nvPr/>
          </p:nvSpPr>
          <p:spPr>
            <a:xfrm>
              <a:off x="2447300" y="1418975"/>
              <a:ext cx="62400" cy="53350"/>
            </a:xfrm>
            <a:custGeom>
              <a:rect b="b" l="l" r="r" t="t"/>
              <a:pathLst>
                <a:path extrusionOk="0" h="2134" w="2496">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95"/>
            <p:cNvSpPr/>
            <p:nvPr/>
          </p:nvSpPr>
          <p:spPr>
            <a:xfrm>
              <a:off x="24473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 name="Google Shape;2517;p95"/>
            <p:cNvSpPr/>
            <p:nvPr/>
          </p:nvSpPr>
          <p:spPr>
            <a:xfrm>
              <a:off x="2447300" y="1266550"/>
              <a:ext cx="62400" cy="53450"/>
            </a:xfrm>
            <a:custGeom>
              <a:rect b="b" l="l" r="r" t="t"/>
              <a:pathLst>
                <a:path extrusionOk="0" h="2138" w="2496">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 name="Google Shape;2518;p95"/>
            <p:cNvSpPr/>
            <p:nvPr/>
          </p:nvSpPr>
          <p:spPr>
            <a:xfrm>
              <a:off x="2447300" y="1190550"/>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95"/>
            <p:cNvSpPr/>
            <p:nvPr/>
          </p:nvSpPr>
          <p:spPr>
            <a:xfrm>
              <a:off x="2447300" y="11143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 name="Google Shape;2520;p95"/>
            <p:cNvSpPr/>
            <p:nvPr/>
          </p:nvSpPr>
          <p:spPr>
            <a:xfrm>
              <a:off x="2447300" y="1038125"/>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 name="Google Shape;2521;p95"/>
            <p:cNvSpPr/>
            <p:nvPr/>
          </p:nvSpPr>
          <p:spPr>
            <a:xfrm>
              <a:off x="237127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95"/>
            <p:cNvSpPr/>
            <p:nvPr/>
          </p:nvSpPr>
          <p:spPr>
            <a:xfrm>
              <a:off x="23712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 name="Google Shape;2523;p95"/>
            <p:cNvSpPr/>
            <p:nvPr/>
          </p:nvSpPr>
          <p:spPr>
            <a:xfrm>
              <a:off x="23712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 name="Google Shape;2524;p95"/>
            <p:cNvSpPr/>
            <p:nvPr/>
          </p:nvSpPr>
          <p:spPr>
            <a:xfrm>
              <a:off x="23712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 name="Google Shape;2525;p95"/>
            <p:cNvSpPr/>
            <p:nvPr/>
          </p:nvSpPr>
          <p:spPr>
            <a:xfrm>
              <a:off x="23712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 name="Google Shape;2526;p95"/>
            <p:cNvSpPr/>
            <p:nvPr/>
          </p:nvSpPr>
          <p:spPr>
            <a:xfrm>
              <a:off x="237127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 name="Google Shape;2527;p95"/>
            <p:cNvSpPr/>
            <p:nvPr/>
          </p:nvSpPr>
          <p:spPr>
            <a:xfrm>
              <a:off x="237127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 name="Google Shape;2528;p95"/>
            <p:cNvSpPr/>
            <p:nvPr/>
          </p:nvSpPr>
          <p:spPr>
            <a:xfrm>
              <a:off x="237127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 name="Google Shape;2529;p95"/>
            <p:cNvSpPr/>
            <p:nvPr/>
          </p:nvSpPr>
          <p:spPr>
            <a:xfrm>
              <a:off x="237127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 name="Google Shape;2530;p95"/>
            <p:cNvSpPr/>
            <p:nvPr/>
          </p:nvSpPr>
          <p:spPr>
            <a:xfrm>
              <a:off x="229507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 name="Google Shape;2531;p95"/>
            <p:cNvSpPr/>
            <p:nvPr/>
          </p:nvSpPr>
          <p:spPr>
            <a:xfrm>
              <a:off x="22950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 name="Google Shape;2532;p95"/>
            <p:cNvSpPr/>
            <p:nvPr/>
          </p:nvSpPr>
          <p:spPr>
            <a:xfrm>
              <a:off x="2295075" y="11905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95"/>
            <p:cNvSpPr/>
            <p:nvPr/>
          </p:nvSpPr>
          <p:spPr>
            <a:xfrm>
              <a:off x="2295075" y="11143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 name="Google Shape;2534;p95"/>
            <p:cNvSpPr/>
            <p:nvPr/>
          </p:nvSpPr>
          <p:spPr>
            <a:xfrm>
              <a:off x="2218650" y="1266550"/>
              <a:ext cx="62225" cy="53450"/>
            </a:xfrm>
            <a:custGeom>
              <a:rect b="b" l="l" r="r" t="t"/>
              <a:pathLst>
                <a:path extrusionOk="0" h="2138" w="2489">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 name="Google Shape;2535;p95"/>
            <p:cNvSpPr/>
            <p:nvPr/>
          </p:nvSpPr>
          <p:spPr>
            <a:xfrm>
              <a:off x="2218650" y="1190550"/>
              <a:ext cx="62225" cy="53325"/>
            </a:xfrm>
            <a:custGeom>
              <a:rect b="b" l="l" r="r" t="t"/>
              <a:pathLst>
                <a:path extrusionOk="0" h="2133" w="2489">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95"/>
            <p:cNvSpPr/>
            <p:nvPr/>
          </p:nvSpPr>
          <p:spPr>
            <a:xfrm>
              <a:off x="2218650" y="1114325"/>
              <a:ext cx="62225" cy="53350"/>
            </a:xfrm>
            <a:custGeom>
              <a:rect b="b" l="l" r="r" t="t"/>
              <a:pathLst>
                <a:path extrusionOk="0" h="2134" w="2489">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 name="Google Shape;2537;p95"/>
            <p:cNvSpPr/>
            <p:nvPr/>
          </p:nvSpPr>
          <p:spPr>
            <a:xfrm>
              <a:off x="2142425" y="1266550"/>
              <a:ext cx="62425" cy="53450"/>
            </a:xfrm>
            <a:custGeom>
              <a:rect b="b" l="l" r="r" t="t"/>
              <a:pathLst>
                <a:path extrusionOk="0" h="2138" w="2497">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95"/>
            <p:cNvSpPr/>
            <p:nvPr/>
          </p:nvSpPr>
          <p:spPr>
            <a:xfrm>
              <a:off x="2142425" y="11905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 name="Google Shape;2539;p95"/>
            <p:cNvSpPr/>
            <p:nvPr/>
          </p:nvSpPr>
          <p:spPr>
            <a:xfrm>
              <a:off x="2751950"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95"/>
            <p:cNvSpPr/>
            <p:nvPr/>
          </p:nvSpPr>
          <p:spPr>
            <a:xfrm>
              <a:off x="2751950" y="3551925"/>
              <a:ext cx="62350" cy="53300"/>
            </a:xfrm>
            <a:custGeom>
              <a:rect b="b" l="l" r="r" t="t"/>
              <a:pathLst>
                <a:path extrusionOk="0" h="2132" w="2494">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 name="Google Shape;2541;p95"/>
            <p:cNvSpPr/>
            <p:nvPr/>
          </p:nvSpPr>
          <p:spPr>
            <a:xfrm>
              <a:off x="2751950" y="3475725"/>
              <a:ext cx="62350" cy="53275"/>
            </a:xfrm>
            <a:custGeom>
              <a:rect b="b" l="l" r="r" t="t"/>
              <a:pathLst>
                <a:path extrusionOk="0" h="2131" w="2494">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95"/>
            <p:cNvSpPr/>
            <p:nvPr/>
          </p:nvSpPr>
          <p:spPr>
            <a:xfrm>
              <a:off x="2675925" y="385677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95"/>
            <p:cNvSpPr/>
            <p:nvPr/>
          </p:nvSpPr>
          <p:spPr>
            <a:xfrm>
              <a:off x="2675725" y="3780375"/>
              <a:ext cx="62425" cy="53475"/>
            </a:xfrm>
            <a:custGeom>
              <a:rect b="b" l="l" r="r" t="t"/>
              <a:pathLst>
                <a:path extrusionOk="0" h="2139" w="2497">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 name="Google Shape;2544;p95"/>
            <p:cNvSpPr/>
            <p:nvPr/>
          </p:nvSpPr>
          <p:spPr>
            <a:xfrm>
              <a:off x="267592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 name="Google Shape;2545;p95"/>
            <p:cNvSpPr/>
            <p:nvPr/>
          </p:nvSpPr>
          <p:spPr>
            <a:xfrm>
              <a:off x="2675925"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95"/>
            <p:cNvSpPr/>
            <p:nvPr/>
          </p:nvSpPr>
          <p:spPr>
            <a:xfrm>
              <a:off x="2675925" y="355192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95"/>
            <p:cNvSpPr/>
            <p:nvPr/>
          </p:nvSpPr>
          <p:spPr>
            <a:xfrm>
              <a:off x="26759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 name="Google Shape;2548;p95"/>
            <p:cNvSpPr/>
            <p:nvPr/>
          </p:nvSpPr>
          <p:spPr>
            <a:xfrm>
              <a:off x="259972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 name="Google Shape;2549;p95"/>
            <p:cNvSpPr/>
            <p:nvPr/>
          </p:nvSpPr>
          <p:spPr>
            <a:xfrm>
              <a:off x="2599725" y="3780375"/>
              <a:ext cx="62400" cy="53475"/>
            </a:xfrm>
            <a:custGeom>
              <a:rect b="b" l="l" r="r" t="t"/>
              <a:pathLst>
                <a:path extrusionOk="0" h="2139" w="2496">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95"/>
            <p:cNvSpPr/>
            <p:nvPr/>
          </p:nvSpPr>
          <p:spPr>
            <a:xfrm>
              <a:off x="2599725"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95"/>
            <p:cNvSpPr/>
            <p:nvPr/>
          </p:nvSpPr>
          <p:spPr>
            <a:xfrm>
              <a:off x="2599725"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 name="Google Shape;2552;p95"/>
            <p:cNvSpPr/>
            <p:nvPr/>
          </p:nvSpPr>
          <p:spPr>
            <a:xfrm>
              <a:off x="259972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 name="Google Shape;2553;p95"/>
            <p:cNvSpPr/>
            <p:nvPr/>
          </p:nvSpPr>
          <p:spPr>
            <a:xfrm>
              <a:off x="259972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95"/>
            <p:cNvSpPr/>
            <p:nvPr/>
          </p:nvSpPr>
          <p:spPr>
            <a:xfrm>
              <a:off x="2523500" y="3932800"/>
              <a:ext cx="62225" cy="53475"/>
            </a:xfrm>
            <a:custGeom>
              <a:rect b="b" l="l" r="r" t="t"/>
              <a:pathLst>
                <a:path extrusionOk="0" h="2139" w="2489">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95"/>
            <p:cNvSpPr/>
            <p:nvPr/>
          </p:nvSpPr>
          <p:spPr>
            <a:xfrm>
              <a:off x="2523500" y="385677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 name="Google Shape;2556;p95"/>
            <p:cNvSpPr/>
            <p:nvPr/>
          </p:nvSpPr>
          <p:spPr>
            <a:xfrm>
              <a:off x="2523500" y="3780375"/>
              <a:ext cx="62425" cy="53475"/>
            </a:xfrm>
            <a:custGeom>
              <a:rect b="b" l="l" r="r" t="t"/>
              <a:pathLst>
                <a:path extrusionOk="0" h="2139" w="2497">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 name="Google Shape;2557;p95"/>
            <p:cNvSpPr/>
            <p:nvPr/>
          </p:nvSpPr>
          <p:spPr>
            <a:xfrm>
              <a:off x="2523500" y="3704150"/>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95"/>
            <p:cNvSpPr/>
            <p:nvPr/>
          </p:nvSpPr>
          <p:spPr>
            <a:xfrm>
              <a:off x="2523500" y="3627950"/>
              <a:ext cx="62225" cy="53475"/>
            </a:xfrm>
            <a:custGeom>
              <a:rect b="b" l="l" r="r" t="t"/>
              <a:pathLst>
                <a:path extrusionOk="0" h="2139" w="2489">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 name="Google Shape;2559;p95"/>
            <p:cNvSpPr/>
            <p:nvPr/>
          </p:nvSpPr>
          <p:spPr>
            <a:xfrm>
              <a:off x="2523500" y="355192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 name="Google Shape;2560;p95"/>
            <p:cNvSpPr/>
            <p:nvPr/>
          </p:nvSpPr>
          <p:spPr>
            <a:xfrm>
              <a:off x="2523500" y="34757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 name="Google Shape;2561;p95"/>
            <p:cNvSpPr/>
            <p:nvPr/>
          </p:nvSpPr>
          <p:spPr>
            <a:xfrm>
              <a:off x="2523500" y="33995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 name="Google Shape;2562;p95"/>
            <p:cNvSpPr/>
            <p:nvPr/>
          </p:nvSpPr>
          <p:spPr>
            <a:xfrm>
              <a:off x="2447300" y="4085225"/>
              <a:ext cx="62400" cy="53350"/>
            </a:xfrm>
            <a:custGeom>
              <a:rect b="b" l="l" r="r" t="t"/>
              <a:pathLst>
                <a:path extrusionOk="0" h="2134" w="2496">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 name="Google Shape;2563;p95"/>
            <p:cNvSpPr/>
            <p:nvPr/>
          </p:nvSpPr>
          <p:spPr>
            <a:xfrm>
              <a:off x="2447300" y="4009000"/>
              <a:ext cx="62400" cy="53350"/>
            </a:xfrm>
            <a:custGeom>
              <a:rect b="b" l="l" r="r" t="t"/>
              <a:pathLst>
                <a:path extrusionOk="0" h="2134" w="2496">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 name="Google Shape;2564;p95"/>
            <p:cNvSpPr/>
            <p:nvPr/>
          </p:nvSpPr>
          <p:spPr>
            <a:xfrm>
              <a:off x="2447300" y="3932800"/>
              <a:ext cx="62200" cy="53475"/>
            </a:xfrm>
            <a:custGeom>
              <a:rect b="b" l="l" r="r" t="t"/>
              <a:pathLst>
                <a:path extrusionOk="0" h="2139" w="2488">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 name="Google Shape;2565;p95"/>
            <p:cNvSpPr/>
            <p:nvPr/>
          </p:nvSpPr>
          <p:spPr>
            <a:xfrm>
              <a:off x="2447300" y="385677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 name="Google Shape;2566;p95"/>
            <p:cNvSpPr/>
            <p:nvPr/>
          </p:nvSpPr>
          <p:spPr>
            <a:xfrm>
              <a:off x="2447300" y="3780375"/>
              <a:ext cx="62400" cy="53475"/>
            </a:xfrm>
            <a:custGeom>
              <a:rect b="b" l="l" r="r" t="t"/>
              <a:pathLst>
                <a:path extrusionOk="0" h="2139" w="2496">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95"/>
            <p:cNvSpPr/>
            <p:nvPr/>
          </p:nvSpPr>
          <p:spPr>
            <a:xfrm>
              <a:off x="2447300" y="3704150"/>
              <a:ext cx="62400" cy="53450"/>
            </a:xfrm>
            <a:custGeom>
              <a:rect b="b" l="l" r="r" t="t"/>
              <a:pathLst>
                <a:path extrusionOk="0" h="2138" w="2496">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 name="Google Shape;2568;p95"/>
            <p:cNvSpPr/>
            <p:nvPr/>
          </p:nvSpPr>
          <p:spPr>
            <a:xfrm>
              <a:off x="2447300" y="3627950"/>
              <a:ext cx="62400" cy="53425"/>
            </a:xfrm>
            <a:custGeom>
              <a:rect b="b" l="l" r="r" t="t"/>
              <a:pathLst>
                <a:path extrusionOk="0" h="2137" w="2496">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 name="Google Shape;2569;p95"/>
            <p:cNvSpPr/>
            <p:nvPr/>
          </p:nvSpPr>
          <p:spPr>
            <a:xfrm>
              <a:off x="2447300" y="355192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95"/>
            <p:cNvSpPr/>
            <p:nvPr/>
          </p:nvSpPr>
          <p:spPr>
            <a:xfrm>
              <a:off x="2447300" y="3475725"/>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 name="Google Shape;2571;p95"/>
            <p:cNvSpPr/>
            <p:nvPr/>
          </p:nvSpPr>
          <p:spPr>
            <a:xfrm>
              <a:off x="2447300" y="3399500"/>
              <a:ext cx="62400" cy="53350"/>
            </a:xfrm>
            <a:custGeom>
              <a:rect b="b" l="l" r="r" t="t"/>
              <a:pathLst>
                <a:path extrusionOk="0" h="2134" w="2496">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95"/>
            <p:cNvSpPr/>
            <p:nvPr/>
          </p:nvSpPr>
          <p:spPr>
            <a:xfrm>
              <a:off x="2447300" y="3323300"/>
              <a:ext cx="62400" cy="53425"/>
            </a:xfrm>
            <a:custGeom>
              <a:rect b="b" l="l" r="r" t="t"/>
              <a:pathLst>
                <a:path extrusionOk="0" h="2137" w="2496">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 name="Google Shape;2573;p95"/>
            <p:cNvSpPr/>
            <p:nvPr/>
          </p:nvSpPr>
          <p:spPr>
            <a:xfrm>
              <a:off x="2371275" y="42374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95"/>
            <p:cNvSpPr/>
            <p:nvPr/>
          </p:nvSpPr>
          <p:spPr>
            <a:xfrm>
              <a:off x="2371275"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95"/>
            <p:cNvSpPr/>
            <p:nvPr/>
          </p:nvSpPr>
          <p:spPr>
            <a:xfrm>
              <a:off x="23712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 name="Google Shape;2576;p95"/>
            <p:cNvSpPr/>
            <p:nvPr/>
          </p:nvSpPr>
          <p:spPr>
            <a:xfrm>
              <a:off x="2371275"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 name="Google Shape;2577;p95"/>
            <p:cNvSpPr/>
            <p:nvPr/>
          </p:nvSpPr>
          <p:spPr>
            <a:xfrm>
              <a:off x="2371075" y="3932800"/>
              <a:ext cx="62425" cy="53475"/>
            </a:xfrm>
            <a:custGeom>
              <a:rect b="b" l="l" r="r" t="t"/>
              <a:pathLst>
                <a:path extrusionOk="0" h="2139" w="2497">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95"/>
            <p:cNvSpPr/>
            <p:nvPr/>
          </p:nvSpPr>
          <p:spPr>
            <a:xfrm>
              <a:off x="2371075" y="385677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95"/>
            <p:cNvSpPr/>
            <p:nvPr/>
          </p:nvSpPr>
          <p:spPr>
            <a:xfrm>
              <a:off x="2371075" y="3780375"/>
              <a:ext cx="62425" cy="53475"/>
            </a:xfrm>
            <a:custGeom>
              <a:rect b="b" l="l" r="r" t="t"/>
              <a:pathLst>
                <a:path extrusionOk="0" h="2139" w="2497">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 name="Google Shape;2580;p95"/>
            <p:cNvSpPr/>
            <p:nvPr/>
          </p:nvSpPr>
          <p:spPr>
            <a:xfrm>
              <a:off x="237127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 name="Google Shape;2581;p95"/>
            <p:cNvSpPr/>
            <p:nvPr/>
          </p:nvSpPr>
          <p:spPr>
            <a:xfrm>
              <a:off x="2371275" y="36279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 name="Google Shape;2582;p95"/>
            <p:cNvSpPr/>
            <p:nvPr/>
          </p:nvSpPr>
          <p:spPr>
            <a:xfrm>
              <a:off x="2371075" y="355192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95"/>
            <p:cNvSpPr/>
            <p:nvPr/>
          </p:nvSpPr>
          <p:spPr>
            <a:xfrm>
              <a:off x="2371075" y="3475725"/>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95"/>
            <p:cNvSpPr/>
            <p:nvPr/>
          </p:nvSpPr>
          <p:spPr>
            <a:xfrm>
              <a:off x="2371075" y="33995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 name="Google Shape;2585;p95"/>
            <p:cNvSpPr/>
            <p:nvPr/>
          </p:nvSpPr>
          <p:spPr>
            <a:xfrm>
              <a:off x="2371075" y="3323300"/>
              <a:ext cx="62425" cy="53425"/>
            </a:xfrm>
            <a:custGeom>
              <a:rect b="b" l="l" r="r" t="t"/>
              <a:pathLst>
                <a:path extrusionOk="0" h="2137" w="2497">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 name="Google Shape;2586;p95"/>
            <p:cNvSpPr/>
            <p:nvPr/>
          </p:nvSpPr>
          <p:spPr>
            <a:xfrm>
              <a:off x="2371075" y="3247075"/>
              <a:ext cx="62425" cy="53450"/>
            </a:xfrm>
            <a:custGeom>
              <a:rect b="b" l="l" r="r" t="t"/>
              <a:pathLst>
                <a:path extrusionOk="0" h="2138" w="2497">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95"/>
            <p:cNvSpPr/>
            <p:nvPr/>
          </p:nvSpPr>
          <p:spPr>
            <a:xfrm>
              <a:off x="2295075" y="43136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95"/>
            <p:cNvSpPr/>
            <p:nvPr/>
          </p:nvSpPr>
          <p:spPr>
            <a:xfrm>
              <a:off x="2295075" y="4237450"/>
              <a:ext cx="62200" cy="53425"/>
            </a:xfrm>
            <a:custGeom>
              <a:rect b="b" l="l" r="r" t="t"/>
              <a:pathLst>
                <a:path extrusionOk="0" h="2137" w="2488">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 name="Google Shape;2589;p95"/>
            <p:cNvSpPr/>
            <p:nvPr/>
          </p:nvSpPr>
          <p:spPr>
            <a:xfrm>
              <a:off x="2295075" y="4161425"/>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 name="Google Shape;2590;p95"/>
            <p:cNvSpPr/>
            <p:nvPr/>
          </p:nvSpPr>
          <p:spPr>
            <a:xfrm>
              <a:off x="2295075" y="4085225"/>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95"/>
            <p:cNvSpPr/>
            <p:nvPr/>
          </p:nvSpPr>
          <p:spPr>
            <a:xfrm>
              <a:off x="2295075" y="4009000"/>
              <a:ext cx="62200" cy="53350"/>
            </a:xfrm>
            <a:custGeom>
              <a:rect b="b" l="l" r="r" t="t"/>
              <a:pathLst>
                <a:path extrusionOk="0" h="2134" w="2488">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 name="Google Shape;2592;p95"/>
            <p:cNvSpPr/>
            <p:nvPr/>
          </p:nvSpPr>
          <p:spPr>
            <a:xfrm>
              <a:off x="2294850" y="3932800"/>
              <a:ext cx="62425" cy="53475"/>
            </a:xfrm>
            <a:custGeom>
              <a:rect b="b" l="l" r="r" t="t"/>
              <a:pathLst>
                <a:path extrusionOk="0" h="2139" w="2497">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 name="Google Shape;2593;p95"/>
            <p:cNvSpPr/>
            <p:nvPr/>
          </p:nvSpPr>
          <p:spPr>
            <a:xfrm>
              <a:off x="229507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 name="Google Shape;2594;p95"/>
            <p:cNvSpPr/>
            <p:nvPr/>
          </p:nvSpPr>
          <p:spPr>
            <a:xfrm>
              <a:off x="2294850" y="3780375"/>
              <a:ext cx="62625" cy="53475"/>
            </a:xfrm>
            <a:custGeom>
              <a:rect b="b" l="l" r="r" t="t"/>
              <a:pathLst>
                <a:path extrusionOk="0" h="2139" w="2505">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 name="Google Shape;2595;p95"/>
            <p:cNvSpPr/>
            <p:nvPr/>
          </p:nvSpPr>
          <p:spPr>
            <a:xfrm>
              <a:off x="2295075" y="37041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 name="Google Shape;2596;p95"/>
            <p:cNvSpPr/>
            <p:nvPr/>
          </p:nvSpPr>
          <p:spPr>
            <a:xfrm>
              <a:off x="2295075" y="3627950"/>
              <a:ext cx="62200" cy="53425"/>
            </a:xfrm>
            <a:custGeom>
              <a:rect b="b" l="l" r="r" t="t"/>
              <a:pathLst>
                <a:path extrusionOk="0" h="2137" w="2488">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 name="Google Shape;2597;p95"/>
            <p:cNvSpPr/>
            <p:nvPr/>
          </p:nvSpPr>
          <p:spPr>
            <a:xfrm>
              <a:off x="229507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 name="Google Shape;2598;p95"/>
            <p:cNvSpPr/>
            <p:nvPr/>
          </p:nvSpPr>
          <p:spPr>
            <a:xfrm>
              <a:off x="229507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 name="Google Shape;2599;p95"/>
            <p:cNvSpPr/>
            <p:nvPr/>
          </p:nvSpPr>
          <p:spPr>
            <a:xfrm>
              <a:off x="2295075" y="33995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95"/>
            <p:cNvSpPr/>
            <p:nvPr/>
          </p:nvSpPr>
          <p:spPr>
            <a:xfrm>
              <a:off x="2294925" y="3323300"/>
              <a:ext cx="62350" cy="53425"/>
            </a:xfrm>
            <a:custGeom>
              <a:rect b="b" l="l" r="r" t="t"/>
              <a:pathLst>
                <a:path extrusionOk="0" h="2137" w="2494">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 name="Google Shape;2601;p95"/>
            <p:cNvSpPr/>
            <p:nvPr/>
          </p:nvSpPr>
          <p:spPr>
            <a:xfrm>
              <a:off x="2294925" y="3247075"/>
              <a:ext cx="62350" cy="53450"/>
            </a:xfrm>
            <a:custGeom>
              <a:rect b="b" l="l" r="r" t="t"/>
              <a:pathLst>
                <a:path extrusionOk="0" h="2138" w="2494">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 name="Google Shape;2602;p95"/>
            <p:cNvSpPr/>
            <p:nvPr/>
          </p:nvSpPr>
          <p:spPr>
            <a:xfrm>
              <a:off x="2295075" y="3171075"/>
              <a:ext cx="62200" cy="53275"/>
            </a:xfrm>
            <a:custGeom>
              <a:rect b="b" l="l" r="r" t="t"/>
              <a:pathLst>
                <a:path extrusionOk="0" h="2131" w="2488">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95"/>
            <p:cNvSpPr/>
            <p:nvPr/>
          </p:nvSpPr>
          <p:spPr>
            <a:xfrm>
              <a:off x="22950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 name="Google Shape;2604;p95"/>
            <p:cNvSpPr/>
            <p:nvPr/>
          </p:nvSpPr>
          <p:spPr>
            <a:xfrm>
              <a:off x="2218650" y="438987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 name="Google Shape;2605;p95"/>
            <p:cNvSpPr/>
            <p:nvPr/>
          </p:nvSpPr>
          <p:spPr>
            <a:xfrm>
              <a:off x="2218650" y="43136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95"/>
            <p:cNvSpPr/>
            <p:nvPr/>
          </p:nvSpPr>
          <p:spPr>
            <a:xfrm>
              <a:off x="2218650" y="42374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 name="Google Shape;2607;p95"/>
            <p:cNvSpPr/>
            <p:nvPr/>
          </p:nvSpPr>
          <p:spPr>
            <a:xfrm>
              <a:off x="2218650" y="4161425"/>
              <a:ext cx="62225" cy="53250"/>
            </a:xfrm>
            <a:custGeom>
              <a:rect b="b" l="l" r="r" t="t"/>
              <a:pathLst>
                <a:path extrusionOk="0" h="2130" w="2489">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 name="Google Shape;2608;p95"/>
            <p:cNvSpPr/>
            <p:nvPr/>
          </p:nvSpPr>
          <p:spPr>
            <a:xfrm>
              <a:off x="2218650" y="4085225"/>
              <a:ext cx="62225" cy="53350"/>
            </a:xfrm>
            <a:custGeom>
              <a:rect b="b" l="l" r="r" t="t"/>
              <a:pathLst>
                <a:path extrusionOk="0" h="2134" w="2489">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95"/>
            <p:cNvSpPr/>
            <p:nvPr/>
          </p:nvSpPr>
          <p:spPr>
            <a:xfrm>
              <a:off x="2218650" y="4009000"/>
              <a:ext cx="62225" cy="53350"/>
            </a:xfrm>
            <a:custGeom>
              <a:rect b="b" l="l" r="r" t="t"/>
              <a:pathLst>
                <a:path extrusionOk="0" h="2134" w="2489">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 name="Google Shape;2610;p95"/>
            <p:cNvSpPr/>
            <p:nvPr/>
          </p:nvSpPr>
          <p:spPr>
            <a:xfrm>
              <a:off x="2218650" y="3932800"/>
              <a:ext cx="62225" cy="53475"/>
            </a:xfrm>
            <a:custGeom>
              <a:rect b="b" l="l" r="r" t="t"/>
              <a:pathLst>
                <a:path extrusionOk="0" h="2139" w="2489">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95"/>
            <p:cNvSpPr/>
            <p:nvPr/>
          </p:nvSpPr>
          <p:spPr>
            <a:xfrm>
              <a:off x="2218650" y="385677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 name="Google Shape;2612;p95"/>
            <p:cNvSpPr/>
            <p:nvPr/>
          </p:nvSpPr>
          <p:spPr>
            <a:xfrm>
              <a:off x="2218650" y="3780375"/>
              <a:ext cx="62425" cy="53475"/>
            </a:xfrm>
            <a:custGeom>
              <a:rect b="b" l="l" r="r" t="t"/>
              <a:pathLst>
                <a:path extrusionOk="0" h="2139" w="2497">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 name="Google Shape;2613;p95"/>
            <p:cNvSpPr/>
            <p:nvPr/>
          </p:nvSpPr>
          <p:spPr>
            <a:xfrm>
              <a:off x="2218650" y="37041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 name="Google Shape;2614;p95"/>
            <p:cNvSpPr/>
            <p:nvPr/>
          </p:nvSpPr>
          <p:spPr>
            <a:xfrm>
              <a:off x="2218650" y="36279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 name="Google Shape;2615;p95"/>
            <p:cNvSpPr/>
            <p:nvPr/>
          </p:nvSpPr>
          <p:spPr>
            <a:xfrm>
              <a:off x="2218650" y="355192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 name="Google Shape;2616;p95"/>
            <p:cNvSpPr/>
            <p:nvPr/>
          </p:nvSpPr>
          <p:spPr>
            <a:xfrm>
              <a:off x="2218650" y="347572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 name="Google Shape;2617;p95"/>
            <p:cNvSpPr/>
            <p:nvPr/>
          </p:nvSpPr>
          <p:spPr>
            <a:xfrm>
              <a:off x="2218650" y="3399500"/>
              <a:ext cx="62425" cy="53350"/>
            </a:xfrm>
            <a:custGeom>
              <a:rect b="b" l="l" r="r" t="t"/>
              <a:pathLst>
                <a:path extrusionOk="0" h="2134" w="2497">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 name="Google Shape;2618;p95"/>
            <p:cNvSpPr/>
            <p:nvPr/>
          </p:nvSpPr>
          <p:spPr>
            <a:xfrm>
              <a:off x="2218650" y="3323300"/>
              <a:ext cx="62425" cy="53425"/>
            </a:xfrm>
            <a:custGeom>
              <a:rect b="b" l="l" r="r" t="t"/>
              <a:pathLst>
                <a:path extrusionOk="0" h="2137" w="2497">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 name="Google Shape;2619;p95"/>
            <p:cNvSpPr/>
            <p:nvPr/>
          </p:nvSpPr>
          <p:spPr>
            <a:xfrm>
              <a:off x="2218650" y="3247075"/>
              <a:ext cx="62425" cy="53500"/>
            </a:xfrm>
            <a:custGeom>
              <a:rect b="b" l="l" r="r" t="t"/>
              <a:pathLst>
                <a:path extrusionOk="0" h="2140" w="2497">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 name="Google Shape;2620;p95"/>
            <p:cNvSpPr/>
            <p:nvPr/>
          </p:nvSpPr>
          <p:spPr>
            <a:xfrm>
              <a:off x="2218650" y="3171075"/>
              <a:ext cx="62225" cy="53300"/>
            </a:xfrm>
            <a:custGeom>
              <a:rect b="b" l="l" r="r" t="t"/>
              <a:pathLst>
                <a:path extrusionOk="0" h="2132" w="2489">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 name="Google Shape;2621;p95"/>
            <p:cNvSpPr/>
            <p:nvPr/>
          </p:nvSpPr>
          <p:spPr>
            <a:xfrm>
              <a:off x="2218650" y="2180700"/>
              <a:ext cx="62225" cy="53350"/>
            </a:xfrm>
            <a:custGeom>
              <a:rect b="b" l="l" r="r" t="t"/>
              <a:pathLst>
                <a:path extrusionOk="0" h="2134" w="2489">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95"/>
            <p:cNvSpPr/>
            <p:nvPr/>
          </p:nvSpPr>
          <p:spPr>
            <a:xfrm>
              <a:off x="2218650" y="2028275"/>
              <a:ext cx="62225" cy="53450"/>
            </a:xfrm>
            <a:custGeom>
              <a:rect b="b" l="l" r="r" t="t"/>
              <a:pathLst>
                <a:path extrusionOk="0" h="2138" w="2489">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 name="Google Shape;2623;p95"/>
            <p:cNvSpPr/>
            <p:nvPr/>
          </p:nvSpPr>
          <p:spPr>
            <a:xfrm>
              <a:off x="2218650" y="1952050"/>
              <a:ext cx="62225" cy="53450"/>
            </a:xfrm>
            <a:custGeom>
              <a:rect b="b" l="l" r="r" t="t"/>
              <a:pathLst>
                <a:path extrusionOk="0" h="2138" w="2489">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95"/>
            <p:cNvSpPr/>
            <p:nvPr/>
          </p:nvSpPr>
          <p:spPr>
            <a:xfrm>
              <a:off x="2142425" y="4618300"/>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95"/>
            <p:cNvSpPr/>
            <p:nvPr/>
          </p:nvSpPr>
          <p:spPr>
            <a:xfrm>
              <a:off x="2142425" y="438987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 name="Google Shape;2626;p95"/>
            <p:cNvSpPr/>
            <p:nvPr/>
          </p:nvSpPr>
          <p:spPr>
            <a:xfrm>
              <a:off x="2142425" y="43136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 name="Google Shape;2627;p95"/>
            <p:cNvSpPr/>
            <p:nvPr/>
          </p:nvSpPr>
          <p:spPr>
            <a:xfrm>
              <a:off x="2142425" y="42374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 name="Google Shape;2628;p95"/>
            <p:cNvSpPr/>
            <p:nvPr/>
          </p:nvSpPr>
          <p:spPr>
            <a:xfrm>
              <a:off x="2142425" y="4161425"/>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 name="Google Shape;2629;p95"/>
            <p:cNvSpPr/>
            <p:nvPr/>
          </p:nvSpPr>
          <p:spPr>
            <a:xfrm>
              <a:off x="2142425"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95"/>
            <p:cNvSpPr/>
            <p:nvPr/>
          </p:nvSpPr>
          <p:spPr>
            <a:xfrm>
              <a:off x="2142425"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 name="Google Shape;2631;p95"/>
            <p:cNvSpPr/>
            <p:nvPr/>
          </p:nvSpPr>
          <p:spPr>
            <a:xfrm>
              <a:off x="2142425" y="3932800"/>
              <a:ext cx="62425" cy="53475"/>
            </a:xfrm>
            <a:custGeom>
              <a:rect b="b" l="l" r="r" t="t"/>
              <a:pathLst>
                <a:path extrusionOk="0" h="2139" w="2497">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 name="Google Shape;2632;p95"/>
            <p:cNvSpPr/>
            <p:nvPr/>
          </p:nvSpPr>
          <p:spPr>
            <a:xfrm>
              <a:off x="2142425" y="385677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95"/>
            <p:cNvSpPr/>
            <p:nvPr/>
          </p:nvSpPr>
          <p:spPr>
            <a:xfrm>
              <a:off x="2142425" y="3780375"/>
              <a:ext cx="62425" cy="53475"/>
            </a:xfrm>
            <a:custGeom>
              <a:rect b="b" l="l" r="r" t="t"/>
              <a:pathLst>
                <a:path extrusionOk="0" h="2139" w="2497">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 name="Google Shape;2634;p95"/>
            <p:cNvSpPr/>
            <p:nvPr/>
          </p:nvSpPr>
          <p:spPr>
            <a:xfrm>
              <a:off x="2142425"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 name="Google Shape;2635;p95"/>
            <p:cNvSpPr/>
            <p:nvPr/>
          </p:nvSpPr>
          <p:spPr>
            <a:xfrm>
              <a:off x="2142425"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95"/>
            <p:cNvSpPr/>
            <p:nvPr/>
          </p:nvSpPr>
          <p:spPr>
            <a:xfrm>
              <a:off x="2142425" y="355192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 name="Google Shape;2637;p95"/>
            <p:cNvSpPr/>
            <p:nvPr/>
          </p:nvSpPr>
          <p:spPr>
            <a:xfrm>
              <a:off x="2142425" y="3475725"/>
              <a:ext cx="62425" cy="53350"/>
            </a:xfrm>
            <a:custGeom>
              <a:rect b="b" l="l" r="r" t="t"/>
              <a:pathLst>
                <a:path extrusionOk="0" h="2134" w="2497">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 name="Google Shape;2638;p95"/>
            <p:cNvSpPr/>
            <p:nvPr/>
          </p:nvSpPr>
          <p:spPr>
            <a:xfrm>
              <a:off x="2142425" y="3399500"/>
              <a:ext cx="62425" cy="53350"/>
            </a:xfrm>
            <a:custGeom>
              <a:rect b="b" l="l" r="r" t="t"/>
              <a:pathLst>
                <a:path extrusionOk="0" h="2134" w="2497">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95"/>
            <p:cNvSpPr/>
            <p:nvPr/>
          </p:nvSpPr>
          <p:spPr>
            <a:xfrm>
              <a:off x="2142425" y="3323300"/>
              <a:ext cx="62425" cy="53425"/>
            </a:xfrm>
            <a:custGeom>
              <a:rect b="b" l="l" r="r" t="t"/>
              <a:pathLst>
                <a:path extrusionOk="0" h="2137" w="2497">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 name="Google Shape;2640;p95"/>
            <p:cNvSpPr/>
            <p:nvPr/>
          </p:nvSpPr>
          <p:spPr>
            <a:xfrm>
              <a:off x="2142425" y="3247075"/>
              <a:ext cx="62425" cy="53450"/>
            </a:xfrm>
            <a:custGeom>
              <a:rect b="b" l="l" r="r" t="t"/>
              <a:pathLst>
                <a:path extrusionOk="0" h="2138" w="2497">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 name="Google Shape;2641;p95"/>
            <p:cNvSpPr/>
            <p:nvPr/>
          </p:nvSpPr>
          <p:spPr>
            <a:xfrm>
              <a:off x="2142425"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95"/>
            <p:cNvSpPr/>
            <p:nvPr/>
          </p:nvSpPr>
          <p:spPr>
            <a:xfrm>
              <a:off x="2142425"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 name="Google Shape;2643;p95"/>
            <p:cNvSpPr/>
            <p:nvPr/>
          </p:nvSpPr>
          <p:spPr>
            <a:xfrm>
              <a:off x="2142425"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 name="Google Shape;2644;p95"/>
            <p:cNvSpPr/>
            <p:nvPr/>
          </p:nvSpPr>
          <p:spPr>
            <a:xfrm>
              <a:off x="2142425"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95"/>
            <p:cNvSpPr/>
            <p:nvPr/>
          </p:nvSpPr>
          <p:spPr>
            <a:xfrm>
              <a:off x="2142425"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 name="Google Shape;2646;p95"/>
            <p:cNvSpPr/>
            <p:nvPr/>
          </p:nvSpPr>
          <p:spPr>
            <a:xfrm>
              <a:off x="2142425"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 name="Google Shape;2647;p95"/>
            <p:cNvSpPr/>
            <p:nvPr/>
          </p:nvSpPr>
          <p:spPr>
            <a:xfrm>
              <a:off x="2142425"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8" name="Google Shape;2648;p95"/>
            <p:cNvSpPr/>
            <p:nvPr/>
          </p:nvSpPr>
          <p:spPr>
            <a:xfrm>
              <a:off x="2142425"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9" name="Google Shape;2649;p95"/>
            <p:cNvSpPr/>
            <p:nvPr/>
          </p:nvSpPr>
          <p:spPr>
            <a:xfrm>
              <a:off x="2142425" y="1038125"/>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0" name="Google Shape;2650;p95"/>
            <p:cNvSpPr/>
            <p:nvPr/>
          </p:nvSpPr>
          <p:spPr>
            <a:xfrm>
              <a:off x="2066425" y="4618300"/>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1" name="Google Shape;2651;p95"/>
            <p:cNvSpPr/>
            <p:nvPr/>
          </p:nvSpPr>
          <p:spPr>
            <a:xfrm>
              <a:off x="2066425" y="4542300"/>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95"/>
            <p:cNvSpPr/>
            <p:nvPr/>
          </p:nvSpPr>
          <p:spPr>
            <a:xfrm>
              <a:off x="2066425" y="446607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3" name="Google Shape;2653;p95"/>
            <p:cNvSpPr/>
            <p:nvPr/>
          </p:nvSpPr>
          <p:spPr>
            <a:xfrm>
              <a:off x="2066425" y="438987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4" name="Google Shape;2654;p95"/>
            <p:cNvSpPr/>
            <p:nvPr/>
          </p:nvSpPr>
          <p:spPr>
            <a:xfrm>
              <a:off x="2066425" y="43136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5" name="Google Shape;2655;p95"/>
            <p:cNvSpPr/>
            <p:nvPr/>
          </p:nvSpPr>
          <p:spPr>
            <a:xfrm>
              <a:off x="2066425" y="42374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95"/>
            <p:cNvSpPr/>
            <p:nvPr/>
          </p:nvSpPr>
          <p:spPr>
            <a:xfrm>
              <a:off x="2066425" y="416142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95"/>
            <p:cNvSpPr/>
            <p:nvPr/>
          </p:nvSpPr>
          <p:spPr>
            <a:xfrm>
              <a:off x="2066425" y="37041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8" name="Google Shape;2658;p95"/>
            <p:cNvSpPr/>
            <p:nvPr/>
          </p:nvSpPr>
          <p:spPr>
            <a:xfrm>
              <a:off x="2066425" y="36279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9" name="Google Shape;2659;p95"/>
            <p:cNvSpPr/>
            <p:nvPr/>
          </p:nvSpPr>
          <p:spPr>
            <a:xfrm>
              <a:off x="2066425" y="3551925"/>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95"/>
            <p:cNvSpPr/>
            <p:nvPr/>
          </p:nvSpPr>
          <p:spPr>
            <a:xfrm>
              <a:off x="2066425"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95"/>
            <p:cNvSpPr/>
            <p:nvPr/>
          </p:nvSpPr>
          <p:spPr>
            <a:xfrm>
              <a:off x="2066275" y="3399500"/>
              <a:ext cx="62375" cy="53350"/>
            </a:xfrm>
            <a:custGeom>
              <a:rect b="b" l="l" r="r" t="t"/>
              <a:pathLst>
                <a:path extrusionOk="0" h="2134" w="2495">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2" name="Google Shape;2662;p95"/>
            <p:cNvSpPr/>
            <p:nvPr/>
          </p:nvSpPr>
          <p:spPr>
            <a:xfrm>
              <a:off x="2066275" y="3323300"/>
              <a:ext cx="62375" cy="53425"/>
            </a:xfrm>
            <a:custGeom>
              <a:rect b="b" l="l" r="r" t="t"/>
              <a:pathLst>
                <a:path extrusionOk="0" h="2137" w="2495">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3" name="Google Shape;2663;p95"/>
            <p:cNvSpPr/>
            <p:nvPr/>
          </p:nvSpPr>
          <p:spPr>
            <a:xfrm>
              <a:off x="2066275" y="3247075"/>
              <a:ext cx="62375" cy="53450"/>
            </a:xfrm>
            <a:custGeom>
              <a:rect b="b" l="l" r="r" t="t"/>
              <a:pathLst>
                <a:path extrusionOk="0" h="2138" w="2495">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4" name="Google Shape;2664;p95"/>
            <p:cNvSpPr/>
            <p:nvPr/>
          </p:nvSpPr>
          <p:spPr>
            <a:xfrm>
              <a:off x="206642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5" name="Google Shape;2665;p95"/>
            <p:cNvSpPr/>
            <p:nvPr/>
          </p:nvSpPr>
          <p:spPr>
            <a:xfrm>
              <a:off x="206642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6" name="Google Shape;2666;p95"/>
            <p:cNvSpPr/>
            <p:nvPr/>
          </p:nvSpPr>
          <p:spPr>
            <a:xfrm>
              <a:off x="2066425" y="2942425"/>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95"/>
            <p:cNvSpPr/>
            <p:nvPr/>
          </p:nvSpPr>
          <p:spPr>
            <a:xfrm>
              <a:off x="206642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95"/>
            <p:cNvSpPr/>
            <p:nvPr/>
          </p:nvSpPr>
          <p:spPr>
            <a:xfrm>
              <a:off x="206642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9" name="Google Shape;2669;p95"/>
            <p:cNvSpPr/>
            <p:nvPr/>
          </p:nvSpPr>
          <p:spPr>
            <a:xfrm>
              <a:off x="206642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0" name="Google Shape;2670;p95"/>
            <p:cNvSpPr/>
            <p:nvPr/>
          </p:nvSpPr>
          <p:spPr>
            <a:xfrm>
              <a:off x="206642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95"/>
            <p:cNvSpPr/>
            <p:nvPr/>
          </p:nvSpPr>
          <p:spPr>
            <a:xfrm>
              <a:off x="2066425"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2" name="Google Shape;2672;p95"/>
            <p:cNvSpPr/>
            <p:nvPr/>
          </p:nvSpPr>
          <p:spPr>
            <a:xfrm>
              <a:off x="2066425"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3" name="Google Shape;2673;p95"/>
            <p:cNvSpPr/>
            <p:nvPr/>
          </p:nvSpPr>
          <p:spPr>
            <a:xfrm>
              <a:off x="2066425" y="1571400"/>
              <a:ext cx="62225" cy="53250"/>
            </a:xfrm>
            <a:custGeom>
              <a:rect b="b" l="l" r="r" t="t"/>
              <a:pathLst>
                <a:path extrusionOk="0" h="2130" w="2489">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4" name="Google Shape;2674;p95"/>
            <p:cNvSpPr/>
            <p:nvPr/>
          </p:nvSpPr>
          <p:spPr>
            <a:xfrm>
              <a:off x="2066425"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5" name="Google Shape;2675;p95"/>
            <p:cNvSpPr/>
            <p:nvPr/>
          </p:nvSpPr>
          <p:spPr>
            <a:xfrm>
              <a:off x="206642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95"/>
            <p:cNvSpPr/>
            <p:nvPr/>
          </p:nvSpPr>
          <p:spPr>
            <a:xfrm>
              <a:off x="206642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7" name="Google Shape;2677;p95"/>
            <p:cNvSpPr/>
            <p:nvPr/>
          </p:nvSpPr>
          <p:spPr>
            <a:xfrm>
              <a:off x="2066425" y="1038125"/>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8" name="Google Shape;2678;p95"/>
            <p:cNvSpPr/>
            <p:nvPr/>
          </p:nvSpPr>
          <p:spPr>
            <a:xfrm>
              <a:off x="1990200" y="4542300"/>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9" name="Google Shape;2679;p95"/>
            <p:cNvSpPr/>
            <p:nvPr/>
          </p:nvSpPr>
          <p:spPr>
            <a:xfrm>
              <a:off x="1990200" y="4466075"/>
              <a:ext cx="62225" cy="53300"/>
            </a:xfrm>
            <a:custGeom>
              <a:rect b="b" l="l" r="r" t="t"/>
              <a:pathLst>
                <a:path extrusionOk="0" h="2132" w="2489">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0" name="Google Shape;2680;p95"/>
            <p:cNvSpPr/>
            <p:nvPr/>
          </p:nvSpPr>
          <p:spPr>
            <a:xfrm>
              <a:off x="1990200" y="438987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95"/>
            <p:cNvSpPr/>
            <p:nvPr/>
          </p:nvSpPr>
          <p:spPr>
            <a:xfrm>
              <a:off x="1990200"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2" name="Google Shape;2682;p95"/>
            <p:cNvSpPr/>
            <p:nvPr/>
          </p:nvSpPr>
          <p:spPr>
            <a:xfrm>
              <a:off x="1990200" y="3551925"/>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3" name="Google Shape;2683;p95"/>
            <p:cNvSpPr/>
            <p:nvPr/>
          </p:nvSpPr>
          <p:spPr>
            <a:xfrm>
              <a:off x="19902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95"/>
            <p:cNvSpPr/>
            <p:nvPr/>
          </p:nvSpPr>
          <p:spPr>
            <a:xfrm>
              <a:off x="1990200"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5" name="Google Shape;2685;p95"/>
            <p:cNvSpPr/>
            <p:nvPr/>
          </p:nvSpPr>
          <p:spPr>
            <a:xfrm>
              <a:off x="1990075" y="3323300"/>
              <a:ext cx="62350" cy="53425"/>
            </a:xfrm>
            <a:custGeom>
              <a:rect b="b" l="l" r="r" t="t"/>
              <a:pathLst>
                <a:path extrusionOk="0" h="2137" w="2494">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6" name="Google Shape;2686;p95"/>
            <p:cNvSpPr/>
            <p:nvPr/>
          </p:nvSpPr>
          <p:spPr>
            <a:xfrm>
              <a:off x="1990075" y="3247075"/>
              <a:ext cx="62350" cy="53450"/>
            </a:xfrm>
            <a:custGeom>
              <a:rect b="b" l="l" r="r" t="t"/>
              <a:pathLst>
                <a:path extrusionOk="0" h="2138" w="2494">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7" name="Google Shape;2687;p95"/>
            <p:cNvSpPr/>
            <p:nvPr/>
          </p:nvSpPr>
          <p:spPr>
            <a:xfrm>
              <a:off x="1990200"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8" name="Google Shape;2688;p95"/>
            <p:cNvSpPr/>
            <p:nvPr/>
          </p:nvSpPr>
          <p:spPr>
            <a:xfrm>
              <a:off x="1990200"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9" name="Google Shape;2689;p95"/>
            <p:cNvSpPr/>
            <p:nvPr/>
          </p:nvSpPr>
          <p:spPr>
            <a:xfrm>
              <a:off x="1990200"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95"/>
            <p:cNvSpPr/>
            <p:nvPr/>
          </p:nvSpPr>
          <p:spPr>
            <a:xfrm>
              <a:off x="1990200" y="2333125"/>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1" name="Google Shape;2691;p95"/>
            <p:cNvSpPr/>
            <p:nvPr/>
          </p:nvSpPr>
          <p:spPr>
            <a:xfrm>
              <a:off x="199020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2" name="Google Shape;2692;p95"/>
            <p:cNvSpPr/>
            <p:nvPr/>
          </p:nvSpPr>
          <p:spPr>
            <a:xfrm>
              <a:off x="1990200" y="2180700"/>
              <a:ext cx="62225" cy="53350"/>
            </a:xfrm>
            <a:custGeom>
              <a:rect b="b" l="l" r="r" t="t"/>
              <a:pathLst>
                <a:path extrusionOk="0" h="2134" w="2489">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95"/>
            <p:cNvSpPr/>
            <p:nvPr/>
          </p:nvSpPr>
          <p:spPr>
            <a:xfrm>
              <a:off x="1990200"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4" name="Google Shape;2694;p95"/>
            <p:cNvSpPr/>
            <p:nvPr/>
          </p:nvSpPr>
          <p:spPr>
            <a:xfrm>
              <a:off x="1990200"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5" name="Google Shape;2695;p95"/>
            <p:cNvSpPr/>
            <p:nvPr/>
          </p:nvSpPr>
          <p:spPr>
            <a:xfrm>
              <a:off x="1990200"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95"/>
            <p:cNvSpPr/>
            <p:nvPr/>
          </p:nvSpPr>
          <p:spPr>
            <a:xfrm>
              <a:off x="1990200"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7" name="Google Shape;2697;p95"/>
            <p:cNvSpPr/>
            <p:nvPr/>
          </p:nvSpPr>
          <p:spPr>
            <a:xfrm>
              <a:off x="1990200"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95"/>
            <p:cNvSpPr/>
            <p:nvPr/>
          </p:nvSpPr>
          <p:spPr>
            <a:xfrm>
              <a:off x="1990200"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9" name="Google Shape;2699;p95"/>
            <p:cNvSpPr/>
            <p:nvPr/>
          </p:nvSpPr>
          <p:spPr>
            <a:xfrm>
              <a:off x="1990200" y="1571400"/>
              <a:ext cx="62225" cy="53250"/>
            </a:xfrm>
            <a:custGeom>
              <a:rect b="b" l="l" r="r" t="t"/>
              <a:pathLst>
                <a:path extrusionOk="0" h="2130" w="2489">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95"/>
            <p:cNvSpPr/>
            <p:nvPr/>
          </p:nvSpPr>
          <p:spPr>
            <a:xfrm>
              <a:off x="1990200"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1" name="Google Shape;2701;p95"/>
            <p:cNvSpPr/>
            <p:nvPr/>
          </p:nvSpPr>
          <p:spPr>
            <a:xfrm>
              <a:off x="1990200"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2" name="Google Shape;2702;p95"/>
            <p:cNvSpPr/>
            <p:nvPr/>
          </p:nvSpPr>
          <p:spPr>
            <a:xfrm>
              <a:off x="1990200"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3" name="Google Shape;2703;p95"/>
            <p:cNvSpPr/>
            <p:nvPr/>
          </p:nvSpPr>
          <p:spPr>
            <a:xfrm>
              <a:off x="1990200" y="1038125"/>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4" name="Google Shape;2704;p95"/>
            <p:cNvSpPr/>
            <p:nvPr/>
          </p:nvSpPr>
          <p:spPr>
            <a:xfrm>
              <a:off x="1914000" y="3551925"/>
              <a:ext cx="62225" cy="53300"/>
            </a:xfrm>
            <a:custGeom>
              <a:rect b="b" l="l" r="r" t="t"/>
              <a:pathLst>
                <a:path extrusionOk="0" h="2132" w="2489">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5" name="Google Shape;2705;p95"/>
            <p:cNvSpPr/>
            <p:nvPr/>
          </p:nvSpPr>
          <p:spPr>
            <a:xfrm>
              <a:off x="1914000"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6" name="Google Shape;2706;p95"/>
            <p:cNvSpPr/>
            <p:nvPr/>
          </p:nvSpPr>
          <p:spPr>
            <a:xfrm>
              <a:off x="1914000"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7" name="Google Shape;2707;p95"/>
            <p:cNvSpPr/>
            <p:nvPr/>
          </p:nvSpPr>
          <p:spPr>
            <a:xfrm>
              <a:off x="1914000" y="3323300"/>
              <a:ext cx="62225" cy="53425"/>
            </a:xfrm>
            <a:custGeom>
              <a:rect b="b" l="l" r="r" t="t"/>
              <a:pathLst>
                <a:path extrusionOk="0" h="2137" w="2489">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8" name="Google Shape;2708;p95"/>
            <p:cNvSpPr/>
            <p:nvPr/>
          </p:nvSpPr>
          <p:spPr>
            <a:xfrm>
              <a:off x="1914000" y="3247075"/>
              <a:ext cx="62425" cy="53450"/>
            </a:xfrm>
            <a:custGeom>
              <a:rect b="b" l="l" r="r" t="t"/>
              <a:pathLst>
                <a:path extrusionOk="0" h="2138" w="2497">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9" name="Google Shape;2709;p95"/>
            <p:cNvSpPr/>
            <p:nvPr/>
          </p:nvSpPr>
          <p:spPr>
            <a:xfrm>
              <a:off x="1914000"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95"/>
            <p:cNvSpPr/>
            <p:nvPr/>
          </p:nvSpPr>
          <p:spPr>
            <a:xfrm>
              <a:off x="1914000"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95"/>
            <p:cNvSpPr/>
            <p:nvPr/>
          </p:nvSpPr>
          <p:spPr>
            <a:xfrm>
              <a:off x="1914000"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2" name="Google Shape;2712;p95"/>
            <p:cNvSpPr/>
            <p:nvPr/>
          </p:nvSpPr>
          <p:spPr>
            <a:xfrm>
              <a:off x="1914000"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95"/>
            <p:cNvSpPr/>
            <p:nvPr/>
          </p:nvSpPr>
          <p:spPr>
            <a:xfrm>
              <a:off x="1914000"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95"/>
            <p:cNvSpPr/>
            <p:nvPr/>
          </p:nvSpPr>
          <p:spPr>
            <a:xfrm>
              <a:off x="191400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95"/>
            <p:cNvSpPr/>
            <p:nvPr/>
          </p:nvSpPr>
          <p:spPr>
            <a:xfrm>
              <a:off x="1914000"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95"/>
            <p:cNvSpPr/>
            <p:nvPr/>
          </p:nvSpPr>
          <p:spPr>
            <a:xfrm>
              <a:off x="1914000"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95"/>
            <p:cNvSpPr/>
            <p:nvPr/>
          </p:nvSpPr>
          <p:spPr>
            <a:xfrm>
              <a:off x="1914000"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8" name="Google Shape;2718;p95"/>
            <p:cNvSpPr/>
            <p:nvPr/>
          </p:nvSpPr>
          <p:spPr>
            <a:xfrm>
              <a:off x="1914000"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95"/>
            <p:cNvSpPr/>
            <p:nvPr/>
          </p:nvSpPr>
          <p:spPr>
            <a:xfrm>
              <a:off x="1914000"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0" name="Google Shape;2720;p95"/>
            <p:cNvSpPr/>
            <p:nvPr/>
          </p:nvSpPr>
          <p:spPr>
            <a:xfrm>
              <a:off x="1914000"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95"/>
            <p:cNvSpPr/>
            <p:nvPr/>
          </p:nvSpPr>
          <p:spPr>
            <a:xfrm>
              <a:off x="1914000"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2" name="Google Shape;2722;p95"/>
            <p:cNvSpPr/>
            <p:nvPr/>
          </p:nvSpPr>
          <p:spPr>
            <a:xfrm>
              <a:off x="1837775"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3" name="Google Shape;2723;p95"/>
            <p:cNvSpPr/>
            <p:nvPr/>
          </p:nvSpPr>
          <p:spPr>
            <a:xfrm>
              <a:off x="1837775" y="2866425"/>
              <a:ext cx="62425" cy="53275"/>
            </a:xfrm>
            <a:custGeom>
              <a:rect b="b" l="l" r="r" t="t"/>
              <a:pathLst>
                <a:path extrusionOk="0" h="2131" w="2497">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4" name="Google Shape;2724;p95"/>
            <p:cNvSpPr/>
            <p:nvPr/>
          </p:nvSpPr>
          <p:spPr>
            <a:xfrm>
              <a:off x="1837775" y="2714000"/>
              <a:ext cx="62425" cy="53350"/>
            </a:xfrm>
            <a:custGeom>
              <a:rect b="b" l="l" r="r" t="t"/>
              <a:pathLst>
                <a:path extrusionOk="0" h="2134"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5" name="Google Shape;2725;p95"/>
            <p:cNvSpPr/>
            <p:nvPr/>
          </p:nvSpPr>
          <p:spPr>
            <a:xfrm>
              <a:off x="1837775" y="2637775"/>
              <a:ext cx="62425" cy="53450"/>
            </a:xfrm>
            <a:custGeom>
              <a:rect b="b" l="l" r="r" t="t"/>
              <a:pathLst>
                <a:path extrusionOk="0" h="2138" w="2497">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6" name="Google Shape;2726;p95"/>
            <p:cNvSpPr/>
            <p:nvPr/>
          </p:nvSpPr>
          <p:spPr>
            <a:xfrm>
              <a:off x="1837775" y="2561575"/>
              <a:ext cx="62425" cy="53425"/>
            </a:xfrm>
            <a:custGeom>
              <a:rect b="b" l="l" r="r" t="t"/>
              <a:pathLst>
                <a:path extrusionOk="0" h="2137" w="2497">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95"/>
            <p:cNvSpPr/>
            <p:nvPr/>
          </p:nvSpPr>
          <p:spPr>
            <a:xfrm>
              <a:off x="1837775" y="2485550"/>
              <a:ext cx="62425" cy="53300"/>
            </a:xfrm>
            <a:custGeom>
              <a:rect b="b" l="l" r="r" t="t"/>
              <a:pathLst>
                <a:path extrusionOk="0" h="2132" w="2497">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8" name="Google Shape;2728;p95"/>
            <p:cNvSpPr/>
            <p:nvPr/>
          </p:nvSpPr>
          <p:spPr>
            <a:xfrm>
              <a:off x="1837775" y="2409350"/>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9" name="Google Shape;2729;p95"/>
            <p:cNvSpPr/>
            <p:nvPr/>
          </p:nvSpPr>
          <p:spPr>
            <a:xfrm>
              <a:off x="1837775"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0" name="Google Shape;2730;p95"/>
            <p:cNvSpPr/>
            <p:nvPr/>
          </p:nvSpPr>
          <p:spPr>
            <a:xfrm>
              <a:off x="1837775"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1" name="Google Shape;2731;p95"/>
            <p:cNvSpPr/>
            <p:nvPr/>
          </p:nvSpPr>
          <p:spPr>
            <a:xfrm>
              <a:off x="1837775"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2" name="Google Shape;2732;p95"/>
            <p:cNvSpPr/>
            <p:nvPr/>
          </p:nvSpPr>
          <p:spPr>
            <a:xfrm>
              <a:off x="1837775" y="2104500"/>
              <a:ext cx="62425" cy="53325"/>
            </a:xfrm>
            <a:custGeom>
              <a:rect b="b" l="l" r="r" t="t"/>
              <a:pathLst>
                <a:path extrusionOk="0" h="2133"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3" name="Google Shape;2733;p95"/>
            <p:cNvSpPr/>
            <p:nvPr/>
          </p:nvSpPr>
          <p:spPr>
            <a:xfrm>
              <a:off x="1837775"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4" name="Google Shape;2734;p95"/>
            <p:cNvSpPr/>
            <p:nvPr/>
          </p:nvSpPr>
          <p:spPr>
            <a:xfrm>
              <a:off x="1837775"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5" name="Google Shape;2735;p95"/>
            <p:cNvSpPr/>
            <p:nvPr/>
          </p:nvSpPr>
          <p:spPr>
            <a:xfrm>
              <a:off x="1837775"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95"/>
            <p:cNvSpPr/>
            <p:nvPr/>
          </p:nvSpPr>
          <p:spPr>
            <a:xfrm>
              <a:off x="1837775"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7" name="Google Shape;2737;p95"/>
            <p:cNvSpPr/>
            <p:nvPr/>
          </p:nvSpPr>
          <p:spPr>
            <a:xfrm>
              <a:off x="1837775"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8" name="Google Shape;2738;p95"/>
            <p:cNvSpPr/>
            <p:nvPr/>
          </p:nvSpPr>
          <p:spPr>
            <a:xfrm>
              <a:off x="1837775" y="11905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95"/>
            <p:cNvSpPr/>
            <p:nvPr/>
          </p:nvSpPr>
          <p:spPr>
            <a:xfrm>
              <a:off x="1837775" y="1114325"/>
              <a:ext cx="62425" cy="53350"/>
            </a:xfrm>
            <a:custGeom>
              <a:rect b="b" l="l" r="r" t="t"/>
              <a:pathLst>
                <a:path extrusionOk="0" h="2134" w="2497">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95"/>
            <p:cNvSpPr/>
            <p:nvPr/>
          </p:nvSpPr>
          <p:spPr>
            <a:xfrm>
              <a:off x="176177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95"/>
            <p:cNvSpPr/>
            <p:nvPr/>
          </p:nvSpPr>
          <p:spPr>
            <a:xfrm>
              <a:off x="176177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95"/>
            <p:cNvSpPr/>
            <p:nvPr/>
          </p:nvSpPr>
          <p:spPr>
            <a:xfrm>
              <a:off x="1761775"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95"/>
            <p:cNvSpPr/>
            <p:nvPr/>
          </p:nvSpPr>
          <p:spPr>
            <a:xfrm>
              <a:off x="1761775"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4" name="Google Shape;2744;p95"/>
            <p:cNvSpPr/>
            <p:nvPr/>
          </p:nvSpPr>
          <p:spPr>
            <a:xfrm>
              <a:off x="1761775" y="2485550"/>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95"/>
            <p:cNvSpPr/>
            <p:nvPr/>
          </p:nvSpPr>
          <p:spPr>
            <a:xfrm>
              <a:off x="1761775"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6" name="Google Shape;2746;p95"/>
            <p:cNvSpPr/>
            <p:nvPr/>
          </p:nvSpPr>
          <p:spPr>
            <a:xfrm>
              <a:off x="1761775"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7" name="Google Shape;2747;p95"/>
            <p:cNvSpPr/>
            <p:nvPr/>
          </p:nvSpPr>
          <p:spPr>
            <a:xfrm>
              <a:off x="176177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8" name="Google Shape;2748;p95"/>
            <p:cNvSpPr/>
            <p:nvPr/>
          </p:nvSpPr>
          <p:spPr>
            <a:xfrm>
              <a:off x="176177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9" name="Google Shape;2749;p95"/>
            <p:cNvSpPr/>
            <p:nvPr/>
          </p:nvSpPr>
          <p:spPr>
            <a:xfrm>
              <a:off x="176177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0" name="Google Shape;2750;p95"/>
            <p:cNvSpPr/>
            <p:nvPr/>
          </p:nvSpPr>
          <p:spPr>
            <a:xfrm>
              <a:off x="176177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1" name="Google Shape;2751;p95"/>
            <p:cNvSpPr/>
            <p:nvPr/>
          </p:nvSpPr>
          <p:spPr>
            <a:xfrm>
              <a:off x="1761775"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2" name="Google Shape;2752;p95"/>
            <p:cNvSpPr/>
            <p:nvPr/>
          </p:nvSpPr>
          <p:spPr>
            <a:xfrm>
              <a:off x="1761775" y="164740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3" name="Google Shape;2753;p95"/>
            <p:cNvSpPr/>
            <p:nvPr/>
          </p:nvSpPr>
          <p:spPr>
            <a:xfrm>
              <a:off x="176177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95"/>
            <p:cNvSpPr/>
            <p:nvPr/>
          </p:nvSpPr>
          <p:spPr>
            <a:xfrm>
              <a:off x="1761775" y="11905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5" name="Google Shape;2755;p95"/>
            <p:cNvSpPr/>
            <p:nvPr/>
          </p:nvSpPr>
          <p:spPr>
            <a:xfrm>
              <a:off x="176177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95"/>
            <p:cNvSpPr/>
            <p:nvPr/>
          </p:nvSpPr>
          <p:spPr>
            <a:xfrm>
              <a:off x="1685550" y="3018650"/>
              <a:ext cx="62225" cy="53425"/>
            </a:xfrm>
            <a:custGeom>
              <a:rect b="b" l="l" r="r" t="t"/>
              <a:pathLst>
                <a:path extrusionOk="0" h="2137" w="2489">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95"/>
            <p:cNvSpPr/>
            <p:nvPr/>
          </p:nvSpPr>
          <p:spPr>
            <a:xfrm>
              <a:off x="168555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95"/>
            <p:cNvSpPr/>
            <p:nvPr/>
          </p:nvSpPr>
          <p:spPr>
            <a:xfrm>
              <a:off x="168555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95"/>
            <p:cNvSpPr/>
            <p:nvPr/>
          </p:nvSpPr>
          <p:spPr>
            <a:xfrm>
              <a:off x="168555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95"/>
            <p:cNvSpPr/>
            <p:nvPr/>
          </p:nvSpPr>
          <p:spPr>
            <a:xfrm>
              <a:off x="168555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95"/>
            <p:cNvSpPr/>
            <p:nvPr/>
          </p:nvSpPr>
          <p:spPr>
            <a:xfrm>
              <a:off x="16855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2" name="Google Shape;2762;p95"/>
            <p:cNvSpPr/>
            <p:nvPr/>
          </p:nvSpPr>
          <p:spPr>
            <a:xfrm>
              <a:off x="16855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95"/>
            <p:cNvSpPr/>
            <p:nvPr/>
          </p:nvSpPr>
          <p:spPr>
            <a:xfrm>
              <a:off x="168555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4" name="Google Shape;2764;p95"/>
            <p:cNvSpPr/>
            <p:nvPr/>
          </p:nvSpPr>
          <p:spPr>
            <a:xfrm>
              <a:off x="168555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95"/>
            <p:cNvSpPr/>
            <p:nvPr/>
          </p:nvSpPr>
          <p:spPr>
            <a:xfrm>
              <a:off x="168555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6" name="Google Shape;2766;p95"/>
            <p:cNvSpPr/>
            <p:nvPr/>
          </p:nvSpPr>
          <p:spPr>
            <a:xfrm>
              <a:off x="168555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7" name="Google Shape;2767;p95"/>
            <p:cNvSpPr/>
            <p:nvPr/>
          </p:nvSpPr>
          <p:spPr>
            <a:xfrm>
              <a:off x="16855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8" name="Google Shape;2768;p95"/>
            <p:cNvSpPr/>
            <p:nvPr/>
          </p:nvSpPr>
          <p:spPr>
            <a:xfrm>
              <a:off x="1685550"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9" name="Google Shape;2769;p95"/>
            <p:cNvSpPr/>
            <p:nvPr/>
          </p:nvSpPr>
          <p:spPr>
            <a:xfrm>
              <a:off x="16855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0" name="Google Shape;2770;p95"/>
            <p:cNvSpPr/>
            <p:nvPr/>
          </p:nvSpPr>
          <p:spPr>
            <a:xfrm>
              <a:off x="16855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1" name="Google Shape;2771;p95"/>
            <p:cNvSpPr/>
            <p:nvPr/>
          </p:nvSpPr>
          <p:spPr>
            <a:xfrm>
              <a:off x="1685550"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2" name="Google Shape;2772;p95"/>
            <p:cNvSpPr/>
            <p:nvPr/>
          </p:nvSpPr>
          <p:spPr>
            <a:xfrm>
              <a:off x="160935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3" name="Google Shape;2773;p95"/>
            <p:cNvSpPr/>
            <p:nvPr/>
          </p:nvSpPr>
          <p:spPr>
            <a:xfrm>
              <a:off x="160935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4" name="Google Shape;2774;p95"/>
            <p:cNvSpPr/>
            <p:nvPr/>
          </p:nvSpPr>
          <p:spPr>
            <a:xfrm>
              <a:off x="16093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95"/>
            <p:cNvSpPr/>
            <p:nvPr/>
          </p:nvSpPr>
          <p:spPr>
            <a:xfrm>
              <a:off x="160935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6" name="Google Shape;2776;p95"/>
            <p:cNvSpPr/>
            <p:nvPr/>
          </p:nvSpPr>
          <p:spPr>
            <a:xfrm>
              <a:off x="160935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7" name="Google Shape;2777;p95"/>
            <p:cNvSpPr/>
            <p:nvPr/>
          </p:nvSpPr>
          <p:spPr>
            <a:xfrm>
              <a:off x="1609350" y="2333125"/>
              <a:ext cx="62200" cy="53450"/>
            </a:xfrm>
            <a:custGeom>
              <a:rect b="b" l="l" r="r" t="t"/>
              <a:pathLst>
                <a:path extrusionOk="0" h="2138" w="2488">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95"/>
            <p:cNvSpPr/>
            <p:nvPr/>
          </p:nvSpPr>
          <p:spPr>
            <a:xfrm>
              <a:off x="160935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95"/>
            <p:cNvSpPr/>
            <p:nvPr/>
          </p:nvSpPr>
          <p:spPr>
            <a:xfrm>
              <a:off x="160935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95"/>
            <p:cNvSpPr/>
            <p:nvPr/>
          </p:nvSpPr>
          <p:spPr>
            <a:xfrm>
              <a:off x="160935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95"/>
            <p:cNvSpPr/>
            <p:nvPr/>
          </p:nvSpPr>
          <p:spPr>
            <a:xfrm>
              <a:off x="160935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95"/>
            <p:cNvSpPr/>
            <p:nvPr/>
          </p:nvSpPr>
          <p:spPr>
            <a:xfrm>
              <a:off x="16093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3" name="Google Shape;2783;p95"/>
            <p:cNvSpPr/>
            <p:nvPr/>
          </p:nvSpPr>
          <p:spPr>
            <a:xfrm>
              <a:off x="160935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95"/>
            <p:cNvSpPr/>
            <p:nvPr/>
          </p:nvSpPr>
          <p:spPr>
            <a:xfrm>
              <a:off x="16093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5" name="Google Shape;2785;p95"/>
            <p:cNvSpPr/>
            <p:nvPr/>
          </p:nvSpPr>
          <p:spPr>
            <a:xfrm>
              <a:off x="1609350" y="1647400"/>
              <a:ext cx="62200" cy="53450"/>
            </a:xfrm>
            <a:custGeom>
              <a:rect b="b" l="l" r="r" t="t"/>
              <a:pathLst>
                <a:path extrusionOk="0" h="2138" w="2488">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6" name="Google Shape;2786;p95"/>
            <p:cNvSpPr/>
            <p:nvPr/>
          </p:nvSpPr>
          <p:spPr>
            <a:xfrm>
              <a:off x="16093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7" name="Google Shape;2787;p95"/>
            <p:cNvSpPr/>
            <p:nvPr/>
          </p:nvSpPr>
          <p:spPr>
            <a:xfrm>
              <a:off x="16093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8" name="Google Shape;2788;p95"/>
            <p:cNvSpPr/>
            <p:nvPr/>
          </p:nvSpPr>
          <p:spPr>
            <a:xfrm>
              <a:off x="16093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9" name="Google Shape;2789;p95"/>
            <p:cNvSpPr/>
            <p:nvPr/>
          </p:nvSpPr>
          <p:spPr>
            <a:xfrm>
              <a:off x="160935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0" name="Google Shape;2790;p95"/>
            <p:cNvSpPr/>
            <p:nvPr/>
          </p:nvSpPr>
          <p:spPr>
            <a:xfrm>
              <a:off x="1533125" y="2942425"/>
              <a:ext cx="62425" cy="53450"/>
            </a:xfrm>
            <a:custGeom>
              <a:rect b="b" l="l" r="r" t="t"/>
              <a:pathLst>
                <a:path extrusionOk="0" h="2138" w="2497">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1" name="Google Shape;2791;p95"/>
            <p:cNvSpPr/>
            <p:nvPr/>
          </p:nvSpPr>
          <p:spPr>
            <a:xfrm>
              <a:off x="1533125"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2" name="Google Shape;2792;p95"/>
            <p:cNvSpPr/>
            <p:nvPr/>
          </p:nvSpPr>
          <p:spPr>
            <a:xfrm>
              <a:off x="1533125" y="2561575"/>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3" name="Google Shape;2793;p95"/>
            <p:cNvSpPr/>
            <p:nvPr/>
          </p:nvSpPr>
          <p:spPr>
            <a:xfrm>
              <a:off x="1533125"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4" name="Google Shape;2794;p95"/>
            <p:cNvSpPr/>
            <p:nvPr/>
          </p:nvSpPr>
          <p:spPr>
            <a:xfrm>
              <a:off x="1533125" y="2409350"/>
              <a:ext cx="62425" cy="53350"/>
            </a:xfrm>
            <a:custGeom>
              <a:rect b="b" l="l" r="r" t="t"/>
              <a:pathLst>
                <a:path extrusionOk="0" h="2134"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5" name="Google Shape;2795;p95"/>
            <p:cNvSpPr/>
            <p:nvPr/>
          </p:nvSpPr>
          <p:spPr>
            <a:xfrm>
              <a:off x="1533125" y="2333125"/>
              <a:ext cx="62425" cy="53450"/>
            </a:xfrm>
            <a:custGeom>
              <a:rect b="b" l="l" r="r" t="t"/>
              <a:pathLst>
                <a:path extrusionOk="0" h="2138" w="2497">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95"/>
            <p:cNvSpPr/>
            <p:nvPr/>
          </p:nvSpPr>
          <p:spPr>
            <a:xfrm>
              <a:off x="1533125" y="2256925"/>
              <a:ext cx="62575" cy="53425"/>
            </a:xfrm>
            <a:custGeom>
              <a:rect b="b" l="l" r="r" t="t"/>
              <a:pathLst>
                <a:path extrusionOk="0" h="2137" w="2503">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95"/>
            <p:cNvSpPr/>
            <p:nvPr/>
          </p:nvSpPr>
          <p:spPr>
            <a:xfrm>
              <a:off x="1533125" y="2180700"/>
              <a:ext cx="62425" cy="53350"/>
            </a:xfrm>
            <a:custGeom>
              <a:rect b="b" l="l" r="r" t="t"/>
              <a:pathLst>
                <a:path extrusionOk="0" h="2134" w="2497">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95"/>
            <p:cNvSpPr/>
            <p:nvPr/>
          </p:nvSpPr>
          <p:spPr>
            <a:xfrm>
              <a:off x="1533125" y="21045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95"/>
            <p:cNvSpPr/>
            <p:nvPr/>
          </p:nvSpPr>
          <p:spPr>
            <a:xfrm>
              <a:off x="1533125" y="2028275"/>
              <a:ext cx="62425" cy="53450"/>
            </a:xfrm>
            <a:custGeom>
              <a:rect b="b" l="l" r="r" t="t"/>
              <a:pathLst>
                <a:path extrusionOk="0" h="2138" w="2497">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95"/>
            <p:cNvSpPr/>
            <p:nvPr/>
          </p:nvSpPr>
          <p:spPr>
            <a:xfrm>
              <a:off x="1533125" y="1952050"/>
              <a:ext cx="62425" cy="53450"/>
            </a:xfrm>
            <a:custGeom>
              <a:rect b="b" l="l" r="r" t="t"/>
              <a:pathLst>
                <a:path extrusionOk="0" h="2138" w="2497">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1" name="Google Shape;2801;p95"/>
            <p:cNvSpPr/>
            <p:nvPr/>
          </p:nvSpPr>
          <p:spPr>
            <a:xfrm>
              <a:off x="1533125" y="1876050"/>
              <a:ext cx="62425" cy="53275"/>
            </a:xfrm>
            <a:custGeom>
              <a:rect b="b" l="l" r="r" t="t"/>
              <a:pathLst>
                <a:path extrusionOk="0" h="2131" w="2497">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95"/>
            <p:cNvSpPr/>
            <p:nvPr/>
          </p:nvSpPr>
          <p:spPr>
            <a:xfrm>
              <a:off x="1533125"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3" name="Google Shape;2803;p95"/>
            <p:cNvSpPr/>
            <p:nvPr/>
          </p:nvSpPr>
          <p:spPr>
            <a:xfrm>
              <a:off x="1533125"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4" name="Google Shape;2804;p95"/>
            <p:cNvSpPr/>
            <p:nvPr/>
          </p:nvSpPr>
          <p:spPr>
            <a:xfrm>
              <a:off x="1533125" y="164740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5" name="Google Shape;2805;p95"/>
            <p:cNvSpPr/>
            <p:nvPr/>
          </p:nvSpPr>
          <p:spPr>
            <a:xfrm>
              <a:off x="1533125" y="134275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6" name="Google Shape;2806;p95"/>
            <p:cNvSpPr/>
            <p:nvPr/>
          </p:nvSpPr>
          <p:spPr>
            <a:xfrm>
              <a:off x="1456925"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7" name="Google Shape;2807;p95"/>
            <p:cNvSpPr/>
            <p:nvPr/>
          </p:nvSpPr>
          <p:spPr>
            <a:xfrm>
              <a:off x="1456925" y="2790200"/>
              <a:ext cx="62425" cy="53350"/>
            </a:xfrm>
            <a:custGeom>
              <a:rect b="b" l="l" r="r" t="t"/>
              <a:pathLst>
                <a:path extrusionOk="0" h="2134" w="2497">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8" name="Google Shape;2808;p95"/>
            <p:cNvSpPr/>
            <p:nvPr/>
          </p:nvSpPr>
          <p:spPr>
            <a:xfrm>
              <a:off x="145692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9" name="Google Shape;2809;p95"/>
            <p:cNvSpPr/>
            <p:nvPr/>
          </p:nvSpPr>
          <p:spPr>
            <a:xfrm>
              <a:off x="1456925"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0" name="Google Shape;2810;p95"/>
            <p:cNvSpPr/>
            <p:nvPr/>
          </p:nvSpPr>
          <p:spPr>
            <a:xfrm>
              <a:off x="1456925" y="2561575"/>
              <a:ext cx="62425" cy="53425"/>
            </a:xfrm>
            <a:custGeom>
              <a:rect b="b" l="l" r="r" t="t"/>
              <a:pathLst>
                <a:path extrusionOk="0" h="2137" w="2497">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95"/>
            <p:cNvSpPr/>
            <p:nvPr/>
          </p:nvSpPr>
          <p:spPr>
            <a:xfrm>
              <a:off x="1456925" y="2485550"/>
              <a:ext cx="62425" cy="53300"/>
            </a:xfrm>
            <a:custGeom>
              <a:rect b="b" l="l" r="r" t="t"/>
              <a:pathLst>
                <a:path extrusionOk="0" h="2132" w="2497">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2" name="Google Shape;2812;p95"/>
            <p:cNvSpPr/>
            <p:nvPr/>
          </p:nvSpPr>
          <p:spPr>
            <a:xfrm>
              <a:off x="1456925" y="2409350"/>
              <a:ext cx="62425" cy="53350"/>
            </a:xfrm>
            <a:custGeom>
              <a:rect b="b" l="l" r="r" t="t"/>
              <a:pathLst>
                <a:path extrusionOk="0" h="2134"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3" name="Google Shape;2813;p95"/>
            <p:cNvSpPr/>
            <p:nvPr/>
          </p:nvSpPr>
          <p:spPr>
            <a:xfrm>
              <a:off x="1456925"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95"/>
            <p:cNvSpPr/>
            <p:nvPr/>
          </p:nvSpPr>
          <p:spPr>
            <a:xfrm>
              <a:off x="145692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95"/>
            <p:cNvSpPr/>
            <p:nvPr/>
          </p:nvSpPr>
          <p:spPr>
            <a:xfrm>
              <a:off x="1456925" y="2180700"/>
              <a:ext cx="62425" cy="53350"/>
            </a:xfrm>
            <a:custGeom>
              <a:rect b="b" l="l" r="r" t="t"/>
              <a:pathLst>
                <a:path extrusionOk="0" h="2134" w="2497">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6" name="Google Shape;2816;p95"/>
            <p:cNvSpPr/>
            <p:nvPr/>
          </p:nvSpPr>
          <p:spPr>
            <a:xfrm>
              <a:off x="145692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7" name="Google Shape;2817;p95"/>
            <p:cNvSpPr/>
            <p:nvPr/>
          </p:nvSpPr>
          <p:spPr>
            <a:xfrm>
              <a:off x="1456925" y="2028275"/>
              <a:ext cx="62425" cy="53450"/>
            </a:xfrm>
            <a:custGeom>
              <a:rect b="b" l="l" r="r" t="t"/>
              <a:pathLst>
                <a:path extrusionOk="0" h="2138" w="2497">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8" name="Google Shape;2818;p95"/>
            <p:cNvSpPr/>
            <p:nvPr/>
          </p:nvSpPr>
          <p:spPr>
            <a:xfrm>
              <a:off x="1456925" y="1952050"/>
              <a:ext cx="62425" cy="53450"/>
            </a:xfrm>
            <a:custGeom>
              <a:rect b="b" l="l" r="r" t="t"/>
              <a:pathLst>
                <a:path extrusionOk="0" h="2138" w="2497">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95"/>
            <p:cNvSpPr/>
            <p:nvPr/>
          </p:nvSpPr>
          <p:spPr>
            <a:xfrm>
              <a:off x="145692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0" name="Google Shape;2820;p95"/>
            <p:cNvSpPr/>
            <p:nvPr/>
          </p:nvSpPr>
          <p:spPr>
            <a:xfrm>
              <a:off x="1456925" y="1799850"/>
              <a:ext cx="62425" cy="53325"/>
            </a:xfrm>
            <a:custGeom>
              <a:rect b="b" l="l" r="r" t="t"/>
              <a:pathLst>
                <a:path extrusionOk="0" h="2133"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95"/>
            <p:cNvSpPr/>
            <p:nvPr/>
          </p:nvSpPr>
          <p:spPr>
            <a:xfrm>
              <a:off x="145692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95"/>
            <p:cNvSpPr/>
            <p:nvPr/>
          </p:nvSpPr>
          <p:spPr>
            <a:xfrm>
              <a:off x="1456925" y="1647400"/>
              <a:ext cx="62425" cy="53450"/>
            </a:xfrm>
            <a:custGeom>
              <a:rect b="b" l="l" r="r" t="t"/>
              <a:pathLst>
                <a:path extrusionOk="0" h="2138" w="2497">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3" name="Google Shape;2823;p95"/>
            <p:cNvSpPr/>
            <p:nvPr/>
          </p:nvSpPr>
          <p:spPr>
            <a:xfrm>
              <a:off x="1456925" y="1571400"/>
              <a:ext cx="62425" cy="53250"/>
            </a:xfrm>
            <a:custGeom>
              <a:rect b="b" l="l" r="r" t="t"/>
              <a:pathLst>
                <a:path extrusionOk="0" h="2130" w="2497">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4" name="Google Shape;2824;p95"/>
            <p:cNvSpPr/>
            <p:nvPr/>
          </p:nvSpPr>
          <p:spPr>
            <a:xfrm>
              <a:off x="1456925" y="1266550"/>
              <a:ext cx="62425" cy="53450"/>
            </a:xfrm>
            <a:custGeom>
              <a:rect b="b" l="l" r="r" t="t"/>
              <a:pathLst>
                <a:path extrusionOk="0" h="2138" w="2497">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5" name="Google Shape;2825;p95"/>
            <p:cNvSpPr/>
            <p:nvPr/>
          </p:nvSpPr>
          <p:spPr>
            <a:xfrm>
              <a:off x="1380900"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95"/>
            <p:cNvSpPr/>
            <p:nvPr/>
          </p:nvSpPr>
          <p:spPr>
            <a:xfrm>
              <a:off x="1380900"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7" name="Google Shape;2827;p95"/>
            <p:cNvSpPr/>
            <p:nvPr/>
          </p:nvSpPr>
          <p:spPr>
            <a:xfrm>
              <a:off x="1380900"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95"/>
            <p:cNvSpPr/>
            <p:nvPr/>
          </p:nvSpPr>
          <p:spPr>
            <a:xfrm>
              <a:off x="13809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95"/>
            <p:cNvSpPr/>
            <p:nvPr/>
          </p:nvSpPr>
          <p:spPr>
            <a:xfrm>
              <a:off x="1380900"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0" name="Google Shape;2830;p95"/>
            <p:cNvSpPr/>
            <p:nvPr/>
          </p:nvSpPr>
          <p:spPr>
            <a:xfrm>
              <a:off x="13809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1" name="Google Shape;2831;p95"/>
            <p:cNvSpPr/>
            <p:nvPr/>
          </p:nvSpPr>
          <p:spPr>
            <a:xfrm>
              <a:off x="13809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2" name="Google Shape;2832;p95"/>
            <p:cNvSpPr/>
            <p:nvPr/>
          </p:nvSpPr>
          <p:spPr>
            <a:xfrm>
              <a:off x="1380900"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95"/>
            <p:cNvSpPr/>
            <p:nvPr/>
          </p:nvSpPr>
          <p:spPr>
            <a:xfrm>
              <a:off x="13809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4" name="Google Shape;2834;p95"/>
            <p:cNvSpPr/>
            <p:nvPr/>
          </p:nvSpPr>
          <p:spPr>
            <a:xfrm>
              <a:off x="13809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5" name="Google Shape;2835;p95"/>
            <p:cNvSpPr/>
            <p:nvPr/>
          </p:nvSpPr>
          <p:spPr>
            <a:xfrm>
              <a:off x="13809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6" name="Google Shape;2836;p95"/>
            <p:cNvSpPr/>
            <p:nvPr/>
          </p:nvSpPr>
          <p:spPr>
            <a:xfrm>
              <a:off x="13809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7" name="Google Shape;2837;p95"/>
            <p:cNvSpPr/>
            <p:nvPr/>
          </p:nvSpPr>
          <p:spPr>
            <a:xfrm>
              <a:off x="13809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8" name="Google Shape;2838;p95"/>
            <p:cNvSpPr/>
            <p:nvPr/>
          </p:nvSpPr>
          <p:spPr>
            <a:xfrm>
              <a:off x="13809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9" name="Google Shape;2839;p95"/>
            <p:cNvSpPr/>
            <p:nvPr/>
          </p:nvSpPr>
          <p:spPr>
            <a:xfrm>
              <a:off x="13809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0" name="Google Shape;2840;p95"/>
            <p:cNvSpPr/>
            <p:nvPr/>
          </p:nvSpPr>
          <p:spPr>
            <a:xfrm>
              <a:off x="138090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1" name="Google Shape;2841;p95"/>
            <p:cNvSpPr/>
            <p:nvPr/>
          </p:nvSpPr>
          <p:spPr>
            <a:xfrm>
              <a:off x="13809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95"/>
            <p:cNvSpPr/>
            <p:nvPr/>
          </p:nvSpPr>
          <p:spPr>
            <a:xfrm>
              <a:off x="13809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3" name="Google Shape;2843;p95"/>
            <p:cNvSpPr/>
            <p:nvPr/>
          </p:nvSpPr>
          <p:spPr>
            <a:xfrm>
              <a:off x="13047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4" name="Google Shape;2844;p95"/>
            <p:cNvSpPr/>
            <p:nvPr/>
          </p:nvSpPr>
          <p:spPr>
            <a:xfrm>
              <a:off x="130470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95"/>
            <p:cNvSpPr/>
            <p:nvPr/>
          </p:nvSpPr>
          <p:spPr>
            <a:xfrm>
              <a:off x="130470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6" name="Google Shape;2846;p95"/>
            <p:cNvSpPr/>
            <p:nvPr/>
          </p:nvSpPr>
          <p:spPr>
            <a:xfrm>
              <a:off x="13047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7" name="Google Shape;2847;p95"/>
            <p:cNvSpPr/>
            <p:nvPr/>
          </p:nvSpPr>
          <p:spPr>
            <a:xfrm>
              <a:off x="130470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95"/>
            <p:cNvSpPr/>
            <p:nvPr/>
          </p:nvSpPr>
          <p:spPr>
            <a:xfrm>
              <a:off x="130470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95"/>
            <p:cNvSpPr/>
            <p:nvPr/>
          </p:nvSpPr>
          <p:spPr>
            <a:xfrm>
              <a:off x="13047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0" name="Google Shape;2850;p95"/>
            <p:cNvSpPr/>
            <p:nvPr/>
          </p:nvSpPr>
          <p:spPr>
            <a:xfrm>
              <a:off x="13047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95"/>
            <p:cNvSpPr/>
            <p:nvPr/>
          </p:nvSpPr>
          <p:spPr>
            <a:xfrm>
              <a:off x="13047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2" name="Google Shape;2852;p95"/>
            <p:cNvSpPr/>
            <p:nvPr/>
          </p:nvSpPr>
          <p:spPr>
            <a:xfrm>
              <a:off x="13047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95"/>
            <p:cNvSpPr/>
            <p:nvPr/>
          </p:nvSpPr>
          <p:spPr>
            <a:xfrm>
              <a:off x="1304700" y="17998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4" name="Google Shape;2854;p95"/>
            <p:cNvSpPr/>
            <p:nvPr/>
          </p:nvSpPr>
          <p:spPr>
            <a:xfrm>
              <a:off x="13047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5" name="Google Shape;2855;p95"/>
            <p:cNvSpPr/>
            <p:nvPr/>
          </p:nvSpPr>
          <p:spPr>
            <a:xfrm>
              <a:off x="130470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95"/>
            <p:cNvSpPr/>
            <p:nvPr/>
          </p:nvSpPr>
          <p:spPr>
            <a:xfrm>
              <a:off x="130470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7" name="Google Shape;2857;p95"/>
            <p:cNvSpPr/>
            <p:nvPr/>
          </p:nvSpPr>
          <p:spPr>
            <a:xfrm>
              <a:off x="13047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8" name="Google Shape;2858;p95"/>
            <p:cNvSpPr/>
            <p:nvPr/>
          </p:nvSpPr>
          <p:spPr>
            <a:xfrm>
              <a:off x="13047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95"/>
            <p:cNvSpPr/>
            <p:nvPr/>
          </p:nvSpPr>
          <p:spPr>
            <a:xfrm>
              <a:off x="1304700" y="11905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95"/>
            <p:cNvSpPr/>
            <p:nvPr/>
          </p:nvSpPr>
          <p:spPr>
            <a:xfrm>
              <a:off x="12284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1" name="Google Shape;2861;p95"/>
            <p:cNvSpPr/>
            <p:nvPr/>
          </p:nvSpPr>
          <p:spPr>
            <a:xfrm>
              <a:off x="12284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2" name="Google Shape;2862;p95"/>
            <p:cNvSpPr/>
            <p:nvPr/>
          </p:nvSpPr>
          <p:spPr>
            <a:xfrm>
              <a:off x="12284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3" name="Google Shape;2863;p95"/>
            <p:cNvSpPr/>
            <p:nvPr/>
          </p:nvSpPr>
          <p:spPr>
            <a:xfrm>
              <a:off x="12284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4" name="Google Shape;2864;p95"/>
            <p:cNvSpPr/>
            <p:nvPr/>
          </p:nvSpPr>
          <p:spPr>
            <a:xfrm>
              <a:off x="1228475"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5" name="Google Shape;2865;p95"/>
            <p:cNvSpPr/>
            <p:nvPr/>
          </p:nvSpPr>
          <p:spPr>
            <a:xfrm>
              <a:off x="1228475"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6" name="Google Shape;2866;p95"/>
            <p:cNvSpPr/>
            <p:nvPr/>
          </p:nvSpPr>
          <p:spPr>
            <a:xfrm>
              <a:off x="1228475"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7" name="Google Shape;2867;p95"/>
            <p:cNvSpPr/>
            <p:nvPr/>
          </p:nvSpPr>
          <p:spPr>
            <a:xfrm>
              <a:off x="12284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8" name="Google Shape;2868;p95"/>
            <p:cNvSpPr/>
            <p:nvPr/>
          </p:nvSpPr>
          <p:spPr>
            <a:xfrm>
              <a:off x="12284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9" name="Google Shape;2869;p95"/>
            <p:cNvSpPr/>
            <p:nvPr/>
          </p:nvSpPr>
          <p:spPr>
            <a:xfrm>
              <a:off x="12284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0" name="Google Shape;2870;p95"/>
            <p:cNvSpPr/>
            <p:nvPr/>
          </p:nvSpPr>
          <p:spPr>
            <a:xfrm>
              <a:off x="12284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1" name="Google Shape;2871;p95"/>
            <p:cNvSpPr/>
            <p:nvPr/>
          </p:nvSpPr>
          <p:spPr>
            <a:xfrm>
              <a:off x="122847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2" name="Google Shape;2872;p95"/>
            <p:cNvSpPr/>
            <p:nvPr/>
          </p:nvSpPr>
          <p:spPr>
            <a:xfrm>
              <a:off x="12284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3" name="Google Shape;2873;p95"/>
            <p:cNvSpPr/>
            <p:nvPr/>
          </p:nvSpPr>
          <p:spPr>
            <a:xfrm>
              <a:off x="12284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4" name="Google Shape;2874;p95"/>
            <p:cNvSpPr/>
            <p:nvPr/>
          </p:nvSpPr>
          <p:spPr>
            <a:xfrm>
              <a:off x="12284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5" name="Google Shape;2875;p95"/>
            <p:cNvSpPr/>
            <p:nvPr/>
          </p:nvSpPr>
          <p:spPr>
            <a:xfrm>
              <a:off x="12284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6" name="Google Shape;2876;p95"/>
            <p:cNvSpPr/>
            <p:nvPr/>
          </p:nvSpPr>
          <p:spPr>
            <a:xfrm>
              <a:off x="1228475"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7" name="Google Shape;2877;p95"/>
            <p:cNvSpPr/>
            <p:nvPr/>
          </p:nvSpPr>
          <p:spPr>
            <a:xfrm>
              <a:off x="12284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95"/>
            <p:cNvSpPr/>
            <p:nvPr/>
          </p:nvSpPr>
          <p:spPr>
            <a:xfrm>
              <a:off x="1152275" y="2561575"/>
              <a:ext cx="62400" cy="53425"/>
            </a:xfrm>
            <a:custGeom>
              <a:rect b="b" l="l" r="r" t="t"/>
              <a:pathLst>
                <a:path extrusionOk="0" h="2137" w="2496">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9" name="Google Shape;2879;p95"/>
            <p:cNvSpPr/>
            <p:nvPr/>
          </p:nvSpPr>
          <p:spPr>
            <a:xfrm>
              <a:off x="1152275" y="2485550"/>
              <a:ext cx="62400" cy="53300"/>
            </a:xfrm>
            <a:custGeom>
              <a:rect b="b" l="l" r="r" t="t"/>
              <a:pathLst>
                <a:path extrusionOk="0" h="2132" w="2496">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0" name="Google Shape;2880;p95"/>
            <p:cNvSpPr/>
            <p:nvPr/>
          </p:nvSpPr>
          <p:spPr>
            <a:xfrm>
              <a:off x="1152275" y="2409350"/>
              <a:ext cx="62400" cy="53350"/>
            </a:xfrm>
            <a:custGeom>
              <a:rect b="b" l="l" r="r" t="t"/>
              <a:pathLst>
                <a:path extrusionOk="0" h="2134" w="2496">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95"/>
            <p:cNvSpPr/>
            <p:nvPr/>
          </p:nvSpPr>
          <p:spPr>
            <a:xfrm>
              <a:off x="1152275"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95"/>
            <p:cNvSpPr/>
            <p:nvPr/>
          </p:nvSpPr>
          <p:spPr>
            <a:xfrm>
              <a:off x="11522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3" name="Google Shape;2883;p95"/>
            <p:cNvSpPr/>
            <p:nvPr/>
          </p:nvSpPr>
          <p:spPr>
            <a:xfrm>
              <a:off x="1152275" y="2180700"/>
              <a:ext cx="62400" cy="53350"/>
            </a:xfrm>
            <a:custGeom>
              <a:rect b="b" l="l" r="r" t="t"/>
              <a:pathLst>
                <a:path extrusionOk="0" h="2134" w="2496">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4" name="Google Shape;2884;p95"/>
            <p:cNvSpPr/>
            <p:nvPr/>
          </p:nvSpPr>
          <p:spPr>
            <a:xfrm>
              <a:off x="1152275" y="210450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5" name="Google Shape;2885;p95"/>
            <p:cNvSpPr/>
            <p:nvPr/>
          </p:nvSpPr>
          <p:spPr>
            <a:xfrm>
              <a:off x="1152275"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6" name="Google Shape;2886;p95"/>
            <p:cNvSpPr/>
            <p:nvPr/>
          </p:nvSpPr>
          <p:spPr>
            <a:xfrm>
              <a:off x="1152275"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7" name="Google Shape;2887;p95"/>
            <p:cNvSpPr/>
            <p:nvPr/>
          </p:nvSpPr>
          <p:spPr>
            <a:xfrm>
              <a:off x="1152275"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8" name="Google Shape;2888;p95"/>
            <p:cNvSpPr/>
            <p:nvPr/>
          </p:nvSpPr>
          <p:spPr>
            <a:xfrm>
              <a:off x="1152275" y="179985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95"/>
            <p:cNvSpPr/>
            <p:nvPr/>
          </p:nvSpPr>
          <p:spPr>
            <a:xfrm>
              <a:off x="1152275" y="1723625"/>
              <a:ext cx="62400" cy="53350"/>
            </a:xfrm>
            <a:custGeom>
              <a:rect b="b" l="l" r="r" t="t"/>
              <a:pathLst>
                <a:path extrusionOk="0" h="2134" w="2496">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95"/>
            <p:cNvSpPr/>
            <p:nvPr/>
          </p:nvSpPr>
          <p:spPr>
            <a:xfrm>
              <a:off x="11522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1" name="Google Shape;2891;p95"/>
            <p:cNvSpPr/>
            <p:nvPr/>
          </p:nvSpPr>
          <p:spPr>
            <a:xfrm>
              <a:off x="1152275"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2" name="Google Shape;2892;p95"/>
            <p:cNvSpPr/>
            <p:nvPr/>
          </p:nvSpPr>
          <p:spPr>
            <a:xfrm>
              <a:off x="1152275"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3" name="Google Shape;2893;p95"/>
            <p:cNvSpPr/>
            <p:nvPr/>
          </p:nvSpPr>
          <p:spPr>
            <a:xfrm>
              <a:off x="1076050"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4" name="Google Shape;2894;p95"/>
            <p:cNvSpPr/>
            <p:nvPr/>
          </p:nvSpPr>
          <p:spPr>
            <a:xfrm>
              <a:off x="10760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5" name="Google Shape;2895;p95"/>
            <p:cNvSpPr/>
            <p:nvPr/>
          </p:nvSpPr>
          <p:spPr>
            <a:xfrm>
              <a:off x="10760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6" name="Google Shape;2896;p95"/>
            <p:cNvSpPr/>
            <p:nvPr/>
          </p:nvSpPr>
          <p:spPr>
            <a:xfrm>
              <a:off x="10760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7" name="Google Shape;2897;p95"/>
            <p:cNvSpPr/>
            <p:nvPr/>
          </p:nvSpPr>
          <p:spPr>
            <a:xfrm>
              <a:off x="1076050"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95"/>
            <p:cNvSpPr/>
            <p:nvPr/>
          </p:nvSpPr>
          <p:spPr>
            <a:xfrm>
              <a:off x="10760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9" name="Google Shape;2899;p95"/>
            <p:cNvSpPr/>
            <p:nvPr/>
          </p:nvSpPr>
          <p:spPr>
            <a:xfrm>
              <a:off x="1076050"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0" name="Google Shape;2900;p95"/>
            <p:cNvSpPr/>
            <p:nvPr/>
          </p:nvSpPr>
          <p:spPr>
            <a:xfrm>
              <a:off x="10760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1" name="Google Shape;2901;p95"/>
            <p:cNvSpPr/>
            <p:nvPr/>
          </p:nvSpPr>
          <p:spPr>
            <a:xfrm>
              <a:off x="10760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2" name="Google Shape;2902;p95"/>
            <p:cNvSpPr/>
            <p:nvPr/>
          </p:nvSpPr>
          <p:spPr>
            <a:xfrm>
              <a:off x="10760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3" name="Google Shape;2903;p95"/>
            <p:cNvSpPr/>
            <p:nvPr/>
          </p:nvSpPr>
          <p:spPr>
            <a:xfrm>
              <a:off x="1076050"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4" name="Google Shape;2904;p95"/>
            <p:cNvSpPr/>
            <p:nvPr/>
          </p:nvSpPr>
          <p:spPr>
            <a:xfrm>
              <a:off x="1076050" y="1571400"/>
              <a:ext cx="62425" cy="53250"/>
            </a:xfrm>
            <a:custGeom>
              <a:rect b="b" l="l" r="r" t="t"/>
              <a:pathLst>
                <a:path extrusionOk="0" h="2130" w="2497">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95"/>
            <p:cNvSpPr/>
            <p:nvPr/>
          </p:nvSpPr>
          <p:spPr>
            <a:xfrm>
              <a:off x="1076050"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95"/>
            <p:cNvSpPr/>
            <p:nvPr/>
          </p:nvSpPr>
          <p:spPr>
            <a:xfrm>
              <a:off x="1076050"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7" name="Google Shape;2907;p95"/>
            <p:cNvSpPr/>
            <p:nvPr/>
          </p:nvSpPr>
          <p:spPr>
            <a:xfrm>
              <a:off x="1076050"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8" name="Google Shape;2908;p95"/>
            <p:cNvSpPr/>
            <p:nvPr/>
          </p:nvSpPr>
          <p:spPr>
            <a:xfrm>
              <a:off x="1000050"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9" name="Google Shape;2909;p95"/>
            <p:cNvSpPr/>
            <p:nvPr/>
          </p:nvSpPr>
          <p:spPr>
            <a:xfrm>
              <a:off x="1000050" y="2028275"/>
              <a:ext cx="62200" cy="53450"/>
            </a:xfrm>
            <a:custGeom>
              <a:rect b="b" l="l" r="r" t="t"/>
              <a:pathLst>
                <a:path extrusionOk="0" h="2138" w="2488">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0" name="Google Shape;2910;p95"/>
            <p:cNvSpPr/>
            <p:nvPr/>
          </p:nvSpPr>
          <p:spPr>
            <a:xfrm>
              <a:off x="1000050"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1" name="Google Shape;2911;p95"/>
            <p:cNvSpPr/>
            <p:nvPr/>
          </p:nvSpPr>
          <p:spPr>
            <a:xfrm>
              <a:off x="1000050"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2" name="Google Shape;2912;p95"/>
            <p:cNvSpPr/>
            <p:nvPr/>
          </p:nvSpPr>
          <p:spPr>
            <a:xfrm>
              <a:off x="10000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95"/>
            <p:cNvSpPr/>
            <p:nvPr/>
          </p:nvSpPr>
          <p:spPr>
            <a:xfrm>
              <a:off x="1000050"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95"/>
            <p:cNvSpPr/>
            <p:nvPr/>
          </p:nvSpPr>
          <p:spPr>
            <a:xfrm>
              <a:off x="1000050" y="164740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5" name="Google Shape;2915;p95"/>
            <p:cNvSpPr/>
            <p:nvPr/>
          </p:nvSpPr>
          <p:spPr>
            <a:xfrm>
              <a:off x="1000050"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6" name="Google Shape;2916;p95"/>
            <p:cNvSpPr/>
            <p:nvPr/>
          </p:nvSpPr>
          <p:spPr>
            <a:xfrm>
              <a:off x="1000050" y="134275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7" name="Google Shape;2917;p95"/>
            <p:cNvSpPr/>
            <p:nvPr/>
          </p:nvSpPr>
          <p:spPr>
            <a:xfrm>
              <a:off x="92382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8" name="Google Shape;2918;p95"/>
            <p:cNvSpPr/>
            <p:nvPr/>
          </p:nvSpPr>
          <p:spPr>
            <a:xfrm>
              <a:off x="92382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9" name="Google Shape;2919;p95"/>
            <p:cNvSpPr/>
            <p:nvPr/>
          </p:nvSpPr>
          <p:spPr>
            <a:xfrm>
              <a:off x="923825"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0" name="Google Shape;2920;p95"/>
            <p:cNvSpPr/>
            <p:nvPr/>
          </p:nvSpPr>
          <p:spPr>
            <a:xfrm>
              <a:off x="92382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95"/>
            <p:cNvSpPr/>
            <p:nvPr/>
          </p:nvSpPr>
          <p:spPr>
            <a:xfrm>
              <a:off x="92382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95"/>
            <p:cNvSpPr/>
            <p:nvPr/>
          </p:nvSpPr>
          <p:spPr>
            <a:xfrm>
              <a:off x="92382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3" name="Google Shape;2923;p95"/>
            <p:cNvSpPr/>
            <p:nvPr/>
          </p:nvSpPr>
          <p:spPr>
            <a:xfrm>
              <a:off x="92382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4" name="Google Shape;2924;p95"/>
            <p:cNvSpPr/>
            <p:nvPr/>
          </p:nvSpPr>
          <p:spPr>
            <a:xfrm>
              <a:off x="8476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5" name="Google Shape;2925;p95"/>
            <p:cNvSpPr/>
            <p:nvPr/>
          </p:nvSpPr>
          <p:spPr>
            <a:xfrm>
              <a:off x="8476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6" name="Google Shape;2926;p95"/>
            <p:cNvSpPr/>
            <p:nvPr/>
          </p:nvSpPr>
          <p:spPr>
            <a:xfrm>
              <a:off x="8476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7" name="Google Shape;2927;p95"/>
            <p:cNvSpPr/>
            <p:nvPr/>
          </p:nvSpPr>
          <p:spPr>
            <a:xfrm>
              <a:off x="8476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8" name="Google Shape;2928;p95"/>
            <p:cNvSpPr/>
            <p:nvPr/>
          </p:nvSpPr>
          <p:spPr>
            <a:xfrm>
              <a:off x="8476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9" name="Google Shape;2929;p95"/>
            <p:cNvSpPr/>
            <p:nvPr/>
          </p:nvSpPr>
          <p:spPr>
            <a:xfrm>
              <a:off x="8476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0" name="Google Shape;2930;p95"/>
            <p:cNvSpPr/>
            <p:nvPr/>
          </p:nvSpPr>
          <p:spPr>
            <a:xfrm>
              <a:off x="771400"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1" name="Google Shape;2931;p95"/>
            <p:cNvSpPr/>
            <p:nvPr/>
          </p:nvSpPr>
          <p:spPr>
            <a:xfrm>
              <a:off x="771400"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2" name="Google Shape;2932;p95"/>
            <p:cNvSpPr/>
            <p:nvPr/>
          </p:nvSpPr>
          <p:spPr>
            <a:xfrm>
              <a:off x="7714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3" name="Google Shape;2933;p95"/>
            <p:cNvSpPr/>
            <p:nvPr/>
          </p:nvSpPr>
          <p:spPr>
            <a:xfrm>
              <a:off x="771400"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4" name="Google Shape;2934;p95"/>
            <p:cNvSpPr/>
            <p:nvPr/>
          </p:nvSpPr>
          <p:spPr>
            <a:xfrm>
              <a:off x="695200" y="1799850"/>
              <a:ext cx="62200" cy="53325"/>
            </a:xfrm>
            <a:custGeom>
              <a:rect b="b" l="l" r="r" t="t"/>
              <a:pathLst>
                <a:path extrusionOk="0" h="2133" w="2488">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5" name="Google Shape;2935;p95"/>
            <p:cNvSpPr/>
            <p:nvPr/>
          </p:nvSpPr>
          <p:spPr>
            <a:xfrm>
              <a:off x="695200" y="1723625"/>
              <a:ext cx="62200" cy="53350"/>
            </a:xfrm>
            <a:custGeom>
              <a:rect b="b" l="l" r="r" t="t"/>
              <a:pathLst>
                <a:path extrusionOk="0" h="2134" w="2488">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6" name="Google Shape;2936;p95"/>
            <p:cNvSpPr/>
            <p:nvPr/>
          </p:nvSpPr>
          <p:spPr>
            <a:xfrm>
              <a:off x="69520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95"/>
            <p:cNvSpPr/>
            <p:nvPr/>
          </p:nvSpPr>
          <p:spPr>
            <a:xfrm>
              <a:off x="695200" y="1571400"/>
              <a:ext cx="62200" cy="53250"/>
            </a:xfrm>
            <a:custGeom>
              <a:rect b="b" l="l" r="r" t="t"/>
              <a:pathLst>
                <a:path extrusionOk="0" h="2130" w="2488">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8" name="Google Shape;2938;p95"/>
            <p:cNvSpPr/>
            <p:nvPr/>
          </p:nvSpPr>
          <p:spPr>
            <a:xfrm>
              <a:off x="6189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9" name="Google Shape;2939;p95"/>
            <p:cNvSpPr/>
            <p:nvPr/>
          </p:nvSpPr>
          <p:spPr>
            <a:xfrm>
              <a:off x="6189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95"/>
            <p:cNvSpPr/>
            <p:nvPr/>
          </p:nvSpPr>
          <p:spPr>
            <a:xfrm>
              <a:off x="618975" y="1647400"/>
              <a:ext cx="62225" cy="53450"/>
            </a:xfrm>
            <a:custGeom>
              <a:rect b="b" l="l" r="r" t="t"/>
              <a:pathLst>
                <a:path extrusionOk="0" h="2138" w="2489">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1" name="Google Shape;2941;p95"/>
            <p:cNvSpPr/>
            <p:nvPr/>
          </p:nvSpPr>
          <p:spPr>
            <a:xfrm>
              <a:off x="6189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95"/>
            <p:cNvSpPr/>
            <p:nvPr/>
          </p:nvSpPr>
          <p:spPr>
            <a:xfrm>
              <a:off x="542775"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3" name="Google Shape;2943;p95"/>
            <p:cNvSpPr/>
            <p:nvPr/>
          </p:nvSpPr>
          <p:spPr>
            <a:xfrm>
              <a:off x="542775"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95"/>
            <p:cNvSpPr/>
            <p:nvPr/>
          </p:nvSpPr>
          <p:spPr>
            <a:xfrm>
              <a:off x="5427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5" name="Google Shape;2945;p95"/>
            <p:cNvSpPr/>
            <p:nvPr/>
          </p:nvSpPr>
          <p:spPr>
            <a:xfrm>
              <a:off x="542775" y="1571400"/>
              <a:ext cx="62400" cy="53250"/>
            </a:xfrm>
            <a:custGeom>
              <a:rect b="b" l="l" r="r" t="t"/>
              <a:pathLst>
                <a:path extrusionOk="0" h="2130" w="2496">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6" name="Google Shape;2946;p95"/>
            <p:cNvSpPr/>
            <p:nvPr/>
          </p:nvSpPr>
          <p:spPr>
            <a:xfrm>
              <a:off x="466550" y="1799850"/>
              <a:ext cx="62425" cy="53325"/>
            </a:xfrm>
            <a:custGeom>
              <a:rect b="b" l="l" r="r" t="t"/>
              <a:pathLst>
                <a:path extrusionOk="0" h="2133" w="2497">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95"/>
            <p:cNvSpPr/>
            <p:nvPr/>
          </p:nvSpPr>
          <p:spPr>
            <a:xfrm>
              <a:off x="466550" y="1723625"/>
              <a:ext cx="62425" cy="53350"/>
            </a:xfrm>
            <a:custGeom>
              <a:rect b="b" l="l" r="r" t="t"/>
              <a:pathLst>
                <a:path extrusionOk="0" h="2134" w="2497">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8" name="Google Shape;2948;p95"/>
            <p:cNvSpPr/>
            <p:nvPr/>
          </p:nvSpPr>
          <p:spPr>
            <a:xfrm>
              <a:off x="466550" y="1647400"/>
              <a:ext cx="62425" cy="53450"/>
            </a:xfrm>
            <a:custGeom>
              <a:rect b="b" l="l" r="r" t="t"/>
              <a:pathLst>
                <a:path extrusionOk="0" h="2138" w="2497">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9" name="Google Shape;2949;p95"/>
            <p:cNvSpPr/>
            <p:nvPr/>
          </p:nvSpPr>
          <p:spPr>
            <a:xfrm>
              <a:off x="466550" y="1571400"/>
              <a:ext cx="62425" cy="53250"/>
            </a:xfrm>
            <a:custGeom>
              <a:rect b="b" l="l" r="r" t="t"/>
              <a:pathLst>
                <a:path extrusionOk="0" h="2130" w="2497">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0" name="Google Shape;2950;p95"/>
            <p:cNvSpPr/>
            <p:nvPr/>
          </p:nvSpPr>
          <p:spPr>
            <a:xfrm>
              <a:off x="390550" y="1876050"/>
              <a:ext cx="62350" cy="53275"/>
            </a:xfrm>
            <a:custGeom>
              <a:rect b="b" l="l" r="r" t="t"/>
              <a:pathLst>
                <a:path extrusionOk="0" h="2131" w="2494">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1" name="Google Shape;2951;p95"/>
            <p:cNvSpPr/>
            <p:nvPr/>
          </p:nvSpPr>
          <p:spPr>
            <a:xfrm>
              <a:off x="390550" y="1799825"/>
              <a:ext cx="62350" cy="53300"/>
            </a:xfrm>
            <a:custGeom>
              <a:rect b="b" l="l" r="r" t="t"/>
              <a:pathLst>
                <a:path extrusionOk="0" h="2132" w="2494">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2" name="Google Shape;2952;p95"/>
            <p:cNvSpPr/>
            <p:nvPr/>
          </p:nvSpPr>
          <p:spPr>
            <a:xfrm>
              <a:off x="390550" y="1723625"/>
              <a:ext cx="62400" cy="53350"/>
            </a:xfrm>
            <a:custGeom>
              <a:rect b="b" l="l" r="r" t="t"/>
              <a:pathLst>
                <a:path extrusionOk="0" h="2134" w="2496">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3" name="Google Shape;2953;p95"/>
            <p:cNvSpPr/>
            <p:nvPr/>
          </p:nvSpPr>
          <p:spPr>
            <a:xfrm>
              <a:off x="39055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4" name="Google Shape;2954;p95"/>
            <p:cNvSpPr/>
            <p:nvPr/>
          </p:nvSpPr>
          <p:spPr>
            <a:xfrm>
              <a:off x="390550" y="1571400"/>
              <a:ext cx="62350" cy="53275"/>
            </a:xfrm>
            <a:custGeom>
              <a:rect b="b" l="l" r="r" t="t"/>
              <a:pathLst>
                <a:path extrusionOk="0" h="2131" w="2494">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5" name="Google Shape;2955;p95"/>
            <p:cNvSpPr/>
            <p:nvPr/>
          </p:nvSpPr>
          <p:spPr>
            <a:xfrm>
              <a:off x="314325" y="1952050"/>
              <a:ext cx="62225" cy="53450"/>
            </a:xfrm>
            <a:custGeom>
              <a:rect b="b" l="l" r="r" t="t"/>
              <a:pathLst>
                <a:path extrusionOk="0" h="2138" w="2489">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6" name="Google Shape;2956;p95"/>
            <p:cNvSpPr/>
            <p:nvPr/>
          </p:nvSpPr>
          <p:spPr>
            <a:xfrm>
              <a:off x="314325" y="1876050"/>
              <a:ext cx="62225" cy="53275"/>
            </a:xfrm>
            <a:custGeom>
              <a:rect b="b" l="l" r="r" t="t"/>
              <a:pathLst>
                <a:path extrusionOk="0" h="2131" w="2489">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7" name="Google Shape;2957;p95"/>
            <p:cNvSpPr/>
            <p:nvPr/>
          </p:nvSpPr>
          <p:spPr>
            <a:xfrm>
              <a:off x="314325" y="1799850"/>
              <a:ext cx="62225" cy="53325"/>
            </a:xfrm>
            <a:custGeom>
              <a:rect b="b" l="l" r="r" t="t"/>
              <a:pathLst>
                <a:path extrusionOk="0" h="2133" w="2489">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95"/>
            <p:cNvSpPr/>
            <p:nvPr/>
          </p:nvSpPr>
          <p:spPr>
            <a:xfrm>
              <a:off x="314325" y="1723625"/>
              <a:ext cx="62225" cy="53350"/>
            </a:xfrm>
            <a:custGeom>
              <a:rect b="b" l="l" r="r" t="t"/>
              <a:pathLst>
                <a:path extrusionOk="0" h="2134" w="2489">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9" name="Google Shape;2959;p95"/>
            <p:cNvSpPr/>
            <p:nvPr/>
          </p:nvSpPr>
          <p:spPr>
            <a:xfrm>
              <a:off x="314325" y="1647400"/>
              <a:ext cx="62225" cy="53450"/>
            </a:xfrm>
            <a:custGeom>
              <a:rect b="b" l="l" r="r" t="t"/>
              <a:pathLst>
                <a:path extrusionOk="0" h="2138" w="2489">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0" name="Google Shape;2960;p95"/>
            <p:cNvSpPr/>
            <p:nvPr/>
          </p:nvSpPr>
          <p:spPr>
            <a:xfrm>
              <a:off x="314325" y="1571400"/>
              <a:ext cx="62150" cy="53250"/>
            </a:xfrm>
            <a:custGeom>
              <a:rect b="b" l="l" r="r" t="t"/>
              <a:pathLst>
                <a:path extrusionOk="0" h="2130" w="2486">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95"/>
            <p:cNvSpPr/>
            <p:nvPr/>
          </p:nvSpPr>
          <p:spPr>
            <a:xfrm>
              <a:off x="238125"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2" name="Google Shape;2962;p95"/>
            <p:cNvSpPr/>
            <p:nvPr/>
          </p:nvSpPr>
          <p:spPr>
            <a:xfrm>
              <a:off x="238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95"/>
            <p:cNvSpPr/>
            <p:nvPr/>
          </p:nvSpPr>
          <p:spPr>
            <a:xfrm>
              <a:off x="238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4" name="Google Shape;2964;p95"/>
            <p:cNvSpPr/>
            <p:nvPr/>
          </p:nvSpPr>
          <p:spPr>
            <a:xfrm>
              <a:off x="2381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95"/>
            <p:cNvSpPr/>
            <p:nvPr/>
          </p:nvSpPr>
          <p:spPr>
            <a:xfrm>
              <a:off x="4427825" y="26377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6" name="Google Shape;2966;p95"/>
            <p:cNvSpPr/>
            <p:nvPr/>
          </p:nvSpPr>
          <p:spPr>
            <a:xfrm>
              <a:off x="4427825" y="2714000"/>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7" name="Google Shape;2967;p95"/>
            <p:cNvSpPr/>
            <p:nvPr/>
          </p:nvSpPr>
          <p:spPr>
            <a:xfrm>
              <a:off x="4504050"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95"/>
            <p:cNvSpPr/>
            <p:nvPr/>
          </p:nvSpPr>
          <p:spPr>
            <a:xfrm>
              <a:off x="450405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9" name="Google Shape;2969;p95"/>
            <p:cNvSpPr/>
            <p:nvPr/>
          </p:nvSpPr>
          <p:spPr>
            <a:xfrm>
              <a:off x="458025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0" name="Google Shape;2970;p95"/>
            <p:cNvSpPr/>
            <p:nvPr/>
          </p:nvSpPr>
          <p:spPr>
            <a:xfrm>
              <a:off x="450405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95"/>
            <p:cNvSpPr/>
            <p:nvPr/>
          </p:nvSpPr>
          <p:spPr>
            <a:xfrm>
              <a:off x="5113350" y="14952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2" name="Google Shape;2972;p95"/>
            <p:cNvSpPr/>
            <p:nvPr/>
          </p:nvSpPr>
          <p:spPr>
            <a:xfrm>
              <a:off x="5113350" y="1571400"/>
              <a:ext cx="62400" cy="53250"/>
            </a:xfrm>
            <a:custGeom>
              <a:rect b="b" l="l" r="r" t="t"/>
              <a:pathLst>
                <a:path extrusionOk="0" h="2130" w="2496">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3" name="Google Shape;2973;p95"/>
            <p:cNvSpPr/>
            <p:nvPr/>
          </p:nvSpPr>
          <p:spPr>
            <a:xfrm>
              <a:off x="5113350" y="164740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4" name="Google Shape;2974;p95"/>
            <p:cNvSpPr/>
            <p:nvPr/>
          </p:nvSpPr>
          <p:spPr>
            <a:xfrm>
              <a:off x="5113350" y="172362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5" name="Google Shape;2975;p95"/>
            <p:cNvSpPr/>
            <p:nvPr/>
          </p:nvSpPr>
          <p:spPr>
            <a:xfrm>
              <a:off x="5113350" y="179985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6" name="Google Shape;2976;p95"/>
            <p:cNvSpPr/>
            <p:nvPr/>
          </p:nvSpPr>
          <p:spPr>
            <a:xfrm>
              <a:off x="5113350" y="1876050"/>
              <a:ext cx="62400" cy="53350"/>
            </a:xfrm>
            <a:custGeom>
              <a:rect b="b" l="l" r="r" t="t"/>
              <a:pathLst>
                <a:path extrusionOk="0" h="2134" w="2496">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7" name="Google Shape;2977;p95"/>
            <p:cNvSpPr/>
            <p:nvPr/>
          </p:nvSpPr>
          <p:spPr>
            <a:xfrm>
              <a:off x="5113350" y="1952050"/>
              <a:ext cx="62400" cy="53450"/>
            </a:xfrm>
            <a:custGeom>
              <a:rect b="b" l="l" r="r" t="t"/>
              <a:pathLst>
                <a:path extrusionOk="0" h="2138" w="2496">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8" name="Google Shape;2978;p95"/>
            <p:cNvSpPr/>
            <p:nvPr/>
          </p:nvSpPr>
          <p:spPr>
            <a:xfrm>
              <a:off x="5113350" y="2028275"/>
              <a:ext cx="62400" cy="53450"/>
            </a:xfrm>
            <a:custGeom>
              <a:rect b="b" l="l" r="r" t="t"/>
              <a:pathLst>
                <a:path extrusionOk="0" h="2138" w="2496">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9" name="Google Shape;2979;p95"/>
            <p:cNvSpPr/>
            <p:nvPr/>
          </p:nvSpPr>
          <p:spPr>
            <a:xfrm>
              <a:off x="5113350" y="21045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0" name="Google Shape;2980;p95"/>
            <p:cNvSpPr/>
            <p:nvPr/>
          </p:nvSpPr>
          <p:spPr>
            <a:xfrm>
              <a:off x="5113350" y="2180700"/>
              <a:ext cx="62400" cy="53350"/>
            </a:xfrm>
            <a:custGeom>
              <a:rect b="b" l="l" r="r" t="t"/>
              <a:pathLst>
                <a:path extrusionOk="0" h="2134" w="2496">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1" name="Google Shape;2981;p95"/>
            <p:cNvSpPr/>
            <p:nvPr/>
          </p:nvSpPr>
          <p:spPr>
            <a:xfrm>
              <a:off x="5113350" y="2256925"/>
              <a:ext cx="62550" cy="53425"/>
            </a:xfrm>
            <a:custGeom>
              <a:rect b="b" l="l" r="r" t="t"/>
              <a:pathLst>
                <a:path extrusionOk="0" h="2137" w="2502">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95"/>
            <p:cNvSpPr/>
            <p:nvPr/>
          </p:nvSpPr>
          <p:spPr>
            <a:xfrm>
              <a:off x="5113350" y="2333125"/>
              <a:ext cx="62400" cy="53450"/>
            </a:xfrm>
            <a:custGeom>
              <a:rect b="b" l="l" r="r" t="t"/>
              <a:pathLst>
                <a:path extrusionOk="0" h="2138" w="2496">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3" name="Google Shape;2983;p95"/>
            <p:cNvSpPr/>
            <p:nvPr/>
          </p:nvSpPr>
          <p:spPr>
            <a:xfrm>
              <a:off x="5113350" y="2409350"/>
              <a:ext cx="62400" cy="53350"/>
            </a:xfrm>
            <a:custGeom>
              <a:rect b="b" l="l" r="r" t="t"/>
              <a:pathLst>
                <a:path extrusionOk="0" h="2134"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4" name="Google Shape;2984;p95"/>
            <p:cNvSpPr/>
            <p:nvPr/>
          </p:nvSpPr>
          <p:spPr>
            <a:xfrm>
              <a:off x="5113350" y="2485550"/>
              <a:ext cx="62400" cy="53300"/>
            </a:xfrm>
            <a:custGeom>
              <a:rect b="b" l="l" r="r" t="t"/>
              <a:pathLst>
                <a:path extrusionOk="0" h="2132" w="2496">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95"/>
            <p:cNvSpPr/>
            <p:nvPr/>
          </p:nvSpPr>
          <p:spPr>
            <a:xfrm>
              <a:off x="473247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6" name="Google Shape;2986;p95"/>
            <p:cNvSpPr/>
            <p:nvPr/>
          </p:nvSpPr>
          <p:spPr>
            <a:xfrm>
              <a:off x="473247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95"/>
            <p:cNvSpPr/>
            <p:nvPr/>
          </p:nvSpPr>
          <p:spPr>
            <a:xfrm>
              <a:off x="4732475" y="164740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8" name="Google Shape;2988;p95"/>
            <p:cNvSpPr/>
            <p:nvPr/>
          </p:nvSpPr>
          <p:spPr>
            <a:xfrm>
              <a:off x="473247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95"/>
            <p:cNvSpPr/>
            <p:nvPr/>
          </p:nvSpPr>
          <p:spPr>
            <a:xfrm>
              <a:off x="473247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0" name="Google Shape;2990;p95"/>
            <p:cNvSpPr/>
            <p:nvPr/>
          </p:nvSpPr>
          <p:spPr>
            <a:xfrm>
              <a:off x="4732475" y="1876050"/>
              <a:ext cx="62425" cy="53350"/>
            </a:xfrm>
            <a:custGeom>
              <a:rect b="b" l="l" r="r" t="t"/>
              <a:pathLst>
                <a:path extrusionOk="0" h="2134" w="2497">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95"/>
            <p:cNvSpPr/>
            <p:nvPr/>
          </p:nvSpPr>
          <p:spPr>
            <a:xfrm>
              <a:off x="4732475" y="1952050"/>
              <a:ext cx="62425" cy="53450"/>
            </a:xfrm>
            <a:custGeom>
              <a:rect b="b" l="l" r="r" t="t"/>
              <a:pathLst>
                <a:path extrusionOk="0" h="2138" w="2497">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95"/>
            <p:cNvSpPr/>
            <p:nvPr/>
          </p:nvSpPr>
          <p:spPr>
            <a:xfrm>
              <a:off x="4732475" y="2028275"/>
              <a:ext cx="62425" cy="53450"/>
            </a:xfrm>
            <a:custGeom>
              <a:rect b="b" l="l" r="r" t="t"/>
              <a:pathLst>
                <a:path extrusionOk="0" h="2138" w="2497">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3" name="Google Shape;2993;p95"/>
            <p:cNvSpPr/>
            <p:nvPr/>
          </p:nvSpPr>
          <p:spPr>
            <a:xfrm>
              <a:off x="4732475" y="21045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4" name="Google Shape;2994;p95"/>
            <p:cNvSpPr/>
            <p:nvPr/>
          </p:nvSpPr>
          <p:spPr>
            <a:xfrm>
              <a:off x="4732475" y="2180700"/>
              <a:ext cx="62425" cy="53350"/>
            </a:xfrm>
            <a:custGeom>
              <a:rect b="b" l="l" r="r" t="t"/>
              <a:pathLst>
                <a:path extrusionOk="0" h="2134" w="2497">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95"/>
            <p:cNvSpPr/>
            <p:nvPr/>
          </p:nvSpPr>
          <p:spPr>
            <a:xfrm>
              <a:off x="4732475" y="2256925"/>
              <a:ext cx="62575" cy="53425"/>
            </a:xfrm>
            <a:custGeom>
              <a:rect b="b" l="l" r="r" t="t"/>
              <a:pathLst>
                <a:path extrusionOk="0" h="2137" w="2503">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6" name="Google Shape;2996;p95"/>
            <p:cNvSpPr/>
            <p:nvPr/>
          </p:nvSpPr>
          <p:spPr>
            <a:xfrm>
              <a:off x="4732475" y="2333125"/>
              <a:ext cx="62425" cy="53450"/>
            </a:xfrm>
            <a:custGeom>
              <a:rect b="b" l="l" r="r" t="t"/>
              <a:pathLst>
                <a:path extrusionOk="0" h="2138" w="2497">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7" name="Google Shape;2997;p95"/>
            <p:cNvSpPr/>
            <p:nvPr/>
          </p:nvSpPr>
          <p:spPr>
            <a:xfrm>
              <a:off x="4351600" y="2256925"/>
              <a:ext cx="62575" cy="53425"/>
            </a:xfrm>
            <a:custGeom>
              <a:rect b="b" l="l" r="r" t="t"/>
              <a:pathLst>
                <a:path extrusionOk="0" h="2137" w="2503">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8" name="Google Shape;2998;p95"/>
            <p:cNvSpPr/>
            <p:nvPr/>
          </p:nvSpPr>
          <p:spPr>
            <a:xfrm>
              <a:off x="4351600" y="2485550"/>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95"/>
            <p:cNvSpPr/>
            <p:nvPr/>
          </p:nvSpPr>
          <p:spPr>
            <a:xfrm>
              <a:off x="4351600" y="240935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95"/>
            <p:cNvSpPr/>
            <p:nvPr/>
          </p:nvSpPr>
          <p:spPr>
            <a:xfrm>
              <a:off x="4351600" y="23331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1" name="Google Shape;3001;p95"/>
            <p:cNvSpPr/>
            <p:nvPr/>
          </p:nvSpPr>
          <p:spPr>
            <a:xfrm>
              <a:off x="4427825" y="2256925"/>
              <a:ext cx="62575" cy="53425"/>
            </a:xfrm>
            <a:custGeom>
              <a:rect b="b" l="l" r="r" t="t"/>
              <a:pathLst>
                <a:path extrusionOk="0" h="2137" w="2503">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2" name="Google Shape;3002;p95"/>
            <p:cNvSpPr/>
            <p:nvPr/>
          </p:nvSpPr>
          <p:spPr>
            <a:xfrm>
              <a:off x="4427825" y="2333125"/>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3" name="Google Shape;3003;p95"/>
            <p:cNvSpPr/>
            <p:nvPr/>
          </p:nvSpPr>
          <p:spPr>
            <a:xfrm>
              <a:off x="45040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4" name="Google Shape;3004;p95"/>
            <p:cNvSpPr/>
            <p:nvPr/>
          </p:nvSpPr>
          <p:spPr>
            <a:xfrm>
              <a:off x="450405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5" name="Google Shape;3005;p95"/>
            <p:cNvSpPr/>
            <p:nvPr/>
          </p:nvSpPr>
          <p:spPr>
            <a:xfrm>
              <a:off x="450405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6" name="Google Shape;3006;p95"/>
            <p:cNvSpPr/>
            <p:nvPr/>
          </p:nvSpPr>
          <p:spPr>
            <a:xfrm>
              <a:off x="450405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95"/>
            <p:cNvSpPr/>
            <p:nvPr/>
          </p:nvSpPr>
          <p:spPr>
            <a:xfrm>
              <a:off x="4504050" y="1876050"/>
              <a:ext cx="62200" cy="53350"/>
            </a:xfrm>
            <a:custGeom>
              <a:rect b="b" l="l" r="r" t="t"/>
              <a:pathLst>
                <a:path extrusionOk="0" h="2134" w="2488">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8" name="Google Shape;3008;p95"/>
            <p:cNvSpPr/>
            <p:nvPr/>
          </p:nvSpPr>
          <p:spPr>
            <a:xfrm>
              <a:off x="45040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9" name="Google Shape;3009;p95"/>
            <p:cNvSpPr/>
            <p:nvPr/>
          </p:nvSpPr>
          <p:spPr>
            <a:xfrm>
              <a:off x="450405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0" name="Google Shape;3010;p95"/>
            <p:cNvSpPr/>
            <p:nvPr/>
          </p:nvSpPr>
          <p:spPr>
            <a:xfrm>
              <a:off x="450405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1" name="Google Shape;3011;p95"/>
            <p:cNvSpPr/>
            <p:nvPr/>
          </p:nvSpPr>
          <p:spPr>
            <a:xfrm>
              <a:off x="450405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2" name="Google Shape;3012;p95"/>
            <p:cNvSpPr/>
            <p:nvPr/>
          </p:nvSpPr>
          <p:spPr>
            <a:xfrm>
              <a:off x="450405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3" name="Google Shape;3013;p95"/>
            <p:cNvSpPr/>
            <p:nvPr/>
          </p:nvSpPr>
          <p:spPr>
            <a:xfrm>
              <a:off x="450405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4" name="Google Shape;3014;p95"/>
            <p:cNvSpPr/>
            <p:nvPr/>
          </p:nvSpPr>
          <p:spPr>
            <a:xfrm>
              <a:off x="4504050"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5" name="Google Shape;3015;p95"/>
            <p:cNvSpPr/>
            <p:nvPr/>
          </p:nvSpPr>
          <p:spPr>
            <a:xfrm>
              <a:off x="458025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95"/>
            <p:cNvSpPr/>
            <p:nvPr/>
          </p:nvSpPr>
          <p:spPr>
            <a:xfrm>
              <a:off x="458025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7" name="Google Shape;3017;p95"/>
            <p:cNvSpPr/>
            <p:nvPr/>
          </p:nvSpPr>
          <p:spPr>
            <a:xfrm>
              <a:off x="458025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8" name="Google Shape;3018;p95"/>
            <p:cNvSpPr/>
            <p:nvPr/>
          </p:nvSpPr>
          <p:spPr>
            <a:xfrm>
              <a:off x="458025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95"/>
            <p:cNvSpPr/>
            <p:nvPr/>
          </p:nvSpPr>
          <p:spPr>
            <a:xfrm>
              <a:off x="4580250"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0" name="Google Shape;3020;p95"/>
            <p:cNvSpPr/>
            <p:nvPr/>
          </p:nvSpPr>
          <p:spPr>
            <a:xfrm>
              <a:off x="458025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95"/>
            <p:cNvSpPr/>
            <p:nvPr/>
          </p:nvSpPr>
          <p:spPr>
            <a:xfrm>
              <a:off x="458025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2" name="Google Shape;3022;p95"/>
            <p:cNvSpPr/>
            <p:nvPr/>
          </p:nvSpPr>
          <p:spPr>
            <a:xfrm>
              <a:off x="458025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95"/>
            <p:cNvSpPr/>
            <p:nvPr/>
          </p:nvSpPr>
          <p:spPr>
            <a:xfrm>
              <a:off x="458025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4" name="Google Shape;3024;p95"/>
            <p:cNvSpPr/>
            <p:nvPr/>
          </p:nvSpPr>
          <p:spPr>
            <a:xfrm>
              <a:off x="4580250" y="2256925"/>
              <a:ext cx="62350" cy="53425"/>
            </a:xfrm>
            <a:custGeom>
              <a:rect b="b" l="l" r="r" t="t"/>
              <a:pathLst>
                <a:path extrusionOk="0" h="2137" w="2494">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5" name="Google Shape;3025;p95"/>
            <p:cNvSpPr/>
            <p:nvPr/>
          </p:nvSpPr>
          <p:spPr>
            <a:xfrm>
              <a:off x="458025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6" name="Google Shape;3026;p95"/>
            <p:cNvSpPr/>
            <p:nvPr/>
          </p:nvSpPr>
          <p:spPr>
            <a:xfrm>
              <a:off x="458025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95"/>
            <p:cNvSpPr/>
            <p:nvPr/>
          </p:nvSpPr>
          <p:spPr>
            <a:xfrm>
              <a:off x="465647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95"/>
            <p:cNvSpPr/>
            <p:nvPr/>
          </p:nvSpPr>
          <p:spPr>
            <a:xfrm>
              <a:off x="465647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9" name="Google Shape;3029;p95"/>
            <p:cNvSpPr/>
            <p:nvPr/>
          </p:nvSpPr>
          <p:spPr>
            <a:xfrm>
              <a:off x="4656475" y="17236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0" name="Google Shape;3030;p95"/>
            <p:cNvSpPr/>
            <p:nvPr/>
          </p:nvSpPr>
          <p:spPr>
            <a:xfrm>
              <a:off x="465647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1" name="Google Shape;3031;p95"/>
            <p:cNvSpPr/>
            <p:nvPr/>
          </p:nvSpPr>
          <p:spPr>
            <a:xfrm>
              <a:off x="465647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2" name="Google Shape;3032;p95"/>
            <p:cNvSpPr/>
            <p:nvPr/>
          </p:nvSpPr>
          <p:spPr>
            <a:xfrm>
              <a:off x="4656475"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3" name="Google Shape;3033;p95"/>
            <p:cNvSpPr/>
            <p:nvPr/>
          </p:nvSpPr>
          <p:spPr>
            <a:xfrm>
              <a:off x="46564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4" name="Google Shape;3034;p95"/>
            <p:cNvSpPr/>
            <p:nvPr/>
          </p:nvSpPr>
          <p:spPr>
            <a:xfrm>
              <a:off x="4656475" y="21045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5" name="Google Shape;3035;p95"/>
            <p:cNvSpPr/>
            <p:nvPr/>
          </p:nvSpPr>
          <p:spPr>
            <a:xfrm>
              <a:off x="4656475" y="2180700"/>
              <a:ext cx="62200" cy="53350"/>
            </a:xfrm>
            <a:custGeom>
              <a:rect b="b" l="l" r="r" t="t"/>
              <a:pathLst>
                <a:path extrusionOk="0" h="2134" w="2488">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95"/>
            <p:cNvSpPr/>
            <p:nvPr/>
          </p:nvSpPr>
          <p:spPr>
            <a:xfrm>
              <a:off x="465647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95"/>
            <p:cNvSpPr/>
            <p:nvPr/>
          </p:nvSpPr>
          <p:spPr>
            <a:xfrm>
              <a:off x="4656475" y="2333125"/>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8" name="Google Shape;3038;p95"/>
            <p:cNvSpPr/>
            <p:nvPr/>
          </p:nvSpPr>
          <p:spPr>
            <a:xfrm>
              <a:off x="4656475" y="240935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9" name="Google Shape;3039;p95"/>
            <p:cNvSpPr/>
            <p:nvPr/>
          </p:nvSpPr>
          <p:spPr>
            <a:xfrm>
              <a:off x="4732475" y="2409350"/>
              <a:ext cx="62425" cy="53350"/>
            </a:xfrm>
            <a:custGeom>
              <a:rect b="b" l="l" r="r" t="t"/>
              <a:pathLst>
                <a:path extrusionOk="0" h="2134"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95"/>
            <p:cNvSpPr/>
            <p:nvPr/>
          </p:nvSpPr>
          <p:spPr>
            <a:xfrm>
              <a:off x="4732475" y="2485550"/>
              <a:ext cx="62425" cy="53300"/>
            </a:xfrm>
            <a:custGeom>
              <a:rect b="b" l="l" r="r" t="t"/>
              <a:pathLst>
                <a:path extrusionOk="0" h="2132" w="2497">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1" name="Google Shape;3041;p95"/>
            <p:cNvSpPr/>
            <p:nvPr/>
          </p:nvSpPr>
          <p:spPr>
            <a:xfrm>
              <a:off x="48087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2" name="Google Shape;3042;p95"/>
            <p:cNvSpPr/>
            <p:nvPr/>
          </p:nvSpPr>
          <p:spPr>
            <a:xfrm>
              <a:off x="4808700"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3" name="Google Shape;3043;p95"/>
            <p:cNvSpPr/>
            <p:nvPr/>
          </p:nvSpPr>
          <p:spPr>
            <a:xfrm>
              <a:off x="480870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4" name="Google Shape;3044;p95"/>
            <p:cNvSpPr/>
            <p:nvPr/>
          </p:nvSpPr>
          <p:spPr>
            <a:xfrm>
              <a:off x="48087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5" name="Google Shape;3045;p95"/>
            <p:cNvSpPr/>
            <p:nvPr/>
          </p:nvSpPr>
          <p:spPr>
            <a:xfrm>
              <a:off x="4808700"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6" name="Google Shape;3046;p95"/>
            <p:cNvSpPr/>
            <p:nvPr/>
          </p:nvSpPr>
          <p:spPr>
            <a:xfrm>
              <a:off x="4808700"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7" name="Google Shape;3047;p95"/>
            <p:cNvSpPr/>
            <p:nvPr/>
          </p:nvSpPr>
          <p:spPr>
            <a:xfrm>
              <a:off x="4808700"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8" name="Google Shape;3048;p95"/>
            <p:cNvSpPr/>
            <p:nvPr/>
          </p:nvSpPr>
          <p:spPr>
            <a:xfrm>
              <a:off x="4808700"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95"/>
            <p:cNvSpPr/>
            <p:nvPr/>
          </p:nvSpPr>
          <p:spPr>
            <a:xfrm>
              <a:off x="4808700" y="21045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0" name="Google Shape;3050;p95"/>
            <p:cNvSpPr/>
            <p:nvPr/>
          </p:nvSpPr>
          <p:spPr>
            <a:xfrm>
              <a:off x="4808700" y="2180700"/>
              <a:ext cx="62400" cy="53350"/>
            </a:xfrm>
            <a:custGeom>
              <a:rect b="b" l="l" r="r" t="t"/>
              <a:pathLst>
                <a:path extrusionOk="0" h="2134" w="2496">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1" name="Google Shape;3051;p95"/>
            <p:cNvSpPr/>
            <p:nvPr/>
          </p:nvSpPr>
          <p:spPr>
            <a:xfrm>
              <a:off x="4808700" y="2256925"/>
              <a:ext cx="62550" cy="53425"/>
            </a:xfrm>
            <a:custGeom>
              <a:rect b="b" l="l" r="r" t="t"/>
              <a:pathLst>
                <a:path extrusionOk="0" h="2137" w="2502">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95"/>
            <p:cNvSpPr/>
            <p:nvPr/>
          </p:nvSpPr>
          <p:spPr>
            <a:xfrm>
              <a:off x="4808700"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3" name="Google Shape;3053;p95"/>
            <p:cNvSpPr/>
            <p:nvPr/>
          </p:nvSpPr>
          <p:spPr>
            <a:xfrm>
              <a:off x="4808700" y="2409350"/>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4" name="Google Shape;3054;p95"/>
            <p:cNvSpPr/>
            <p:nvPr/>
          </p:nvSpPr>
          <p:spPr>
            <a:xfrm>
              <a:off x="4808700" y="2485550"/>
              <a:ext cx="62400" cy="53300"/>
            </a:xfrm>
            <a:custGeom>
              <a:rect b="b" l="l" r="r" t="t"/>
              <a:pathLst>
                <a:path extrusionOk="0" h="2132" w="2496">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95"/>
            <p:cNvSpPr/>
            <p:nvPr/>
          </p:nvSpPr>
          <p:spPr>
            <a:xfrm>
              <a:off x="48849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6" name="Google Shape;3056;p95"/>
            <p:cNvSpPr/>
            <p:nvPr/>
          </p:nvSpPr>
          <p:spPr>
            <a:xfrm>
              <a:off x="48849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7" name="Google Shape;3057;p95"/>
            <p:cNvSpPr/>
            <p:nvPr/>
          </p:nvSpPr>
          <p:spPr>
            <a:xfrm>
              <a:off x="48849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95"/>
            <p:cNvSpPr/>
            <p:nvPr/>
          </p:nvSpPr>
          <p:spPr>
            <a:xfrm>
              <a:off x="48849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9" name="Google Shape;3059;p95"/>
            <p:cNvSpPr/>
            <p:nvPr/>
          </p:nvSpPr>
          <p:spPr>
            <a:xfrm>
              <a:off x="48849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95"/>
            <p:cNvSpPr/>
            <p:nvPr/>
          </p:nvSpPr>
          <p:spPr>
            <a:xfrm>
              <a:off x="4884900"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1" name="Google Shape;3061;p95"/>
            <p:cNvSpPr/>
            <p:nvPr/>
          </p:nvSpPr>
          <p:spPr>
            <a:xfrm>
              <a:off x="488490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2" name="Google Shape;3062;p95"/>
            <p:cNvSpPr/>
            <p:nvPr/>
          </p:nvSpPr>
          <p:spPr>
            <a:xfrm>
              <a:off x="488490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3" name="Google Shape;3063;p95"/>
            <p:cNvSpPr/>
            <p:nvPr/>
          </p:nvSpPr>
          <p:spPr>
            <a:xfrm>
              <a:off x="48849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4" name="Google Shape;3064;p95"/>
            <p:cNvSpPr/>
            <p:nvPr/>
          </p:nvSpPr>
          <p:spPr>
            <a:xfrm>
              <a:off x="48849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5" name="Google Shape;3065;p95"/>
            <p:cNvSpPr/>
            <p:nvPr/>
          </p:nvSpPr>
          <p:spPr>
            <a:xfrm>
              <a:off x="48849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6" name="Google Shape;3066;p95"/>
            <p:cNvSpPr/>
            <p:nvPr/>
          </p:nvSpPr>
          <p:spPr>
            <a:xfrm>
              <a:off x="488490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7" name="Google Shape;3067;p95"/>
            <p:cNvSpPr/>
            <p:nvPr/>
          </p:nvSpPr>
          <p:spPr>
            <a:xfrm>
              <a:off x="48849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8" name="Google Shape;3068;p95"/>
            <p:cNvSpPr/>
            <p:nvPr/>
          </p:nvSpPr>
          <p:spPr>
            <a:xfrm>
              <a:off x="48849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9" name="Google Shape;3069;p95"/>
            <p:cNvSpPr/>
            <p:nvPr/>
          </p:nvSpPr>
          <p:spPr>
            <a:xfrm>
              <a:off x="4884900"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0" name="Google Shape;3070;p95"/>
            <p:cNvSpPr/>
            <p:nvPr/>
          </p:nvSpPr>
          <p:spPr>
            <a:xfrm>
              <a:off x="49611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1" name="Google Shape;3071;p95"/>
            <p:cNvSpPr/>
            <p:nvPr/>
          </p:nvSpPr>
          <p:spPr>
            <a:xfrm>
              <a:off x="4961125"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2" name="Google Shape;3072;p95"/>
            <p:cNvSpPr/>
            <p:nvPr/>
          </p:nvSpPr>
          <p:spPr>
            <a:xfrm>
              <a:off x="4961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95"/>
            <p:cNvSpPr/>
            <p:nvPr/>
          </p:nvSpPr>
          <p:spPr>
            <a:xfrm>
              <a:off x="4961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95"/>
            <p:cNvSpPr/>
            <p:nvPr/>
          </p:nvSpPr>
          <p:spPr>
            <a:xfrm>
              <a:off x="49611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5" name="Google Shape;3075;p95"/>
            <p:cNvSpPr/>
            <p:nvPr/>
          </p:nvSpPr>
          <p:spPr>
            <a:xfrm>
              <a:off x="49611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6" name="Google Shape;3076;p95"/>
            <p:cNvSpPr/>
            <p:nvPr/>
          </p:nvSpPr>
          <p:spPr>
            <a:xfrm>
              <a:off x="4961125"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7" name="Google Shape;3077;p95"/>
            <p:cNvSpPr/>
            <p:nvPr/>
          </p:nvSpPr>
          <p:spPr>
            <a:xfrm>
              <a:off x="4961125"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8" name="Google Shape;3078;p95"/>
            <p:cNvSpPr/>
            <p:nvPr/>
          </p:nvSpPr>
          <p:spPr>
            <a:xfrm>
              <a:off x="4961125"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95"/>
            <p:cNvSpPr/>
            <p:nvPr/>
          </p:nvSpPr>
          <p:spPr>
            <a:xfrm>
              <a:off x="496112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0" name="Google Shape;3080;p95"/>
            <p:cNvSpPr/>
            <p:nvPr/>
          </p:nvSpPr>
          <p:spPr>
            <a:xfrm>
              <a:off x="4961125"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1" name="Google Shape;3081;p95"/>
            <p:cNvSpPr/>
            <p:nvPr/>
          </p:nvSpPr>
          <p:spPr>
            <a:xfrm>
              <a:off x="4961125"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95"/>
            <p:cNvSpPr/>
            <p:nvPr/>
          </p:nvSpPr>
          <p:spPr>
            <a:xfrm>
              <a:off x="4961125" y="2485550"/>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3" name="Google Shape;3083;p95"/>
            <p:cNvSpPr/>
            <p:nvPr/>
          </p:nvSpPr>
          <p:spPr>
            <a:xfrm>
              <a:off x="4961125"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4" name="Google Shape;3084;p95"/>
            <p:cNvSpPr/>
            <p:nvPr/>
          </p:nvSpPr>
          <p:spPr>
            <a:xfrm>
              <a:off x="50373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95"/>
            <p:cNvSpPr/>
            <p:nvPr/>
          </p:nvSpPr>
          <p:spPr>
            <a:xfrm>
              <a:off x="503732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6" name="Google Shape;3086;p95"/>
            <p:cNvSpPr/>
            <p:nvPr/>
          </p:nvSpPr>
          <p:spPr>
            <a:xfrm>
              <a:off x="50373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7" name="Google Shape;3087;p95"/>
            <p:cNvSpPr/>
            <p:nvPr/>
          </p:nvSpPr>
          <p:spPr>
            <a:xfrm>
              <a:off x="50373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95"/>
            <p:cNvSpPr/>
            <p:nvPr/>
          </p:nvSpPr>
          <p:spPr>
            <a:xfrm>
              <a:off x="5037325"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9" name="Google Shape;3089;p95"/>
            <p:cNvSpPr/>
            <p:nvPr/>
          </p:nvSpPr>
          <p:spPr>
            <a:xfrm>
              <a:off x="50373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0" name="Google Shape;3090;p95"/>
            <p:cNvSpPr/>
            <p:nvPr/>
          </p:nvSpPr>
          <p:spPr>
            <a:xfrm>
              <a:off x="50373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95"/>
            <p:cNvSpPr/>
            <p:nvPr/>
          </p:nvSpPr>
          <p:spPr>
            <a:xfrm>
              <a:off x="50373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2" name="Google Shape;3092;p95"/>
            <p:cNvSpPr/>
            <p:nvPr/>
          </p:nvSpPr>
          <p:spPr>
            <a:xfrm>
              <a:off x="50373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3" name="Google Shape;3093;p95"/>
            <p:cNvSpPr/>
            <p:nvPr/>
          </p:nvSpPr>
          <p:spPr>
            <a:xfrm>
              <a:off x="5037325"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4" name="Google Shape;3094;p95"/>
            <p:cNvSpPr/>
            <p:nvPr/>
          </p:nvSpPr>
          <p:spPr>
            <a:xfrm>
              <a:off x="50373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5" name="Google Shape;3095;p95"/>
            <p:cNvSpPr/>
            <p:nvPr/>
          </p:nvSpPr>
          <p:spPr>
            <a:xfrm>
              <a:off x="50373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6" name="Google Shape;3096;p95"/>
            <p:cNvSpPr/>
            <p:nvPr/>
          </p:nvSpPr>
          <p:spPr>
            <a:xfrm>
              <a:off x="5037325"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7" name="Google Shape;3097;p95"/>
            <p:cNvSpPr/>
            <p:nvPr/>
          </p:nvSpPr>
          <p:spPr>
            <a:xfrm>
              <a:off x="50373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8" name="Google Shape;3098;p95"/>
            <p:cNvSpPr/>
            <p:nvPr/>
          </p:nvSpPr>
          <p:spPr>
            <a:xfrm>
              <a:off x="5113350" y="2561575"/>
              <a:ext cx="62400" cy="53425"/>
            </a:xfrm>
            <a:custGeom>
              <a:rect b="b" l="l" r="r" t="t"/>
              <a:pathLst>
                <a:path extrusionOk="0" h="2137" w="2496">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9" name="Google Shape;3099;p95"/>
            <p:cNvSpPr/>
            <p:nvPr/>
          </p:nvSpPr>
          <p:spPr>
            <a:xfrm>
              <a:off x="5113350" y="2637775"/>
              <a:ext cx="62400" cy="53450"/>
            </a:xfrm>
            <a:custGeom>
              <a:rect b="b" l="l" r="r" t="t"/>
              <a:pathLst>
                <a:path extrusionOk="0" h="2138" w="2496">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0" name="Google Shape;3100;p95"/>
            <p:cNvSpPr/>
            <p:nvPr/>
          </p:nvSpPr>
          <p:spPr>
            <a:xfrm>
              <a:off x="518955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95"/>
            <p:cNvSpPr/>
            <p:nvPr/>
          </p:nvSpPr>
          <p:spPr>
            <a:xfrm>
              <a:off x="5189550" y="1495200"/>
              <a:ext cx="62225" cy="53325"/>
            </a:xfrm>
            <a:custGeom>
              <a:rect b="b" l="l" r="r" t="t"/>
              <a:pathLst>
                <a:path extrusionOk="0" h="2133" w="2489">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2" name="Google Shape;3102;p95"/>
            <p:cNvSpPr/>
            <p:nvPr/>
          </p:nvSpPr>
          <p:spPr>
            <a:xfrm>
              <a:off x="5189550" y="1571400"/>
              <a:ext cx="62225" cy="53300"/>
            </a:xfrm>
            <a:custGeom>
              <a:rect b="b" l="l" r="r" t="t"/>
              <a:pathLst>
                <a:path extrusionOk="0" h="2132" w="2489">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3" name="Google Shape;3103;p95"/>
            <p:cNvSpPr/>
            <p:nvPr/>
          </p:nvSpPr>
          <p:spPr>
            <a:xfrm>
              <a:off x="5189550" y="1647400"/>
              <a:ext cx="62225" cy="53450"/>
            </a:xfrm>
            <a:custGeom>
              <a:rect b="b" l="l" r="r" t="t"/>
              <a:pathLst>
                <a:path extrusionOk="0" h="2138" w="2489">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4" name="Google Shape;3104;p95"/>
            <p:cNvSpPr/>
            <p:nvPr/>
          </p:nvSpPr>
          <p:spPr>
            <a:xfrm>
              <a:off x="5189550" y="172362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95"/>
            <p:cNvSpPr/>
            <p:nvPr/>
          </p:nvSpPr>
          <p:spPr>
            <a:xfrm>
              <a:off x="5189550" y="1799850"/>
              <a:ext cx="62225" cy="53325"/>
            </a:xfrm>
            <a:custGeom>
              <a:rect b="b" l="l" r="r" t="t"/>
              <a:pathLst>
                <a:path extrusionOk="0" h="2133"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95"/>
            <p:cNvSpPr/>
            <p:nvPr/>
          </p:nvSpPr>
          <p:spPr>
            <a:xfrm>
              <a:off x="5189550" y="1876050"/>
              <a:ext cx="62225" cy="53300"/>
            </a:xfrm>
            <a:custGeom>
              <a:rect b="b" l="l" r="r" t="t"/>
              <a:pathLst>
                <a:path extrusionOk="0" h="2132" w="2489">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7" name="Google Shape;3107;p95"/>
            <p:cNvSpPr/>
            <p:nvPr/>
          </p:nvSpPr>
          <p:spPr>
            <a:xfrm>
              <a:off x="5189550" y="1952050"/>
              <a:ext cx="62225" cy="53450"/>
            </a:xfrm>
            <a:custGeom>
              <a:rect b="b" l="l" r="r" t="t"/>
              <a:pathLst>
                <a:path extrusionOk="0" h="2138" w="2489">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8" name="Google Shape;3108;p95"/>
            <p:cNvSpPr/>
            <p:nvPr/>
          </p:nvSpPr>
          <p:spPr>
            <a:xfrm>
              <a:off x="5189550" y="20282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95"/>
            <p:cNvSpPr/>
            <p:nvPr/>
          </p:nvSpPr>
          <p:spPr>
            <a:xfrm>
              <a:off x="5189550" y="2104500"/>
              <a:ext cx="62225" cy="53325"/>
            </a:xfrm>
            <a:custGeom>
              <a:rect b="b" l="l" r="r" t="t"/>
              <a:pathLst>
                <a:path extrusionOk="0" h="2133" w="2489">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95"/>
            <p:cNvSpPr/>
            <p:nvPr/>
          </p:nvSpPr>
          <p:spPr>
            <a:xfrm>
              <a:off x="5189550" y="2180700"/>
              <a:ext cx="62225" cy="53350"/>
            </a:xfrm>
            <a:custGeom>
              <a:rect b="b" l="l" r="r" t="t"/>
              <a:pathLst>
                <a:path extrusionOk="0" h="2134" w="2489">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1" name="Google Shape;3111;p95"/>
            <p:cNvSpPr/>
            <p:nvPr/>
          </p:nvSpPr>
          <p:spPr>
            <a:xfrm>
              <a:off x="5189550" y="2256925"/>
              <a:ext cx="62425" cy="53425"/>
            </a:xfrm>
            <a:custGeom>
              <a:rect b="b" l="l" r="r" t="t"/>
              <a:pathLst>
                <a:path extrusionOk="0" h="2137" w="2497">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2" name="Google Shape;3112;p95"/>
            <p:cNvSpPr/>
            <p:nvPr/>
          </p:nvSpPr>
          <p:spPr>
            <a:xfrm>
              <a:off x="5189550" y="2333125"/>
              <a:ext cx="62225" cy="53350"/>
            </a:xfrm>
            <a:custGeom>
              <a:rect b="b" l="l" r="r" t="t"/>
              <a:pathLst>
                <a:path extrusionOk="0" h="2134" w="2489">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3" name="Google Shape;3113;p95"/>
            <p:cNvSpPr/>
            <p:nvPr/>
          </p:nvSpPr>
          <p:spPr>
            <a:xfrm>
              <a:off x="5189550" y="2409350"/>
              <a:ext cx="62225" cy="53350"/>
            </a:xfrm>
            <a:custGeom>
              <a:rect b="b" l="l" r="r" t="t"/>
              <a:pathLst>
                <a:path extrusionOk="0" h="2134"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4" name="Google Shape;3114;p95"/>
            <p:cNvSpPr/>
            <p:nvPr/>
          </p:nvSpPr>
          <p:spPr>
            <a:xfrm>
              <a:off x="5189550"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5" name="Google Shape;3115;p95"/>
            <p:cNvSpPr/>
            <p:nvPr/>
          </p:nvSpPr>
          <p:spPr>
            <a:xfrm>
              <a:off x="5189550" y="2561575"/>
              <a:ext cx="62225" cy="53425"/>
            </a:xfrm>
            <a:custGeom>
              <a:rect b="b" l="l" r="r" t="t"/>
              <a:pathLst>
                <a:path extrusionOk="0" h="2137" w="2489">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6" name="Google Shape;3116;p95"/>
            <p:cNvSpPr/>
            <p:nvPr/>
          </p:nvSpPr>
          <p:spPr>
            <a:xfrm>
              <a:off x="5189550" y="2714000"/>
              <a:ext cx="62225" cy="53350"/>
            </a:xfrm>
            <a:custGeom>
              <a:rect b="b" l="l" r="r" t="t"/>
              <a:pathLst>
                <a:path extrusionOk="0" h="2134" w="2489">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7" name="Google Shape;3117;p95"/>
            <p:cNvSpPr/>
            <p:nvPr/>
          </p:nvSpPr>
          <p:spPr>
            <a:xfrm>
              <a:off x="5189550" y="2637775"/>
              <a:ext cx="62425" cy="53450"/>
            </a:xfrm>
            <a:custGeom>
              <a:rect b="b" l="l" r="r" t="t"/>
              <a:pathLst>
                <a:path extrusionOk="0" h="2138" w="2497">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8" name="Google Shape;3118;p95"/>
            <p:cNvSpPr/>
            <p:nvPr/>
          </p:nvSpPr>
          <p:spPr>
            <a:xfrm>
              <a:off x="5265775" y="1342750"/>
              <a:ext cx="62200" cy="53350"/>
            </a:xfrm>
            <a:custGeom>
              <a:rect b="b" l="l" r="r" t="t"/>
              <a:pathLst>
                <a:path extrusionOk="0" h="2134" w="2488">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9" name="Google Shape;3119;p95"/>
            <p:cNvSpPr/>
            <p:nvPr/>
          </p:nvSpPr>
          <p:spPr>
            <a:xfrm>
              <a:off x="5265775" y="14189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0" name="Google Shape;3120;p95"/>
            <p:cNvSpPr/>
            <p:nvPr/>
          </p:nvSpPr>
          <p:spPr>
            <a:xfrm>
              <a:off x="5265775" y="149520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1" name="Google Shape;3121;p95"/>
            <p:cNvSpPr/>
            <p:nvPr/>
          </p:nvSpPr>
          <p:spPr>
            <a:xfrm>
              <a:off x="5265775" y="1571400"/>
              <a:ext cx="62200" cy="53300"/>
            </a:xfrm>
            <a:custGeom>
              <a:rect b="b" l="l" r="r" t="t"/>
              <a:pathLst>
                <a:path extrusionOk="0" h="2132" w="2488">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2" name="Google Shape;3122;p95"/>
            <p:cNvSpPr/>
            <p:nvPr/>
          </p:nvSpPr>
          <p:spPr>
            <a:xfrm>
              <a:off x="5265775" y="1647400"/>
              <a:ext cx="62200" cy="53450"/>
            </a:xfrm>
            <a:custGeom>
              <a:rect b="b" l="l" r="r" t="t"/>
              <a:pathLst>
                <a:path extrusionOk="0" h="2138" w="2488">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3" name="Google Shape;3123;p95"/>
            <p:cNvSpPr/>
            <p:nvPr/>
          </p:nvSpPr>
          <p:spPr>
            <a:xfrm>
              <a:off x="5265775" y="172362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4" name="Google Shape;3124;p95"/>
            <p:cNvSpPr/>
            <p:nvPr/>
          </p:nvSpPr>
          <p:spPr>
            <a:xfrm>
              <a:off x="5265775" y="179985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5" name="Google Shape;3125;p95"/>
            <p:cNvSpPr/>
            <p:nvPr/>
          </p:nvSpPr>
          <p:spPr>
            <a:xfrm>
              <a:off x="5265775" y="1876050"/>
              <a:ext cx="62200" cy="53300"/>
            </a:xfrm>
            <a:custGeom>
              <a:rect b="b" l="l" r="r" t="t"/>
              <a:pathLst>
                <a:path extrusionOk="0" h="2132" w="2488">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6" name="Google Shape;3126;p95"/>
            <p:cNvSpPr/>
            <p:nvPr/>
          </p:nvSpPr>
          <p:spPr>
            <a:xfrm>
              <a:off x="5265775" y="1952050"/>
              <a:ext cx="62200" cy="53450"/>
            </a:xfrm>
            <a:custGeom>
              <a:rect b="b" l="l" r="r" t="t"/>
              <a:pathLst>
                <a:path extrusionOk="0" h="2138" w="2488">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7" name="Google Shape;3127;p95"/>
            <p:cNvSpPr/>
            <p:nvPr/>
          </p:nvSpPr>
          <p:spPr>
            <a:xfrm>
              <a:off x="5265775" y="20282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95"/>
            <p:cNvSpPr/>
            <p:nvPr/>
          </p:nvSpPr>
          <p:spPr>
            <a:xfrm>
              <a:off x="5265775" y="2104500"/>
              <a:ext cx="62200" cy="53325"/>
            </a:xfrm>
            <a:custGeom>
              <a:rect b="b" l="l" r="r" t="t"/>
              <a:pathLst>
                <a:path extrusionOk="0" h="2133" w="2488">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9" name="Google Shape;3129;p95"/>
            <p:cNvSpPr/>
            <p:nvPr/>
          </p:nvSpPr>
          <p:spPr>
            <a:xfrm>
              <a:off x="5265775" y="2180700"/>
              <a:ext cx="62200" cy="53350"/>
            </a:xfrm>
            <a:custGeom>
              <a:rect b="b" l="l" r="r" t="t"/>
              <a:pathLst>
                <a:path extrusionOk="0" h="2134" w="2488">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95"/>
            <p:cNvSpPr/>
            <p:nvPr/>
          </p:nvSpPr>
          <p:spPr>
            <a:xfrm>
              <a:off x="5265775" y="2256925"/>
              <a:ext cx="62400" cy="53425"/>
            </a:xfrm>
            <a:custGeom>
              <a:rect b="b" l="l" r="r" t="t"/>
              <a:pathLst>
                <a:path extrusionOk="0" h="2137" w="2496">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1" name="Google Shape;3131;p95"/>
            <p:cNvSpPr/>
            <p:nvPr/>
          </p:nvSpPr>
          <p:spPr>
            <a:xfrm>
              <a:off x="5265775" y="2333125"/>
              <a:ext cx="62200" cy="53350"/>
            </a:xfrm>
            <a:custGeom>
              <a:rect b="b" l="l" r="r" t="t"/>
              <a:pathLst>
                <a:path extrusionOk="0" h="2134" w="2488">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2" name="Google Shape;3132;p95"/>
            <p:cNvSpPr/>
            <p:nvPr/>
          </p:nvSpPr>
          <p:spPr>
            <a:xfrm>
              <a:off x="5265775" y="2409350"/>
              <a:ext cx="62200" cy="53350"/>
            </a:xfrm>
            <a:custGeom>
              <a:rect b="b" l="l" r="r" t="t"/>
              <a:pathLst>
                <a:path extrusionOk="0" h="2134" w="2488">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95"/>
            <p:cNvSpPr/>
            <p:nvPr/>
          </p:nvSpPr>
          <p:spPr>
            <a:xfrm>
              <a:off x="5265775" y="2485550"/>
              <a:ext cx="62200" cy="53350"/>
            </a:xfrm>
            <a:custGeom>
              <a:rect b="b" l="l" r="r" t="t"/>
              <a:pathLst>
                <a:path extrusionOk="0" h="2134" w="2488">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4" name="Google Shape;3134;p95"/>
            <p:cNvSpPr/>
            <p:nvPr/>
          </p:nvSpPr>
          <p:spPr>
            <a:xfrm>
              <a:off x="5265775" y="2561575"/>
              <a:ext cx="62200" cy="53425"/>
            </a:xfrm>
            <a:custGeom>
              <a:rect b="b" l="l" r="r" t="t"/>
              <a:pathLst>
                <a:path extrusionOk="0" h="2137" w="2488">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5" name="Google Shape;3135;p95"/>
            <p:cNvSpPr/>
            <p:nvPr/>
          </p:nvSpPr>
          <p:spPr>
            <a:xfrm>
              <a:off x="5265775"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6" name="Google Shape;3136;p95"/>
            <p:cNvSpPr/>
            <p:nvPr/>
          </p:nvSpPr>
          <p:spPr>
            <a:xfrm>
              <a:off x="5341975"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7" name="Google Shape;3137;p95"/>
            <p:cNvSpPr/>
            <p:nvPr/>
          </p:nvSpPr>
          <p:spPr>
            <a:xfrm>
              <a:off x="5341975"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8" name="Google Shape;3138;p95"/>
            <p:cNvSpPr/>
            <p:nvPr/>
          </p:nvSpPr>
          <p:spPr>
            <a:xfrm>
              <a:off x="5341975" y="14952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9" name="Google Shape;3139;p95"/>
            <p:cNvSpPr/>
            <p:nvPr/>
          </p:nvSpPr>
          <p:spPr>
            <a:xfrm>
              <a:off x="5341975" y="1571400"/>
              <a:ext cx="62375" cy="53250"/>
            </a:xfrm>
            <a:custGeom>
              <a:rect b="b" l="l" r="r" t="t"/>
              <a:pathLst>
                <a:path extrusionOk="0" h="2130" w="2495">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0" name="Google Shape;3140;p95"/>
            <p:cNvSpPr/>
            <p:nvPr/>
          </p:nvSpPr>
          <p:spPr>
            <a:xfrm>
              <a:off x="5341975"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1" name="Google Shape;3141;p95"/>
            <p:cNvSpPr/>
            <p:nvPr/>
          </p:nvSpPr>
          <p:spPr>
            <a:xfrm>
              <a:off x="5341975"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95"/>
            <p:cNvSpPr/>
            <p:nvPr/>
          </p:nvSpPr>
          <p:spPr>
            <a:xfrm>
              <a:off x="5341975"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3" name="Google Shape;3143;p95"/>
            <p:cNvSpPr/>
            <p:nvPr/>
          </p:nvSpPr>
          <p:spPr>
            <a:xfrm>
              <a:off x="5341975" y="1876050"/>
              <a:ext cx="62425" cy="53275"/>
            </a:xfrm>
            <a:custGeom>
              <a:rect b="b" l="l" r="r" t="t"/>
              <a:pathLst>
                <a:path extrusionOk="0" h="2131" w="2497">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4" name="Google Shape;3144;p95"/>
            <p:cNvSpPr/>
            <p:nvPr/>
          </p:nvSpPr>
          <p:spPr>
            <a:xfrm>
              <a:off x="5341975"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95"/>
            <p:cNvSpPr/>
            <p:nvPr/>
          </p:nvSpPr>
          <p:spPr>
            <a:xfrm>
              <a:off x="5341975"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6" name="Google Shape;3146;p95"/>
            <p:cNvSpPr/>
            <p:nvPr/>
          </p:nvSpPr>
          <p:spPr>
            <a:xfrm>
              <a:off x="5341975"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95"/>
            <p:cNvSpPr/>
            <p:nvPr/>
          </p:nvSpPr>
          <p:spPr>
            <a:xfrm>
              <a:off x="5341975"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8" name="Google Shape;3148;p95"/>
            <p:cNvSpPr/>
            <p:nvPr/>
          </p:nvSpPr>
          <p:spPr>
            <a:xfrm>
              <a:off x="5341975" y="2256925"/>
              <a:ext cx="62575" cy="53425"/>
            </a:xfrm>
            <a:custGeom>
              <a:rect b="b" l="l" r="r" t="t"/>
              <a:pathLst>
                <a:path extrusionOk="0" h="2137" w="2503">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95"/>
            <p:cNvSpPr/>
            <p:nvPr/>
          </p:nvSpPr>
          <p:spPr>
            <a:xfrm>
              <a:off x="5341975"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0" name="Google Shape;3150;p95"/>
            <p:cNvSpPr/>
            <p:nvPr/>
          </p:nvSpPr>
          <p:spPr>
            <a:xfrm>
              <a:off x="5341975" y="2485550"/>
              <a:ext cx="62425" cy="53300"/>
            </a:xfrm>
            <a:custGeom>
              <a:rect b="b" l="l" r="r" t="t"/>
              <a:pathLst>
                <a:path extrusionOk="0" h="2132" w="2497">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1" name="Google Shape;3151;p95"/>
            <p:cNvSpPr/>
            <p:nvPr/>
          </p:nvSpPr>
          <p:spPr>
            <a:xfrm>
              <a:off x="5341975"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2" name="Google Shape;3152;p95"/>
            <p:cNvSpPr/>
            <p:nvPr/>
          </p:nvSpPr>
          <p:spPr>
            <a:xfrm>
              <a:off x="5341975"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3" name="Google Shape;3153;p95"/>
            <p:cNvSpPr/>
            <p:nvPr/>
          </p:nvSpPr>
          <p:spPr>
            <a:xfrm>
              <a:off x="5418200" y="134275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4" name="Google Shape;3154;p95"/>
            <p:cNvSpPr/>
            <p:nvPr/>
          </p:nvSpPr>
          <p:spPr>
            <a:xfrm>
              <a:off x="5418200"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5" name="Google Shape;3155;p95"/>
            <p:cNvSpPr/>
            <p:nvPr/>
          </p:nvSpPr>
          <p:spPr>
            <a:xfrm>
              <a:off x="5418200"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6" name="Google Shape;3156;p95"/>
            <p:cNvSpPr/>
            <p:nvPr/>
          </p:nvSpPr>
          <p:spPr>
            <a:xfrm>
              <a:off x="5418200"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7" name="Google Shape;3157;p95"/>
            <p:cNvSpPr/>
            <p:nvPr/>
          </p:nvSpPr>
          <p:spPr>
            <a:xfrm>
              <a:off x="5418200" y="164740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8" name="Google Shape;3158;p95"/>
            <p:cNvSpPr/>
            <p:nvPr/>
          </p:nvSpPr>
          <p:spPr>
            <a:xfrm>
              <a:off x="5418200"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95"/>
            <p:cNvSpPr/>
            <p:nvPr/>
          </p:nvSpPr>
          <p:spPr>
            <a:xfrm>
              <a:off x="5418200"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0" name="Google Shape;3160;p95"/>
            <p:cNvSpPr/>
            <p:nvPr/>
          </p:nvSpPr>
          <p:spPr>
            <a:xfrm>
              <a:off x="5418200"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1" name="Google Shape;3161;p95"/>
            <p:cNvSpPr/>
            <p:nvPr/>
          </p:nvSpPr>
          <p:spPr>
            <a:xfrm>
              <a:off x="5418200"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2" name="Google Shape;3162;p95"/>
            <p:cNvSpPr/>
            <p:nvPr/>
          </p:nvSpPr>
          <p:spPr>
            <a:xfrm>
              <a:off x="5418200"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3" name="Google Shape;3163;p95"/>
            <p:cNvSpPr/>
            <p:nvPr/>
          </p:nvSpPr>
          <p:spPr>
            <a:xfrm>
              <a:off x="5418200"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4" name="Google Shape;3164;p95"/>
            <p:cNvSpPr/>
            <p:nvPr/>
          </p:nvSpPr>
          <p:spPr>
            <a:xfrm>
              <a:off x="5418200"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5" name="Google Shape;3165;p95"/>
            <p:cNvSpPr/>
            <p:nvPr/>
          </p:nvSpPr>
          <p:spPr>
            <a:xfrm>
              <a:off x="5418200"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6" name="Google Shape;3166;p95"/>
            <p:cNvSpPr/>
            <p:nvPr/>
          </p:nvSpPr>
          <p:spPr>
            <a:xfrm>
              <a:off x="5418200"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7" name="Google Shape;3167;p95"/>
            <p:cNvSpPr/>
            <p:nvPr/>
          </p:nvSpPr>
          <p:spPr>
            <a:xfrm>
              <a:off x="5418200" y="2485550"/>
              <a:ext cx="62425" cy="53300"/>
            </a:xfrm>
            <a:custGeom>
              <a:rect b="b" l="l" r="r" t="t"/>
              <a:pathLst>
                <a:path extrusionOk="0" h="2132" w="2497">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8" name="Google Shape;3168;p95"/>
            <p:cNvSpPr/>
            <p:nvPr/>
          </p:nvSpPr>
          <p:spPr>
            <a:xfrm>
              <a:off x="5418200"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9" name="Google Shape;3169;p95"/>
            <p:cNvSpPr/>
            <p:nvPr/>
          </p:nvSpPr>
          <p:spPr>
            <a:xfrm>
              <a:off x="5418200"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0" name="Google Shape;3170;p95"/>
            <p:cNvSpPr/>
            <p:nvPr/>
          </p:nvSpPr>
          <p:spPr>
            <a:xfrm>
              <a:off x="5418200"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1" name="Google Shape;3171;p95"/>
            <p:cNvSpPr/>
            <p:nvPr/>
          </p:nvSpPr>
          <p:spPr>
            <a:xfrm>
              <a:off x="5494400" y="1266550"/>
              <a:ext cx="62225" cy="53450"/>
            </a:xfrm>
            <a:custGeom>
              <a:rect b="b" l="l" r="r" t="t"/>
              <a:pathLst>
                <a:path extrusionOk="0" h="2138" w="2489">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2" name="Google Shape;3172;p95"/>
            <p:cNvSpPr/>
            <p:nvPr/>
          </p:nvSpPr>
          <p:spPr>
            <a:xfrm>
              <a:off x="5494400"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3" name="Google Shape;3173;p95"/>
            <p:cNvSpPr/>
            <p:nvPr/>
          </p:nvSpPr>
          <p:spPr>
            <a:xfrm>
              <a:off x="54944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4" name="Google Shape;3174;p95"/>
            <p:cNvSpPr/>
            <p:nvPr/>
          </p:nvSpPr>
          <p:spPr>
            <a:xfrm>
              <a:off x="54944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5" name="Google Shape;3175;p95"/>
            <p:cNvSpPr/>
            <p:nvPr/>
          </p:nvSpPr>
          <p:spPr>
            <a:xfrm>
              <a:off x="5494400" y="1571400"/>
              <a:ext cx="62225" cy="53250"/>
            </a:xfrm>
            <a:custGeom>
              <a:rect b="b" l="l" r="r" t="t"/>
              <a:pathLst>
                <a:path extrusionOk="0" h="2130" w="2489">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6" name="Google Shape;3176;p95"/>
            <p:cNvSpPr/>
            <p:nvPr/>
          </p:nvSpPr>
          <p:spPr>
            <a:xfrm>
              <a:off x="63323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7" name="Google Shape;3177;p95"/>
            <p:cNvSpPr/>
            <p:nvPr/>
          </p:nvSpPr>
          <p:spPr>
            <a:xfrm>
              <a:off x="63323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8" name="Google Shape;3178;p95"/>
            <p:cNvSpPr/>
            <p:nvPr/>
          </p:nvSpPr>
          <p:spPr>
            <a:xfrm>
              <a:off x="6408350" y="1418975"/>
              <a:ext cx="62425" cy="53350"/>
            </a:xfrm>
            <a:custGeom>
              <a:rect b="b" l="l" r="r" t="t"/>
              <a:pathLst>
                <a:path extrusionOk="0" h="2134" w="2497">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95"/>
            <p:cNvSpPr/>
            <p:nvPr/>
          </p:nvSpPr>
          <p:spPr>
            <a:xfrm>
              <a:off x="6408350" y="14952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0" name="Google Shape;3180;p95"/>
            <p:cNvSpPr/>
            <p:nvPr/>
          </p:nvSpPr>
          <p:spPr>
            <a:xfrm>
              <a:off x="6484575" y="1342750"/>
              <a:ext cx="62425" cy="53450"/>
            </a:xfrm>
            <a:custGeom>
              <a:rect b="b" l="l" r="r" t="t"/>
              <a:pathLst>
                <a:path extrusionOk="0" h="2138" w="2497">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1" name="Google Shape;3181;p95"/>
            <p:cNvSpPr/>
            <p:nvPr/>
          </p:nvSpPr>
          <p:spPr>
            <a:xfrm>
              <a:off x="6484575" y="1418975"/>
              <a:ext cx="62425" cy="53350"/>
            </a:xfrm>
            <a:custGeom>
              <a:rect b="b" l="l" r="r" t="t"/>
              <a:pathLst>
                <a:path extrusionOk="0" h="2134" w="2497">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2" name="Google Shape;3182;p95"/>
            <p:cNvSpPr/>
            <p:nvPr/>
          </p:nvSpPr>
          <p:spPr>
            <a:xfrm>
              <a:off x="6484575" y="1495200"/>
              <a:ext cx="62425" cy="53325"/>
            </a:xfrm>
            <a:custGeom>
              <a:rect b="b" l="l" r="r" t="t"/>
              <a:pathLst>
                <a:path extrusionOk="0" h="2133"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95"/>
            <p:cNvSpPr/>
            <p:nvPr/>
          </p:nvSpPr>
          <p:spPr>
            <a:xfrm>
              <a:off x="65608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95"/>
            <p:cNvSpPr/>
            <p:nvPr/>
          </p:nvSpPr>
          <p:spPr>
            <a:xfrm>
              <a:off x="65608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95"/>
            <p:cNvSpPr/>
            <p:nvPr/>
          </p:nvSpPr>
          <p:spPr>
            <a:xfrm>
              <a:off x="663700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6" name="Google Shape;3186;p95"/>
            <p:cNvSpPr/>
            <p:nvPr/>
          </p:nvSpPr>
          <p:spPr>
            <a:xfrm>
              <a:off x="7094075" y="14952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95"/>
            <p:cNvSpPr/>
            <p:nvPr/>
          </p:nvSpPr>
          <p:spPr>
            <a:xfrm>
              <a:off x="671322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8" name="Google Shape;3188;p95"/>
            <p:cNvSpPr/>
            <p:nvPr/>
          </p:nvSpPr>
          <p:spPr>
            <a:xfrm>
              <a:off x="678922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9" name="Google Shape;3189;p95"/>
            <p:cNvSpPr/>
            <p:nvPr/>
          </p:nvSpPr>
          <p:spPr>
            <a:xfrm>
              <a:off x="686565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0" name="Google Shape;3190;p95"/>
            <p:cNvSpPr/>
            <p:nvPr/>
          </p:nvSpPr>
          <p:spPr>
            <a:xfrm>
              <a:off x="701787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1" name="Google Shape;3191;p95"/>
            <p:cNvSpPr/>
            <p:nvPr/>
          </p:nvSpPr>
          <p:spPr>
            <a:xfrm>
              <a:off x="69418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2" name="Google Shape;3192;p95"/>
            <p:cNvSpPr/>
            <p:nvPr/>
          </p:nvSpPr>
          <p:spPr>
            <a:xfrm>
              <a:off x="68656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3" name="Google Shape;3193;p95"/>
            <p:cNvSpPr/>
            <p:nvPr/>
          </p:nvSpPr>
          <p:spPr>
            <a:xfrm>
              <a:off x="678922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4" name="Google Shape;3194;p95"/>
            <p:cNvSpPr/>
            <p:nvPr/>
          </p:nvSpPr>
          <p:spPr>
            <a:xfrm>
              <a:off x="671322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5" name="Google Shape;3195;p95"/>
            <p:cNvSpPr/>
            <p:nvPr/>
          </p:nvSpPr>
          <p:spPr>
            <a:xfrm>
              <a:off x="6637000" y="1495200"/>
              <a:ext cx="62225" cy="53325"/>
            </a:xfrm>
            <a:custGeom>
              <a:rect b="b" l="l" r="r" t="t"/>
              <a:pathLst>
                <a:path extrusionOk="0" h="2133" w="2489">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6" name="Google Shape;3196;p95"/>
            <p:cNvSpPr/>
            <p:nvPr/>
          </p:nvSpPr>
          <p:spPr>
            <a:xfrm>
              <a:off x="6637000" y="1571400"/>
              <a:ext cx="62225" cy="53250"/>
            </a:xfrm>
            <a:custGeom>
              <a:rect b="b" l="l" r="r" t="t"/>
              <a:pathLst>
                <a:path extrusionOk="0" h="2130" w="2489">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7" name="Google Shape;3197;p95"/>
            <p:cNvSpPr/>
            <p:nvPr/>
          </p:nvSpPr>
          <p:spPr>
            <a:xfrm>
              <a:off x="65608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8" name="Google Shape;3198;p95"/>
            <p:cNvSpPr/>
            <p:nvPr/>
          </p:nvSpPr>
          <p:spPr>
            <a:xfrm>
              <a:off x="6484575" y="1571400"/>
              <a:ext cx="62425" cy="53250"/>
            </a:xfrm>
            <a:custGeom>
              <a:rect b="b" l="l" r="r" t="t"/>
              <a:pathLst>
                <a:path extrusionOk="0" h="2130" w="2497">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9" name="Google Shape;3199;p95"/>
            <p:cNvSpPr/>
            <p:nvPr/>
          </p:nvSpPr>
          <p:spPr>
            <a:xfrm>
              <a:off x="6408350" y="1571400"/>
              <a:ext cx="62425" cy="53250"/>
            </a:xfrm>
            <a:custGeom>
              <a:rect b="b" l="l" r="r" t="t"/>
              <a:pathLst>
                <a:path extrusionOk="0" h="2130" w="2497">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0" name="Google Shape;3200;p95"/>
            <p:cNvSpPr/>
            <p:nvPr/>
          </p:nvSpPr>
          <p:spPr>
            <a:xfrm>
              <a:off x="63323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1" name="Google Shape;3201;p95"/>
            <p:cNvSpPr/>
            <p:nvPr/>
          </p:nvSpPr>
          <p:spPr>
            <a:xfrm>
              <a:off x="587527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2" name="Google Shape;3202;p95"/>
            <p:cNvSpPr/>
            <p:nvPr/>
          </p:nvSpPr>
          <p:spPr>
            <a:xfrm>
              <a:off x="587527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3" name="Google Shape;3203;p95"/>
            <p:cNvSpPr/>
            <p:nvPr/>
          </p:nvSpPr>
          <p:spPr>
            <a:xfrm>
              <a:off x="59514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95"/>
            <p:cNvSpPr/>
            <p:nvPr/>
          </p:nvSpPr>
          <p:spPr>
            <a:xfrm>
              <a:off x="59514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5" name="Google Shape;3205;p95"/>
            <p:cNvSpPr/>
            <p:nvPr/>
          </p:nvSpPr>
          <p:spPr>
            <a:xfrm>
              <a:off x="59514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6" name="Google Shape;3206;p95"/>
            <p:cNvSpPr/>
            <p:nvPr/>
          </p:nvSpPr>
          <p:spPr>
            <a:xfrm>
              <a:off x="595147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7" name="Google Shape;3207;p95"/>
            <p:cNvSpPr/>
            <p:nvPr/>
          </p:nvSpPr>
          <p:spPr>
            <a:xfrm>
              <a:off x="595147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8" name="Google Shape;3208;p95"/>
            <p:cNvSpPr/>
            <p:nvPr/>
          </p:nvSpPr>
          <p:spPr>
            <a:xfrm>
              <a:off x="595147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9" name="Google Shape;3209;p95"/>
            <p:cNvSpPr/>
            <p:nvPr/>
          </p:nvSpPr>
          <p:spPr>
            <a:xfrm>
              <a:off x="5951475"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0" name="Google Shape;3210;p95"/>
            <p:cNvSpPr/>
            <p:nvPr/>
          </p:nvSpPr>
          <p:spPr>
            <a:xfrm>
              <a:off x="595147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1" name="Google Shape;3211;p95"/>
            <p:cNvSpPr/>
            <p:nvPr/>
          </p:nvSpPr>
          <p:spPr>
            <a:xfrm>
              <a:off x="595147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2" name="Google Shape;3212;p95"/>
            <p:cNvSpPr/>
            <p:nvPr/>
          </p:nvSpPr>
          <p:spPr>
            <a:xfrm>
              <a:off x="6027500" y="141897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3" name="Google Shape;3213;p95"/>
            <p:cNvSpPr/>
            <p:nvPr/>
          </p:nvSpPr>
          <p:spPr>
            <a:xfrm>
              <a:off x="6027500" y="14952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4" name="Google Shape;3214;p95"/>
            <p:cNvSpPr/>
            <p:nvPr/>
          </p:nvSpPr>
          <p:spPr>
            <a:xfrm>
              <a:off x="6027500" y="1571400"/>
              <a:ext cx="62425" cy="53250"/>
            </a:xfrm>
            <a:custGeom>
              <a:rect b="b" l="l" r="r" t="t"/>
              <a:pathLst>
                <a:path extrusionOk="0" h="2130" w="2497">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5" name="Google Shape;3215;p95"/>
            <p:cNvSpPr/>
            <p:nvPr/>
          </p:nvSpPr>
          <p:spPr>
            <a:xfrm>
              <a:off x="6027500" y="164740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95"/>
            <p:cNvSpPr/>
            <p:nvPr/>
          </p:nvSpPr>
          <p:spPr>
            <a:xfrm>
              <a:off x="6027500" y="172362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7" name="Google Shape;3217;p95"/>
            <p:cNvSpPr/>
            <p:nvPr/>
          </p:nvSpPr>
          <p:spPr>
            <a:xfrm>
              <a:off x="6027500" y="179985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8" name="Google Shape;3218;p95"/>
            <p:cNvSpPr/>
            <p:nvPr/>
          </p:nvSpPr>
          <p:spPr>
            <a:xfrm>
              <a:off x="6027500" y="1876050"/>
              <a:ext cx="62425" cy="53350"/>
            </a:xfrm>
            <a:custGeom>
              <a:rect b="b" l="l" r="r" t="t"/>
              <a:pathLst>
                <a:path extrusionOk="0" h="2134" w="2497">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9" name="Google Shape;3219;p95"/>
            <p:cNvSpPr/>
            <p:nvPr/>
          </p:nvSpPr>
          <p:spPr>
            <a:xfrm>
              <a:off x="6027500" y="1952050"/>
              <a:ext cx="62425" cy="53450"/>
            </a:xfrm>
            <a:custGeom>
              <a:rect b="b" l="l" r="r" t="t"/>
              <a:pathLst>
                <a:path extrusionOk="0" h="2138" w="2497">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0" name="Google Shape;3220;p95"/>
            <p:cNvSpPr/>
            <p:nvPr/>
          </p:nvSpPr>
          <p:spPr>
            <a:xfrm>
              <a:off x="6103700"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1" name="Google Shape;3221;p95"/>
            <p:cNvSpPr/>
            <p:nvPr/>
          </p:nvSpPr>
          <p:spPr>
            <a:xfrm>
              <a:off x="6103700" y="14952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95"/>
            <p:cNvSpPr/>
            <p:nvPr/>
          </p:nvSpPr>
          <p:spPr>
            <a:xfrm>
              <a:off x="6103700"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3" name="Google Shape;3223;p95"/>
            <p:cNvSpPr/>
            <p:nvPr/>
          </p:nvSpPr>
          <p:spPr>
            <a:xfrm>
              <a:off x="6103700"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4" name="Google Shape;3224;p95"/>
            <p:cNvSpPr/>
            <p:nvPr/>
          </p:nvSpPr>
          <p:spPr>
            <a:xfrm>
              <a:off x="6103700" y="172362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5" name="Google Shape;3225;p95"/>
            <p:cNvSpPr/>
            <p:nvPr/>
          </p:nvSpPr>
          <p:spPr>
            <a:xfrm>
              <a:off x="6103700" y="17998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6" name="Google Shape;3226;p95"/>
            <p:cNvSpPr/>
            <p:nvPr/>
          </p:nvSpPr>
          <p:spPr>
            <a:xfrm>
              <a:off x="6103700" y="1876050"/>
              <a:ext cx="62425" cy="53275"/>
            </a:xfrm>
            <a:custGeom>
              <a:rect b="b" l="l" r="r" t="t"/>
              <a:pathLst>
                <a:path extrusionOk="0" h="2131" w="2497">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7" name="Google Shape;3227;p95"/>
            <p:cNvSpPr/>
            <p:nvPr/>
          </p:nvSpPr>
          <p:spPr>
            <a:xfrm>
              <a:off x="6103700"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8" name="Google Shape;3228;p95"/>
            <p:cNvSpPr/>
            <p:nvPr/>
          </p:nvSpPr>
          <p:spPr>
            <a:xfrm>
              <a:off x="61799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9" name="Google Shape;3229;p95"/>
            <p:cNvSpPr/>
            <p:nvPr/>
          </p:nvSpPr>
          <p:spPr>
            <a:xfrm>
              <a:off x="61799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0" name="Google Shape;3230;p95"/>
            <p:cNvSpPr/>
            <p:nvPr/>
          </p:nvSpPr>
          <p:spPr>
            <a:xfrm>
              <a:off x="61799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1" name="Google Shape;3231;p95"/>
            <p:cNvSpPr/>
            <p:nvPr/>
          </p:nvSpPr>
          <p:spPr>
            <a:xfrm>
              <a:off x="6256150" y="141897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2" name="Google Shape;3232;p95"/>
            <p:cNvSpPr/>
            <p:nvPr/>
          </p:nvSpPr>
          <p:spPr>
            <a:xfrm>
              <a:off x="6256150" y="149520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3" name="Google Shape;3233;p95"/>
            <p:cNvSpPr/>
            <p:nvPr/>
          </p:nvSpPr>
          <p:spPr>
            <a:xfrm>
              <a:off x="6256150" y="1571400"/>
              <a:ext cx="62200" cy="53250"/>
            </a:xfrm>
            <a:custGeom>
              <a:rect b="b" l="l" r="r" t="t"/>
              <a:pathLst>
                <a:path extrusionOk="0" h="2130" w="2488">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4" name="Google Shape;3234;p95"/>
            <p:cNvSpPr/>
            <p:nvPr/>
          </p:nvSpPr>
          <p:spPr>
            <a:xfrm>
              <a:off x="625615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5" name="Google Shape;3235;p95"/>
            <p:cNvSpPr/>
            <p:nvPr/>
          </p:nvSpPr>
          <p:spPr>
            <a:xfrm>
              <a:off x="61799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95"/>
            <p:cNvSpPr/>
            <p:nvPr/>
          </p:nvSpPr>
          <p:spPr>
            <a:xfrm>
              <a:off x="61799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95"/>
            <p:cNvSpPr/>
            <p:nvPr/>
          </p:nvSpPr>
          <p:spPr>
            <a:xfrm>
              <a:off x="617992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8" name="Google Shape;3238;p95"/>
            <p:cNvSpPr/>
            <p:nvPr/>
          </p:nvSpPr>
          <p:spPr>
            <a:xfrm>
              <a:off x="61799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9" name="Google Shape;3239;p95"/>
            <p:cNvSpPr/>
            <p:nvPr/>
          </p:nvSpPr>
          <p:spPr>
            <a:xfrm>
              <a:off x="61799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0" name="Google Shape;3240;p95"/>
            <p:cNvSpPr/>
            <p:nvPr/>
          </p:nvSpPr>
          <p:spPr>
            <a:xfrm>
              <a:off x="61799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1" name="Google Shape;3241;p95"/>
            <p:cNvSpPr/>
            <p:nvPr/>
          </p:nvSpPr>
          <p:spPr>
            <a:xfrm>
              <a:off x="6103700"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2" name="Google Shape;3242;p95"/>
            <p:cNvSpPr/>
            <p:nvPr/>
          </p:nvSpPr>
          <p:spPr>
            <a:xfrm>
              <a:off x="6027500" y="2028275"/>
              <a:ext cx="62425" cy="53450"/>
            </a:xfrm>
            <a:custGeom>
              <a:rect b="b" l="l" r="r" t="t"/>
              <a:pathLst>
                <a:path extrusionOk="0" h="2138" w="2497">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3" name="Google Shape;3243;p95"/>
            <p:cNvSpPr/>
            <p:nvPr/>
          </p:nvSpPr>
          <p:spPr>
            <a:xfrm>
              <a:off x="6027500" y="21045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4" name="Google Shape;3244;p95"/>
            <p:cNvSpPr/>
            <p:nvPr/>
          </p:nvSpPr>
          <p:spPr>
            <a:xfrm>
              <a:off x="595147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5" name="Google Shape;3245;p95"/>
            <p:cNvSpPr/>
            <p:nvPr/>
          </p:nvSpPr>
          <p:spPr>
            <a:xfrm>
              <a:off x="5494400" y="164740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6" name="Google Shape;3246;p95"/>
            <p:cNvSpPr/>
            <p:nvPr/>
          </p:nvSpPr>
          <p:spPr>
            <a:xfrm>
              <a:off x="54944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7" name="Google Shape;3247;p95"/>
            <p:cNvSpPr/>
            <p:nvPr/>
          </p:nvSpPr>
          <p:spPr>
            <a:xfrm>
              <a:off x="54944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8" name="Google Shape;3248;p95"/>
            <p:cNvSpPr/>
            <p:nvPr/>
          </p:nvSpPr>
          <p:spPr>
            <a:xfrm>
              <a:off x="5494400" y="1876050"/>
              <a:ext cx="62225" cy="53300"/>
            </a:xfrm>
            <a:custGeom>
              <a:rect b="b" l="l" r="r" t="t"/>
              <a:pathLst>
                <a:path extrusionOk="0" h="2132" w="2489">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9" name="Google Shape;3249;p95"/>
            <p:cNvSpPr/>
            <p:nvPr/>
          </p:nvSpPr>
          <p:spPr>
            <a:xfrm>
              <a:off x="5494400" y="1952050"/>
              <a:ext cx="62225" cy="53450"/>
            </a:xfrm>
            <a:custGeom>
              <a:rect b="b" l="l" r="r" t="t"/>
              <a:pathLst>
                <a:path extrusionOk="0" h="2138" w="2489">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95"/>
            <p:cNvSpPr/>
            <p:nvPr/>
          </p:nvSpPr>
          <p:spPr>
            <a:xfrm>
              <a:off x="5494400"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1" name="Google Shape;3251;p95"/>
            <p:cNvSpPr/>
            <p:nvPr/>
          </p:nvSpPr>
          <p:spPr>
            <a:xfrm>
              <a:off x="54944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2" name="Google Shape;3252;p95"/>
            <p:cNvSpPr/>
            <p:nvPr/>
          </p:nvSpPr>
          <p:spPr>
            <a:xfrm>
              <a:off x="54944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95"/>
            <p:cNvSpPr/>
            <p:nvPr/>
          </p:nvSpPr>
          <p:spPr>
            <a:xfrm>
              <a:off x="54944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4" name="Google Shape;3254;p95"/>
            <p:cNvSpPr/>
            <p:nvPr/>
          </p:nvSpPr>
          <p:spPr>
            <a:xfrm>
              <a:off x="5494400"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5" name="Google Shape;3255;p95"/>
            <p:cNvSpPr/>
            <p:nvPr/>
          </p:nvSpPr>
          <p:spPr>
            <a:xfrm>
              <a:off x="54944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95"/>
            <p:cNvSpPr/>
            <p:nvPr/>
          </p:nvSpPr>
          <p:spPr>
            <a:xfrm>
              <a:off x="5494400" y="2561575"/>
              <a:ext cx="62225" cy="53425"/>
            </a:xfrm>
            <a:custGeom>
              <a:rect b="b" l="l" r="r" t="t"/>
              <a:pathLst>
                <a:path extrusionOk="0" h="2137" w="2489">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95"/>
            <p:cNvSpPr/>
            <p:nvPr/>
          </p:nvSpPr>
          <p:spPr>
            <a:xfrm>
              <a:off x="5494400" y="2637775"/>
              <a:ext cx="62225" cy="53450"/>
            </a:xfrm>
            <a:custGeom>
              <a:rect b="b" l="l" r="r" t="t"/>
              <a:pathLst>
                <a:path extrusionOk="0" h="2138" w="2489">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8" name="Google Shape;3258;p95"/>
            <p:cNvSpPr/>
            <p:nvPr/>
          </p:nvSpPr>
          <p:spPr>
            <a:xfrm>
              <a:off x="549440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95"/>
            <p:cNvSpPr/>
            <p:nvPr/>
          </p:nvSpPr>
          <p:spPr>
            <a:xfrm>
              <a:off x="549440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0" name="Google Shape;3260;p95"/>
            <p:cNvSpPr/>
            <p:nvPr/>
          </p:nvSpPr>
          <p:spPr>
            <a:xfrm>
              <a:off x="5570625" y="1266550"/>
              <a:ext cx="62200" cy="53450"/>
            </a:xfrm>
            <a:custGeom>
              <a:rect b="b" l="l" r="r" t="t"/>
              <a:pathLst>
                <a:path extrusionOk="0" h="2138" w="2488">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95"/>
            <p:cNvSpPr/>
            <p:nvPr/>
          </p:nvSpPr>
          <p:spPr>
            <a:xfrm>
              <a:off x="5570625" y="134275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2" name="Google Shape;3262;p95"/>
            <p:cNvSpPr/>
            <p:nvPr/>
          </p:nvSpPr>
          <p:spPr>
            <a:xfrm>
              <a:off x="5570625" y="141897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3" name="Google Shape;3263;p95"/>
            <p:cNvSpPr/>
            <p:nvPr/>
          </p:nvSpPr>
          <p:spPr>
            <a:xfrm>
              <a:off x="5570625" y="1495200"/>
              <a:ext cx="62200" cy="53325"/>
            </a:xfrm>
            <a:custGeom>
              <a:rect b="b" l="l" r="r" t="t"/>
              <a:pathLst>
                <a:path extrusionOk="0" h="2133" w="2488">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95"/>
            <p:cNvSpPr/>
            <p:nvPr/>
          </p:nvSpPr>
          <p:spPr>
            <a:xfrm>
              <a:off x="5570625" y="1571400"/>
              <a:ext cx="62200" cy="53250"/>
            </a:xfrm>
            <a:custGeom>
              <a:rect b="b" l="l" r="r" t="t"/>
              <a:pathLst>
                <a:path extrusionOk="0" h="2130" w="2488">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5" name="Google Shape;3265;p95"/>
            <p:cNvSpPr/>
            <p:nvPr/>
          </p:nvSpPr>
          <p:spPr>
            <a:xfrm>
              <a:off x="5570625" y="164740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6" name="Google Shape;3266;p95"/>
            <p:cNvSpPr/>
            <p:nvPr/>
          </p:nvSpPr>
          <p:spPr>
            <a:xfrm>
              <a:off x="5570625"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95"/>
            <p:cNvSpPr/>
            <p:nvPr/>
          </p:nvSpPr>
          <p:spPr>
            <a:xfrm>
              <a:off x="5570625"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95"/>
            <p:cNvSpPr/>
            <p:nvPr/>
          </p:nvSpPr>
          <p:spPr>
            <a:xfrm>
              <a:off x="5570625" y="187605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9" name="Google Shape;3269;p95"/>
            <p:cNvSpPr/>
            <p:nvPr/>
          </p:nvSpPr>
          <p:spPr>
            <a:xfrm>
              <a:off x="5570625" y="1952050"/>
              <a:ext cx="62200" cy="53450"/>
            </a:xfrm>
            <a:custGeom>
              <a:rect b="b" l="l" r="r" t="t"/>
              <a:pathLst>
                <a:path extrusionOk="0" h="2138" w="2488">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0" name="Google Shape;3270;p95"/>
            <p:cNvSpPr/>
            <p:nvPr/>
          </p:nvSpPr>
          <p:spPr>
            <a:xfrm>
              <a:off x="5570625" y="2028275"/>
              <a:ext cx="62200" cy="53450"/>
            </a:xfrm>
            <a:custGeom>
              <a:rect b="b" l="l" r="r" t="t"/>
              <a:pathLst>
                <a:path extrusionOk="0" h="2138" w="2488">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1" name="Google Shape;3271;p95"/>
            <p:cNvSpPr/>
            <p:nvPr/>
          </p:nvSpPr>
          <p:spPr>
            <a:xfrm>
              <a:off x="5570625"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2" name="Google Shape;3272;p95"/>
            <p:cNvSpPr/>
            <p:nvPr/>
          </p:nvSpPr>
          <p:spPr>
            <a:xfrm>
              <a:off x="5570625" y="218070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3" name="Google Shape;3273;p95"/>
            <p:cNvSpPr/>
            <p:nvPr/>
          </p:nvSpPr>
          <p:spPr>
            <a:xfrm>
              <a:off x="5570625" y="2256925"/>
              <a:ext cx="62425" cy="53425"/>
            </a:xfrm>
            <a:custGeom>
              <a:rect b="b" l="l" r="r" t="t"/>
              <a:pathLst>
                <a:path extrusionOk="0" h="2137" w="2497">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4" name="Google Shape;3274;p95"/>
            <p:cNvSpPr/>
            <p:nvPr/>
          </p:nvSpPr>
          <p:spPr>
            <a:xfrm>
              <a:off x="5570625" y="2333125"/>
              <a:ext cx="62200" cy="53450"/>
            </a:xfrm>
            <a:custGeom>
              <a:rect b="b" l="l" r="r" t="t"/>
              <a:pathLst>
                <a:path extrusionOk="0" h="2138" w="2488">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5" name="Google Shape;3275;p95"/>
            <p:cNvSpPr/>
            <p:nvPr/>
          </p:nvSpPr>
          <p:spPr>
            <a:xfrm>
              <a:off x="5570625" y="2485550"/>
              <a:ext cx="62200" cy="53300"/>
            </a:xfrm>
            <a:custGeom>
              <a:rect b="b" l="l" r="r" t="t"/>
              <a:pathLst>
                <a:path extrusionOk="0" h="2132" w="2488">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6" name="Google Shape;3276;p95"/>
            <p:cNvSpPr/>
            <p:nvPr/>
          </p:nvSpPr>
          <p:spPr>
            <a:xfrm>
              <a:off x="5570625" y="2561575"/>
              <a:ext cx="62200" cy="53425"/>
            </a:xfrm>
            <a:custGeom>
              <a:rect b="b" l="l" r="r" t="t"/>
              <a:pathLst>
                <a:path extrusionOk="0" h="2137" w="2488">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7" name="Google Shape;3277;p95"/>
            <p:cNvSpPr/>
            <p:nvPr/>
          </p:nvSpPr>
          <p:spPr>
            <a:xfrm>
              <a:off x="55706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8" name="Google Shape;3278;p95"/>
            <p:cNvSpPr/>
            <p:nvPr/>
          </p:nvSpPr>
          <p:spPr>
            <a:xfrm>
              <a:off x="5570625" y="2866425"/>
              <a:ext cx="62200" cy="53275"/>
            </a:xfrm>
            <a:custGeom>
              <a:rect b="b" l="l" r="r" t="t"/>
              <a:pathLst>
                <a:path extrusionOk="0" h="2131" w="2488">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9" name="Google Shape;3279;p95"/>
            <p:cNvSpPr/>
            <p:nvPr/>
          </p:nvSpPr>
          <p:spPr>
            <a:xfrm>
              <a:off x="5570625" y="2790200"/>
              <a:ext cx="62200" cy="53350"/>
            </a:xfrm>
            <a:custGeom>
              <a:rect b="b" l="l" r="r" t="t"/>
              <a:pathLst>
                <a:path extrusionOk="0" h="2134" w="2488">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0" name="Google Shape;3280;p95"/>
            <p:cNvSpPr/>
            <p:nvPr/>
          </p:nvSpPr>
          <p:spPr>
            <a:xfrm>
              <a:off x="5570625"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1" name="Google Shape;3281;p95"/>
            <p:cNvSpPr/>
            <p:nvPr/>
          </p:nvSpPr>
          <p:spPr>
            <a:xfrm>
              <a:off x="56468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2" name="Google Shape;3282;p95"/>
            <p:cNvSpPr/>
            <p:nvPr/>
          </p:nvSpPr>
          <p:spPr>
            <a:xfrm>
              <a:off x="56468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3" name="Google Shape;3283;p95"/>
            <p:cNvSpPr/>
            <p:nvPr/>
          </p:nvSpPr>
          <p:spPr>
            <a:xfrm>
              <a:off x="56468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4" name="Google Shape;3284;p95"/>
            <p:cNvSpPr/>
            <p:nvPr/>
          </p:nvSpPr>
          <p:spPr>
            <a:xfrm>
              <a:off x="564682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5" name="Google Shape;3285;p95"/>
            <p:cNvSpPr/>
            <p:nvPr/>
          </p:nvSpPr>
          <p:spPr>
            <a:xfrm>
              <a:off x="56468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6" name="Google Shape;3286;p95"/>
            <p:cNvSpPr/>
            <p:nvPr/>
          </p:nvSpPr>
          <p:spPr>
            <a:xfrm>
              <a:off x="56468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7" name="Google Shape;3287;p95"/>
            <p:cNvSpPr/>
            <p:nvPr/>
          </p:nvSpPr>
          <p:spPr>
            <a:xfrm>
              <a:off x="5646825" y="1876050"/>
              <a:ext cx="62225" cy="53350"/>
            </a:xfrm>
            <a:custGeom>
              <a:rect b="b" l="l" r="r" t="t"/>
              <a:pathLst>
                <a:path extrusionOk="0" h="2134" w="2489">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8" name="Google Shape;3288;p95"/>
            <p:cNvSpPr/>
            <p:nvPr/>
          </p:nvSpPr>
          <p:spPr>
            <a:xfrm>
              <a:off x="56468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95"/>
            <p:cNvSpPr/>
            <p:nvPr/>
          </p:nvSpPr>
          <p:spPr>
            <a:xfrm>
              <a:off x="56468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95"/>
            <p:cNvSpPr/>
            <p:nvPr/>
          </p:nvSpPr>
          <p:spPr>
            <a:xfrm>
              <a:off x="56468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1" name="Google Shape;3291;p95"/>
            <p:cNvSpPr/>
            <p:nvPr/>
          </p:nvSpPr>
          <p:spPr>
            <a:xfrm>
              <a:off x="56468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2" name="Google Shape;3292;p95"/>
            <p:cNvSpPr/>
            <p:nvPr/>
          </p:nvSpPr>
          <p:spPr>
            <a:xfrm>
              <a:off x="5646825"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3" name="Google Shape;3293;p95"/>
            <p:cNvSpPr/>
            <p:nvPr/>
          </p:nvSpPr>
          <p:spPr>
            <a:xfrm>
              <a:off x="56468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4" name="Google Shape;3294;p95"/>
            <p:cNvSpPr/>
            <p:nvPr/>
          </p:nvSpPr>
          <p:spPr>
            <a:xfrm>
              <a:off x="5646825" y="2485550"/>
              <a:ext cx="62225" cy="53300"/>
            </a:xfrm>
            <a:custGeom>
              <a:rect b="b" l="l" r="r" t="t"/>
              <a:pathLst>
                <a:path extrusionOk="0" h="2132" w="2489">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5" name="Google Shape;3295;p95"/>
            <p:cNvSpPr/>
            <p:nvPr/>
          </p:nvSpPr>
          <p:spPr>
            <a:xfrm>
              <a:off x="56468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6" name="Google Shape;3296;p95"/>
            <p:cNvSpPr/>
            <p:nvPr/>
          </p:nvSpPr>
          <p:spPr>
            <a:xfrm>
              <a:off x="56468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95"/>
            <p:cNvSpPr/>
            <p:nvPr/>
          </p:nvSpPr>
          <p:spPr>
            <a:xfrm>
              <a:off x="5646825" y="2637775"/>
              <a:ext cx="62225" cy="53450"/>
            </a:xfrm>
            <a:custGeom>
              <a:rect b="b" l="l" r="r" t="t"/>
              <a:pathLst>
                <a:path extrusionOk="0" h="2138" w="2489">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95"/>
            <p:cNvSpPr/>
            <p:nvPr/>
          </p:nvSpPr>
          <p:spPr>
            <a:xfrm>
              <a:off x="5723050"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9" name="Google Shape;3299;p95"/>
            <p:cNvSpPr/>
            <p:nvPr/>
          </p:nvSpPr>
          <p:spPr>
            <a:xfrm>
              <a:off x="5723050"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0" name="Google Shape;3300;p95"/>
            <p:cNvSpPr/>
            <p:nvPr/>
          </p:nvSpPr>
          <p:spPr>
            <a:xfrm>
              <a:off x="5723050" y="1571400"/>
              <a:ext cx="62150" cy="53250"/>
            </a:xfrm>
            <a:custGeom>
              <a:rect b="b" l="l" r="r" t="t"/>
              <a:pathLst>
                <a:path extrusionOk="0" h="2130" w="2486">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1" name="Google Shape;3301;p95"/>
            <p:cNvSpPr/>
            <p:nvPr/>
          </p:nvSpPr>
          <p:spPr>
            <a:xfrm>
              <a:off x="5723050"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2" name="Google Shape;3302;p95"/>
            <p:cNvSpPr/>
            <p:nvPr/>
          </p:nvSpPr>
          <p:spPr>
            <a:xfrm>
              <a:off x="5723050" y="17236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3" name="Google Shape;3303;p95"/>
            <p:cNvSpPr/>
            <p:nvPr/>
          </p:nvSpPr>
          <p:spPr>
            <a:xfrm>
              <a:off x="5723050" y="17998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4" name="Google Shape;3304;p95"/>
            <p:cNvSpPr/>
            <p:nvPr/>
          </p:nvSpPr>
          <p:spPr>
            <a:xfrm>
              <a:off x="5723050"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95"/>
            <p:cNvSpPr/>
            <p:nvPr/>
          </p:nvSpPr>
          <p:spPr>
            <a:xfrm>
              <a:off x="5723050"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95"/>
            <p:cNvSpPr/>
            <p:nvPr/>
          </p:nvSpPr>
          <p:spPr>
            <a:xfrm>
              <a:off x="5723050"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7" name="Google Shape;3307;p95"/>
            <p:cNvSpPr/>
            <p:nvPr/>
          </p:nvSpPr>
          <p:spPr>
            <a:xfrm>
              <a:off x="5723050"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8" name="Google Shape;3308;p95"/>
            <p:cNvSpPr/>
            <p:nvPr/>
          </p:nvSpPr>
          <p:spPr>
            <a:xfrm>
              <a:off x="5723050"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9" name="Google Shape;3309;p95"/>
            <p:cNvSpPr/>
            <p:nvPr/>
          </p:nvSpPr>
          <p:spPr>
            <a:xfrm>
              <a:off x="57230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0" name="Google Shape;3310;p95"/>
            <p:cNvSpPr/>
            <p:nvPr/>
          </p:nvSpPr>
          <p:spPr>
            <a:xfrm>
              <a:off x="5723050"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1" name="Google Shape;3311;p95"/>
            <p:cNvSpPr/>
            <p:nvPr/>
          </p:nvSpPr>
          <p:spPr>
            <a:xfrm>
              <a:off x="5722850" y="2485550"/>
              <a:ext cx="62425" cy="53300"/>
            </a:xfrm>
            <a:custGeom>
              <a:rect b="b" l="l" r="r" t="t"/>
              <a:pathLst>
                <a:path extrusionOk="0" h="2132" w="2497">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2" name="Google Shape;3312;p95"/>
            <p:cNvSpPr/>
            <p:nvPr/>
          </p:nvSpPr>
          <p:spPr>
            <a:xfrm>
              <a:off x="5723050"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95"/>
            <p:cNvSpPr/>
            <p:nvPr/>
          </p:nvSpPr>
          <p:spPr>
            <a:xfrm>
              <a:off x="5722850" y="2637775"/>
              <a:ext cx="62425" cy="53450"/>
            </a:xfrm>
            <a:custGeom>
              <a:rect b="b" l="l" r="r" t="t"/>
              <a:pathLst>
                <a:path extrusionOk="0" h="2138" w="2497">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95"/>
            <p:cNvSpPr/>
            <p:nvPr/>
          </p:nvSpPr>
          <p:spPr>
            <a:xfrm>
              <a:off x="5799275" y="141897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5" name="Google Shape;3315;p95"/>
            <p:cNvSpPr/>
            <p:nvPr/>
          </p:nvSpPr>
          <p:spPr>
            <a:xfrm>
              <a:off x="5799275" y="149520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6" name="Google Shape;3316;p95"/>
            <p:cNvSpPr/>
            <p:nvPr/>
          </p:nvSpPr>
          <p:spPr>
            <a:xfrm>
              <a:off x="5799275" y="1571400"/>
              <a:ext cx="62150" cy="53275"/>
            </a:xfrm>
            <a:custGeom>
              <a:rect b="b" l="l" r="r" t="t"/>
              <a:pathLst>
                <a:path extrusionOk="0" h="2131" w="2486">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7" name="Google Shape;3317;p95"/>
            <p:cNvSpPr/>
            <p:nvPr/>
          </p:nvSpPr>
          <p:spPr>
            <a:xfrm>
              <a:off x="5799275" y="164740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8" name="Google Shape;3318;p95"/>
            <p:cNvSpPr/>
            <p:nvPr/>
          </p:nvSpPr>
          <p:spPr>
            <a:xfrm>
              <a:off x="5799275" y="172362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9" name="Google Shape;3319;p95"/>
            <p:cNvSpPr/>
            <p:nvPr/>
          </p:nvSpPr>
          <p:spPr>
            <a:xfrm>
              <a:off x="5799275" y="1799825"/>
              <a:ext cx="62150" cy="53300"/>
            </a:xfrm>
            <a:custGeom>
              <a:rect b="b" l="l" r="r" t="t"/>
              <a:pathLst>
                <a:path extrusionOk="0" h="2132" w="2486">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0" name="Google Shape;3320;p95"/>
            <p:cNvSpPr/>
            <p:nvPr/>
          </p:nvSpPr>
          <p:spPr>
            <a:xfrm>
              <a:off x="5799275" y="187605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95"/>
            <p:cNvSpPr/>
            <p:nvPr/>
          </p:nvSpPr>
          <p:spPr>
            <a:xfrm>
              <a:off x="5799275" y="1952050"/>
              <a:ext cx="62200" cy="53500"/>
            </a:xfrm>
            <a:custGeom>
              <a:rect b="b" l="l" r="r" t="t"/>
              <a:pathLst>
                <a:path extrusionOk="0" h="2140" w="2488">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2" name="Google Shape;3322;p95"/>
            <p:cNvSpPr/>
            <p:nvPr/>
          </p:nvSpPr>
          <p:spPr>
            <a:xfrm>
              <a:off x="5799275" y="2028275"/>
              <a:ext cx="62200" cy="53450"/>
            </a:xfrm>
            <a:custGeom>
              <a:rect b="b" l="l" r="r" t="t"/>
              <a:pathLst>
                <a:path extrusionOk="0" h="2138" w="2488">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3" name="Google Shape;3323;p95"/>
            <p:cNvSpPr/>
            <p:nvPr/>
          </p:nvSpPr>
          <p:spPr>
            <a:xfrm>
              <a:off x="587527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4" name="Google Shape;3324;p95"/>
            <p:cNvSpPr/>
            <p:nvPr/>
          </p:nvSpPr>
          <p:spPr>
            <a:xfrm>
              <a:off x="587527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5" name="Google Shape;3325;p95"/>
            <p:cNvSpPr/>
            <p:nvPr/>
          </p:nvSpPr>
          <p:spPr>
            <a:xfrm>
              <a:off x="587527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6" name="Google Shape;3326;p95"/>
            <p:cNvSpPr/>
            <p:nvPr/>
          </p:nvSpPr>
          <p:spPr>
            <a:xfrm>
              <a:off x="587527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7" name="Google Shape;3327;p95"/>
            <p:cNvSpPr/>
            <p:nvPr/>
          </p:nvSpPr>
          <p:spPr>
            <a:xfrm>
              <a:off x="587527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8" name="Google Shape;3328;p95"/>
            <p:cNvSpPr/>
            <p:nvPr/>
          </p:nvSpPr>
          <p:spPr>
            <a:xfrm>
              <a:off x="587527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95"/>
            <p:cNvSpPr/>
            <p:nvPr/>
          </p:nvSpPr>
          <p:spPr>
            <a:xfrm>
              <a:off x="5875275" y="1876050"/>
              <a:ext cx="62225" cy="53350"/>
            </a:xfrm>
            <a:custGeom>
              <a:rect b="b" l="l" r="r" t="t"/>
              <a:pathLst>
                <a:path extrusionOk="0" h="2134" w="2489">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95"/>
            <p:cNvSpPr/>
            <p:nvPr/>
          </p:nvSpPr>
          <p:spPr>
            <a:xfrm>
              <a:off x="587527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1" name="Google Shape;3331;p95"/>
            <p:cNvSpPr/>
            <p:nvPr/>
          </p:nvSpPr>
          <p:spPr>
            <a:xfrm>
              <a:off x="587527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2" name="Google Shape;3332;p95"/>
            <p:cNvSpPr/>
            <p:nvPr/>
          </p:nvSpPr>
          <p:spPr>
            <a:xfrm>
              <a:off x="587527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3" name="Google Shape;3333;p95"/>
            <p:cNvSpPr/>
            <p:nvPr/>
          </p:nvSpPr>
          <p:spPr>
            <a:xfrm>
              <a:off x="5799275" y="2104500"/>
              <a:ext cx="62200" cy="53325"/>
            </a:xfrm>
            <a:custGeom>
              <a:rect b="b" l="l" r="r" t="t"/>
              <a:pathLst>
                <a:path extrusionOk="0" h="2133"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4" name="Google Shape;3334;p95"/>
            <p:cNvSpPr/>
            <p:nvPr/>
          </p:nvSpPr>
          <p:spPr>
            <a:xfrm>
              <a:off x="5799275" y="218070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5" name="Google Shape;3335;p95"/>
            <p:cNvSpPr/>
            <p:nvPr/>
          </p:nvSpPr>
          <p:spPr>
            <a:xfrm>
              <a:off x="5799275" y="2256925"/>
              <a:ext cx="62350" cy="53425"/>
            </a:xfrm>
            <a:custGeom>
              <a:rect b="b" l="l" r="r" t="t"/>
              <a:pathLst>
                <a:path extrusionOk="0" h="2137" w="2494">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6" name="Google Shape;3336;p95"/>
            <p:cNvSpPr/>
            <p:nvPr/>
          </p:nvSpPr>
          <p:spPr>
            <a:xfrm>
              <a:off x="5799275" y="2333125"/>
              <a:ext cx="62200" cy="53450"/>
            </a:xfrm>
            <a:custGeom>
              <a:rect b="b" l="l" r="r" t="t"/>
              <a:pathLst>
                <a:path extrusionOk="0" h="2138" w="2488">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7" name="Google Shape;3337;p95"/>
            <p:cNvSpPr/>
            <p:nvPr/>
          </p:nvSpPr>
          <p:spPr>
            <a:xfrm>
              <a:off x="5799050" y="2637775"/>
              <a:ext cx="62425" cy="53450"/>
            </a:xfrm>
            <a:custGeom>
              <a:rect b="b" l="l" r="r" t="t"/>
              <a:pathLst>
                <a:path extrusionOk="0" h="2138" w="2497">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8" name="Google Shape;3338;p95"/>
            <p:cNvSpPr/>
            <p:nvPr/>
          </p:nvSpPr>
          <p:spPr>
            <a:xfrm>
              <a:off x="5799275" y="2561575"/>
              <a:ext cx="62200" cy="53425"/>
            </a:xfrm>
            <a:custGeom>
              <a:rect b="b" l="l" r="r" t="t"/>
              <a:pathLst>
                <a:path extrusionOk="0" h="2137" w="2488">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9" name="Google Shape;3339;p95"/>
            <p:cNvSpPr/>
            <p:nvPr/>
          </p:nvSpPr>
          <p:spPr>
            <a:xfrm>
              <a:off x="5799050" y="2485550"/>
              <a:ext cx="62425" cy="53300"/>
            </a:xfrm>
            <a:custGeom>
              <a:rect b="b" l="l" r="r" t="t"/>
              <a:pathLst>
                <a:path extrusionOk="0" h="2132" w="2497">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0" name="Google Shape;3340;p95"/>
            <p:cNvSpPr/>
            <p:nvPr/>
          </p:nvSpPr>
          <p:spPr>
            <a:xfrm>
              <a:off x="5799275" y="240935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1" name="Google Shape;3341;p95"/>
            <p:cNvSpPr/>
            <p:nvPr/>
          </p:nvSpPr>
          <p:spPr>
            <a:xfrm>
              <a:off x="5723050"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2" name="Google Shape;3342;p95"/>
            <p:cNvSpPr/>
            <p:nvPr/>
          </p:nvSpPr>
          <p:spPr>
            <a:xfrm>
              <a:off x="56468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3" name="Google Shape;3343;p95"/>
            <p:cNvSpPr/>
            <p:nvPr/>
          </p:nvSpPr>
          <p:spPr>
            <a:xfrm>
              <a:off x="5570625" y="240935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4" name="Google Shape;3344;p95"/>
            <p:cNvSpPr/>
            <p:nvPr/>
          </p:nvSpPr>
          <p:spPr>
            <a:xfrm>
              <a:off x="54944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5" name="Google Shape;3345;p95"/>
            <p:cNvSpPr/>
            <p:nvPr/>
          </p:nvSpPr>
          <p:spPr>
            <a:xfrm>
              <a:off x="5418200" y="240935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6" name="Google Shape;3346;p95"/>
            <p:cNvSpPr/>
            <p:nvPr/>
          </p:nvSpPr>
          <p:spPr>
            <a:xfrm>
              <a:off x="5341975"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7" name="Google Shape;3347;p95"/>
            <p:cNvSpPr/>
            <p:nvPr/>
          </p:nvSpPr>
          <p:spPr>
            <a:xfrm>
              <a:off x="6027500" y="3399500"/>
              <a:ext cx="62425" cy="53350"/>
            </a:xfrm>
            <a:custGeom>
              <a:rect b="b" l="l" r="r" t="t"/>
              <a:pathLst>
                <a:path extrusionOk="0" h="2134" w="2497">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8" name="Google Shape;3348;p95"/>
            <p:cNvSpPr/>
            <p:nvPr/>
          </p:nvSpPr>
          <p:spPr>
            <a:xfrm>
              <a:off x="6027500" y="33233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9" name="Google Shape;3349;p95"/>
            <p:cNvSpPr/>
            <p:nvPr/>
          </p:nvSpPr>
          <p:spPr>
            <a:xfrm>
              <a:off x="6103700"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95"/>
            <p:cNvSpPr/>
            <p:nvPr/>
          </p:nvSpPr>
          <p:spPr>
            <a:xfrm>
              <a:off x="6103700" y="3094850"/>
              <a:ext cx="62425" cy="53350"/>
            </a:xfrm>
            <a:custGeom>
              <a:rect b="b" l="l" r="r" t="t"/>
              <a:pathLst>
                <a:path extrusionOk="0" h="2134" w="2497">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1" name="Google Shape;3351;p95"/>
            <p:cNvSpPr/>
            <p:nvPr/>
          </p:nvSpPr>
          <p:spPr>
            <a:xfrm>
              <a:off x="5951475"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95"/>
            <p:cNvSpPr/>
            <p:nvPr/>
          </p:nvSpPr>
          <p:spPr>
            <a:xfrm>
              <a:off x="595147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3" name="Google Shape;3353;p95"/>
            <p:cNvSpPr/>
            <p:nvPr/>
          </p:nvSpPr>
          <p:spPr>
            <a:xfrm>
              <a:off x="587527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4" name="Google Shape;3354;p95"/>
            <p:cNvSpPr/>
            <p:nvPr/>
          </p:nvSpPr>
          <p:spPr>
            <a:xfrm>
              <a:off x="587527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5" name="Google Shape;3355;p95"/>
            <p:cNvSpPr/>
            <p:nvPr/>
          </p:nvSpPr>
          <p:spPr>
            <a:xfrm>
              <a:off x="587527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6" name="Google Shape;3356;p95"/>
            <p:cNvSpPr/>
            <p:nvPr/>
          </p:nvSpPr>
          <p:spPr>
            <a:xfrm>
              <a:off x="5799125" y="3399500"/>
              <a:ext cx="62350" cy="53450"/>
            </a:xfrm>
            <a:custGeom>
              <a:rect b="b" l="l" r="r" t="t"/>
              <a:pathLst>
                <a:path extrusionOk="0" h="2138" w="2494">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7" name="Google Shape;3357;p95"/>
            <p:cNvSpPr/>
            <p:nvPr/>
          </p:nvSpPr>
          <p:spPr>
            <a:xfrm>
              <a:off x="5799125" y="3323300"/>
              <a:ext cx="62350" cy="53425"/>
            </a:xfrm>
            <a:custGeom>
              <a:rect b="b" l="l" r="r" t="t"/>
              <a:pathLst>
                <a:path extrusionOk="0" h="2137" w="2494">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8" name="Google Shape;3358;p95"/>
            <p:cNvSpPr/>
            <p:nvPr/>
          </p:nvSpPr>
          <p:spPr>
            <a:xfrm>
              <a:off x="6027500" y="355192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9" name="Google Shape;3359;p95"/>
            <p:cNvSpPr/>
            <p:nvPr/>
          </p:nvSpPr>
          <p:spPr>
            <a:xfrm>
              <a:off x="5951475"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0" name="Google Shape;3360;p95"/>
            <p:cNvSpPr/>
            <p:nvPr/>
          </p:nvSpPr>
          <p:spPr>
            <a:xfrm>
              <a:off x="587527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1" name="Google Shape;3361;p95"/>
            <p:cNvSpPr/>
            <p:nvPr/>
          </p:nvSpPr>
          <p:spPr>
            <a:xfrm>
              <a:off x="5799050" y="3551925"/>
              <a:ext cx="62375" cy="53300"/>
            </a:xfrm>
            <a:custGeom>
              <a:rect b="b" l="l" r="r" t="t"/>
              <a:pathLst>
                <a:path extrusionOk="0" h="2132" w="2495">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2" name="Google Shape;3362;p95"/>
            <p:cNvSpPr/>
            <p:nvPr/>
          </p:nvSpPr>
          <p:spPr>
            <a:xfrm>
              <a:off x="5723050" y="3551925"/>
              <a:ext cx="62150" cy="53300"/>
            </a:xfrm>
            <a:custGeom>
              <a:rect b="b" l="l" r="r" t="t"/>
              <a:pathLst>
                <a:path extrusionOk="0" h="2132" w="2486">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3" name="Google Shape;3363;p95"/>
            <p:cNvSpPr/>
            <p:nvPr/>
          </p:nvSpPr>
          <p:spPr>
            <a:xfrm>
              <a:off x="5723050"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4" name="Google Shape;3364;p95"/>
            <p:cNvSpPr/>
            <p:nvPr/>
          </p:nvSpPr>
          <p:spPr>
            <a:xfrm>
              <a:off x="56468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5" name="Google Shape;3365;p95"/>
            <p:cNvSpPr/>
            <p:nvPr/>
          </p:nvSpPr>
          <p:spPr>
            <a:xfrm>
              <a:off x="5646700" y="3399500"/>
              <a:ext cx="62350" cy="53350"/>
            </a:xfrm>
            <a:custGeom>
              <a:rect b="b" l="l" r="r" t="t"/>
              <a:pathLst>
                <a:path extrusionOk="0" h="2134" w="2494">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95"/>
            <p:cNvSpPr/>
            <p:nvPr/>
          </p:nvSpPr>
          <p:spPr>
            <a:xfrm>
              <a:off x="5570475" y="3399500"/>
              <a:ext cx="62350" cy="53350"/>
            </a:xfrm>
            <a:custGeom>
              <a:rect b="b" l="l" r="r" t="t"/>
              <a:pathLst>
                <a:path extrusionOk="0" h="2134" w="2494">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7" name="Google Shape;3367;p95"/>
            <p:cNvSpPr/>
            <p:nvPr/>
          </p:nvSpPr>
          <p:spPr>
            <a:xfrm>
              <a:off x="5570475"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8" name="Google Shape;3368;p95"/>
            <p:cNvSpPr/>
            <p:nvPr/>
          </p:nvSpPr>
          <p:spPr>
            <a:xfrm>
              <a:off x="5494275" y="3323300"/>
              <a:ext cx="62350" cy="53425"/>
            </a:xfrm>
            <a:custGeom>
              <a:rect b="b" l="l" r="r" t="t"/>
              <a:pathLst>
                <a:path extrusionOk="0" h="2137" w="2494">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95"/>
            <p:cNvSpPr/>
            <p:nvPr/>
          </p:nvSpPr>
          <p:spPr>
            <a:xfrm>
              <a:off x="5494275" y="3247075"/>
              <a:ext cx="62350" cy="53500"/>
            </a:xfrm>
            <a:custGeom>
              <a:rect b="b" l="l" r="r" t="t"/>
              <a:pathLst>
                <a:path extrusionOk="0" h="2140" w="2494">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0" name="Google Shape;3370;p95"/>
            <p:cNvSpPr/>
            <p:nvPr/>
          </p:nvSpPr>
          <p:spPr>
            <a:xfrm>
              <a:off x="5646700" y="3247075"/>
              <a:ext cx="62350" cy="53450"/>
            </a:xfrm>
            <a:custGeom>
              <a:rect b="b" l="l" r="r" t="t"/>
              <a:pathLst>
                <a:path extrusionOk="0" h="2138" w="2494">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95"/>
            <p:cNvSpPr/>
            <p:nvPr/>
          </p:nvSpPr>
          <p:spPr>
            <a:xfrm>
              <a:off x="5570625" y="3171075"/>
              <a:ext cx="62200" cy="53350"/>
            </a:xfrm>
            <a:custGeom>
              <a:rect b="b" l="l" r="r" t="t"/>
              <a:pathLst>
                <a:path extrusionOk="0" h="2134" w="2488">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2" name="Google Shape;3372;p95"/>
            <p:cNvSpPr/>
            <p:nvPr/>
          </p:nvSpPr>
          <p:spPr>
            <a:xfrm>
              <a:off x="5494400"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95"/>
            <p:cNvSpPr/>
            <p:nvPr/>
          </p:nvSpPr>
          <p:spPr>
            <a:xfrm>
              <a:off x="732252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4" name="Google Shape;3374;p95"/>
            <p:cNvSpPr/>
            <p:nvPr/>
          </p:nvSpPr>
          <p:spPr>
            <a:xfrm>
              <a:off x="72465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5" name="Google Shape;3375;p95"/>
            <p:cNvSpPr/>
            <p:nvPr/>
          </p:nvSpPr>
          <p:spPr>
            <a:xfrm>
              <a:off x="72465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95"/>
            <p:cNvSpPr/>
            <p:nvPr/>
          </p:nvSpPr>
          <p:spPr>
            <a:xfrm>
              <a:off x="71703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7" name="Google Shape;3377;p95"/>
            <p:cNvSpPr/>
            <p:nvPr/>
          </p:nvSpPr>
          <p:spPr>
            <a:xfrm>
              <a:off x="71703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8" name="Google Shape;3378;p95"/>
            <p:cNvSpPr/>
            <p:nvPr/>
          </p:nvSpPr>
          <p:spPr>
            <a:xfrm>
              <a:off x="7094075"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95"/>
            <p:cNvSpPr/>
            <p:nvPr/>
          </p:nvSpPr>
          <p:spPr>
            <a:xfrm>
              <a:off x="7094075" y="141897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0" name="Google Shape;3380;p95"/>
            <p:cNvSpPr/>
            <p:nvPr/>
          </p:nvSpPr>
          <p:spPr>
            <a:xfrm>
              <a:off x="7017875" y="1571400"/>
              <a:ext cx="62400" cy="53250"/>
            </a:xfrm>
            <a:custGeom>
              <a:rect b="b" l="l" r="r" t="t"/>
              <a:pathLst>
                <a:path extrusionOk="0" h="2130" w="2496">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1" name="Google Shape;3381;p95"/>
            <p:cNvSpPr/>
            <p:nvPr/>
          </p:nvSpPr>
          <p:spPr>
            <a:xfrm>
              <a:off x="7017875" y="1418975"/>
              <a:ext cx="62400" cy="53350"/>
            </a:xfrm>
            <a:custGeom>
              <a:rect b="b" l="l" r="r" t="t"/>
              <a:pathLst>
                <a:path extrusionOk="0" h="2134" w="2496">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2" name="Google Shape;3382;p95"/>
            <p:cNvSpPr/>
            <p:nvPr/>
          </p:nvSpPr>
          <p:spPr>
            <a:xfrm>
              <a:off x="694185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3" name="Google Shape;3383;p95"/>
            <p:cNvSpPr/>
            <p:nvPr/>
          </p:nvSpPr>
          <p:spPr>
            <a:xfrm>
              <a:off x="69418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4" name="Google Shape;3384;p95"/>
            <p:cNvSpPr/>
            <p:nvPr/>
          </p:nvSpPr>
          <p:spPr>
            <a:xfrm>
              <a:off x="69418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5" name="Google Shape;3385;p95"/>
            <p:cNvSpPr/>
            <p:nvPr/>
          </p:nvSpPr>
          <p:spPr>
            <a:xfrm>
              <a:off x="69418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6" name="Google Shape;3386;p95"/>
            <p:cNvSpPr/>
            <p:nvPr/>
          </p:nvSpPr>
          <p:spPr>
            <a:xfrm>
              <a:off x="68656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7" name="Google Shape;3387;p95"/>
            <p:cNvSpPr/>
            <p:nvPr/>
          </p:nvSpPr>
          <p:spPr>
            <a:xfrm>
              <a:off x="686565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8" name="Google Shape;3388;p95"/>
            <p:cNvSpPr/>
            <p:nvPr/>
          </p:nvSpPr>
          <p:spPr>
            <a:xfrm>
              <a:off x="68656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9" name="Google Shape;3389;p95"/>
            <p:cNvSpPr/>
            <p:nvPr/>
          </p:nvSpPr>
          <p:spPr>
            <a:xfrm>
              <a:off x="68656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95"/>
            <p:cNvSpPr/>
            <p:nvPr/>
          </p:nvSpPr>
          <p:spPr>
            <a:xfrm>
              <a:off x="678922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1" name="Google Shape;3391;p95"/>
            <p:cNvSpPr/>
            <p:nvPr/>
          </p:nvSpPr>
          <p:spPr>
            <a:xfrm>
              <a:off x="678922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2" name="Google Shape;3392;p95"/>
            <p:cNvSpPr/>
            <p:nvPr/>
          </p:nvSpPr>
          <p:spPr>
            <a:xfrm>
              <a:off x="678922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3" name="Google Shape;3393;p95"/>
            <p:cNvSpPr/>
            <p:nvPr/>
          </p:nvSpPr>
          <p:spPr>
            <a:xfrm>
              <a:off x="6789225" y="134275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4" name="Google Shape;3394;p95"/>
            <p:cNvSpPr/>
            <p:nvPr/>
          </p:nvSpPr>
          <p:spPr>
            <a:xfrm>
              <a:off x="671322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95"/>
            <p:cNvSpPr/>
            <p:nvPr/>
          </p:nvSpPr>
          <p:spPr>
            <a:xfrm>
              <a:off x="671322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6" name="Google Shape;3396;p95"/>
            <p:cNvSpPr/>
            <p:nvPr/>
          </p:nvSpPr>
          <p:spPr>
            <a:xfrm>
              <a:off x="671322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7" name="Google Shape;3397;p95"/>
            <p:cNvSpPr/>
            <p:nvPr/>
          </p:nvSpPr>
          <p:spPr>
            <a:xfrm>
              <a:off x="671322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8" name="Google Shape;3398;p95"/>
            <p:cNvSpPr/>
            <p:nvPr/>
          </p:nvSpPr>
          <p:spPr>
            <a:xfrm>
              <a:off x="671322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9" name="Google Shape;3399;p95"/>
            <p:cNvSpPr/>
            <p:nvPr/>
          </p:nvSpPr>
          <p:spPr>
            <a:xfrm>
              <a:off x="6637000" y="164740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95"/>
            <p:cNvSpPr/>
            <p:nvPr/>
          </p:nvSpPr>
          <p:spPr>
            <a:xfrm>
              <a:off x="6637000" y="134275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1" name="Google Shape;3401;p95"/>
            <p:cNvSpPr/>
            <p:nvPr/>
          </p:nvSpPr>
          <p:spPr>
            <a:xfrm>
              <a:off x="6560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2" name="Google Shape;3402;p95"/>
            <p:cNvSpPr/>
            <p:nvPr/>
          </p:nvSpPr>
          <p:spPr>
            <a:xfrm>
              <a:off x="656080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95"/>
            <p:cNvSpPr/>
            <p:nvPr/>
          </p:nvSpPr>
          <p:spPr>
            <a:xfrm>
              <a:off x="6560800" y="1266550"/>
              <a:ext cx="62200" cy="53450"/>
            </a:xfrm>
            <a:custGeom>
              <a:rect b="b" l="l" r="r" t="t"/>
              <a:pathLst>
                <a:path extrusionOk="0" h="2138" w="2488">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4" name="Google Shape;3404;p95"/>
            <p:cNvSpPr/>
            <p:nvPr/>
          </p:nvSpPr>
          <p:spPr>
            <a:xfrm>
              <a:off x="6484575" y="1647400"/>
              <a:ext cx="62425" cy="53450"/>
            </a:xfrm>
            <a:custGeom>
              <a:rect b="b" l="l" r="r" t="t"/>
              <a:pathLst>
                <a:path extrusionOk="0" h="2138" w="2497">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5" name="Google Shape;3405;p95"/>
            <p:cNvSpPr/>
            <p:nvPr/>
          </p:nvSpPr>
          <p:spPr>
            <a:xfrm>
              <a:off x="6484575" y="1266550"/>
              <a:ext cx="62425" cy="53450"/>
            </a:xfrm>
            <a:custGeom>
              <a:rect b="b" l="l" r="r" t="t"/>
              <a:pathLst>
                <a:path extrusionOk="0" h="2138" w="2497">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6" name="Google Shape;3406;p95"/>
            <p:cNvSpPr/>
            <p:nvPr/>
          </p:nvSpPr>
          <p:spPr>
            <a:xfrm>
              <a:off x="6408350" y="2333125"/>
              <a:ext cx="62425" cy="53450"/>
            </a:xfrm>
            <a:custGeom>
              <a:rect b="b" l="l" r="r" t="t"/>
              <a:pathLst>
                <a:path extrusionOk="0" h="2138" w="2497">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95"/>
            <p:cNvSpPr/>
            <p:nvPr/>
          </p:nvSpPr>
          <p:spPr>
            <a:xfrm>
              <a:off x="6408350" y="2256925"/>
              <a:ext cx="62575" cy="53425"/>
            </a:xfrm>
            <a:custGeom>
              <a:rect b="b" l="l" r="r" t="t"/>
              <a:pathLst>
                <a:path extrusionOk="0" h="2137" w="2503">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95"/>
            <p:cNvSpPr/>
            <p:nvPr/>
          </p:nvSpPr>
          <p:spPr>
            <a:xfrm>
              <a:off x="6408350" y="21045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9" name="Google Shape;3409;p95"/>
            <p:cNvSpPr/>
            <p:nvPr/>
          </p:nvSpPr>
          <p:spPr>
            <a:xfrm>
              <a:off x="6408350" y="179985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0" name="Google Shape;3410;p95"/>
            <p:cNvSpPr/>
            <p:nvPr/>
          </p:nvSpPr>
          <p:spPr>
            <a:xfrm>
              <a:off x="6408350" y="164740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95"/>
            <p:cNvSpPr/>
            <p:nvPr/>
          </p:nvSpPr>
          <p:spPr>
            <a:xfrm>
              <a:off x="6408350" y="134275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95"/>
            <p:cNvSpPr/>
            <p:nvPr/>
          </p:nvSpPr>
          <p:spPr>
            <a:xfrm>
              <a:off x="6408350" y="1266550"/>
              <a:ext cx="62425" cy="53450"/>
            </a:xfrm>
            <a:custGeom>
              <a:rect b="b" l="l" r="r" t="t"/>
              <a:pathLst>
                <a:path extrusionOk="0" h="2138" w="2497">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3" name="Google Shape;3413;p95"/>
            <p:cNvSpPr/>
            <p:nvPr/>
          </p:nvSpPr>
          <p:spPr>
            <a:xfrm>
              <a:off x="63323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4" name="Google Shape;3414;p95"/>
            <p:cNvSpPr/>
            <p:nvPr/>
          </p:nvSpPr>
          <p:spPr>
            <a:xfrm>
              <a:off x="63323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95"/>
            <p:cNvSpPr/>
            <p:nvPr/>
          </p:nvSpPr>
          <p:spPr>
            <a:xfrm>
              <a:off x="63323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6" name="Google Shape;3416;p95"/>
            <p:cNvSpPr/>
            <p:nvPr/>
          </p:nvSpPr>
          <p:spPr>
            <a:xfrm>
              <a:off x="633235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7" name="Google Shape;3417;p95"/>
            <p:cNvSpPr/>
            <p:nvPr/>
          </p:nvSpPr>
          <p:spPr>
            <a:xfrm>
              <a:off x="633235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8" name="Google Shape;3418;p95"/>
            <p:cNvSpPr/>
            <p:nvPr/>
          </p:nvSpPr>
          <p:spPr>
            <a:xfrm>
              <a:off x="63323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9" name="Google Shape;3419;p95"/>
            <p:cNvSpPr/>
            <p:nvPr/>
          </p:nvSpPr>
          <p:spPr>
            <a:xfrm>
              <a:off x="63323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0" name="Google Shape;3420;p95"/>
            <p:cNvSpPr/>
            <p:nvPr/>
          </p:nvSpPr>
          <p:spPr>
            <a:xfrm>
              <a:off x="6256150" y="2485550"/>
              <a:ext cx="62200" cy="53300"/>
            </a:xfrm>
            <a:custGeom>
              <a:rect b="b" l="l" r="r" t="t"/>
              <a:pathLst>
                <a:path extrusionOk="0" h="2132" w="2488">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1" name="Google Shape;3421;p95"/>
            <p:cNvSpPr/>
            <p:nvPr/>
          </p:nvSpPr>
          <p:spPr>
            <a:xfrm>
              <a:off x="6256150" y="2409350"/>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2" name="Google Shape;3422;p95"/>
            <p:cNvSpPr/>
            <p:nvPr/>
          </p:nvSpPr>
          <p:spPr>
            <a:xfrm>
              <a:off x="6256150" y="2028275"/>
              <a:ext cx="62200" cy="53450"/>
            </a:xfrm>
            <a:custGeom>
              <a:rect b="b" l="l" r="r" t="t"/>
              <a:pathLst>
                <a:path extrusionOk="0" h="2138" w="2488">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3" name="Google Shape;3423;p95"/>
            <p:cNvSpPr/>
            <p:nvPr/>
          </p:nvSpPr>
          <p:spPr>
            <a:xfrm>
              <a:off x="6256150" y="1952050"/>
              <a:ext cx="62200" cy="53450"/>
            </a:xfrm>
            <a:custGeom>
              <a:rect b="b" l="l" r="r" t="t"/>
              <a:pathLst>
                <a:path extrusionOk="0" h="2138" w="2488">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4" name="Google Shape;3424;p95"/>
            <p:cNvSpPr/>
            <p:nvPr/>
          </p:nvSpPr>
          <p:spPr>
            <a:xfrm>
              <a:off x="6256150" y="1876050"/>
              <a:ext cx="62200" cy="53350"/>
            </a:xfrm>
            <a:custGeom>
              <a:rect b="b" l="l" r="r" t="t"/>
              <a:pathLst>
                <a:path extrusionOk="0" h="2134" w="2488">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5" name="Google Shape;3425;p95"/>
            <p:cNvSpPr/>
            <p:nvPr/>
          </p:nvSpPr>
          <p:spPr>
            <a:xfrm>
              <a:off x="6256150" y="179985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6" name="Google Shape;3426;p95"/>
            <p:cNvSpPr/>
            <p:nvPr/>
          </p:nvSpPr>
          <p:spPr>
            <a:xfrm>
              <a:off x="6256150" y="172362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95"/>
            <p:cNvSpPr/>
            <p:nvPr/>
          </p:nvSpPr>
          <p:spPr>
            <a:xfrm>
              <a:off x="6256150" y="134275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8" name="Google Shape;3428;p95"/>
            <p:cNvSpPr/>
            <p:nvPr/>
          </p:nvSpPr>
          <p:spPr>
            <a:xfrm>
              <a:off x="617992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95"/>
            <p:cNvSpPr/>
            <p:nvPr/>
          </p:nvSpPr>
          <p:spPr>
            <a:xfrm>
              <a:off x="617992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0" name="Google Shape;3430;p95"/>
            <p:cNvSpPr/>
            <p:nvPr/>
          </p:nvSpPr>
          <p:spPr>
            <a:xfrm>
              <a:off x="617992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95"/>
            <p:cNvSpPr/>
            <p:nvPr/>
          </p:nvSpPr>
          <p:spPr>
            <a:xfrm>
              <a:off x="617992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2" name="Google Shape;3432;p95"/>
            <p:cNvSpPr/>
            <p:nvPr/>
          </p:nvSpPr>
          <p:spPr>
            <a:xfrm>
              <a:off x="6103700"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3" name="Google Shape;3433;p95"/>
            <p:cNvSpPr/>
            <p:nvPr/>
          </p:nvSpPr>
          <p:spPr>
            <a:xfrm>
              <a:off x="6103700"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4" name="Google Shape;3434;p95"/>
            <p:cNvSpPr/>
            <p:nvPr/>
          </p:nvSpPr>
          <p:spPr>
            <a:xfrm>
              <a:off x="6103700"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5" name="Google Shape;3435;p95"/>
            <p:cNvSpPr/>
            <p:nvPr/>
          </p:nvSpPr>
          <p:spPr>
            <a:xfrm>
              <a:off x="6103700" y="21045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6" name="Google Shape;3436;p95"/>
            <p:cNvSpPr/>
            <p:nvPr/>
          </p:nvSpPr>
          <p:spPr>
            <a:xfrm>
              <a:off x="6103700" y="1342750"/>
              <a:ext cx="62425" cy="53450"/>
            </a:xfrm>
            <a:custGeom>
              <a:rect b="b" l="l" r="r" t="t"/>
              <a:pathLst>
                <a:path extrusionOk="0" h="2138" w="2497">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7" name="Google Shape;3437;p95"/>
            <p:cNvSpPr/>
            <p:nvPr/>
          </p:nvSpPr>
          <p:spPr>
            <a:xfrm>
              <a:off x="6027500" y="2180700"/>
              <a:ext cx="62425" cy="53350"/>
            </a:xfrm>
            <a:custGeom>
              <a:rect b="b" l="l" r="r" t="t"/>
              <a:pathLst>
                <a:path extrusionOk="0" h="2134" w="2497">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8" name="Google Shape;3438;p95"/>
            <p:cNvSpPr/>
            <p:nvPr/>
          </p:nvSpPr>
          <p:spPr>
            <a:xfrm>
              <a:off x="6027500" y="134275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95"/>
            <p:cNvSpPr/>
            <p:nvPr/>
          </p:nvSpPr>
          <p:spPr>
            <a:xfrm>
              <a:off x="5951475"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0" name="Google Shape;3440;p95"/>
            <p:cNvSpPr/>
            <p:nvPr/>
          </p:nvSpPr>
          <p:spPr>
            <a:xfrm>
              <a:off x="595147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1" name="Google Shape;3441;p95"/>
            <p:cNvSpPr/>
            <p:nvPr/>
          </p:nvSpPr>
          <p:spPr>
            <a:xfrm>
              <a:off x="595147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2" name="Google Shape;3442;p95"/>
            <p:cNvSpPr/>
            <p:nvPr/>
          </p:nvSpPr>
          <p:spPr>
            <a:xfrm>
              <a:off x="595147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3" name="Google Shape;3443;p95"/>
            <p:cNvSpPr/>
            <p:nvPr/>
          </p:nvSpPr>
          <p:spPr>
            <a:xfrm>
              <a:off x="59514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4" name="Google Shape;3444;p95"/>
            <p:cNvSpPr/>
            <p:nvPr/>
          </p:nvSpPr>
          <p:spPr>
            <a:xfrm>
              <a:off x="587527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5" name="Google Shape;3445;p95"/>
            <p:cNvSpPr/>
            <p:nvPr/>
          </p:nvSpPr>
          <p:spPr>
            <a:xfrm>
              <a:off x="5875275" y="2637775"/>
              <a:ext cx="62225" cy="53450"/>
            </a:xfrm>
            <a:custGeom>
              <a:rect b="b" l="l" r="r" t="t"/>
              <a:pathLst>
                <a:path extrusionOk="0" h="2138" w="2489">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6" name="Google Shape;3446;p95"/>
            <p:cNvSpPr/>
            <p:nvPr/>
          </p:nvSpPr>
          <p:spPr>
            <a:xfrm>
              <a:off x="5875275" y="2561575"/>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7" name="Google Shape;3447;p95"/>
            <p:cNvSpPr/>
            <p:nvPr/>
          </p:nvSpPr>
          <p:spPr>
            <a:xfrm>
              <a:off x="587527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95"/>
            <p:cNvSpPr/>
            <p:nvPr/>
          </p:nvSpPr>
          <p:spPr>
            <a:xfrm>
              <a:off x="5875275"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9" name="Google Shape;3449;p95"/>
            <p:cNvSpPr/>
            <p:nvPr/>
          </p:nvSpPr>
          <p:spPr>
            <a:xfrm>
              <a:off x="587527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0" name="Google Shape;3450;p95"/>
            <p:cNvSpPr/>
            <p:nvPr/>
          </p:nvSpPr>
          <p:spPr>
            <a:xfrm>
              <a:off x="587527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1" name="Google Shape;3451;p95"/>
            <p:cNvSpPr/>
            <p:nvPr/>
          </p:nvSpPr>
          <p:spPr>
            <a:xfrm>
              <a:off x="5799275" y="2714000"/>
              <a:ext cx="62200" cy="53350"/>
            </a:xfrm>
            <a:custGeom>
              <a:rect b="b" l="l" r="r" t="t"/>
              <a:pathLst>
                <a:path extrusionOk="0" h="2134"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2" name="Google Shape;3452;p95"/>
            <p:cNvSpPr/>
            <p:nvPr/>
          </p:nvSpPr>
          <p:spPr>
            <a:xfrm>
              <a:off x="5799275" y="134275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3" name="Google Shape;3453;p95"/>
            <p:cNvSpPr/>
            <p:nvPr/>
          </p:nvSpPr>
          <p:spPr>
            <a:xfrm>
              <a:off x="5799125" y="1190550"/>
              <a:ext cx="62350" cy="53425"/>
            </a:xfrm>
            <a:custGeom>
              <a:rect b="b" l="l" r="r" t="t"/>
              <a:pathLst>
                <a:path extrusionOk="0" h="2137" w="2494">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4" name="Google Shape;3454;p95"/>
            <p:cNvSpPr/>
            <p:nvPr/>
          </p:nvSpPr>
          <p:spPr>
            <a:xfrm>
              <a:off x="5723050"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5" name="Google Shape;3455;p95"/>
            <p:cNvSpPr/>
            <p:nvPr/>
          </p:nvSpPr>
          <p:spPr>
            <a:xfrm>
              <a:off x="5723050"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6" name="Google Shape;3456;p95"/>
            <p:cNvSpPr/>
            <p:nvPr/>
          </p:nvSpPr>
          <p:spPr>
            <a:xfrm>
              <a:off x="5723050" y="2942425"/>
              <a:ext cx="62225" cy="53450"/>
            </a:xfrm>
            <a:custGeom>
              <a:rect b="b" l="l" r="r" t="t"/>
              <a:pathLst>
                <a:path extrusionOk="0" h="2138" w="2489">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7" name="Google Shape;3457;p95"/>
            <p:cNvSpPr/>
            <p:nvPr/>
          </p:nvSpPr>
          <p:spPr>
            <a:xfrm>
              <a:off x="5723050" y="271400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8" name="Google Shape;3458;p95"/>
            <p:cNvSpPr/>
            <p:nvPr/>
          </p:nvSpPr>
          <p:spPr>
            <a:xfrm>
              <a:off x="5723050" y="134275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9" name="Google Shape;3459;p95"/>
            <p:cNvSpPr/>
            <p:nvPr/>
          </p:nvSpPr>
          <p:spPr>
            <a:xfrm>
              <a:off x="5722900" y="1190550"/>
              <a:ext cx="62375" cy="53425"/>
            </a:xfrm>
            <a:custGeom>
              <a:rect b="b" l="l" r="r" t="t"/>
              <a:pathLst>
                <a:path extrusionOk="0" h="2137" w="2495">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95"/>
            <p:cNvSpPr/>
            <p:nvPr/>
          </p:nvSpPr>
          <p:spPr>
            <a:xfrm>
              <a:off x="56468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1" name="Google Shape;3461;p95"/>
            <p:cNvSpPr/>
            <p:nvPr/>
          </p:nvSpPr>
          <p:spPr>
            <a:xfrm>
              <a:off x="5646825" y="2866425"/>
              <a:ext cx="62225" cy="53275"/>
            </a:xfrm>
            <a:custGeom>
              <a:rect b="b" l="l" r="r" t="t"/>
              <a:pathLst>
                <a:path extrusionOk="0" h="2131" w="2489">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2" name="Google Shape;3462;p95"/>
            <p:cNvSpPr/>
            <p:nvPr/>
          </p:nvSpPr>
          <p:spPr>
            <a:xfrm>
              <a:off x="56468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3" name="Google Shape;3463;p95"/>
            <p:cNvSpPr/>
            <p:nvPr/>
          </p:nvSpPr>
          <p:spPr>
            <a:xfrm>
              <a:off x="56468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4" name="Google Shape;3464;p95"/>
            <p:cNvSpPr/>
            <p:nvPr/>
          </p:nvSpPr>
          <p:spPr>
            <a:xfrm>
              <a:off x="56468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5" name="Google Shape;3465;p95"/>
            <p:cNvSpPr/>
            <p:nvPr/>
          </p:nvSpPr>
          <p:spPr>
            <a:xfrm>
              <a:off x="5646700" y="119055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95"/>
            <p:cNvSpPr/>
            <p:nvPr/>
          </p:nvSpPr>
          <p:spPr>
            <a:xfrm>
              <a:off x="5570625" y="3018650"/>
              <a:ext cx="62200" cy="53425"/>
            </a:xfrm>
            <a:custGeom>
              <a:rect b="b" l="l" r="r" t="t"/>
              <a:pathLst>
                <a:path extrusionOk="0" h="2137" w="2488">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7" name="Google Shape;3467;p95"/>
            <p:cNvSpPr/>
            <p:nvPr/>
          </p:nvSpPr>
          <p:spPr>
            <a:xfrm>
              <a:off x="5570625" y="2942425"/>
              <a:ext cx="62200" cy="53450"/>
            </a:xfrm>
            <a:custGeom>
              <a:rect b="b" l="l" r="r" t="t"/>
              <a:pathLst>
                <a:path extrusionOk="0" h="2138" w="2488">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95"/>
            <p:cNvSpPr/>
            <p:nvPr/>
          </p:nvSpPr>
          <p:spPr>
            <a:xfrm>
              <a:off x="5570475" y="1190550"/>
              <a:ext cx="62350" cy="53325"/>
            </a:xfrm>
            <a:custGeom>
              <a:rect b="b" l="l" r="r" t="t"/>
              <a:pathLst>
                <a:path extrusionOk="0" h="2133" w="2494">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9" name="Google Shape;3469;p95"/>
            <p:cNvSpPr/>
            <p:nvPr/>
          </p:nvSpPr>
          <p:spPr>
            <a:xfrm>
              <a:off x="5494400" y="29424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0" name="Google Shape;3470;p95"/>
            <p:cNvSpPr/>
            <p:nvPr/>
          </p:nvSpPr>
          <p:spPr>
            <a:xfrm>
              <a:off x="549440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1" name="Google Shape;3471;p95"/>
            <p:cNvSpPr/>
            <p:nvPr/>
          </p:nvSpPr>
          <p:spPr>
            <a:xfrm>
              <a:off x="5494275" y="1190550"/>
              <a:ext cx="62350" cy="53325"/>
            </a:xfrm>
            <a:custGeom>
              <a:rect b="b" l="l" r="r" t="t"/>
              <a:pathLst>
                <a:path extrusionOk="0" h="2133" w="2494">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2" name="Google Shape;3472;p95"/>
            <p:cNvSpPr/>
            <p:nvPr/>
          </p:nvSpPr>
          <p:spPr>
            <a:xfrm>
              <a:off x="5418200"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3" name="Google Shape;3473;p95"/>
            <p:cNvSpPr/>
            <p:nvPr/>
          </p:nvSpPr>
          <p:spPr>
            <a:xfrm>
              <a:off x="5418200"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4" name="Google Shape;3474;p95"/>
            <p:cNvSpPr/>
            <p:nvPr/>
          </p:nvSpPr>
          <p:spPr>
            <a:xfrm>
              <a:off x="5418200" y="1266550"/>
              <a:ext cx="62425" cy="53450"/>
            </a:xfrm>
            <a:custGeom>
              <a:rect b="b" l="l" r="r" t="t"/>
              <a:pathLst>
                <a:path extrusionOk="0" h="2138" w="2497">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5" name="Google Shape;3475;p95"/>
            <p:cNvSpPr/>
            <p:nvPr/>
          </p:nvSpPr>
          <p:spPr>
            <a:xfrm>
              <a:off x="5418200" y="11905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6" name="Google Shape;3476;p95"/>
            <p:cNvSpPr/>
            <p:nvPr/>
          </p:nvSpPr>
          <p:spPr>
            <a:xfrm>
              <a:off x="5341975"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7" name="Google Shape;3477;p95"/>
            <p:cNvSpPr/>
            <p:nvPr/>
          </p:nvSpPr>
          <p:spPr>
            <a:xfrm>
              <a:off x="5341975"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8" name="Google Shape;3478;p95"/>
            <p:cNvSpPr/>
            <p:nvPr/>
          </p:nvSpPr>
          <p:spPr>
            <a:xfrm>
              <a:off x="5265775" y="2790200"/>
              <a:ext cx="62200" cy="53350"/>
            </a:xfrm>
            <a:custGeom>
              <a:rect b="b" l="l" r="r" t="t"/>
              <a:pathLst>
                <a:path extrusionOk="0" h="2134" w="2488">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9" name="Google Shape;3479;p95"/>
            <p:cNvSpPr/>
            <p:nvPr/>
          </p:nvSpPr>
          <p:spPr>
            <a:xfrm>
              <a:off x="5265775" y="2714000"/>
              <a:ext cx="62200" cy="53350"/>
            </a:xfrm>
            <a:custGeom>
              <a:rect b="b" l="l" r="r" t="t"/>
              <a:pathLst>
                <a:path extrusionOk="0" h="2134" w="2488">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0" name="Google Shape;3480;p95"/>
            <p:cNvSpPr/>
            <p:nvPr/>
          </p:nvSpPr>
          <p:spPr>
            <a:xfrm>
              <a:off x="5265775" y="1266550"/>
              <a:ext cx="62200" cy="53450"/>
            </a:xfrm>
            <a:custGeom>
              <a:rect b="b" l="l" r="r" t="t"/>
              <a:pathLst>
                <a:path extrusionOk="0" h="2138" w="2488">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95"/>
            <p:cNvSpPr/>
            <p:nvPr/>
          </p:nvSpPr>
          <p:spPr>
            <a:xfrm>
              <a:off x="5189550"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95"/>
            <p:cNvSpPr/>
            <p:nvPr/>
          </p:nvSpPr>
          <p:spPr>
            <a:xfrm>
              <a:off x="5189550" y="2790200"/>
              <a:ext cx="62225" cy="53350"/>
            </a:xfrm>
            <a:custGeom>
              <a:rect b="b" l="l" r="r" t="t"/>
              <a:pathLst>
                <a:path extrusionOk="0" h="2134" w="2489">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3" name="Google Shape;3483;p95"/>
            <p:cNvSpPr/>
            <p:nvPr/>
          </p:nvSpPr>
          <p:spPr>
            <a:xfrm>
              <a:off x="5189550" y="1342750"/>
              <a:ext cx="62225" cy="53350"/>
            </a:xfrm>
            <a:custGeom>
              <a:rect b="b" l="l" r="r" t="t"/>
              <a:pathLst>
                <a:path extrusionOk="0" h="2134" w="2489">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4" name="Google Shape;3484;p95"/>
            <p:cNvSpPr/>
            <p:nvPr/>
          </p:nvSpPr>
          <p:spPr>
            <a:xfrm>
              <a:off x="5113350" y="3094850"/>
              <a:ext cx="62400" cy="53350"/>
            </a:xfrm>
            <a:custGeom>
              <a:rect b="b" l="l" r="r" t="t"/>
              <a:pathLst>
                <a:path extrusionOk="0" h="2134" w="2496">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5" name="Google Shape;3485;p95"/>
            <p:cNvSpPr/>
            <p:nvPr/>
          </p:nvSpPr>
          <p:spPr>
            <a:xfrm>
              <a:off x="5113350" y="3018650"/>
              <a:ext cx="62400" cy="53425"/>
            </a:xfrm>
            <a:custGeom>
              <a:rect b="b" l="l" r="r" t="t"/>
              <a:pathLst>
                <a:path extrusionOk="0" h="2137" w="2496">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6" name="Google Shape;3486;p95"/>
            <p:cNvSpPr/>
            <p:nvPr/>
          </p:nvSpPr>
          <p:spPr>
            <a:xfrm>
              <a:off x="5113350" y="2942425"/>
              <a:ext cx="62400" cy="53450"/>
            </a:xfrm>
            <a:custGeom>
              <a:rect b="b" l="l" r="r" t="t"/>
              <a:pathLst>
                <a:path extrusionOk="0" h="2138" w="2496">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95"/>
            <p:cNvSpPr/>
            <p:nvPr/>
          </p:nvSpPr>
          <p:spPr>
            <a:xfrm>
              <a:off x="5113350" y="2866425"/>
              <a:ext cx="62400" cy="53275"/>
            </a:xfrm>
            <a:custGeom>
              <a:rect b="b" l="l" r="r" t="t"/>
              <a:pathLst>
                <a:path extrusionOk="0" h="2131" w="2496">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8" name="Google Shape;3488;p95"/>
            <p:cNvSpPr/>
            <p:nvPr/>
          </p:nvSpPr>
          <p:spPr>
            <a:xfrm>
              <a:off x="5113350" y="2790200"/>
              <a:ext cx="62400" cy="53350"/>
            </a:xfrm>
            <a:custGeom>
              <a:rect b="b" l="l" r="r" t="t"/>
              <a:pathLst>
                <a:path extrusionOk="0" h="2134" w="2496">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9" name="Google Shape;3489;p95"/>
            <p:cNvSpPr/>
            <p:nvPr/>
          </p:nvSpPr>
          <p:spPr>
            <a:xfrm>
              <a:off x="5113350" y="2714000"/>
              <a:ext cx="62400" cy="53350"/>
            </a:xfrm>
            <a:custGeom>
              <a:rect b="b" l="l" r="r" t="t"/>
              <a:pathLst>
                <a:path extrusionOk="0" h="2134" w="2496">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95"/>
            <p:cNvSpPr/>
            <p:nvPr/>
          </p:nvSpPr>
          <p:spPr>
            <a:xfrm>
              <a:off x="5113350" y="141897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1" name="Google Shape;3491;p95"/>
            <p:cNvSpPr/>
            <p:nvPr/>
          </p:nvSpPr>
          <p:spPr>
            <a:xfrm>
              <a:off x="5113350" y="134275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2" name="Google Shape;3492;p95"/>
            <p:cNvSpPr/>
            <p:nvPr/>
          </p:nvSpPr>
          <p:spPr>
            <a:xfrm>
              <a:off x="50373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95"/>
            <p:cNvSpPr/>
            <p:nvPr/>
          </p:nvSpPr>
          <p:spPr>
            <a:xfrm>
              <a:off x="503732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4" name="Google Shape;3494;p95"/>
            <p:cNvSpPr/>
            <p:nvPr/>
          </p:nvSpPr>
          <p:spPr>
            <a:xfrm>
              <a:off x="5037325" y="2866425"/>
              <a:ext cx="62225" cy="53275"/>
            </a:xfrm>
            <a:custGeom>
              <a:rect b="b" l="l" r="r" t="t"/>
              <a:pathLst>
                <a:path extrusionOk="0" h="2131" w="2489">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5" name="Google Shape;3495;p95"/>
            <p:cNvSpPr/>
            <p:nvPr/>
          </p:nvSpPr>
          <p:spPr>
            <a:xfrm>
              <a:off x="50373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95"/>
            <p:cNvSpPr/>
            <p:nvPr/>
          </p:nvSpPr>
          <p:spPr>
            <a:xfrm>
              <a:off x="50373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7" name="Google Shape;3497;p95"/>
            <p:cNvSpPr/>
            <p:nvPr/>
          </p:nvSpPr>
          <p:spPr>
            <a:xfrm>
              <a:off x="5037325"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8" name="Google Shape;3498;p95"/>
            <p:cNvSpPr/>
            <p:nvPr/>
          </p:nvSpPr>
          <p:spPr>
            <a:xfrm>
              <a:off x="50373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95"/>
            <p:cNvSpPr/>
            <p:nvPr/>
          </p:nvSpPr>
          <p:spPr>
            <a:xfrm>
              <a:off x="4961125"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0" name="Google Shape;3500;p95"/>
            <p:cNvSpPr/>
            <p:nvPr/>
          </p:nvSpPr>
          <p:spPr>
            <a:xfrm>
              <a:off x="49611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1" name="Google Shape;3501;p95"/>
            <p:cNvSpPr/>
            <p:nvPr/>
          </p:nvSpPr>
          <p:spPr>
            <a:xfrm>
              <a:off x="49611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2" name="Google Shape;3502;p95"/>
            <p:cNvSpPr/>
            <p:nvPr/>
          </p:nvSpPr>
          <p:spPr>
            <a:xfrm>
              <a:off x="49611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3" name="Google Shape;3503;p95"/>
            <p:cNvSpPr/>
            <p:nvPr/>
          </p:nvSpPr>
          <p:spPr>
            <a:xfrm>
              <a:off x="49611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4" name="Google Shape;3504;p95"/>
            <p:cNvSpPr/>
            <p:nvPr/>
          </p:nvSpPr>
          <p:spPr>
            <a:xfrm>
              <a:off x="49611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5" name="Google Shape;3505;p95"/>
            <p:cNvSpPr/>
            <p:nvPr/>
          </p:nvSpPr>
          <p:spPr>
            <a:xfrm>
              <a:off x="4884900" y="2637775"/>
              <a:ext cx="62225" cy="53450"/>
            </a:xfrm>
            <a:custGeom>
              <a:rect b="b" l="l" r="r" t="t"/>
              <a:pathLst>
                <a:path extrusionOk="0" h="2138" w="2489">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6" name="Google Shape;3506;p95"/>
            <p:cNvSpPr/>
            <p:nvPr/>
          </p:nvSpPr>
          <p:spPr>
            <a:xfrm>
              <a:off x="48849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7" name="Google Shape;3507;p95"/>
            <p:cNvSpPr/>
            <p:nvPr/>
          </p:nvSpPr>
          <p:spPr>
            <a:xfrm>
              <a:off x="48849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8" name="Google Shape;3508;p95"/>
            <p:cNvSpPr/>
            <p:nvPr/>
          </p:nvSpPr>
          <p:spPr>
            <a:xfrm>
              <a:off x="488490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9" name="Google Shape;3509;p95"/>
            <p:cNvSpPr/>
            <p:nvPr/>
          </p:nvSpPr>
          <p:spPr>
            <a:xfrm>
              <a:off x="4808700" y="2637775"/>
              <a:ext cx="62400" cy="53450"/>
            </a:xfrm>
            <a:custGeom>
              <a:rect b="b" l="l" r="r" t="t"/>
              <a:pathLst>
                <a:path extrusionOk="0" h="2138" w="2496">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0" name="Google Shape;3510;p95"/>
            <p:cNvSpPr/>
            <p:nvPr/>
          </p:nvSpPr>
          <p:spPr>
            <a:xfrm>
              <a:off x="4808700" y="2561575"/>
              <a:ext cx="62400" cy="53425"/>
            </a:xfrm>
            <a:custGeom>
              <a:rect b="b" l="l" r="r" t="t"/>
              <a:pathLst>
                <a:path extrusionOk="0" h="2137" w="2496">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1" name="Google Shape;3511;p95"/>
            <p:cNvSpPr/>
            <p:nvPr/>
          </p:nvSpPr>
          <p:spPr>
            <a:xfrm>
              <a:off x="4808700" y="141897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2" name="Google Shape;3512;p95"/>
            <p:cNvSpPr/>
            <p:nvPr/>
          </p:nvSpPr>
          <p:spPr>
            <a:xfrm>
              <a:off x="48087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95"/>
            <p:cNvSpPr/>
            <p:nvPr/>
          </p:nvSpPr>
          <p:spPr>
            <a:xfrm>
              <a:off x="4808700" y="11905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4" name="Google Shape;3514;p95"/>
            <p:cNvSpPr/>
            <p:nvPr/>
          </p:nvSpPr>
          <p:spPr>
            <a:xfrm>
              <a:off x="4808700" y="1038125"/>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5" name="Google Shape;3515;p95"/>
            <p:cNvSpPr/>
            <p:nvPr/>
          </p:nvSpPr>
          <p:spPr>
            <a:xfrm>
              <a:off x="4732475" y="27902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6" name="Google Shape;3516;p95"/>
            <p:cNvSpPr/>
            <p:nvPr/>
          </p:nvSpPr>
          <p:spPr>
            <a:xfrm>
              <a:off x="4732475" y="2714000"/>
              <a:ext cx="62425" cy="53350"/>
            </a:xfrm>
            <a:custGeom>
              <a:rect b="b" l="l" r="r" t="t"/>
              <a:pathLst>
                <a:path extrusionOk="0" h="2134" w="2497">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95"/>
            <p:cNvSpPr/>
            <p:nvPr/>
          </p:nvSpPr>
          <p:spPr>
            <a:xfrm>
              <a:off x="4732475" y="2561575"/>
              <a:ext cx="62425" cy="53425"/>
            </a:xfrm>
            <a:custGeom>
              <a:rect b="b" l="l" r="r" t="t"/>
              <a:pathLst>
                <a:path extrusionOk="0" h="2137" w="2497">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95"/>
            <p:cNvSpPr/>
            <p:nvPr/>
          </p:nvSpPr>
          <p:spPr>
            <a:xfrm>
              <a:off x="473247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9" name="Google Shape;3519;p95"/>
            <p:cNvSpPr/>
            <p:nvPr/>
          </p:nvSpPr>
          <p:spPr>
            <a:xfrm>
              <a:off x="4732475" y="11905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0" name="Google Shape;3520;p95"/>
            <p:cNvSpPr/>
            <p:nvPr/>
          </p:nvSpPr>
          <p:spPr>
            <a:xfrm>
              <a:off x="4656475" y="2866425"/>
              <a:ext cx="62200" cy="53275"/>
            </a:xfrm>
            <a:custGeom>
              <a:rect b="b" l="l" r="r" t="t"/>
              <a:pathLst>
                <a:path extrusionOk="0" h="2131" w="2488">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1" name="Google Shape;3521;p95"/>
            <p:cNvSpPr/>
            <p:nvPr/>
          </p:nvSpPr>
          <p:spPr>
            <a:xfrm>
              <a:off x="4656475" y="27902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2" name="Google Shape;3522;p95"/>
            <p:cNvSpPr/>
            <p:nvPr/>
          </p:nvSpPr>
          <p:spPr>
            <a:xfrm>
              <a:off x="4656475" y="271400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3" name="Google Shape;3523;p95"/>
            <p:cNvSpPr/>
            <p:nvPr/>
          </p:nvSpPr>
          <p:spPr>
            <a:xfrm>
              <a:off x="4656475" y="2485550"/>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4" name="Google Shape;3524;p95"/>
            <p:cNvSpPr/>
            <p:nvPr/>
          </p:nvSpPr>
          <p:spPr>
            <a:xfrm>
              <a:off x="465647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5" name="Google Shape;3525;p95"/>
            <p:cNvSpPr/>
            <p:nvPr/>
          </p:nvSpPr>
          <p:spPr>
            <a:xfrm>
              <a:off x="465647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6" name="Google Shape;3526;p95"/>
            <p:cNvSpPr/>
            <p:nvPr/>
          </p:nvSpPr>
          <p:spPr>
            <a:xfrm>
              <a:off x="46564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7" name="Google Shape;3527;p95"/>
            <p:cNvSpPr/>
            <p:nvPr/>
          </p:nvSpPr>
          <p:spPr>
            <a:xfrm>
              <a:off x="4656475" y="1038125"/>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95"/>
            <p:cNvSpPr/>
            <p:nvPr/>
          </p:nvSpPr>
          <p:spPr>
            <a:xfrm>
              <a:off x="4580250" y="29424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9" name="Google Shape;3529;p95"/>
            <p:cNvSpPr/>
            <p:nvPr/>
          </p:nvSpPr>
          <p:spPr>
            <a:xfrm>
              <a:off x="458025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0" name="Google Shape;3530;p95"/>
            <p:cNvSpPr/>
            <p:nvPr/>
          </p:nvSpPr>
          <p:spPr>
            <a:xfrm>
              <a:off x="458025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95"/>
            <p:cNvSpPr/>
            <p:nvPr/>
          </p:nvSpPr>
          <p:spPr>
            <a:xfrm>
              <a:off x="4580250"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2" name="Google Shape;3532;p95"/>
            <p:cNvSpPr/>
            <p:nvPr/>
          </p:nvSpPr>
          <p:spPr>
            <a:xfrm>
              <a:off x="458025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95"/>
            <p:cNvSpPr/>
            <p:nvPr/>
          </p:nvSpPr>
          <p:spPr>
            <a:xfrm>
              <a:off x="45802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4" name="Google Shape;3534;p95"/>
            <p:cNvSpPr/>
            <p:nvPr/>
          </p:nvSpPr>
          <p:spPr>
            <a:xfrm>
              <a:off x="45802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5" name="Google Shape;3535;p95"/>
            <p:cNvSpPr/>
            <p:nvPr/>
          </p:nvSpPr>
          <p:spPr>
            <a:xfrm>
              <a:off x="45802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95"/>
            <p:cNvSpPr/>
            <p:nvPr/>
          </p:nvSpPr>
          <p:spPr>
            <a:xfrm>
              <a:off x="450405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7" name="Google Shape;3537;p95"/>
            <p:cNvSpPr/>
            <p:nvPr/>
          </p:nvSpPr>
          <p:spPr>
            <a:xfrm>
              <a:off x="4504050"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95"/>
            <p:cNvSpPr/>
            <p:nvPr/>
          </p:nvSpPr>
          <p:spPr>
            <a:xfrm>
              <a:off x="45040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9" name="Google Shape;3539;p95"/>
            <p:cNvSpPr/>
            <p:nvPr/>
          </p:nvSpPr>
          <p:spPr>
            <a:xfrm>
              <a:off x="450405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0" name="Google Shape;3540;p95"/>
            <p:cNvSpPr/>
            <p:nvPr/>
          </p:nvSpPr>
          <p:spPr>
            <a:xfrm>
              <a:off x="45040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95"/>
            <p:cNvSpPr/>
            <p:nvPr/>
          </p:nvSpPr>
          <p:spPr>
            <a:xfrm>
              <a:off x="45040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2" name="Google Shape;3542;p95"/>
            <p:cNvSpPr/>
            <p:nvPr/>
          </p:nvSpPr>
          <p:spPr>
            <a:xfrm>
              <a:off x="4427825" y="2942425"/>
              <a:ext cx="62425" cy="53450"/>
            </a:xfrm>
            <a:custGeom>
              <a:rect b="b" l="l" r="r" t="t"/>
              <a:pathLst>
                <a:path extrusionOk="0" h="2138" w="2497">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3" name="Google Shape;3543;p95"/>
            <p:cNvSpPr/>
            <p:nvPr/>
          </p:nvSpPr>
          <p:spPr>
            <a:xfrm>
              <a:off x="4427825" y="2866425"/>
              <a:ext cx="62425" cy="53275"/>
            </a:xfrm>
            <a:custGeom>
              <a:rect b="b" l="l" r="r" t="t"/>
              <a:pathLst>
                <a:path extrusionOk="0" h="2131" w="2497">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4" name="Google Shape;3544;p95"/>
            <p:cNvSpPr/>
            <p:nvPr/>
          </p:nvSpPr>
          <p:spPr>
            <a:xfrm>
              <a:off x="4427825" y="2790200"/>
              <a:ext cx="62425" cy="53350"/>
            </a:xfrm>
            <a:custGeom>
              <a:rect b="b" l="l" r="r" t="t"/>
              <a:pathLst>
                <a:path extrusionOk="0" h="2134" w="2497">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5" name="Google Shape;3545;p95"/>
            <p:cNvSpPr/>
            <p:nvPr/>
          </p:nvSpPr>
          <p:spPr>
            <a:xfrm>
              <a:off x="4427825" y="2561575"/>
              <a:ext cx="62425" cy="53425"/>
            </a:xfrm>
            <a:custGeom>
              <a:rect b="b" l="l" r="r" t="t"/>
              <a:pathLst>
                <a:path extrusionOk="0" h="2137" w="2497">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6" name="Google Shape;3546;p95"/>
            <p:cNvSpPr/>
            <p:nvPr/>
          </p:nvSpPr>
          <p:spPr>
            <a:xfrm>
              <a:off x="4427825" y="2485550"/>
              <a:ext cx="62425" cy="53300"/>
            </a:xfrm>
            <a:custGeom>
              <a:rect b="b" l="l" r="r" t="t"/>
              <a:pathLst>
                <a:path extrusionOk="0" h="2132" w="2497">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7" name="Google Shape;3547;p95"/>
            <p:cNvSpPr/>
            <p:nvPr/>
          </p:nvSpPr>
          <p:spPr>
            <a:xfrm>
              <a:off x="4427825" y="2409350"/>
              <a:ext cx="62425" cy="53350"/>
            </a:xfrm>
            <a:custGeom>
              <a:rect b="b" l="l" r="r" t="t"/>
              <a:pathLst>
                <a:path extrusionOk="0" h="2134"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8" name="Google Shape;3548;p95"/>
            <p:cNvSpPr/>
            <p:nvPr/>
          </p:nvSpPr>
          <p:spPr>
            <a:xfrm>
              <a:off x="435160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9" name="Google Shape;3549;p95"/>
            <p:cNvSpPr/>
            <p:nvPr/>
          </p:nvSpPr>
          <p:spPr>
            <a:xfrm>
              <a:off x="435160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95"/>
            <p:cNvSpPr/>
            <p:nvPr/>
          </p:nvSpPr>
          <p:spPr>
            <a:xfrm>
              <a:off x="4351600" y="2637775"/>
              <a:ext cx="62425" cy="53450"/>
            </a:xfrm>
            <a:custGeom>
              <a:rect b="b" l="l" r="r" t="t"/>
              <a:pathLst>
                <a:path extrusionOk="0" h="2138" w="2497">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1" name="Google Shape;3551;p95"/>
            <p:cNvSpPr/>
            <p:nvPr/>
          </p:nvSpPr>
          <p:spPr>
            <a:xfrm>
              <a:off x="4351600" y="2561575"/>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2" name="Google Shape;3552;p95"/>
            <p:cNvSpPr/>
            <p:nvPr/>
          </p:nvSpPr>
          <p:spPr>
            <a:xfrm>
              <a:off x="4275600" y="26377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95"/>
            <p:cNvSpPr/>
            <p:nvPr/>
          </p:nvSpPr>
          <p:spPr>
            <a:xfrm>
              <a:off x="42756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4" name="Google Shape;3554;p95"/>
            <p:cNvSpPr/>
            <p:nvPr/>
          </p:nvSpPr>
          <p:spPr>
            <a:xfrm>
              <a:off x="427560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95"/>
            <p:cNvSpPr/>
            <p:nvPr/>
          </p:nvSpPr>
          <p:spPr>
            <a:xfrm>
              <a:off x="42756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6" name="Google Shape;3556;p95"/>
            <p:cNvSpPr/>
            <p:nvPr/>
          </p:nvSpPr>
          <p:spPr>
            <a:xfrm>
              <a:off x="42756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95"/>
            <p:cNvSpPr/>
            <p:nvPr/>
          </p:nvSpPr>
          <p:spPr>
            <a:xfrm>
              <a:off x="4275600" y="2256925"/>
              <a:ext cx="62350" cy="53425"/>
            </a:xfrm>
            <a:custGeom>
              <a:rect b="b" l="l" r="r" t="t"/>
              <a:pathLst>
                <a:path extrusionOk="0" h="2137" w="2494">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8" name="Google Shape;3558;p95"/>
            <p:cNvSpPr/>
            <p:nvPr/>
          </p:nvSpPr>
          <p:spPr>
            <a:xfrm>
              <a:off x="419940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9" name="Google Shape;3559;p95"/>
            <p:cNvSpPr/>
            <p:nvPr/>
          </p:nvSpPr>
          <p:spPr>
            <a:xfrm>
              <a:off x="41994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0" name="Google Shape;3560;p95"/>
            <p:cNvSpPr/>
            <p:nvPr/>
          </p:nvSpPr>
          <p:spPr>
            <a:xfrm>
              <a:off x="419940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1" name="Google Shape;3561;p95"/>
            <p:cNvSpPr/>
            <p:nvPr/>
          </p:nvSpPr>
          <p:spPr>
            <a:xfrm>
              <a:off x="4123175" y="23331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2" name="Google Shape;3562;p95"/>
            <p:cNvSpPr/>
            <p:nvPr/>
          </p:nvSpPr>
          <p:spPr>
            <a:xfrm>
              <a:off x="4123175" y="2256925"/>
              <a:ext cx="62350" cy="53425"/>
            </a:xfrm>
            <a:custGeom>
              <a:rect b="b" l="l" r="r" t="t"/>
              <a:pathLst>
                <a:path extrusionOk="0" h="2137" w="2494">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563" name="Google Shape;3563;p95"/>
          <p:cNvGrpSpPr/>
          <p:nvPr/>
        </p:nvGrpSpPr>
        <p:grpSpPr>
          <a:xfrm>
            <a:off x="6681268" y="3584496"/>
            <a:ext cx="560636" cy="516497"/>
            <a:chOff x="6652051" y="3714143"/>
            <a:chExt cx="560636" cy="516497"/>
          </a:xfrm>
        </p:grpSpPr>
        <p:grpSp>
          <p:nvGrpSpPr>
            <p:cNvPr id="3564" name="Google Shape;3564;p95"/>
            <p:cNvGrpSpPr/>
            <p:nvPr/>
          </p:nvGrpSpPr>
          <p:grpSpPr>
            <a:xfrm>
              <a:off x="6669657" y="3716715"/>
              <a:ext cx="466768" cy="464314"/>
              <a:chOff x="3139766" y="765669"/>
              <a:chExt cx="886380" cy="881888"/>
            </a:xfrm>
          </p:grpSpPr>
          <p:grpSp>
            <p:nvGrpSpPr>
              <p:cNvPr id="3565" name="Google Shape;3565;p95"/>
              <p:cNvGrpSpPr/>
              <p:nvPr/>
            </p:nvGrpSpPr>
            <p:grpSpPr>
              <a:xfrm>
                <a:off x="3139766" y="765669"/>
                <a:ext cx="886380" cy="881888"/>
                <a:chOff x="3139766" y="765669"/>
                <a:chExt cx="886380" cy="881888"/>
              </a:xfrm>
            </p:grpSpPr>
            <p:sp>
              <p:nvSpPr>
                <p:cNvPr id="3566" name="Google Shape;3566;p95"/>
                <p:cNvSpPr/>
                <p:nvPr/>
              </p:nvSpPr>
              <p:spPr>
                <a:xfrm>
                  <a:off x="3139766" y="765669"/>
                  <a:ext cx="733591" cy="881888"/>
                </a:xfrm>
                <a:custGeom>
                  <a:rect b="b" l="l" r="r" t="t"/>
                  <a:pathLst>
                    <a:path extrusionOk="0" h="80501" w="66964">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95"/>
                <p:cNvSpPr/>
                <p:nvPr/>
              </p:nvSpPr>
              <p:spPr>
                <a:xfrm>
                  <a:off x="3787623" y="1419737"/>
                  <a:ext cx="223361" cy="194002"/>
                </a:xfrm>
                <a:custGeom>
                  <a:rect b="b" l="l" r="r" t="t"/>
                  <a:pathLst>
                    <a:path extrusionOk="0" h="17709" w="20389">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8" name="Google Shape;3568;p95"/>
                <p:cNvSpPr/>
                <p:nvPr/>
              </p:nvSpPr>
              <p:spPr>
                <a:xfrm>
                  <a:off x="3757694" y="1303888"/>
                  <a:ext cx="77956" cy="97007"/>
                </a:xfrm>
                <a:custGeom>
                  <a:rect b="b" l="l" r="r" t="t"/>
                  <a:pathLst>
                    <a:path extrusionOk="0" h="8855" w="7116">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9" name="Google Shape;3569;p95"/>
                <p:cNvSpPr/>
                <p:nvPr/>
              </p:nvSpPr>
              <p:spPr>
                <a:xfrm>
                  <a:off x="3916892" y="1338867"/>
                  <a:ext cx="109254" cy="68436"/>
                </a:xfrm>
                <a:custGeom>
                  <a:rect b="b" l="l" r="r" t="t"/>
                  <a:pathLst>
                    <a:path extrusionOk="0" h="6247" w="9973">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95"/>
                <p:cNvSpPr/>
                <p:nvPr/>
              </p:nvSpPr>
              <p:spPr>
                <a:xfrm>
                  <a:off x="3865184" y="936118"/>
                  <a:ext cx="73103" cy="134516"/>
                </a:xfrm>
                <a:custGeom>
                  <a:rect b="b" l="l" r="r" t="t"/>
                  <a:pathLst>
                    <a:path extrusionOk="0" h="12279" w="6673">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95"/>
                <p:cNvSpPr/>
                <p:nvPr/>
              </p:nvSpPr>
              <p:spPr>
                <a:xfrm>
                  <a:off x="3738260" y="1420756"/>
                  <a:ext cx="79895" cy="16893"/>
                </a:xfrm>
                <a:custGeom>
                  <a:rect b="b" l="l" r="r" t="t"/>
                  <a:pathLst>
                    <a:path extrusionOk="0" h="1542" w="7293">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95"/>
                <p:cNvSpPr/>
                <p:nvPr/>
              </p:nvSpPr>
              <p:spPr>
                <a:xfrm>
                  <a:off x="3833886" y="1361610"/>
                  <a:ext cx="29370" cy="41224"/>
                </a:xfrm>
                <a:custGeom>
                  <a:rect b="b" l="l" r="r" t="t"/>
                  <a:pathLst>
                    <a:path extrusionOk="0" h="3763" w="2681">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95"/>
                <p:cNvSpPr/>
                <p:nvPr/>
              </p:nvSpPr>
              <p:spPr>
                <a:xfrm>
                  <a:off x="3852553" y="1272590"/>
                  <a:ext cx="36162" cy="34421"/>
                </a:xfrm>
                <a:custGeom>
                  <a:rect b="b" l="l" r="r" t="t"/>
                  <a:pathLst>
                    <a:path extrusionOk="0" h="3142" w="3301">
                      <a:moveTo>
                        <a:pt x="3301" y="0"/>
                      </a:moveTo>
                      <a:lnTo>
                        <a:pt x="0" y="1455"/>
                      </a:lnTo>
                      <a:lnTo>
                        <a:pt x="550" y="2520"/>
                      </a:lnTo>
                      <a:lnTo>
                        <a:pt x="1154" y="1793"/>
                      </a:lnTo>
                      <a:lnTo>
                        <a:pt x="2804" y="3141"/>
                      </a:lnTo>
                      <a:lnTo>
                        <a:pt x="3301"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4" name="Google Shape;3574;p95"/>
                <p:cNvSpPr/>
                <p:nvPr/>
              </p:nvSpPr>
              <p:spPr>
                <a:xfrm>
                  <a:off x="3832330" y="1195806"/>
                  <a:ext cx="18481" cy="46668"/>
                </a:xfrm>
                <a:custGeom>
                  <a:rect b="b" l="l" r="r" t="t"/>
                  <a:pathLst>
                    <a:path extrusionOk="0" h="4260" w="1687">
                      <a:moveTo>
                        <a:pt x="249" y="1"/>
                      </a:moveTo>
                      <a:cubicBezTo>
                        <a:pt x="1" y="2627"/>
                        <a:pt x="1" y="2627"/>
                        <a:pt x="977" y="4259"/>
                      </a:cubicBezTo>
                      <a:cubicBezTo>
                        <a:pt x="1687" y="1261"/>
                        <a:pt x="1687" y="1261"/>
                        <a:pt x="249"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75" name="Google Shape;3575;p95"/>
              <p:cNvSpPr/>
              <p:nvPr/>
            </p:nvSpPr>
            <p:spPr>
              <a:xfrm>
                <a:off x="3243368" y="1332656"/>
                <a:ext cx="2147" cy="975"/>
              </a:xfrm>
              <a:custGeom>
                <a:rect b="b" l="l" r="r" t="t"/>
                <a:pathLst>
                  <a:path extrusionOk="0" h="89" w="196">
                    <a:moveTo>
                      <a:pt x="196" y="0"/>
                    </a:moveTo>
                    <a:lnTo>
                      <a:pt x="1" y="89"/>
                    </a:lnTo>
                    <a:lnTo>
                      <a:pt x="1" y="89"/>
                    </a:lnTo>
                    <a:lnTo>
                      <a:pt x="196" y="18"/>
                    </a:lnTo>
                    <a:lnTo>
                      <a:pt x="196"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6" name="Google Shape;3576;p95"/>
              <p:cNvSpPr/>
              <p:nvPr/>
            </p:nvSpPr>
            <p:spPr>
              <a:xfrm>
                <a:off x="3903089" y="838542"/>
                <a:ext cx="31496" cy="31112"/>
              </a:xfrm>
              <a:custGeom>
                <a:rect b="b" l="l" r="r" t="t"/>
                <a:pathLst>
                  <a:path extrusionOk="0" h="2840" w="2875">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95"/>
              <p:cNvSpPr/>
              <p:nvPr/>
            </p:nvSpPr>
            <p:spPr>
              <a:xfrm>
                <a:off x="3240256" y="1333620"/>
                <a:ext cx="2925" cy="1380"/>
              </a:xfrm>
              <a:custGeom>
                <a:rect b="b" l="l" r="r" t="t"/>
                <a:pathLst>
                  <a:path extrusionOk="0" h="126" w="267">
                    <a:moveTo>
                      <a:pt x="267" y="1"/>
                    </a:moveTo>
                    <a:cubicBezTo>
                      <a:pt x="178" y="36"/>
                      <a:pt x="89" y="72"/>
                      <a:pt x="1" y="125"/>
                    </a:cubicBezTo>
                    <a:cubicBezTo>
                      <a:pt x="107" y="90"/>
                      <a:pt x="178" y="36"/>
                      <a:pt x="267"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8" name="Google Shape;3578;p95"/>
              <p:cNvSpPr/>
              <p:nvPr/>
            </p:nvSpPr>
            <p:spPr>
              <a:xfrm>
                <a:off x="3334721" y="1524314"/>
                <a:ext cx="58719" cy="88834"/>
              </a:xfrm>
              <a:custGeom>
                <a:rect b="b" l="l" r="r" t="t"/>
                <a:pathLst>
                  <a:path extrusionOk="0" h="8109" w="536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79" name="Google Shape;3579;p95"/>
            <p:cNvSpPr/>
            <p:nvPr/>
          </p:nvSpPr>
          <p:spPr>
            <a:xfrm>
              <a:off x="6652051" y="3714143"/>
              <a:ext cx="560636" cy="516497"/>
            </a:xfrm>
            <a:custGeom>
              <a:rect b="b" l="l" r="r" t="t"/>
              <a:pathLst>
                <a:path extrusionOk="0" h="89553" w="97164">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580" name="Google Shape;3580;p95"/>
          <p:cNvGrpSpPr/>
          <p:nvPr/>
        </p:nvGrpSpPr>
        <p:grpSpPr>
          <a:xfrm>
            <a:off x="7679978" y="3065079"/>
            <a:ext cx="104231" cy="320340"/>
            <a:chOff x="7564426" y="3224343"/>
            <a:chExt cx="119985" cy="368801"/>
          </a:xfrm>
        </p:grpSpPr>
        <p:sp>
          <p:nvSpPr>
            <p:cNvPr id="3581" name="Google Shape;3581;p95"/>
            <p:cNvSpPr/>
            <p:nvPr/>
          </p:nvSpPr>
          <p:spPr>
            <a:xfrm>
              <a:off x="7564426" y="3224379"/>
              <a:ext cx="119985" cy="368765"/>
            </a:xfrm>
            <a:custGeom>
              <a:rect b="b" l="l" r="r" t="t"/>
              <a:pathLst>
                <a:path extrusionOk="0" h="40557" w="13196">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2" name="Google Shape;3582;p95"/>
            <p:cNvSpPr/>
            <p:nvPr/>
          </p:nvSpPr>
          <p:spPr>
            <a:xfrm>
              <a:off x="7564426" y="3224343"/>
              <a:ext cx="119985" cy="368801"/>
            </a:xfrm>
            <a:custGeom>
              <a:rect b="b" l="l" r="r" t="t"/>
              <a:pathLst>
                <a:path extrusionOk="0" h="40561" w="13196">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583" name="Google Shape;3583;p95"/>
          <p:cNvGrpSpPr/>
          <p:nvPr/>
        </p:nvGrpSpPr>
        <p:grpSpPr>
          <a:xfrm>
            <a:off x="7379466" y="3059180"/>
            <a:ext cx="189489" cy="332132"/>
            <a:chOff x="8370831" y="3202002"/>
            <a:chExt cx="218129" cy="382376"/>
          </a:xfrm>
        </p:grpSpPr>
        <p:sp>
          <p:nvSpPr>
            <p:cNvPr id="3584" name="Google Shape;3584;p95"/>
            <p:cNvSpPr/>
            <p:nvPr/>
          </p:nvSpPr>
          <p:spPr>
            <a:xfrm>
              <a:off x="8370831" y="3202002"/>
              <a:ext cx="218129" cy="382376"/>
            </a:xfrm>
            <a:custGeom>
              <a:rect b="b" l="l" r="r" t="t"/>
              <a:pathLst>
                <a:path extrusionOk="0" h="42054" w="2399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5" name="Google Shape;3585;p95"/>
            <p:cNvSpPr/>
            <p:nvPr/>
          </p:nvSpPr>
          <p:spPr>
            <a:xfrm>
              <a:off x="8397745" y="3226607"/>
              <a:ext cx="164347" cy="152181"/>
            </a:xfrm>
            <a:custGeom>
              <a:rect b="b" l="l" r="r" t="t"/>
              <a:pathLst>
                <a:path extrusionOk="0" h="16737" w="18075">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586" name="Google Shape;3586;p95"/>
          <p:cNvGrpSpPr/>
          <p:nvPr/>
        </p:nvGrpSpPr>
        <p:grpSpPr>
          <a:xfrm>
            <a:off x="8102855" y="3470312"/>
            <a:ext cx="309429" cy="267000"/>
            <a:chOff x="6742064" y="3750480"/>
            <a:chExt cx="399315" cy="344560"/>
          </a:xfrm>
        </p:grpSpPr>
        <p:sp>
          <p:nvSpPr>
            <p:cNvPr id="3587" name="Google Shape;3587;p95"/>
            <p:cNvSpPr/>
            <p:nvPr/>
          </p:nvSpPr>
          <p:spPr>
            <a:xfrm>
              <a:off x="6742064" y="3750480"/>
              <a:ext cx="399315" cy="344560"/>
            </a:xfrm>
            <a:custGeom>
              <a:rect b="b" l="l" r="r" t="t"/>
              <a:pathLst>
                <a:path extrusionOk="0" h="37895" w="43917">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8" name="Google Shape;3588;p95"/>
            <p:cNvSpPr/>
            <p:nvPr/>
          </p:nvSpPr>
          <p:spPr>
            <a:xfrm>
              <a:off x="6764168" y="3772584"/>
              <a:ext cx="355108" cy="176549"/>
            </a:xfrm>
            <a:custGeom>
              <a:rect b="b" l="l" r="r" t="t"/>
              <a:pathLst>
                <a:path extrusionOk="0" h="19417" w="39055">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589" name="Google Shape;3589;p95"/>
          <p:cNvGrpSpPr/>
          <p:nvPr/>
        </p:nvGrpSpPr>
        <p:grpSpPr>
          <a:xfrm>
            <a:off x="7641874" y="3821360"/>
            <a:ext cx="180437" cy="281608"/>
            <a:chOff x="7248525" y="3739696"/>
            <a:chExt cx="230531" cy="359790"/>
          </a:xfrm>
        </p:grpSpPr>
        <p:sp>
          <p:nvSpPr>
            <p:cNvPr id="3590" name="Google Shape;3590;p95"/>
            <p:cNvSpPr/>
            <p:nvPr/>
          </p:nvSpPr>
          <p:spPr>
            <a:xfrm>
              <a:off x="7248525" y="3739696"/>
              <a:ext cx="230531" cy="359790"/>
            </a:xfrm>
            <a:custGeom>
              <a:rect b="b" l="l" r="r" t="t"/>
              <a:pathLst>
                <a:path extrusionOk="0" h="39570" w="25354">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1" name="Google Shape;3591;p95"/>
            <p:cNvSpPr/>
            <p:nvPr/>
          </p:nvSpPr>
          <p:spPr>
            <a:xfrm>
              <a:off x="7271639" y="3762810"/>
              <a:ext cx="184350" cy="184387"/>
            </a:xfrm>
            <a:custGeom>
              <a:rect b="b" l="l" r="r" t="t"/>
              <a:pathLst>
                <a:path extrusionOk="0" h="20279" w="20275">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592" name="Google Shape;3592;p95"/>
          <p:cNvGrpSpPr/>
          <p:nvPr/>
        </p:nvGrpSpPr>
        <p:grpSpPr>
          <a:xfrm>
            <a:off x="7887794" y="3464584"/>
            <a:ext cx="162896" cy="278710"/>
            <a:chOff x="7601242" y="3729267"/>
            <a:chExt cx="222566" cy="380803"/>
          </a:xfrm>
        </p:grpSpPr>
        <p:sp>
          <p:nvSpPr>
            <p:cNvPr id="3593" name="Google Shape;3593;p95"/>
            <p:cNvSpPr/>
            <p:nvPr/>
          </p:nvSpPr>
          <p:spPr>
            <a:xfrm>
              <a:off x="7601242" y="3729267"/>
              <a:ext cx="222566" cy="380803"/>
            </a:xfrm>
            <a:custGeom>
              <a:rect b="b" l="l" r="r" t="t"/>
              <a:pathLst>
                <a:path extrusionOk="0" h="41881" w="24478">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4" name="Google Shape;3594;p95"/>
            <p:cNvSpPr/>
            <p:nvPr/>
          </p:nvSpPr>
          <p:spPr>
            <a:xfrm>
              <a:off x="7621200" y="3748625"/>
              <a:ext cx="182696" cy="177276"/>
            </a:xfrm>
            <a:custGeom>
              <a:rect b="b" l="l" r="r" t="t"/>
              <a:pathLst>
                <a:path extrusionOk="0" h="19497" w="20093">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95" name="Google Shape;3595;p95"/>
          <p:cNvSpPr/>
          <p:nvPr/>
        </p:nvSpPr>
        <p:spPr>
          <a:xfrm>
            <a:off x="7853820" y="3076940"/>
            <a:ext cx="230844" cy="296575"/>
          </a:xfrm>
          <a:custGeom>
            <a:rect b="b" l="l" r="r" t="t"/>
            <a:pathLst>
              <a:path extrusionOk="0" h="37553" w="2923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596" name="Google Shape;3596;p95"/>
          <p:cNvGrpSpPr/>
          <p:nvPr/>
        </p:nvGrpSpPr>
        <p:grpSpPr>
          <a:xfrm>
            <a:off x="7377439" y="3465724"/>
            <a:ext cx="193543" cy="275990"/>
            <a:chOff x="8304647" y="3738687"/>
            <a:chExt cx="225076" cy="320956"/>
          </a:xfrm>
        </p:grpSpPr>
        <p:sp>
          <p:nvSpPr>
            <p:cNvPr id="3597" name="Google Shape;3597;p95"/>
            <p:cNvSpPr/>
            <p:nvPr/>
          </p:nvSpPr>
          <p:spPr>
            <a:xfrm>
              <a:off x="8341164" y="3738692"/>
              <a:ext cx="2209" cy="309245"/>
            </a:xfrm>
            <a:custGeom>
              <a:rect b="b" l="l" r="r" t="t"/>
              <a:pathLst>
                <a:path extrusionOk="0" h="34011" w="1347">
                  <a:moveTo>
                    <a:pt x="0" y="0"/>
                  </a:moveTo>
                  <a:lnTo>
                    <a:pt x="0" y="34010"/>
                  </a:lnTo>
                  <a:lnTo>
                    <a:pt x="1347" y="34010"/>
                  </a:lnTo>
                  <a:lnTo>
                    <a:pt x="1347"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95"/>
            <p:cNvSpPr/>
            <p:nvPr/>
          </p:nvSpPr>
          <p:spPr>
            <a:xfrm>
              <a:off x="8337943" y="3738687"/>
              <a:ext cx="191779" cy="86151"/>
            </a:xfrm>
            <a:custGeom>
              <a:rect b="b" l="l" r="r" t="t"/>
              <a:pathLst>
                <a:path extrusionOk="0" h="9475" w="21092">
                  <a:moveTo>
                    <a:pt x="1" y="0"/>
                  </a:moveTo>
                  <a:lnTo>
                    <a:pt x="432" y="9475"/>
                  </a:lnTo>
                  <a:lnTo>
                    <a:pt x="21092" y="9475"/>
                  </a:lnTo>
                  <a:lnTo>
                    <a:pt x="17648" y="4524"/>
                  </a:lnTo>
                  <a:lnTo>
                    <a:pt x="21092"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9" name="Google Shape;3599;p95"/>
            <p:cNvSpPr/>
            <p:nvPr/>
          </p:nvSpPr>
          <p:spPr>
            <a:xfrm>
              <a:off x="8304647" y="4044004"/>
              <a:ext cx="76341" cy="15639"/>
            </a:xfrm>
            <a:custGeom>
              <a:rect b="b" l="l" r="r" t="t"/>
              <a:pathLst>
                <a:path extrusionOk="0" h="1720" w="8396">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00" name="Google Shape;3600;p95"/>
          <p:cNvGrpSpPr/>
          <p:nvPr/>
        </p:nvGrpSpPr>
        <p:grpSpPr>
          <a:xfrm>
            <a:off x="7649932" y="3465724"/>
            <a:ext cx="178492" cy="275990"/>
            <a:chOff x="8615101" y="3738687"/>
            <a:chExt cx="207573" cy="320956"/>
          </a:xfrm>
        </p:grpSpPr>
        <p:sp>
          <p:nvSpPr>
            <p:cNvPr id="3601" name="Google Shape;3601;p95"/>
            <p:cNvSpPr/>
            <p:nvPr/>
          </p:nvSpPr>
          <p:spPr>
            <a:xfrm>
              <a:off x="8651571" y="3738692"/>
              <a:ext cx="3896" cy="309245"/>
            </a:xfrm>
            <a:custGeom>
              <a:rect b="b" l="l" r="r" t="t"/>
              <a:pathLst>
                <a:path extrusionOk="0" h="34011" w="1347">
                  <a:moveTo>
                    <a:pt x="0" y="0"/>
                  </a:moveTo>
                  <a:lnTo>
                    <a:pt x="0" y="34010"/>
                  </a:lnTo>
                  <a:lnTo>
                    <a:pt x="1347" y="34010"/>
                  </a:lnTo>
                  <a:lnTo>
                    <a:pt x="1347"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2" name="Google Shape;3602;p95"/>
            <p:cNvSpPr/>
            <p:nvPr/>
          </p:nvSpPr>
          <p:spPr>
            <a:xfrm>
              <a:off x="8615101" y="4044004"/>
              <a:ext cx="76332" cy="15639"/>
            </a:xfrm>
            <a:custGeom>
              <a:rect b="b" l="l" r="r" t="t"/>
              <a:pathLst>
                <a:path extrusionOk="0" h="1720" w="8395">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3" name="Google Shape;3603;p95"/>
            <p:cNvSpPr/>
            <p:nvPr/>
          </p:nvSpPr>
          <p:spPr>
            <a:xfrm>
              <a:off x="8651953" y="3738687"/>
              <a:ext cx="170721" cy="99808"/>
            </a:xfrm>
            <a:custGeom>
              <a:rect b="b" l="l" r="r" t="t"/>
              <a:pathLst>
                <a:path extrusionOk="0" h="10977" w="18776">
                  <a:moveTo>
                    <a:pt x="707" y="0"/>
                  </a:moveTo>
                  <a:lnTo>
                    <a:pt x="0" y="10977"/>
                  </a:lnTo>
                  <a:lnTo>
                    <a:pt x="18776" y="4360"/>
                  </a:lnTo>
                  <a:lnTo>
                    <a:pt x="707"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04" name="Google Shape;3604;p95"/>
          <p:cNvSpPr/>
          <p:nvPr/>
        </p:nvSpPr>
        <p:spPr>
          <a:xfrm>
            <a:off x="8146371" y="3055607"/>
            <a:ext cx="222397" cy="288694"/>
          </a:xfrm>
          <a:custGeom>
            <a:rect b="b" l="l" r="r" t="t"/>
            <a:pathLst>
              <a:path extrusionOk="0" h="3648" w="281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605" name="Google Shape;3605;p95"/>
          <p:cNvGrpSpPr/>
          <p:nvPr/>
        </p:nvGrpSpPr>
        <p:grpSpPr>
          <a:xfrm>
            <a:off x="7875463" y="3868385"/>
            <a:ext cx="187557" cy="187557"/>
            <a:chOff x="8565775" y="671075"/>
            <a:chExt cx="441000" cy="441000"/>
          </a:xfrm>
        </p:grpSpPr>
        <p:sp>
          <p:nvSpPr>
            <p:cNvPr id="3606" name="Google Shape;3606;p95"/>
            <p:cNvSpPr/>
            <p:nvPr/>
          </p:nvSpPr>
          <p:spPr>
            <a:xfrm>
              <a:off x="8565775" y="671075"/>
              <a:ext cx="441000" cy="4410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7" name="Google Shape;3607;p95"/>
            <p:cNvSpPr/>
            <p:nvPr/>
          </p:nvSpPr>
          <p:spPr>
            <a:xfrm>
              <a:off x="8706625" y="811925"/>
              <a:ext cx="159300" cy="1593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08" name="Google Shape;3608;p95"/>
          <p:cNvSpPr/>
          <p:nvPr/>
        </p:nvSpPr>
        <p:spPr>
          <a:xfrm>
            <a:off x="8160729" y="3864305"/>
            <a:ext cx="193683" cy="195716"/>
          </a:xfrm>
          <a:custGeom>
            <a:rect b="b" l="l" r="r" t="t"/>
            <a:pathLst>
              <a:path extrusionOk="0" h="196207" w="194168">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95"/>
          <p:cNvSpPr/>
          <p:nvPr/>
        </p:nvSpPr>
        <p:spPr>
          <a:xfrm flipH="1">
            <a:off x="7384916" y="3830761"/>
            <a:ext cx="178589" cy="262805"/>
          </a:xfrm>
          <a:custGeom>
            <a:rect b="b" l="l" r="r" t="t"/>
            <a:pathLst>
              <a:path extrusionOk="0" h="195758" w="133027">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610" name="Google Shape;3610;p95"/>
          <p:cNvGrpSpPr/>
          <p:nvPr/>
        </p:nvGrpSpPr>
        <p:grpSpPr>
          <a:xfrm>
            <a:off x="6029935" y="2940910"/>
            <a:ext cx="587865" cy="517731"/>
            <a:chOff x="6000718" y="3070557"/>
            <a:chExt cx="587865" cy="517731"/>
          </a:xfrm>
        </p:grpSpPr>
        <p:sp>
          <p:nvSpPr>
            <p:cNvPr id="3611" name="Google Shape;3611;p95"/>
            <p:cNvSpPr/>
            <p:nvPr/>
          </p:nvSpPr>
          <p:spPr>
            <a:xfrm>
              <a:off x="6161116" y="3104229"/>
              <a:ext cx="410235" cy="449911"/>
            </a:xfrm>
            <a:custGeom>
              <a:rect b="b" l="l" r="r" t="t"/>
              <a:pathLst>
                <a:path extrusionOk="0" h="78008" w="71098">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95"/>
            <p:cNvSpPr/>
            <p:nvPr/>
          </p:nvSpPr>
          <p:spPr>
            <a:xfrm>
              <a:off x="6032245" y="3317811"/>
              <a:ext cx="62149" cy="151155"/>
            </a:xfrm>
            <a:custGeom>
              <a:rect b="b" l="l" r="r" t="t"/>
              <a:pathLst>
                <a:path extrusionOk="0" h="26208" w="10771">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95"/>
            <p:cNvSpPr/>
            <p:nvPr/>
          </p:nvSpPr>
          <p:spPr>
            <a:xfrm>
              <a:off x="6189159" y="3073176"/>
              <a:ext cx="117131" cy="35868"/>
            </a:xfrm>
            <a:custGeom>
              <a:rect b="b" l="l" r="r" t="t"/>
              <a:pathLst>
                <a:path extrusionOk="0" h="6219" w="2030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95"/>
            <p:cNvSpPr/>
            <p:nvPr/>
          </p:nvSpPr>
          <p:spPr>
            <a:xfrm>
              <a:off x="6123036" y="3116815"/>
              <a:ext cx="22734" cy="17095"/>
            </a:xfrm>
            <a:custGeom>
              <a:rect b="b" l="l" r="r" t="t"/>
              <a:pathLst>
                <a:path extrusionOk="0" h="2964" w="394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95"/>
            <p:cNvSpPr/>
            <p:nvPr/>
          </p:nvSpPr>
          <p:spPr>
            <a:xfrm>
              <a:off x="6099493" y="3152223"/>
              <a:ext cx="3999" cy="4205"/>
            </a:xfrm>
            <a:custGeom>
              <a:rect b="b" l="l" r="r" t="t"/>
              <a:pathLst>
                <a:path extrusionOk="0" h="729" w="693">
                  <a:moveTo>
                    <a:pt x="693" y="1"/>
                  </a:moveTo>
                  <a:cubicBezTo>
                    <a:pt x="462" y="231"/>
                    <a:pt x="231" y="480"/>
                    <a:pt x="1" y="728"/>
                  </a:cubicBezTo>
                  <a:cubicBezTo>
                    <a:pt x="284" y="533"/>
                    <a:pt x="533" y="285"/>
                    <a:pt x="693"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6" name="Google Shape;3616;p95"/>
            <p:cNvSpPr/>
            <p:nvPr/>
          </p:nvSpPr>
          <p:spPr>
            <a:xfrm>
              <a:off x="6350890" y="3500386"/>
              <a:ext cx="45156" cy="42581"/>
            </a:xfrm>
            <a:custGeom>
              <a:rect b="b" l="l" r="r" t="t"/>
              <a:pathLst>
                <a:path extrusionOk="0" h="7383" w="7826">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95"/>
            <p:cNvSpPr/>
            <p:nvPr/>
          </p:nvSpPr>
          <p:spPr>
            <a:xfrm>
              <a:off x="6263064" y="3138409"/>
              <a:ext cx="28469" cy="38688"/>
            </a:xfrm>
            <a:custGeom>
              <a:rect b="b" l="l" r="r" t="t"/>
              <a:pathLst>
                <a:path extrusionOk="0" h="6708" w="4934">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8" name="Google Shape;3618;p95"/>
            <p:cNvSpPr/>
            <p:nvPr/>
          </p:nvSpPr>
          <p:spPr>
            <a:xfrm>
              <a:off x="6251907" y="3097504"/>
              <a:ext cx="26011" cy="13686"/>
            </a:xfrm>
            <a:custGeom>
              <a:rect b="b" l="l" r="r" t="t"/>
              <a:pathLst>
                <a:path extrusionOk="0" h="2373" w="4508">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9" name="Google Shape;3619;p95"/>
            <p:cNvSpPr/>
            <p:nvPr/>
          </p:nvSpPr>
          <p:spPr>
            <a:xfrm>
              <a:off x="6251498" y="3152108"/>
              <a:ext cx="21609" cy="17008"/>
            </a:xfrm>
            <a:custGeom>
              <a:rect b="b" l="l" r="r" t="t"/>
              <a:pathLst>
                <a:path extrusionOk="0" h="2949" w="3745">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0" name="Google Shape;3620;p95"/>
            <p:cNvSpPr/>
            <p:nvPr/>
          </p:nvSpPr>
          <p:spPr>
            <a:xfrm>
              <a:off x="6000718" y="3070557"/>
              <a:ext cx="587865" cy="517731"/>
            </a:xfrm>
            <a:custGeom>
              <a:rect b="b" l="l" r="r" t="t"/>
              <a:pathLst>
                <a:path extrusionOk="0" h="89767" w="101883">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21" name="Google Shape;3621;p95"/>
          <p:cNvGrpSpPr/>
          <p:nvPr/>
        </p:nvGrpSpPr>
        <p:grpSpPr>
          <a:xfrm>
            <a:off x="6044740" y="3584570"/>
            <a:ext cx="557665" cy="516387"/>
            <a:chOff x="6015523" y="3714217"/>
            <a:chExt cx="557665" cy="516387"/>
          </a:xfrm>
        </p:grpSpPr>
        <p:grpSp>
          <p:nvGrpSpPr>
            <p:cNvPr id="3622" name="Google Shape;3622;p95"/>
            <p:cNvGrpSpPr/>
            <p:nvPr/>
          </p:nvGrpSpPr>
          <p:grpSpPr>
            <a:xfrm>
              <a:off x="6036094" y="3716980"/>
              <a:ext cx="529822" cy="510480"/>
              <a:chOff x="3148311" y="-545634"/>
              <a:chExt cx="1006118" cy="969572"/>
            </a:xfrm>
          </p:grpSpPr>
          <p:sp>
            <p:nvSpPr>
              <p:cNvPr id="3623" name="Google Shape;3623;p95"/>
              <p:cNvSpPr/>
              <p:nvPr/>
            </p:nvSpPr>
            <p:spPr>
              <a:xfrm>
                <a:off x="3497808" y="-545634"/>
                <a:ext cx="152012" cy="122083"/>
              </a:xfrm>
              <a:custGeom>
                <a:rect b="b" l="l" r="r" t="t"/>
                <a:pathLst>
                  <a:path extrusionOk="0" h="11144" w="13876">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4" name="Google Shape;3624;p95"/>
              <p:cNvSpPr/>
              <p:nvPr/>
            </p:nvSpPr>
            <p:spPr>
              <a:xfrm>
                <a:off x="3779659" y="-441254"/>
                <a:ext cx="74264" cy="69794"/>
              </a:xfrm>
              <a:custGeom>
                <a:rect b="b" l="l" r="r" t="t"/>
                <a:pathLst>
                  <a:path extrusionOk="0" h="6371" w="6779">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5" name="Google Shape;3625;p95"/>
              <p:cNvSpPr/>
              <p:nvPr/>
            </p:nvSpPr>
            <p:spPr>
              <a:xfrm>
                <a:off x="3658562" y="-488295"/>
                <a:ext cx="47632" cy="25284"/>
              </a:xfrm>
              <a:custGeom>
                <a:rect b="b" l="l" r="r" t="t"/>
                <a:pathLst>
                  <a:path extrusionOk="0" h="2308" w="4348">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95"/>
              <p:cNvSpPr/>
              <p:nvPr/>
            </p:nvSpPr>
            <p:spPr>
              <a:xfrm>
                <a:off x="3773239" y="-411709"/>
                <a:ext cx="34223" cy="31496"/>
              </a:xfrm>
              <a:custGeom>
                <a:rect b="b" l="l" r="r" t="t"/>
                <a:pathLst>
                  <a:path extrusionOk="0" h="2875" w="3124">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7" name="Google Shape;3627;p95"/>
              <p:cNvSpPr/>
              <p:nvPr/>
            </p:nvSpPr>
            <p:spPr>
              <a:xfrm>
                <a:off x="3776942" y="-526397"/>
                <a:ext cx="377487" cy="831956"/>
              </a:xfrm>
              <a:custGeom>
                <a:rect b="b" l="l" r="r" t="t"/>
                <a:pathLst>
                  <a:path extrusionOk="0" h="75943" w="34458">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8" name="Google Shape;3628;p95"/>
              <p:cNvSpPr/>
              <p:nvPr/>
            </p:nvSpPr>
            <p:spPr>
              <a:xfrm>
                <a:off x="3352414" y="12491"/>
                <a:ext cx="353584" cy="411448"/>
              </a:xfrm>
              <a:custGeom>
                <a:rect b="b" l="l" r="r" t="t"/>
                <a:pathLst>
                  <a:path extrusionOk="0" h="37558" w="32276">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95"/>
              <p:cNvSpPr/>
              <p:nvPr/>
            </p:nvSpPr>
            <p:spPr>
              <a:xfrm>
                <a:off x="3289631" y="-66747"/>
                <a:ext cx="64547" cy="26511"/>
              </a:xfrm>
              <a:custGeom>
                <a:rect b="b" l="l" r="r" t="t"/>
                <a:pathLst>
                  <a:path extrusionOk="0" h="2420" w="5892">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95"/>
              <p:cNvSpPr/>
              <p:nvPr/>
            </p:nvSpPr>
            <p:spPr>
              <a:xfrm>
                <a:off x="3368156" y="-47247"/>
                <a:ext cx="67855" cy="22556"/>
              </a:xfrm>
              <a:custGeom>
                <a:rect b="b" l="l" r="r" t="t"/>
                <a:pathLst>
                  <a:path extrusionOk="0" h="2059" w="6194">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95"/>
              <p:cNvSpPr/>
              <p:nvPr/>
            </p:nvSpPr>
            <p:spPr>
              <a:xfrm>
                <a:off x="3466707" y="-328516"/>
                <a:ext cx="37532" cy="23334"/>
              </a:xfrm>
              <a:custGeom>
                <a:rect b="b" l="l" r="r" t="t"/>
                <a:pathLst>
                  <a:path extrusionOk="0" h="2130" w="3426">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95"/>
              <p:cNvSpPr/>
              <p:nvPr/>
            </p:nvSpPr>
            <p:spPr>
              <a:xfrm>
                <a:off x="3148311" y="-512013"/>
                <a:ext cx="344841" cy="575576"/>
              </a:xfrm>
              <a:custGeom>
                <a:rect b="b" l="l" r="r" t="t"/>
                <a:pathLst>
                  <a:path extrusionOk="0" h="52540" w="31478">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33" name="Google Shape;3633;p95"/>
            <p:cNvSpPr/>
            <p:nvPr/>
          </p:nvSpPr>
          <p:spPr>
            <a:xfrm>
              <a:off x="6015523" y="3714217"/>
              <a:ext cx="557665" cy="516387"/>
            </a:xfrm>
            <a:custGeom>
              <a:rect b="b" l="l" r="r" t="t"/>
              <a:pathLst>
                <a:path extrusionOk="0" h="89534" w="96649">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34" name="Google Shape;3634;p95"/>
          <p:cNvGrpSpPr/>
          <p:nvPr/>
        </p:nvGrpSpPr>
        <p:grpSpPr>
          <a:xfrm>
            <a:off x="6673522" y="2943981"/>
            <a:ext cx="576302" cy="511871"/>
            <a:chOff x="6644304" y="3073628"/>
            <a:chExt cx="576302" cy="511871"/>
          </a:xfrm>
        </p:grpSpPr>
        <p:grpSp>
          <p:nvGrpSpPr>
            <p:cNvPr id="3635" name="Google Shape;3635;p95"/>
            <p:cNvGrpSpPr/>
            <p:nvPr/>
          </p:nvGrpSpPr>
          <p:grpSpPr>
            <a:xfrm>
              <a:off x="6712169" y="3073651"/>
              <a:ext cx="481611" cy="506713"/>
              <a:chOff x="1833536" y="-546641"/>
              <a:chExt cx="914567" cy="962419"/>
            </a:xfrm>
          </p:grpSpPr>
          <p:grpSp>
            <p:nvGrpSpPr>
              <p:cNvPr id="3636" name="Google Shape;3636;p95"/>
              <p:cNvGrpSpPr/>
              <p:nvPr/>
            </p:nvGrpSpPr>
            <p:grpSpPr>
              <a:xfrm>
                <a:off x="1833536" y="-524249"/>
                <a:ext cx="914567" cy="940027"/>
                <a:chOff x="1833536" y="-524249"/>
                <a:chExt cx="914567" cy="940027"/>
              </a:xfrm>
            </p:grpSpPr>
            <p:sp>
              <p:nvSpPr>
                <p:cNvPr id="3637" name="Google Shape;3637;p95"/>
                <p:cNvSpPr/>
                <p:nvPr/>
              </p:nvSpPr>
              <p:spPr>
                <a:xfrm>
                  <a:off x="1833536" y="-524249"/>
                  <a:ext cx="453307" cy="599490"/>
                </a:xfrm>
                <a:custGeom>
                  <a:rect b="b" l="l" r="r" t="t"/>
                  <a:pathLst>
                    <a:path extrusionOk="0" h="54723" w="41379">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8" name="Google Shape;3638;p95"/>
                <p:cNvSpPr/>
                <p:nvPr/>
              </p:nvSpPr>
              <p:spPr>
                <a:xfrm>
                  <a:off x="2215098" y="11844"/>
                  <a:ext cx="361756" cy="403933"/>
                </a:xfrm>
                <a:custGeom>
                  <a:rect b="b" l="l" r="r" t="t"/>
                  <a:pathLst>
                    <a:path extrusionOk="0" h="36872" w="33022">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9" name="Google Shape;3639;p95"/>
                <p:cNvSpPr/>
                <p:nvPr/>
              </p:nvSpPr>
              <p:spPr>
                <a:xfrm>
                  <a:off x="2637874" y="-333183"/>
                  <a:ext cx="110229" cy="289442"/>
                </a:xfrm>
                <a:custGeom>
                  <a:rect b="b" l="l" r="r" t="t"/>
                  <a:pathLst>
                    <a:path extrusionOk="0" h="26421" w="10062">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0" name="Google Shape;3640;p95"/>
                <p:cNvSpPr/>
                <p:nvPr/>
              </p:nvSpPr>
              <p:spPr>
                <a:xfrm>
                  <a:off x="2134042" y="-54389"/>
                  <a:ext cx="90203" cy="22195"/>
                </a:xfrm>
                <a:custGeom>
                  <a:rect b="b" l="l" r="r" t="t"/>
                  <a:pathLst>
                    <a:path extrusionOk="0" h="2026" w="8234">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1" name="Google Shape;3641;p95"/>
                <p:cNvSpPr/>
                <p:nvPr/>
              </p:nvSpPr>
              <p:spPr>
                <a:xfrm>
                  <a:off x="2238816" y="-47827"/>
                  <a:ext cx="72325" cy="27026"/>
                </a:xfrm>
                <a:custGeom>
                  <a:rect b="b" l="l" r="r" t="t"/>
                  <a:pathLst>
                    <a:path extrusionOk="0" h="2467" w="6602">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42" name="Google Shape;3642;p95"/>
              <p:cNvSpPr/>
              <p:nvPr/>
            </p:nvSpPr>
            <p:spPr>
              <a:xfrm>
                <a:off x="2128411" y="-546641"/>
                <a:ext cx="194386" cy="108115"/>
              </a:xfrm>
              <a:custGeom>
                <a:rect b="b" l="l" r="r" t="t"/>
                <a:pathLst>
                  <a:path extrusionOk="0" h="9869" w="17744">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3" name="Google Shape;3643;p95"/>
              <p:cNvSpPr/>
              <p:nvPr/>
            </p:nvSpPr>
            <p:spPr>
              <a:xfrm>
                <a:off x="2511333" y="-459604"/>
                <a:ext cx="149109" cy="146063"/>
              </a:xfrm>
              <a:custGeom>
                <a:rect b="b" l="l" r="r" t="t"/>
                <a:pathLst>
                  <a:path extrusionOk="0" h="13333" w="13611">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4" name="Google Shape;3644;p95"/>
              <p:cNvSpPr/>
              <p:nvPr/>
            </p:nvSpPr>
            <p:spPr>
              <a:xfrm>
                <a:off x="2278079" y="-341148"/>
                <a:ext cx="40051" cy="28001"/>
              </a:xfrm>
              <a:custGeom>
                <a:rect b="b" l="l" r="r" t="t"/>
                <a:pathLst>
                  <a:path extrusionOk="0" h="2556" w="3656">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5" name="Google Shape;3645;p95"/>
              <p:cNvSpPr/>
              <p:nvPr/>
            </p:nvSpPr>
            <p:spPr>
              <a:xfrm>
                <a:off x="2357973" y="-515102"/>
                <a:ext cx="46077" cy="20902"/>
              </a:xfrm>
              <a:custGeom>
                <a:rect b="b" l="l" r="r" t="t"/>
                <a:pathLst>
                  <a:path extrusionOk="0" h="1908" w="4206">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46" name="Google Shape;3646;p95"/>
            <p:cNvSpPr/>
            <p:nvPr/>
          </p:nvSpPr>
          <p:spPr>
            <a:xfrm>
              <a:off x="6644304" y="3073628"/>
              <a:ext cx="576302" cy="511871"/>
            </a:xfrm>
            <a:custGeom>
              <a:rect b="b" l="l" r="r" t="t"/>
              <a:pathLst>
                <a:path extrusionOk="0" h="88751" w="99879">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47" name="Google Shape;3647;p95"/>
          <p:cNvGrpSpPr/>
          <p:nvPr/>
        </p:nvGrpSpPr>
        <p:grpSpPr>
          <a:xfrm>
            <a:off x="5938558" y="1033351"/>
            <a:ext cx="2435960" cy="1297725"/>
            <a:chOff x="233350" y="949250"/>
            <a:chExt cx="7137300" cy="3802300"/>
          </a:xfrm>
        </p:grpSpPr>
        <p:sp>
          <p:nvSpPr>
            <p:cNvPr id="3648" name="Google Shape;3648;p95"/>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9" name="Google Shape;3649;p95"/>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0" name="Google Shape;3650;p95"/>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95"/>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2" name="Google Shape;3652;p95"/>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95"/>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95"/>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5" name="Google Shape;3655;p95"/>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6" name="Google Shape;3656;p95"/>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7" name="Google Shape;3657;p95"/>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8" name="Google Shape;3658;p95"/>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9" name="Google Shape;3659;p95"/>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0" name="Google Shape;3660;p95"/>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1" name="Google Shape;3661;p95"/>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2" name="Google Shape;3662;p95"/>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3" name="Google Shape;3663;p95"/>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4" name="Google Shape;3664;p95"/>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5" name="Google Shape;3665;p95"/>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6" name="Google Shape;3666;p95"/>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7" name="Google Shape;3667;p95"/>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8" name="Google Shape;3668;p95"/>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9" name="Google Shape;3669;p95"/>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95"/>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1" name="Google Shape;3671;p95"/>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2" name="Google Shape;3672;p95"/>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3" name="Google Shape;3673;p95"/>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95"/>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5" name="Google Shape;3675;p95"/>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95"/>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7" name="Google Shape;3677;p95"/>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8" name="Google Shape;3678;p95"/>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9" name="Google Shape;3679;p95"/>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0" name="Google Shape;3680;p95"/>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95"/>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2" name="Google Shape;3682;p95"/>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3" name="Google Shape;3683;p95"/>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95"/>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95"/>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6" name="Google Shape;3686;p95"/>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7" name="Google Shape;3687;p95"/>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8" name="Google Shape;3688;p95"/>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9" name="Google Shape;3689;p95"/>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0" name="Google Shape;3690;p95"/>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1" name="Google Shape;3691;p95"/>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2" name="Google Shape;3692;p95"/>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3" name="Google Shape;3693;p95"/>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4" name="Google Shape;3694;p95"/>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5" name="Google Shape;3695;p95"/>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6" name="Google Shape;3696;p95"/>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7" name="Google Shape;3697;p95"/>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8" name="Google Shape;3698;p95"/>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99" name="Google Shape;3699;p95"/>
          <p:cNvGrpSpPr/>
          <p:nvPr/>
        </p:nvGrpSpPr>
        <p:grpSpPr>
          <a:xfrm>
            <a:off x="731715" y="995041"/>
            <a:ext cx="2665073" cy="1317140"/>
            <a:chOff x="793334" y="1192826"/>
            <a:chExt cx="2665073" cy="1317140"/>
          </a:xfrm>
        </p:grpSpPr>
        <p:sp>
          <p:nvSpPr>
            <p:cNvPr id="3700" name="Google Shape;3700;p95"/>
            <p:cNvSpPr/>
            <p:nvPr/>
          </p:nvSpPr>
          <p:spPr>
            <a:xfrm>
              <a:off x="2759899" y="2034536"/>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1" name="Google Shape;3701;p95"/>
            <p:cNvSpPr/>
            <p:nvPr/>
          </p:nvSpPr>
          <p:spPr>
            <a:xfrm>
              <a:off x="2622291" y="1667631"/>
              <a:ext cx="12573" cy="1765"/>
            </a:xfrm>
            <a:custGeom>
              <a:rect b="b" l="l" r="r" t="t"/>
              <a:pathLst>
                <a:path extrusionOk="0" h="130" w="926">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2" name="Google Shape;3702;p95"/>
            <p:cNvSpPr/>
            <p:nvPr/>
          </p:nvSpPr>
          <p:spPr>
            <a:xfrm>
              <a:off x="2265040" y="1528449"/>
              <a:ext cx="1344" cy="109"/>
            </a:xfrm>
            <a:custGeom>
              <a:rect b="b" l="l" r="r" t="t"/>
              <a:pathLst>
                <a:path extrusionOk="0" h="8" w="99">
                  <a:moveTo>
                    <a:pt x="1" y="1"/>
                  </a:moveTo>
                  <a:cubicBezTo>
                    <a:pt x="32" y="4"/>
                    <a:pt x="67" y="8"/>
                    <a:pt x="99" y="8"/>
                  </a:cubicBezTo>
                  <a:cubicBezTo>
                    <a:pt x="67" y="1"/>
                    <a:pt x="32"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95"/>
            <p:cNvSpPr/>
            <p:nvPr/>
          </p:nvSpPr>
          <p:spPr>
            <a:xfrm>
              <a:off x="2494622" y="1668433"/>
              <a:ext cx="8147" cy="2118"/>
            </a:xfrm>
            <a:custGeom>
              <a:rect b="b" l="l" r="r" t="t"/>
              <a:pathLst>
                <a:path extrusionOk="0" h="156" w="60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4" name="Google Shape;3704;p95"/>
            <p:cNvSpPr/>
            <p:nvPr/>
          </p:nvSpPr>
          <p:spPr>
            <a:xfrm>
              <a:off x="2304347" y="1661671"/>
              <a:ext cx="30291" cy="17094"/>
            </a:xfrm>
            <a:custGeom>
              <a:rect b="b" l="l" r="r" t="t"/>
              <a:pathLst>
                <a:path extrusionOk="0" h="1259" w="2231">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5" name="Google Shape;3705;p95"/>
            <p:cNvSpPr/>
            <p:nvPr/>
          </p:nvSpPr>
          <p:spPr>
            <a:xfrm>
              <a:off x="2596779" y="1667903"/>
              <a:ext cx="20869" cy="13808"/>
            </a:xfrm>
            <a:custGeom>
              <a:rect b="b" l="l" r="r" t="t"/>
              <a:pathLst>
                <a:path extrusionOk="0" h="1017" w="1537">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95"/>
            <p:cNvSpPr/>
            <p:nvPr/>
          </p:nvSpPr>
          <p:spPr>
            <a:xfrm>
              <a:off x="1460410" y="1905428"/>
              <a:ext cx="14" cy="14"/>
            </a:xfrm>
            <a:custGeom>
              <a:rect b="b" l="l" r="r" t="t"/>
              <a:pathLst>
                <a:path extrusionOk="0" h="1" w="1">
                  <a:moveTo>
                    <a:pt x="0"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95"/>
            <p:cNvSpPr/>
            <p:nvPr/>
          </p:nvSpPr>
          <p:spPr>
            <a:xfrm>
              <a:off x="2393809" y="1664875"/>
              <a:ext cx="58709" cy="92123"/>
            </a:xfrm>
            <a:custGeom>
              <a:rect b="b" l="l" r="r" t="t"/>
              <a:pathLst>
                <a:path extrusionOk="0" h="6785" w="4324">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8" name="Google Shape;3708;p95"/>
            <p:cNvSpPr/>
            <p:nvPr/>
          </p:nvSpPr>
          <p:spPr>
            <a:xfrm>
              <a:off x="3030608" y="2063280"/>
              <a:ext cx="2525" cy="733"/>
            </a:xfrm>
            <a:custGeom>
              <a:rect b="b" l="l" r="r" t="t"/>
              <a:pathLst>
                <a:path extrusionOk="0" h="54" w="186">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9" name="Google Shape;3709;p95"/>
            <p:cNvSpPr/>
            <p:nvPr/>
          </p:nvSpPr>
          <p:spPr>
            <a:xfrm>
              <a:off x="2090841" y="1529304"/>
              <a:ext cx="1765" cy="2390"/>
            </a:xfrm>
            <a:custGeom>
              <a:rect b="b" l="l" r="r" t="t"/>
              <a:pathLst>
                <a:path extrusionOk="0" h="176" w="13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0" name="Google Shape;3710;p95"/>
            <p:cNvSpPr/>
            <p:nvPr/>
          </p:nvSpPr>
          <p:spPr>
            <a:xfrm>
              <a:off x="2245597" y="1718058"/>
              <a:ext cx="14229" cy="4386"/>
            </a:xfrm>
            <a:custGeom>
              <a:rect b="b" l="l" r="r" t="t"/>
              <a:pathLst>
                <a:path extrusionOk="0" h="323" w="1048">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1" name="Google Shape;3711;p95"/>
            <p:cNvSpPr/>
            <p:nvPr/>
          </p:nvSpPr>
          <p:spPr>
            <a:xfrm>
              <a:off x="2812146" y="1578590"/>
              <a:ext cx="42742" cy="41805"/>
            </a:xfrm>
            <a:custGeom>
              <a:rect b="b" l="l" r="r" t="t"/>
              <a:pathLst>
                <a:path extrusionOk="0" h="3079" w="3148">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2" name="Google Shape;3712;p95"/>
            <p:cNvSpPr/>
            <p:nvPr/>
          </p:nvSpPr>
          <p:spPr>
            <a:xfrm>
              <a:off x="2563691" y="1451016"/>
              <a:ext cx="3055" cy="2593"/>
            </a:xfrm>
            <a:custGeom>
              <a:rect b="b" l="l" r="r" t="t"/>
              <a:pathLst>
                <a:path extrusionOk="0" h="191" w="225">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3" name="Google Shape;3713;p95"/>
            <p:cNvSpPr/>
            <p:nvPr/>
          </p:nvSpPr>
          <p:spPr>
            <a:xfrm>
              <a:off x="2480977" y="1673361"/>
              <a:ext cx="16510" cy="18180"/>
            </a:xfrm>
            <a:custGeom>
              <a:rect b="b" l="l" r="r" t="t"/>
              <a:pathLst>
                <a:path extrusionOk="0" h="1339" w="1216">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95"/>
            <p:cNvSpPr/>
            <p:nvPr/>
          </p:nvSpPr>
          <p:spPr>
            <a:xfrm>
              <a:off x="2278156" y="2042506"/>
              <a:ext cx="20651" cy="18846"/>
            </a:xfrm>
            <a:custGeom>
              <a:rect b="b" l="l" r="r" t="t"/>
              <a:pathLst>
                <a:path extrusionOk="0" h="1388" w="1521">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95"/>
            <p:cNvSpPr/>
            <p:nvPr/>
          </p:nvSpPr>
          <p:spPr>
            <a:xfrm>
              <a:off x="2095159" y="1526222"/>
              <a:ext cx="2009" cy="1344"/>
            </a:xfrm>
            <a:custGeom>
              <a:rect b="b" l="l" r="r" t="t"/>
              <a:pathLst>
                <a:path extrusionOk="0" h="99" w="148">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6" name="Google Shape;3716;p95"/>
            <p:cNvSpPr/>
            <p:nvPr/>
          </p:nvSpPr>
          <p:spPr>
            <a:xfrm>
              <a:off x="2217030" y="1745010"/>
              <a:ext cx="1874" cy="394"/>
            </a:xfrm>
            <a:custGeom>
              <a:rect b="b" l="l" r="r" t="t"/>
              <a:pathLst>
                <a:path extrusionOk="0" h="29" w="138">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7" name="Google Shape;3717;p95"/>
            <p:cNvSpPr/>
            <p:nvPr/>
          </p:nvSpPr>
          <p:spPr>
            <a:xfrm>
              <a:off x="2294517" y="2116096"/>
              <a:ext cx="8377" cy="33360"/>
            </a:xfrm>
            <a:custGeom>
              <a:rect b="b" l="l" r="r" t="t"/>
              <a:pathLst>
                <a:path extrusionOk="0" h="2457" w="617">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8" name="Google Shape;3718;p95"/>
            <p:cNvSpPr/>
            <p:nvPr/>
          </p:nvSpPr>
          <p:spPr>
            <a:xfrm>
              <a:off x="2250119" y="1665337"/>
              <a:ext cx="104438" cy="51540"/>
            </a:xfrm>
            <a:custGeom>
              <a:rect b="b" l="l" r="r" t="t"/>
              <a:pathLst>
                <a:path extrusionOk="0" h="3796" w="7692">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9" name="Google Shape;3719;p95"/>
            <p:cNvSpPr/>
            <p:nvPr/>
          </p:nvSpPr>
          <p:spPr>
            <a:xfrm>
              <a:off x="2259243" y="2070557"/>
              <a:ext cx="13034" cy="35342"/>
            </a:xfrm>
            <a:custGeom>
              <a:rect b="b" l="l" r="r" t="t"/>
              <a:pathLst>
                <a:path extrusionOk="0" h="2603" w="96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0" name="Google Shape;3720;p95"/>
            <p:cNvSpPr/>
            <p:nvPr/>
          </p:nvSpPr>
          <p:spPr>
            <a:xfrm>
              <a:off x="1664562" y="2045086"/>
              <a:ext cx="3435" cy="4711"/>
            </a:xfrm>
            <a:custGeom>
              <a:rect b="b" l="l" r="r" t="t"/>
              <a:pathLst>
                <a:path extrusionOk="0" h="347" w="253">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1" name="Google Shape;3721;p95"/>
            <p:cNvSpPr/>
            <p:nvPr/>
          </p:nvSpPr>
          <p:spPr>
            <a:xfrm>
              <a:off x="1423480" y="1702037"/>
              <a:ext cx="30142" cy="11880"/>
            </a:xfrm>
            <a:custGeom>
              <a:rect b="b" l="l" r="r" t="t"/>
              <a:pathLst>
                <a:path extrusionOk="0" h="875" w="222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95"/>
            <p:cNvSpPr/>
            <p:nvPr/>
          </p:nvSpPr>
          <p:spPr>
            <a:xfrm>
              <a:off x="1110233" y="1631597"/>
              <a:ext cx="22498" cy="29097"/>
            </a:xfrm>
            <a:custGeom>
              <a:rect b="b" l="l" r="r" t="t"/>
              <a:pathLst>
                <a:path extrusionOk="0" h="2143" w="1657">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95"/>
            <p:cNvSpPr/>
            <p:nvPr/>
          </p:nvSpPr>
          <p:spPr>
            <a:xfrm>
              <a:off x="1475522" y="1731935"/>
              <a:ext cx="1059" cy="1914"/>
            </a:xfrm>
            <a:custGeom>
              <a:rect b="b" l="l" r="r" t="t"/>
              <a:pathLst>
                <a:path extrusionOk="0" h="141" w="78">
                  <a:moveTo>
                    <a:pt x="78" y="1"/>
                  </a:moveTo>
                  <a:cubicBezTo>
                    <a:pt x="50" y="11"/>
                    <a:pt x="29" y="32"/>
                    <a:pt x="15" y="60"/>
                  </a:cubicBezTo>
                  <a:cubicBezTo>
                    <a:pt x="8" y="85"/>
                    <a:pt x="1" y="113"/>
                    <a:pt x="1" y="141"/>
                  </a:cubicBezTo>
                  <a:cubicBezTo>
                    <a:pt x="25" y="92"/>
                    <a:pt x="50" y="46"/>
                    <a:pt x="7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4" name="Google Shape;3724;p95"/>
            <p:cNvSpPr/>
            <p:nvPr/>
          </p:nvSpPr>
          <p:spPr>
            <a:xfrm>
              <a:off x="1389726" y="1671094"/>
              <a:ext cx="58858" cy="39483"/>
            </a:xfrm>
            <a:custGeom>
              <a:rect b="b" l="l" r="r" t="t"/>
              <a:pathLst>
                <a:path extrusionOk="0" h="2908" w="4335">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5" name="Google Shape;3725;p95"/>
            <p:cNvSpPr/>
            <p:nvPr/>
          </p:nvSpPr>
          <p:spPr>
            <a:xfrm>
              <a:off x="1309917" y="1312268"/>
              <a:ext cx="14" cy="14"/>
            </a:xfrm>
            <a:custGeom>
              <a:rect b="b" l="l" r="r" t="t"/>
              <a:pathLst>
                <a:path extrusionOk="0" h="1" w="1">
                  <a:moveTo>
                    <a:pt x="1"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6" name="Google Shape;3726;p95"/>
            <p:cNvSpPr/>
            <p:nvPr/>
          </p:nvSpPr>
          <p:spPr>
            <a:xfrm>
              <a:off x="1507986" y="1447255"/>
              <a:ext cx="18601" cy="10482"/>
            </a:xfrm>
            <a:custGeom>
              <a:rect b="b" l="l" r="r" t="t"/>
              <a:pathLst>
                <a:path extrusionOk="0" h="772" w="137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7" name="Google Shape;3727;p95"/>
            <p:cNvSpPr/>
            <p:nvPr/>
          </p:nvSpPr>
          <p:spPr>
            <a:xfrm>
              <a:off x="1328559" y="1417113"/>
              <a:ext cx="4236" cy="937"/>
            </a:xfrm>
            <a:custGeom>
              <a:rect b="b" l="l" r="r" t="t"/>
              <a:pathLst>
                <a:path extrusionOk="0" h="69" w="312">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8" name="Google Shape;3728;p95"/>
            <p:cNvSpPr/>
            <p:nvPr/>
          </p:nvSpPr>
          <p:spPr>
            <a:xfrm>
              <a:off x="1359407" y="1645812"/>
              <a:ext cx="55247" cy="22335"/>
            </a:xfrm>
            <a:custGeom>
              <a:rect b="b" l="l" r="r" t="t"/>
              <a:pathLst>
                <a:path extrusionOk="0" h="1645" w="4069">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9" name="Google Shape;3729;p95"/>
            <p:cNvSpPr/>
            <p:nvPr/>
          </p:nvSpPr>
          <p:spPr>
            <a:xfrm>
              <a:off x="1451571" y="1689858"/>
              <a:ext cx="24589" cy="7454"/>
            </a:xfrm>
            <a:custGeom>
              <a:rect b="b" l="l" r="r" t="t"/>
              <a:pathLst>
                <a:path extrusionOk="0" h="549" w="1811">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0" name="Google Shape;3730;p95"/>
            <p:cNvSpPr/>
            <p:nvPr/>
          </p:nvSpPr>
          <p:spPr>
            <a:xfrm>
              <a:off x="1051157" y="1420222"/>
              <a:ext cx="5241" cy="3965"/>
            </a:xfrm>
            <a:custGeom>
              <a:rect b="b" l="l" r="r" t="t"/>
              <a:pathLst>
                <a:path extrusionOk="0" h="292" w="386">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1" name="Google Shape;3731;p95"/>
            <p:cNvSpPr/>
            <p:nvPr/>
          </p:nvSpPr>
          <p:spPr>
            <a:xfrm>
              <a:off x="1513458" y="2479960"/>
              <a:ext cx="11663" cy="15465"/>
            </a:xfrm>
            <a:custGeom>
              <a:rect b="b" l="l" r="r" t="t"/>
              <a:pathLst>
                <a:path extrusionOk="0" h="1139" w="859">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2" name="Google Shape;3732;p95"/>
            <p:cNvSpPr/>
            <p:nvPr/>
          </p:nvSpPr>
          <p:spPr>
            <a:xfrm>
              <a:off x="1506995" y="2482186"/>
              <a:ext cx="4956" cy="2743"/>
            </a:xfrm>
            <a:custGeom>
              <a:rect b="b" l="l" r="r" t="t"/>
              <a:pathLst>
                <a:path extrusionOk="0" h="202" w="365">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3" name="Google Shape;3733;p95"/>
            <p:cNvSpPr/>
            <p:nvPr/>
          </p:nvSpPr>
          <p:spPr>
            <a:xfrm>
              <a:off x="1039073" y="1557966"/>
              <a:ext cx="1344" cy="4155"/>
            </a:xfrm>
            <a:custGeom>
              <a:rect b="b" l="l" r="r" t="t"/>
              <a:pathLst>
                <a:path extrusionOk="0" h="306" w="99">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4" name="Google Shape;3734;p95"/>
            <p:cNvSpPr/>
            <p:nvPr/>
          </p:nvSpPr>
          <p:spPr>
            <a:xfrm>
              <a:off x="1493960" y="2432982"/>
              <a:ext cx="1589" cy="1168"/>
            </a:xfrm>
            <a:custGeom>
              <a:rect b="b" l="l" r="r" t="t"/>
              <a:pathLst>
                <a:path extrusionOk="0" h="86" w="117">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5" name="Google Shape;3735;p95"/>
            <p:cNvSpPr/>
            <p:nvPr/>
          </p:nvSpPr>
          <p:spPr>
            <a:xfrm>
              <a:off x="1496866" y="2484630"/>
              <a:ext cx="7006" cy="4331"/>
            </a:xfrm>
            <a:custGeom>
              <a:rect b="b" l="l" r="r" t="t"/>
              <a:pathLst>
                <a:path extrusionOk="0" h="319" w="516">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6" name="Google Shape;3736;p95"/>
            <p:cNvSpPr/>
            <p:nvPr/>
          </p:nvSpPr>
          <p:spPr>
            <a:xfrm>
              <a:off x="1412930" y="1447825"/>
              <a:ext cx="2200" cy="1643"/>
            </a:xfrm>
            <a:custGeom>
              <a:rect b="b" l="l" r="r" t="t"/>
              <a:pathLst>
                <a:path extrusionOk="0" h="121" w="162">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7" name="Google Shape;3737;p95"/>
            <p:cNvSpPr/>
            <p:nvPr/>
          </p:nvSpPr>
          <p:spPr>
            <a:xfrm>
              <a:off x="1375700" y="1460860"/>
              <a:ext cx="14419" cy="6721"/>
            </a:xfrm>
            <a:custGeom>
              <a:rect b="b" l="l" r="r" t="t"/>
              <a:pathLst>
                <a:path extrusionOk="0" h="495" w="1062">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95"/>
            <p:cNvSpPr/>
            <p:nvPr/>
          </p:nvSpPr>
          <p:spPr>
            <a:xfrm>
              <a:off x="1518536" y="1659444"/>
              <a:ext cx="3150" cy="2729"/>
            </a:xfrm>
            <a:custGeom>
              <a:rect b="b" l="l" r="r" t="t"/>
              <a:pathLst>
                <a:path extrusionOk="0" h="201" w="232">
                  <a:moveTo>
                    <a:pt x="232" y="1"/>
                  </a:moveTo>
                  <a:lnTo>
                    <a:pt x="186" y="36"/>
                  </a:lnTo>
                  <a:cubicBezTo>
                    <a:pt x="130" y="85"/>
                    <a:pt x="57" y="148"/>
                    <a:pt x="1" y="200"/>
                  </a:cubicBezTo>
                  <a:cubicBezTo>
                    <a:pt x="85" y="141"/>
                    <a:pt x="162" y="74"/>
                    <a:pt x="23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95"/>
            <p:cNvSpPr/>
            <p:nvPr/>
          </p:nvSpPr>
          <p:spPr>
            <a:xfrm>
              <a:off x="2136230" y="2173135"/>
              <a:ext cx="92123" cy="91879"/>
            </a:xfrm>
            <a:custGeom>
              <a:rect b="b" l="l" r="r" t="t"/>
              <a:pathLst>
                <a:path extrusionOk="0" h="6767" w="6785">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0" name="Google Shape;3740;p95"/>
            <p:cNvSpPr/>
            <p:nvPr/>
          </p:nvSpPr>
          <p:spPr>
            <a:xfrm>
              <a:off x="2231110" y="2162816"/>
              <a:ext cx="55953" cy="49734"/>
            </a:xfrm>
            <a:custGeom>
              <a:rect b="b" l="l" r="r" t="t"/>
              <a:pathLst>
                <a:path extrusionOk="0" h="3663" w="4121">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1" name="Google Shape;3741;p95"/>
            <p:cNvSpPr/>
            <p:nvPr/>
          </p:nvSpPr>
          <p:spPr>
            <a:xfrm>
              <a:off x="2193500" y="2179503"/>
              <a:ext cx="64425" cy="69177"/>
            </a:xfrm>
            <a:custGeom>
              <a:rect b="b" l="l" r="r" t="t"/>
              <a:pathLst>
                <a:path extrusionOk="0" h="5095" w="4745">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2" name="Google Shape;3742;p95"/>
            <p:cNvSpPr/>
            <p:nvPr/>
          </p:nvSpPr>
          <p:spPr>
            <a:xfrm>
              <a:off x="2229155" y="2179503"/>
              <a:ext cx="54" cy="14"/>
            </a:xfrm>
            <a:custGeom>
              <a:rect b="b" l="l" r="r" t="t"/>
              <a:pathLst>
                <a:path extrusionOk="0" h="1" w="4">
                  <a:moveTo>
                    <a:pt x="4" y="1"/>
                  </a:moveTo>
                  <a:lnTo>
                    <a:pt x="1" y="1"/>
                  </a:ln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3" name="Google Shape;3743;p95"/>
            <p:cNvSpPr/>
            <p:nvPr/>
          </p:nvSpPr>
          <p:spPr>
            <a:xfrm>
              <a:off x="2229209" y="2179503"/>
              <a:ext cx="54" cy="109"/>
            </a:xfrm>
            <a:custGeom>
              <a:rect b="b" l="l" r="r" t="t"/>
              <a:pathLst>
                <a:path extrusionOk="0" h="8" w="4">
                  <a:moveTo>
                    <a:pt x="4"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4" name="Google Shape;3744;p95"/>
            <p:cNvSpPr/>
            <p:nvPr/>
          </p:nvSpPr>
          <p:spPr>
            <a:xfrm>
              <a:off x="2257776" y="2210066"/>
              <a:ext cx="54" cy="163"/>
            </a:xfrm>
            <a:custGeom>
              <a:rect b="b" l="l" r="r" t="t"/>
              <a:pathLst>
                <a:path extrusionOk="0" h="12" w="4">
                  <a:moveTo>
                    <a:pt x="0" y="1"/>
                  </a:moveTo>
                  <a:cubicBezTo>
                    <a:pt x="0" y="4"/>
                    <a:pt x="4" y="8"/>
                    <a:pt x="4" y="11"/>
                  </a:cubicBezTo>
                  <a:cubicBezTo>
                    <a:pt x="4" y="8"/>
                    <a:pt x="4"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5" name="Google Shape;3745;p95"/>
            <p:cNvSpPr/>
            <p:nvPr/>
          </p:nvSpPr>
          <p:spPr>
            <a:xfrm>
              <a:off x="2257491" y="2209455"/>
              <a:ext cx="95" cy="149"/>
            </a:xfrm>
            <a:custGeom>
              <a:rect b="b" l="l" r="r" t="t"/>
              <a:pathLst>
                <a:path extrusionOk="0" h="11" w="7">
                  <a:moveTo>
                    <a:pt x="7" y="11"/>
                  </a:moveTo>
                  <a:cubicBezTo>
                    <a:pt x="4" y="7"/>
                    <a:pt x="0" y="4"/>
                    <a:pt x="0" y="0"/>
                  </a:cubicBezTo>
                  <a:cubicBezTo>
                    <a:pt x="0" y="4"/>
                    <a:pt x="4" y="7"/>
                    <a:pt x="7"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95"/>
            <p:cNvSpPr/>
            <p:nvPr/>
          </p:nvSpPr>
          <p:spPr>
            <a:xfrm>
              <a:off x="2233106" y="2183400"/>
              <a:ext cx="109" cy="68"/>
            </a:xfrm>
            <a:custGeom>
              <a:rect b="b" l="l" r="r" t="t"/>
              <a:pathLst>
                <a:path extrusionOk="0" h="5" w="8">
                  <a:moveTo>
                    <a:pt x="7"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95"/>
            <p:cNvSpPr/>
            <p:nvPr/>
          </p:nvSpPr>
          <p:spPr>
            <a:xfrm>
              <a:off x="2257871" y="2210406"/>
              <a:ext cx="0" cy="149"/>
            </a:xfrm>
            <a:custGeom>
              <a:rect b="b" l="l" r="r" t="t"/>
              <a:pathLst>
                <a:path extrusionOk="0" h="11" w="0">
                  <a:moveTo>
                    <a:pt x="0" y="11"/>
                  </a:moveTo>
                  <a:lnTo>
                    <a:pt x="0" y="11"/>
                  </a:lnTo>
                  <a:lnTo>
                    <a:pt x="0" y="4"/>
                  </a:lnTo>
                  <a:cubicBezTo>
                    <a:pt x="0" y="0"/>
                    <a:pt x="0" y="7"/>
                    <a:pt x="0"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8" name="Google Shape;3748;p95"/>
            <p:cNvSpPr/>
            <p:nvPr/>
          </p:nvSpPr>
          <p:spPr>
            <a:xfrm>
              <a:off x="2249589" y="2206645"/>
              <a:ext cx="3965" cy="1874"/>
            </a:xfrm>
            <a:custGeom>
              <a:rect b="b" l="l" r="r" t="t"/>
              <a:pathLst>
                <a:path extrusionOk="0" h="138" w="292">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9" name="Google Shape;3749;p95"/>
            <p:cNvSpPr/>
            <p:nvPr/>
          </p:nvSpPr>
          <p:spPr>
            <a:xfrm>
              <a:off x="2257681" y="2209740"/>
              <a:ext cx="54" cy="149"/>
            </a:xfrm>
            <a:custGeom>
              <a:rect b="b" l="l" r="r" t="t"/>
              <a:pathLst>
                <a:path extrusionOk="0" h="11" w="4">
                  <a:moveTo>
                    <a:pt x="4" y="11"/>
                  </a:moveTo>
                  <a:cubicBezTo>
                    <a:pt x="4" y="7"/>
                    <a:pt x="0" y="4"/>
                    <a:pt x="0" y="0"/>
                  </a:cubicBezTo>
                  <a:cubicBezTo>
                    <a:pt x="0" y="4"/>
                    <a:pt x="4" y="7"/>
                    <a:pt x="4"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0" name="Google Shape;3750;p95"/>
            <p:cNvSpPr/>
            <p:nvPr/>
          </p:nvSpPr>
          <p:spPr>
            <a:xfrm>
              <a:off x="2229915" y="2180508"/>
              <a:ext cx="163" cy="149"/>
            </a:xfrm>
            <a:custGeom>
              <a:rect b="b" l="l" r="r" t="t"/>
              <a:pathLst>
                <a:path extrusionOk="0" h="11" w="12">
                  <a:moveTo>
                    <a:pt x="11"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1" name="Google Shape;3751;p95"/>
            <p:cNvSpPr/>
            <p:nvPr/>
          </p:nvSpPr>
          <p:spPr>
            <a:xfrm>
              <a:off x="2230200" y="2180834"/>
              <a:ext cx="163" cy="163"/>
            </a:xfrm>
            <a:custGeom>
              <a:rect b="b" l="l" r="r" t="t"/>
              <a:pathLst>
                <a:path extrusionOk="0" h="12" w="12">
                  <a:moveTo>
                    <a:pt x="1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2" name="Google Shape;3752;p95"/>
            <p:cNvSpPr/>
            <p:nvPr/>
          </p:nvSpPr>
          <p:spPr>
            <a:xfrm>
              <a:off x="2229399" y="2179843"/>
              <a:ext cx="149" cy="149"/>
            </a:xfrm>
            <a:custGeom>
              <a:rect b="b" l="l" r="r" t="t"/>
              <a:pathLst>
                <a:path extrusionOk="0" h="11" w="11">
                  <a:moveTo>
                    <a:pt x="11"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3" name="Google Shape;3753;p95"/>
            <p:cNvSpPr/>
            <p:nvPr/>
          </p:nvSpPr>
          <p:spPr>
            <a:xfrm>
              <a:off x="2229684" y="2180169"/>
              <a:ext cx="109" cy="163"/>
            </a:xfrm>
            <a:custGeom>
              <a:rect b="b" l="l" r="r" t="t"/>
              <a:pathLst>
                <a:path extrusionOk="0" h="12" w="8">
                  <a:moveTo>
                    <a:pt x="7"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4" name="Google Shape;3754;p95"/>
            <p:cNvSpPr/>
            <p:nvPr/>
          </p:nvSpPr>
          <p:spPr>
            <a:xfrm>
              <a:off x="2230485" y="2181173"/>
              <a:ext cx="163" cy="204"/>
            </a:xfrm>
            <a:custGeom>
              <a:rect b="b" l="l" r="r" t="t"/>
              <a:pathLst>
                <a:path extrusionOk="0" h="15" w="12">
                  <a:moveTo>
                    <a:pt x="11"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5" name="Google Shape;3755;p95"/>
            <p:cNvSpPr/>
            <p:nvPr/>
          </p:nvSpPr>
          <p:spPr>
            <a:xfrm>
              <a:off x="2232156" y="2182830"/>
              <a:ext cx="149" cy="109"/>
            </a:xfrm>
            <a:custGeom>
              <a:rect b="b" l="l" r="r" t="t"/>
              <a:pathLst>
                <a:path extrusionOk="0" h="8" w="11">
                  <a:moveTo>
                    <a:pt x="11"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6" name="Google Shape;3756;p95"/>
            <p:cNvSpPr/>
            <p:nvPr/>
          </p:nvSpPr>
          <p:spPr>
            <a:xfrm>
              <a:off x="2231870" y="2182545"/>
              <a:ext cx="109" cy="163"/>
            </a:xfrm>
            <a:custGeom>
              <a:rect b="b" l="l" r="r" t="t"/>
              <a:pathLst>
                <a:path extrusionOk="0" h="12" w="8">
                  <a:moveTo>
                    <a:pt x="7"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7" name="Google Shape;3757;p95"/>
            <p:cNvSpPr/>
            <p:nvPr/>
          </p:nvSpPr>
          <p:spPr>
            <a:xfrm>
              <a:off x="2232821" y="2183264"/>
              <a:ext cx="109" cy="54"/>
            </a:xfrm>
            <a:custGeom>
              <a:rect b="b" l="l" r="r" t="t"/>
              <a:pathLst>
                <a:path extrusionOk="0" h="4" w="8">
                  <a:moveTo>
                    <a:pt x="7"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8" name="Google Shape;3758;p95"/>
            <p:cNvSpPr/>
            <p:nvPr/>
          </p:nvSpPr>
          <p:spPr>
            <a:xfrm>
              <a:off x="2231205" y="2181974"/>
              <a:ext cx="149" cy="109"/>
            </a:xfrm>
            <a:custGeom>
              <a:rect b="b" l="l" r="r" t="t"/>
              <a:pathLst>
                <a:path extrusionOk="0" h="8" w="11">
                  <a:moveTo>
                    <a:pt x="11"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9" name="Google Shape;3759;p95"/>
            <p:cNvSpPr/>
            <p:nvPr/>
          </p:nvSpPr>
          <p:spPr>
            <a:xfrm>
              <a:off x="2231531" y="2182259"/>
              <a:ext cx="163" cy="163"/>
            </a:xfrm>
            <a:custGeom>
              <a:rect b="b" l="l" r="r" t="t"/>
              <a:pathLst>
                <a:path extrusionOk="0" h="12" w="12">
                  <a:moveTo>
                    <a:pt x="1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0" name="Google Shape;3760;p95"/>
            <p:cNvSpPr/>
            <p:nvPr/>
          </p:nvSpPr>
          <p:spPr>
            <a:xfrm>
              <a:off x="2230771" y="2181553"/>
              <a:ext cx="163" cy="109"/>
            </a:xfrm>
            <a:custGeom>
              <a:rect b="b" l="l" r="r" t="t"/>
              <a:pathLst>
                <a:path extrusionOk="0" h="8" w="12">
                  <a:moveTo>
                    <a:pt x="11"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1" name="Google Shape;3761;p95"/>
            <p:cNvSpPr/>
            <p:nvPr/>
          </p:nvSpPr>
          <p:spPr>
            <a:xfrm>
              <a:off x="2232481" y="2183074"/>
              <a:ext cx="163" cy="54"/>
            </a:xfrm>
            <a:custGeom>
              <a:rect b="b" l="l" r="r" t="t"/>
              <a:pathLst>
                <a:path extrusionOk="0" h="4" w="12">
                  <a:moveTo>
                    <a:pt x="1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95"/>
            <p:cNvSpPr/>
            <p:nvPr/>
          </p:nvSpPr>
          <p:spPr>
            <a:xfrm>
              <a:off x="2271462" y="2241294"/>
              <a:ext cx="8133" cy="10523"/>
            </a:xfrm>
            <a:custGeom>
              <a:rect b="b" l="l" r="r" t="t"/>
              <a:pathLst>
                <a:path extrusionOk="0" h="775" w="599">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3" name="Google Shape;3763;p95"/>
            <p:cNvSpPr/>
            <p:nvPr/>
          </p:nvSpPr>
          <p:spPr>
            <a:xfrm>
              <a:off x="2244837" y="2263697"/>
              <a:ext cx="14704" cy="14922"/>
            </a:xfrm>
            <a:custGeom>
              <a:rect b="b" l="l" r="r" t="t"/>
              <a:pathLst>
                <a:path extrusionOk="0" h="1099" w="1083">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4" name="Google Shape;3764;p95"/>
            <p:cNvSpPr/>
            <p:nvPr/>
          </p:nvSpPr>
          <p:spPr>
            <a:xfrm>
              <a:off x="2168694" y="2212021"/>
              <a:ext cx="116509" cy="102252"/>
            </a:xfrm>
            <a:custGeom>
              <a:rect b="b" l="l" r="r" t="t"/>
              <a:pathLst>
                <a:path extrusionOk="0" h="7531" w="8581">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95"/>
            <p:cNvSpPr/>
            <p:nvPr/>
          </p:nvSpPr>
          <p:spPr>
            <a:xfrm>
              <a:off x="2185707" y="2266820"/>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6" name="Google Shape;3766;p95"/>
            <p:cNvSpPr/>
            <p:nvPr/>
          </p:nvSpPr>
          <p:spPr>
            <a:xfrm>
              <a:off x="2169780" y="2264023"/>
              <a:ext cx="299" cy="109"/>
            </a:xfrm>
            <a:custGeom>
              <a:rect b="b" l="l" r="r" t="t"/>
              <a:pathLst>
                <a:path extrusionOk="0" h="8" w="22">
                  <a:moveTo>
                    <a:pt x="1" y="7"/>
                  </a:moveTo>
                  <a:cubicBezTo>
                    <a:pt x="8" y="7"/>
                    <a:pt x="15" y="4"/>
                    <a:pt x="22" y="0"/>
                  </a:cubicBezTo>
                  <a:cubicBezTo>
                    <a:pt x="15" y="4"/>
                    <a:pt x="8" y="7"/>
                    <a:pt x="1"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95"/>
            <p:cNvSpPr/>
            <p:nvPr/>
          </p:nvSpPr>
          <p:spPr>
            <a:xfrm>
              <a:off x="2182435" y="2266725"/>
              <a:ext cx="149" cy="14"/>
            </a:xfrm>
            <a:custGeom>
              <a:rect b="b" l="l" r="r" t="t"/>
              <a:pathLst>
                <a:path extrusionOk="0" h="1" w="11">
                  <a:moveTo>
                    <a:pt x="0"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8" name="Google Shape;3768;p95"/>
            <p:cNvSpPr/>
            <p:nvPr/>
          </p:nvSpPr>
          <p:spPr>
            <a:xfrm>
              <a:off x="2184336" y="2266820"/>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95"/>
            <p:cNvSpPr/>
            <p:nvPr/>
          </p:nvSpPr>
          <p:spPr>
            <a:xfrm>
              <a:off x="2186236" y="2266779"/>
              <a:ext cx="149" cy="14"/>
            </a:xfrm>
            <a:custGeom>
              <a:rect b="b" l="l" r="r" t="t"/>
              <a:pathLst>
                <a:path extrusionOk="0" h="1" w="11">
                  <a:moveTo>
                    <a:pt x="0"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0" name="Google Shape;3770;p95"/>
            <p:cNvSpPr/>
            <p:nvPr/>
          </p:nvSpPr>
          <p:spPr>
            <a:xfrm>
              <a:off x="2169265" y="2264159"/>
              <a:ext cx="394" cy="68"/>
            </a:xfrm>
            <a:custGeom>
              <a:rect b="b" l="l" r="r" t="t"/>
              <a:pathLst>
                <a:path extrusionOk="0" h="5" w="29">
                  <a:moveTo>
                    <a:pt x="0" y="4"/>
                  </a:moveTo>
                  <a:cubicBezTo>
                    <a:pt x="11" y="4"/>
                    <a:pt x="18" y="1"/>
                    <a:pt x="28" y="1"/>
                  </a:cubicBezTo>
                  <a:cubicBezTo>
                    <a:pt x="18" y="1"/>
                    <a:pt x="11" y="4"/>
                    <a:pt x="0"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1" name="Google Shape;3771;p95"/>
            <p:cNvSpPr/>
            <p:nvPr/>
          </p:nvSpPr>
          <p:spPr>
            <a:xfrm>
              <a:off x="2168640" y="2264213"/>
              <a:ext cx="543" cy="41"/>
            </a:xfrm>
            <a:custGeom>
              <a:rect b="b" l="l" r="r" t="t"/>
              <a:pathLst>
                <a:path extrusionOk="0" h="3" w="40">
                  <a:moveTo>
                    <a:pt x="1" y="0"/>
                  </a:moveTo>
                  <a:cubicBezTo>
                    <a:pt x="10" y="2"/>
                    <a:pt x="17" y="3"/>
                    <a:pt x="23" y="3"/>
                  </a:cubicBezTo>
                  <a:cubicBezTo>
                    <a:pt x="29" y="3"/>
                    <a:pt x="34" y="2"/>
                    <a:pt x="3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95"/>
            <p:cNvSpPr/>
            <p:nvPr/>
          </p:nvSpPr>
          <p:spPr>
            <a:xfrm>
              <a:off x="2170161" y="2262883"/>
              <a:ext cx="869" cy="1100"/>
            </a:xfrm>
            <a:custGeom>
              <a:rect b="b" l="l" r="r" t="t"/>
              <a:pathLst>
                <a:path extrusionOk="0" h="81" w="64">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3" name="Google Shape;3773;p95"/>
            <p:cNvSpPr/>
            <p:nvPr/>
          </p:nvSpPr>
          <p:spPr>
            <a:xfrm>
              <a:off x="2188178" y="2266019"/>
              <a:ext cx="109" cy="109"/>
            </a:xfrm>
            <a:custGeom>
              <a:rect b="b" l="l" r="r" t="t"/>
              <a:pathLst>
                <a:path extrusionOk="0" h="8" w="8">
                  <a:moveTo>
                    <a:pt x="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4" name="Google Shape;3774;p95"/>
            <p:cNvSpPr/>
            <p:nvPr/>
          </p:nvSpPr>
          <p:spPr>
            <a:xfrm>
              <a:off x="2187893" y="2266250"/>
              <a:ext cx="109" cy="68"/>
            </a:xfrm>
            <a:custGeom>
              <a:rect b="b" l="l" r="r" t="t"/>
              <a:pathLst>
                <a:path extrusionOk="0" h="5" w="8">
                  <a:moveTo>
                    <a:pt x="1" y="4"/>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5" name="Google Shape;3775;p95"/>
            <p:cNvSpPr/>
            <p:nvPr/>
          </p:nvSpPr>
          <p:spPr>
            <a:xfrm>
              <a:off x="2187608" y="2266440"/>
              <a:ext cx="109" cy="68"/>
            </a:xfrm>
            <a:custGeom>
              <a:rect b="b" l="l" r="r" t="t"/>
              <a:pathLst>
                <a:path extrusionOk="0" h="5" w="8">
                  <a:moveTo>
                    <a:pt x="1" y="4"/>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6" name="Google Shape;3776;p95"/>
            <p:cNvSpPr/>
            <p:nvPr/>
          </p:nvSpPr>
          <p:spPr>
            <a:xfrm>
              <a:off x="2186712" y="2266725"/>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7" name="Google Shape;3777;p95"/>
            <p:cNvSpPr/>
            <p:nvPr/>
          </p:nvSpPr>
          <p:spPr>
            <a:xfrm>
              <a:off x="2259012" y="2212062"/>
              <a:ext cx="14840" cy="2349"/>
            </a:xfrm>
            <a:custGeom>
              <a:rect b="b" l="l" r="r" t="t"/>
              <a:pathLst>
                <a:path extrusionOk="0" h="173" w="1093">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8" name="Google Shape;3778;p95"/>
            <p:cNvSpPr/>
            <p:nvPr/>
          </p:nvSpPr>
          <p:spPr>
            <a:xfrm>
              <a:off x="2201728" y="2250323"/>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9" name="Google Shape;3779;p95"/>
            <p:cNvSpPr/>
            <p:nvPr/>
          </p:nvSpPr>
          <p:spPr>
            <a:xfrm>
              <a:off x="2193881" y="2234886"/>
              <a:ext cx="109" cy="54"/>
            </a:xfrm>
            <a:custGeom>
              <a:rect b="b" l="l" r="r" t="t"/>
              <a:pathLst>
                <a:path extrusionOk="0" h="4" w="8">
                  <a:moveTo>
                    <a:pt x="8"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0" name="Google Shape;3780;p95"/>
            <p:cNvSpPr/>
            <p:nvPr/>
          </p:nvSpPr>
          <p:spPr>
            <a:xfrm>
              <a:off x="2203113" y="2250419"/>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1" name="Google Shape;3781;p95"/>
            <p:cNvSpPr/>
            <p:nvPr/>
          </p:nvSpPr>
          <p:spPr>
            <a:xfrm>
              <a:off x="2195021" y="2235687"/>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2" name="Google Shape;3782;p95"/>
            <p:cNvSpPr/>
            <p:nvPr/>
          </p:nvSpPr>
          <p:spPr>
            <a:xfrm>
              <a:off x="2195211" y="2235931"/>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95"/>
            <p:cNvSpPr/>
            <p:nvPr/>
          </p:nvSpPr>
          <p:spPr>
            <a:xfrm>
              <a:off x="2200927" y="2250228"/>
              <a:ext cx="95" cy="14"/>
            </a:xfrm>
            <a:custGeom>
              <a:rect b="b" l="l" r="r" t="t"/>
              <a:pathLst>
                <a:path extrusionOk="0" h="1" w="7">
                  <a:moveTo>
                    <a:pt x="7"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4" name="Google Shape;3784;p95"/>
            <p:cNvSpPr/>
            <p:nvPr/>
          </p:nvSpPr>
          <p:spPr>
            <a:xfrm>
              <a:off x="2194600" y="2235361"/>
              <a:ext cx="54" cy="14"/>
            </a:xfrm>
            <a:custGeom>
              <a:rect b="b" l="l" r="r" t="t"/>
              <a:pathLst>
                <a:path extrusionOk="0" h="1" w="4">
                  <a:moveTo>
                    <a:pt x="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5" name="Google Shape;3785;p95"/>
            <p:cNvSpPr/>
            <p:nvPr/>
          </p:nvSpPr>
          <p:spPr>
            <a:xfrm>
              <a:off x="2194315" y="2235117"/>
              <a:ext cx="54" cy="68"/>
            </a:xfrm>
            <a:custGeom>
              <a:rect b="b" l="l" r="r" t="t"/>
              <a:pathLst>
                <a:path extrusionOk="0" h="5" w="4">
                  <a:moveTo>
                    <a:pt x="4"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95"/>
            <p:cNvSpPr/>
            <p:nvPr/>
          </p:nvSpPr>
          <p:spPr>
            <a:xfrm>
              <a:off x="2203588" y="2250419"/>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7" name="Google Shape;3787;p95"/>
            <p:cNvSpPr/>
            <p:nvPr/>
          </p:nvSpPr>
          <p:spPr>
            <a:xfrm>
              <a:off x="2195116" y="2235836"/>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8" name="Google Shape;3788;p95"/>
            <p:cNvSpPr/>
            <p:nvPr/>
          </p:nvSpPr>
          <p:spPr>
            <a:xfrm>
              <a:off x="2194831" y="2235497"/>
              <a:ext cx="68" cy="68"/>
            </a:xfrm>
            <a:custGeom>
              <a:rect b="b" l="l" r="r" t="t"/>
              <a:pathLst>
                <a:path extrusionOk="0" h="5" w="5">
                  <a:moveTo>
                    <a:pt x="4"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9" name="Google Shape;3789;p95"/>
            <p:cNvSpPr/>
            <p:nvPr/>
          </p:nvSpPr>
          <p:spPr>
            <a:xfrm>
              <a:off x="2206005" y="2249468"/>
              <a:ext cx="109" cy="109"/>
            </a:xfrm>
            <a:custGeom>
              <a:rect b="b" l="l" r="r" t="t"/>
              <a:pathLst>
                <a:path extrusionOk="0" h="8" w="8">
                  <a:moveTo>
                    <a:pt x="8"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95"/>
            <p:cNvSpPr/>
            <p:nvPr/>
          </p:nvSpPr>
          <p:spPr>
            <a:xfrm>
              <a:off x="2205625" y="2249753"/>
              <a:ext cx="163" cy="109"/>
            </a:xfrm>
            <a:custGeom>
              <a:rect b="b" l="l" r="r" t="t"/>
              <a:pathLst>
                <a:path extrusionOk="0" h="8" w="12">
                  <a:moveTo>
                    <a:pt x="1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1" name="Google Shape;3791;p95"/>
            <p:cNvSpPr/>
            <p:nvPr/>
          </p:nvSpPr>
          <p:spPr>
            <a:xfrm>
              <a:off x="2258102" y="2213298"/>
              <a:ext cx="68" cy="68"/>
            </a:xfrm>
            <a:custGeom>
              <a:rect b="b" l="l" r="r" t="t"/>
              <a:pathLst>
                <a:path extrusionOk="0" h="5" w="5">
                  <a:moveTo>
                    <a:pt x="4"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2" name="Google Shape;3792;p95"/>
            <p:cNvSpPr/>
            <p:nvPr/>
          </p:nvSpPr>
          <p:spPr>
            <a:xfrm>
              <a:off x="2257722" y="2213732"/>
              <a:ext cx="109" cy="149"/>
            </a:xfrm>
            <a:custGeom>
              <a:rect b="b" l="l" r="r" t="t"/>
              <a:pathLst>
                <a:path extrusionOk="0" h="11" w="8">
                  <a:moveTo>
                    <a:pt x="8"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95"/>
            <p:cNvSpPr/>
            <p:nvPr/>
          </p:nvSpPr>
          <p:spPr>
            <a:xfrm>
              <a:off x="2257152" y="2214533"/>
              <a:ext cx="54" cy="109"/>
            </a:xfrm>
            <a:custGeom>
              <a:rect b="b" l="l" r="r" t="t"/>
              <a:pathLst>
                <a:path extrusionOk="0" h="8" w="4">
                  <a:moveTo>
                    <a:pt x="4"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4" name="Google Shape;3794;p95"/>
            <p:cNvSpPr/>
            <p:nvPr/>
          </p:nvSpPr>
          <p:spPr>
            <a:xfrm>
              <a:off x="2257437" y="2214153"/>
              <a:ext cx="109" cy="163"/>
            </a:xfrm>
            <a:custGeom>
              <a:rect b="b" l="l" r="r" t="t"/>
              <a:pathLst>
                <a:path extrusionOk="0" h="12" w="8">
                  <a:moveTo>
                    <a:pt x="8"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5" name="Google Shape;3795;p95"/>
            <p:cNvSpPr/>
            <p:nvPr/>
          </p:nvSpPr>
          <p:spPr>
            <a:xfrm>
              <a:off x="2258482" y="2212687"/>
              <a:ext cx="109" cy="149"/>
            </a:xfrm>
            <a:custGeom>
              <a:rect b="b" l="l" r="r" t="t"/>
              <a:pathLst>
                <a:path extrusionOk="0" h="11" w="8">
                  <a:moveTo>
                    <a:pt x="8"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95"/>
            <p:cNvSpPr/>
            <p:nvPr/>
          </p:nvSpPr>
          <p:spPr>
            <a:xfrm>
              <a:off x="2204865" y="2250133"/>
              <a:ext cx="163" cy="68"/>
            </a:xfrm>
            <a:custGeom>
              <a:rect b="b" l="l" r="r" t="t"/>
              <a:pathLst>
                <a:path extrusionOk="0" h="5" w="12">
                  <a:moveTo>
                    <a:pt x="11"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7" name="Google Shape;3797;p95"/>
            <p:cNvSpPr/>
            <p:nvPr/>
          </p:nvSpPr>
          <p:spPr>
            <a:xfrm>
              <a:off x="2258822" y="2212211"/>
              <a:ext cx="109" cy="149"/>
            </a:xfrm>
            <a:custGeom>
              <a:rect b="b" l="l" r="r" t="t"/>
              <a:pathLst>
                <a:path extrusionOk="0" h="11" w="8">
                  <a:moveTo>
                    <a:pt x="7"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8" name="Google Shape;3798;p95"/>
            <p:cNvSpPr/>
            <p:nvPr/>
          </p:nvSpPr>
          <p:spPr>
            <a:xfrm>
              <a:off x="2193460" y="2234696"/>
              <a:ext cx="14" cy="14"/>
            </a:xfrm>
            <a:custGeom>
              <a:rect b="b" l="l" r="r" t="t"/>
              <a:pathLst>
                <a:path extrusionOk="0" h="1" w="1">
                  <a:moveTo>
                    <a:pt x="0" y="0"/>
                  </a:moveTo>
                  <a:lnTo>
                    <a:pt x="0" y="0"/>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9" name="Google Shape;3799;p95"/>
            <p:cNvSpPr/>
            <p:nvPr/>
          </p:nvSpPr>
          <p:spPr>
            <a:xfrm>
              <a:off x="2205245" y="2249943"/>
              <a:ext cx="163" cy="109"/>
            </a:xfrm>
            <a:custGeom>
              <a:rect b="b" l="l" r="r" t="t"/>
              <a:pathLst>
                <a:path extrusionOk="0" h="8" w="12">
                  <a:moveTo>
                    <a:pt x="1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0" name="Google Shape;3800;p95"/>
            <p:cNvSpPr/>
            <p:nvPr/>
          </p:nvSpPr>
          <p:spPr>
            <a:xfrm>
              <a:off x="2204485" y="2250283"/>
              <a:ext cx="109" cy="14"/>
            </a:xfrm>
            <a:custGeom>
              <a:rect b="b" l="l" r="r" t="t"/>
              <a:pathLst>
                <a:path extrusionOk="0" h="1" w="8">
                  <a:moveTo>
                    <a:pt x="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1" name="Google Shape;3801;p95"/>
            <p:cNvSpPr/>
            <p:nvPr/>
          </p:nvSpPr>
          <p:spPr>
            <a:xfrm>
              <a:off x="2278916" y="2252890"/>
              <a:ext cx="258" cy="163"/>
            </a:xfrm>
            <a:custGeom>
              <a:rect b="b" l="l" r="r" t="t"/>
              <a:pathLst>
                <a:path extrusionOk="0" h="12" w="19">
                  <a:moveTo>
                    <a:pt x="1" y="1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2" name="Google Shape;3802;p95"/>
            <p:cNvSpPr/>
            <p:nvPr/>
          </p:nvSpPr>
          <p:spPr>
            <a:xfrm>
              <a:off x="2279256" y="2252659"/>
              <a:ext cx="204" cy="204"/>
            </a:xfrm>
            <a:custGeom>
              <a:rect b="b" l="l" r="r" t="t"/>
              <a:pathLst>
                <a:path extrusionOk="0" h="15" w="15">
                  <a:moveTo>
                    <a:pt x="0" y="14"/>
                  </a:moveTo>
                  <a:cubicBezTo>
                    <a:pt x="4" y="11"/>
                    <a:pt x="11" y="7"/>
                    <a:pt x="14" y="0"/>
                  </a:cubicBezTo>
                  <a:cubicBezTo>
                    <a:pt x="11" y="7"/>
                    <a:pt x="4" y="11"/>
                    <a:pt x="0"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3" name="Google Shape;3803;p95"/>
            <p:cNvSpPr/>
            <p:nvPr/>
          </p:nvSpPr>
          <p:spPr>
            <a:xfrm>
              <a:off x="2279772" y="2251994"/>
              <a:ext cx="163" cy="299"/>
            </a:xfrm>
            <a:custGeom>
              <a:rect b="b" l="l" r="r" t="t"/>
              <a:pathLst>
                <a:path extrusionOk="0" h="22" w="12">
                  <a:moveTo>
                    <a:pt x="1" y="21"/>
                  </a:moveTo>
                  <a:cubicBezTo>
                    <a:pt x="4" y="14"/>
                    <a:pt x="8" y="7"/>
                    <a:pt x="11" y="0"/>
                  </a:cubicBezTo>
                  <a:cubicBezTo>
                    <a:pt x="8" y="7"/>
                    <a:pt x="4" y="14"/>
                    <a:pt x="1"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4" name="Google Shape;3804;p95"/>
            <p:cNvSpPr/>
            <p:nvPr/>
          </p:nvSpPr>
          <p:spPr>
            <a:xfrm>
              <a:off x="2279541" y="2252319"/>
              <a:ext cx="244" cy="299"/>
            </a:xfrm>
            <a:custGeom>
              <a:rect b="b" l="l" r="r" t="t"/>
              <a:pathLst>
                <a:path extrusionOk="0" h="22" w="18">
                  <a:moveTo>
                    <a:pt x="18" y="1"/>
                  </a:moveTo>
                  <a:cubicBezTo>
                    <a:pt x="11" y="8"/>
                    <a:pt x="4" y="15"/>
                    <a:pt x="0" y="22"/>
                  </a:cubicBezTo>
                  <a:cubicBezTo>
                    <a:pt x="4" y="15"/>
                    <a:pt x="11" y="8"/>
                    <a:pt x="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5" name="Google Shape;3805;p95"/>
            <p:cNvSpPr/>
            <p:nvPr/>
          </p:nvSpPr>
          <p:spPr>
            <a:xfrm>
              <a:off x="2276445" y="2253609"/>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6" name="Google Shape;3806;p95"/>
            <p:cNvSpPr/>
            <p:nvPr/>
          </p:nvSpPr>
          <p:spPr>
            <a:xfrm>
              <a:off x="2280301" y="2250704"/>
              <a:ext cx="14" cy="14"/>
            </a:xfrm>
            <a:custGeom>
              <a:rect b="b" l="l" r="r" t="t"/>
              <a:pathLst>
                <a:path extrusionOk="0" h="1" w="1">
                  <a:moveTo>
                    <a:pt x="0" y="1"/>
                  </a:moveTo>
                  <a:lnTo>
                    <a:pt x="0" y="1"/>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95"/>
            <p:cNvSpPr/>
            <p:nvPr/>
          </p:nvSpPr>
          <p:spPr>
            <a:xfrm>
              <a:off x="2280111" y="2251043"/>
              <a:ext cx="109" cy="434"/>
            </a:xfrm>
            <a:custGeom>
              <a:rect b="b" l="l" r="r" t="t"/>
              <a:pathLst>
                <a:path extrusionOk="0" h="32" w="8">
                  <a:moveTo>
                    <a:pt x="0" y="32"/>
                  </a:moveTo>
                  <a:cubicBezTo>
                    <a:pt x="4" y="21"/>
                    <a:pt x="7" y="11"/>
                    <a:pt x="7" y="0"/>
                  </a:cubicBezTo>
                  <a:cubicBezTo>
                    <a:pt x="7" y="11"/>
                    <a:pt x="4" y="21"/>
                    <a:pt x="0"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8" name="Google Shape;3808;p95"/>
            <p:cNvSpPr/>
            <p:nvPr/>
          </p:nvSpPr>
          <p:spPr>
            <a:xfrm>
              <a:off x="2279962" y="2251613"/>
              <a:ext cx="109" cy="299"/>
            </a:xfrm>
            <a:custGeom>
              <a:rect b="b" l="l" r="r" t="t"/>
              <a:pathLst>
                <a:path extrusionOk="0" h="22" w="8">
                  <a:moveTo>
                    <a:pt x="1" y="21"/>
                  </a:moveTo>
                  <a:cubicBezTo>
                    <a:pt x="4" y="14"/>
                    <a:pt x="4" y="7"/>
                    <a:pt x="8" y="0"/>
                  </a:cubicBezTo>
                  <a:cubicBezTo>
                    <a:pt x="4" y="7"/>
                    <a:pt x="4" y="14"/>
                    <a:pt x="1"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9" name="Google Shape;3809;p95"/>
            <p:cNvSpPr/>
            <p:nvPr/>
          </p:nvSpPr>
          <p:spPr>
            <a:xfrm>
              <a:off x="2278536" y="2253134"/>
              <a:ext cx="353" cy="149"/>
            </a:xfrm>
            <a:custGeom>
              <a:rect b="b" l="l" r="r" t="t"/>
              <a:pathLst>
                <a:path extrusionOk="0" h="11" w="26">
                  <a:moveTo>
                    <a:pt x="1" y="11"/>
                  </a:moveTo>
                  <a:cubicBezTo>
                    <a:pt x="8" y="7"/>
                    <a:pt x="15" y="4"/>
                    <a:pt x="25" y="0"/>
                  </a:cubicBezTo>
                  <a:cubicBezTo>
                    <a:pt x="15" y="4"/>
                    <a:pt x="8" y="7"/>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95"/>
            <p:cNvSpPr/>
            <p:nvPr/>
          </p:nvSpPr>
          <p:spPr>
            <a:xfrm>
              <a:off x="2276119" y="2239584"/>
              <a:ext cx="149" cy="14"/>
            </a:xfrm>
            <a:custGeom>
              <a:rect b="b" l="l" r="r" t="t"/>
              <a:pathLst>
                <a:path extrusionOk="0" h="1" w="11">
                  <a:moveTo>
                    <a:pt x="11"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1" name="Google Shape;3811;p95"/>
            <p:cNvSpPr/>
            <p:nvPr/>
          </p:nvSpPr>
          <p:spPr>
            <a:xfrm>
              <a:off x="2277111" y="2239869"/>
              <a:ext cx="109" cy="68"/>
            </a:xfrm>
            <a:custGeom>
              <a:rect b="b" l="l" r="r" t="t"/>
              <a:pathLst>
                <a:path extrusionOk="0" h="5" w="8">
                  <a:moveTo>
                    <a:pt x="8"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95"/>
            <p:cNvSpPr/>
            <p:nvPr/>
          </p:nvSpPr>
          <p:spPr>
            <a:xfrm>
              <a:off x="2276595" y="2239679"/>
              <a:ext cx="149" cy="68"/>
            </a:xfrm>
            <a:custGeom>
              <a:rect b="b" l="l" r="r" t="t"/>
              <a:pathLst>
                <a:path extrusionOk="0" h="5" w="11">
                  <a:moveTo>
                    <a:pt x="11"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3" name="Google Shape;3813;p95"/>
            <p:cNvSpPr/>
            <p:nvPr/>
          </p:nvSpPr>
          <p:spPr>
            <a:xfrm>
              <a:off x="2277735" y="2240154"/>
              <a:ext cx="54" cy="14"/>
            </a:xfrm>
            <a:custGeom>
              <a:rect b="b" l="l" r="r" t="t"/>
              <a:pathLst>
                <a:path extrusionOk="0" h="1" w="4">
                  <a:moveTo>
                    <a:pt x="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95"/>
            <p:cNvSpPr/>
            <p:nvPr/>
          </p:nvSpPr>
          <p:spPr>
            <a:xfrm>
              <a:off x="2278210" y="2240439"/>
              <a:ext cx="149" cy="109"/>
            </a:xfrm>
            <a:custGeom>
              <a:rect b="b" l="l" r="r" t="t"/>
              <a:pathLst>
                <a:path extrusionOk="0" h="8" w="11">
                  <a:moveTo>
                    <a:pt x="11"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5" name="Google Shape;3815;p95"/>
            <p:cNvSpPr/>
            <p:nvPr/>
          </p:nvSpPr>
          <p:spPr>
            <a:xfrm>
              <a:off x="2278726" y="2240779"/>
              <a:ext cx="163" cy="54"/>
            </a:xfrm>
            <a:custGeom>
              <a:rect b="b" l="l" r="r" t="t"/>
              <a:pathLst>
                <a:path extrusionOk="0" h="4" w="12">
                  <a:moveTo>
                    <a:pt x="1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95"/>
            <p:cNvSpPr/>
            <p:nvPr/>
          </p:nvSpPr>
          <p:spPr>
            <a:xfrm>
              <a:off x="2278210" y="2253270"/>
              <a:ext cx="339" cy="109"/>
            </a:xfrm>
            <a:custGeom>
              <a:rect b="b" l="l" r="r" t="t"/>
              <a:pathLst>
                <a:path extrusionOk="0" h="8" w="25">
                  <a:moveTo>
                    <a:pt x="25" y="1"/>
                  </a:moveTo>
                  <a:cubicBezTo>
                    <a:pt x="14" y="4"/>
                    <a:pt x="7" y="4"/>
                    <a:pt x="0" y="8"/>
                  </a:cubicBezTo>
                  <a:cubicBezTo>
                    <a:pt x="7" y="4"/>
                    <a:pt x="18" y="4"/>
                    <a:pt x="2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95"/>
            <p:cNvSpPr/>
            <p:nvPr/>
          </p:nvSpPr>
          <p:spPr>
            <a:xfrm>
              <a:off x="2277396" y="2253460"/>
              <a:ext cx="299" cy="68"/>
            </a:xfrm>
            <a:custGeom>
              <a:rect b="b" l="l" r="r" t="t"/>
              <a:pathLst>
                <a:path extrusionOk="0" h="5" w="22">
                  <a:moveTo>
                    <a:pt x="1" y="4"/>
                  </a:moveTo>
                  <a:lnTo>
                    <a:pt x="2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8" name="Google Shape;3818;p95"/>
            <p:cNvSpPr/>
            <p:nvPr/>
          </p:nvSpPr>
          <p:spPr>
            <a:xfrm>
              <a:off x="2276921" y="2253514"/>
              <a:ext cx="394" cy="54"/>
            </a:xfrm>
            <a:custGeom>
              <a:rect b="b" l="l" r="r" t="t"/>
              <a:pathLst>
                <a:path extrusionOk="0" h="4" w="29">
                  <a:moveTo>
                    <a:pt x="1" y="4"/>
                  </a:moveTo>
                  <a:lnTo>
                    <a:pt x="2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9" name="Google Shape;3819;p95"/>
            <p:cNvSpPr/>
            <p:nvPr/>
          </p:nvSpPr>
          <p:spPr>
            <a:xfrm>
              <a:off x="2277776" y="2253419"/>
              <a:ext cx="299" cy="54"/>
            </a:xfrm>
            <a:custGeom>
              <a:rect b="b" l="l" r="r" t="t"/>
              <a:pathLst>
                <a:path extrusionOk="0" h="4" w="22">
                  <a:moveTo>
                    <a:pt x="1" y="4"/>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95"/>
            <p:cNvSpPr/>
            <p:nvPr/>
          </p:nvSpPr>
          <p:spPr>
            <a:xfrm>
              <a:off x="2276595" y="2253609"/>
              <a:ext cx="299" cy="14"/>
            </a:xfrm>
            <a:custGeom>
              <a:rect b="b" l="l" r="r" t="t"/>
              <a:pathLst>
                <a:path extrusionOk="0" h="1" w="22">
                  <a:moveTo>
                    <a:pt x="0" y="0"/>
                  </a:moveTo>
                  <a:lnTo>
                    <a:pt x="2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95"/>
            <p:cNvSpPr/>
            <p:nvPr/>
          </p:nvSpPr>
          <p:spPr>
            <a:xfrm>
              <a:off x="2275644" y="2253555"/>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2" name="Google Shape;3822;p95"/>
            <p:cNvSpPr/>
            <p:nvPr/>
          </p:nvSpPr>
          <p:spPr>
            <a:xfrm>
              <a:off x="2252019" y="2279556"/>
              <a:ext cx="149" cy="353"/>
            </a:xfrm>
            <a:custGeom>
              <a:rect b="b" l="l" r="r" t="t"/>
              <a:pathLst>
                <a:path extrusionOk="0" h="26" w="11">
                  <a:moveTo>
                    <a:pt x="11" y="1"/>
                  </a:moveTo>
                  <a:lnTo>
                    <a:pt x="0"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3" name="Google Shape;3823;p95"/>
            <p:cNvSpPr/>
            <p:nvPr/>
          </p:nvSpPr>
          <p:spPr>
            <a:xfrm>
              <a:off x="2252155" y="2275999"/>
              <a:ext cx="1589" cy="3476"/>
            </a:xfrm>
            <a:custGeom>
              <a:rect b="b" l="l" r="r" t="t"/>
              <a:pathLst>
                <a:path extrusionOk="0" h="256" w="117">
                  <a:moveTo>
                    <a:pt x="116" y="0"/>
                  </a:moveTo>
                  <a:lnTo>
                    <a:pt x="116" y="0"/>
                  </a:lnTo>
                  <a:cubicBezTo>
                    <a:pt x="71" y="95"/>
                    <a:pt x="25" y="203"/>
                    <a:pt x="1" y="256"/>
                  </a:cubicBezTo>
                  <a:cubicBezTo>
                    <a:pt x="25" y="203"/>
                    <a:pt x="74" y="95"/>
                    <a:pt x="11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95"/>
            <p:cNvSpPr/>
            <p:nvPr/>
          </p:nvSpPr>
          <p:spPr>
            <a:xfrm>
              <a:off x="2256867" y="2263589"/>
              <a:ext cx="1589" cy="1494"/>
            </a:xfrm>
            <a:custGeom>
              <a:rect b="b" l="l" r="r" t="t"/>
              <a:pathLst>
                <a:path extrusionOk="0" h="110" w="117">
                  <a:moveTo>
                    <a:pt x="116" y="109"/>
                  </a:moveTo>
                  <a:cubicBezTo>
                    <a:pt x="74" y="74"/>
                    <a:pt x="36" y="39"/>
                    <a:pt x="0" y="1"/>
                  </a:cubicBezTo>
                  <a:cubicBezTo>
                    <a:pt x="36" y="39"/>
                    <a:pt x="74" y="74"/>
                    <a:pt x="116" y="10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5" name="Google Shape;3825;p95"/>
            <p:cNvSpPr/>
            <p:nvPr/>
          </p:nvSpPr>
          <p:spPr>
            <a:xfrm>
              <a:off x="2136461" y="2088588"/>
              <a:ext cx="84819" cy="89883"/>
            </a:xfrm>
            <a:custGeom>
              <a:rect b="b" l="l" r="r" t="t"/>
              <a:pathLst>
                <a:path extrusionOk="0" h="6620" w="6247">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6" name="Google Shape;3826;p95"/>
            <p:cNvSpPr/>
            <p:nvPr/>
          </p:nvSpPr>
          <p:spPr>
            <a:xfrm>
              <a:off x="2193595" y="2177277"/>
              <a:ext cx="353" cy="14"/>
            </a:xfrm>
            <a:custGeom>
              <a:rect b="b" l="l" r="r" t="t"/>
              <a:pathLst>
                <a:path extrusionOk="0" h="1" w="26">
                  <a:moveTo>
                    <a:pt x="25"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7" name="Google Shape;3827;p95"/>
            <p:cNvSpPr/>
            <p:nvPr/>
          </p:nvSpPr>
          <p:spPr>
            <a:xfrm>
              <a:off x="2185897" y="2177697"/>
              <a:ext cx="394" cy="14"/>
            </a:xfrm>
            <a:custGeom>
              <a:rect b="b" l="l" r="r" t="t"/>
              <a:pathLst>
                <a:path extrusionOk="0" h="1" w="29">
                  <a:moveTo>
                    <a:pt x="29"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95"/>
            <p:cNvSpPr/>
            <p:nvPr/>
          </p:nvSpPr>
          <p:spPr>
            <a:xfrm>
              <a:off x="2200113" y="2177372"/>
              <a:ext cx="625" cy="109"/>
            </a:xfrm>
            <a:custGeom>
              <a:rect b="b" l="l" r="r" t="t"/>
              <a:pathLst>
                <a:path extrusionOk="0" h="8" w="46">
                  <a:moveTo>
                    <a:pt x="46"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95"/>
            <p:cNvSpPr/>
            <p:nvPr/>
          </p:nvSpPr>
          <p:spPr>
            <a:xfrm>
              <a:off x="2192889" y="2177317"/>
              <a:ext cx="394" cy="14"/>
            </a:xfrm>
            <a:custGeom>
              <a:rect b="b" l="l" r="r" t="t"/>
              <a:pathLst>
                <a:path extrusionOk="0" h="1" w="29">
                  <a:moveTo>
                    <a:pt x="28"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0" name="Google Shape;3830;p95"/>
            <p:cNvSpPr/>
            <p:nvPr/>
          </p:nvSpPr>
          <p:spPr>
            <a:xfrm>
              <a:off x="2197492" y="2177277"/>
              <a:ext cx="774" cy="14"/>
            </a:xfrm>
            <a:custGeom>
              <a:rect b="b" l="l" r="r" t="t"/>
              <a:pathLst>
                <a:path extrusionOk="0" h="1" w="57">
                  <a:moveTo>
                    <a:pt x="57"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1" name="Google Shape;3831;p95"/>
            <p:cNvSpPr/>
            <p:nvPr/>
          </p:nvSpPr>
          <p:spPr>
            <a:xfrm>
              <a:off x="2198497" y="2177277"/>
              <a:ext cx="679" cy="54"/>
            </a:xfrm>
            <a:custGeom>
              <a:rect b="b" l="l" r="r" t="t"/>
              <a:pathLst>
                <a:path extrusionOk="0" h="4" w="50">
                  <a:moveTo>
                    <a:pt x="49"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95"/>
            <p:cNvSpPr/>
            <p:nvPr/>
          </p:nvSpPr>
          <p:spPr>
            <a:xfrm>
              <a:off x="2197261" y="217722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3" name="Google Shape;3833;p95"/>
            <p:cNvSpPr/>
            <p:nvPr/>
          </p:nvSpPr>
          <p:spPr>
            <a:xfrm>
              <a:off x="2195401" y="2177277"/>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4" name="Google Shape;3834;p95"/>
            <p:cNvSpPr/>
            <p:nvPr/>
          </p:nvSpPr>
          <p:spPr>
            <a:xfrm>
              <a:off x="2136421" y="2173421"/>
              <a:ext cx="679" cy="149"/>
            </a:xfrm>
            <a:custGeom>
              <a:rect b="b" l="l" r="r" t="t"/>
              <a:pathLst>
                <a:path extrusionOk="0" h="11" w="50">
                  <a:moveTo>
                    <a:pt x="0" y="11"/>
                  </a:moveTo>
                  <a:lnTo>
                    <a:pt x="4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5" name="Google Shape;3835;p95"/>
            <p:cNvSpPr/>
            <p:nvPr/>
          </p:nvSpPr>
          <p:spPr>
            <a:xfrm>
              <a:off x="2199257" y="2177317"/>
              <a:ext cx="679" cy="68"/>
            </a:xfrm>
            <a:custGeom>
              <a:rect b="b" l="l" r="r" t="t"/>
              <a:pathLst>
                <a:path extrusionOk="0" h="5" w="50">
                  <a:moveTo>
                    <a:pt x="49"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6" name="Google Shape;3836;p95"/>
            <p:cNvSpPr/>
            <p:nvPr/>
          </p:nvSpPr>
          <p:spPr>
            <a:xfrm>
              <a:off x="2187852" y="2177562"/>
              <a:ext cx="394" cy="14"/>
            </a:xfrm>
            <a:custGeom>
              <a:rect b="b" l="l" r="r" t="t"/>
              <a:pathLst>
                <a:path extrusionOk="0" h="1" w="29">
                  <a:moveTo>
                    <a:pt x="28"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7" name="Google Shape;3837;p95"/>
            <p:cNvSpPr/>
            <p:nvPr/>
          </p:nvSpPr>
          <p:spPr>
            <a:xfrm>
              <a:off x="2187323" y="2177602"/>
              <a:ext cx="299" cy="14"/>
            </a:xfrm>
            <a:custGeom>
              <a:rect b="b" l="l" r="r" t="t"/>
              <a:pathLst>
                <a:path extrusionOk="0" h="1" w="22">
                  <a:moveTo>
                    <a:pt x="22"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8" name="Google Shape;3838;p95"/>
            <p:cNvSpPr/>
            <p:nvPr/>
          </p:nvSpPr>
          <p:spPr>
            <a:xfrm>
              <a:off x="2186847" y="2177602"/>
              <a:ext cx="258" cy="14"/>
            </a:xfrm>
            <a:custGeom>
              <a:rect b="b" l="l" r="r" t="t"/>
              <a:pathLst>
                <a:path extrusionOk="0" h="1" w="19">
                  <a:moveTo>
                    <a:pt x="1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9" name="Google Shape;3839;p95"/>
            <p:cNvSpPr/>
            <p:nvPr/>
          </p:nvSpPr>
          <p:spPr>
            <a:xfrm>
              <a:off x="2200832" y="2177467"/>
              <a:ext cx="475" cy="109"/>
            </a:xfrm>
            <a:custGeom>
              <a:rect b="b" l="l" r="r" t="t"/>
              <a:pathLst>
                <a:path extrusionOk="0" h="8" w="35">
                  <a:moveTo>
                    <a:pt x="35"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0" name="Google Shape;3840;p95"/>
            <p:cNvSpPr/>
            <p:nvPr/>
          </p:nvSpPr>
          <p:spPr>
            <a:xfrm>
              <a:off x="2186372" y="2177657"/>
              <a:ext cx="353" cy="14"/>
            </a:xfrm>
            <a:custGeom>
              <a:rect b="b" l="l" r="r" t="t"/>
              <a:pathLst>
                <a:path extrusionOk="0" h="1" w="26">
                  <a:moveTo>
                    <a:pt x="25"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95"/>
            <p:cNvSpPr/>
            <p:nvPr/>
          </p:nvSpPr>
          <p:spPr>
            <a:xfrm>
              <a:off x="2192075" y="2177317"/>
              <a:ext cx="489" cy="14"/>
            </a:xfrm>
            <a:custGeom>
              <a:rect b="b" l="l" r="r" t="t"/>
              <a:pathLst>
                <a:path extrusionOk="0" h="1" w="36">
                  <a:moveTo>
                    <a:pt x="36"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2" name="Google Shape;3842;p95"/>
            <p:cNvSpPr/>
            <p:nvPr/>
          </p:nvSpPr>
          <p:spPr>
            <a:xfrm>
              <a:off x="2191219" y="2177372"/>
              <a:ext cx="394" cy="14"/>
            </a:xfrm>
            <a:custGeom>
              <a:rect b="b" l="l" r="r" t="t"/>
              <a:pathLst>
                <a:path extrusionOk="0" h="1" w="29">
                  <a:moveTo>
                    <a:pt x="29"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3" name="Google Shape;3843;p95"/>
            <p:cNvSpPr/>
            <p:nvPr/>
          </p:nvSpPr>
          <p:spPr>
            <a:xfrm>
              <a:off x="2190513" y="2177412"/>
              <a:ext cx="394" cy="14"/>
            </a:xfrm>
            <a:custGeom>
              <a:rect b="b" l="l" r="r" t="t"/>
              <a:pathLst>
                <a:path extrusionOk="0" h="1" w="29">
                  <a:moveTo>
                    <a:pt x="28"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95"/>
            <p:cNvSpPr/>
            <p:nvPr/>
          </p:nvSpPr>
          <p:spPr>
            <a:xfrm>
              <a:off x="2189223" y="2177467"/>
              <a:ext cx="353" cy="14"/>
            </a:xfrm>
            <a:custGeom>
              <a:rect b="b" l="l" r="r" t="t"/>
              <a:pathLst>
                <a:path extrusionOk="0" h="1" w="26">
                  <a:moveTo>
                    <a:pt x="25"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5" name="Google Shape;3845;p95"/>
            <p:cNvSpPr/>
            <p:nvPr/>
          </p:nvSpPr>
          <p:spPr>
            <a:xfrm>
              <a:off x="2188558" y="2177507"/>
              <a:ext cx="394" cy="14"/>
            </a:xfrm>
            <a:custGeom>
              <a:rect b="b" l="l" r="r" t="t"/>
              <a:pathLst>
                <a:path extrusionOk="0" h="1" w="29">
                  <a:moveTo>
                    <a:pt x="29"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95"/>
            <p:cNvSpPr/>
            <p:nvPr/>
          </p:nvSpPr>
          <p:spPr>
            <a:xfrm>
              <a:off x="2189889" y="2177412"/>
              <a:ext cx="394" cy="14"/>
            </a:xfrm>
            <a:custGeom>
              <a:rect b="b" l="l" r="r" t="t"/>
              <a:pathLst>
                <a:path extrusionOk="0" h="1" w="29">
                  <a:moveTo>
                    <a:pt x="29"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7" name="Google Shape;3847;p95"/>
            <p:cNvSpPr/>
            <p:nvPr/>
          </p:nvSpPr>
          <p:spPr>
            <a:xfrm>
              <a:off x="2194695" y="2177277"/>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95"/>
            <p:cNvSpPr/>
            <p:nvPr/>
          </p:nvSpPr>
          <p:spPr>
            <a:xfrm>
              <a:off x="2195971" y="217722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95"/>
            <p:cNvSpPr/>
            <p:nvPr/>
          </p:nvSpPr>
          <p:spPr>
            <a:xfrm>
              <a:off x="2201973" y="2177697"/>
              <a:ext cx="339" cy="163"/>
            </a:xfrm>
            <a:custGeom>
              <a:rect b="b" l="l" r="r" t="t"/>
              <a:pathLst>
                <a:path extrusionOk="0" h="12" w="25">
                  <a:moveTo>
                    <a:pt x="25" y="11"/>
                  </a:moveTo>
                  <a:cubicBezTo>
                    <a:pt x="18" y="8"/>
                    <a:pt x="7" y="4"/>
                    <a:pt x="0" y="1"/>
                  </a:cubicBezTo>
                  <a:cubicBezTo>
                    <a:pt x="7" y="4"/>
                    <a:pt x="18" y="8"/>
                    <a:pt x="25"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0" name="Google Shape;3850;p95"/>
            <p:cNvSpPr/>
            <p:nvPr/>
          </p:nvSpPr>
          <p:spPr>
            <a:xfrm>
              <a:off x="2201402" y="2177562"/>
              <a:ext cx="489" cy="109"/>
            </a:xfrm>
            <a:custGeom>
              <a:rect b="b" l="l" r="r" t="t"/>
              <a:pathLst>
                <a:path extrusionOk="0" h="8" w="36">
                  <a:moveTo>
                    <a:pt x="35" y="7"/>
                  </a:moveTo>
                  <a:cubicBezTo>
                    <a:pt x="25" y="7"/>
                    <a:pt x="14" y="4"/>
                    <a:pt x="0" y="0"/>
                  </a:cubicBezTo>
                  <a:cubicBezTo>
                    <a:pt x="14" y="4"/>
                    <a:pt x="25" y="7"/>
                    <a:pt x="35"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1" name="Google Shape;3851;p95"/>
            <p:cNvSpPr/>
            <p:nvPr/>
          </p:nvSpPr>
          <p:spPr>
            <a:xfrm>
              <a:off x="2207865" y="2106307"/>
              <a:ext cx="83624" cy="72463"/>
            </a:xfrm>
            <a:custGeom>
              <a:rect b="b" l="l" r="r" t="t"/>
              <a:pathLst>
                <a:path extrusionOk="0" h="5337" w="6159">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2" name="Google Shape;3852;p95"/>
            <p:cNvSpPr/>
            <p:nvPr/>
          </p:nvSpPr>
          <p:spPr>
            <a:xfrm>
              <a:off x="2229915" y="2176991"/>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95"/>
            <p:cNvSpPr/>
            <p:nvPr/>
          </p:nvSpPr>
          <p:spPr>
            <a:xfrm>
              <a:off x="2229250" y="2175661"/>
              <a:ext cx="109" cy="109"/>
            </a:xfrm>
            <a:custGeom>
              <a:rect b="b" l="l" r="r" t="t"/>
              <a:pathLst>
                <a:path extrusionOk="0" h="8" w="8">
                  <a:moveTo>
                    <a:pt x="1" y="0"/>
                  </a:moveTo>
                  <a:lnTo>
                    <a:pt x="8" y="7"/>
                  </a:lnTo>
                  <a:lnTo>
                    <a:pt x="8"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4" name="Google Shape;3854;p95"/>
            <p:cNvSpPr/>
            <p:nvPr/>
          </p:nvSpPr>
          <p:spPr>
            <a:xfrm>
              <a:off x="2230065" y="2177412"/>
              <a:ext cx="14" cy="68"/>
            </a:xfrm>
            <a:custGeom>
              <a:rect b="b" l="l" r="r" t="t"/>
              <a:pathLst>
                <a:path extrusionOk="0" h="5" w="1">
                  <a:moveTo>
                    <a:pt x="0" y="1"/>
                  </a:moveTo>
                  <a:lnTo>
                    <a:pt x="0" y="4"/>
                  </a:ln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5" name="Google Shape;3855;p95"/>
            <p:cNvSpPr/>
            <p:nvPr/>
          </p:nvSpPr>
          <p:spPr>
            <a:xfrm>
              <a:off x="2229494" y="2175892"/>
              <a:ext cx="95" cy="109"/>
            </a:xfrm>
            <a:custGeom>
              <a:rect b="b" l="l" r="r" t="t"/>
              <a:pathLst>
                <a:path extrusionOk="0" h="8" w="7">
                  <a:moveTo>
                    <a:pt x="0" y="1"/>
                  </a:moveTo>
                  <a:lnTo>
                    <a:pt x="7"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6" name="Google Shape;3856;p95"/>
            <p:cNvSpPr/>
            <p:nvPr/>
          </p:nvSpPr>
          <p:spPr>
            <a:xfrm>
              <a:off x="2228965" y="2175566"/>
              <a:ext cx="244" cy="54"/>
            </a:xfrm>
            <a:custGeom>
              <a:rect b="b" l="l" r="r" t="t"/>
              <a:pathLst>
                <a:path extrusionOk="0" h="4" w="18">
                  <a:moveTo>
                    <a:pt x="18"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7" name="Google Shape;3857;p95"/>
            <p:cNvSpPr/>
            <p:nvPr/>
          </p:nvSpPr>
          <p:spPr>
            <a:xfrm>
              <a:off x="2230010" y="2177181"/>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8" name="Google Shape;3858;p95"/>
            <p:cNvSpPr/>
            <p:nvPr/>
          </p:nvSpPr>
          <p:spPr>
            <a:xfrm>
              <a:off x="2229915" y="2176896"/>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9" name="Google Shape;3859;p95"/>
            <p:cNvSpPr/>
            <p:nvPr/>
          </p:nvSpPr>
          <p:spPr>
            <a:xfrm>
              <a:off x="2229793" y="2176353"/>
              <a:ext cx="95" cy="177"/>
            </a:xfrm>
            <a:custGeom>
              <a:rect b="b" l="l" r="r" t="t"/>
              <a:pathLst>
                <a:path extrusionOk="0" h="13" w="7">
                  <a:moveTo>
                    <a:pt x="2" y="1"/>
                  </a:moveTo>
                  <a:cubicBezTo>
                    <a:pt x="1" y="1"/>
                    <a:pt x="6" y="9"/>
                    <a:pt x="6" y="12"/>
                  </a:cubicBezTo>
                  <a:cubicBezTo>
                    <a:pt x="6" y="9"/>
                    <a:pt x="6" y="5"/>
                    <a:pt x="3" y="2"/>
                  </a:cubicBezTo>
                  <a:cubicBezTo>
                    <a:pt x="2" y="1"/>
                    <a:pt x="2" y="1"/>
                    <a:pt x="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0" name="Google Shape;3860;p95"/>
            <p:cNvSpPr/>
            <p:nvPr/>
          </p:nvSpPr>
          <p:spPr>
            <a:xfrm>
              <a:off x="2229684" y="2176082"/>
              <a:ext cx="109" cy="163"/>
            </a:xfrm>
            <a:custGeom>
              <a:rect b="b" l="l" r="r" t="t"/>
              <a:pathLst>
                <a:path extrusionOk="0" h="12" w="8">
                  <a:moveTo>
                    <a:pt x="7" y="11"/>
                  </a:moveTo>
                  <a:cubicBezTo>
                    <a:pt x="4" y="8"/>
                    <a:pt x="4" y="4"/>
                    <a:pt x="0" y="1"/>
                  </a:cubicBezTo>
                  <a:cubicBezTo>
                    <a:pt x="4" y="4"/>
                    <a:pt x="4" y="8"/>
                    <a:pt x="7"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95"/>
            <p:cNvSpPr/>
            <p:nvPr/>
          </p:nvSpPr>
          <p:spPr>
            <a:xfrm>
              <a:off x="2218836" y="2175172"/>
              <a:ext cx="10142" cy="733"/>
            </a:xfrm>
            <a:custGeom>
              <a:rect b="b" l="l" r="r" t="t"/>
              <a:pathLst>
                <a:path extrusionOk="0" h="54" w="747">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95"/>
            <p:cNvSpPr/>
            <p:nvPr/>
          </p:nvSpPr>
          <p:spPr>
            <a:xfrm>
              <a:off x="2261483" y="2161065"/>
              <a:ext cx="5051" cy="149"/>
            </a:xfrm>
            <a:custGeom>
              <a:rect b="b" l="l" r="r" t="t"/>
              <a:pathLst>
                <a:path extrusionOk="0" h="11" w="372">
                  <a:moveTo>
                    <a:pt x="0" y="11"/>
                  </a:moveTo>
                  <a:lnTo>
                    <a:pt x="371" y="0"/>
                  </a:lnTo>
                  <a:lnTo>
                    <a:pt x="37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3" name="Google Shape;3863;p95"/>
            <p:cNvSpPr/>
            <p:nvPr/>
          </p:nvSpPr>
          <p:spPr>
            <a:xfrm>
              <a:off x="2231816" y="2177032"/>
              <a:ext cx="584" cy="109"/>
            </a:xfrm>
            <a:custGeom>
              <a:rect b="b" l="l" r="r" t="t"/>
              <a:pathLst>
                <a:path extrusionOk="0" h="8" w="43">
                  <a:moveTo>
                    <a:pt x="1" y="8"/>
                  </a:moveTo>
                  <a:cubicBezTo>
                    <a:pt x="15" y="4"/>
                    <a:pt x="32" y="4"/>
                    <a:pt x="43" y="1"/>
                  </a:cubicBezTo>
                  <a:cubicBezTo>
                    <a:pt x="32" y="4"/>
                    <a:pt x="15" y="4"/>
                    <a:pt x="1"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4" name="Google Shape;3864;p95"/>
            <p:cNvSpPr/>
            <p:nvPr/>
          </p:nvSpPr>
          <p:spPr>
            <a:xfrm>
              <a:off x="2231056" y="2177127"/>
              <a:ext cx="638" cy="109"/>
            </a:xfrm>
            <a:custGeom>
              <a:rect b="b" l="l" r="r" t="t"/>
              <a:pathLst>
                <a:path extrusionOk="0" h="8" w="47">
                  <a:moveTo>
                    <a:pt x="1" y="8"/>
                  </a:moveTo>
                  <a:lnTo>
                    <a:pt x="46"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5" name="Google Shape;3865;p95"/>
            <p:cNvSpPr/>
            <p:nvPr/>
          </p:nvSpPr>
          <p:spPr>
            <a:xfrm>
              <a:off x="2230105" y="2177277"/>
              <a:ext cx="774" cy="204"/>
            </a:xfrm>
            <a:custGeom>
              <a:rect b="b" l="l" r="r" t="t"/>
              <a:pathLst>
                <a:path extrusionOk="0" h="15" w="57">
                  <a:moveTo>
                    <a:pt x="57" y="0"/>
                  </a:moveTo>
                  <a:lnTo>
                    <a:pt x="1" y="14"/>
                  </a:ln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6" name="Google Shape;3866;p95"/>
            <p:cNvSpPr/>
            <p:nvPr/>
          </p:nvSpPr>
          <p:spPr>
            <a:xfrm>
              <a:off x="2232536" y="2177032"/>
              <a:ext cx="489" cy="14"/>
            </a:xfrm>
            <a:custGeom>
              <a:rect b="b" l="l" r="r" t="t"/>
              <a:pathLst>
                <a:path extrusionOk="0" h="1" w="36">
                  <a:moveTo>
                    <a:pt x="0" y="1"/>
                  </a:moveTo>
                  <a:lnTo>
                    <a:pt x="3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7" name="Google Shape;3867;p95"/>
            <p:cNvSpPr/>
            <p:nvPr/>
          </p:nvSpPr>
          <p:spPr>
            <a:xfrm>
              <a:off x="2233106" y="2176991"/>
              <a:ext cx="434" cy="14"/>
            </a:xfrm>
            <a:custGeom>
              <a:rect b="b" l="l" r="r" t="t"/>
              <a:pathLst>
                <a:path extrusionOk="0" h="1" w="32">
                  <a:moveTo>
                    <a:pt x="0" y="0"/>
                  </a:moveTo>
                  <a:cubicBezTo>
                    <a:pt x="11" y="0"/>
                    <a:pt x="21" y="0"/>
                    <a:pt x="32" y="0"/>
                  </a:cubicBezTo>
                  <a:cubicBezTo>
                    <a:pt x="21" y="0"/>
                    <a:pt x="11" y="0"/>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8" name="Google Shape;3868;p95"/>
            <p:cNvSpPr/>
            <p:nvPr/>
          </p:nvSpPr>
          <p:spPr>
            <a:xfrm>
              <a:off x="2258672" y="2052499"/>
              <a:ext cx="12464" cy="10170"/>
            </a:xfrm>
            <a:custGeom>
              <a:rect b="b" l="l" r="r" t="t"/>
              <a:pathLst>
                <a:path extrusionOk="0" h="749" w="918">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9" name="Google Shape;3869;p95"/>
            <p:cNvSpPr/>
            <p:nvPr/>
          </p:nvSpPr>
          <p:spPr>
            <a:xfrm>
              <a:off x="2348080" y="1953764"/>
              <a:ext cx="75016" cy="100080"/>
            </a:xfrm>
            <a:custGeom>
              <a:rect b="b" l="l" r="r" t="t"/>
              <a:pathLst>
                <a:path extrusionOk="0" h="7371" w="5525">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0" name="Google Shape;3870;p95"/>
            <p:cNvSpPr/>
            <p:nvPr/>
          </p:nvSpPr>
          <p:spPr>
            <a:xfrm>
              <a:off x="1953274" y="1764276"/>
              <a:ext cx="85620" cy="66543"/>
            </a:xfrm>
            <a:custGeom>
              <a:rect b="b" l="l" r="r" t="t"/>
              <a:pathLst>
                <a:path extrusionOk="0" h="4901" w="6306">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1" name="Google Shape;3871;p95"/>
            <p:cNvSpPr/>
            <p:nvPr/>
          </p:nvSpPr>
          <p:spPr>
            <a:xfrm>
              <a:off x="2104473" y="1751839"/>
              <a:ext cx="29151" cy="57216"/>
            </a:xfrm>
            <a:custGeom>
              <a:rect b="b" l="l" r="r" t="t"/>
              <a:pathLst>
                <a:path extrusionOk="0" h="4214" w="2147">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2" name="Google Shape;3872;p95"/>
            <p:cNvSpPr/>
            <p:nvPr/>
          </p:nvSpPr>
          <p:spPr>
            <a:xfrm>
              <a:off x="1983932" y="1753020"/>
              <a:ext cx="152883" cy="146433"/>
            </a:xfrm>
            <a:custGeom>
              <a:rect b="b" l="l" r="r" t="t"/>
              <a:pathLst>
                <a:path extrusionOk="0" h="10785" w="1126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3" name="Google Shape;3873;p95"/>
            <p:cNvSpPr/>
            <p:nvPr/>
          </p:nvSpPr>
          <p:spPr>
            <a:xfrm>
              <a:off x="2000849" y="1814649"/>
              <a:ext cx="14" cy="109"/>
            </a:xfrm>
            <a:custGeom>
              <a:rect b="b" l="l" r="r" t="t"/>
              <a:pathLst>
                <a:path extrusionOk="0" h="8" w="1">
                  <a:moveTo>
                    <a:pt x="1" y="7"/>
                  </a:moveTo>
                  <a:cubicBezTo>
                    <a:pt x="1" y="4"/>
                    <a:pt x="1" y="4"/>
                    <a:pt x="1" y="0"/>
                  </a:cubicBezTo>
                  <a:cubicBezTo>
                    <a:pt x="1" y="4"/>
                    <a:pt x="1" y="4"/>
                    <a:pt x="1"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4" name="Google Shape;3874;p95"/>
            <p:cNvSpPr/>
            <p:nvPr/>
          </p:nvSpPr>
          <p:spPr>
            <a:xfrm>
              <a:off x="2021202" y="1799102"/>
              <a:ext cx="149" cy="869"/>
            </a:xfrm>
            <a:custGeom>
              <a:rect b="b" l="l" r="r" t="t"/>
              <a:pathLst>
                <a:path extrusionOk="0" h="64" w="11">
                  <a:moveTo>
                    <a:pt x="11" y="0"/>
                  </a:moveTo>
                  <a:cubicBezTo>
                    <a:pt x="7" y="14"/>
                    <a:pt x="4" y="39"/>
                    <a:pt x="0" y="63"/>
                  </a:cubicBezTo>
                  <a:cubicBezTo>
                    <a:pt x="4" y="39"/>
                    <a:pt x="7" y="14"/>
                    <a:pt x="1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5" name="Google Shape;3875;p95"/>
            <p:cNvSpPr/>
            <p:nvPr/>
          </p:nvSpPr>
          <p:spPr>
            <a:xfrm>
              <a:off x="2034372" y="1771296"/>
              <a:ext cx="244" cy="434"/>
            </a:xfrm>
            <a:custGeom>
              <a:rect b="b" l="l" r="r" t="t"/>
              <a:pathLst>
                <a:path extrusionOk="0" h="32" w="18">
                  <a:moveTo>
                    <a:pt x="18" y="32"/>
                  </a:moveTo>
                  <a:cubicBezTo>
                    <a:pt x="11" y="21"/>
                    <a:pt x="4" y="11"/>
                    <a:pt x="0" y="0"/>
                  </a:cubicBezTo>
                  <a:cubicBezTo>
                    <a:pt x="4" y="11"/>
                    <a:pt x="11" y="21"/>
                    <a:pt x="18"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6" name="Google Shape;3876;p95"/>
            <p:cNvSpPr/>
            <p:nvPr/>
          </p:nvSpPr>
          <p:spPr>
            <a:xfrm>
              <a:off x="1995581" y="1816645"/>
              <a:ext cx="1534" cy="299"/>
            </a:xfrm>
            <a:custGeom>
              <a:rect b="b" l="l" r="r" t="t"/>
              <a:pathLst>
                <a:path extrusionOk="0" h="22" w="113">
                  <a:moveTo>
                    <a:pt x="0" y="21"/>
                  </a:moveTo>
                  <a:cubicBezTo>
                    <a:pt x="35" y="7"/>
                    <a:pt x="74" y="0"/>
                    <a:pt x="112" y="4"/>
                  </a:cubicBezTo>
                  <a:cubicBezTo>
                    <a:pt x="74" y="0"/>
                    <a:pt x="35" y="7"/>
                    <a:pt x="0"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95"/>
            <p:cNvSpPr/>
            <p:nvPr/>
          </p:nvSpPr>
          <p:spPr>
            <a:xfrm>
              <a:off x="2034603" y="1771771"/>
              <a:ext cx="204" cy="299"/>
            </a:xfrm>
            <a:custGeom>
              <a:rect b="b" l="l" r="r" t="t"/>
              <a:pathLst>
                <a:path extrusionOk="0" h="22" w="15">
                  <a:moveTo>
                    <a:pt x="1" y="0"/>
                  </a:moveTo>
                  <a:cubicBezTo>
                    <a:pt x="4" y="7"/>
                    <a:pt x="11" y="18"/>
                    <a:pt x="15" y="21"/>
                  </a:cubicBezTo>
                  <a:cubicBezTo>
                    <a:pt x="11" y="18"/>
                    <a:pt x="8"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8" name="Google Shape;3878;p95"/>
            <p:cNvSpPr/>
            <p:nvPr/>
          </p:nvSpPr>
          <p:spPr>
            <a:xfrm>
              <a:off x="2034182" y="1771051"/>
              <a:ext cx="109" cy="163"/>
            </a:xfrm>
            <a:custGeom>
              <a:rect b="b" l="l" r="r" t="t"/>
              <a:pathLst>
                <a:path extrusionOk="0" h="12" w="8">
                  <a:moveTo>
                    <a:pt x="0" y="1"/>
                  </a:moveTo>
                  <a:lnTo>
                    <a:pt x="7"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9" name="Google Shape;3879;p95"/>
            <p:cNvSpPr/>
            <p:nvPr/>
          </p:nvSpPr>
          <p:spPr>
            <a:xfrm>
              <a:off x="1997672" y="1816115"/>
              <a:ext cx="2675" cy="611"/>
            </a:xfrm>
            <a:custGeom>
              <a:rect b="b" l="l" r="r" t="t"/>
              <a:pathLst>
                <a:path extrusionOk="0" h="45" w="197">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95"/>
            <p:cNvSpPr/>
            <p:nvPr/>
          </p:nvSpPr>
          <p:spPr>
            <a:xfrm>
              <a:off x="2027950" y="1795491"/>
              <a:ext cx="8282" cy="434"/>
            </a:xfrm>
            <a:custGeom>
              <a:rect b="b" l="l" r="r" t="t"/>
              <a:pathLst>
                <a:path extrusionOk="0" h="32" w="610">
                  <a:moveTo>
                    <a:pt x="610" y="32"/>
                  </a:moveTo>
                  <a:cubicBezTo>
                    <a:pt x="477" y="25"/>
                    <a:pt x="91" y="0"/>
                    <a:pt x="0" y="32"/>
                  </a:cubicBezTo>
                  <a:cubicBezTo>
                    <a:pt x="91" y="0"/>
                    <a:pt x="477" y="25"/>
                    <a:pt x="610"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1" name="Google Shape;3881;p95"/>
            <p:cNvSpPr/>
            <p:nvPr/>
          </p:nvSpPr>
          <p:spPr>
            <a:xfrm>
              <a:off x="2110135" y="1764018"/>
              <a:ext cx="54" cy="258"/>
            </a:xfrm>
            <a:custGeom>
              <a:rect b="b" l="l" r="r" t="t"/>
              <a:pathLst>
                <a:path extrusionOk="0" h="19" w="4">
                  <a:moveTo>
                    <a:pt x="0" y="1"/>
                  </a:moveTo>
                  <a:cubicBezTo>
                    <a:pt x="0" y="8"/>
                    <a:pt x="0" y="11"/>
                    <a:pt x="4" y="18"/>
                  </a:cubicBezTo>
                  <a:cubicBezTo>
                    <a:pt x="4" y="11"/>
                    <a:pt x="4"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2" name="Google Shape;3882;p95"/>
            <p:cNvSpPr/>
            <p:nvPr/>
          </p:nvSpPr>
          <p:spPr>
            <a:xfrm>
              <a:off x="2110270" y="1764493"/>
              <a:ext cx="68" cy="258"/>
            </a:xfrm>
            <a:custGeom>
              <a:rect b="b" l="l" r="r" t="t"/>
              <a:pathLst>
                <a:path extrusionOk="0" h="19" w="5">
                  <a:moveTo>
                    <a:pt x="1" y="1"/>
                  </a:moveTo>
                  <a:cubicBezTo>
                    <a:pt x="1" y="8"/>
                    <a:pt x="1" y="11"/>
                    <a:pt x="4" y="18"/>
                  </a:cubicBezTo>
                  <a:cubicBezTo>
                    <a:pt x="1" y="11"/>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3" name="Google Shape;3883;p95"/>
            <p:cNvSpPr/>
            <p:nvPr/>
          </p:nvSpPr>
          <p:spPr>
            <a:xfrm>
              <a:off x="2110080" y="1763448"/>
              <a:ext cx="68" cy="299"/>
            </a:xfrm>
            <a:custGeom>
              <a:rect b="b" l="l" r="r" t="t"/>
              <a:pathLst>
                <a:path extrusionOk="0" h="22" w="5">
                  <a:moveTo>
                    <a:pt x="1" y="1"/>
                  </a:moveTo>
                  <a:cubicBezTo>
                    <a:pt x="1" y="8"/>
                    <a:pt x="1" y="15"/>
                    <a:pt x="4" y="22"/>
                  </a:cubicBezTo>
                  <a:cubicBezTo>
                    <a:pt x="1" y="15"/>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4" name="Google Shape;3884;p95"/>
            <p:cNvSpPr/>
            <p:nvPr/>
          </p:nvSpPr>
          <p:spPr>
            <a:xfrm>
              <a:off x="2110039" y="1759836"/>
              <a:ext cx="14" cy="448"/>
            </a:xfrm>
            <a:custGeom>
              <a:rect b="b" l="l" r="r" t="t"/>
              <a:pathLst>
                <a:path extrusionOk="0" h="33" w="1">
                  <a:moveTo>
                    <a:pt x="0" y="1"/>
                  </a:moveTo>
                  <a:lnTo>
                    <a:pt x="0"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5" name="Google Shape;3885;p95"/>
            <p:cNvSpPr/>
            <p:nvPr/>
          </p:nvSpPr>
          <p:spPr>
            <a:xfrm>
              <a:off x="2110039" y="1762878"/>
              <a:ext cx="14" cy="299"/>
            </a:xfrm>
            <a:custGeom>
              <a:rect b="b" l="l" r="r" t="t"/>
              <a:pathLst>
                <a:path extrusionOk="0" h="22" w="1">
                  <a:moveTo>
                    <a:pt x="0" y="1"/>
                  </a:moveTo>
                  <a:lnTo>
                    <a:pt x="0"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6" name="Google Shape;3886;p95"/>
            <p:cNvSpPr/>
            <p:nvPr/>
          </p:nvSpPr>
          <p:spPr>
            <a:xfrm>
              <a:off x="2119218" y="1809706"/>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7" name="Google Shape;3887;p95"/>
            <p:cNvSpPr/>
            <p:nvPr/>
          </p:nvSpPr>
          <p:spPr>
            <a:xfrm>
              <a:off x="2110555" y="1765349"/>
              <a:ext cx="68" cy="204"/>
            </a:xfrm>
            <a:custGeom>
              <a:rect b="b" l="l" r="r" t="t"/>
              <a:pathLst>
                <a:path extrusionOk="0" h="15" w="5">
                  <a:moveTo>
                    <a:pt x="1" y="1"/>
                  </a:moveTo>
                  <a:lnTo>
                    <a:pt x="1" y="1"/>
                  </a:lnTo>
                  <a:cubicBezTo>
                    <a:pt x="1" y="4"/>
                    <a:pt x="4" y="11"/>
                    <a:pt x="4" y="15"/>
                  </a:cubicBezTo>
                  <a:cubicBezTo>
                    <a:pt x="4" y="8"/>
                    <a:pt x="1"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8" name="Google Shape;3888;p95"/>
            <p:cNvSpPr/>
            <p:nvPr/>
          </p:nvSpPr>
          <p:spPr>
            <a:xfrm>
              <a:off x="2119028" y="1808987"/>
              <a:ext cx="14" cy="163"/>
            </a:xfrm>
            <a:custGeom>
              <a:rect b="b" l="l" r="r" t="t"/>
              <a:pathLst>
                <a:path extrusionOk="0" h="12" w="1">
                  <a:moveTo>
                    <a:pt x="0"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9" name="Google Shape;3889;p95"/>
            <p:cNvSpPr/>
            <p:nvPr/>
          </p:nvSpPr>
          <p:spPr>
            <a:xfrm>
              <a:off x="2110365" y="1764969"/>
              <a:ext cx="109" cy="204"/>
            </a:xfrm>
            <a:custGeom>
              <a:rect b="b" l="l" r="r" t="t"/>
              <a:pathLst>
                <a:path extrusionOk="0" h="15" w="8">
                  <a:moveTo>
                    <a:pt x="1" y="1"/>
                  </a:moveTo>
                  <a:lnTo>
                    <a:pt x="1" y="1"/>
                  </a:lnTo>
                  <a:cubicBezTo>
                    <a:pt x="1" y="4"/>
                    <a:pt x="4" y="11"/>
                    <a:pt x="8" y="15"/>
                  </a:cubicBezTo>
                  <a:cubicBezTo>
                    <a:pt x="4" y="11"/>
                    <a:pt x="4"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0" name="Google Shape;3890;p95"/>
            <p:cNvSpPr/>
            <p:nvPr/>
          </p:nvSpPr>
          <p:spPr>
            <a:xfrm>
              <a:off x="2110080" y="1758981"/>
              <a:ext cx="14" cy="448"/>
            </a:xfrm>
            <a:custGeom>
              <a:rect b="b" l="l" r="r" t="t"/>
              <a:pathLst>
                <a:path extrusionOk="0" h="33" w="1">
                  <a:moveTo>
                    <a:pt x="1" y="1"/>
                  </a:moveTo>
                  <a:cubicBezTo>
                    <a:pt x="1" y="11"/>
                    <a:pt x="1" y="22"/>
                    <a:pt x="1" y="32"/>
                  </a:cubicBezTo>
                  <a:cubicBezTo>
                    <a:pt x="1" y="22"/>
                    <a:pt x="1"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1" name="Google Shape;3891;p95"/>
            <p:cNvSpPr/>
            <p:nvPr/>
          </p:nvSpPr>
          <p:spPr>
            <a:xfrm>
              <a:off x="2109985" y="1762212"/>
              <a:ext cx="14" cy="299"/>
            </a:xfrm>
            <a:custGeom>
              <a:rect b="b" l="l" r="r" t="t"/>
              <a:pathLst>
                <a:path extrusionOk="0" h="22" w="1">
                  <a:moveTo>
                    <a:pt x="1" y="1"/>
                  </a:moveTo>
                  <a:lnTo>
                    <a:pt x="1" y="22"/>
                  </a:lnTo>
                  <a:cubicBezTo>
                    <a:pt x="1" y="15"/>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2" name="Google Shape;3892;p95"/>
            <p:cNvSpPr/>
            <p:nvPr/>
          </p:nvSpPr>
          <p:spPr>
            <a:xfrm>
              <a:off x="2109985" y="1760692"/>
              <a:ext cx="14" cy="394"/>
            </a:xfrm>
            <a:custGeom>
              <a:rect b="b" l="l" r="r" t="t"/>
              <a:pathLst>
                <a:path extrusionOk="0" h="29" w="1">
                  <a:moveTo>
                    <a:pt x="1" y="1"/>
                  </a:moveTo>
                  <a:lnTo>
                    <a:pt x="1" y="29"/>
                  </a:lnTo>
                  <a:cubicBezTo>
                    <a:pt x="1" y="22"/>
                    <a:pt x="1"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3" name="Google Shape;3893;p95"/>
            <p:cNvSpPr/>
            <p:nvPr/>
          </p:nvSpPr>
          <p:spPr>
            <a:xfrm>
              <a:off x="2109985" y="1761452"/>
              <a:ext cx="14" cy="394"/>
            </a:xfrm>
            <a:custGeom>
              <a:rect b="b" l="l" r="r" t="t"/>
              <a:pathLst>
                <a:path extrusionOk="0" h="29" w="1">
                  <a:moveTo>
                    <a:pt x="1" y="29"/>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4" name="Google Shape;3894;p95"/>
            <p:cNvSpPr/>
            <p:nvPr/>
          </p:nvSpPr>
          <p:spPr>
            <a:xfrm>
              <a:off x="2110705" y="1765688"/>
              <a:ext cx="109" cy="149"/>
            </a:xfrm>
            <a:custGeom>
              <a:rect b="b" l="l" r="r" t="t"/>
              <a:pathLst>
                <a:path extrusionOk="0" h="11" w="8">
                  <a:moveTo>
                    <a:pt x="0" y="0"/>
                  </a:moveTo>
                  <a:cubicBezTo>
                    <a:pt x="0" y="4"/>
                    <a:pt x="4" y="7"/>
                    <a:pt x="7" y="11"/>
                  </a:cubicBez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5" name="Google Shape;3895;p95"/>
            <p:cNvSpPr/>
            <p:nvPr/>
          </p:nvSpPr>
          <p:spPr>
            <a:xfrm>
              <a:off x="2110135" y="1757990"/>
              <a:ext cx="54" cy="489"/>
            </a:xfrm>
            <a:custGeom>
              <a:rect b="b" l="l" r="r" t="t"/>
              <a:pathLst>
                <a:path extrusionOk="0" h="36" w="4">
                  <a:moveTo>
                    <a:pt x="4" y="0"/>
                  </a:moveTo>
                  <a:cubicBezTo>
                    <a:pt x="4" y="14"/>
                    <a:pt x="0" y="25"/>
                    <a:pt x="0" y="35"/>
                  </a:cubicBezTo>
                  <a:cubicBezTo>
                    <a:pt x="0" y="25"/>
                    <a:pt x="4" y="14"/>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6" name="Google Shape;3896;p95"/>
            <p:cNvSpPr/>
            <p:nvPr/>
          </p:nvSpPr>
          <p:spPr>
            <a:xfrm>
              <a:off x="2110230" y="1756985"/>
              <a:ext cx="54" cy="489"/>
            </a:xfrm>
            <a:custGeom>
              <a:rect b="b" l="l" r="r" t="t"/>
              <a:pathLst>
                <a:path extrusionOk="0" h="36" w="4">
                  <a:moveTo>
                    <a:pt x="4" y="1"/>
                  </a:moveTo>
                  <a:cubicBezTo>
                    <a:pt x="4" y="11"/>
                    <a:pt x="0" y="25"/>
                    <a:pt x="0" y="36"/>
                  </a:cubicBezTo>
                  <a:cubicBezTo>
                    <a:pt x="0" y="25"/>
                    <a:pt x="4" y="11"/>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7" name="Google Shape;3897;p95"/>
            <p:cNvSpPr/>
            <p:nvPr/>
          </p:nvSpPr>
          <p:spPr>
            <a:xfrm>
              <a:off x="2110365" y="1755899"/>
              <a:ext cx="68" cy="530"/>
            </a:xfrm>
            <a:custGeom>
              <a:rect b="b" l="l" r="r" t="t"/>
              <a:pathLst>
                <a:path extrusionOk="0" h="39" w="5">
                  <a:moveTo>
                    <a:pt x="4" y="0"/>
                  </a:moveTo>
                  <a:cubicBezTo>
                    <a:pt x="4" y="14"/>
                    <a:pt x="1" y="25"/>
                    <a:pt x="1" y="39"/>
                  </a:cubicBezTo>
                  <a:cubicBezTo>
                    <a:pt x="1" y="25"/>
                    <a:pt x="4" y="14"/>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8" name="Google Shape;3898;p95"/>
            <p:cNvSpPr/>
            <p:nvPr/>
          </p:nvSpPr>
          <p:spPr>
            <a:xfrm>
              <a:off x="2110515" y="1754704"/>
              <a:ext cx="54" cy="638"/>
            </a:xfrm>
            <a:custGeom>
              <a:rect b="b" l="l" r="r" t="t"/>
              <a:pathLst>
                <a:path extrusionOk="0" h="47" w="4">
                  <a:moveTo>
                    <a:pt x="4" y="1"/>
                  </a:moveTo>
                  <a:lnTo>
                    <a:pt x="4" y="1"/>
                  </a:lnTo>
                  <a:cubicBezTo>
                    <a:pt x="4" y="15"/>
                    <a:pt x="0" y="32"/>
                    <a:pt x="0" y="46"/>
                  </a:cubicBezTo>
                  <a:cubicBezTo>
                    <a:pt x="0" y="32"/>
                    <a:pt x="4" y="18"/>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9" name="Google Shape;3899;p95"/>
            <p:cNvSpPr/>
            <p:nvPr/>
          </p:nvSpPr>
          <p:spPr>
            <a:xfrm>
              <a:off x="2119734" y="1788268"/>
              <a:ext cx="110385" cy="105294"/>
            </a:xfrm>
            <a:custGeom>
              <a:rect b="b" l="l" r="r" t="t"/>
              <a:pathLst>
                <a:path extrusionOk="0" h="7755" w="813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0" name="Google Shape;3900;p95"/>
            <p:cNvSpPr/>
            <p:nvPr/>
          </p:nvSpPr>
          <p:spPr>
            <a:xfrm>
              <a:off x="2135375" y="1790168"/>
              <a:ext cx="14" cy="109"/>
            </a:xfrm>
            <a:custGeom>
              <a:rect b="b" l="l" r="r" t="t"/>
              <a:pathLst>
                <a:path extrusionOk="0" h="8" w="1">
                  <a:moveTo>
                    <a:pt x="0"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1" name="Google Shape;3901;p95"/>
            <p:cNvSpPr/>
            <p:nvPr/>
          </p:nvSpPr>
          <p:spPr>
            <a:xfrm>
              <a:off x="2127962" y="1796916"/>
              <a:ext cx="434" cy="434"/>
            </a:xfrm>
            <a:custGeom>
              <a:rect b="b" l="l" r="r" t="t"/>
              <a:pathLst>
                <a:path extrusionOk="0" h="32" w="32">
                  <a:moveTo>
                    <a:pt x="0" y="32"/>
                  </a:moveTo>
                  <a:lnTo>
                    <a:pt x="3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2" name="Google Shape;3902;p95"/>
            <p:cNvSpPr/>
            <p:nvPr/>
          </p:nvSpPr>
          <p:spPr>
            <a:xfrm>
              <a:off x="2128573" y="1796577"/>
              <a:ext cx="109" cy="163"/>
            </a:xfrm>
            <a:custGeom>
              <a:rect b="b" l="l" r="r" t="t"/>
              <a:pathLst>
                <a:path extrusionOk="0" h="12" w="8">
                  <a:moveTo>
                    <a:pt x="1" y="1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3" name="Google Shape;3903;p95"/>
            <p:cNvSpPr/>
            <p:nvPr/>
          </p:nvSpPr>
          <p:spPr>
            <a:xfrm>
              <a:off x="2135416" y="1789028"/>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4" name="Google Shape;3904;p95"/>
            <p:cNvSpPr/>
            <p:nvPr/>
          </p:nvSpPr>
          <p:spPr>
            <a:xfrm>
              <a:off x="2131668" y="1793821"/>
              <a:ext cx="54" cy="14"/>
            </a:xfrm>
            <a:custGeom>
              <a:rect b="b" l="l" r="r" t="t"/>
              <a:pathLst>
                <a:path extrusionOk="0" h="1" w="4">
                  <a:moveTo>
                    <a:pt x="0" y="1"/>
                  </a:moveTo>
                  <a:lnTo>
                    <a:pt x="0" y="1"/>
                  </a:ln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5" name="Google Shape;3905;p95"/>
            <p:cNvSpPr/>
            <p:nvPr/>
          </p:nvSpPr>
          <p:spPr>
            <a:xfrm>
              <a:off x="2131899" y="1793726"/>
              <a:ext cx="299" cy="68"/>
            </a:xfrm>
            <a:custGeom>
              <a:rect b="b" l="l" r="r" t="t"/>
              <a:pathLst>
                <a:path extrusionOk="0" h="5" w="22">
                  <a:moveTo>
                    <a:pt x="1" y="4"/>
                  </a:moveTo>
                  <a:lnTo>
                    <a:pt x="2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6" name="Google Shape;3906;p95"/>
            <p:cNvSpPr/>
            <p:nvPr/>
          </p:nvSpPr>
          <p:spPr>
            <a:xfrm>
              <a:off x="2131763" y="1793821"/>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7" name="Google Shape;3907;p95"/>
            <p:cNvSpPr/>
            <p:nvPr/>
          </p:nvSpPr>
          <p:spPr>
            <a:xfrm>
              <a:off x="2121825" y="1808036"/>
              <a:ext cx="2580" cy="2485"/>
            </a:xfrm>
            <a:custGeom>
              <a:rect b="b" l="l" r="r" t="t"/>
              <a:pathLst>
                <a:path extrusionOk="0" h="183" w="190">
                  <a:moveTo>
                    <a:pt x="190" y="1"/>
                  </a:moveTo>
                  <a:cubicBezTo>
                    <a:pt x="141" y="74"/>
                    <a:pt x="78" y="137"/>
                    <a:pt x="1" y="183"/>
                  </a:cubicBezTo>
                  <a:lnTo>
                    <a:pt x="1" y="183"/>
                  </a:lnTo>
                  <a:cubicBezTo>
                    <a:pt x="78" y="137"/>
                    <a:pt x="141" y="74"/>
                    <a:pt x="19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8" name="Google Shape;3908;p95"/>
            <p:cNvSpPr/>
            <p:nvPr/>
          </p:nvSpPr>
          <p:spPr>
            <a:xfrm>
              <a:off x="2120929" y="1810847"/>
              <a:ext cx="448" cy="299"/>
            </a:xfrm>
            <a:custGeom>
              <a:rect b="b" l="l" r="r" t="t"/>
              <a:pathLst>
                <a:path extrusionOk="0" h="22" w="33">
                  <a:moveTo>
                    <a:pt x="33" y="0"/>
                  </a:moveTo>
                  <a:lnTo>
                    <a:pt x="28" y="4"/>
                  </a:lnTo>
                  <a:lnTo>
                    <a:pt x="0" y="21"/>
                  </a:lnTo>
                  <a:lnTo>
                    <a:pt x="7" y="18"/>
                  </a:lnTo>
                  <a:lnTo>
                    <a:pt x="33"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9" name="Google Shape;3909;p95"/>
            <p:cNvSpPr/>
            <p:nvPr/>
          </p:nvSpPr>
          <p:spPr>
            <a:xfrm>
              <a:off x="2135375" y="1789639"/>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95"/>
            <p:cNvSpPr/>
            <p:nvPr/>
          </p:nvSpPr>
          <p:spPr>
            <a:xfrm>
              <a:off x="2135470" y="1788308"/>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1" name="Google Shape;3911;p95"/>
            <p:cNvSpPr/>
            <p:nvPr/>
          </p:nvSpPr>
          <p:spPr>
            <a:xfrm>
              <a:off x="2120114" y="1812884"/>
              <a:ext cx="964" cy="1684"/>
            </a:xfrm>
            <a:custGeom>
              <a:rect b="b" l="l" r="r" t="t"/>
              <a:pathLst>
                <a:path extrusionOk="0" h="124" w="71">
                  <a:moveTo>
                    <a:pt x="1" y="1"/>
                  </a:moveTo>
                  <a:cubicBezTo>
                    <a:pt x="18" y="39"/>
                    <a:pt x="46" y="85"/>
                    <a:pt x="71" y="123"/>
                  </a:cubicBezTo>
                  <a:cubicBezTo>
                    <a:pt x="46" y="85"/>
                    <a:pt x="18" y="39"/>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2" name="Google Shape;3912;p95"/>
            <p:cNvSpPr/>
            <p:nvPr/>
          </p:nvSpPr>
          <p:spPr>
            <a:xfrm>
              <a:off x="2137222" y="1859943"/>
              <a:ext cx="163" cy="244"/>
            </a:xfrm>
            <a:custGeom>
              <a:rect b="b" l="l" r="r" t="t"/>
              <a:pathLst>
                <a:path extrusionOk="0" h="18" w="12">
                  <a:moveTo>
                    <a:pt x="1" y="0"/>
                  </a:moveTo>
                  <a:lnTo>
                    <a:pt x="1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3" name="Google Shape;3913;p95"/>
            <p:cNvSpPr/>
            <p:nvPr/>
          </p:nvSpPr>
          <p:spPr>
            <a:xfrm>
              <a:off x="2134615" y="1857418"/>
              <a:ext cx="149" cy="68"/>
            </a:xfrm>
            <a:custGeom>
              <a:rect b="b" l="l" r="r" t="t"/>
              <a:pathLst>
                <a:path extrusionOk="0" h="5" w="11">
                  <a:moveTo>
                    <a:pt x="0" y="1"/>
                  </a:moveTo>
                  <a:lnTo>
                    <a:pt x="1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4" name="Google Shape;3914;p95"/>
            <p:cNvSpPr/>
            <p:nvPr/>
          </p:nvSpPr>
          <p:spPr>
            <a:xfrm>
              <a:off x="2136706" y="1859034"/>
              <a:ext cx="149" cy="204"/>
            </a:xfrm>
            <a:custGeom>
              <a:rect b="b" l="l" r="r" t="t"/>
              <a:pathLst>
                <a:path extrusionOk="0" h="15" w="11">
                  <a:moveTo>
                    <a:pt x="0" y="1"/>
                  </a:moveTo>
                  <a:lnTo>
                    <a:pt x="1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5" name="Google Shape;3915;p95"/>
            <p:cNvSpPr/>
            <p:nvPr/>
          </p:nvSpPr>
          <p:spPr>
            <a:xfrm>
              <a:off x="2137466" y="1860459"/>
              <a:ext cx="149" cy="258"/>
            </a:xfrm>
            <a:custGeom>
              <a:rect b="b" l="l" r="r" t="t"/>
              <a:pathLst>
                <a:path extrusionOk="0" h="19" w="11">
                  <a:moveTo>
                    <a:pt x="0" y="1"/>
                  </a:moveTo>
                  <a:lnTo>
                    <a:pt x="1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95"/>
            <p:cNvSpPr/>
            <p:nvPr/>
          </p:nvSpPr>
          <p:spPr>
            <a:xfrm>
              <a:off x="2119788" y="1811132"/>
              <a:ext cx="1195" cy="964"/>
            </a:xfrm>
            <a:custGeom>
              <a:rect b="b" l="l" r="r" t="t"/>
              <a:pathLst>
                <a:path extrusionOk="0" h="71" w="88">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7" name="Google Shape;3917;p95"/>
            <p:cNvSpPr/>
            <p:nvPr/>
          </p:nvSpPr>
          <p:spPr>
            <a:xfrm>
              <a:off x="2137697" y="1861029"/>
              <a:ext cx="109" cy="258"/>
            </a:xfrm>
            <a:custGeom>
              <a:rect b="b" l="l" r="r" t="t"/>
              <a:pathLst>
                <a:path extrusionOk="0" h="19" w="8">
                  <a:moveTo>
                    <a:pt x="1" y="1"/>
                  </a:moveTo>
                  <a:lnTo>
                    <a:pt x="8"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8" name="Google Shape;3918;p95"/>
            <p:cNvSpPr/>
            <p:nvPr/>
          </p:nvSpPr>
          <p:spPr>
            <a:xfrm>
              <a:off x="2135036" y="1857567"/>
              <a:ext cx="163" cy="54"/>
            </a:xfrm>
            <a:custGeom>
              <a:rect b="b" l="l" r="r" t="t"/>
              <a:pathLst>
                <a:path extrusionOk="0" h="4" w="12">
                  <a:moveTo>
                    <a:pt x="1" y="0"/>
                  </a:moveTo>
                  <a:lnTo>
                    <a:pt x="1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9" name="Google Shape;3919;p95"/>
            <p:cNvSpPr/>
            <p:nvPr/>
          </p:nvSpPr>
          <p:spPr>
            <a:xfrm>
              <a:off x="2137982" y="1861654"/>
              <a:ext cx="68" cy="204"/>
            </a:xfrm>
            <a:custGeom>
              <a:rect b="b" l="l" r="r" t="t"/>
              <a:pathLst>
                <a:path extrusionOk="0" h="15" w="5">
                  <a:moveTo>
                    <a:pt x="1" y="0"/>
                  </a:moveTo>
                  <a:lnTo>
                    <a:pt x="4"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0" name="Google Shape;3920;p95"/>
            <p:cNvSpPr/>
            <p:nvPr/>
          </p:nvSpPr>
          <p:spPr>
            <a:xfrm>
              <a:off x="2138172" y="1862265"/>
              <a:ext cx="68" cy="204"/>
            </a:xfrm>
            <a:custGeom>
              <a:rect b="b" l="l" r="r" t="t"/>
              <a:pathLst>
                <a:path extrusionOk="0" h="15" w="5">
                  <a:moveTo>
                    <a:pt x="1" y="1"/>
                  </a:moveTo>
                  <a:lnTo>
                    <a:pt x="4"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1" name="Google Shape;3921;p95"/>
            <p:cNvSpPr/>
            <p:nvPr/>
          </p:nvSpPr>
          <p:spPr>
            <a:xfrm>
              <a:off x="2136081" y="1858273"/>
              <a:ext cx="163" cy="163"/>
            </a:xfrm>
            <a:custGeom>
              <a:rect b="b" l="l" r="r" t="t"/>
              <a:pathLst>
                <a:path extrusionOk="0" h="12" w="12">
                  <a:moveTo>
                    <a:pt x="1" y="1"/>
                  </a:moveTo>
                  <a:lnTo>
                    <a:pt x="1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2" name="Google Shape;3922;p95"/>
            <p:cNvSpPr/>
            <p:nvPr/>
          </p:nvSpPr>
          <p:spPr>
            <a:xfrm>
              <a:off x="2136421" y="1858613"/>
              <a:ext cx="149" cy="204"/>
            </a:xfrm>
            <a:custGeom>
              <a:rect b="b" l="l" r="r" t="t"/>
              <a:pathLst>
                <a:path extrusionOk="0" h="15" w="11">
                  <a:moveTo>
                    <a:pt x="0" y="0"/>
                  </a:moveTo>
                  <a:lnTo>
                    <a:pt x="1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3" name="Google Shape;3923;p95"/>
            <p:cNvSpPr/>
            <p:nvPr/>
          </p:nvSpPr>
          <p:spPr>
            <a:xfrm>
              <a:off x="2135755" y="1857947"/>
              <a:ext cx="149" cy="149"/>
            </a:xfrm>
            <a:custGeom>
              <a:rect b="b" l="l" r="r" t="t"/>
              <a:pathLst>
                <a:path extrusionOk="0" h="11" w="11">
                  <a:moveTo>
                    <a:pt x="0" y="0"/>
                  </a:moveTo>
                  <a:lnTo>
                    <a:pt x="1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4" name="Google Shape;3924;p95"/>
            <p:cNvSpPr/>
            <p:nvPr/>
          </p:nvSpPr>
          <p:spPr>
            <a:xfrm>
              <a:off x="2119883" y="1812408"/>
              <a:ext cx="54" cy="109"/>
            </a:xfrm>
            <a:custGeom>
              <a:rect b="b" l="l" r="r" t="t"/>
              <a:pathLst>
                <a:path extrusionOk="0" h="8" w="4">
                  <a:moveTo>
                    <a:pt x="0" y="1"/>
                  </a:moveTo>
                  <a:lnTo>
                    <a:pt x="4"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5" name="Google Shape;3925;p95"/>
            <p:cNvSpPr/>
            <p:nvPr/>
          </p:nvSpPr>
          <p:spPr>
            <a:xfrm>
              <a:off x="2119788" y="1812218"/>
              <a:ext cx="14" cy="109"/>
            </a:xfrm>
            <a:custGeom>
              <a:rect b="b" l="l" r="r" t="t"/>
              <a:pathLst>
                <a:path extrusionOk="0" h="8" w="1">
                  <a:moveTo>
                    <a:pt x="0" y="1"/>
                  </a:moveTo>
                  <a:lnTo>
                    <a:pt x="0" y="4"/>
                  </a:lnTo>
                  <a:cubicBezTo>
                    <a:pt x="0" y="8"/>
                    <a:pt x="0"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6" name="Google Shape;3926;p95"/>
            <p:cNvSpPr/>
            <p:nvPr/>
          </p:nvSpPr>
          <p:spPr>
            <a:xfrm>
              <a:off x="2135416" y="1857703"/>
              <a:ext cx="163" cy="163"/>
            </a:xfrm>
            <a:custGeom>
              <a:rect b="b" l="l" r="r" t="t"/>
              <a:pathLst>
                <a:path extrusionOk="0" h="12" w="12">
                  <a:moveTo>
                    <a:pt x="1" y="1"/>
                  </a:moveTo>
                  <a:lnTo>
                    <a:pt x="1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7" name="Google Shape;3927;p95"/>
            <p:cNvSpPr/>
            <p:nvPr/>
          </p:nvSpPr>
          <p:spPr>
            <a:xfrm>
              <a:off x="2119978" y="1812653"/>
              <a:ext cx="109" cy="204"/>
            </a:xfrm>
            <a:custGeom>
              <a:rect b="b" l="l" r="r" t="t"/>
              <a:pathLst>
                <a:path extrusionOk="0" h="15" w="8">
                  <a:moveTo>
                    <a:pt x="0" y="0"/>
                  </a:moveTo>
                  <a:lnTo>
                    <a:pt x="7"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8" name="Google Shape;3928;p95"/>
            <p:cNvSpPr/>
            <p:nvPr/>
          </p:nvSpPr>
          <p:spPr>
            <a:xfrm>
              <a:off x="2136991" y="1859468"/>
              <a:ext cx="109" cy="204"/>
            </a:xfrm>
            <a:custGeom>
              <a:rect b="b" l="l" r="r" t="t"/>
              <a:pathLst>
                <a:path extrusionOk="0" h="15" w="8">
                  <a:moveTo>
                    <a:pt x="0" y="0"/>
                  </a:moveTo>
                  <a:lnTo>
                    <a:pt x="7"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9" name="Google Shape;3929;p95"/>
            <p:cNvSpPr/>
            <p:nvPr/>
          </p:nvSpPr>
          <p:spPr>
            <a:xfrm>
              <a:off x="2122449" y="1836183"/>
              <a:ext cx="584" cy="1534"/>
            </a:xfrm>
            <a:custGeom>
              <a:rect b="b" l="l" r="r" t="t"/>
              <a:pathLst>
                <a:path extrusionOk="0" h="113" w="43">
                  <a:moveTo>
                    <a:pt x="0" y="0"/>
                  </a:moveTo>
                  <a:cubicBezTo>
                    <a:pt x="7" y="39"/>
                    <a:pt x="21" y="77"/>
                    <a:pt x="42" y="112"/>
                  </a:cubicBezTo>
                  <a:cubicBezTo>
                    <a:pt x="21" y="77"/>
                    <a:pt x="7" y="39"/>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0" name="Google Shape;3930;p95"/>
            <p:cNvSpPr/>
            <p:nvPr/>
          </p:nvSpPr>
          <p:spPr>
            <a:xfrm>
              <a:off x="2121730" y="1810562"/>
              <a:ext cx="109" cy="54"/>
            </a:xfrm>
            <a:custGeom>
              <a:rect b="b" l="l" r="r" t="t"/>
              <a:pathLst>
                <a:path extrusionOk="0" h="4" w="8">
                  <a:moveTo>
                    <a:pt x="8"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95"/>
            <p:cNvSpPr/>
            <p:nvPr/>
          </p:nvSpPr>
          <p:spPr>
            <a:xfrm>
              <a:off x="2138362" y="1862985"/>
              <a:ext cx="68" cy="109"/>
            </a:xfrm>
            <a:custGeom>
              <a:rect b="b" l="l" r="r" t="t"/>
              <a:pathLst>
                <a:path extrusionOk="0" h="8" w="5">
                  <a:moveTo>
                    <a:pt x="1" y="1"/>
                  </a:moveTo>
                  <a:lnTo>
                    <a:pt x="4"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2" name="Google Shape;3932;p95"/>
            <p:cNvSpPr/>
            <p:nvPr/>
          </p:nvSpPr>
          <p:spPr>
            <a:xfrm>
              <a:off x="2120779" y="1810562"/>
              <a:ext cx="1059" cy="720"/>
            </a:xfrm>
            <a:custGeom>
              <a:rect b="b" l="l" r="r" t="t"/>
              <a:pathLst>
                <a:path extrusionOk="0" h="53" w="78">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3" name="Google Shape;3933;p95"/>
            <p:cNvSpPr/>
            <p:nvPr/>
          </p:nvSpPr>
          <p:spPr>
            <a:xfrm>
              <a:off x="1925087" y="1940173"/>
              <a:ext cx="16741" cy="4195"/>
            </a:xfrm>
            <a:custGeom>
              <a:rect b="b" l="l" r="r" t="t"/>
              <a:pathLst>
                <a:path extrusionOk="0" h="309" w="1233">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95"/>
            <p:cNvSpPr/>
            <p:nvPr/>
          </p:nvSpPr>
          <p:spPr>
            <a:xfrm>
              <a:off x="1920484" y="1919467"/>
              <a:ext cx="41887" cy="31391"/>
            </a:xfrm>
            <a:custGeom>
              <a:rect b="b" l="l" r="r" t="t"/>
              <a:pathLst>
                <a:path extrusionOk="0" h="2312" w="3085">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5" name="Google Shape;3935;p95"/>
            <p:cNvSpPr/>
            <p:nvPr/>
          </p:nvSpPr>
          <p:spPr>
            <a:xfrm>
              <a:off x="1924802" y="1946215"/>
              <a:ext cx="163" cy="54"/>
            </a:xfrm>
            <a:custGeom>
              <a:rect b="b" l="l" r="r" t="t"/>
              <a:pathLst>
                <a:path extrusionOk="0" h="4" w="12">
                  <a:moveTo>
                    <a:pt x="1" y="4"/>
                  </a:moveTo>
                  <a:lnTo>
                    <a:pt x="1" y="4"/>
                  </a:ln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6" name="Google Shape;3936;p95"/>
            <p:cNvSpPr/>
            <p:nvPr/>
          </p:nvSpPr>
          <p:spPr>
            <a:xfrm>
              <a:off x="1925752" y="1946065"/>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7" name="Google Shape;3937;p95"/>
            <p:cNvSpPr/>
            <p:nvPr/>
          </p:nvSpPr>
          <p:spPr>
            <a:xfrm>
              <a:off x="1928943" y="1940268"/>
              <a:ext cx="109" cy="14"/>
            </a:xfrm>
            <a:custGeom>
              <a:rect b="b" l="l" r="r" t="t"/>
              <a:pathLst>
                <a:path extrusionOk="0" h="1" w="8">
                  <a:moveTo>
                    <a:pt x="7"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8" name="Google Shape;3938;p95"/>
            <p:cNvSpPr/>
            <p:nvPr/>
          </p:nvSpPr>
          <p:spPr>
            <a:xfrm>
              <a:off x="1925752" y="1940268"/>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9" name="Google Shape;3939;p95"/>
            <p:cNvSpPr/>
            <p:nvPr/>
          </p:nvSpPr>
          <p:spPr>
            <a:xfrm>
              <a:off x="1932880" y="1939181"/>
              <a:ext cx="68" cy="54"/>
            </a:xfrm>
            <a:custGeom>
              <a:rect b="b" l="l" r="r" t="t"/>
              <a:pathLst>
                <a:path extrusionOk="0" h="4" w="5">
                  <a:moveTo>
                    <a:pt x="4"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0" name="Google Shape;3940;p95"/>
            <p:cNvSpPr/>
            <p:nvPr/>
          </p:nvSpPr>
          <p:spPr>
            <a:xfrm>
              <a:off x="1931835" y="1939562"/>
              <a:ext cx="109" cy="54"/>
            </a:xfrm>
            <a:custGeom>
              <a:rect b="b" l="l" r="r" t="t"/>
              <a:pathLst>
                <a:path extrusionOk="0" h="4" w="8">
                  <a:moveTo>
                    <a:pt x="8"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1" name="Google Shape;3941;p95"/>
            <p:cNvSpPr/>
            <p:nvPr/>
          </p:nvSpPr>
          <p:spPr>
            <a:xfrm>
              <a:off x="1925901" y="1946025"/>
              <a:ext cx="109" cy="14"/>
            </a:xfrm>
            <a:custGeom>
              <a:rect b="b" l="l" r="r" t="t"/>
              <a:pathLst>
                <a:path extrusionOk="0" h="1" w="8">
                  <a:moveTo>
                    <a:pt x="0" y="0"/>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2" name="Google Shape;3942;p95"/>
            <p:cNvSpPr/>
            <p:nvPr/>
          </p:nvSpPr>
          <p:spPr>
            <a:xfrm>
              <a:off x="1925521" y="1946120"/>
              <a:ext cx="109" cy="14"/>
            </a:xfrm>
            <a:custGeom>
              <a:rect b="b" l="l" r="r" t="t"/>
              <a:pathLst>
                <a:path extrusionOk="0" h="1" w="8">
                  <a:moveTo>
                    <a:pt x="0" y="0"/>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3" name="Google Shape;3943;p95"/>
            <p:cNvSpPr/>
            <p:nvPr/>
          </p:nvSpPr>
          <p:spPr>
            <a:xfrm>
              <a:off x="1926947" y="1940322"/>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4" name="Google Shape;3944;p95"/>
            <p:cNvSpPr/>
            <p:nvPr/>
          </p:nvSpPr>
          <p:spPr>
            <a:xfrm>
              <a:off x="1925087" y="1946160"/>
              <a:ext cx="258" cy="68"/>
            </a:xfrm>
            <a:custGeom>
              <a:rect b="b" l="l" r="r" t="t"/>
              <a:pathLst>
                <a:path extrusionOk="0" h="5" w="19">
                  <a:moveTo>
                    <a:pt x="1" y="4"/>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95"/>
            <p:cNvSpPr/>
            <p:nvPr/>
          </p:nvSpPr>
          <p:spPr>
            <a:xfrm>
              <a:off x="1928033" y="194032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6" name="Google Shape;3946;p95"/>
            <p:cNvSpPr/>
            <p:nvPr/>
          </p:nvSpPr>
          <p:spPr>
            <a:xfrm>
              <a:off x="1926037" y="1946025"/>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7" name="Google Shape;3947;p95"/>
            <p:cNvSpPr/>
            <p:nvPr/>
          </p:nvSpPr>
          <p:spPr>
            <a:xfrm>
              <a:off x="1929893" y="1940132"/>
              <a:ext cx="149" cy="14"/>
            </a:xfrm>
            <a:custGeom>
              <a:rect b="b" l="l" r="r" t="t"/>
              <a:pathLst>
                <a:path extrusionOk="0" h="1" w="11">
                  <a:moveTo>
                    <a:pt x="11"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95"/>
            <p:cNvSpPr/>
            <p:nvPr/>
          </p:nvSpPr>
          <p:spPr>
            <a:xfrm>
              <a:off x="1930884" y="1939888"/>
              <a:ext cx="109" cy="14"/>
            </a:xfrm>
            <a:custGeom>
              <a:rect b="b" l="l" r="r" t="t"/>
              <a:pathLst>
                <a:path extrusionOk="0" h="1" w="8">
                  <a:moveTo>
                    <a:pt x="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9" name="Google Shape;3949;p95"/>
            <p:cNvSpPr/>
            <p:nvPr/>
          </p:nvSpPr>
          <p:spPr>
            <a:xfrm>
              <a:off x="1926132" y="1945970"/>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0" name="Google Shape;3950;p95"/>
            <p:cNvSpPr/>
            <p:nvPr/>
          </p:nvSpPr>
          <p:spPr>
            <a:xfrm>
              <a:off x="1928318" y="1943404"/>
              <a:ext cx="6911" cy="2349"/>
            </a:xfrm>
            <a:custGeom>
              <a:rect b="b" l="l" r="r" t="t"/>
              <a:pathLst>
                <a:path extrusionOk="0" h="173" w="509">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1" name="Google Shape;3951;p95"/>
            <p:cNvSpPr/>
            <p:nvPr/>
          </p:nvSpPr>
          <p:spPr>
            <a:xfrm>
              <a:off x="1926607" y="1945834"/>
              <a:ext cx="1018" cy="149"/>
            </a:xfrm>
            <a:custGeom>
              <a:rect b="b" l="l" r="r" t="t"/>
              <a:pathLst>
                <a:path extrusionOk="0" h="11" w="75">
                  <a:moveTo>
                    <a:pt x="74" y="0"/>
                  </a:moveTo>
                  <a:lnTo>
                    <a:pt x="74" y="0"/>
                  </a:lnTo>
                  <a:cubicBezTo>
                    <a:pt x="46" y="4"/>
                    <a:pt x="22" y="7"/>
                    <a:pt x="1" y="11"/>
                  </a:cubicBezTo>
                  <a:cubicBezTo>
                    <a:pt x="22" y="11"/>
                    <a:pt x="46" y="4"/>
                    <a:pt x="7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2" name="Google Shape;3952;p95"/>
            <p:cNvSpPr/>
            <p:nvPr/>
          </p:nvSpPr>
          <p:spPr>
            <a:xfrm>
              <a:off x="1927273" y="1949405"/>
              <a:ext cx="17936" cy="10224"/>
            </a:xfrm>
            <a:custGeom>
              <a:rect b="b" l="l" r="r" t="t"/>
              <a:pathLst>
                <a:path extrusionOk="0" h="753" w="1321">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3" name="Google Shape;3953;p95"/>
            <p:cNvSpPr/>
            <p:nvPr/>
          </p:nvSpPr>
          <p:spPr>
            <a:xfrm>
              <a:off x="1944856" y="1949405"/>
              <a:ext cx="68" cy="14"/>
            </a:xfrm>
            <a:custGeom>
              <a:rect b="b" l="l" r="r" t="t"/>
              <a:pathLst>
                <a:path extrusionOk="0" h="1" w="5">
                  <a:moveTo>
                    <a:pt x="1"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4" name="Google Shape;3954;p95"/>
            <p:cNvSpPr/>
            <p:nvPr/>
          </p:nvSpPr>
          <p:spPr>
            <a:xfrm>
              <a:off x="1945141" y="1949500"/>
              <a:ext cx="68" cy="14"/>
            </a:xfrm>
            <a:custGeom>
              <a:rect b="b" l="l" r="r" t="t"/>
              <a:pathLst>
                <a:path extrusionOk="0" h="1" w="5">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95"/>
            <p:cNvSpPr/>
            <p:nvPr/>
          </p:nvSpPr>
          <p:spPr>
            <a:xfrm>
              <a:off x="1927938" y="1950967"/>
              <a:ext cx="1018" cy="828"/>
            </a:xfrm>
            <a:custGeom>
              <a:rect b="b" l="l" r="r" t="t"/>
              <a:pathLst>
                <a:path extrusionOk="0" h="61" w="75">
                  <a:moveTo>
                    <a:pt x="74" y="60"/>
                  </a:moveTo>
                  <a:cubicBezTo>
                    <a:pt x="43" y="50"/>
                    <a:pt x="15" y="29"/>
                    <a:pt x="1" y="1"/>
                  </a:cubicBezTo>
                  <a:cubicBezTo>
                    <a:pt x="15" y="29"/>
                    <a:pt x="43" y="50"/>
                    <a:pt x="74" y="6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6" name="Google Shape;3956;p95"/>
            <p:cNvSpPr/>
            <p:nvPr/>
          </p:nvSpPr>
          <p:spPr>
            <a:xfrm>
              <a:off x="1927612" y="195058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7" name="Google Shape;3957;p95"/>
            <p:cNvSpPr/>
            <p:nvPr/>
          </p:nvSpPr>
          <p:spPr>
            <a:xfrm>
              <a:off x="1927843" y="1950777"/>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8" name="Google Shape;3958;p95"/>
            <p:cNvSpPr/>
            <p:nvPr/>
          </p:nvSpPr>
          <p:spPr>
            <a:xfrm>
              <a:off x="1944666" y="1949351"/>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9" name="Google Shape;3959;p95"/>
            <p:cNvSpPr/>
            <p:nvPr/>
          </p:nvSpPr>
          <p:spPr>
            <a:xfrm>
              <a:off x="1927802" y="1950736"/>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0" name="Google Shape;3960;p95"/>
            <p:cNvSpPr/>
            <p:nvPr/>
          </p:nvSpPr>
          <p:spPr>
            <a:xfrm>
              <a:off x="1927748" y="195068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1" name="Google Shape;3961;p95"/>
            <p:cNvSpPr/>
            <p:nvPr/>
          </p:nvSpPr>
          <p:spPr>
            <a:xfrm>
              <a:off x="1927137" y="1950546"/>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2" name="Google Shape;3962;p95"/>
            <p:cNvSpPr/>
            <p:nvPr/>
          </p:nvSpPr>
          <p:spPr>
            <a:xfrm>
              <a:off x="1944475" y="194931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3" name="Google Shape;3963;p95"/>
            <p:cNvSpPr/>
            <p:nvPr/>
          </p:nvSpPr>
          <p:spPr>
            <a:xfrm>
              <a:off x="2156244" y="1961014"/>
              <a:ext cx="88987" cy="61547"/>
            </a:xfrm>
            <a:custGeom>
              <a:rect b="b" l="l" r="r" t="t"/>
              <a:pathLst>
                <a:path extrusionOk="0" h="4533" w="6554">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4" name="Google Shape;3964;p95"/>
            <p:cNvSpPr/>
            <p:nvPr/>
          </p:nvSpPr>
          <p:spPr>
            <a:xfrm>
              <a:off x="2069728" y="1940363"/>
              <a:ext cx="85810" cy="69734"/>
            </a:xfrm>
            <a:custGeom>
              <a:rect b="b" l="l" r="r" t="t"/>
              <a:pathLst>
                <a:path extrusionOk="0" h="5136" w="632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5" name="Google Shape;3965;p95"/>
            <p:cNvSpPr/>
            <p:nvPr/>
          </p:nvSpPr>
          <p:spPr>
            <a:xfrm>
              <a:off x="2055186" y="1951225"/>
              <a:ext cx="19973" cy="43584"/>
            </a:xfrm>
            <a:custGeom>
              <a:rect b="b" l="l" r="r" t="t"/>
              <a:pathLst>
                <a:path extrusionOk="0" h="3210" w="1471">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6" name="Google Shape;3966;p95"/>
            <p:cNvSpPr/>
            <p:nvPr/>
          </p:nvSpPr>
          <p:spPr>
            <a:xfrm>
              <a:off x="2074819" y="1958475"/>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7" name="Google Shape;3967;p95"/>
            <p:cNvSpPr/>
            <p:nvPr/>
          </p:nvSpPr>
          <p:spPr>
            <a:xfrm>
              <a:off x="2069972" y="1992704"/>
              <a:ext cx="109" cy="109"/>
            </a:xfrm>
            <a:custGeom>
              <a:rect b="b" l="l" r="r" t="t"/>
              <a:pathLst>
                <a:path extrusionOk="0" h="8" w="8">
                  <a:moveTo>
                    <a:pt x="7"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8" name="Google Shape;3968;p95"/>
            <p:cNvSpPr/>
            <p:nvPr/>
          </p:nvSpPr>
          <p:spPr>
            <a:xfrm>
              <a:off x="2074860" y="1958855"/>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9" name="Google Shape;3969;p95"/>
            <p:cNvSpPr/>
            <p:nvPr/>
          </p:nvSpPr>
          <p:spPr>
            <a:xfrm>
              <a:off x="2074670" y="1957525"/>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0" name="Google Shape;3970;p95"/>
            <p:cNvSpPr/>
            <p:nvPr/>
          </p:nvSpPr>
          <p:spPr>
            <a:xfrm>
              <a:off x="2074385" y="1955678"/>
              <a:ext cx="68" cy="204"/>
            </a:xfrm>
            <a:custGeom>
              <a:rect b="b" l="l" r="r" t="t"/>
              <a:pathLst>
                <a:path extrusionOk="0" h="15" w="5">
                  <a:moveTo>
                    <a:pt x="1" y="0"/>
                  </a:moveTo>
                  <a:lnTo>
                    <a:pt x="4"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1" name="Google Shape;3971;p95"/>
            <p:cNvSpPr/>
            <p:nvPr/>
          </p:nvSpPr>
          <p:spPr>
            <a:xfrm>
              <a:off x="2074480" y="1956384"/>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95"/>
            <p:cNvSpPr/>
            <p:nvPr/>
          </p:nvSpPr>
          <p:spPr>
            <a:xfrm>
              <a:off x="2074344" y="1955244"/>
              <a:ext cx="54" cy="258"/>
            </a:xfrm>
            <a:custGeom>
              <a:rect b="b" l="l" r="r" t="t"/>
              <a:pathLst>
                <a:path extrusionOk="0" h="19" w="4">
                  <a:moveTo>
                    <a:pt x="4" y="18"/>
                  </a:moveTo>
                  <a:lnTo>
                    <a:pt x="0" y="1"/>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3" name="Google Shape;3973;p95"/>
            <p:cNvSpPr/>
            <p:nvPr/>
          </p:nvSpPr>
          <p:spPr>
            <a:xfrm>
              <a:off x="2048669" y="1961041"/>
              <a:ext cx="11704" cy="36279"/>
            </a:xfrm>
            <a:custGeom>
              <a:rect b="b" l="l" r="r" t="t"/>
              <a:pathLst>
                <a:path extrusionOk="0" h="2672" w="862">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4" name="Google Shape;3974;p95"/>
            <p:cNvSpPr/>
            <p:nvPr/>
          </p:nvSpPr>
          <p:spPr>
            <a:xfrm>
              <a:off x="2054141" y="1965983"/>
              <a:ext cx="109" cy="204"/>
            </a:xfrm>
            <a:custGeom>
              <a:rect b="b" l="l" r="r" t="t"/>
              <a:pathLst>
                <a:path extrusionOk="0" h="15" w="8">
                  <a:moveTo>
                    <a:pt x="0" y="1"/>
                  </a:moveTo>
                  <a:lnTo>
                    <a:pt x="7"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5" name="Google Shape;3975;p95"/>
            <p:cNvSpPr/>
            <p:nvPr/>
          </p:nvSpPr>
          <p:spPr>
            <a:xfrm>
              <a:off x="2054331" y="1966323"/>
              <a:ext cx="109" cy="204"/>
            </a:xfrm>
            <a:custGeom>
              <a:rect b="b" l="l" r="r" t="t"/>
              <a:pathLst>
                <a:path extrusionOk="0" h="15" w="8">
                  <a:moveTo>
                    <a:pt x="0" y="0"/>
                  </a:moveTo>
                  <a:lnTo>
                    <a:pt x="7"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6" name="Google Shape;3976;p95"/>
            <p:cNvSpPr/>
            <p:nvPr/>
          </p:nvSpPr>
          <p:spPr>
            <a:xfrm>
              <a:off x="2053476" y="1963417"/>
              <a:ext cx="54" cy="299"/>
            </a:xfrm>
            <a:custGeom>
              <a:rect b="b" l="l" r="r" t="t"/>
              <a:pathLst>
                <a:path extrusionOk="0" h="22" w="4">
                  <a:moveTo>
                    <a:pt x="0" y="1"/>
                  </a:moveTo>
                  <a:cubicBezTo>
                    <a:pt x="0" y="8"/>
                    <a:pt x="0" y="15"/>
                    <a:pt x="4" y="22"/>
                  </a:cubicBezTo>
                  <a:cubicBezTo>
                    <a:pt x="0" y="15"/>
                    <a:pt x="0"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7" name="Google Shape;3977;p95"/>
            <p:cNvSpPr/>
            <p:nvPr/>
          </p:nvSpPr>
          <p:spPr>
            <a:xfrm>
              <a:off x="2053326" y="1961897"/>
              <a:ext cx="14" cy="394"/>
            </a:xfrm>
            <a:custGeom>
              <a:rect b="b" l="l" r="r" t="t"/>
              <a:pathLst>
                <a:path extrusionOk="0" h="29" w="1">
                  <a:moveTo>
                    <a:pt x="1" y="1"/>
                  </a:moveTo>
                  <a:lnTo>
                    <a:pt x="1" y="29"/>
                  </a:lnTo>
                  <a:cubicBezTo>
                    <a:pt x="1" y="22"/>
                    <a:pt x="1"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8" name="Google Shape;3978;p95"/>
            <p:cNvSpPr/>
            <p:nvPr/>
          </p:nvSpPr>
          <p:spPr>
            <a:xfrm>
              <a:off x="2060414" y="1992514"/>
              <a:ext cx="14" cy="774"/>
            </a:xfrm>
            <a:custGeom>
              <a:rect b="b" l="l" r="r" t="t"/>
              <a:pathLst>
                <a:path extrusionOk="0" h="57" w="1">
                  <a:moveTo>
                    <a:pt x="1" y="0"/>
                  </a:moveTo>
                  <a:lnTo>
                    <a:pt x="1" y="5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9" name="Google Shape;3979;p95"/>
            <p:cNvSpPr/>
            <p:nvPr/>
          </p:nvSpPr>
          <p:spPr>
            <a:xfrm>
              <a:off x="2053666" y="1964653"/>
              <a:ext cx="54" cy="258"/>
            </a:xfrm>
            <a:custGeom>
              <a:rect b="b" l="l" r="r" t="t"/>
              <a:pathLst>
                <a:path extrusionOk="0" h="19" w="4">
                  <a:moveTo>
                    <a:pt x="0" y="1"/>
                  </a:moveTo>
                  <a:lnTo>
                    <a:pt x="0" y="1"/>
                  </a:lnTo>
                  <a:cubicBezTo>
                    <a:pt x="0" y="4"/>
                    <a:pt x="4" y="11"/>
                    <a:pt x="4" y="18"/>
                  </a:cubicBezTo>
                  <a:cubicBezTo>
                    <a:pt x="4" y="11"/>
                    <a:pt x="4"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0" name="Google Shape;3980;p95"/>
            <p:cNvSpPr/>
            <p:nvPr/>
          </p:nvSpPr>
          <p:spPr>
            <a:xfrm>
              <a:off x="2053571" y="1964083"/>
              <a:ext cx="54" cy="258"/>
            </a:xfrm>
            <a:custGeom>
              <a:rect b="b" l="l" r="r" t="t"/>
              <a:pathLst>
                <a:path extrusionOk="0" h="19" w="4">
                  <a:moveTo>
                    <a:pt x="0" y="1"/>
                  </a:moveTo>
                  <a:lnTo>
                    <a:pt x="0" y="1"/>
                  </a:lnTo>
                  <a:cubicBezTo>
                    <a:pt x="0" y="8"/>
                    <a:pt x="4" y="11"/>
                    <a:pt x="4" y="18"/>
                  </a:cubicBezTo>
                  <a:cubicBezTo>
                    <a:pt x="4" y="11"/>
                    <a:pt x="4"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1" name="Google Shape;3981;p95"/>
            <p:cNvSpPr/>
            <p:nvPr/>
          </p:nvSpPr>
          <p:spPr>
            <a:xfrm>
              <a:off x="2053381" y="1962711"/>
              <a:ext cx="54" cy="339"/>
            </a:xfrm>
            <a:custGeom>
              <a:rect b="b" l="l" r="r" t="t"/>
              <a:pathLst>
                <a:path extrusionOk="0" h="25" w="4">
                  <a:moveTo>
                    <a:pt x="0" y="0"/>
                  </a:moveTo>
                  <a:cubicBezTo>
                    <a:pt x="0" y="11"/>
                    <a:pt x="0" y="18"/>
                    <a:pt x="4" y="25"/>
                  </a:cubicBezTo>
                  <a:cubicBezTo>
                    <a:pt x="0" y="18"/>
                    <a:pt x="0"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2" name="Google Shape;3982;p95"/>
            <p:cNvSpPr/>
            <p:nvPr/>
          </p:nvSpPr>
          <p:spPr>
            <a:xfrm>
              <a:off x="2060319" y="1990369"/>
              <a:ext cx="14" cy="638"/>
            </a:xfrm>
            <a:custGeom>
              <a:rect b="b" l="l" r="r" t="t"/>
              <a:pathLst>
                <a:path extrusionOk="0" h="47" w="1">
                  <a:moveTo>
                    <a:pt x="1" y="1"/>
                  </a:moveTo>
                  <a:lnTo>
                    <a:pt x="1" y="4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3" name="Google Shape;3983;p95"/>
            <p:cNvSpPr/>
            <p:nvPr/>
          </p:nvSpPr>
          <p:spPr>
            <a:xfrm>
              <a:off x="2060319" y="1989378"/>
              <a:ext cx="14" cy="584"/>
            </a:xfrm>
            <a:custGeom>
              <a:rect b="b" l="l" r="r" t="t"/>
              <a:pathLst>
                <a:path extrusionOk="0" h="43" w="1">
                  <a:moveTo>
                    <a:pt x="1" y="0"/>
                  </a:moveTo>
                  <a:lnTo>
                    <a:pt x="1" y="4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4" name="Google Shape;3984;p95"/>
            <p:cNvSpPr/>
            <p:nvPr/>
          </p:nvSpPr>
          <p:spPr>
            <a:xfrm>
              <a:off x="2058459" y="1972786"/>
              <a:ext cx="584" cy="1439"/>
            </a:xfrm>
            <a:custGeom>
              <a:rect b="b" l="l" r="r" t="t"/>
              <a:pathLst>
                <a:path extrusionOk="0" h="106" w="43">
                  <a:moveTo>
                    <a:pt x="43" y="105"/>
                  </a:moveTo>
                  <a:cubicBezTo>
                    <a:pt x="15" y="77"/>
                    <a:pt x="1" y="42"/>
                    <a:pt x="1" y="0"/>
                  </a:cubicBezTo>
                  <a:cubicBezTo>
                    <a:pt x="1" y="42"/>
                    <a:pt x="15" y="77"/>
                    <a:pt x="43" y="10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5" name="Google Shape;3985;p95"/>
            <p:cNvSpPr/>
            <p:nvPr/>
          </p:nvSpPr>
          <p:spPr>
            <a:xfrm>
              <a:off x="2054806" y="1966934"/>
              <a:ext cx="149" cy="163"/>
            </a:xfrm>
            <a:custGeom>
              <a:rect b="b" l="l" r="r" t="t"/>
              <a:pathLst>
                <a:path extrusionOk="0" h="12" w="11">
                  <a:moveTo>
                    <a:pt x="11"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6" name="Google Shape;3986;p95"/>
            <p:cNvSpPr/>
            <p:nvPr/>
          </p:nvSpPr>
          <p:spPr>
            <a:xfrm>
              <a:off x="2053951" y="1965603"/>
              <a:ext cx="109" cy="204"/>
            </a:xfrm>
            <a:custGeom>
              <a:rect b="b" l="l" r="r" t="t"/>
              <a:pathLst>
                <a:path extrusionOk="0" h="15" w="8">
                  <a:moveTo>
                    <a:pt x="0" y="1"/>
                  </a:moveTo>
                  <a:lnTo>
                    <a:pt x="7"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95"/>
            <p:cNvSpPr/>
            <p:nvPr/>
          </p:nvSpPr>
          <p:spPr>
            <a:xfrm>
              <a:off x="2060373" y="1991414"/>
              <a:ext cx="0" cy="679"/>
            </a:xfrm>
            <a:custGeom>
              <a:rect b="b" l="l" r="r" t="t"/>
              <a:pathLst>
                <a:path extrusionOk="0" h="50" w="0">
                  <a:moveTo>
                    <a:pt x="0" y="1"/>
                  </a:moveTo>
                  <a:lnTo>
                    <a:pt x="0" y="5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95"/>
            <p:cNvSpPr/>
            <p:nvPr/>
          </p:nvSpPr>
          <p:spPr>
            <a:xfrm>
              <a:off x="2053801" y="1965128"/>
              <a:ext cx="109" cy="258"/>
            </a:xfrm>
            <a:custGeom>
              <a:rect b="b" l="l" r="r" t="t"/>
              <a:pathLst>
                <a:path extrusionOk="0" h="19" w="8">
                  <a:moveTo>
                    <a:pt x="1" y="1"/>
                  </a:moveTo>
                  <a:lnTo>
                    <a:pt x="8"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95"/>
            <p:cNvSpPr/>
            <p:nvPr/>
          </p:nvSpPr>
          <p:spPr>
            <a:xfrm>
              <a:off x="2060224" y="1987477"/>
              <a:ext cx="14" cy="584"/>
            </a:xfrm>
            <a:custGeom>
              <a:rect b="b" l="l" r="r" t="t"/>
              <a:pathLst>
                <a:path extrusionOk="0" h="43" w="1">
                  <a:moveTo>
                    <a:pt x="1" y="0"/>
                  </a:moveTo>
                  <a:lnTo>
                    <a:pt x="1" y="4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95"/>
            <p:cNvSpPr/>
            <p:nvPr/>
          </p:nvSpPr>
          <p:spPr>
            <a:xfrm>
              <a:off x="2060034" y="1983865"/>
              <a:ext cx="14" cy="489"/>
            </a:xfrm>
            <a:custGeom>
              <a:rect b="b" l="l" r="r" t="t"/>
              <a:pathLst>
                <a:path extrusionOk="0" h="36" w="1">
                  <a:moveTo>
                    <a:pt x="1" y="0"/>
                  </a:moveTo>
                  <a:lnTo>
                    <a:pt x="1" y="35"/>
                  </a:lnTo>
                  <a:cubicBezTo>
                    <a:pt x="1" y="21"/>
                    <a:pt x="1"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1" name="Google Shape;3991;p95"/>
            <p:cNvSpPr/>
            <p:nvPr/>
          </p:nvSpPr>
          <p:spPr>
            <a:xfrm>
              <a:off x="2059939" y="1982820"/>
              <a:ext cx="14" cy="434"/>
            </a:xfrm>
            <a:custGeom>
              <a:rect b="b" l="l" r="r" t="t"/>
              <a:pathLst>
                <a:path extrusionOk="0" h="32" w="1">
                  <a:moveTo>
                    <a:pt x="1" y="0"/>
                  </a:moveTo>
                  <a:lnTo>
                    <a:pt x="1"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2" name="Google Shape;3992;p95"/>
            <p:cNvSpPr/>
            <p:nvPr/>
          </p:nvSpPr>
          <p:spPr>
            <a:xfrm>
              <a:off x="2060088" y="1984435"/>
              <a:ext cx="0" cy="530"/>
            </a:xfrm>
            <a:custGeom>
              <a:rect b="b" l="l" r="r" t="t"/>
              <a:pathLst>
                <a:path extrusionOk="0" h="39" w="0">
                  <a:moveTo>
                    <a:pt x="0" y="0"/>
                  </a:moveTo>
                  <a:lnTo>
                    <a:pt x="0" y="3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3" name="Google Shape;3993;p95"/>
            <p:cNvSpPr/>
            <p:nvPr/>
          </p:nvSpPr>
          <p:spPr>
            <a:xfrm>
              <a:off x="2059993" y="1983295"/>
              <a:ext cx="54" cy="434"/>
            </a:xfrm>
            <a:custGeom>
              <a:rect b="b" l="l" r="r" t="t"/>
              <a:pathLst>
                <a:path extrusionOk="0" h="32" w="4">
                  <a:moveTo>
                    <a:pt x="0" y="0"/>
                  </a:moveTo>
                  <a:lnTo>
                    <a:pt x="0" y="32"/>
                  </a:lnTo>
                  <a:cubicBezTo>
                    <a:pt x="4" y="21"/>
                    <a:pt x="0"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95"/>
            <p:cNvSpPr/>
            <p:nvPr/>
          </p:nvSpPr>
          <p:spPr>
            <a:xfrm>
              <a:off x="2060468" y="1993695"/>
              <a:ext cx="54" cy="923"/>
            </a:xfrm>
            <a:custGeom>
              <a:rect b="b" l="l" r="r" t="t"/>
              <a:pathLst>
                <a:path extrusionOk="0" h="68" w="4">
                  <a:moveTo>
                    <a:pt x="0" y="1"/>
                  </a:moveTo>
                  <a:lnTo>
                    <a:pt x="4" y="6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5" name="Google Shape;3995;p95"/>
            <p:cNvSpPr/>
            <p:nvPr/>
          </p:nvSpPr>
          <p:spPr>
            <a:xfrm>
              <a:off x="2060183" y="1986621"/>
              <a:ext cx="0" cy="584"/>
            </a:xfrm>
            <a:custGeom>
              <a:rect b="b" l="l" r="r" t="t"/>
              <a:pathLst>
                <a:path extrusionOk="0" h="43" w="0">
                  <a:moveTo>
                    <a:pt x="0" y="0"/>
                  </a:moveTo>
                  <a:lnTo>
                    <a:pt x="0" y="4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6" name="Google Shape;3996;p95"/>
            <p:cNvSpPr/>
            <p:nvPr/>
          </p:nvSpPr>
          <p:spPr>
            <a:xfrm>
              <a:off x="2060129" y="1985807"/>
              <a:ext cx="14" cy="638"/>
            </a:xfrm>
            <a:custGeom>
              <a:rect b="b" l="l" r="r" t="t"/>
              <a:pathLst>
                <a:path extrusionOk="0" h="47" w="1">
                  <a:moveTo>
                    <a:pt x="1" y="1"/>
                  </a:moveTo>
                  <a:lnTo>
                    <a:pt x="1" y="4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7" name="Google Shape;3997;p95"/>
            <p:cNvSpPr/>
            <p:nvPr/>
          </p:nvSpPr>
          <p:spPr>
            <a:xfrm>
              <a:off x="2060088" y="1985101"/>
              <a:ext cx="0" cy="530"/>
            </a:xfrm>
            <a:custGeom>
              <a:rect b="b" l="l" r="r" t="t"/>
              <a:pathLst>
                <a:path extrusionOk="0" h="39" w="0">
                  <a:moveTo>
                    <a:pt x="0" y="0"/>
                  </a:moveTo>
                  <a:lnTo>
                    <a:pt x="0" y="3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8" name="Google Shape;3998;p95"/>
            <p:cNvSpPr/>
            <p:nvPr/>
          </p:nvSpPr>
          <p:spPr>
            <a:xfrm>
              <a:off x="2054562" y="1966649"/>
              <a:ext cx="109" cy="163"/>
            </a:xfrm>
            <a:custGeom>
              <a:rect b="b" l="l" r="r" t="t"/>
              <a:pathLst>
                <a:path extrusionOk="0" h="12" w="8">
                  <a:moveTo>
                    <a:pt x="1" y="1"/>
                  </a:moveTo>
                  <a:lnTo>
                    <a:pt x="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9" name="Google Shape;3999;p95"/>
            <p:cNvSpPr/>
            <p:nvPr/>
          </p:nvSpPr>
          <p:spPr>
            <a:xfrm>
              <a:off x="2060509" y="1994795"/>
              <a:ext cx="14" cy="530"/>
            </a:xfrm>
            <a:custGeom>
              <a:rect b="b" l="l" r="r" t="t"/>
              <a:pathLst>
                <a:path extrusionOk="0" h="39" w="1">
                  <a:moveTo>
                    <a:pt x="1" y="39"/>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95"/>
            <p:cNvSpPr/>
            <p:nvPr/>
          </p:nvSpPr>
          <p:spPr>
            <a:xfrm>
              <a:off x="2055091" y="1967178"/>
              <a:ext cx="149" cy="149"/>
            </a:xfrm>
            <a:custGeom>
              <a:rect b="b" l="l" r="r" t="t"/>
              <a:pathLst>
                <a:path extrusionOk="0" h="11" w="11">
                  <a:moveTo>
                    <a:pt x="0" y="0"/>
                  </a:moveTo>
                  <a:lnTo>
                    <a:pt x="1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1" name="Google Shape;4001;p95"/>
            <p:cNvSpPr/>
            <p:nvPr/>
          </p:nvSpPr>
          <p:spPr>
            <a:xfrm>
              <a:off x="2055376" y="1967463"/>
              <a:ext cx="149" cy="109"/>
            </a:xfrm>
            <a:custGeom>
              <a:rect b="b" l="l" r="r" t="t"/>
              <a:pathLst>
                <a:path extrusionOk="0" h="8" w="11">
                  <a:moveTo>
                    <a:pt x="0" y="0"/>
                  </a:moveTo>
                  <a:lnTo>
                    <a:pt x="1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2" name="Google Shape;4002;p95"/>
            <p:cNvSpPr/>
            <p:nvPr/>
          </p:nvSpPr>
          <p:spPr>
            <a:xfrm>
              <a:off x="2059939" y="1982385"/>
              <a:ext cx="14" cy="448"/>
            </a:xfrm>
            <a:custGeom>
              <a:rect b="b" l="l" r="r" t="t"/>
              <a:pathLst>
                <a:path extrusionOk="0" h="33" w="1">
                  <a:moveTo>
                    <a:pt x="1" y="1"/>
                  </a:moveTo>
                  <a:lnTo>
                    <a:pt x="1" y="32"/>
                  </a:lnTo>
                  <a:cubicBezTo>
                    <a:pt x="1" y="22"/>
                    <a:pt x="1"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3" name="Google Shape;4003;p95"/>
            <p:cNvSpPr/>
            <p:nvPr/>
          </p:nvSpPr>
          <p:spPr>
            <a:xfrm>
              <a:off x="2060278" y="1988427"/>
              <a:ext cx="0" cy="530"/>
            </a:xfrm>
            <a:custGeom>
              <a:rect b="b" l="l" r="r" t="t"/>
              <a:pathLst>
                <a:path extrusionOk="0" h="39" w="0">
                  <a:moveTo>
                    <a:pt x="0" y="0"/>
                  </a:moveTo>
                  <a:lnTo>
                    <a:pt x="0" y="3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4" name="Google Shape;4004;p95"/>
            <p:cNvSpPr/>
            <p:nvPr/>
          </p:nvSpPr>
          <p:spPr>
            <a:xfrm>
              <a:off x="2056137" y="1967884"/>
              <a:ext cx="149" cy="109"/>
            </a:xfrm>
            <a:custGeom>
              <a:rect b="b" l="l" r="r" t="t"/>
              <a:pathLst>
                <a:path extrusionOk="0" h="8" w="11">
                  <a:moveTo>
                    <a:pt x="0" y="1"/>
                  </a:moveTo>
                  <a:lnTo>
                    <a:pt x="1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5" name="Google Shape;4005;p95"/>
            <p:cNvSpPr/>
            <p:nvPr/>
          </p:nvSpPr>
          <p:spPr>
            <a:xfrm>
              <a:off x="2055757" y="1967654"/>
              <a:ext cx="149" cy="109"/>
            </a:xfrm>
            <a:custGeom>
              <a:rect b="b" l="l" r="r" t="t"/>
              <a:pathLst>
                <a:path extrusionOk="0" h="8" w="11">
                  <a:moveTo>
                    <a:pt x="0" y="0"/>
                  </a:moveTo>
                  <a:lnTo>
                    <a:pt x="1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6" name="Google Shape;4006;p95"/>
            <p:cNvSpPr/>
            <p:nvPr/>
          </p:nvSpPr>
          <p:spPr>
            <a:xfrm>
              <a:off x="2153623" y="1945930"/>
              <a:ext cx="3720" cy="6381"/>
            </a:xfrm>
            <a:custGeom>
              <a:rect b="b" l="l" r="r" t="t"/>
              <a:pathLst>
                <a:path extrusionOk="0" h="470" w="274">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7" name="Google Shape;4007;p95"/>
            <p:cNvSpPr/>
            <p:nvPr/>
          </p:nvSpPr>
          <p:spPr>
            <a:xfrm>
              <a:off x="2113366" y="1953723"/>
              <a:ext cx="52776" cy="75260"/>
            </a:xfrm>
            <a:custGeom>
              <a:rect b="b" l="l" r="r" t="t"/>
              <a:pathLst>
                <a:path extrusionOk="0" h="5543" w="3887">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8" name="Google Shape;4008;p95"/>
            <p:cNvSpPr/>
            <p:nvPr/>
          </p:nvSpPr>
          <p:spPr>
            <a:xfrm>
              <a:off x="2165368" y="2023172"/>
              <a:ext cx="149" cy="244"/>
            </a:xfrm>
            <a:custGeom>
              <a:rect b="b" l="l" r="r" t="t"/>
              <a:pathLst>
                <a:path extrusionOk="0" h="18" w="11">
                  <a:moveTo>
                    <a:pt x="11" y="18"/>
                  </a:moveTo>
                  <a:cubicBezTo>
                    <a:pt x="7" y="11"/>
                    <a:pt x="4" y="7"/>
                    <a:pt x="0" y="0"/>
                  </a:cubicBezTo>
                  <a:cubicBezTo>
                    <a:pt x="4" y="7"/>
                    <a:pt x="7" y="11"/>
                    <a:pt x="1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9" name="Google Shape;4009;p95"/>
            <p:cNvSpPr/>
            <p:nvPr/>
          </p:nvSpPr>
          <p:spPr>
            <a:xfrm>
              <a:off x="2165178" y="2022792"/>
              <a:ext cx="149" cy="339"/>
            </a:xfrm>
            <a:custGeom>
              <a:rect b="b" l="l" r="r" t="t"/>
              <a:pathLst>
                <a:path extrusionOk="0" h="25" w="11">
                  <a:moveTo>
                    <a:pt x="11" y="25"/>
                  </a:moveTo>
                  <a:cubicBezTo>
                    <a:pt x="4" y="14"/>
                    <a:pt x="4" y="7"/>
                    <a:pt x="0" y="0"/>
                  </a:cubicBezTo>
                  <a:cubicBezTo>
                    <a:pt x="4" y="7"/>
                    <a:pt x="4" y="14"/>
                    <a:pt x="11"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0" name="Google Shape;4010;p95"/>
            <p:cNvSpPr/>
            <p:nvPr/>
          </p:nvSpPr>
          <p:spPr>
            <a:xfrm>
              <a:off x="2159136" y="1988902"/>
              <a:ext cx="204" cy="299"/>
            </a:xfrm>
            <a:custGeom>
              <a:rect b="b" l="l" r="r" t="t"/>
              <a:pathLst>
                <a:path extrusionOk="0" h="22" w="15">
                  <a:moveTo>
                    <a:pt x="1" y="21"/>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1" name="Google Shape;4011;p95"/>
            <p:cNvSpPr/>
            <p:nvPr/>
          </p:nvSpPr>
          <p:spPr>
            <a:xfrm>
              <a:off x="2158715" y="1989568"/>
              <a:ext cx="204" cy="244"/>
            </a:xfrm>
            <a:custGeom>
              <a:rect b="b" l="l" r="r" t="t"/>
              <a:pathLst>
                <a:path extrusionOk="0" h="18" w="15">
                  <a:moveTo>
                    <a:pt x="0" y="18"/>
                  </a:moveTo>
                  <a:cubicBezTo>
                    <a:pt x="4" y="11"/>
                    <a:pt x="11" y="4"/>
                    <a:pt x="14" y="0"/>
                  </a:cubicBezTo>
                  <a:cubicBezTo>
                    <a:pt x="11" y="4"/>
                    <a:pt x="4" y="11"/>
                    <a:pt x="0"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2" name="Google Shape;4012;p95"/>
            <p:cNvSpPr/>
            <p:nvPr/>
          </p:nvSpPr>
          <p:spPr>
            <a:xfrm>
              <a:off x="2158375" y="1990179"/>
              <a:ext cx="109" cy="258"/>
            </a:xfrm>
            <a:custGeom>
              <a:rect b="b" l="l" r="r" t="t"/>
              <a:pathLst>
                <a:path extrusionOk="0" h="19" w="8">
                  <a:moveTo>
                    <a:pt x="1" y="18"/>
                  </a:moveTo>
                  <a:cubicBezTo>
                    <a:pt x="4" y="15"/>
                    <a:pt x="8" y="8"/>
                    <a:pt x="8" y="1"/>
                  </a:cubicBezTo>
                  <a:cubicBezTo>
                    <a:pt x="8" y="8"/>
                    <a:pt x="4" y="15"/>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3" name="Google Shape;4013;p95"/>
            <p:cNvSpPr/>
            <p:nvPr/>
          </p:nvSpPr>
          <p:spPr>
            <a:xfrm>
              <a:off x="2159611" y="1988332"/>
              <a:ext cx="204" cy="299"/>
            </a:xfrm>
            <a:custGeom>
              <a:rect b="b" l="l" r="r" t="t"/>
              <a:pathLst>
                <a:path extrusionOk="0" h="22" w="15">
                  <a:moveTo>
                    <a:pt x="1" y="21"/>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4" name="Google Shape;4014;p95"/>
            <p:cNvSpPr/>
            <p:nvPr/>
          </p:nvSpPr>
          <p:spPr>
            <a:xfrm>
              <a:off x="2161132" y="1986757"/>
              <a:ext cx="258" cy="258"/>
            </a:xfrm>
            <a:custGeom>
              <a:rect b="b" l="l" r="r" t="t"/>
              <a:pathLst>
                <a:path extrusionOk="0" h="19" w="19">
                  <a:moveTo>
                    <a:pt x="1" y="18"/>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5" name="Google Shape;4015;p95"/>
            <p:cNvSpPr/>
            <p:nvPr/>
          </p:nvSpPr>
          <p:spPr>
            <a:xfrm>
              <a:off x="2160086" y="1987803"/>
              <a:ext cx="258" cy="258"/>
            </a:xfrm>
            <a:custGeom>
              <a:rect b="b" l="l" r="r" t="t"/>
              <a:pathLst>
                <a:path extrusionOk="0" h="19" w="19">
                  <a:moveTo>
                    <a:pt x="1" y="18"/>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6" name="Google Shape;4016;p95"/>
            <p:cNvSpPr/>
            <p:nvPr/>
          </p:nvSpPr>
          <p:spPr>
            <a:xfrm>
              <a:off x="2165884" y="2023837"/>
              <a:ext cx="258" cy="204"/>
            </a:xfrm>
            <a:custGeom>
              <a:rect b="b" l="l" r="r" t="t"/>
              <a:pathLst>
                <a:path extrusionOk="0" h="15" w="19">
                  <a:moveTo>
                    <a:pt x="18" y="14"/>
                  </a:moveTo>
                  <a:cubicBezTo>
                    <a:pt x="11" y="11"/>
                    <a:pt x="4" y="4"/>
                    <a:pt x="1" y="0"/>
                  </a:cubicBezTo>
                  <a:cubicBezTo>
                    <a:pt x="4" y="4"/>
                    <a:pt x="11" y="11"/>
                    <a:pt x="18"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7" name="Google Shape;4017;p95"/>
            <p:cNvSpPr/>
            <p:nvPr/>
          </p:nvSpPr>
          <p:spPr>
            <a:xfrm>
              <a:off x="2160616" y="1987287"/>
              <a:ext cx="244" cy="244"/>
            </a:xfrm>
            <a:custGeom>
              <a:rect b="b" l="l" r="r" t="t"/>
              <a:pathLst>
                <a:path extrusionOk="0" h="18" w="18">
                  <a:moveTo>
                    <a:pt x="0" y="18"/>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8" name="Google Shape;4018;p95"/>
            <p:cNvSpPr/>
            <p:nvPr/>
          </p:nvSpPr>
          <p:spPr>
            <a:xfrm>
              <a:off x="2165558" y="2023457"/>
              <a:ext cx="244" cy="299"/>
            </a:xfrm>
            <a:custGeom>
              <a:rect b="b" l="l" r="r" t="t"/>
              <a:pathLst>
                <a:path extrusionOk="0" h="22" w="18">
                  <a:moveTo>
                    <a:pt x="18" y="21"/>
                  </a:moveTo>
                  <a:cubicBezTo>
                    <a:pt x="11" y="14"/>
                    <a:pt x="4" y="7"/>
                    <a:pt x="0" y="0"/>
                  </a:cubicBezTo>
                  <a:cubicBezTo>
                    <a:pt x="4" y="7"/>
                    <a:pt x="11" y="14"/>
                    <a:pt x="18"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9" name="Google Shape;4019;p95"/>
            <p:cNvSpPr/>
            <p:nvPr/>
          </p:nvSpPr>
          <p:spPr>
            <a:xfrm>
              <a:off x="2157289" y="1953832"/>
              <a:ext cx="54" cy="855"/>
            </a:xfrm>
            <a:custGeom>
              <a:rect b="b" l="l" r="r" t="t"/>
              <a:pathLst>
                <a:path extrusionOk="0" h="63" w="4">
                  <a:moveTo>
                    <a:pt x="4" y="1"/>
                  </a:moveTo>
                  <a:cubicBezTo>
                    <a:pt x="4" y="18"/>
                    <a:pt x="4" y="42"/>
                    <a:pt x="0" y="63"/>
                  </a:cubicBezTo>
                  <a:cubicBezTo>
                    <a:pt x="4" y="42"/>
                    <a:pt x="4" y="21"/>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0" name="Google Shape;4020;p95"/>
            <p:cNvSpPr/>
            <p:nvPr/>
          </p:nvSpPr>
          <p:spPr>
            <a:xfrm>
              <a:off x="2157140" y="1954728"/>
              <a:ext cx="163" cy="869"/>
            </a:xfrm>
            <a:custGeom>
              <a:rect b="b" l="l" r="r" t="t"/>
              <a:pathLst>
                <a:path extrusionOk="0" h="64" w="12">
                  <a:moveTo>
                    <a:pt x="1" y="63"/>
                  </a:moveTo>
                  <a:cubicBezTo>
                    <a:pt x="4" y="42"/>
                    <a:pt x="8" y="21"/>
                    <a:pt x="11" y="0"/>
                  </a:cubicBezTo>
                  <a:cubicBezTo>
                    <a:pt x="8" y="21"/>
                    <a:pt x="4" y="42"/>
                    <a:pt x="1" y="6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1" name="Google Shape;4021;p95"/>
            <p:cNvSpPr/>
            <p:nvPr/>
          </p:nvSpPr>
          <p:spPr>
            <a:xfrm>
              <a:off x="2157004" y="1951971"/>
              <a:ext cx="149" cy="339"/>
            </a:xfrm>
            <a:custGeom>
              <a:rect b="b" l="l" r="r" t="t"/>
              <a:pathLst>
                <a:path extrusionOk="0" h="25" w="11">
                  <a:moveTo>
                    <a:pt x="11" y="25"/>
                  </a:moveTo>
                  <a:cubicBezTo>
                    <a:pt x="7" y="14"/>
                    <a:pt x="4" y="7"/>
                    <a:pt x="0" y="0"/>
                  </a:cubicBezTo>
                  <a:cubicBezTo>
                    <a:pt x="4" y="7"/>
                    <a:pt x="7" y="14"/>
                    <a:pt x="11"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2" name="Google Shape;4022;p95"/>
            <p:cNvSpPr/>
            <p:nvPr/>
          </p:nvSpPr>
          <p:spPr>
            <a:xfrm>
              <a:off x="2115213" y="2000688"/>
              <a:ext cx="14" cy="109"/>
            </a:xfrm>
            <a:custGeom>
              <a:rect b="b" l="l" r="r" t="t"/>
              <a:pathLst>
                <a:path extrusionOk="0" h="8" w="1">
                  <a:moveTo>
                    <a:pt x="1"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3" name="Google Shape;4023;p95"/>
            <p:cNvSpPr/>
            <p:nvPr/>
          </p:nvSpPr>
          <p:spPr>
            <a:xfrm>
              <a:off x="2124011" y="1992826"/>
              <a:ext cx="923" cy="27"/>
            </a:xfrm>
            <a:custGeom>
              <a:rect b="b" l="l" r="r" t="t"/>
              <a:pathLst>
                <a:path extrusionOk="0" h="2" w="68">
                  <a:moveTo>
                    <a:pt x="23" y="0"/>
                  </a:moveTo>
                  <a:cubicBezTo>
                    <a:pt x="15" y="0"/>
                    <a:pt x="8" y="1"/>
                    <a:pt x="1" y="2"/>
                  </a:cubicBezTo>
                  <a:lnTo>
                    <a:pt x="67" y="2"/>
                  </a:lnTo>
                  <a:cubicBezTo>
                    <a:pt x="53" y="2"/>
                    <a:pt x="38" y="0"/>
                    <a:pt x="2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4" name="Google Shape;4024;p95"/>
            <p:cNvSpPr/>
            <p:nvPr/>
          </p:nvSpPr>
          <p:spPr>
            <a:xfrm>
              <a:off x="2153528" y="1947885"/>
              <a:ext cx="14" cy="244"/>
            </a:xfrm>
            <a:custGeom>
              <a:rect b="b" l="l" r="r" t="t"/>
              <a:pathLst>
                <a:path extrusionOk="0" h="18" w="1">
                  <a:moveTo>
                    <a:pt x="1" y="18"/>
                  </a:moveTo>
                  <a:lnTo>
                    <a:pt x="1" y="0"/>
                  </a:lnTo>
                  <a:cubicBezTo>
                    <a:pt x="1" y="7"/>
                    <a:pt x="1" y="14"/>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5" name="Google Shape;4025;p95"/>
            <p:cNvSpPr/>
            <p:nvPr/>
          </p:nvSpPr>
          <p:spPr>
            <a:xfrm>
              <a:off x="2153528" y="1947409"/>
              <a:ext cx="68" cy="339"/>
            </a:xfrm>
            <a:custGeom>
              <a:rect b="b" l="l" r="r" t="t"/>
              <a:pathLst>
                <a:path extrusionOk="0" h="25" w="5">
                  <a:moveTo>
                    <a:pt x="1" y="0"/>
                  </a:moveTo>
                  <a:lnTo>
                    <a:pt x="1" y="25"/>
                  </a:lnTo>
                  <a:cubicBezTo>
                    <a:pt x="1" y="18"/>
                    <a:pt x="4"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95"/>
            <p:cNvSpPr/>
            <p:nvPr/>
          </p:nvSpPr>
          <p:spPr>
            <a:xfrm>
              <a:off x="2153487" y="1948306"/>
              <a:ext cx="14" cy="258"/>
            </a:xfrm>
            <a:custGeom>
              <a:rect b="b" l="l" r="r" t="t"/>
              <a:pathLst>
                <a:path extrusionOk="0" h="19" w="1">
                  <a:moveTo>
                    <a:pt x="0" y="18"/>
                  </a:moveTo>
                  <a:lnTo>
                    <a:pt x="0" y="1"/>
                  </a:lnTo>
                  <a:cubicBezTo>
                    <a:pt x="0" y="4"/>
                    <a:pt x="0" y="11"/>
                    <a:pt x="0"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7" name="Google Shape;4027;p95"/>
            <p:cNvSpPr/>
            <p:nvPr/>
          </p:nvSpPr>
          <p:spPr>
            <a:xfrm>
              <a:off x="2153678" y="1946255"/>
              <a:ext cx="54" cy="394"/>
            </a:xfrm>
            <a:custGeom>
              <a:rect b="b" l="l" r="r" t="t"/>
              <a:pathLst>
                <a:path extrusionOk="0" h="29" w="4">
                  <a:moveTo>
                    <a:pt x="0" y="29"/>
                  </a:moveTo>
                  <a:cubicBezTo>
                    <a:pt x="0" y="18"/>
                    <a:pt x="0" y="11"/>
                    <a:pt x="4" y="1"/>
                  </a:cubicBezTo>
                  <a:cubicBezTo>
                    <a:pt x="0" y="11"/>
                    <a:pt x="0" y="18"/>
                    <a:pt x="0"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8" name="Google Shape;4028;p95"/>
            <p:cNvSpPr/>
            <p:nvPr/>
          </p:nvSpPr>
          <p:spPr>
            <a:xfrm>
              <a:off x="2153583" y="1946785"/>
              <a:ext cx="54" cy="489"/>
            </a:xfrm>
            <a:custGeom>
              <a:rect b="b" l="l" r="r" t="t"/>
              <a:pathLst>
                <a:path extrusionOk="0" h="36" w="4">
                  <a:moveTo>
                    <a:pt x="4" y="0"/>
                  </a:moveTo>
                  <a:cubicBezTo>
                    <a:pt x="0" y="11"/>
                    <a:pt x="0" y="25"/>
                    <a:pt x="0" y="35"/>
                  </a:cubicBezTo>
                  <a:cubicBezTo>
                    <a:pt x="0" y="25"/>
                    <a:pt x="4" y="14"/>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95"/>
            <p:cNvSpPr/>
            <p:nvPr/>
          </p:nvSpPr>
          <p:spPr>
            <a:xfrm>
              <a:off x="2153718" y="1945875"/>
              <a:ext cx="68" cy="204"/>
            </a:xfrm>
            <a:custGeom>
              <a:rect b="b" l="l" r="r" t="t"/>
              <a:pathLst>
                <a:path extrusionOk="0" h="15" w="5">
                  <a:moveTo>
                    <a:pt x="4"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95"/>
            <p:cNvSpPr/>
            <p:nvPr/>
          </p:nvSpPr>
          <p:spPr>
            <a:xfrm>
              <a:off x="2155959" y="1951116"/>
              <a:ext cx="394" cy="204"/>
            </a:xfrm>
            <a:custGeom>
              <a:rect b="b" l="l" r="r" t="t"/>
              <a:pathLst>
                <a:path extrusionOk="0" h="15" w="29">
                  <a:moveTo>
                    <a:pt x="28" y="14"/>
                  </a:moveTo>
                  <a:cubicBezTo>
                    <a:pt x="21" y="11"/>
                    <a:pt x="11" y="4"/>
                    <a:pt x="0" y="0"/>
                  </a:cubicBezTo>
                  <a:cubicBezTo>
                    <a:pt x="11" y="4"/>
                    <a:pt x="21" y="11"/>
                    <a:pt x="28"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95"/>
            <p:cNvSpPr/>
            <p:nvPr/>
          </p:nvSpPr>
          <p:spPr>
            <a:xfrm>
              <a:off x="2156760" y="1951591"/>
              <a:ext cx="204" cy="339"/>
            </a:xfrm>
            <a:custGeom>
              <a:rect b="b" l="l" r="r" t="t"/>
              <a:pathLst>
                <a:path extrusionOk="0" h="25" w="15">
                  <a:moveTo>
                    <a:pt x="1" y="0"/>
                  </a:moveTo>
                  <a:cubicBezTo>
                    <a:pt x="4" y="7"/>
                    <a:pt x="11" y="14"/>
                    <a:pt x="15" y="25"/>
                  </a:cubicBezTo>
                  <a:cubicBezTo>
                    <a:pt x="11" y="14"/>
                    <a:pt x="4"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95"/>
            <p:cNvSpPr/>
            <p:nvPr/>
          </p:nvSpPr>
          <p:spPr>
            <a:xfrm>
              <a:off x="2115172" y="2000918"/>
              <a:ext cx="14" cy="109"/>
            </a:xfrm>
            <a:custGeom>
              <a:rect b="b" l="l" r="r" t="t"/>
              <a:pathLst>
                <a:path extrusionOk="0" h="8" w="1">
                  <a:moveTo>
                    <a:pt x="0"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3" name="Google Shape;4033;p95"/>
            <p:cNvSpPr/>
            <p:nvPr/>
          </p:nvSpPr>
          <p:spPr>
            <a:xfrm>
              <a:off x="2153487" y="1948645"/>
              <a:ext cx="14" cy="299"/>
            </a:xfrm>
            <a:custGeom>
              <a:rect b="b" l="l" r="r" t="t"/>
              <a:pathLst>
                <a:path extrusionOk="0" h="22" w="1">
                  <a:moveTo>
                    <a:pt x="0" y="2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95"/>
            <p:cNvSpPr/>
            <p:nvPr/>
          </p:nvSpPr>
          <p:spPr>
            <a:xfrm>
              <a:off x="2156434" y="1951347"/>
              <a:ext cx="299" cy="258"/>
            </a:xfrm>
            <a:custGeom>
              <a:rect b="b" l="l" r="r" t="t"/>
              <a:pathLst>
                <a:path extrusionOk="0" h="19" w="22">
                  <a:moveTo>
                    <a:pt x="21" y="18"/>
                  </a:moveTo>
                  <a:cubicBezTo>
                    <a:pt x="14" y="11"/>
                    <a:pt x="7" y="8"/>
                    <a:pt x="0" y="1"/>
                  </a:cubicBezTo>
                  <a:cubicBezTo>
                    <a:pt x="7" y="8"/>
                    <a:pt x="14" y="11"/>
                    <a:pt x="2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5" name="Google Shape;4035;p95"/>
            <p:cNvSpPr/>
            <p:nvPr/>
          </p:nvSpPr>
          <p:spPr>
            <a:xfrm>
              <a:off x="2113597" y="2006825"/>
              <a:ext cx="109" cy="204"/>
            </a:xfrm>
            <a:custGeom>
              <a:rect b="b" l="l" r="r" t="t"/>
              <a:pathLst>
                <a:path extrusionOk="0" h="15" w="8">
                  <a:moveTo>
                    <a:pt x="1" y="14"/>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6" name="Google Shape;4036;p95"/>
            <p:cNvSpPr/>
            <p:nvPr/>
          </p:nvSpPr>
          <p:spPr>
            <a:xfrm>
              <a:off x="2114506" y="2003824"/>
              <a:ext cx="54" cy="244"/>
            </a:xfrm>
            <a:custGeom>
              <a:rect b="b" l="l" r="r" t="t"/>
              <a:pathLst>
                <a:path extrusionOk="0" h="18" w="4">
                  <a:moveTo>
                    <a:pt x="0" y="1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7" name="Google Shape;4037;p95"/>
            <p:cNvSpPr/>
            <p:nvPr/>
          </p:nvSpPr>
          <p:spPr>
            <a:xfrm>
              <a:off x="2115117" y="2001204"/>
              <a:ext cx="14" cy="163"/>
            </a:xfrm>
            <a:custGeom>
              <a:rect b="b" l="l" r="r" t="t"/>
              <a:pathLst>
                <a:path extrusionOk="0" h="12" w="1">
                  <a:moveTo>
                    <a:pt x="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8" name="Google Shape;4038;p95"/>
            <p:cNvSpPr/>
            <p:nvPr/>
          </p:nvSpPr>
          <p:spPr>
            <a:xfrm>
              <a:off x="2113977" y="2005535"/>
              <a:ext cx="109" cy="258"/>
            </a:xfrm>
            <a:custGeom>
              <a:rect b="b" l="l" r="r" t="t"/>
              <a:pathLst>
                <a:path extrusionOk="0" h="19" w="8">
                  <a:moveTo>
                    <a:pt x="1" y="18"/>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9" name="Google Shape;4039;p95"/>
            <p:cNvSpPr/>
            <p:nvPr/>
          </p:nvSpPr>
          <p:spPr>
            <a:xfrm>
              <a:off x="2114602" y="2003254"/>
              <a:ext cx="109" cy="244"/>
            </a:xfrm>
            <a:custGeom>
              <a:rect b="b" l="l" r="r" t="t"/>
              <a:pathLst>
                <a:path extrusionOk="0" h="18" w="8">
                  <a:moveTo>
                    <a:pt x="0" y="18"/>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0" name="Google Shape;4040;p95"/>
            <p:cNvSpPr/>
            <p:nvPr/>
          </p:nvSpPr>
          <p:spPr>
            <a:xfrm>
              <a:off x="2114221" y="2004924"/>
              <a:ext cx="54" cy="299"/>
            </a:xfrm>
            <a:custGeom>
              <a:rect b="b" l="l" r="r" t="t"/>
              <a:pathLst>
                <a:path extrusionOk="0" h="22" w="4">
                  <a:moveTo>
                    <a:pt x="0" y="21"/>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1" name="Google Shape;4041;p95"/>
            <p:cNvSpPr/>
            <p:nvPr/>
          </p:nvSpPr>
          <p:spPr>
            <a:xfrm>
              <a:off x="2113787" y="2006159"/>
              <a:ext cx="109" cy="244"/>
            </a:xfrm>
            <a:custGeom>
              <a:rect b="b" l="l" r="r" t="t"/>
              <a:pathLst>
                <a:path extrusionOk="0" h="18" w="8">
                  <a:moveTo>
                    <a:pt x="1" y="18"/>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2" name="Google Shape;4042;p95"/>
            <p:cNvSpPr/>
            <p:nvPr/>
          </p:nvSpPr>
          <p:spPr>
            <a:xfrm>
              <a:off x="2114316" y="2004353"/>
              <a:ext cx="109" cy="244"/>
            </a:xfrm>
            <a:custGeom>
              <a:rect b="b" l="l" r="r" t="t"/>
              <a:pathLst>
                <a:path extrusionOk="0" h="18" w="8">
                  <a:moveTo>
                    <a:pt x="0" y="18"/>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95"/>
            <p:cNvSpPr/>
            <p:nvPr/>
          </p:nvSpPr>
          <p:spPr>
            <a:xfrm>
              <a:off x="2114982" y="2001923"/>
              <a:ext cx="14" cy="204"/>
            </a:xfrm>
            <a:custGeom>
              <a:rect b="b" l="l" r="r" t="t"/>
              <a:pathLst>
                <a:path extrusionOk="0" h="15" w="1">
                  <a:moveTo>
                    <a:pt x="0"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4" name="Google Shape;4044;p95"/>
            <p:cNvSpPr/>
            <p:nvPr/>
          </p:nvSpPr>
          <p:spPr>
            <a:xfrm>
              <a:off x="2114737" y="2002779"/>
              <a:ext cx="68" cy="244"/>
            </a:xfrm>
            <a:custGeom>
              <a:rect b="b" l="l" r="r" t="t"/>
              <a:pathLst>
                <a:path extrusionOk="0" h="18" w="5">
                  <a:moveTo>
                    <a:pt x="1" y="18"/>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5" name="Google Shape;4045;p95"/>
            <p:cNvSpPr/>
            <p:nvPr/>
          </p:nvSpPr>
          <p:spPr>
            <a:xfrm>
              <a:off x="2114832" y="2002344"/>
              <a:ext cx="68" cy="204"/>
            </a:xfrm>
            <a:custGeom>
              <a:rect b="b" l="l" r="r" t="t"/>
              <a:pathLst>
                <a:path extrusionOk="0" h="15" w="5">
                  <a:moveTo>
                    <a:pt x="1" y="15"/>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95"/>
            <p:cNvSpPr/>
            <p:nvPr/>
          </p:nvSpPr>
          <p:spPr>
            <a:xfrm>
              <a:off x="2113366" y="2007490"/>
              <a:ext cx="54" cy="204"/>
            </a:xfrm>
            <a:custGeom>
              <a:rect b="b" l="l" r="r" t="t"/>
              <a:pathLst>
                <a:path extrusionOk="0" h="15" w="4">
                  <a:moveTo>
                    <a:pt x="0" y="14"/>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7" name="Google Shape;4047;p95"/>
            <p:cNvSpPr/>
            <p:nvPr/>
          </p:nvSpPr>
          <p:spPr>
            <a:xfrm>
              <a:off x="2115022" y="2001543"/>
              <a:ext cx="68" cy="204"/>
            </a:xfrm>
            <a:custGeom>
              <a:rect b="b" l="l" r="r" t="t"/>
              <a:pathLst>
                <a:path extrusionOk="0" h="15" w="5">
                  <a:moveTo>
                    <a:pt x="1" y="14"/>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8" name="Google Shape;4048;p95"/>
            <p:cNvSpPr/>
            <p:nvPr/>
          </p:nvSpPr>
          <p:spPr>
            <a:xfrm>
              <a:off x="1985928" y="1964599"/>
              <a:ext cx="43217" cy="44466"/>
            </a:xfrm>
            <a:custGeom>
              <a:rect b="b" l="l" r="r" t="t"/>
              <a:pathLst>
                <a:path extrusionOk="0" h="3275" w="3183">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95"/>
            <p:cNvSpPr/>
            <p:nvPr/>
          </p:nvSpPr>
          <p:spPr>
            <a:xfrm>
              <a:off x="2025044" y="1961747"/>
              <a:ext cx="29585" cy="45417"/>
            </a:xfrm>
            <a:custGeom>
              <a:rect b="b" l="l" r="r" t="t"/>
              <a:pathLst>
                <a:path extrusionOk="0" h="3345" w="2179">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0" name="Google Shape;4050;p95"/>
            <p:cNvSpPr/>
            <p:nvPr/>
          </p:nvSpPr>
          <p:spPr>
            <a:xfrm>
              <a:off x="2053761" y="1996316"/>
              <a:ext cx="109" cy="244"/>
            </a:xfrm>
            <a:custGeom>
              <a:rect b="b" l="l" r="r" t="t"/>
              <a:pathLst>
                <a:path extrusionOk="0" h="18" w="8">
                  <a:moveTo>
                    <a:pt x="0" y="0"/>
                  </a:moveTo>
                  <a:lnTo>
                    <a:pt x="7"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1" name="Google Shape;4051;p95"/>
            <p:cNvSpPr/>
            <p:nvPr/>
          </p:nvSpPr>
          <p:spPr>
            <a:xfrm>
              <a:off x="2053516" y="1995786"/>
              <a:ext cx="109" cy="258"/>
            </a:xfrm>
            <a:custGeom>
              <a:rect b="b" l="l" r="r" t="t"/>
              <a:pathLst>
                <a:path extrusionOk="0" h="19" w="8">
                  <a:moveTo>
                    <a:pt x="1" y="1"/>
                  </a:moveTo>
                  <a:lnTo>
                    <a:pt x="8"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2" name="Google Shape;4052;p95"/>
            <p:cNvSpPr/>
            <p:nvPr/>
          </p:nvSpPr>
          <p:spPr>
            <a:xfrm>
              <a:off x="2052905" y="1993980"/>
              <a:ext cx="54" cy="204"/>
            </a:xfrm>
            <a:custGeom>
              <a:rect b="b" l="l" r="r" t="t"/>
              <a:pathLst>
                <a:path extrusionOk="0" h="15" w="4">
                  <a:moveTo>
                    <a:pt x="0" y="1"/>
                  </a:moveTo>
                  <a:lnTo>
                    <a:pt x="4"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3" name="Google Shape;4053;p95"/>
            <p:cNvSpPr/>
            <p:nvPr/>
          </p:nvSpPr>
          <p:spPr>
            <a:xfrm>
              <a:off x="2053326" y="1995175"/>
              <a:ext cx="68" cy="244"/>
            </a:xfrm>
            <a:custGeom>
              <a:rect b="b" l="l" r="r" t="t"/>
              <a:pathLst>
                <a:path extrusionOk="0" h="18" w="5">
                  <a:moveTo>
                    <a:pt x="1" y="0"/>
                  </a:moveTo>
                  <a:lnTo>
                    <a:pt x="4"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4" name="Google Shape;4054;p95"/>
            <p:cNvSpPr/>
            <p:nvPr/>
          </p:nvSpPr>
          <p:spPr>
            <a:xfrm>
              <a:off x="2053095" y="1994605"/>
              <a:ext cx="109" cy="244"/>
            </a:xfrm>
            <a:custGeom>
              <a:rect b="b" l="l" r="r" t="t"/>
              <a:pathLst>
                <a:path extrusionOk="0" h="18" w="8">
                  <a:moveTo>
                    <a:pt x="0" y="0"/>
                  </a:moveTo>
                  <a:lnTo>
                    <a:pt x="7"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5" name="Google Shape;4055;p95"/>
            <p:cNvSpPr/>
            <p:nvPr/>
          </p:nvSpPr>
          <p:spPr>
            <a:xfrm>
              <a:off x="2054277" y="1997497"/>
              <a:ext cx="109" cy="258"/>
            </a:xfrm>
            <a:custGeom>
              <a:rect b="b" l="l" r="r" t="t"/>
              <a:pathLst>
                <a:path extrusionOk="0" h="19" w="8">
                  <a:moveTo>
                    <a:pt x="1" y="1"/>
                  </a:moveTo>
                  <a:lnTo>
                    <a:pt x="8"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6" name="Google Shape;4056;p95"/>
            <p:cNvSpPr/>
            <p:nvPr/>
          </p:nvSpPr>
          <p:spPr>
            <a:xfrm>
              <a:off x="2053992" y="1996927"/>
              <a:ext cx="163" cy="299"/>
            </a:xfrm>
            <a:custGeom>
              <a:rect b="b" l="l" r="r" t="t"/>
              <a:pathLst>
                <a:path extrusionOk="0" h="22" w="12">
                  <a:moveTo>
                    <a:pt x="1" y="1"/>
                  </a:moveTo>
                  <a:lnTo>
                    <a:pt x="11"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7" name="Google Shape;4057;p95"/>
            <p:cNvSpPr/>
            <p:nvPr/>
          </p:nvSpPr>
          <p:spPr>
            <a:xfrm>
              <a:off x="2054467" y="1997931"/>
              <a:ext cx="109" cy="204"/>
            </a:xfrm>
            <a:custGeom>
              <a:rect b="b" l="l" r="r" t="t"/>
              <a:pathLst>
                <a:path extrusionOk="0" h="15" w="8">
                  <a:moveTo>
                    <a:pt x="1" y="0"/>
                  </a:moveTo>
                  <a:lnTo>
                    <a:pt x="8"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8" name="Google Shape;4058;p95"/>
            <p:cNvSpPr/>
            <p:nvPr/>
          </p:nvSpPr>
          <p:spPr>
            <a:xfrm>
              <a:off x="2048004" y="1965087"/>
              <a:ext cx="14" cy="54"/>
            </a:xfrm>
            <a:custGeom>
              <a:rect b="b" l="l" r="r" t="t"/>
              <a:pathLst>
                <a:path extrusionOk="0" h="4" w="1">
                  <a:moveTo>
                    <a:pt x="1"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9" name="Google Shape;4059;p95"/>
            <p:cNvSpPr/>
            <p:nvPr/>
          </p:nvSpPr>
          <p:spPr>
            <a:xfrm>
              <a:off x="2047909" y="1964897"/>
              <a:ext cx="14" cy="54"/>
            </a:xfrm>
            <a:custGeom>
              <a:rect b="b" l="l" r="r" t="t"/>
              <a:pathLst>
                <a:path extrusionOk="0" h="4" w="1">
                  <a:moveTo>
                    <a:pt x="1"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0" name="Google Shape;4060;p95"/>
            <p:cNvSpPr/>
            <p:nvPr/>
          </p:nvSpPr>
          <p:spPr>
            <a:xfrm>
              <a:off x="2048343" y="1965563"/>
              <a:ext cx="54" cy="54"/>
            </a:xfrm>
            <a:custGeom>
              <a:rect b="b" l="l" r="r" t="t"/>
              <a:pathLst>
                <a:path extrusionOk="0" h="4" w="4">
                  <a:moveTo>
                    <a:pt x="4"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1" name="Google Shape;4061;p95"/>
            <p:cNvSpPr/>
            <p:nvPr/>
          </p:nvSpPr>
          <p:spPr>
            <a:xfrm>
              <a:off x="2049620" y="1975691"/>
              <a:ext cx="679" cy="4521"/>
            </a:xfrm>
            <a:custGeom>
              <a:rect b="b" l="l" r="r" t="t"/>
              <a:pathLst>
                <a:path extrusionOk="0" h="333" w="50">
                  <a:moveTo>
                    <a:pt x="50" y="333"/>
                  </a:moveTo>
                  <a:lnTo>
                    <a:pt x="50" y="333"/>
                  </a:lnTo>
                  <a:cubicBezTo>
                    <a:pt x="15" y="224"/>
                    <a:pt x="1" y="112"/>
                    <a:pt x="4" y="0"/>
                  </a:cubicBezTo>
                  <a:cubicBezTo>
                    <a:pt x="1" y="112"/>
                    <a:pt x="15" y="224"/>
                    <a:pt x="50" y="33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2" name="Google Shape;4062;p95"/>
            <p:cNvSpPr/>
            <p:nvPr/>
          </p:nvSpPr>
          <p:spPr>
            <a:xfrm>
              <a:off x="2052376" y="1991849"/>
              <a:ext cx="68" cy="244"/>
            </a:xfrm>
            <a:custGeom>
              <a:rect b="b" l="l" r="r" t="t"/>
              <a:pathLst>
                <a:path extrusionOk="0" h="18" w="5">
                  <a:moveTo>
                    <a:pt x="1" y="0"/>
                  </a:moveTo>
                  <a:lnTo>
                    <a:pt x="4"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3" name="Google Shape;4063;p95"/>
            <p:cNvSpPr/>
            <p:nvPr/>
          </p:nvSpPr>
          <p:spPr>
            <a:xfrm>
              <a:off x="2047393" y="1963472"/>
              <a:ext cx="14" cy="109"/>
            </a:xfrm>
            <a:custGeom>
              <a:rect b="b" l="l" r="r" t="t"/>
              <a:pathLst>
                <a:path extrusionOk="0" h="8" w="1">
                  <a:moveTo>
                    <a:pt x="0"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95"/>
            <p:cNvSpPr/>
            <p:nvPr/>
          </p:nvSpPr>
          <p:spPr>
            <a:xfrm>
              <a:off x="2047773" y="1964612"/>
              <a:ext cx="54" cy="109"/>
            </a:xfrm>
            <a:custGeom>
              <a:rect b="b" l="l" r="r" t="t"/>
              <a:pathLst>
                <a:path extrusionOk="0" h="8" w="4">
                  <a:moveTo>
                    <a:pt x="0" y="0"/>
                  </a:moveTo>
                  <a:lnTo>
                    <a:pt x="4"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5" name="Google Shape;4065;p95"/>
            <p:cNvSpPr/>
            <p:nvPr/>
          </p:nvSpPr>
          <p:spPr>
            <a:xfrm>
              <a:off x="2047529" y="1963947"/>
              <a:ext cx="14" cy="109"/>
            </a:xfrm>
            <a:custGeom>
              <a:rect b="b" l="l" r="r" t="t"/>
              <a:pathLst>
                <a:path extrusionOk="0" h="8" w="1">
                  <a:moveTo>
                    <a:pt x="1"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6" name="Google Shape;4066;p95"/>
            <p:cNvSpPr/>
            <p:nvPr/>
          </p:nvSpPr>
          <p:spPr>
            <a:xfrm>
              <a:off x="2047678" y="1964273"/>
              <a:ext cx="14" cy="109"/>
            </a:xfrm>
            <a:custGeom>
              <a:rect b="b" l="l" r="r" t="t"/>
              <a:pathLst>
                <a:path extrusionOk="0" h="8" w="1">
                  <a:moveTo>
                    <a:pt x="0"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7" name="Google Shape;4067;p95"/>
            <p:cNvSpPr/>
            <p:nvPr/>
          </p:nvSpPr>
          <p:spPr>
            <a:xfrm>
              <a:off x="2052281" y="1991224"/>
              <a:ext cx="68" cy="258"/>
            </a:xfrm>
            <a:custGeom>
              <a:rect b="b" l="l" r="r" t="t"/>
              <a:pathLst>
                <a:path extrusionOk="0" h="19" w="5">
                  <a:moveTo>
                    <a:pt x="1" y="1"/>
                  </a:moveTo>
                  <a:cubicBezTo>
                    <a:pt x="1" y="8"/>
                    <a:pt x="1" y="15"/>
                    <a:pt x="4" y="18"/>
                  </a:cubicBezTo>
                  <a:cubicBezTo>
                    <a:pt x="1" y="15"/>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8" name="Google Shape;4068;p95"/>
            <p:cNvSpPr/>
            <p:nvPr/>
          </p:nvSpPr>
          <p:spPr>
            <a:xfrm>
              <a:off x="2048153" y="1965318"/>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9" name="Google Shape;4069;p95"/>
            <p:cNvSpPr/>
            <p:nvPr/>
          </p:nvSpPr>
          <p:spPr>
            <a:xfrm>
              <a:off x="2048438" y="1965658"/>
              <a:ext cx="54" cy="54"/>
            </a:xfrm>
            <a:custGeom>
              <a:rect b="b" l="l" r="r" t="t"/>
              <a:pathLst>
                <a:path extrusionOk="0" h="4" w="4">
                  <a:moveTo>
                    <a:pt x="0" y="0"/>
                  </a:move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95"/>
            <p:cNvSpPr/>
            <p:nvPr/>
          </p:nvSpPr>
          <p:spPr>
            <a:xfrm>
              <a:off x="2047298" y="1962942"/>
              <a:ext cx="14" cy="163"/>
            </a:xfrm>
            <a:custGeom>
              <a:rect b="b" l="l" r="r" t="t"/>
              <a:pathLst>
                <a:path extrusionOk="0" h="12" w="1">
                  <a:moveTo>
                    <a:pt x="0"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1" name="Google Shape;4071;p95"/>
            <p:cNvSpPr/>
            <p:nvPr/>
          </p:nvSpPr>
          <p:spPr>
            <a:xfrm>
              <a:off x="2052661" y="1993179"/>
              <a:ext cx="68" cy="204"/>
            </a:xfrm>
            <a:custGeom>
              <a:rect b="b" l="l" r="r" t="t"/>
              <a:pathLst>
                <a:path extrusionOk="0" h="15" w="5">
                  <a:moveTo>
                    <a:pt x="1" y="0"/>
                  </a:moveTo>
                  <a:lnTo>
                    <a:pt x="4"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2" name="Google Shape;4072;p95"/>
            <p:cNvSpPr/>
            <p:nvPr/>
          </p:nvSpPr>
          <p:spPr>
            <a:xfrm>
              <a:off x="2048574" y="1965753"/>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3" name="Google Shape;4073;p95"/>
            <p:cNvSpPr/>
            <p:nvPr/>
          </p:nvSpPr>
          <p:spPr>
            <a:xfrm>
              <a:off x="2052525" y="1992514"/>
              <a:ext cx="54" cy="204"/>
            </a:xfrm>
            <a:custGeom>
              <a:rect b="b" l="l" r="r" t="t"/>
              <a:pathLst>
                <a:path extrusionOk="0" h="15" w="4">
                  <a:moveTo>
                    <a:pt x="0" y="0"/>
                  </a:moveTo>
                  <a:lnTo>
                    <a:pt x="4"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4" name="Google Shape;4074;p95"/>
            <p:cNvSpPr/>
            <p:nvPr/>
          </p:nvSpPr>
          <p:spPr>
            <a:xfrm>
              <a:off x="2047149" y="1962426"/>
              <a:ext cx="68" cy="204"/>
            </a:xfrm>
            <a:custGeom>
              <a:rect b="b" l="l" r="r" t="t"/>
              <a:pathLst>
                <a:path extrusionOk="0" h="15" w="5">
                  <a:moveTo>
                    <a:pt x="1" y="0"/>
                  </a:moveTo>
                  <a:lnTo>
                    <a:pt x="4"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5" name="Google Shape;4075;p95"/>
            <p:cNvSpPr/>
            <p:nvPr/>
          </p:nvSpPr>
          <p:spPr>
            <a:xfrm>
              <a:off x="2052186" y="1990654"/>
              <a:ext cx="68" cy="204"/>
            </a:xfrm>
            <a:custGeom>
              <a:rect b="b" l="l" r="r" t="t"/>
              <a:pathLst>
                <a:path extrusionOk="0" h="15" w="5">
                  <a:moveTo>
                    <a:pt x="1" y="1"/>
                  </a:moveTo>
                  <a:lnTo>
                    <a:pt x="1" y="15"/>
                  </a:lnTo>
                  <a:cubicBezTo>
                    <a:pt x="4" y="8"/>
                    <a:pt x="1"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6" name="Google Shape;4076;p95"/>
            <p:cNvSpPr/>
            <p:nvPr/>
          </p:nvSpPr>
          <p:spPr>
            <a:xfrm>
              <a:off x="2048248" y="1965468"/>
              <a:ext cx="54" cy="54"/>
            </a:xfrm>
            <a:custGeom>
              <a:rect b="b" l="l" r="r" t="t"/>
              <a:pathLst>
                <a:path extrusionOk="0" h="4" w="4">
                  <a:moveTo>
                    <a:pt x="0" y="0"/>
                  </a:move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7" name="Google Shape;4077;p95"/>
            <p:cNvSpPr/>
            <p:nvPr/>
          </p:nvSpPr>
          <p:spPr>
            <a:xfrm>
              <a:off x="2030082" y="1976927"/>
              <a:ext cx="68" cy="339"/>
            </a:xfrm>
            <a:custGeom>
              <a:rect b="b" l="l" r="r" t="t"/>
              <a:pathLst>
                <a:path extrusionOk="0" h="25" w="5">
                  <a:moveTo>
                    <a:pt x="4" y="25"/>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8" name="Google Shape;4078;p95"/>
            <p:cNvSpPr/>
            <p:nvPr/>
          </p:nvSpPr>
          <p:spPr>
            <a:xfrm>
              <a:off x="2028520" y="2004014"/>
              <a:ext cx="14" cy="204"/>
            </a:xfrm>
            <a:custGeom>
              <a:rect b="b" l="l" r="r" t="t"/>
              <a:pathLst>
                <a:path extrusionOk="0" h="15" w="1">
                  <a:moveTo>
                    <a:pt x="0" y="15"/>
                  </a:moveTo>
                  <a:lnTo>
                    <a:pt x="0" y="1"/>
                  </a:lnTo>
                  <a:cubicBezTo>
                    <a:pt x="0" y="8"/>
                    <a:pt x="0" y="11"/>
                    <a:pt x="0"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9" name="Google Shape;4079;p95"/>
            <p:cNvSpPr/>
            <p:nvPr/>
          </p:nvSpPr>
          <p:spPr>
            <a:xfrm>
              <a:off x="2029756" y="1975203"/>
              <a:ext cx="109" cy="394"/>
            </a:xfrm>
            <a:custGeom>
              <a:rect b="b" l="l" r="r" t="t"/>
              <a:pathLst>
                <a:path extrusionOk="0" h="29" w="8">
                  <a:moveTo>
                    <a:pt x="7" y="29"/>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0" name="Google Shape;4080;p95"/>
            <p:cNvSpPr/>
            <p:nvPr/>
          </p:nvSpPr>
          <p:spPr>
            <a:xfrm>
              <a:off x="2028520" y="2002969"/>
              <a:ext cx="14" cy="204"/>
            </a:xfrm>
            <a:custGeom>
              <a:rect b="b" l="l" r="r" t="t"/>
              <a:pathLst>
                <a:path extrusionOk="0" h="15" w="1">
                  <a:moveTo>
                    <a:pt x="0" y="14"/>
                  </a:moveTo>
                  <a:lnTo>
                    <a:pt x="0" y="0"/>
                  </a:lnTo>
                  <a:cubicBezTo>
                    <a:pt x="0" y="4"/>
                    <a:pt x="0" y="11"/>
                    <a:pt x="0"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1" name="Google Shape;4081;p95"/>
            <p:cNvSpPr/>
            <p:nvPr/>
          </p:nvSpPr>
          <p:spPr>
            <a:xfrm>
              <a:off x="2028561" y="2003444"/>
              <a:ext cx="14" cy="204"/>
            </a:xfrm>
            <a:custGeom>
              <a:rect b="b" l="l" r="r" t="t"/>
              <a:pathLst>
                <a:path extrusionOk="0" h="15" w="1">
                  <a:moveTo>
                    <a:pt x="1" y="0"/>
                  </a:move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2" name="Google Shape;4082;p95"/>
            <p:cNvSpPr/>
            <p:nvPr/>
          </p:nvSpPr>
          <p:spPr>
            <a:xfrm>
              <a:off x="2028262" y="2002195"/>
              <a:ext cx="81" cy="122"/>
            </a:xfrm>
            <a:custGeom>
              <a:rect b="b" l="l" r="r" t="t"/>
              <a:pathLst>
                <a:path extrusionOk="0" h="9" w="6">
                  <a:moveTo>
                    <a:pt x="1" y="1"/>
                  </a:moveTo>
                  <a:cubicBezTo>
                    <a:pt x="1" y="1"/>
                    <a:pt x="5" y="6"/>
                    <a:pt x="5" y="8"/>
                  </a:cubicBezTo>
                  <a:cubicBezTo>
                    <a:pt x="5" y="5"/>
                    <a:pt x="5" y="1"/>
                    <a:pt x="2" y="1"/>
                  </a:cubicBezTo>
                  <a:cubicBezTo>
                    <a:pt x="1" y="1"/>
                    <a:pt x="1"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3" name="Google Shape;4083;p95"/>
            <p:cNvSpPr/>
            <p:nvPr/>
          </p:nvSpPr>
          <p:spPr>
            <a:xfrm>
              <a:off x="2028425" y="2002534"/>
              <a:ext cx="54" cy="204"/>
            </a:xfrm>
            <a:custGeom>
              <a:rect b="b" l="l" r="r" t="t"/>
              <a:pathLst>
                <a:path extrusionOk="0" h="15" w="4">
                  <a:moveTo>
                    <a:pt x="0" y="1"/>
                  </a:moveTo>
                  <a:cubicBezTo>
                    <a:pt x="0" y="4"/>
                    <a:pt x="4" y="11"/>
                    <a:pt x="4" y="15"/>
                  </a:cubicBezTo>
                  <a:cubicBezTo>
                    <a:pt x="4" y="11"/>
                    <a:pt x="4"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95"/>
            <p:cNvSpPr/>
            <p:nvPr/>
          </p:nvSpPr>
          <p:spPr>
            <a:xfrm>
              <a:off x="2030231" y="1977728"/>
              <a:ext cx="54" cy="353"/>
            </a:xfrm>
            <a:custGeom>
              <a:rect b="b" l="l" r="r" t="t"/>
              <a:pathLst>
                <a:path extrusionOk="0" h="26" w="4">
                  <a:moveTo>
                    <a:pt x="4" y="2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5" name="Google Shape;4085;p95"/>
            <p:cNvSpPr/>
            <p:nvPr/>
          </p:nvSpPr>
          <p:spPr>
            <a:xfrm>
              <a:off x="2030747" y="1981530"/>
              <a:ext cx="14" cy="163"/>
            </a:xfrm>
            <a:custGeom>
              <a:rect b="b" l="l" r="r" t="t"/>
              <a:pathLst>
                <a:path extrusionOk="0" h="12" w="1">
                  <a:moveTo>
                    <a:pt x="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6" name="Google Shape;4086;p95"/>
            <p:cNvSpPr/>
            <p:nvPr/>
          </p:nvSpPr>
          <p:spPr>
            <a:xfrm>
              <a:off x="2030652" y="1980539"/>
              <a:ext cx="14" cy="244"/>
            </a:xfrm>
            <a:custGeom>
              <a:rect b="b" l="l" r="r" t="t"/>
              <a:pathLst>
                <a:path extrusionOk="0" h="18" w="1">
                  <a:moveTo>
                    <a:pt x="1" y="18"/>
                  </a:moveTo>
                  <a:lnTo>
                    <a:pt x="1" y="0"/>
                  </a:lnTo>
                  <a:cubicBezTo>
                    <a:pt x="1" y="7"/>
                    <a:pt x="1" y="14"/>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95"/>
            <p:cNvSpPr/>
            <p:nvPr/>
          </p:nvSpPr>
          <p:spPr>
            <a:xfrm>
              <a:off x="2030557" y="1979914"/>
              <a:ext cx="68" cy="299"/>
            </a:xfrm>
            <a:custGeom>
              <a:rect b="b" l="l" r="r" t="t"/>
              <a:pathLst>
                <a:path extrusionOk="0" h="22" w="5">
                  <a:moveTo>
                    <a:pt x="4" y="2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8" name="Google Shape;4088;p95"/>
            <p:cNvSpPr/>
            <p:nvPr/>
          </p:nvSpPr>
          <p:spPr>
            <a:xfrm>
              <a:off x="2029281" y="1973397"/>
              <a:ext cx="109" cy="394"/>
            </a:xfrm>
            <a:custGeom>
              <a:rect b="b" l="l" r="r" t="t"/>
              <a:pathLst>
                <a:path extrusionOk="0" h="29" w="8">
                  <a:moveTo>
                    <a:pt x="7" y="29"/>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9" name="Google Shape;4089;p95"/>
            <p:cNvSpPr/>
            <p:nvPr/>
          </p:nvSpPr>
          <p:spPr>
            <a:xfrm>
              <a:off x="2030367" y="1978488"/>
              <a:ext cx="68" cy="353"/>
            </a:xfrm>
            <a:custGeom>
              <a:rect b="b" l="l" r="r" t="t"/>
              <a:pathLst>
                <a:path extrusionOk="0" h="26" w="5">
                  <a:moveTo>
                    <a:pt x="4" y="2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0" name="Google Shape;4090;p95"/>
            <p:cNvSpPr/>
            <p:nvPr/>
          </p:nvSpPr>
          <p:spPr>
            <a:xfrm>
              <a:off x="2029511" y="1974306"/>
              <a:ext cx="109" cy="394"/>
            </a:xfrm>
            <a:custGeom>
              <a:rect b="b" l="l" r="r" t="t"/>
              <a:pathLst>
                <a:path extrusionOk="0" h="29" w="8">
                  <a:moveTo>
                    <a:pt x="8" y="2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1" name="Google Shape;4091;p95"/>
            <p:cNvSpPr/>
            <p:nvPr/>
          </p:nvSpPr>
          <p:spPr>
            <a:xfrm>
              <a:off x="2030706" y="1981109"/>
              <a:ext cx="14" cy="204"/>
            </a:xfrm>
            <a:custGeom>
              <a:rect b="b" l="l" r="r" t="t"/>
              <a:pathLst>
                <a:path extrusionOk="0" h="15" w="1">
                  <a:moveTo>
                    <a:pt x="0" y="14"/>
                  </a:moveTo>
                  <a:lnTo>
                    <a:pt x="0" y="0"/>
                  </a:lnTo>
                  <a:cubicBezTo>
                    <a:pt x="0" y="4"/>
                    <a:pt x="0" y="7"/>
                    <a:pt x="0"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2" name="Google Shape;4092;p95"/>
            <p:cNvSpPr/>
            <p:nvPr/>
          </p:nvSpPr>
          <p:spPr>
            <a:xfrm>
              <a:off x="2030462" y="1979249"/>
              <a:ext cx="68" cy="299"/>
            </a:xfrm>
            <a:custGeom>
              <a:rect b="b" l="l" r="r" t="t"/>
              <a:pathLst>
                <a:path extrusionOk="0" h="22" w="5">
                  <a:moveTo>
                    <a:pt x="4" y="2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3" name="Google Shape;4093;p95"/>
            <p:cNvSpPr/>
            <p:nvPr/>
          </p:nvSpPr>
          <p:spPr>
            <a:xfrm>
              <a:off x="2028425" y="2004666"/>
              <a:ext cx="54" cy="177"/>
            </a:xfrm>
            <a:custGeom>
              <a:rect b="b" l="l" r="r" t="t"/>
              <a:pathLst>
                <a:path extrusionOk="0" h="13" w="4">
                  <a:moveTo>
                    <a:pt x="1" y="1"/>
                  </a:moveTo>
                  <a:cubicBezTo>
                    <a:pt x="1" y="1"/>
                    <a:pt x="0" y="1"/>
                    <a:pt x="0" y="2"/>
                  </a:cubicBezTo>
                  <a:lnTo>
                    <a:pt x="0" y="12"/>
                  </a:lnTo>
                  <a:cubicBezTo>
                    <a:pt x="3" y="9"/>
                    <a:pt x="1"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4" name="Google Shape;4094;p95"/>
            <p:cNvSpPr/>
            <p:nvPr/>
          </p:nvSpPr>
          <p:spPr>
            <a:xfrm>
              <a:off x="2028995" y="1972541"/>
              <a:ext cx="109" cy="394"/>
            </a:xfrm>
            <a:custGeom>
              <a:rect b="b" l="l" r="r" t="t"/>
              <a:pathLst>
                <a:path extrusionOk="0" h="29" w="8">
                  <a:moveTo>
                    <a:pt x="7" y="29"/>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5" name="Google Shape;4095;p95"/>
            <p:cNvSpPr/>
            <p:nvPr/>
          </p:nvSpPr>
          <p:spPr>
            <a:xfrm>
              <a:off x="2029892" y="1976072"/>
              <a:ext cx="109" cy="339"/>
            </a:xfrm>
            <a:custGeom>
              <a:rect b="b" l="l" r="r" t="t"/>
              <a:pathLst>
                <a:path extrusionOk="0" h="25" w="8">
                  <a:moveTo>
                    <a:pt x="8" y="25"/>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6" name="Google Shape;4096;p95"/>
            <p:cNvSpPr/>
            <p:nvPr/>
          </p:nvSpPr>
          <p:spPr>
            <a:xfrm>
              <a:off x="2028425" y="1970885"/>
              <a:ext cx="54" cy="204"/>
            </a:xfrm>
            <a:custGeom>
              <a:rect b="b" l="l" r="r" t="t"/>
              <a:pathLst>
                <a:path extrusionOk="0" h="15" w="4">
                  <a:moveTo>
                    <a:pt x="4"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7" name="Google Shape;4097;p95"/>
            <p:cNvSpPr/>
            <p:nvPr/>
          </p:nvSpPr>
          <p:spPr>
            <a:xfrm>
              <a:off x="2025044" y="1994320"/>
              <a:ext cx="3055" cy="7563"/>
            </a:xfrm>
            <a:custGeom>
              <a:rect b="b" l="l" r="r" t="t"/>
              <a:pathLst>
                <a:path extrusionOk="0" h="557" w="225">
                  <a:moveTo>
                    <a:pt x="225" y="557"/>
                  </a:moveTo>
                  <a:cubicBezTo>
                    <a:pt x="151" y="459"/>
                    <a:pt x="1" y="67"/>
                    <a:pt x="8" y="0"/>
                  </a:cubicBezTo>
                  <a:cubicBezTo>
                    <a:pt x="1" y="67"/>
                    <a:pt x="151" y="459"/>
                    <a:pt x="225" y="55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95"/>
            <p:cNvSpPr/>
            <p:nvPr/>
          </p:nvSpPr>
          <p:spPr>
            <a:xfrm>
              <a:off x="2028710" y="1971686"/>
              <a:ext cx="109" cy="353"/>
            </a:xfrm>
            <a:custGeom>
              <a:rect b="b" l="l" r="r" t="t"/>
              <a:pathLst>
                <a:path extrusionOk="0" h="26" w="8">
                  <a:moveTo>
                    <a:pt x="7" y="2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9" name="Google Shape;4099;p95"/>
            <p:cNvSpPr/>
            <p:nvPr/>
          </p:nvSpPr>
          <p:spPr>
            <a:xfrm>
              <a:off x="1936777" y="1949351"/>
              <a:ext cx="53305" cy="39619"/>
            </a:xfrm>
            <a:custGeom>
              <a:rect b="b" l="l" r="r" t="t"/>
              <a:pathLst>
                <a:path extrusionOk="0" h="2918" w="3926">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0" name="Google Shape;4100;p95"/>
            <p:cNvSpPr/>
            <p:nvPr/>
          </p:nvSpPr>
          <p:spPr>
            <a:xfrm>
              <a:off x="1956464" y="1952582"/>
              <a:ext cx="244" cy="14"/>
            </a:xfrm>
            <a:custGeom>
              <a:rect b="b" l="l" r="r" t="t"/>
              <a:pathLst>
                <a:path extrusionOk="0" h="1" w="18">
                  <a:moveTo>
                    <a:pt x="18"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95"/>
            <p:cNvSpPr/>
            <p:nvPr/>
          </p:nvSpPr>
          <p:spPr>
            <a:xfrm>
              <a:off x="1957510" y="195258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95"/>
            <p:cNvSpPr/>
            <p:nvPr/>
          </p:nvSpPr>
          <p:spPr>
            <a:xfrm>
              <a:off x="1953898" y="1952352"/>
              <a:ext cx="149" cy="14"/>
            </a:xfrm>
            <a:custGeom>
              <a:rect b="b" l="l" r="r" t="t"/>
              <a:pathLst>
                <a:path extrusionOk="0" h="1" w="11">
                  <a:moveTo>
                    <a:pt x="11"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3" name="Google Shape;4103;p95"/>
            <p:cNvSpPr/>
            <p:nvPr/>
          </p:nvSpPr>
          <p:spPr>
            <a:xfrm>
              <a:off x="1953138" y="1952162"/>
              <a:ext cx="244" cy="54"/>
            </a:xfrm>
            <a:custGeom>
              <a:rect b="b" l="l" r="r" t="t"/>
              <a:pathLst>
                <a:path extrusionOk="0" h="4" w="18">
                  <a:moveTo>
                    <a:pt x="18"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4" name="Google Shape;4104;p95"/>
            <p:cNvSpPr/>
            <p:nvPr/>
          </p:nvSpPr>
          <p:spPr>
            <a:xfrm>
              <a:off x="1951997" y="1951822"/>
              <a:ext cx="149" cy="68"/>
            </a:xfrm>
            <a:custGeom>
              <a:rect b="b" l="l" r="r" t="t"/>
              <a:pathLst>
                <a:path extrusionOk="0" h="5" w="11">
                  <a:moveTo>
                    <a:pt x="11"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5" name="Google Shape;4105;p95"/>
            <p:cNvSpPr/>
            <p:nvPr/>
          </p:nvSpPr>
          <p:spPr>
            <a:xfrm>
              <a:off x="1952513" y="1952012"/>
              <a:ext cx="204" cy="68"/>
            </a:xfrm>
            <a:custGeom>
              <a:rect b="b" l="l" r="r" t="t"/>
              <a:pathLst>
                <a:path extrusionOk="0" h="5" w="15">
                  <a:moveTo>
                    <a:pt x="15"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6" name="Google Shape;4106;p95"/>
            <p:cNvSpPr/>
            <p:nvPr/>
          </p:nvSpPr>
          <p:spPr>
            <a:xfrm>
              <a:off x="1955650" y="1952542"/>
              <a:ext cx="204" cy="14"/>
            </a:xfrm>
            <a:custGeom>
              <a:rect b="b" l="l" r="r" t="t"/>
              <a:pathLst>
                <a:path extrusionOk="0" h="1" w="15">
                  <a:moveTo>
                    <a:pt x="15"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7" name="Google Shape;4107;p95"/>
            <p:cNvSpPr/>
            <p:nvPr/>
          </p:nvSpPr>
          <p:spPr>
            <a:xfrm>
              <a:off x="1958026" y="1952582"/>
              <a:ext cx="353" cy="14"/>
            </a:xfrm>
            <a:custGeom>
              <a:rect b="b" l="l" r="r" t="t"/>
              <a:pathLst>
                <a:path extrusionOk="0" h="1" w="26">
                  <a:moveTo>
                    <a:pt x="25"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8" name="Google Shape;4108;p95"/>
            <p:cNvSpPr/>
            <p:nvPr/>
          </p:nvSpPr>
          <p:spPr>
            <a:xfrm>
              <a:off x="1958745" y="1952542"/>
              <a:ext cx="339" cy="14"/>
            </a:xfrm>
            <a:custGeom>
              <a:rect b="b" l="l" r="r" t="t"/>
              <a:pathLst>
                <a:path extrusionOk="0" h="1" w="25">
                  <a:moveTo>
                    <a:pt x="25"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9" name="Google Shape;4109;p95"/>
            <p:cNvSpPr/>
            <p:nvPr/>
          </p:nvSpPr>
          <p:spPr>
            <a:xfrm>
              <a:off x="1960972" y="1952202"/>
              <a:ext cx="543" cy="109"/>
            </a:xfrm>
            <a:custGeom>
              <a:rect b="b" l="l" r="r" t="t"/>
              <a:pathLst>
                <a:path extrusionOk="0" h="8" w="40">
                  <a:moveTo>
                    <a:pt x="39"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0" name="Google Shape;4110;p95"/>
            <p:cNvSpPr/>
            <p:nvPr/>
          </p:nvSpPr>
          <p:spPr>
            <a:xfrm>
              <a:off x="1959451" y="1952487"/>
              <a:ext cx="353" cy="68"/>
            </a:xfrm>
            <a:custGeom>
              <a:rect b="b" l="l" r="r" t="t"/>
              <a:pathLst>
                <a:path extrusionOk="0" h="5" w="26">
                  <a:moveTo>
                    <a:pt x="25"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1" name="Google Shape;4111;p95"/>
            <p:cNvSpPr/>
            <p:nvPr/>
          </p:nvSpPr>
          <p:spPr>
            <a:xfrm>
              <a:off x="1960171" y="1952392"/>
              <a:ext cx="394" cy="68"/>
            </a:xfrm>
            <a:custGeom>
              <a:rect b="b" l="l" r="r" t="t"/>
              <a:pathLst>
                <a:path extrusionOk="0" h="5" w="29">
                  <a:moveTo>
                    <a:pt x="28"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2" name="Google Shape;4112;p95"/>
            <p:cNvSpPr/>
            <p:nvPr/>
          </p:nvSpPr>
          <p:spPr>
            <a:xfrm>
              <a:off x="1961732" y="1952067"/>
              <a:ext cx="448" cy="109"/>
            </a:xfrm>
            <a:custGeom>
              <a:rect b="b" l="l" r="r" t="t"/>
              <a:pathLst>
                <a:path extrusionOk="0" h="8" w="33">
                  <a:moveTo>
                    <a:pt x="32"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3" name="Google Shape;4113;p95"/>
            <p:cNvSpPr/>
            <p:nvPr/>
          </p:nvSpPr>
          <p:spPr>
            <a:xfrm>
              <a:off x="1946865" y="1949351"/>
              <a:ext cx="190" cy="964"/>
            </a:xfrm>
            <a:custGeom>
              <a:rect b="b" l="l" r="r" t="t"/>
              <a:pathLst>
                <a:path extrusionOk="0" h="71" w="14">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4" name="Google Shape;4114;p95"/>
            <p:cNvSpPr/>
            <p:nvPr/>
          </p:nvSpPr>
          <p:spPr>
            <a:xfrm>
              <a:off x="1946756" y="1950261"/>
              <a:ext cx="109" cy="204"/>
            </a:xfrm>
            <a:custGeom>
              <a:rect b="b" l="l" r="r" t="t"/>
              <a:pathLst>
                <a:path extrusionOk="0" h="15" w="8">
                  <a:moveTo>
                    <a:pt x="8" y="0"/>
                  </a:moveTo>
                  <a:lnTo>
                    <a:pt x="8" y="0"/>
                  </a:lnTo>
                  <a:cubicBezTo>
                    <a:pt x="5" y="4"/>
                    <a:pt x="1" y="11"/>
                    <a:pt x="1" y="14"/>
                  </a:cubicBezTo>
                  <a:cubicBezTo>
                    <a:pt x="5" y="11"/>
                    <a:pt x="8" y="4"/>
                    <a:pt x="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5" name="Google Shape;4115;p95"/>
            <p:cNvSpPr/>
            <p:nvPr/>
          </p:nvSpPr>
          <p:spPr>
            <a:xfrm>
              <a:off x="1946281" y="1951211"/>
              <a:ext cx="163" cy="244"/>
            </a:xfrm>
            <a:custGeom>
              <a:rect b="b" l="l" r="r" t="t"/>
              <a:pathLst>
                <a:path extrusionOk="0" h="18" w="12">
                  <a:moveTo>
                    <a:pt x="1" y="18"/>
                  </a:moveTo>
                  <a:cubicBezTo>
                    <a:pt x="4" y="11"/>
                    <a:pt x="8" y="7"/>
                    <a:pt x="11" y="0"/>
                  </a:cubicBezTo>
                  <a:cubicBezTo>
                    <a:pt x="8" y="7"/>
                    <a:pt x="4" y="11"/>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6" name="Google Shape;4116;p95"/>
            <p:cNvSpPr/>
            <p:nvPr/>
          </p:nvSpPr>
          <p:spPr>
            <a:xfrm>
              <a:off x="1936831" y="1960661"/>
              <a:ext cx="54" cy="14"/>
            </a:xfrm>
            <a:custGeom>
              <a:rect b="b" l="l" r="r" t="t"/>
              <a:pathLst>
                <a:path extrusionOk="0" h="1" w="4">
                  <a:moveTo>
                    <a:pt x="0" y="1"/>
                  </a:moveTo>
                  <a:lnTo>
                    <a:pt x="0" y="1"/>
                  </a:lnTo>
                  <a:lnTo>
                    <a:pt x="0" y="1"/>
                  </a:ln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7" name="Google Shape;4117;p95"/>
            <p:cNvSpPr/>
            <p:nvPr/>
          </p:nvSpPr>
          <p:spPr>
            <a:xfrm>
              <a:off x="1945521" y="1952012"/>
              <a:ext cx="258" cy="204"/>
            </a:xfrm>
            <a:custGeom>
              <a:rect b="b" l="l" r="r" t="t"/>
              <a:pathLst>
                <a:path extrusionOk="0" h="15" w="19">
                  <a:moveTo>
                    <a:pt x="1" y="15"/>
                  </a:moveTo>
                  <a:cubicBezTo>
                    <a:pt x="8" y="8"/>
                    <a:pt x="11" y="4"/>
                    <a:pt x="18" y="1"/>
                  </a:cubicBezTo>
                  <a:cubicBezTo>
                    <a:pt x="11" y="4"/>
                    <a:pt x="8" y="8"/>
                    <a:pt x="1"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8" name="Google Shape;4118;p95"/>
            <p:cNvSpPr/>
            <p:nvPr/>
          </p:nvSpPr>
          <p:spPr>
            <a:xfrm>
              <a:off x="1944856" y="1952297"/>
              <a:ext cx="489" cy="258"/>
            </a:xfrm>
            <a:custGeom>
              <a:rect b="b" l="l" r="r" t="t"/>
              <a:pathLst>
                <a:path extrusionOk="0" h="19" w="36">
                  <a:moveTo>
                    <a:pt x="1" y="18"/>
                  </a:moveTo>
                  <a:cubicBezTo>
                    <a:pt x="15" y="15"/>
                    <a:pt x="25" y="8"/>
                    <a:pt x="36" y="1"/>
                  </a:cubicBezTo>
                  <a:cubicBezTo>
                    <a:pt x="25" y="8"/>
                    <a:pt x="15" y="15"/>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9" name="Google Shape;4119;p95"/>
            <p:cNvSpPr/>
            <p:nvPr/>
          </p:nvSpPr>
          <p:spPr>
            <a:xfrm>
              <a:off x="1936967" y="1959616"/>
              <a:ext cx="1249" cy="964"/>
            </a:xfrm>
            <a:custGeom>
              <a:rect b="b" l="l" r="r" t="t"/>
              <a:pathLst>
                <a:path extrusionOk="0" h="71" w="92">
                  <a:moveTo>
                    <a:pt x="92" y="1"/>
                  </a:moveTo>
                  <a:cubicBezTo>
                    <a:pt x="60" y="25"/>
                    <a:pt x="29" y="50"/>
                    <a:pt x="1" y="71"/>
                  </a:cubicBezTo>
                  <a:cubicBezTo>
                    <a:pt x="29" y="50"/>
                    <a:pt x="60" y="29"/>
                    <a:pt x="9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95"/>
            <p:cNvSpPr/>
            <p:nvPr/>
          </p:nvSpPr>
          <p:spPr>
            <a:xfrm>
              <a:off x="1945955" y="1951632"/>
              <a:ext cx="204" cy="204"/>
            </a:xfrm>
            <a:custGeom>
              <a:rect b="b" l="l" r="r" t="t"/>
              <a:pathLst>
                <a:path extrusionOk="0" h="15" w="15">
                  <a:moveTo>
                    <a:pt x="14" y="1"/>
                  </a:moveTo>
                  <a:cubicBezTo>
                    <a:pt x="7" y="4"/>
                    <a:pt x="4" y="11"/>
                    <a:pt x="0" y="15"/>
                  </a:cubicBezTo>
                  <a:cubicBezTo>
                    <a:pt x="4" y="11"/>
                    <a:pt x="11" y="4"/>
                    <a:pt x="1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1" name="Google Shape;4121;p95"/>
            <p:cNvSpPr/>
            <p:nvPr/>
          </p:nvSpPr>
          <p:spPr>
            <a:xfrm>
              <a:off x="1946526" y="1950736"/>
              <a:ext cx="149" cy="244"/>
            </a:xfrm>
            <a:custGeom>
              <a:rect b="b" l="l" r="r" t="t"/>
              <a:pathLst>
                <a:path extrusionOk="0" h="18" w="11">
                  <a:moveTo>
                    <a:pt x="11" y="0"/>
                  </a:moveTo>
                  <a:lnTo>
                    <a:pt x="11" y="0"/>
                  </a:lnTo>
                  <a:cubicBezTo>
                    <a:pt x="7" y="7"/>
                    <a:pt x="4" y="11"/>
                    <a:pt x="0" y="18"/>
                  </a:cubicBezTo>
                  <a:cubicBezTo>
                    <a:pt x="4" y="11"/>
                    <a:pt x="11" y="7"/>
                    <a:pt x="1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2" name="Google Shape;4122;p95"/>
            <p:cNvSpPr/>
            <p:nvPr/>
          </p:nvSpPr>
          <p:spPr>
            <a:xfrm>
              <a:off x="1946865" y="1950206"/>
              <a:ext cx="0" cy="68"/>
            </a:xfrm>
            <a:custGeom>
              <a:rect b="b" l="l" r="r" t="t"/>
              <a:pathLst>
                <a:path extrusionOk="0" h="5" w="0">
                  <a:moveTo>
                    <a:pt x="0" y="1"/>
                  </a:moveTo>
                  <a:lnTo>
                    <a:pt x="0" y="4"/>
                  </a:ln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3" name="Google Shape;4123;p95"/>
            <p:cNvSpPr/>
            <p:nvPr/>
          </p:nvSpPr>
          <p:spPr>
            <a:xfrm>
              <a:off x="1946960" y="1949595"/>
              <a:ext cx="0" cy="109"/>
            </a:xfrm>
            <a:custGeom>
              <a:rect b="b" l="l" r="r" t="t"/>
              <a:pathLst>
                <a:path extrusionOk="0" h="8" w="0">
                  <a:moveTo>
                    <a:pt x="0"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95"/>
            <p:cNvSpPr/>
            <p:nvPr/>
          </p:nvSpPr>
          <p:spPr>
            <a:xfrm>
              <a:off x="1987217" y="1973261"/>
              <a:ext cx="109" cy="109"/>
            </a:xfrm>
            <a:custGeom>
              <a:rect b="b" l="l" r="r" t="t"/>
              <a:pathLst>
                <a:path extrusionOk="0" h="8" w="8">
                  <a:moveTo>
                    <a:pt x="7"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5" name="Google Shape;4125;p95"/>
            <p:cNvSpPr/>
            <p:nvPr/>
          </p:nvSpPr>
          <p:spPr>
            <a:xfrm>
              <a:off x="1986498" y="1969839"/>
              <a:ext cx="68" cy="204"/>
            </a:xfrm>
            <a:custGeom>
              <a:rect b="b" l="l" r="r" t="t"/>
              <a:pathLst>
                <a:path extrusionOk="0" h="15" w="5">
                  <a:moveTo>
                    <a:pt x="1" y="0"/>
                  </a:moveTo>
                  <a:lnTo>
                    <a:pt x="1" y="14"/>
                  </a:lnTo>
                  <a:cubicBezTo>
                    <a:pt x="4" y="11"/>
                    <a:pt x="4"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6" name="Google Shape;4126;p95"/>
            <p:cNvSpPr/>
            <p:nvPr/>
          </p:nvSpPr>
          <p:spPr>
            <a:xfrm>
              <a:off x="1986783" y="1972677"/>
              <a:ext cx="109" cy="163"/>
            </a:xfrm>
            <a:custGeom>
              <a:rect b="b" l="l" r="r" t="t"/>
              <a:pathLst>
                <a:path extrusionOk="0" h="12" w="8">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7" name="Google Shape;4127;p95"/>
            <p:cNvSpPr/>
            <p:nvPr/>
          </p:nvSpPr>
          <p:spPr>
            <a:xfrm>
              <a:off x="1986457" y="1970315"/>
              <a:ext cx="54" cy="204"/>
            </a:xfrm>
            <a:custGeom>
              <a:rect b="b" l="l" r="r" t="t"/>
              <a:pathLst>
                <a:path extrusionOk="0" h="15" w="4">
                  <a:moveTo>
                    <a:pt x="0" y="0"/>
                  </a:moveTo>
                  <a:lnTo>
                    <a:pt x="0" y="14"/>
                  </a:lnTo>
                  <a:cubicBezTo>
                    <a:pt x="4" y="11"/>
                    <a:pt x="4"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8" name="Google Shape;4128;p95"/>
            <p:cNvSpPr/>
            <p:nvPr/>
          </p:nvSpPr>
          <p:spPr>
            <a:xfrm>
              <a:off x="1985547" y="1985236"/>
              <a:ext cx="1629" cy="1629"/>
            </a:xfrm>
            <a:custGeom>
              <a:rect b="b" l="l" r="r" t="t"/>
              <a:pathLst>
                <a:path extrusionOk="0" h="120" w="12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9" name="Google Shape;4129;p95"/>
            <p:cNvSpPr/>
            <p:nvPr/>
          </p:nvSpPr>
          <p:spPr>
            <a:xfrm>
              <a:off x="1986878" y="1967789"/>
              <a:ext cx="68" cy="258"/>
            </a:xfrm>
            <a:custGeom>
              <a:rect b="b" l="l" r="r" t="t"/>
              <a:pathLst>
                <a:path extrusionOk="0" h="19" w="5">
                  <a:moveTo>
                    <a:pt x="1" y="1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0" name="Google Shape;4130;p95"/>
            <p:cNvSpPr/>
            <p:nvPr/>
          </p:nvSpPr>
          <p:spPr>
            <a:xfrm>
              <a:off x="1986742" y="1968319"/>
              <a:ext cx="54" cy="244"/>
            </a:xfrm>
            <a:custGeom>
              <a:rect b="b" l="l" r="r" t="t"/>
              <a:pathLst>
                <a:path extrusionOk="0" h="18" w="4">
                  <a:moveTo>
                    <a:pt x="0" y="18"/>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1" name="Google Shape;4131;p95"/>
            <p:cNvSpPr/>
            <p:nvPr/>
          </p:nvSpPr>
          <p:spPr>
            <a:xfrm>
              <a:off x="1986457" y="1971211"/>
              <a:ext cx="14" cy="204"/>
            </a:xfrm>
            <a:custGeom>
              <a:rect b="b" l="l" r="r" t="t"/>
              <a:pathLst>
                <a:path extrusionOk="0" h="15" w="1">
                  <a:moveTo>
                    <a:pt x="0"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95"/>
            <p:cNvSpPr/>
            <p:nvPr/>
          </p:nvSpPr>
          <p:spPr>
            <a:xfrm>
              <a:off x="1986688" y="1968835"/>
              <a:ext cx="14" cy="258"/>
            </a:xfrm>
            <a:custGeom>
              <a:rect b="b" l="l" r="r" t="t"/>
              <a:pathLst>
                <a:path extrusionOk="0" h="19" w="1">
                  <a:moveTo>
                    <a:pt x="1" y="1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3" name="Google Shape;4133;p95"/>
            <p:cNvSpPr/>
            <p:nvPr/>
          </p:nvSpPr>
          <p:spPr>
            <a:xfrm>
              <a:off x="1986457" y="1970736"/>
              <a:ext cx="14" cy="258"/>
            </a:xfrm>
            <a:custGeom>
              <a:rect b="b" l="l" r="r" t="t"/>
              <a:pathLst>
                <a:path extrusionOk="0" h="19" w="1">
                  <a:moveTo>
                    <a:pt x="0" y="1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4" name="Google Shape;4134;p95"/>
            <p:cNvSpPr/>
            <p:nvPr/>
          </p:nvSpPr>
          <p:spPr>
            <a:xfrm>
              <a:off x="1986973" y="1967273"/>
              <a:ext cx="68" cy="244"/>
            </a:xfrm>
            <a:custGeom>
              <a:rect b="b" l="l" r="r" t="t"/>
              <a:pathLst>
                <a:path extrusionOk="0" h="18" w="5">
                  <a:moveTo>
                    <a:pt x="1" y="18"/>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5" name="Google Shape;4135;p95"/>
            <p:cNvSpPr/>
            <p:nvPr/>
          </p:nvSpPr>
          <p:spPr>
            <a:xfrm>
              <a:off x="1986959" y="1973017"/>
              <a:ext cx="122" cy="109"/>
            </a:xfrm>
            <a:custGeom>
              <a:rect b="b" l="l" r="r" t="t"/>
              <a:pathLst>
                <a:path extrusionOk="0" h="8" w="9">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6" name="Google Shape;4136;p95"/>
            <p:cNvSpPr/>
            <p:nvPr/>
          </p:nvSpPr>
          <p:spPr>
            <a:xfrm>
              <a:off x="1986498" y="1971591"/>
              <a:ext cx="14" cy="204"/>
            </a:xfrm>
            <a:custGeom>
              <a:rect b="b" l="l" r="r" t="t"/>
              <a:pathLst>
                <a:path extrusionOk="0" h="15" w="1">
                  <a:moveTo>
                    <a:pt x="1" y="15"/>
                  </a:moveTo>
                  <a:lnTo>
                    <a:pt x="1" y="1"/>
                  </a:lnTo>
                  <a:cubicBezTo>
                    <a:pt x="1" y="8"/>
                    <a:pt x="1" y="11"/>
                    <a:pt x="1"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7" name="Google Shape;4137;p95"/>
            <p:cNvSpPr/>
            <p:nvPr/>
          </p:nvSpPr>
          <p:spPr>
            <a:xfrm>
              <a:off x="1986647" y="1972351"/>
              <a:ext cx="54" cy="163"/>
            </a:xfrm>
            <a:custGeom>
              <a:rect b="b" l="l" r="r" t="t"/>
              <a:pathLst>
                <a:path extrusionOk="0" h="12" w="4">
                  <a:moveTo>
                    <a:pt x="4" y="11"/>
                  </a:moveTo>
                  <a:cubicBezTo>
                    <a:pt x="4" y="8"/>
                    <a:pt x="4" y="4"/>
                    <a:pt x="0" y="1"/>
                  </a:cubicBezTo>
                  <a:cubicBezTo>
                    <a:pt x="4" y="4"/>
                    <a:pt x="4" y="8"/>
                    <a:pt x="4"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8" name="Google Shape;4138;p95"/>
            <p:cNvSpPr/>
            <p:nvPr/>
          </p:nvSpPr>
          <p:spPr>
            <a:xfrm>
              <a:off x="1986552" y="1971971"/>
              <a:ext cx="54" cy="204"/>
            </a:xfrm>
            <a:custGeom>
              <a:rect b="b" l="l" r="r" t="t"/>
              <a:pathLst>
                <a:path extrusionOk="0" h="15" w="4">
                  <a:moveTo>
                    <a:pt x="0" y="1"/>
                  </a:moveTo>
                  <a:lnTo>
                    <a:pt x="0" y="1"/>
                  </a:lnTo>
                  <a:cubicBezTo>
                    <a:pt x="0" y="8"/>
                    <a:pt x="4" y="11"/>
                    <a:pt x="4" y="15"/>
                  </a:cubicBezTo>
                  <a:cubicBezTo>
                    <a:pt x="4" y="11"/>
                    <a:pt x="4"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95"/>
            <p:cNvSpPr/>
            <p:nvPr/>
          </p:nvSpPr>
          <p:spPr>
            <a:xfrm>
              <a:off x="1986593" y="1969310"/>
              <a:ext cx="68" cy="258"/>
            </a:xfrm>
            <a:custGeom>
              <a:rect b="b" l="l" r="r" t="t"/>
              <a:pathLst>
                <a:path extrusionOk="0" h="19" w="5">
                  <a:moveTo>
                    <a:pt x="1" y="1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95"/>
            <p:cNvSpPr/>
            <p:nvPr/>
          </p:nvSpPr>
          <p:spPr>
            <a:xfrm>
              <a:off x="1963443" y="1981204"/>
              <a:ext cx="29110" cy="27820"/>
            </a:xfrm>
            <a:custGeom>
              <a:rect b="b" l="l" r="r" t="t"/>
              <a:pathLst>
                <a:path extrusionOk="0" h="2049" w="2144">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1" name="Google Shape;4141;p95"/>
            <p:cNvSpPr/>
            <p:nvPr/>
          </p:nvSpPr>
          <p:spPr>
            <a:xfrm>
              <a:off x="1984787" y="1988522"/>
              <a:ext cx="68" cy="1534"/>
            </a:xfrm>
            <a:custGeom>
              <a:rect b="b" l="l" r="r" t="t"/>
              <a:pathLst>
                <a:path extrusionOk="0" h="113" w="5">
                  <a:moveTo>
                    <a:pt x="4" y="112"/>
                  </a:moveTo>
                  <a:cubicBezTo>
                    <a:pt x="1" y="74"/>
                    <a:pt x="1" y="35"/>
                    <a:pt x="4" y="0"/>
                  </a:cubicBezTo>
                  <a:lnTo>
                    <a:pt x="4" y="0"/>
                  </a:lnTo>
                  <a:cubicBezTo>
                    <a:pt x="1" y="35"/>
                    <a:pt x="1" y="74"/>
                    <a:pt x="4" y="11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2" name="Google Shape;4142;p95"/>
            <p:cNvSpPr/>
            <p:nvPr/>
          </p:nvSpPr>
          <p:spPr>
            <a:xfrm>
              <a:off x="1991345" y="2005630"/>
              <a:ext cx="68" cy="163"/>
            </a:xfrm>
            <a:custGeom>
              <a:rect b="b" l="l" r="r" t="t"/>
              <a:pathLst>
                <a:path extrusionOk="0" h="12" w="5">
                  <a:moveTo>
                    <a:pt x="4"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3" name="Google Shape;4143;p95"/>
            <p:cNvSpPr/>
            <p:nvPr/>
          </p:nvSpPr>
          <p:spPr>
            <a:xfrm>
              <a:off x="1990259" y="2008766"/>
              <a:ext cx="54" cy="299"/>
            </a:xfrm>
            <a:custGeom>
              <a:rect b="b" l="l" r="r" t="t"/>
              <a:pathLst>
                <a:path extrusionOk="0" h="22" w="4">
                  <a:moveTo>
                    <a:pt x="4" y="1"/>
                  </a:moveTo>
                  <a:lnTo>
                    <a:pt x="0"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4" name="Google Shape;4144;p95"/>
            <p:cNvSpPr/>
            <p:nvPr/>
          </p:nvSpPr>
          <p:spPr>
            <a:xfrm>
              <a:off x="1990639" y="2007490"/>
              <a:ext cx="54" cy="244"/>
            </a:xfrm>
            <a:custGeom>
              <a:rect b="b" l="l" r="r" t="t"/>
              <a:pathLst>
                <a:path extrusionOk="0" h="18" w="4">
                  <a:moveTo>
                    <a:pt x="4" y="0"/>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5" name="Google Shape;4145;p95"/>
            <p:cNvSpPr/>
            <p:nvPr/>
          </p:nvSpPr>
          <p:spPr>
            <a:xfrm>
              <a:off x="1991155" y="2006064"/>
              <a:ext cx="68" cy="149"/>
            </a:xfrm>
            <a:custGeom>
              <a:rect b="b" l="l" r="r" t="t"/>
              <a:pathLst>
                <a:path extrusionOk="0" h="11" w="5">
                  <a:moveTo>
                    <a:pt x="4"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6" name="Google Shape;4146;p95"/>
            <p:cNvSpPr/>
            <p:nvPr/>
          </p:nvSpPr>
          <p:spPr>
            <a:xfrm>
              <a:off x="1990449" y="2008101"/>
              <a:ext cx="54" cy="258"/>
            </a:xfrm>
            <a:custGeom>
              <a:rect b="b" l="l" r="r" t="t"/>
              <a:pathLst>
                <a:path extrusionOk="0" h="19" w="4">
                  <a:moveTo>
                    <a:pt x="4" y="1"/>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7" name="Google Shape;4147;p95"/>
            <p:cNvSpPr/>
            <p:nvPr/>
          </p:nvSpPr>
          <p:spPr>
            <a:xfrm>
              <a:off x="1990965" y="2006485"/>
              <a:ext cx="109" cy="204"/>
            </a:xfrm>
            <a:custGeom>
              <a:rect b="b" l="l" r="r" t="t"/>
              <a:pathLst>
                <a:path extrusionOk="0" h="15" w="8">
                  <a:moveTo>
                    <a:pt x="8"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8" name="Google Shape;4148;p95"/>
            <p:cNvSpPr/>
            <p:nvPr/>
          </p:nvSpPr>
          <p:spPr>
            <a:xfrm>
              <a:off x="1990775" y="2006960"/>
              <a:ext cx="109" cy="204"/>
            </a:xfrm>
            <a:custGeom>
              <a:rect b="b" l="l" r="r" t="t"/>
              <a:pathLst>
                <a:path extrusionOk="0" h="15" w="8">
                  <a:moveTo>
                    <a:pt x="8"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9" name="Google Shape;4149;p95"/>
            <p:cNvSpPr/>
            <p:nvPr/>
          </p:nvSpPr>
          <p:spPr>
            <a:xfrm>
              <a:off x="1985547" y="1997456"/>
              <a:ext cx="1344" cy="774"/>
            </a:xfrm>
            <a:custGeom>
              <a:rect b="b" l="l" r="r" t="t"/>
              <a:pathLst>
                <a:path extrusionOk="0" h="57" w="99">
                  <a:moveTo>
                    <a:pt x="99" y="56"/>
                  </a:moveTo>
                  <a:cubicBezTo>
                    <a:pt x="64" y="32"/>
                    <a:pt x="29" y="14"/>
                    <a:pt x="1" y="0"/>
                  </a:cubicBezTo>
                  <a:cubicBezTo>
                    <a:pt x="29" y="14"/>
                    <a:pt x="64" y="32"/>
                    <a:pt x="99" y="5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0" name="Google Shape;4150;p95"/>
            <p:cNvSpPr/>
            <p:nvPr/>
          </p:nvSpPr>
          <p:spPr>
            <a:xfrm>
              <a:off x="1980795" y="1990654"/>
              <a:ext cx="163" cy="14"/>
            </a:xfrm>
            <a:custGeom>
              <a:rect b="b" l="l" r="r" t="t"/>
              <a:pathLst>
                <a:path extrusionOk="0" h="1" w="12">
                  <a:moveTo>
                    <a:pt x="1"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1" name="Google Shape;4151;p95"/>
            <p:cNvSpPr/>
            <p:nvPr/>
          </p:nvSpPr>
          <p:spPr>
            <a:xfrm>
              <a:off x="1979845" y="1990654"/>
              <a:ext cx="163" cy="14"/>
            </a:xfrm>
            <a:custGeom>
              <a:rect b="b" l="l" r="r" t="t"/>
              <a:pathLst>
                <a:path extrusionOk="0" h="1" w="12">
                  <a:moveTo>
                    <a:pt x="1"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2" name="Google Shape;4152;p95"/>
            <p:cNvSpPr/>
            <p:nvPr/>
          </p:nvSpPr>
          <p:spPr>
            <a:xfrm>
              <a:off x="1971481" y="1981910"/>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3" name="Google Shape;4153;p95"/>
            <p:cNvSpPr/>
            <p:nvPr/>
          </p:nvSpPr>
          <p:spPr>
            <a:xfrm>
              <a:off x="1983796" y="1987612"/>
              <a:ext cx="204" cy="299"/>
            </a:xfrm>
            <a:custGeom>
              <a:rect b="b" l="l" r="r" t="t"/>
              <a:pathLst>
                <a:path extrusionOk="0" h="22" w="15">
                  <a:moveTo>
                    <a:pt x="14" y="22"/>
                  </a:moveTo>
                  <a:cubicBezTo>
                    <a:pt x="11" y="15"/>
                    <a:pt x="4" y="8"/>
                    <a:pt x="0" y="1"/>
                  </a:cubicBezTo>
                  <a:cubicBezTo>
                    <a:pt x="4" y="8"/>
                    <a:pt x="11" y="15"/>
                    <a:pt x="14"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4" name="Google Shape;4154;p95"/>
            <p:cNvSpPr/>
            <p:nvPr/>
          </p:nvSpPr>
          <p:spPr>
            <a:xfrm>
              <a:off x="1981800" y="1990084"/>
              <a:ext cx="109" cy="109"/>
            </a:xfrm>
            <a:custGeom>
              <a:rect b="b" l="l" r="r" t="t"/>
              <a:pathLst>
                <a:path extrusionOk="0" h="8" w="8">
                  <a:moveTo>
                    <a:pt x="7"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95"/>
            <p:cNvSpPr/>
            <p:nvPr/>
          </p:nvSpPr>
          <p:spPr>
            <a:xfrm>
              <a:off x="1974468" y="1981299"/>
              <a:ext cx="353" cy="54"/>
            </a:xfrm>
            <a:custGeom>
              <a:rect b="b" l="l" r="r" t="t"/>
              <a:pathLst>
                <a:path extrusionOk="0" h="4" w="26">
                  <a:moveTo>
                    <a:pt x="1" y="4"/>
                  </a:moveTo>
                  <a:lnTo>
                    <a:pt x="2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95"/>
            <p:cNvSpPr/>
            <p:nvPr/>
          </p:nvSpPr>
          <p:spPr>
            <a:xfrm>
              <a:off x="1972567" y="1981584"/>
              <a:ext cx="448" cy="109"/>
            </a:xfrm>
            <a:custGeom>
              <a:rect b="b" l="l" r="r" t="t"/>
              <a:pathLst>
                <a:path extrusionOk="0" h="8" w="33">
                  <a:moveTo>
                    <a:pt x="1" y="7"/>
                  </a:moveTo>
                  <a:lnTo>
                    <a:pt x="3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7" name="Google Shape;4157;p95"/>
            <p:cNvSpPr/>
            <p:nvPr/>
          </p:nvSpPr>
          <p:spPr>
            <a:xfrm>
              <a:off x="1984597" y="1988373"/>
              <a:ext cx="258" cy="163"/>
            </a:xfrm>
            <a:custGeom>
              <a:rect b="b" l="l" r="r" t="t"/>
              <a:pathLst>
                <a:path extrusionOk="0" h="12" w="19">
                  <a:moveTo>
                    <a:pt x="1" y="1"/>
                  </a:moveTo>
                  <a:lnTo>
                    <a:pt x="1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8" name="Google Shape;4158;p95"/>
            <p:cNvSpPr/>
            <p:nvPr/>
          </p:nvSpPr>
          <p:spPr>
            <a:xfrm>
              <a:off x="1980374" y="1990708"/>
              <a:ext cx="109" cy="14"/>
            </a:xfrm>
            <a:custGeom>
              <a:rect b="b" l="l" r="r" t="t"/>
              <a:pathLst>
                <a:path extrusionOk="0" h="1" w="8">
                  <a:moveTo>
                    <a:pt x="7"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9" name="Google Shape;4159;p95"/>
            <p:cNvSpPr/>
            <p:nvPr/>
          </p:nvSpPr>
          <p:spPr>
            <a:xfrm>
              <a:off x="1984081" y="1987952"/>
              <a:ext cx="149" cy="149"/>
            </a:xfrm>
            <a:custGeom>
              <a:rect b="b" l="l" r="r" t="t"/>
              <a:pathLst>
                <a:path extrusionOk="0" h="11" w="11">
                  <a:moveTo>
                    <a:pt x="0" y="0"/>
                  </a:moveTo>
                  <a:lnTo>
                    <a:pt x="1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0" name="Google Shape;4160;p95"/>
            <p:cNvSpPr/>
            <p:nvPr/>
          </p:nvSpPr>
          <p:spPr>
            <a:xfrm>
              <a:off x="1984312" y="1988183"/>
              <a:ext cx="204" cy="109"/>
            </a:xfrm>
            <a:custGeom>
              <a:rect b="b" l="l" r="r" t="t"/>
              <a:pathLst>
                <a:path extrusionOk="0" h="8" w="15">
                  <a:moveTo>
                    <a:pt x="1" y="1"/>
                  </a:moveTo>
                  <a:lnTo>
                    <a:pt x="15"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1" name="Google Shape;4161;p95"/>
            <p:cNvSpPr/>
            <p:nvPr/>
          </p:nvSpPr>
          <p:spPr>
            <a:xfrm>
              <a:off x="1981366" y="1990369"/>
              <a:ext cx="163" cy="109"/>
            </a:xfrm>
            <a:custGeom>
              <a:rect b="b" l="l" r="r" t="t"/>
              <a:pathLst>
                <a:path extrusionOk="0" h="8" w="12">
                  <a:moveTo>
                    <a:pt x="1" y="8"/>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2" name="Google Shape;4162;p95"/>
            <p:cNvSpPr/>
            <p:nvPr/>
          </p:nvSpPr>
          <p:spPr>
            <a:xfrm>
              <a:off x="1973898" y="1981340"/>
              <a:ext cx="394" cy="109"/>
            </a:xfrm>
            <a:custGeom>
              <a:rect b="b" l="l" r="r" t="t"/>
              <a:pathLst>
                <a:path extrusionOk="0" h="8" w="29">
                  <a:moveTo>
                    <a:pt x="1" y="8"/>
                  </a:moveTo>
                  <a:lnTo>
                    <a:pt x="2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95"/>
            <p:cNvSpPr/>
            <p:nvPr/>
          </p:nvSpPr>
          <p:spPr>
            <a:xfrm>
              <a:off x="1973233" y="1981435"/>
              <a:ext cx="448" cy="109"/>
            </a:xfrm>
            <a:custGeom>
              <a:rect b="b" l="l" r="r" t="t"/>
              <a:pathLst>
                <a:path extrusionOk="0" h="8" w="33">
                  <a:moveTo>
                    <a:pt x="1" y="8"/>
                  </a:moveTo>
                  <a:lnTo>
                    <a:pt x="3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95"/>
            <p:cNvSpPr/>
            <p:nvPr/>
          </p:nvSpPr>
          <p:spPr>
            <a:xfrm>
              <a:off x="1971766" y="1981720"/>
              <a:ext cx="530" cy="109"/>
            </a:xfrm>
            <a:custGeom>
              <a:rect b="b" l="l" r="r" t="t"/>
              <a:pathLst>
                <a:path extrusionOk="0" h="8" w="39">
                  <a:moveTo>
                    <a:pt x="0" y="8"/>
                  </a:moveTo>
                  <a:lnTo>
                    <a:pt x="3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5" name="Google Shape;4165;p95"/>
            <p:cNvSpPr/>
            <p:nvPr/>
          </p:nvSpPr>
          <p:spPr>
            <a:xfrm>
              <a:off x="1975378" y="1981150"/>
              <a:ext cx="299" cy="68"/>
            </a:xfrm>
            <a:custGeom>
              <a:rect b="b" l="l" r="r" t="t"/>
              <a:pathLst>
                <a:path extrusionOk="0" h="5" w="22">
                  <a:moveTo>
                    <a:pt x="1" y="4"/>
                  </a:moveTo>
                  <a:lnTo>
                    <a:pt x="2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6" name="Google Shape;4166;p95"/>
            <p:cNvSpPr/>
            <p:nvPr/>
          </p:nvSpPr>
          <p:spPr>
            <a:xfrm>
              <a:off x="1974943" y="1981204"/>
              <a:ext cx="299" cy="54"/>
            </a:xfrm>
            <a:custGeom>
              <a:rect b="b" l="l" r="r" t="t"/>
              <a:pathLst>
                <a:path extrusionOk="0" h="4" w="22">
                  <a:moveTo>
                    <a:pt x="1" y="4"/>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7" name="Google Shape;4167;p95"/>
            <p:cNvSpPr/>
            <p:nvPr/>
          </p:nvSpPr>
          <p:spPr>
            <a:xfrm>
              <a:off x="1950327" y="1969744"/>
              <a:ext cx="19362" cy="21398"/>
            </a:xfrm>
            <a:custGeom>
              <a:rect b="b" l="l" r="r" t="t"/>
              <a:pathLst>
                <a:path extrusionOk="0" h="1576" w="1426">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8" name="Google Shape;4168;p95"/>
            <p:cNvSpPr/>
            <p:nvPr/>
          </p:nvSpPr>
          <p:spPr>
            <a:xfrm>
              <a:off x="1953749" y="1973166"/>
              <a:ext cx="163" cy="204"/>
            </a:xfrm>
            <a:custGeom>
              <a:rect b="b" l="l" r="r" t="t"/>
              <a:pathLst>
                <a:path extrusionOk="0" h="15" w="12">
                  <a:moveTo>
                    <a:pt x="1" y="1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9" name="Google Shape;4169;p95"/>
            <p:cNvSpPr/>
            <p:nvPr/>
          </p:nvSpPr>
          <p:spPr>
            <a:xfrm>
              <a:off x="1954754" y="1971876"/>
              <a:ext cx="54" cy="163"/>
            </a:xfrm>
            <a:custGeom>
              <a:rect b="b" l="l" r="r" t="t"/>
              <a:pathLst>
                <a:path extrusionOk="0" h="12" w="4">
                  <a:moveTo>
                    <a:pt x="0" y="1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0" name="Google Shape;4170;p95"/>
            <p:cNvSpPr/>
            <p:nvPr/>
          </p:nvSpPr>
          <p:spPr>
            <a:xfrm>
              <a:off x="1951563" y="1975257"/>
              <a:ext cx="258" cy="204"/>
            </a:xfrm>
            <a:custGeom>
              <a:rect b="b" l="l" r="r" t="t"/>
              <a:pathLst>
                <a:path extrusionOk="0" h="15" w="19">
                  <a:moveTo>
                    <a:pt x="1" y="1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1" name="Google Shape;4171;p95"/>
            <p:cNvSpPr/>
            <p:nvPr/>
          </p:nvSpPr>
          <p:spPr>
            <a:xfrm>
              <a:off x="1954564" y="1972161"/>
              <a:ext cx="109" cy="163"/>
            </a:xfrm>
            <a:custGeom>
              <a:rect b="b" l="l" r="r" t="t"/>
              <a:pathLst>
                <a:path extrusionOk="0" h="12" w="8">
                  <a:moveTo>
                    <a:pt x="0" y="1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2" name="Google Shape;4172;p95"/>
            <p:cNvSpPr/>
            <p:nvPr/>
          </p:nvSpPr>
          <p:spPr>
            <a:xfrm>
              <a:off x="1950382" y="1976357"/>
              <a:ext cx="204" cy="149"/>
            </a:xfrm>
            <a:custGeom>
              <a:rect b="b" l="l" r="r" t="t"/>
              <a:pathLst>
                <a:path extrusionOk="0" h="11" w="15">
                  <a:moveTo>
                    <a:pt x="0" y="11"/>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3" name="Google Shape;4173;p95"/>
            <p:cNvSpPr/>
            <p:nvPr/>
          </p:nvSpPr>
          <p:spPr>
            <a:xfrm>
              <a:off x="1954319" y="1972501"/>
              <a:ext cx="109" cy="149"/>
            </a:xfrm>
            <a:custGeom>
              <a:rect b="b" l="l" r="r" t="t"/>
              <a:pathLst>
                <a:path extrusionOk="0" h="11" w="8">
                  <a:moveTo>
                    <a:pt x="1" y="11"/>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4" name="Google Shape;4174;p95"/>
            <p:cNvSpPr/>
            <p:nvPr/>
          </p:nvSpPr>
          <p:spPr>
            <a:xfrm>
              <a:off x="1955039" y="1971360"/>
              <a:ext cx="54" cy="109"/>
            </a:xfrm>
            <a:custGeom>
              <a:rect b="b" l="l" r="r" t="t"/>
              <a:pathLst>
                <a:path extrusionOk="0" h="8" w="4">
                  <a:moveTo>
                    <a:pt x="0"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5" name="Google Shape;4175;p95"/>
            <p:cNvSpPr/>
            <p:nvPr/>
          </p:nvSpPr>
          <p:spPr>
            <a:xfrm>
              <a:off x="1954889" y="1971591"/>
              <a:ext cx="68" cy="163"/>
            </a:xfrm>
            <a:custGeom>
              <a:rect b="b" l="l" r="r" t="t"/>
              <a:pathLst>
                <a:path extrusionOk="0" h="12" w="5">
                  <a:moveTo>
                    <a:pt x="1" y="1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6" name="Google Shape;4176;p95"/>
            <p:cNvSpPr/>
            <p:nvPr/>
          </p:nvSpPr>
          <p:spPr>
            <a:xfrm>
              <a:off x="1955134" y="1971116"/>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7" name="Google Shape;4177;p95"/>
            <p:cNvSpPr/>
            <p:nvPr/>
          </p:nvSpPr>
          <p:spPr>
            <a:xfrm>
              <a:off x="1952608" y="1974347"/>
              <a:ext cx="204" cy="204"/>
            </a:xfrm>
            <a:custGeom>
              <a:rect b="b" l="l" r="r" t="t"/>
              <a:pathLst>
                <a:path extrusionOk="0" h="15" w="15">
                  <a:moveTo>
                    <a:pt x="1" y="15"/>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8" name="Google Shape;4178;p95"/>
            <p:cNvSpPr/>
            <p:nvPr/>
          </p:nvSpPr>
          <p:spPr>
            <a:xfrm>
              <a:off x="1952092" y="1974782"/>
              <a:ext cx="244" cy="204"/>
            </a:xfrm>
            <a:custGeom>
              <a:rect b="b" l="l" r="r" t="t"/>
              <a:pathLst>
                <a:path extrusionOk="0" h="15" w="18">
                  <a:moveTo>
                    <a:pt x="0" y="1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95"/>
            <p:cNvSpPr/>
            <p:nvPr/>
          </p:nvSpPr>
          <p:spPr>
            <a:xfrm>
              <a:off x="1950993" y="1975786"/>
              <a:ext cx="204" cy="190"/>
            </a:xfrm>
            <a:custGeom>
              <a:rect b="b" l="l" r="r" t="t"/>
              <a:pathLst>
                <a:path extrusionOk="0" h="14" w="15">
                  <a:moveTo>
                    <a:pt x="1" y="14"/>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0" name="Google Shape;4180;p95"/>
            <p:cNvSpPr/>
            <p:nvPr/>
          </p:nvSpPr>
          <p:spPr>
            <a:xfrm>
              <a:off x="1969526" y="1981204"/>
              <a:ext cx="109" cy="299"/>
            </a:xfrm>
            <a:custGeom>
              <a:rect b="b" l="l" r="r" t="t"/>
              <a:pathLst>
                <a:path extrusionOk="0" h="22" w="8">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1" name="Google Shape;4181;p95"/>
            <p:cNvSpPr/>
            <p:nvPr/>
          </p:nvSpPr>
          <p:spPr>
            <a:xfrm>
              <a:off x="1954034" y="1972827"/>
              <a:ext cx="163" cy="163"/>
            </a:xfrm>
            <a:custGeom>
              <a:rect b="b" l="l" r="r" t="t"/>
              <a:pathLst>
                <a:path extrusionOk="0" h="12" w="12">
                  <a:moveTo>
                    <a:pt x="1" y="1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2" name="Google Shape;4182;p95"/>
            <p:cNvSpPr/>
            <p:nvPr/>
          </p:nvSpPr>
          <p:spPr>
            <a:xfrm>
              <a:off x="1953369" y="1973546"/>
              <a:ext cx="204" cy="204"/>
            </a:xfrm>
            <a:custGeom>
              <a:rect b="b" l="l" r="r" t="t"/>
              <a:pathLst>
                <a:path extrusionOk="0" h="15" w="15">
                  <a:moveTo>
                    <a:pt x="1" y="14"/>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3" name="Google Shape;4183;p95"/>
            <p:cNvSpPr/>
            <p:nvPr/>
          </p:nvSpPr>
          <p:spPr>
            <a:xfrm>
              <a:off x="1952989" y="1973926"/>
              <a:ext cx="204" cy="204"/>
            </a:xfrm>
            <a:custGeom>
              <a:rect b="b" l="l" r="r" t="t"/>
              <a:pathLst>
                <a:path extrusionOk="0" h="15" w="15">
                  <a:moveTo>
                    <a:pt x="15" y="0"/>
                  </a:move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4" name="Google Shape;4184;p95"/>
            <p:cNvSpPr/>
            <p:nvPr/>
          </p:nvSpPr>
          <p:spPr>
            <a:xfrm>
              <a:off x="1962968" y="1989228"/>
              <a:ext cx="299" cy="258"/>
            </a:xfrm>
            <a:custGeom>
              <a:rect b="b" l="l" r="r" t="t"/>
              <a:pathLst>
                <a:path extrusionOk="0" h="19" w="22">
                  <a:moveTo>
                    <a:pt x="1" y="18"/>
                  </a:moveTo>
                  <a:cubicBezTo>
                    <a:pt x="8" y="11"/>
                    <a:pt x="15" y="4"/>
                    <a:pt x="22" y="1"/>
                  </a:cubicBezTo>
                  <a:cubicBezTo>
                    <a:pt x="15" y="4"/>
                    <a:pt x="8" y="11"/>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5" name="Google Shape;4185;p95"/>
            <p:cNvSpPr/>
            <p:nvPr/>
          </p:nvSpPr>
          <p:spPr>
            <a:xfrm>
              <a:off x="1961828" y="1990518"/>
              <a:ext cx="394" cy="625"/>
            </a:xfrm>
            <a:custGeom>
              <a:rect b="b" l="l" r="r" t="t"/>
              <a:pathLst>
                <a:path extrusionOk="0" h="46" w="29">
                  <a:moveTo>
                    <a:pt x="29" y="0"/>
                  </a:moveTo>
                  <a:cubicBezTo>
                    <a:pt x="18" y="14"/>
                    <a:pt x="11" y="28"/>
                    <a:pt x="1" y="46"/>
                  </a:cubicBezTo>
                  <a:cubicBezTo>
                    <a:pt x="11" y="28"/>
                    <a:pt x="22" y="14"/>
                    <a:pt x="2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95"/>
            <p:cNvSpPr/>
            <p:nvPr/>
          </p:nvSpPr>
          <p:spPr>
            <a:xfrm>
              <a:off x="1962262" y="1989988"/>
              <a:ext cx="339" cy="448"/>
            </a:xfrm>
            <a:custGeom>
              <a:rect b="b" l="l" r="r" t="t"/>
              <a:pathLst>
                <a:path extrusionOk="0" h="33" w="25">
                  <a:moveTo>
                    <a:pt x="25" y="1"/>
                  </a:moveTo>
                  <a:cubicBezTo>
                    <a:pt x="14" y="11"/>
                    <a:pt x="7" y="22"/>
                    <a:pt x="0" y="32"/>
                  </a:cubicBezTo>
                  <a:cubicBezTo>
                    <a:pt x="7" y="22"/>
                    <a:pt x="14" y="11"/>
                    <a:pt x="2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7" name="Google Shape;4187;p95"/>
            <p:cNvSpPr/>
            <p:nvPr/>
          </p:nvSpPr>
          <p:spPr>
            <a:xfrm>
              <a:off x="1969675" y="1981720"/>
              <a:ext cx="14" cy="163"/>
            </a:xfrm>
            <a:custGeom>
              <a:rect b="b" l="l" r="r" t="t"/>
              <a:pathLst>
                <a:path extrusionOk="0" h="12" w="1">
                  <a:moveTo>
                    <a:pt x="0" y="1"/>
                  </a:moveTo>
                  <a:lnTo>
                    <a:pt x="0" y="11"/>
                  </a:lnTo>
                  <a:cubicBezTo>
                    <a:pt x="0" y="8"/>
                    <a:pt x="0"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8" name="Google Shape;4188;p95"/>
            <p:cNvSpPr/>
            <p:nvPr/>
          </p:nvSpPr>
          <p:spPr>
            <a:xfrm>
              <a:off x="1969621" y="1981530"/>
              <a:ext cx="68" cy="163"/>
            </a:xfrm>
            <a:custGeom>
              <a:rect b="b" l="l" r="r" t="t"/>
              <a:pathLst>
                <a:path extrusionOk="0" h="12" w="5">
                  <a:moveTo>
                    <a:pt x="1" y="1"/>
                  </a:moveTo>
                  <a:cubicBezTo>
                    <a:pt x="1" y="4"/>
                    <a:pt x="4" y="8"/>
                    <a:pt x="4" y="11"/>
                  </a:cubicBezTo>
                  <a:cubicBezTo>
                    <a:pt x="4" y="8"/>
                    <a:pt x="1"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95"/>
            <p:cNvSpPr/>
            <p:nvPr/>
          </p:nvSpPr>
          <p:spPr>
            <a:xfrm>
              <a:off x="1969675" y="1982005"/>
              <a:ext cx="14" cy="163"/>
            </a:xfrm>
            <a:custGeom>
              <a:rect b="b" l="l" r="r" t="t"/>
              <a:pathLst>
                <a:path extrusionOk="0" h="12" w="1">
                  <a:moveTo>
                    <a:pt x="0"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0" name="Google Shape;4190;p95"/>
            <p:cNvSpPr/>
            <p:nvPr/>
          </p:nvSpPr>
          <p:spPr>
            <a:xfrm>
              <a:off x="1962588" y="1989568"/>
              <a:ext cx="353" cy="394"/>
            </a:xfrm>
            <a:custGeom>
              <a:rect b="b" l="l" r="r" t="t"/>
              <a:pathLst>
                <a:path extrusionOk="0" h="29" w="26">
                  <a:moveTo>
                    <a:pt x="25" y="0"/>
                  </a:moveTo>
                  <a:lnTo>
                    <a:pt x="25" y="0"/>
                  </a:lnTo>
                  <a:cubicBezTo>
                    <a:pt x="18" y="7"/>
                    <a:pt x="8" y="18"/>
                    <a:pt x="1" y="28"/>
                  </a:cubicBezTo>
                  <a:cubicBezTo>
                    <a:pt x="11" y="18"/>
                    <a:pt x="18" y="7"/>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1" name="Google Shape;4191;p95"/>
            <p:cNvSpPr/>
            <p:nvPr/>
          </p:nvSpPr>
          <p:spPr>
            <a:xfrm>
              <a:off x="1969580" y="1981394"/>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2" name="Google Shape;4192;p95"/>
            <p:cNvSpPr/>
            <p:nvPr/>
          </p:nvSpPr>
          <p:spPr>
            <a:xfrm>
              <a:off x="1922385" y="1832082"/>
              <a:ext cx="60230" cy="48838"/>
            </a:xfrm>
            <a:custGeom>
              <a:rect b="b" l="l" r="r" t="t"/>
              <a:pathLst>
                <a:path extrusionOk="0" h="3597" w="4436">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3" name="Google Shape;4193;p95"/>
            <p:cNvSpPr/>
            <p:nvPr/>
          </p:nvSpPr>
          <p:spPr>
            <a:xfrm>
              <a:off x="1982370" y="1833793"/>
              <a:ext cx="14" cy="163"/>
            </a:xfrm>
            <a:custGeom>
              <a:rect b="b" l="l" r="r" t="t"/>
              <a:pathLst>
                <a:path extrusionOk="0" h="12" w="1">
                  <a:moveTo>
                    <a:pt x="0"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4" name="Google Shape;4194;p95"/>
            <p:cNvSpPr/>
            <p:nvPr/>
          </p:nvSpPr>
          <p:spPr>
            <a:xfrm>
              <a:off x="1982275" y="1833508"/>
              <a:ext cx="14" cy="109"/>
            </a:xfrm>
            <a:custGeom>
              <a:rect b="b" l="l" r="r" t="t"/>
              <a:pathLst>
                <a:path extrusionOk="0" h="8" w="1">
                  <a:moveTo>
                    <a:pt x="0"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5" name="Google Shape;4195;p95"/>
            <p:cNvSpPr/>
            <p:nvPr/>
          </p:nvSpPr>
          <p:spPr>
            <a:xfrm>
              <a:off x="1982465" y="1834078"/>
              <a:ext cx="54" cy="163"/>
            </a:xfrm>
            <a:custGeom>
              <a:rect b="b" l="l" r="r" t="t"/>
              <a:pathLst>
                <a:path extrusionOk="0" h="12" w="4">
                  <a:moveTo>
                    <a:pt x="0" y="1"/>
                  </a:moveTo>
                  <a:lnTo>
                    <a:pt x="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6" name="Google Shape;4196;p95"/>
            <p:cNvSpPr/>
            <p:nvPr/>
          </p:nvSpPr>
          <p:spPr>
            <a:xfrm>
              <a:off x="1922575" y="1836318"/>
              <a:ext cx="85525" cy="95653"/>
            </a:xfrm>
            <a:custGeom>
              <a:rect b="b" l="l" r="r" t="t"/>
              <a:pathLst>
                <a:path extrusionOk="0" h="7045" w="6299">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7" name="Google Shape;4197;p95"/>
            <p:cNvSpPr/>
            <p:nvPr/>
          </p:nvSpPr>
          <p:spPr>
            <a:xfrm>
              <a:off x="1984366" y="1836088"/>
              <a:ext cx="54" cy="1385"/>
            </a:xfrm>
            <a:custGeom>
              <a:rect b="b" l="l" r="r" t="t"/>
              <a:pathLst>
                <a:path extrusionOk="0" h="102" w="4">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8" name="Google Shape;4198;p95"/>
            <p:cNvSpPr/>
            <p:nvPr/>
          </p:nvSpPr>
          <p:spPr>
            <a:xfrm>
              <a:off x="1984692" y="1836278"/>
              <a:ext cx="23503" cy="15410"/>
            </a:xfrm>
            <a:custGeom>
              <a:rect b="b" l="l" r="r" t="t"/>
              <a:pathLst>
                <a:path extrusionOk="0" h="1135" w="1731">
                  <a:moveTo>
                    <a:pt x="1" y="0"/>
                  </a:moveTo>
                  <a:lnTo>
                    <a:pt x="1" y="0"/>
                  </a:lnTo>
                  <a:cubicBezTo>
                    <a:pt x="141" y="88"/>
                    <a:pt x="862" y="560"/>
                    <a:pt x="1730" y="1134"/>
                  </a:cubicBezTo>
                  <a:cubicBezTo>
                    <a:pt x="809" y="525"/>
                    <a:pt x="137" y="8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9" name="Google Shape;4199;p95"/>
            <p:cNvSpPr/>
            <p:nvPr/>
          </p:nvSpPr>
          <p:spPr>
            <a:xfrm>
              <a:off x="1984502" y="1836183"/>
              <a:ext cx="163" cy="109"/>
            </a:xfrm>
            <a:custGeom>
              <a:rect b="b" l="l" r="r" t="t"/>
              <a:pathLst>
                <a:path extrusionOk="0" h="8" w="12">
                  <a:moveTo>
                    <a:pt x="11"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0" name="Google Shape;4200;p95"/>
            <p:cNvSpPr/>
            <p:nvPr/>
          </p:nvSpPr>
          <p:spPr>
            <a:xfrm>
              <a:off x="1924517" y="1921218"/>
              <a:ext cx="68" cy="54"/>
            </a:xfrm>
            <a:custGeom>
              <a:rect b="b" l="l" r="r" t="t"/>
              <a:pathLst>
                <a:path extrusionOk="0" h="4" w="5">
                  <a:moveTo>
                    <a:pt x="1" y="4"/>
                  </a:moveTo>
                  <a:lnTo>
                    <a:pt x="4" y="0"/>
                  </a:ln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1" name="Google Shape;4201;p95"/>
            <p:cNvSpPr/>
            <p:nvPr/>
          </p:nvSpPr>
          <p:spPr>
            <a:xfrm>
              <a:off x="1953369" y="1928727"/>
              <a:ext cx="3204" cy="3245"/>
            </a:xfrm>
            <a:custGeom>
              <a:rect b="b" l="l" r="r" t="t"/>
              <a:pathLst>
                <a:path extrusionOk="0" h="239" w="236">
                  <a:moveTo>
                    <a:pt x="1" y="0"/>
                  </a:moveTo>
                  <a:cubicBezTo>
                    <a:pt x="102" y="53"/>
                    <a:pt x="183" y="137"/>
                    <a:pt x="235" y="238"/>
                  </a:cubicBezTo>
                  <a:lnTo>
                    <a:pt x="235" y="238"/>
                  </a:lnTo>
                  <a:cubicBezTo>
                    <a:pt x="183" y="137"/>
                    <a:pt x="102" y="53"/>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2" name="Google Shape;4202;p95"/>
            <p:cNvSpPr/>
            <p:nvPr/>
          </p:nvSpPr>
          <p:spPr>
            <a:xfrm>
              <a:off x="1929893" y="1918544"/>
              <a:ext cx="4671" cy="258"/>
            </a:xfrm>
            <a:custGeom>
              <a:rect b="b" l="l" r="r" t="t"/>
              <a:pathLst>
                <a:path extrusionOk="0" h="19" w="344">
                  <a:moveTo>
                    <a:pt x="0" y="15"/>
                  </a:moveTo>
                  <a:cubicBezTo>
                    <a:pt x="116" y="18"/>
                    <a:pt x="231" y="15"/>
                    <a:pt x="343" y="1"/>
                  </a:cubicBezTo>
                  <a:cubicBezTo>
                    <a:pt x="231" y="15"/>
                    <a:pt x="116" y="18"/>
                    <a:pt x="0"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3" name="Google Shape;4203;p95"/>
            <p:cNvSpPr/>
            <p:nvPr/>
          </p:nvSpPr>
          <p:spPr>
            <a:xfrm>
              <a:off x="1983796" y="184544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4" name="Google Shape;4204;p95"/>
            <p:cNvSpPr/>
            <p:nvPr/>
          </p:nvSpPr>
          <p:spPr>
            <a:xfrm>
              <a:off x="1983986" y="1845307"/>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5" name="Google Shape;4205;p95"/>
            <p:cNvSpPr/>
            <p:nvPr/>
          </p:nvSpPr>
          <p:spPr>
            <a:xfrm>
              <a:off x="1984081" y="184515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6" name="Google Shape;4206;p95"/>
            <p:cNvSpPr/>
            <p:nvPr/>
          </p:nvSpPr>
          <p:spPr>
            <a:xfrm>
              <a:off x="1983891" y="184544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95"/>
            <p:cNvSpPr/>
            <p:nvPr/>
          </p:nvSpPr>
          <p:spPr>
            <a:xfrm>
              <a:off x="1984122" y="1845062"/>
              <a:ext cx="14" cy="14"/>
            </a:xfrm>
            <a:custGeom>
              <a:rect b="b" l="l" r="r" t="t"/>
              <a:pathLst>
                <a:path extrusionOk="0" h="1" w="1">
                  <a:moveTo>
                    <a:pt x="1"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8" name="Google Shape;4208;p95"/>
            <p:cNvSpPr/>
            <p:nvPr/>
          </p:nvSpPr>
          <p:spPr>
            <a:xfrm>
              <a:off x="1984366" y="184344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9" name="Google Shape;4209;p95"/>
            <p:cNvSpPr/>
            <p:nvPr/>
          </p:nvSpPr>
          <p:spPr>
            <a:xfrm>
              <a:off x="1983932" y="184540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95"/>
            <p:cNvSpPr/>
            <p:nvPr/>
          </p:nvSpPr>
          <p:spPr>
            <a:xfrm>
              <a:off x="1984027" y="184525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1" name="Google Shape;4211;p95"/>
            <p:cNvSpPr/>
            <p:nvPr/>
          </p:nvSpPr>
          <p:spPr>
            <a:xfrm>
              <a:off x="1984407" y="1840269"/>
              <a:ext cx="14" cy="394"/>
            </a:xfrm>
            <a:custGeom>
              <a:rect b="b" l="l" r="r" t="t"/>
              <a:pathLst>
                <a:path extrusionOk="0" h="29" w="1">
                  <a:moveTo>
                    <a:pt x="1" y="2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2" name="Google Shape;4212;p95"/>
            <p:cNvSpPr/>
            <p:nvPr/>
          </p:nvSpPr>
          <p:spPr>
            <a:xfrm>
              <a:off x="1984407" y="1841790"/>
              <a:ext cx="14" cy="244"/>
            </a:xfrm>
            <a:custGeom>
              <a:rect b="b" l="l" r="r" t="t"/>
              <a:pathLst>
                <a:path extrusionOk="0" h="18" w="1">
                  <a:moveTo>
                    <a:pt x="1" y="1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95"/>
            <p:cNvSpPr/>
            <p:nvPr/>
          </p:nvSpPr>
          <p:spPr>
            <a:xfrm>
              <a:off x="1984217" y="1844736"/>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4" name="Google Shape;4214;p95"/>
            <p:cNvSpPr/>
            <p:nvPr/>
          </p:nvSpPr>
          <p:spPr>
            <a:xfrm>
              <a:off x="1984271" y="184458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5" name="Google Shape;4215;p95"/>
            <p:cNvSpPr/>
            <p:nvPr/>
          </p:nvSpPr>
          <p:spPr>
            <a:xfrm>
              <a:off x="1984366" y="184373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6" name="Google Shape;4216;p95"/>
            <p:cNvSpPr/>
            <p:nvPr/>
          </p:nvSpPr>
          <p:spPr>
            <a:xfrm>
              <a:off x="1984366" y="1843976"/>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7" name="Google Shape;4217;p95"/>
            <p:cNvSpPr/>
            <p:nvPr/>
          </p:nvSpPr>
          <p:spPr>
            <a:xfrm>
              <a:off x="1984407" y="1842781"/>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8" name="Google Shape;4218;p95"/>
            <p:cNvSpPr/>
            <p:nvPr/>
          </p:nvSpPr>
          <p:spPr>
            <a:xfrm>
              <a:off x="1984312" y="1844397"/>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9" name="Google Shape;4219;p95"/>
            <p:cNvSpPr/>
            <p:nvPr/>
          </p:nvSpPr>
          <p:spPr>
            <a:xfrm>
              <a:off x="1984176" y="1844967"/>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0" name="Google Shape;4220;p95"/>
            <p:cNvSpPr/>
            <p:nvPr/>
          </p:nvSpPr>
          <p:spPr>
            <a:xfrm>
              <a:off x="1983986" y="1845307"/>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1" name="Google Shape;4221;p95"/>
            <p:cNvSpPr/>
            <p:nvPr/>
          </p:nvSpPr>
          <p:spPr>
            <a:xfrm>
              <a:off x="1984176" y="1844831"/>
              <a:ext cx="14" cy="54"/>
            </a:xfrm>
            <a:custGeom>
              <a:rect b="b" l="l" r="r" t="t"/>
              <a:pathLst>
                <a:path extrusionOk="0" h="4" w="1">
                  <a:moveTo>
                    <a:pt x="0"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2" name="Google Shape;4222;p95"/>
            <p:cNvSpPr/>
            <p:nvPr/>
          </p:nvSpPr>
          <p:spPr>
            <a:xfrm>
              <a:off x="1984407" y="1842971"/>
              <a:ext cx="14" cy="163"/>
            </a:xfrm>
            <a:custGeom>
              <a:rect b="b" l="l" r="r" t="t"/>
              <a:pathLst>
                <a:path extrusionOk="0" h="12" w="1">
                  <a:moveTo>
                    <a:pt x="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3" name="Google Shape;4223;p95"/>
            <p:cNvSpPr/>
            <p:nvPr/>
          </p:nvSpPr>
          <p:spPr>
            <a:xfrm>
              <a:off x="1984407" y="1840785"/>
              <a:ext cx="14" cy="353"/>
            </a:xfrm>
            <a:custGeom>
              <a:rect b="b" l="l" r="r" t="t"/>
              <a:pathLst>
                <a:path extrusionOk="0" h="26" w="1">
                  <a:moveTo>
                    <a:pt x="1" y="1"/>
                  </a:moveTo>
                  <a:lnTo>
                    <a:pt x="1"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4" name="Google Shape;4224;p95"/>
            <p:cNvSpPr/>
            <p:nvPr/>
          </p:nvSpPr>
          <p:spPr>
            <a:xfrm>
              <a:off x="1984407" y="1837459"/>
              <a:ext cx="68" cy="2729"/>
            </a:xfrm>
            <a:custGeom>
              <a:rect b="b" l="l" r="r" t="t"/>
              <a:pathLst>
                <a:path extrusionOk="0" h="201" w="5">
                  <a:moveTo>
                    <a:pt x="1" y="1"/>
                  </a:moveTo>
                  <a:cubicBezTo>
                    <a:pt x="1" y="78"/>
                    <a:pt x="1" y="144"/>
                    <a:pt x="4" y="200"/>
                  </a:cubicBezTo>
                  <a:cubicBezTo>
                    <a:pt x="4" y="144"/>
                    <a:pt x="4" y="7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5" name="Google Shape;4225;p95"/>
            <p:cNvSpPr/>
            <p:nvPr/>
          </p:nvSpPr>
          <p:spPr>
            <a:xfrm>
              <a:off x="1984407" y="1841315"/>
              <a:ext cx="14" cy="299"/>
            </a:xfrm>
            <a:custGeom>
              <a:rect b="b" l="l" r="r" t="t"/>
              <a:pathLst>
                <a:path extrusionOk="0" h="22" w="1">
                  <a:moveTo>
                    <a:pt x="1" y="2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6" name="Google Shape;4226;p95"/>
            <p:cNvSpPr/>
            <p:nvPr/>
          </p:nvSpPr>
          <p:spPr>
            <a:xfrm>
              <a:off x="1984407" y="1842211"/>
              <a:ext cx="14" cy="258"/>
            </a:xfrm>
            <a:custGeom>
              <a:rect b="b" l="l" r="r" t="t"/>
              <a:pathLst>
                <a:path extrusionOk="0" h="19" w="1">
                  <a:moveTo>
                    <a:pt x="1" y="1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7" name="Google Shape;4227;p95"/>
            <p:cNvSpPr/>
            <p:nvPr/>
          </p:nvSpPr>
          <p:spPr>
            <a:xfrm>
              <a:off x="1984366" y="1836128"/>
              <a:ext cx="14" cy="1344"/>
            </a:xfrm>
            <a:custGeom>
              <a:rect b="b" l="l" r="r" t="t"/>
              <a:pathLst>
                <a:path extrusionOk="0" h="99" w="1">
                  <a:moveTo>
                    <a:pt x="0" y="1"/>
                  </a:moveTo>
                  <a:lnTo>
                    <a:pt x="0" y="1"/>
                  </a:lnTo>
                  <a:lnTo>
                    <a:pt x="0" y="99"/>
                  </a:lnTo>
                  <a:lnTo>
                    <a:pt x="0" y="99"/>
                  </a:lnTo>
                  <a:cubicBezTo>
                    <a:pt x="0" y="67"/>
                    <a:pt x="0" y="36"/>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8" name="Google Shape;4228;p95"/>
            <p:cNvSpPr/>
            <p:nvPr/>
          </p:nvSpPr>
          <p:spPr>
            <a:xfrm>
              <a:off x="1957170" y="1853426"/>
              <a:ext cx="121505" cy="113481"/>
            </a:xfrm>
            <a:custGeom>
              <a:rect b="b" l="l" r="r" t="t"/>
              <a:pathLst>
                <a:path extrusionOk="0" h="8358" w="8949">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9" name="Google Shape;4229;p95"/>
            <p:cNvSpPr/>
            <p:nvPr/>
          </p:nvSpPr>
          <p:spPr>
            <a:xfrm>
              <a:off x="2072674" y="1899590"/>
              <a:ext cx="14" cy="204"/>
            </a:xfrm>
            <a:custGeom>
              <a:rect b="b" l="l" r="r" t="t"/>
              <a:pathLst>
                <a:path extrusionOk="0" h="15" w="1">
                  <a:moveTo>
                    <a:pt x="1" y="14"/>
                  </a:moveTo>
                  <a:lnTo>
                    <a:pt x="1" y="0"/>
                  </a:lnTo>
                  <a:cubicBezTo>
                    <a:pt x="1" y="4"/>
                    <a:pt x="1" y="11"/>
                    <a:pt x="1"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0" name="Google Shape;4230;p95"/>
            <p:cNvSpPr/>
            <p:nvPr/>
          </p:nvSpPr>
          <p:spPr>
            <a:xfrm>
              <a:off x="2072729" y="1900635"/>
              <a:ext cx="14" cy="1154"/>
            </a:xfrm>
            <a:custGeom>
              <a:rect b="b" l="l" r="r" t="t"/>
              <a:pathLst>
                <a:path extrusionOk="0" h="85" w="1">
                  <a:moveTo>
                    <a:pt x="0" y="0"/>
                  </a:moveTo>
                  <a:lnTo>
                    <a:pt x="0" y="84"/>
                  </a:lnTo>
                  <a:lnTo>
                    <a:pt x="0" y="8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95"/>
            <p:cNvSpPr/>
            <p:nvPr/>
          </p:nvSpPr>
          <p:spPr>
            <a:xfrm>
              <a:off x="2055607" y="1883514"/>
              <a:ext cx="299" cy="204"/>
            </a:xfrm>
            <a:custGeom>
              <a:rect b="b" l="l" r="r" t="t"/>
              <a:pathLst>
                <a:path extrusionOk="0" h="15" w="22">
                  <a:moveTo>
                    <a:pt x="22"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2" name="Google Shape;4232;p95"/>
            <p:cNvSpPr/>
            <p:nvPr/>
          </p:nvSpPr>
          <p:spPr>
            <a:xfrm>
              <a:off x="2070298" y="1894172"/>
              <a:ext cx="299" cy="244"/>
            </a:xfrm>
            <a:custGeom>
              <a:rect b="b" l="l" r="r" t="t"/>
              <a:pathLst>
                <a:path extrusionOk="0" h="18" w="22">
                  <a:moveTo>
                    <a:pt x="1" y="0"/>
                  </a:moveTo>
                  <a:cubicBezTo>
                    <a:pt x="8" y="7"/>
                    <a:pt x="15" y="11"/>
                    <a:pt x="22" y="18"/>
                  </a:cubicBezTo>
                  <a:cubicBezTo>
                    <a:pt x="15" y="11"/>
                    <a:pt x="8"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3" name="Google Shape;4233;p95"/>
            <p:cNvSpPr/>
            <p:nvPr/>
          </p:nvSpPr>
          <p:spPr>
            <a:xfrm>
              <a:off x="2072104" y="1897023"/>
              <a:ext cx="68" cy="204"/>
            </a:xfrm>
            <a:custGeom>
              <a:rect b="b" l="l" r="r" t="t"/>
              <a:pathLst>
                <a:path extrusionOk="0" h="15" w="5">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95"/>
            <p:cNvSpPr/>
            <p:nvPr/>
          </p:nvSpPr>
          <p:spPr>
            <a:xfrm>
              <a:off x="2056042" y="1883799"/>
              <a:ext cx="109" cy="109"/>
            </a:xfrm>
            <a:custGeom>
              <a:rect b="b" l="l" r="r" t="t"/>
              <a:pathLst>
                <a:path extrusionOk="0" h="8" w="8">
                  <a:moveTo>
                    <a:pt x="7"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5" name="Google Shape;4235;p95"/>
            <p:cNvSpPr/>
            <p:nvPr/>
          </p:nvSpPr>
          <p:spPr>
            <a:xfrm>
              <a:off x="2072443" y="1898164"/>
              <a:ext cx="54" cy="204"/>
            </a:xfrm>
            <a:custGeom>
              <a:rect b="b" l="l" r="r" t="t"/>
              <a:pathLst>
                <a:path extrusionOk="0" h="15" w="4">
                  <a:moveTo>
                    <a:pt x="4"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6" name="Google Shape;4236;p95"/>
            <p:cNvSpPr/>
            <p:nvPr/>
          </p:nvSpPr>
          <p:spPr>
            <a:xfrm>
              <a:off x="2072633" y="1899155"/>
              <a:ext cx="14" cy="204"/>
            </a:xfrm>
            <a:custGeom>
              <a:rect b="b" l="l" r="r" t="t"/>
              <a:pathLst>
                <a:path extrusionOk="0" h="15" w="1">
                  <a:moveTo>
                    <a:pt x="0" y="15"/>
                  </a:moveTo>
                  <a:lnTo>
                    <a:pt x="0" y="1"/>
                  </a:lnTo>
                  <a:cubicBezTo>
                    <a:pt x="0" y="4"/>
                    <a:pt x="0" y="11"/>
                    <a:pt x="0"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7" name="Google Shape;4237;p95"/>
            <p:cNvSpPr/>
            <p:nvPr/>
          </p:nvSpPr>
          <p:spPr>
            <a:xfrm>
              <a:off x="2071588" y="1895829"/>
              <a:ext cx="109" cy="204"/>
            </a:xfrm>
            <a:custGeom>
              <a:rect b="b" l="l" r="r" t="t"/>
              <a:pathLst>
                <a:path extrusionOk="0" h="15" w="8">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8" name="Google Shape;4238;p95"/>
            <p:cNvSpPr/>
            <p:nvPr/>
          </p:nvSpPr>
          <p:spPr>
            <a:xfrm>
              <a:off x="2071208" y="1895218"/>
              <a:ext cx="204" cy="244"/>
            </a:xfrm>
            <a:custGeom>
              <a:rect b="b" l="l" r="r" t="t"/>
              <a:pathLst>
                <a:path extrusionOk="0" h="18" w="15">
                  <a:moveTo>
                    <a:pt x="14" y="18"/>
                  </a:moveTo>
                  <a:cubicBezTo>
                    <a:pt x="11" y="11"/>
                    <a:pt x="4" y="7"/>
                    <a:pt x="0" y="0"/>
                  </a:cubicBezTo>
                  <a:cubicBezTo>
                    <a:pt x="4" y="7"/>
                    <a:pt x="11" y="11"/>
                    <a:pt x="14"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9" name="Google Shape;4239;p95"/>
            <p:cNvSpPr/>
            <p:nvPr/>
          </p:nvSpPr>
          <p:spPr>
            <a:xfrm>
              <a:off x="2072253" y="1897594"/>
              <a:ext cx="109" cy="204"/>
            </a:xfrm>
            <a:custGeom>
              <a:rect b="b" l="l" r="r" t="t"/>
              <a:pathLst>
                <a:path extrusionOk="0" h="15" w="8">
                  <a:moveTo>
                    <a:pt x="7"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0" name="Google Shape;4240;p95"/>
            <p:cNvSpPr/>
            <p:nvPr/>
          </p:nvSpPr>
          <p:spPr>
            <a:xfrm>
              <a:off x="2060848" y="1890642"/>
              <a:ext cx="679" cy="448"/>
            </a:xfrm>
            <a:custGeom>
              <a:rect b="b" l="l" r="r" t="t"/>
              <a:pathLst>
                <a:path extrusionOk="0" h="33" w="50">
                  <a:moveTo>
                    <a:pt x="0" y="1"/>
                  </a:moveTo>
                  <a:lnTo>
                    <a:pt x="18" y="29"/>
                  </a:lnTo>
                  <a:lnTo>
                    <a:pt x="49" y="33"/>
                  </a:lnTo>
                  <a:lnTo>
                    <a:pt x="18"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1" name="Google Shape;4241;p95"/>
            <p:cNvSpPr/>
            <p:nvPr/>
          </p:nvSpPr>
          <p:spPr>
            <a:xfrm>
              <a:off x="2072729" y="1899915"/>
              <a:ext cx="14" cy="204"/>
            </a:xfrm>
            <a:custGeom>
              <a:rect b="b" l="l" r="r" t="t"/>
              <a:pathLst>
                <a:path extrusionOk="0" h="15" w="1">
                  <a:moveTo>
                    <a:pt x="0" y="15"/>
                  </a:moveTo>
                  <a:lnTo>
                    <a:pt x="0" y="1"/>
                  </a:lnTo>
                  <a:cubicBezTo>
                    <a:pt x="0" y="8"/>
                    <a:pt x="0" y="11"/>
                    <a:pt x="0"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2" name="Google Shape;4242;p95"/>
            <p:cNvSpPr/>
            <p:nvPr/>
          </p:nvSpPr>
          <p:spPr>
            <a:xfrm>
              <a:off x="2073815" y="1900445"/>
              <a:ext cx="5010" cy="1100"/>
            </a:xfrm>
            <a:custGeom>
              <a:rect b="b" l="l" r="r" t="t"/>
              <a:pathLst>
                <a:path extrusionOk="0" h="81" w="369">
                  <a:moveTo>
                    <a:pt x="368" y="0"/>
                  </a:moveTo>
                  <a:cubicBezTo>
                    <a:pt x="193" y="35"/>
                    <a:pt x="4" y="81"/>
                    <a:pt x="1" y="81"/>
                  </a:cubicBezTo>
                  <a:cubicBezTo>
                    <a:pt x="4" y="81"/>
                    <a:pt x="193" y="39"/>
                    <a:pt x="36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3" name="Google Shape;4243;p95"/>
            <p:cNvSpPr/>
            <p:nvPr/>
          </p:nvSpPr>
          <p:spPr>
            <a:xfrm>
              <a:off x="2010883" y="1853426"/>
              <a:ext cx="44738" cy="30101"/>
            </a:xfrm>
            <a:custGeom>
              <a:rect b="b" l="l" r="r" t="t"/>
              <a:pathLst>
                <a:path extrusionOk="0" h="2217" w="3295">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4" name="Google Shape;4244;p95"/>
            <p:cNvSpPr/>
            <p:nvPr/>
          </p:nvSpPr>
          <p:spPr>
            <a:xfrm>
              <a:off x="2069538" y="1893602"/>
              <a:ext cx="584" cy="394"/>
            </a:xfrm>
            <a:custGeom>
              <a:rect b="b" l="l" r="r" t="t"/>
              <a:pathLst>
                <a:path extrusionOk="0" h="29" w="43">
                  <a:moveTo>
                    <a:pt x="43" y="28"/>
                  </a:moveTo>
                  <a:cubicBezTo>
                    <a:pt x="29" y="18"/>
                    <a:pt x="15" y="7"/>
                    <a:pt x="1" y="0"/>
                  </a:cubicBezTo>
                  <a:cubicBezTo>
                    <a:pt x="15" y="7"/>
                    <a:pt x="29" y="18"/>
                    <a:pt x="43"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5" name="Google Shape;4245;p95"/>
            <p:cNvSpPr/>
            <p:nvPr/>
          </p:nvSpPr>
          <p:spPr>
            <a:xfrm>
              <a:off x="2070828" y="1894647"/>
              <a:ext cx="204" cy="299"/>
            </a:xfrm>
            <a:custGeom>
              <a:rect b="b" l="l" r="r" t="t"/>
              <a:pathLst>
                <a:path extrusionOk="0" h="22" w="15">
                  <a:moveTo>
                    <a:pt x="0" y="0"/>
                  </a:moveTo>
                  <a:cubicBezTo>
                    <a:pt x="4" y="11"/>
                    <a:pt x="7" y="14"/>
                    <a:pt x="14" y="21"/>
                  </a:cubicBezTo>
                  <a:cubicBezTo>
                    <a:pt x="7" y="14"/>
                    <a:pt x="4"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95"/>
            <p:cNvSpPr/>
            <p:nvPr/>
          </p:nvSpPr>
          <p:spPr>
            <a:xfrm>
              <a:off x="2072729" y="1900255"/>
              <a:ext cx="14" cy="149"/>
            </a:xfrm>
            <a:custGeom>
              <a:rect b="b" l="l" r="r" t="t"/>
              <a:pathLst>
                <a:path extrusionOk="0" h="11" w="1">
                  <a:moveTo>
                    <a:pt x="0" y="11"/>
                  </a:moveTo>
                  <a:lnTo>
                    <a:pt x="0" y="0"/>
                  </a:lnTo>
                  <a:cubicBezTo>
                    <a:pt x="0" y="4"/>
                    <a:pt x="0" y="7"/>
                    <a:pt x="0"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7" name="Google Shape;4247;p95"/>
            <p:cNvSpPr/>
            <p:nvPr/>
          </p:nvSpPr>
          <p:spPr>
            <a:xfrm>
              <a:off x="2072729" y="1900486"/>
              <a:ext cx="14" cy="109"/>
            </a:xfrm>
            <a:custGeom>
              <a:rect b="b" l="l" r="r" t="t"/>
              <a:pathLst>
                <a:path extrusionOk="0" h="8" w="1">
                  <a:moveTo>
                    <a:pt x="0"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8" name="Google Shape;4248;p95"/>
            <p:cNvSpPr/>
            <p:nvPr/>
          </p:nvSpPr>
          <p:spPr>
            <a:xfrm>
              <a:off x="2079042" y="1900391"/>
              <a:ext cx="68" cy="14"/>
            </a:xfrm>
            <a:custGeom>
              <a:rect b="b" l="l" r="r" t="t"/>
              <a:pathLst>
                <a:path extrusionOk="0" h="1" w="5">
                  <a:moveTo>
                    <a:pt x="1" y="1"/>
                  </a:moveTo>
                  <a:lnTo>
                    <a:pt x="4" y="1"/>
                  </a:ln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95"/>
            <p:cNvSpPr/>
            <p:nvPr/>
          </p:nvSpPr>
          <p:spPr>
            <a:xfrm>
              <a:off x="2072538" y="1898680"/>
              <a:ext cx="54" cy="204"/>
            </a:xfrm>
            <a:custGeom>
              <a:rect b="b" l="l" r="r" t="t"/>
              <a:pathLst>
                <a:path extrusionOk="0" h="15" w="4">
                  <a:moveTo>
                    <a:pt x="0" y="1"/>
                  </a:moveTo>
                  <a:cubicBezTo>
                    <a:pt x="0" y="4"/>
                    <a:pt x="0" y="11"/>
                    <a:pt x="4" y="15"/>
                  </a:cubicBezTo>
                  <a:cubicBezTo>
                    <a:pt x="4" y="11"/>
                    <a:pt x="4"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0" name="Google Shape;4250;p95"/>
            <p:cNvSpPr/>
            <p:nvPr/>
          </p:nvSpPr>
          <p:spPr>
            <a:xfrm>
              <a:off x="2071873" y="1896453"/>
              <a:ext cx="109" cy="149"/>
            </a:xfrm>
            <a:custGeom>
              <a:rect b="b" l="l" r="r" t="t"/>
              <a:pathLst>
                <a:path extrusionOk="0" h="11" w="8">
                  <a:moveTo>
                    <a:pt x="7"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1" name="Google Shape;4251;p95"/>
            <p:cNvSpPr/>
            <p:nvPr/>
          </p:nvSpPr>
          <p:spPr>
            <a:xfrm>
              <a:off x="1964013" y="1946120"/>
              <a:ext cx="109" cy="1534"/>
            </a:xfrm>
            <a:custGeom>
              <a:rect b="b" l="l" r="r" t="t"/>
              <a:pathLst>
                <a:path extrusionOk="0" h="113" w="8">
                  <a:moveTo>
                    <a:pt x="1" y="0"/>
                  </a:moveTo>
                  <a:cubicBezTo>
                    <a:pt x="4" y="35"/>
                    <a:pt x="8" y="74"/>
                    <a:pt x="8" y="113"/>
                  </a:cubicBezTo>
                  <a:cubicBezTo>
                    <a:pt x="8" y="70"/>
                    <a:pt x="4" y="28"/>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2" name="Google Shape;4252;p95"/>
            <p:cNvSpPr/>
            <p:nvPr/>
          </p:nvSpPr>
          <p:spPr>
            <a:xfrm>
              <a:off x="1964013" y="1950872"/>
              <a:ext cx="14" cy="543"/>
            </a:xfrm>
            <a:custGeom>
              <a:rect b="b" l="l" r="r" t="t"/>
              <a:pathLst>
                <a:path extrusionOk="0" h="40" w="1">
                  <a:moveTo>
                    <a:pt x="1" y="39"/>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3" name="Google Shape;4253;p95"/>
            <p:cNvSpPr/>
            <p:nvPr/>
          </p:nvSpPr>
          <p:spPr>
            <a:xfrm>
              <a:off x="1957361" y="1933683"/>
              <a:ext cx="1629" cy="2702"/>
            </a:xfrm>
            <a:custGeom>
              <a:rect b="b" l="l" r="r" t="t"/>
              <a:pathLst>
                <a:path extrusionOk="0" h="199" w="120">
                  <a:moveTo>
                    <a:pt x="1" y="0"/>
                  </a:moveTo>
                  <a:cubicBezTo>
                    <a:pt x="4" y="17"/>
                    <a:pt x="11" y="31"/>
                    <a:pt x="11" y="38"/>
                  </a:cubicBezTo>
                  <a:lnTo>
                    <a:pt x="120" y="199"/>
                  </a:lnTo>
                  <a:lnTo>
                    <a:pt x="15" y="38"/>
                  </a:lnTo>
                  <a:cubicBezTo>
                    <a:pt x="11" y="31"/>
                    <a:pt x="4" y="1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4" name="Google Shape;4254;p95"/>
            <p:cNvSpPr/>
            <p:nvPr/>
          </p:nvSpPr>
          <p:spPr>
            <a:xfrm>
              <a:off x="1992866" y="1964748"/>
              <a:ext cx="204" cy="163"/>
            </a:xfrm>
            <a:custGeom>
              <a:rect b="b" l="l" r="r" t="t"/>
              <a:pathLst>
                <a:path extrusionOk="0" h="12" w="15">
                  <a:moveTo>
                    <a:pt x="15"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5" name="Google Shape;4255;p95"/>
            <p:cNvSpPr/>
            <p:nvPr/>
          </p:nvSpPr>
          <p:spPr>
            <a:xfrm>
              <a:off x="1994631" y="1966269"/>
              <a:ext cx="109" cy="163"/>
            </a:xfrm>
            <a:custGeom>
              <a:rect b="b" l="l" r="r" t="t"/>
              <a:pathLst>
                <a:path extrusionOk="0" h="12" w="8">
                  <a:moveTo>
                    <a:pt x="7"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6" name="Google Shape;4256;p95"/>
            <p:cNvSpPr/>
            <p:nvPr/>
          </p:nvSpPr>
          <p:spPr>
            <a:xfrm>
              <a:off x="2004325" y="1964843"/>
              <a:ext cx="448" cy="258"/>
            </a:xfrm>
            <a:custGeom>
              <a:rect b="b" l="l" r="r" t="t"/>
              <a:pathLst>
                <a:path extrusionOk="0" h="19" w="33">
                  <a:moveTo>
                    <a:pt x="32" y="1"/>
                  </a:moveTo>
                  <a:cubicBezTo>
                    <a:pt x="22" y="4"/>
                    <a:pt x="11" y="11"/>
                    <a:pt x="1" y="18"/>
                  </a:cubicBezTo>
                  <a:cubicBezTo>
                    <a:pt x="11" y="11"/>
                    <a:pt x="22" y="4"/>
                    <a:pt x="3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7" name="Google Shape;4257;p95"/>
            <p:cNvSpPr/>
            <p:nvPr/>
          </p:nvSpPr>
          <p:spPr>
            <a:xfrm>
              <a:off x="1988589" y="1966133"/>
              <a:ext cx="733" cy="299"/>
            </a:xfrm>
            <a:custGeom>
              <a:rect b="b" l="l" r="r" t="t"/>
              <a:pathLst>
                <a:path extrusionOk="0" h="22" w="54">
                  <a:moveTo>
                    <a:pt x="1" y="0"/>
                  </a:moveTo>
                  <a:lnTo>
                    <a:pt x="11" y="11"/>
                  </a:lnTo>
                  <a:cubicBezTo>
                    <a:pt x="22" y="18"/>
                    <a:pt x="36" y="21"/>
                    <a:pt x="50" y="21"/>
                  </a:cubicBezTo>
                  <a:lnTo>
                    <a:pt x="53" y="21"/>
                  </a:lnTo>
                  <a:cubicBezTo>
                    <a:pt x="32" y="21"/>
                    <a:pt x="15" y="1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95"/>
            <p:cNvSpPr/>
            <p:nvPr/>
          </p:nvSpPr>
          <p:spPr>
            <a:xfrm>
              <a:off x="1989634" y="1964558"/>
              <a:ext cx="1494" cy="1534"/>
            </a:xfrm>
            <a:custGeom>
              <a:rect b="b" l="l" r="r" t="t"/>
              <a:pathLst>
                <a:path extrusionOk="0" h="113" w="11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9" name="Google Shape;4259;p95"/>
            <p:cNvSpPr/>
            <p:nvPr/>
          </p:nvSpPr>
          <p:spPr>
            <a:xfrm>
              <a:off x="1992390" y="1964612"/>
              <a:ext cx="204" cy="54"/>
            </a:xfrm>
            <a:custGeom>
              <a:rect b="b" l="l" r="r" t="t"/>
              <a:pathLst>
                <a:path extrusionOk="0" h="4" w="15">
                  <a:moveTo>
                    <a:pt x="15"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0" name="Google Shape;4260;p95"/>
            <p:cNvSpPr/>
            <p:nvPr/>
          </p:nvSpPr>
          <p:spPr>
            <a:xfrm>
              <a:off x="1989539" y="1966133"/>
              <a:ext cx="68" cy="109"/>
            </a:xfrm>
            <a:custGeom>
              <a:rect b="b" l="l" r="r" t="t"/>
              <a:pathLst>
                <a:path extrusionOk="0" h="8" w="5">
                  <a:moveTo>
                    <a:pt x="4"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95"/>
            <p:cNvSpPr/>
            <p:nvPr/>
          </p:nvSpPr>
          <p:spPr>
            <a:xfrm>
              <a:off x="1994196" y="1965848"/>
              <a:ext cx="163" cy="149"/>
            </a:xfrm>
            <a:custGeom>
              <a:rect b="b" l="l" r="r" t="t"/>
              <a:pathLst>
                <a:path extrusionOk="0" h="11" w="12">
                  <a:moveTo>
                    <a:pt x="11"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2" name="Google Shape;4262;p95"/>
            <p:cNvSpPr/>
            <p:nvPr/>
          </p:nvSpPr>
          <p:spPr>
            <a:xfrm>
              <a:off x="1993816" y="1965468"/>
              <a:ext cx="163" cy="149"/>
            </a:xfrm>
            <a:custGeom>
              <a:rect b="b" l="l" r="r" t="t"/>
              <a:pathLst>
                <a:path extrusionOk="0" h="11" w="12">
                  <a:moveTo>
                    <a:pt x="1" y="0"/>
                  </a:moveTo>
                  <a:lnTo>
                    <a:pt x="1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3" name="Google Shape;4263;p95"/>
            <p:cNvSpPr/>
            <p:nvPr/>
          </p:nvSpPr>
          <p:spPr>
            <a:xfrm>
              <a:off x="1991875" y="1964517"/>
              <a:ext cx="244" cy="14"/>
            </a:xfrm>
            <a:custGeom>
              <a:rect b="b" l="l" r="r" t="t"/>
              <a:pathLst>
                <a:path extrusionOk="0" h="1" w="18">
                  <a:moveTo>
                    <a:pt x="18"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4" name="Google Shape;4264;p95"/>
            <p:cNvSpPr/>
            <p:nvPr/>
          </p:nvSpPr>
          <p:spPr>
            <a:xfrm>
              <a:off x="1989349" y="1966364"/>
              <a:ext cx="109" cy="14"/>
            </a:xfrm>
            <a:custGeom>
              <a:rect b="b" l="l" r="r" t="t"/>
              <a:pathLst>
                <a:path extrusionOk="0" h="1" w="8">
                  <a:moveTo>
                    <a:pt x="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5" name="Google Shape;4265;p95"/>
            <p:cNvSpPr/>
            <p:nvPr/>
          </p:nvSpPr>
          <p:spPr>
            <a:xfrm>
              <a:off x="2003035" y="1965087"/>
              <a:ext cx="1303" cy="720"/>
            </a:xfrm>
            <a:custGeom>
              <a:rect b="b" l="l" r="r" t="t"/>
              <a:pathLst>
                <a:path extrusionOk="0" h="53" w="96">
                  <a:moveTo>
                    <a:pt x="96" y="0"/>
                  </a:moveTo>
                  <a:cubicBezTo>
                    <a:pt x="68" y="21"/>
                    <a:pt x="36" y="39"/>
                    <a:pt x="1" y="53"/>
                  </a:cubicBezTo>
                  <a:cubicBezTo>
                    <a:pt x="36" y="39"/>
                    <a:pt x="68" y="21"/>
                    <a:pt x="9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6" name="Google Shape;4266;p95"/>
            <p:cNvSpPr/>
            <p:nvPr/>
          </p:nvSpPr>
          <p:spPr>
            <a:xfrm>
              <a:off x="2004800" y="1964463"/>
              <a:ext cx="1494" cy="353"/>
            </a:xfrm>
            <a:custGeom>
              <a:rect b="b" l="l" r="r" t="t"/>
              <a:pathLst>
                <a:path extrusionOk="0" h="26" w="110">
                  <a:moveTo>
                    <a:pt x="109" y="1"/>
                  </a:moveTo>
                  <a:lnTo>
                    <a:pt x="109" y="1"/>
                  </a:lnTo>
                  <a:cubicBezTo>
                    <a:pt x="71" y="1"/>
                    <a:pt x="36" y="8"/>
                    <a:pt x="1" y="25"/>
                  </a:cubicBezTo>
                  <a:cubicBezTo>
                    <a:pt x="36" y="8"/>
                    <a:pt x="71" y="1"/>
                    <a:pt x="10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7" name="Google Shape;4267;p95"/>
            <p:cNvSpPr/>
            <p:nvPr/>
          </p:nvSpPr>
          <p:spPr>
            <a:xfrm>
              <a:off x="1993341" y="1965087"/>
              <a:ext cx="204" cy="149"/>
            </a:xfrm>
            <a:custGeom>
              <a:rect b="b" l="l" r="r" t="t"/>
              <a:pathLst>
                <a:path extrusionOk="0" h="11" w="15">
                  <a:moveTo>
                    <a:pt x="15"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8" name="Google Shape;4268;p95"/>
            <p:cNvSpPr/>
            <p:nvPr/>
          </p:nvSpPr>
          <p:spPr>
            <a:xfrm>
              <a:off x="1964068" y="1949446"/>
              <a:ext cx="54" cy="1208"/>
            </a:xfrm>
            <a:custGeom>
              <a:rect b="b" l="l" r="r" t="t"/>
              <a:pathLst>
                <a:path extrusionOk="0" h="89" w="4">
                  <a:moveTo>
                    <a:pt x="4" y="1"/>
                  </a:moveTo>
                  <a:lnTo>
                    <a:pt x="0" y="88"/>
                  </a:lnTo>
                  <a:cubicBezTo>
                    <a:pt x="4" y="60"/>
                    <a:pt x="4" y="32"/>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9" name="Google Shape;4269;p95"/>
            <p:cNvSpPr/>
            <p:nvPr/>
          </p:nvSpPr>
          <p:spPr>
            <a:xfrm>
              <a:off x="1987788" y="1965318"/>
              <a:ext cx="815" cy="828"/>
            </a:xfrm>
            <a:custGeom>
              <a:rect b="b" l="l" r="r" t="t"/>
              <a:pathLst>
                <a:path extrusionOk="0" h="61" w="6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95"/>
            <p:cNvSpPr/>
            <p:nvPr/>
          </p:nvSpPr>
          <p:spPr>
            <a:xfrm>
              <a:off x="1964013" y="1951876"/>
              <a:ext cx="299" cy="869"/>
            </a:xfrm>
            <a:custGeom>
              <a:rect b="b" l="l" r="r" t="t"/>
              <a:pathLst>
                <a:path extrusionOk="0" h="64" w="22">
                  <a:moveTo>
                    <a:pt x="1" y="0"/>
                  </a:moveTo>
                  <a:cubicBezTo>
                    <a:pt x="4" y="21"/>
                    <a:pt x="11" y="42"/>
                    <a:pt x="22" y="63"/>
                  </a:cubicBezTo>
                  <a:cubicBezTo>
                    <a:pt x="11" y="42"/>
                    <a:pt x="4" y="2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1" name="Google Shape;4271;p95"/>
            <p:cNvSpPr/>
            <p:nvPr/>
          </p:nvSpPr>
          <p:spPr>
            <a:xfrm>
              <a:off x="1964299" y="1952732"/>
              <a:ext cx="353" cy="679"/>
            </a:xfrm>
            <a:custGeom>
              <a:rect b="b" l="l" r="r" t="t"/>
              <a:pathLst>
                <a:path extrusionOk="0" h="50" w="26">
                  <a:moveTo>
                    <a:pt x="25" y="49"/>
                  </a:moveTo>
                  <a:cubicBezTo>
                    <a:pt x="15" y="35"/>
                    <a:pt x="8" y="18"/>
                    <a:pt x="1" y="0"/>
                  </a:cubicBezTo>
                  <a:cubicBezTo>
                    <a:pt x="8" y="18"/>
                    <a:pt x="15" y="35"/>
                    <a:pt x="25" y="4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2" name="Google Shape;4272;p95"/>
            <p:cNvSpPr/>
            <p:nvPr/>
          </p:nvSpPr>
          <p:spPr>
            <a:xfrm>
              <a:off x="1988358" y="1965983"/>
              <a:ext cx="394" cy="299"/>
            </a:xfrm>
            <a:custGeom>
              <a:rect b="b" l="l" r="r" t="t"/>
              <a:pathLst>
                <a:path extrusionOk="0" h="22" w="29">
                  <a:moveTo>
                    <a:pt x="0" y="1"/>
                  </a:moveTo>
                  <a:lnTo>
                    <a:pt x="0" y="1"/>
                  </a:lnTo>
                  <a:cubicBezTo>
                    <a:pt x="11" y="8"/>
                    <a:pt x="18" y="15"/>
                    <a:pt x="28" y="22"/>
                  </a:cubicBezTo>
                  <a:lnTo>
                    <a:pt x="18" y="11"/>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95"/>
            <p:cNvSpPr/>
            <p:nvPr/>
          </p:nvSpPr>
          <p:spPr>
            <a:xfrm>
              <a:off x="1957415" y="1933479"/>
              <a:ext cx="720" cy="149"/>
            </a:xfrm>
            <a:custGeom>
              <a:rect b="b" l="l" r="r" t="t"/>
              <a:pathLst>
                <a:path extrusionOk="0" h="11" w="53">
                  <a:moveTo>
                    <a:pt x="53" y="0"/>
                  </a:moveTo>
                  <a:lnTo>
                    <a:pt x="53" y="0"/>
                  </a:lnTo>
                  <a:cubicBezTo>
                    <a:pt x="35" y="4"/>
                    <a:pt x="18" y="7"/>
                    <a:pt x="0" y="11"/>
                  </a:cubicBezTo>
                  <a:cubicBezTo>
                    <a:pt x="18" y="11"/>
                    <a:pt x="35" y="4"/>
                    <a:pt x="5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4" name="Google Shape;4274;p95"/>
            <p:cNvSpPr/>
            <p:nvPr/>
          </p:nvSpPr>
          <p:spPr>
            <a:xfrm>
              <a:off x="1959506" y="1932569"/>
              <a:ext cx="434" cy="353"/>
            </a:xfrm>
            <a:custGeom>
              <a:rect b="b" l="l" r="r" t="t"/>
              <a:pathLst>
                <a:path extrusionOk="0" h="26" w="32">
                  <a:moveTo>
                    <a:pt x="0" y="25"/>
                  </a:moveTo>
                  <a:cubicBezTo>
                    <a:pt x="11" y="18"/>
                    <a:pt x="21" y="11"/>
                    <a:pt x="32" y="1"/>
                  </a:cubicBezTo>
                  <a:cubicBezTo>
                    <a:pt x="21" y="11"/>
                    <a:pt x="11" y="18"/>
                    <a:pt x="0"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5" name="Google Shape;4275;p95"/>
            <p:cNvSpPr/>
            <p:nvPr/>
          </p:nvSpPr>
          <p:spPr>
            <a:xfrm>
              <a:off x="1958175" y="1933289"/>
              <a:ext cx="584" cy="204"/>
            </a:xfrm>
            <a:custGeom>
              <a:rect b="b" l="l" r="r" t="t"/>
              <a:pathLst>
                <a:path extrusionOk="0" h="15" w="43">
                  <a:moveTo>
                    <a:pt x="0" y="14"/>
                  </a:moveTo>
                  <a:cubicBezTo>
                    <a:pt x="14" y="11"/>
                    <a:pt x="28" y="4"/>
                    <a:pt x="42" y="0"/>
                  </a:cubicBezTo>
                  <a:cubicBezTo>
                    <a:pt x="28" y="4"/>
                    <a:pt x="14" y="11"/>
                    <a:pt x="0"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6" name="Google Shape;4276;p95"/>
            <p:cNvSpPr/>
            <p:nvPr/>
          </p:nvSpPr>
          <p:spPr>
            <a:xfrm>
              <a:off x="1958881" y="1932949"/>
              <a:ext cx="543" cy="299"/>
            </a:xfrm>
            <a:custGeom>
              <a:rect b="b" l="l" r="r" t="t"/>
              <a:pathLst>
                <a:path extrusionOk="0" h="22" w="40">
                  <a:moveTo>
                    <a:pt x="1" y="22"/>
                  </a:moveTo>
                  <a:cubicBezTo>
                    <a:pt x="11" y="15"/>
                    <a:pt x="25" y="8"/>
                    <a:pt x="39" y="1"/>
                  </a:cubicBezTo>
                  <a:cubicBezTo>
                    <a:pt x="25" y="8"/>
                    <a:pt x="11" y="15"/>
                    <a:pt x="1"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7" name="Google Shape;4277;p95"/>
            <p:cNvSpPr/>
            <p:nvPr/>
          </p:nvSpPr>
          <p:spPr>
            <a:xfrm>
              <a:off x="1959981" y="1932148"/>
              <a:ext cx="339" cy="394"/>
            </a:xfrm>
            <a:custGeom>
              <a:rect b="b" l="l" r="r" t="t"/>
              <a:pathLst>
                <a:path extrusionOk="0" h="29" w="25">
                  <a:moveTo>
                    <a:pt x="25" y="0"/>
                  </a:moveTo>
                  <a:cubicBezTo>
                    <a:pt x="18" y="11"/>
                    <a:pt x="7" y="21"/>
                    <a:pt x="0" y="28"/>
                  </a:cubicBezTo>
                  <a:cubicBezTo>
                    <a:pt x="7" y="21"/>
                    <a:pt x="18" y="11"/>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8" name="Google Shape;4278;p95"/>
            <p:cNvSpPr/>
            <p:nvPr/>
          </p:nvSpPr>
          <p:spPr>
            <a:xfrm>
              <a:off x="1960646" y="1931103"/>
              <a:ext cx="204" cy="530"/>
            </a:xfrm>
            <a:custGeom>
              <a:rect b="b" l="l" r="r" t="t"/>
              <a:pathLst>
                <a:path extrusionOk="0" h="39" w="15">
                  <a:moveTo>
                    <a:pt x="0" y="39"/>
                  </a:moveTo>
                  <a:cubicBezTo>
                    <a:pt x="7" y="25"/>
                    <a:pt x="11" y="14"/>
                    <a:pt x="14" y="0"/>
                  </a:cubicBezTo>
                  <a:cubicBezTo>
                    <a:pt x="11" y="14"/>
                    <a:pt x="7" y="25"/>
                    <a:pt x="0" y="3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95"/>
            <p:cNvSpPr/>
            <p:nvPr/>
          </p:nvSpPr>
          <p:spPr>
            <a:xfrm>
              <a:off x="1969051" y="1928673"/>
              <a:ext cx="1398" cy="204"/>
            </a:xfrm>
            <a:custGeom>
              <a:rect b="b" l="l" r="r" t="t"/>
              <a:pathLst>
                <a:path extrusionOk="0" h="15" w="103">
                  <a:moveTo>
                    <a:pt x="102" y="15"/>
                  </a:moveTo>
                  <a:cubicBezTo>
                    <a:pt x="71" y="4"/>
                    <a:pt x="36" y="1"/>
                    <a:pt x="1" y="1"/>
                  </a:cubicBezTo>
                  <a:cubicBezTo>
                    <a:pt x="36" y="1"/>
                    <a:pt x="71" y="4"/>
                    <a:pt x="102"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0" name="Google Shape;4280;p95"/>
            <p:cNvSpPr/>
            <p:nvPr/>
          </p:nvSpPr>
          <p:spPr>
            <a:xfrm>
              <a:off x="1960836" y="1930438"/>
              <a:ext cx="54" cy="584"/>
            </a:xfrm>
            <a:custGeom>
              <a:rect b="b" l="l" r="r" t="t"/>
              <a:pathLst>
                <a:path extrusionOk="0" h="43" w="4">
                  <a:moveTo>
                    <a:pt x="0" y="42"/>
                  </a:moveTo>
                  <a:cubicBezTo>
                    <a:pt x="4" y="28"/>
                    <a:pt x="4" y="14"/>
                    <a:pt x="4" y="0"/>
                  </a:cubicBezTo>
                  <a:cubicBezTo>
                    <a:pt x="4" y="14"/>
                    <a:pt x="4" y="28"/>
                    <a:pt x="0" y="4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1" name="Google Shape;4281;p95"/>
            <p:cNvSpPr/>
            <p:nvPr/>
          </p:nvSpPr>
          <p:spPr>
            <a:xfrm>
              <a:off x="1960361" y="1931673"/>
              <a:ext cx="299" cy="434"/>
            </a:xfrm>
            <a:custGeom>
              <a:rect b="b" l="l" r="r" t="t"/>
              <a:pathLst>
                <a:path extrusionOk="0" h="32" w="22">
                  <a:moveTo>
                    <a:pt x="0" y="32"/>
                  </a:moveTo>
                  <a:cubicBezTo>
                    <a:pt x="7" y="21"/>
                    <a:pt x="14" y="11"/>
                    <a:pt x="21" y="0"/>
                  </a:cubicBezTo>
                  <a:cubicBezTo>
                    <a:pt x="14" y="11"/>
                    <a:pt x="7" y="21"/>
                    <a:pt x="0"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95"/>
            <p:cNvSpPr/>
            <p:nvPr/>
          </p:nvSpPr>
          <p:spPr>
            <a:xfrm>
              <a:off x="2008222" y="1930981"/>
              <a:ext cx="58533" cy="39592"/>
            </a:xfrm>
            <a:custGeom>
              <a:rect b="b" l="l" r="r" t="t"/>
              <a:pathLst>
                <a:path extrusionOk="0" h="2916" w="4311">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3" name="Google Shape;4283;p95"/>
            <p:cNvSpPr/>
            <p:nvPr/>
          </p:nvSpPr>
          <p:spPr>
            <a:xfrm>
              <a:off x="2054236" y="1960186"/>
              <a:ext cx="679" cy="14"/>
            </a:xfrm>
            <a:custGeom>
              <a:rect b="b" l="l" r="r" t="t"/>
              <a:pathLst>
                <a:path extrusionOk="0" h="1" w="50">
                  <a:moveTo>
                    <a:pt x="0" y="1"/>
                  </a:moveTo>
                  <a:lnTo>
                    <a:pt x="21" y="1"/>
                  </a:lnTo>
                  <a:cubicBezTo>
                    <a:pt x="32" y="1"/>
                    <a:pt x="39" y="1"/>
                    <a:pt x="49" y="1"/>
                  </a:cubicBezTo>
                  <a:cubicBezTo>
                    <a:pt x="32" y="1"/>
                    <a:pt x="14"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4" name="Google Shape;4284;p95"/>
            <p:cNvSpPr/>
            <p:nvPr/>
          </p:nvSpPr>
          <p:spPr>
            <a:xfrm>
              <a:off x="2066782" y="1954388"/>
              <a:ext cx="68" cy="109"/>
            </a:xfrm>
            <a:custGeom>
              <a:rect b="b" l="l" r="r" t="t"/>
              <a:pathLst>
                <a:path extrusionOk="0" h="8" w="5">
                  <a:moveTo>
                    <a:pt x="1" y="1"/>
                  </a:moveTo>
                  <a:cubicBezTo>
                    <a:pt x="4" y="1"/>
                    <a:pt x="4" y="4"/>
                    <a:pt x="1" y="8"/>
                  </a:cubicBezTo>
                  <a:cubicBezTo>
                    <a:pt x="4" y="4"/>
                    <a:pt x="4"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5" name="Google Shape;4285;p95"/>
            <p:cNvSpPr/>
            <p:nvPr/>
          </p:nvSpPr>
          <p:spPr>
            <a:xfrm>
              <a:off x="2066782" y="1954673"/>
              <a:ext cx="14" cy="68"/>
            </a:xfrm>
            <a:custGeom>
              <a:rect b="b" l="l" r="r" t="t"/>
              <a:pathLst>
                <a:path extrusionOk="0" h="5" w="1">
                  <a:moveTo>
                    <a:pt x="1" y="1"/>
                  </a:moveTo>
                  <a:lnTo>
                    <a:pt x="1" y="4"/>
                  </a:lnTo>
                  <a:cubicBezTo>
                    <a:pt x="1" y="1"/>
                    <a:pt x="1"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6" name="Google Shape;4286;p95"/>
            <p:cNvSpPr/>
            <p:nvPr/>
          </p:nvSpPr>
          <p:spPr>
            <a:xfrm>
              <a:off x="2066836" y="1954538"/>
              <a:ext cx="14" cy="109"/>
            </a:xfrm>
            <a:custGeom>
              <a:rect b="b" l="l" r="r" t="t"/>
              <a:pathLst>
                <a:path extrusionOk="0" h="8" w="1">
                  <a:moveTo>
                    <a:pt x="0" y="0"/>
                  </a:moveTo>
                  <a:cubicBezTo>
                    <a:pt x="0" y="4"/>
                    <a:pt x="0" y="4"/>
                    <a:pt x="0" y="7"/>
                  </a:cubicBezTo>
                  <a:cubicBezTo>
                    <a:pt x="0" y="4"/>
                    <a:pt x="0"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7" name="Google Shape;4287;p95"/>
            <p:cNvSpPr/>
            <p:nvPr/>
          </p:nvSpPr>
          <p:spPr>
            <a:xfrm>
              <a:off x="2066591" y="1954864"/>
              <a:ext cx="109" cy="68"/>
            </a:xfrm>
            <a:custGeom>
              <a:rect b="b" l="l" r="r" t="t"/>
              <a:pathLst>
                <a:path extrusionOk="0" h="5" w="8">
                  <a:moveTo>
                    <a:pt x="8"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8" name="Google Shape;4288;p95"/>
            <p:cNvSpPr/>
            <p:nvPr/>
          </p:nvSpPr>
          <p:spPr>
            <a:xfrm>
              <a:off x="2066401" y="1954959"/>
              <a:ext cx="163" cy="109"/>
            </a:xfrm>
            <a:custGeom>
              <a:rect b="b" l="l" r="r" t="t"/>
              <a:pathLst>
                <a:path extrusionOk="0" h="8" w="12">
                  <a:moveTo>
                    <a:pt x="1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9" name="Google Shape;4289;p95"/>
            <p:cNvSpPr/>
            <p:nvPr/>
          </p:nvSpPr>
          <p:spPr>
            <a:xfrm>
              <a:off x="2066687" y="1954768"/>
              <a:ext cx="68" cy="68"/>
            </a:xfrm>
            <a:custGeom>
              <a:rect b="b" l="l" r="r" t="t"/>
              <a:pathLst>
                <a:path extrusionOk="0" h="5" w="5">
                  <a:moveTo>
                    <a:pt x="4"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0" name="Google Shape;4290;p95"/>
            <p:cNvSpPr/>
            <p:nvPr/>
          </p:nvSpPr>
          <p:spPr>
            <a:xfrm>
              <a:off x="2055037" y="1960145"/>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95"/>
            <p:cNvSpPr/>
            <p:nvPr/>
          </p:nvSpPr>
          <p:spPr>
            <a:xfrm>
              <a:off x="2066171" y="1955108"/>
              <a:ext cx="204" cy="149"/>
            </a:xfrm>
            <a:custGeom>
              <a:rect b="b" l="l" r="r" t="t"/>
              <a:pathLst>
                <a:path extrusionOk="0" h="11" w="15">
                  <a:moveTo>
                    <a:pt x="14"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2" name="Google Shape;4292;p95"/>
            <p:cNvSpPr/>
            <p:nvPr/>
          </p:nvSpPr>
          <p:spPr>
            <a:xfrm>
              <a:off x="2051439" y="1959711"/>
              <a:ext cx="2811" cy="489"/>
            </a:xfrm>
            <a:custGeom>
              <a:rect b="b" l="l" r="r" t="t"/>
              <a:pathLst>
                <a:path extrusionOk="0" h="36" w="207">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3" name="Google Shape;4293;p95"/>
            <p:cNvSpPr/>
            <p:nvPr/>
          </p:nvSpPr>
          <p:spPr>
            <a:xfrm>
              <a:off x="2046633" y="1959575"/>
              <a:ext cx="339" cy="244"/>
            </a:xfrm>
            <a:custGeom>
              <a:rect b="b" l="l" r="r" t="t"/>
              <a:pathLst>
                <a:path extrusionOk="0" h="18" w="25">
                  <a:moveTo>
                    <a:pt x="25" y="0"/>
                  </a:moveTo>
                  <a:lnTo>
                    <a:pt x="0" y="11"/>
                  </a:lnTo>
                  <a:lnTo>
                    <a:pt x="0" y="18"/>
                  </a:lnTo>
                  <a:cubicBezTo>
                    <a:pt x="7" y="11"/>
                    <a:pt x="14" y="7"/>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95"/>
            <p:cNvSpPr/>
            <p:nvPr/>
          </p:nvSpPr>
          <p:spPr>
            <a:xfrm>
              <a:off x="2048343" y="195919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5" name="Google Shape;4295;p95"/>
            <p:cNvSpPr/>
            <p:nvPr/>
          </p:nvSpPr>
          <p:spPr>
            <a:xfrm>
              <a:off x="2053856" y="1960186"/>
              <a:ext cx="625" cy="14"/>
            </a:xfrm>
            <a:custGeom>
              <a:rect b="b" l="l" r="r" t="t"/>
              <a:pathLst>
                <a:path extrusionOk="0" h="1" w="46">
                  <a:moveTo>
                    <a:pt x="25" y="1"/>
                  </a:moveTo>
                  <a:lnTo>
                    <a:pt x="0" y="1"/>
                  </a:lnTo>
                  <a:cubicBezTo>
                    <a:pt x="14" y="1"/>
                    <a:pt x="32" y="1"/>
                    <a:pt x="46" y="1"/>
                  </a:cubicBez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6" name="Google Shape;4296;p95"/>
            <p:cNvSpPr/>
            <p:nvPr/>
          </p:nvSpPr>
          <p:spPr>
            <a:xfrm>
              <a:off x="2011263" y="1967273"/>
              <a:ext cx="1208" cy="1385"/>
            </a:xfrm>
            <a:custGeom>
              <a:rect b="b" l="l" r="r" t="t"/>
              <a:pathLst>
                <a:path extrusionOk="0" h="102" w="89">
                  <a:moveTo>
                    <a:pt x="88" y="102"/>
                  </a:moveTo>
                  <a:cubicBezTo>
                    <a:pt x="57" y="74"/>
                    <a:pt x="29" y="39"/>
                    <a:pt x="4" y="4"/>
                  </a:cubicBezTo>
                  <a:lnTo>
                    <a:pt x="1" y="0"/>
                  </a:lnTo>
                  <a:lnTo>
                    <a:pt x="4" y="4"/>
                  </a:lnTo>
                  <a:cubicBezTo>
                    <a:pt x="29" y="39"/>
                    <a:pt x="57" y="74"/>
                    <a:pt x="88" y="10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95"/>
            <p:cNvSpPr/>
            <p:nvPr/>
          </p:nvSpPr>
          <p:spPr>
            <a:xfrm>
              <a:off x="2008086" y="1964748"/>
              <a:ext cx="2770" cy="1914"/>
            </a:xfrm>
            <a:custGeom>
              <a:rect b="b" l="l" r="r" t="t"/>
              <a:pathLst>
                <a:path extrusionOk="0" h="141" w="204">
                  <a:moveTo>
                    <a:pt x="203" y="141"/>
                  </a:moveTo>
                  <a:cubicBezTo>
                    <a:pt x="147" y="78"/>
                    <a:pt x="77" y="29"/>
                    <a:pt x="0" y="1"/>
                  </a:cubicBezTo>
                  <a:lnTo>
                    <a:pt x="0" y="1"/>
                  </a:lnTo>
                  <a:cubicBezTo>
                    <a:pt x="77" y="29"/>
                    <a:pt x="147" y="78"/>
                    <a:pt x="203" y="14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8" name="Google Shape;4298;p95"/>
            <p:cNvSpPr/>
            <p:nvPr/>
          </p:nvSpPr>
          <p:spPr>
            <a:xfrm>
              <a:off x="2022818" y="1968074"/>
              <a:ext cx="3720" cy="1059"/>
            </a:xfrm>
            <a:custGeom>
              <a:rect b="b" l="l" r="r" t="t"/>
              <a:pathLst>
                <a:path extrusionOk="0" h="78" w="274">
                  <a:moveTo>
                    <a:pt x="0" y="1"/>
                  </a:moveTo>
                  <a:cubicBezTo>
                    <a:pt x="77" y="1"/>
                    <a:pt x="207" y="11"/>
                    <a:pt x="273" y="78"/>
                  </a:cubicBezTo>
                  <a:cubicBezTo>
                    <a:pt x="207" y="11"/>
                    <a:pt x="81"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9" name="Google Shape;4299;p95"/>
            <p:cNvSpPr/>
            <p:nvPr/>
          </p:nvSpPr>
          <p:spPr>
            <a:xfrm>
              <a:off x="2026524" y="1969120"/>
              <a:ext cx="679" cy="489"/>
            </a:xfrm>
            <a:custGeom>
              <a:rect b="b" l="l" r="r" t="t"/>
              <a:pathLst>
                <a:path extrusionOk="0" h="36" w="50">
                  <a:moveTo>
                    <a:pt x="0" y="1"/>
                  </a:moveTo>
                  <a:cubicBezTo>
                    <a:pt x="14" y="18"/>
                    <a:pt x="32" y="29"/>
                    <a:pt x="49" y="36"/>
                  </a:cubicBezTo>
                  <a:cubicBezTo>
                    <a:pt x="32" y="29"/>
                    <a:pt x="14" y="1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95"/>
            <p:cNvSpPr/>
            <p:nvPr/>
          </p:nvSpPr>
          <p:spPr>
            <a:xfrm>
              <a:off x="2010842" y="1966703"/>
              <a:ext cx="244" cy="299"/>
            </a:xfrm>
            <a:custGeom>
              <a:rect b="b" l="l" r="r" t="t"/>
              <a:pathLst>
                <a:path extrusionOk="0" h="22" w="18">
                  <a:moveTo>
                    <a:pt x="0" y="0"/>
                  </a:moveTo>
                  <a:lnTo>
                    <a:pt x="0" y="0"/>
                  </a:lnTo>
                  <a:cubicBezTo>
                    <a:pt x="7" y="7"/>
                    <a:pt x="11" y="14"/>
                    <a:pt x="18" y="21"/>
                  </a:cubicBezTo>
                  <a:cubicBezTo>
                    <a:pt x="14" y="14"/>
                    <a:pt x="7"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1" name="Google Shape;4301;p95"/>
            <p:cNvSpPr/>
            <p:nvPr/>
          </p:nvSpPr>
          <p:spPr>
            <a:xfrm>
              <a:off x="2045397" y="1961001"/>
              <a:ext cx="149" cy="54"/>
            </a:xfrm>
            <a:custGeom>
              <a:rect b="b" l="l" r="r" t="t"/>
              <a:pathLst>
                <a:path extrusionOk="0" h="4" w="11">
                  <a:moveTo>
                    <a:pt x="11"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2" name="Google Shape;4302;p95"/>
            <p:cNvSpPr/>
            <p:nvPr/>
          </p:nvSpPr>
          <p:spPr>
            <a:xfrm>
              <a:off x="2045058" y="1960905"/>
              <a:ext cx="109" cy="14"/>
            </a:xfrm>
            <a:custGeom>
              <a:rect b="b" l="l" r="r" t="t"/>
              <a:pathLst>
                <a:path extrusionOk="0" h="1" w="8">
                  <a:moveTo>
                    <a:pt x="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3" name="Google Shape;4303;p95"/>
            <p:cNvSpPr/>
            <p:nvPr/>
          </p:nvSpPr>
          <p:spPr>
            <a:xfrm>
              <a:off x="2044677" y="1960810"/>
              <a:ext cx="68" cy="14"/>
            </a:xfrm>
            <a:custGeom>
              <a:rect b="b" l="l" r="r" t="t"/>
              <a:pathLst>
                <a:path extrusionOk="0" h="1" w="5">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4" name="Google Shape;4304;p95"/>
            <p:cNvSpPr/>
            <p:nvPr/>
          </p:nvSpPr>
          <p:spPr>
            <a:xfrm>
              <a:off x="2027190" y="1968984"/>
              <a:ext cx="244" cy="625"/>
            </a:xfrm>
            <a:custGeom>
              <a:rect b="b" l="l" r="r" t="t"/>
              <a:pathLst>
                <a:path extrusionOk="0" h="46" w="18">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5" name="Google Shape;4305;p95"/>
            <p:cNvSpPr/>
            <p:nvPr/>
          </p:nvSpPr>
          <p:spPr>
            <a:xfrm>
              <a:off x="2026280" y="1960023"/>
              <a:ext cx="9287" cy="1086"/>
            </a:xfrm>
            <a:custGeom>
              <a:rect b="b" l="l" r="r" t="t"/>
              <a:pathLst>
                <a:path extrusionOk="0" h="80" w="684">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6" name="Google Shape;4306;p95"/>
            <p:cNvSpPr/>
            <p:nvPr/>
          </p:nvSpPr>
          <p:spPr>
            <a:xfrm>
              <a:off x="2047583" y="1958950"/>
              <a:ext cx="774" cy="353"/>
            </a:xfrm>
            <a:custGeom>
              <a:rect b="b" l="l" r="r" t="t"/>
              <a:pathLst>
                <a:path extrusionOk="0" h="26" w="57">
                  <a:moveTo>
                    <a:pt x="56" y="1"/>
                  </a:moveTo>
                  <a:lnTo>
                    <a:pt x="0" y="25"/>
                  </a:lnTo>
                  <a:cubicBezTo>
                    <a:pt x="14" y="22"/>
                    <a:pt x="28" y="22"/>
                    <a:pt x="39" y="18"/>
                  </a:cubicBezTo>
                  <a:lnTo>
                    <a:pt x="56" y="18"/>
                  </a:lnTo>
                  <a:lnTo>
                    <a:pt x="56"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7" name="Google Shape;4307;p95"/>
            <p:cNvSpPr/>
            <p:nvPr/>
          </p:nvSpPr>
          <p:spPr>
            <a:xfrm>
              <a:off x="2044257" y="196071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8" name="Google Shape;4308;p95"/>
            <p:cNvSpPr/>
            <p:nvPr/>
          </p:nvSpPr>
          <p:spPr>
            <a:xfrm>
              <a:off x="2048153" y="195919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9" name="Google Shape;4309;p95"/>
            <p:cNvSpPr/>
            <p:nvPr/>
          </p:nvSpPr>
          <p:spPr>
            <a:xfrm>
              <a:off x="2027190" y="1969595"/>
              <a:ext cx="14" cy="14"/>
            </a:xfrm>
            <a:custGeom>
              <a:rect b="b" l="l" r="r" t="t"/>
              <a:pathLst>
                <a:path extrusionOk="0" h="1" w="1">
                  <a:moveTo>
                    <a:pt x="0"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0" name="Google Shape;4310;p95"/>
            <p:cNvSpPr/>
            <p:nvPr/>
          </p:nvSpPr>
          <p:spPr>
            <a:xfrm>
              <a:off x="2043971" y="1930954"/>
              <a:ext cx="869" cy="258"/>
            </a:xfrm>
            <a:custGeom>
              <a:rect b="b" l="l" r="r" t="t"/>
              <a:pathLst>
                <a:path extrusionOk="0" h="19" w="64">
                  <a:moveTo>
                    <a:pt x="0" y="18"/>
                  </a:moveTo>
                  <a:cubicBezTo>
                    <a:pt x="32" y="4"/>
                    <a:pt x="53" y="1"/>
                    <a:pt x="63" y="11"/>
                  </a:cubicBezTo>
                  <a:lnTo>
                    <a:pt x="63" y="11"/>
                  </a:lnTo>
                  <a:cubicBezTo>
                    <a:pt x="53" y="1"/>
                    <a:pt x="32" y="4"/>
                    <a:pt x="0"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1" name="Google Shape;4311;p95"/>
            <p:cNvSpPr/>
            <p:nvPr/>
          </p:nvSpPr>
          <p:spPr>
            <a:xfrm>
              <a:off x="2009036" y="196189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2" name="Google Shape;4312;p95"/>
            <p:cNvSpPr/>
            <p:nvPr/>
          </p:nvSpPr>
          <p:spPr>
            <a:xfrm>
              <a:off x="2008276" y="1963947"/>
              <a:ext cx="54" cy="109"/>
            </a:xfrm>
            <a:custGeom>
              <a:rect b="b" l="l" r="r" t="t"/>
              <a:pathLst>
                <a:path extrusionOk="0" h="8" w="4">
                  <a:moveTo>
                    <a:pt x="4"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3" name="Google Shape;4313;p95"/>
            <p:cNvSpPr/>
            <p:nvPr/>
          </p:nvSpPr>
          <p:spPr>
            <a:xfrm>
              <a:off x="2008561" y="1963187"/>
              <a:ext cx="54" cy="109"/>
            </a:xfrm>
            <a:custGeom>
              <a:rect b="b" l="l" r="r" t="t"/>
              <a:pathLst>
                <a:path extrusionOk="0" h="8" w="4">
                  <a:moveTo>
                    <a:pt x="4"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4" name="Google Shape;4314;p95"/>
            <p:cNvSpPr/>
            <p:nvPr/>
          </p:nvSpPr>
          <p:spPr>
            <a:xfrm>
              <a:off x="2028805" y="1937607"/>
              <a:ext cx="964" cy="163"/>
            </a:xfrm>
            <a:custGeom>
              <a:rect b="b" l="l" r="r" t="t"/>
              <a:pathLst>
                <a:path extrusionOk="0" h="12" w="71">
                  <a:moveTo>
                    <a:pt x="0" y="11"/>
                  </a:moveTo>
                  <a:cubicBezTo>
                    <a:pt x="21" y="1"/>
                    <a:pt x="46" y="1"/>
                    <a:pt x="70" y="8"/>
                  </a:cubicBezTo>
                  <a:cubicBezTo>
                    <a:pt x="46" y="1"/>
                    <a:pt x="21" y="1"/>
                    <a:pt x="0"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95"/>
            <p:cNvSpPr/>
            <p:nvPr/>
          </p:nvSpPr>
          <p:spPr>
            <a:xfrm>
              <a:off x="2008846" y="1962521"/>
              <a:ext cx="14" cy="54"/>
            </a:xfrm>
            <a:custGeom>
              <a:rect b="b" l="l" r="r" t="t"/>
              <a:pathLst>
                <a:path extrusionOk="0" h="4" w="1">
                  <a:moveTo>
                    <a:pt x="0"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6" name="Google Shape;4316;p95"/>
            <p:cNvSpPr/>
            <p:nvPr/>
          </p:nvSpPr>
          <p:spPr>
            <a:xfrm>
              <a:off x="2009647" y="1960335"/>
              <a:ext cx="14" cy="54"/>
            </a:xfrm>
            <a:custGeom>
              <a:rect b="b" l="l" r="r" t="t"/>
              <a:pathLst>
                <a:path extrusionOk="0" h="4" w="1">
                  <a:moveTo>
                    <a:pt x="1"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7" name="Google Shape;4317;p95"/>
            <p:cNvSpPr/>
            <p:nvPr/>
          </p:nvSpPr>
          <p:spPr>
            <a:xfrm>
              <a:off x="2029796" y="193770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8" name="Google Shape;4318;p95"/>
            <p:cNvSpPr/>
            <p:nvPr/>
          </p:nvSpPr>
          <p:spPr>
            <a:xfrm>
              <a:off x="2009267" y="1961286"/>
              <a:ext cx="14" cy="54"/>
            </a:xfrm>
            <a:custGeom>
              <a:rect b="b" l="l" r="r" t="t"/>
              <a:pathLst>
                <a:path extrusionOk="0" h="4" w="1">
                  <a:moveTo>
                    <a:pt x="1"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9" name="Google Shape;4319;p95"/>
            <p:cNvSpPr/>
            <p:nvPr/>
          </p:nvSpPr>
          <p:spPr>
            <a:xfrm>
              <a:off x="2009457" y="1960756"/>
              <a:ext cx="68" cy="109"/>
            </a:xfrm>
            <a:custGeom>
              <a:rect b="b" l="l" r="r" t="t"/>
              <a:pathLst>
                <a:path extrusionOk="0" h="8" w="5">
                  <a:moveTo>
                    <a:pt x="4"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0" name="Google Shape;4320;p95"/>
            <p:cNvSpPr/>
            <p:nvPr/>
          </p:nvSpPr>
          <p:spPr>
            <a:xfrm>
              <a:off x="2008086" y="1964748"/>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95"/>
            <p:cNvSpPr/>
            <p:nvPr/>
          </p:nvSpPr>
          <p:spPr>
            <a:xfrm>
              <a:off x="2008086" y="1964748"/>
              <a:ext cx="14" cy="14"/>
            </a:xfrm>
            <a:custGeom>
              <a:rect b="b" l="l" r="r" t="t"/>
              <a:pathLst>
                <a:path extrusionOk="0" h="1" w="1">
                  <a:moveTo>
                    <a:pt x="0"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2" name="Google Shape;4322;p95"/>
            <p:cNvSpPr/>
            <p:nvPr/>
          </p:nvSpPr>
          <p:spPr>
            <a:xfrm>
              <a:off x="2051520" y="1865551"/>
              <a:ext cx="112191" cy="87765"/>
            </a:xfrm>
            <a:custGeom>
              <a:rect b="b" l="l" r="r" t="t"/>
              <a:pathLst>
                <a:path extrusionOk="0" h="6464" w="8263">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3" name="Google Shape;4323;p95"/>
            <p:cNvSpPr/>
            <p:nvPr/>
          </p:nvSpPr>
          <p:spPr>
            <a:xfrm>
              <a:off x="2080902" y="1899970"/>
              <a:ext cx="244" cy="54"/>
            </a:xfrm>
            <a:custGeom>
              <a:rect b="b" l="l" r="r" t="t"/>
              <a:pathLst>
                <a:path extrusionOk="0" h="4" w="18">
                  <a:moveTo>
                    <a:pt x="18" y="0"/>
                  </a:moveTo>
                  <a:lnTo>
                    <a:pt x="0" y="4"/>
                  </a:lnTo>
                  <a:lnTo>
                    <a:pt x="4" y="4"/>
                  </a:ln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95"/>
            <p:cNvSpPr/>
            <p:nvPr/>
          </p:nvSpPr>
          <p:spPr>
            <a:xfrm>
              <a:off x="2147120" y="1866841"/>
              <a:ext cx="299" cy="109"/>
            </a:xfrm>
            <a:custGeom>
              <a:rect b="b" l="l" r="r" t="t"/>
              <a:pathLst>
                <a:path extrusionOk="0" h="8" w="22">
                  <a:moveTo>
                    <a:pt x="0" y="0"/>
                  </a:moveTo>
                  <a:lnTo>
                    <a:pt x="2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5" name="Google Shape;4325;p95"/>
            <p:cNvSpPr/>
            <p:nvPr/>
          </p:nvSpPr>
          <p:spPr>
            <a:xfrm>
              <a:off x="2138131" y="1865510"/>
              <a:ext cx="2525" cy="149"/>
            </a:xfrm>
            <a:custGeom>
              <a:rect b="b" l="l" r="r" t="t"/>
              <a:pathLst>
                <a:path extrusionOk="0" h="11" w="186">
                  <a:moveTo>
                    <a:pt x="0" y="0"/>
                  </a:moveTo>
                  <a:cubicBezTo>
                    <a:pt x="46" y="0"/>
                    <a:pt x="112" y="4"/>
                    <a:pt x="186" y="11"/>
                  </a:cubicBezTo>
                  <a:cubicBezTo>
                    <a:pt x="119" y="4"/>
                    <a:pt x="56" y="0"/>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6" name="Google Shape;4326;p95"/>
            <p:cNvSpPr/>
            <p:nvPr/>
          </p:nvSpPr>
          <p:spPr>
            <a:xfrm>
              <a:off x="2140888" y="1865646"/>
              <a:ext cx="339" cy="68"/>
            </a:xfrm>
            <a:custGeom>
              <a:rect b="b" l="l" r="r" t="t"/>
              <a:pathLst>
                <a:path extrusionOk="0" h="5" w="25">
                  <a:moveTo>
                    <a:pt x="0" y="1"/>
                  </a:moveTo>
                  <a:lnTo>
                    <a:pt x="2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95"/>
            <p:cNvSpPr/>
            <p:nvPr/>
          </p:nvSpPr>
          <p:spPr>
            <a:xfrm>
              <a:off x="2145219" y="1866311"/>
              <a:ext cx="339" cy="68"/>
            </a:xfrm>
            <a:custGeom>
              <a:rect b="b" l="l" r="r" t="t"/>
              <a:pathLst>
                <a:path extrusionOk="0" h="5" w="25">
                  <a:moveTo>
                    <a:pt x="0" y="1"/>
                  </a:moveTo>
                  <a:lnTo>
                    <a:pt x="2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8" name="Google Shape;4328;p95"/>
            <p:cNvSpPr/>
            <p:nvPr/>
          </p:nvSpPr>
          <p:spPr>
            <a:xfrm>
              <a:off x="2147690" y="1867071"/>
              <a:ext cx="204" cy="163"/>
            </a:xfrm>
            <a:custGeom>
              <a:rect b="b" l="l" r="r" t="t"/>
              <a:pathLst>
                <a:path extrusionOk="0" h="12" w="15">
                  <a:moveTo>
                    <a:pt x="0" y="1"/>
                  </a:moveTo>
                  <a:lnTo>
                    <a:pt x="1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9" name="Google Shape;4329;p95"/>
            <p:cNvSpPr/>
            <p:nvPr/>
          </p:nvSpPr>
          <p:spPr>
            <a:xfrm>
              <a:off x="2144554" y="1866175"/>
              <a:ext cx="285" cy="54"/>
            </a:xfrm>
            <a:custGeom>
              <a:rect b="b" l="l" r="r" t="t"/>
              <a:pathLst>
                <a:path extrusionOk="0" h="4" w="21">
                  <a:moveTo>
                    <a:pt x="0" y="0"/>
                  </a:moveTo>
                  <a:lnTo>
                    <a:pt x="2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0" name="Google Shape;4330;p95"/>
            <p:cNvSpPr/>
            <p:nvPr/>
          </p:nvSpPr>
          <p:spPr>
            <a:xfrm>
              <a:off x="2146495" y="1866650"/>
              <a:ext cx="353" cy="109"/>
            </a:xfrm>
            <a:custGeom>
              <a:rect b="b" l="l" r="r" t="t"/>
              <a:pathLst>
                <a:path extrusionOk="0" h="8" w="26">
                  <a:moveTo>
                    <a:pt x="1" y="0"/>
                  </a:moveTo>
                  <a:lnTo>
                    <a:pt x="25"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1" name="Google Shape;4331;p95"/>
            <p:cNvSpPr/>
            <p:nvPr/>
          </p:nvSpPr>
          <p:spPr>
            <a:xfrm>
              <a:off x="2145884" y="1866460"/>
              <a:ext cx="339" cy="109"/>
            </a:xfrm>
            <a:custGeom>
              <a:rect b="b" l="l" r="r" t="t"/>
              <a:pathLst>
                <a:path extrusionOk="0" h="8" w="25">
                  <a:moveTo>
                    <a:pt x="0" y="0"/>
                  </a:moveTo>
                  <a:lnTo>
                    <a:pt x="25"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2" name="Google Shape;4332;p95"/>
            <p:cNvSpPr/>
            <p:nvPr/>
          </p:nvSpPr>
          <p:spPr>
            <a:xfrm>
              <a:off x="2153202" y="1872014"/>
              <a:ext cx="1059" cy="584"/>
            </a:xfrm>
            <a:custGeom>
              <a:rect b="b" l="l" r="r" t="t"/>
              <a:pathLst>
                <a:path extrusionOk="0" h="43" w="78">
                  <a:moveTo>
                    <a:pt x="77" y="1"/>
                  </a:moveTo>
                  <a:lnTo>
                    <a:pt x="0" y="43"/>
                  </a:lnTo>
                  <a:lnTo>
                    <a:pt x="0" y="43"/>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3" name="Google Shape;4333;p95"/>
            <p:cNvSpPr/>
            <p:nvPr/>
          </p:nvSpPr>
          <p:spPr>
            <a:xfrm>
              <a:off x="2143875" y="1866026"/>
              <a:ext cx="204" cy="68"/>
            </a:xfrm>
            <a:custGeom>
              <a:rect b="b" l="l" r="r" t="t"/>
              <a:pathLst>
                <a:path extrusionOk="0" h="5" w="15">
                  <a:moveTo>
                    <a:pt x="1" y="1"/>
                  </a:move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4" name="Google Shape;4334;p95"/>
            <p:cNvSpPr/>
            <p:nvPr/>
          </p:nvSpPr>
          <p:spPr>
            <a:xfrm>
              <a:off x="2143169" y="1865931"/>
              <a:ext cx="149" cy="14"/>
            </a:xfrm>
            <a:custGeom>
              <a:rect b="b" l="l" r="r" t="t"/>
              <a:pathLst>
                <a:path extrusionOk="0" h="1" w="11">
                  <a:moveTo>
                    <a:pt x="0"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5" name="Google Shape;4335;p95"/>
            <p:cNvSpPr/>
            <p:nvPr/>
          </p:nvSpPr>
          <p:spPr>
            <a:xfrm>
              <a:off x="2141648" y="1865741"/>
              <a:ext cx="204" cy="14"/>
            </a:xfrm>
            <a:custGeom>
              <a:rect b="b" l="l" r="r" t="t"/>
              <a:pathLst>
                <a:path extrusionOk="0" h="1" w="15">
                  <a:moveTo>
                    <a:pt x="0" y="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6" name="Google Shape;4336;p95"/>
            <p:cNvSpPr/>
            <p:nvPr/>
          </p:nvSpPr>
          <p:spPr>
            <a:xfrm>
              <a:off x="2142449" y="1865836"/>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7" name="Google Shape;4337;p95"/>
            <p:cNvSpPr/>
            <p:nvPr/>
          </p:nvSpPr>
          <p:spPr>
            <a:xfrm>
              <a:off x="2122300" y="1942359"/>
              <a:ext cx="4481" cy="2539"/>
            </a:xfrm>
            <a:custGeom>
              <a:rect b="b" l="l" r="r" t="t"/>
              <a:pathLst>
                <a:path extrusionOk="0" h="187" w="330">
                  <a:moveTo>
                    <a:pt x="1" y="186"/>
                  </a:moveTo>
                  <a:cubicBezTo>
                    <a:pt x="95" y="99"/>
                    <a:pt x="204" y="1"/>
                    <a:pt x="330" y="11"/>
                  </a:cubicBezTo>
                  <a:cubicBezTo>
                    <a:pt x="204" y="1"/>
                    <a:pt x="95" y="99"/>
                    <a:pt x="1" y="18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8" name="Google Shape;4338;p95"/>
            <p:cNvSpPr/>
            <p:nvPr/>
          </p:nvSpPr>
          <p:spPr>
            <a:xfrm>
              <a:off x="2074860" y="1952637"/>
              <a:ext cx="14" cy="244"/>
            </a:xfrm>
            <a:custGeom>
              <a:rect b="b" l="l" r="r" t="t"/>
              <a:pathLst>
                <a:path extrusionOk="0" h="18" w="1">
                  <a:moveTo>
                    <a:pt x="1" y="0"/>
                  </a:moveTo>
                  <a:cubicBezTo>
                    <a:pt x="1" y="7"/>
                    <a:pt x="1" y="11"/>
                    <a:pt x="1" y="18"/>
                  </a:cubicBezTo>
                  <a:cubicBezTo>
                    <a:pt x="1" y="11"/>
                    <a:pt x="1"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9" name="Google Shape;4339;p95"/>
            <p:cNvSpPr/>
            <p:nvPr/>
          </p:nvSpPr>
          <p:spPr>
            <a:xfrm>
              <a:off x="2074575" y="1952868"/>
              <a:ext cx="299" cy="489"/>
            </a:xfrm>
            <a:custGeom>
              <a:rect b="b" l="l" r="r" t="t"/>
              <a:pathLst>
                <a:path extrusionOk="0" h="36" w="22">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0" name="Google Shape;4340;p95"/>
            <p:cNvSpPr/>
            <p:nvPr/>
          </p:nvSpPr>
          <p:spPr>
            <a:xfrm>
              <a:off x="2066741" y="1951822"/>
              <a:ext cx="54" cy="258"/>
            </a:xfrm>
            <a:custGeom>
              <a:rect b="b" l="l" r="r" t="t"/>
              <a:pathLst>
                <a:path extrusionOk="0" h="19" w="4">
                  <a:moveTo>
                    <a:pt x="4" y="1"/>
                  </a:moveTo>
                  <a:cubicBezTo>
                    <a:pt x="4" y="4"/>
                    <a:pt x="0" y="11"/>
                    <a:pt x="0" y="18"/>
                  </a:cubicBezTo>
                  <a:cubicBezTo>
                    <a:pt x="0" y="15"/>
                    <a:pt x="4" y="8"/>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1" name="Google Shape;4341;p95"/>
            <p:cNvSpPr/>
            <p:nvPr/>
          </p:nvSpPr>
          <p:spPr>
            <a:xfrm>
              <a:off x="2067732" y="1949881"/>
              <a:ext cx="394" cy="299"/>
            </a:xfrm>
            <a:custGeom>
              <a:rect b="b" l="l" r="r" t="t"/>
              <a:pathLst>
                <a:path extrusionOk="0" h="22" w="29">
                  <a:moveTo>
                    <a:pt x="29" y="0"/>
                  </a:moveTo>
                  <a:cubicBezTo>
                    <a:pt x="18" y="7"/>
                    <a:pt x="11" y="11"/>
                    <a:pt x="1" y="21"/>
                  </a:cubicBezTo>
                  <a:cubicBezTo>
                    <a:pt x="11" y="11"/>
                    <a:pt x="18" y="7"/>
                    <a:pt x="2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2" name="Google Shape;4342;p95"/>
            <p:cNvSpPr/>
            <p:nvPr/>
          </p:nvSpPr>
          <p:spPr>
            <a:xfrm>
              <a:off x="2067121" y="1950777"/>
              <a:ext cx="109" cy="258"/>
            </a:xfrm>
            <a:custGeom>
              <a:rect b="b" l="l" r="r" t="t"/>
              <a:pathLst>
                <a:path extrusionOk="0" h="19" w="8">
                  <a:moveTo>
                    <a:pt x="7" y="1"/>
                  </a:moveTo>
                  <a:cubicBezTo>
                    <a:pt x="4" y="8"/>
                    <a:pt x="0" y="11"/>
                    <a:pt x="0" y="18"/>
                  </a:cubicBezTo>
                  <a:cubicBezTo>
                    <a:pt x="4" y="11"/>
                    <a:pt x="7" y="8"/>
                    <a:pt x="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3" name="Google Shape;4343;p95"/>
            <p:cNvSpPr/>
            <p:nvPr/>
          </p:nvSpPr>
          <p:spPr>
            <a:xfrm>
              <a:off x="2066877" y="1951347"/>
              <a:ext cx="109" cy="163"/>
            </a:xfrm>
            <a:custGeom>
              <a:rect b="b" l="l" r="r" t="t"/>
              <a:pathLst>
                <a:path extrusionOk="0" h="12" w="8">
                  <a:moveTo>
                    <a:pt x="8" y="1"/>
                  </a:moveTo>
                  <a:lnTo>
                    <a:pt x="1" y="11"/>
                  </a:lnTo>
                  <a:cubicBezTo>
                    <a:pt x="4" y="8"/>
                    <a:pt x="8" y="4"/>
                    <a:pt x="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4" name="Google Shape;4344;p95"/>
            <p:cNvSpPr/>
            <p:nvPr/>
          </p:nvSpPr>
          <p:spPr>
            <a:xfrm>
              <a:off x="2073530" y="1953343"/>
              <a:ext cx="1059" cy="122"/>
            </a:xfrm>
            <a:custGeom>
              <a:rect b="b" l="l" r="r" t="t"/>
              <a:pathLst>
                <a:path extrusionOk="0" h="9" w="78">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5" name="Google Shape;4345;p95"/>
            <p:cNvSpPr/>
            <p:nvPr/>
          </p:nvSpPr>
          <p:spPr>
            <a:xfrm>
              <a:off x="2067352" y="1950166"/>
              <a:ext cx="394" cy="394"/>
            </a:xfrm>
            <a:custGeom>
              <a:rect b="b" l="l" r="r" t="t"/>
              <a:pathLst>
                <a:path extrusionOk="0" h="29" w="29">
                  <a:moveTo>
                    <a:pt x="1" y="28"/>
                  </a:moveTo>
                  <a:cubicBezTo>
                    <a:pt x="11" y="18"/>
                    <a:pt x="18" y="7"/>
                    <a:pt x="29" y="0"/>
                  </a:cubicBezTo>
                  <a:lnTo>
                    <a:pt x="29" y="0"/>
                  </a:lnTo>
                  <a:cubicBezTo>
                    <a:pt x="18" y="7"/>
                    <a:pt x="11" y="18"/>
                    <a:pt x="1"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6" name="Google Shape;4346;p95"/>
            <p:cNvSpPr/>
            <p:nvPr/>
          </p:nvSpPr>
          <p:spPr>
            <a:xfrm>
              <a:off x="2073054" y="1953153"/>
              <a:ext cx="489" cy="204"/>
            </a:xfrm>
            <a:custGeom>
              <a:rect b="b" l="l" r="r" t="t"/>
              <a:pathLst>
                <a:path extrusionOk="0" h="15" w="36">
                  <a:moveTo>
                    <a:pt x="36" y="15"/>
                  </a:moveTo>
                  <a:cubicBezTo>
                    <a:pt x="22" y="8"/>
                    <a:pt x="11" y="4"/>
                    <a:pt x="1" y="1"/>
                  </a:cubicBezTo>
                  <a:cubicBezTo>
                    <a:pt x="11" y="4"/>
                    <a:pt x="22" y="8"/>
                    <a:pt x="36"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7" name="Google Shape;4347;p95"/>
            <p:cNvSpPr/>
            <p:nvPr/>
          </p:nvSpPr>
          <p:spPr>
            <a:xfrm>
              <a:off x="2069633" y="1949446"/>
              <a:ext cx="353" cy="14"/>
            </a:xfrm>
            <a:custGeom>
              <a:rect b="b" l="l" r="r" t="t"/>
              <a:pathLst>
                <a:path extrusionOk="0" h="1" w="26">
                  <a:moveTo>
                    <a:pt x="1" y="1"/>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8" name="Google Shape;4348;p95"/>
            <p:cNvSpPr/>
            <p:nvPr/>
          </p:nvSpPr>
          <p:spPr>
            <a:xfrm>
              <a:off x="2069117" y="1949446"/>
              <a:ext cx="394" cy="14"/>
            </a:xfrm>
            <a:custGeom>
              <a:rect b="b" l="l" r="r" t="t"/>
              <a:pathLst>
                <a:path extrusionOk="0" h="1" w="29">
                  <a:moveTo>
                    <a:pt x="28" y="1"/>
                  </a:moveTo>
                  <a:cubicBezTo>
                    <a:pt x="18" y="1"/>
                    <a:pt x="11" y="1"/>
                    <a:pt x="0" y="1"/>
                  </a:cubicBezTo>
                  <a:cubicBezTo>
                    <a:pt x="11" y="1"/>
                    <a:pt x="18" y="1"/>
                    <a:pt x="2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9" name="Google Shape;4349;p95"/>
            <p:cNvSpPr/>
            <p:nvPr/>
          </p:nvSpPr>
          <p:spPr>
            <a:xfrm>
              <a:off x="2070067" y="1949500"/>
              <a:ext cx="2240" cy="1765"/>
            </a:xfrm>
            <a:custGeom>
              <a:rect b="b" l="l" r="r" t="t"/>
              <a:pathLst>
                <a:path extrusionOk="0" h="130" w="165">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0" name="Google Shape;4350;p95"/>
            <p:cNvSpPr/>
            <p:nvPr/>
          </p:nvSpPr>
          <p:spPr>
            <a:xfrm>
              <a:off x="2068207" y="1949636"/>
              <a:ext cx="353" cy="204"/>
            </a:xfrm>
            <a:custGeom>
              <a:rect b="b" l="l" r="r" t="t"/>
              <a:pathLst>
                <a:path extrusionOk="0" h="15" w="26">
                  <a:moveTo>
                    <a:pt x="25" y="1"/>
                  </a:moveTo>
                  <a:cubicBezTo>
                    <a:pt x="15" y="4"/>
                    <a:pt x="8" y="8"/>
                    <a:pt x="1" y="15"/>
                  </a:cubicBezTo>
                  <a:cubicBezTo>
                    <a:pt x="8" y="8"/>
                    <a:pt x="15" y="4"/>
                    <a:pt x="2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1" name="Google Shape;4351;p95"/>
            <p:cNvSpPr/>
            <p:nvPr/>
          </p:nvSpPr>
          <p:spPr>
            <a:xfrm>
              <a:off x="2068587" y="1949500"/>
              <a:ext cx="489" cy="149"/>
            </a:xfrm>
            <a:custGeom>
              <a:rect b="b" l="l" r="r" t="t"/>
              <a:pathLst>
                <a:path extrusionOk="0" h="11" w="36">
                  <a:moveTo>
                    <a:pt x="36" y="0"/>
                  </a:moveTo>
                  <a:cubicBezTo>
                    <a:pt x="22" y="0"/>
                    <a:pt x="11" y="4"/>
                    <a:pt x="1" y="11"/>
                  </a:cubicBezTo>
                  <a:cubicBezTo>
                    <a:pt x="11" y="4"/>
                    <a:pt x="22" y="0"/>
                    <a:pt x="3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2" name="Google Shape;4352;p95"/>
            <p:cNvSpPr/>
            <p:nvPr/>
          </p:nvSpPr>
          <p:spPr>
            <a:xfrm>
              <a:off x="2074439" y="1953302"/>
              <a:ext cx="299" cy="149"/>
            </a:xfrm>
            <a:custGeom>
              <a:rect b="b" l="l" r="r" t="t"/>
              <a:pathLst>
                <a:path extrusionOk="0" h="11" w="22">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3" name="Google Shape;4353;p95"/>
            <p:cNvSpPr/>
            <p:nvPr/>
          </p:nvSpPr>
          <p:spPr>
            <a:xfrm>
              <a:off x="2080902" y="1902386"/>
              <a:ext cx="54" cy="584"/>
            </a:xfrm>
            <a:custGeom>
              <a:rect b="b" l="l" r="r" t="t"/>
              <a:pathLst>
                <a:path extrusionOk="0" h="43" w="4">
                  <a:moveTo>
                    <a:pt x="0" y="1"/>
                  </a:moveTo>
                  <a:lnTo>
                    <a:pt x="0" y="43"/>
                  </a:lnTo>
                  <a:cubicBezTo>
                    <a:pt x="4" y="29"/>
                    <a:pt x="4" y="1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4" name="Google Shape;4354;p95"/>
            <p:cNvSpPr/>
            <p:nvPr/>
          </p:nvSpPr>
          <p:spPr>
            <a:xfrm>
              <a:off x="2080848" y="1900635"/>
              <a:ext cx="68" cy="679"/>
            </a:xfrm>
            <a:custGeom>
              <a:rect b="b" l="l" r="r" t="t"/>
              <a:pathLst>
                <a:path extrusionOk="0" h="50" w="5">
                  <a:moveTo>
                    <a:pt x="1" y="0"/>
                  </a:moveTo>
                  <a:lnTo>
                    <a:pt x="1" y="49"/>
                  </a:lnTo>
                  <a:cubicBezTo>
                    <a:pt x="4" y="35"/>
                    <a:pt x="4" y="18"/>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5" name="Google Shape;4355;p95"/>
            <p:cNvSpPr/>
            <p:nvPr/>
          </p:nvSpPr>
          <p:spPr>
            <a:xfrm>
              <a:off x="2080943" y="1903961"/>
              <a:ext cx="14" cy="530"/>
            </a:xfrm>
            <a:custGeom>
              <a:rect b="b" l="l" r="r" t="t"/>
              <a:pathLst>
                <a:path extrusionOk="0" h="39" w="1">
                  <a:moveTo>
                    <a:pt x="1" y="0"/>
                  </a:moveTo>
                  <a:lnTo>
                    <a:pt x="1" y="3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6" name="Google Shape;4356;p95"/>
            <p:cNvSpPr/>
            <p:nvPr/>
          </p:nvSpPr>
          <p:spPr>
            <a:xfrm>
              <a:off x="2080753" y="1916032"/>
              <a:ext cx="68" cy="244"/>
            </a:xfrm>
            <a:custGeom>
              <a:rect b="b" l="l" r="r" t="t"/>
              <a:pathLst>
                <a:path extrusionOk="0" h="18" w="5">
                  <a:moveTo>
                    <a:pt x="4" y="0"/>
                  </a:moveTo>
                  <a:cubicBezTo>
                    <a:pt x="1" y="7"/>
                    <a:pt x="1" y="11"/>
                    <a:pt x="4" y="18"/>
                  </a:cubicBez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7" name="Google Shape;4357;p95"/>
            <p:cNvSpPr/>
            <p:nvPr/>
          </p:nvSpPr>
          <p:spPr>
            <a:xfrm>
              <a:off x="2080848" y="1914077"/>
              <a:ext cx="14" cy="258"/>
            </a:xfrm>
            <a:custGeom>
              <a:rect b="b" l="l" r="r" t="t"/>
              <a:pathLst>
                <a:path extrusionOk="0" h="19" w="1">
                  <a:moveTo>
                    <a:pt x="1" y="1"/>
                  </a:moveTo>
                  <a:lnTo>
                    <a:pt x="1" y="18"/>
                  </a:lnTo>
                  <a:cubicBezTo>
                    <a:pt x="1" y="15"/>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8" name="Google Shape;4358;p95"/>
            <p:cNvSpPr/>
            <p:nvPr/>
          </p:nvSpPr>
          <p:spPr>
            <a:xfrm>
              <a:off x="2080563" y="1918449"/>
              <a:ext cx="14" cy="109"/>
            </a:xfrm>
            <a:custGeom>
              <a:rect b="b" l="l" r="r" t="t"/>
              <a:pathLst>
                <a:path extrusionOk="0" h="8" w="1">
                  <a:moveTo>
                    <a:pt x="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9" name="Google Shape;4359;p95"/>
            <p:cNvSpPr/>
            <p:nvPr/>
          </p:nvSpPr>
          <p:spPr>
            <a:xfrm>
              <a:off x="2080617" y="1918164"/>
              <a:ext cx="14" cy="163"/>
            </a:xfrm>
            <a:custGeom>
              <a:rect b="b" l="l" r="r" t="t"/>
              <a:pathLst>
                <a:path extrusionOk="0" h="12" w="1">
                  <a:moveTo>
                    <a:pt x="0"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0" name="Google Shape;4360;p95"/>
            <p:cNvSpPr/>
            <p:nvPr/>
          </p:nvSpPr>
          <p:spPr>
            <a:xfrm>
              <a:off x="2080902" y="1913276"/>
              <a:ext cx="14" cy="299"/>
            </a:xfrm>
            <a:custGeom>
              <a:rect b="b" l="l" r="r" t="t"/>
              <a:pathLst>
                <a:path extrusionOk="0" h="22" w="1">
                  <a:moveTo>
                    <a:pt x="0" y="0"/>
                  </a:moveTo>
                  <a:lnTo>
                    <a:pt x="0"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1" name="Google Shape;4361;p95"/>
            <p:cNvSpPr/>
            <p:nvPr/>
          </p:nvSpPr>
          <p:spPr>
            <a:xfrm>
              <a:off x="2080658" y="1917838"/>
              <a:ext cx="14" cy="149"/>
            </a:xfrm>
            <a:custGeom>
              <a:rect b="b" l="l" r="r" t="t"/>
              <a:pathLst>
                <a:path extrusionOk="0" h="11" w="1">
                  <a:moveTo>
                    <a:pt x="1"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2" name="Google Shape;4362;p95"/>
            <p:cNvSpPr/>
            <p:nvPr/>
          </p:nvSpPr>
          <p:spPr>
            <a:xfrm>
              <a:off x="2080522" y="1918693"/>
              <a:ext cx="14" cy="109"/>
            </a:xfrm>
            <a:custGeom>
              <a:rect b="b" l="l" r="r" t="t"/>
              <a:pathLst>
                <a:path extrusionOk="0" h="8" w="1">
                  <a:moveTo>
                    <a:pt x="0"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3" name="Google Shape;4363;p95"/>
            <p:cNvSpPr/>
            <p:nvPr/>
          </p:nvSpPr>
          <p:spPr>
            <a:xfrm>
              <a:off x="2080373" y="1919209"/>
              <a:ext cx="14" cy="109"/>
            </a:xfrm>
            <a:custGeom>
              <a:rect b="b" l="l" r="r" t="t"/>
              <a:pathLst>
                <a:path extrusionOk="0" h="8" w="1">
                  <a:moveTo>
                    <a:pt x="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4" name="Google Shape;4364;p95"/>
            <p:cNvSpPr/>
            <p:nvPr/>
          </p:nvSpPr>
          <p:spPr>
            <a:xfrm>
              <a:off x="2080468" y="1918924"/>
              <a:ext cx="14" cy="109"/>
            </a:xfrm>
            <a:custGeom>
              <a:rect b="b" l="l" r="r" t="t"/>
              <a:pathLst>
                <a:path extrusionOk="0" h="8" w="1">
                  <a:moveTo>
                    <a:pt x="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5" name="Google Shape;4365;p95"/>
            <p:cNvSpPr/>
            <p:nvPr/>
          </p:nvSpPr>
          <p:spPr>
            <a:xfrm>
              <a:off x="2080427" y="1919073"/>
              <a:ext cx="14" cy="109"/>
            </a:xfrm>
            <a:custGeom>
              <a:rect b="b" l="l" r="r" t="t"/>
              <a:pathLst>
                <a:path extrusionOk="0" h="8" w="1">
                  <a:moveTo>
                    <a:pt x="0"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6" name="Google Shape;4366;p95"/>
            <p:cNvSpPr/>
            <p:nvPr/>
          </p:nvSpPr>
          <p:spPr>
            <a:xfrm>
              <a:off x="2080943" y="1910424"/>
              <a:ext cx="14" cy="394"/>
            </a:xfrm>
            <a:custGeom>
              <a:rect b="b" l="l" r="r" t="t"/>
              <a:pathLst>
                <a:path extrusionOk="0" h="29" w="1">
                  <a:moveTo>
                    <a:pt x="1" y="0"/>
                  </a:moveTo>
                  <a:lnTo>
                    <a:pt x="1"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7" name="Google Shape;4367;p95"/>
            <p:cNvSpPr/>
            <p:nvPr/>
          </p:nvSpPr>
          <p:spPr>
            <a:xfrm>
              <a:off x="2080943" y="191147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8" name="Google Shape;4368;p95"/>
            <p:cNvSpPr/>
            <p:nvPr/>
          </p:nvSpPr>
          <p:spPr>
            <a:xfrm>
              <a:off x="2080902" y="1912420"/>
              <a:ext cx="54" cy="339"/>
            </a:xfrm>
            <a:custGeom>
              <a:rect b="b" l="l" r="r" t="t"/>
              <a:pathLst>
                <a:path extrusionOk="0" h="25" w="4">
                  <a:moveTo>
                    <a:pt x="4" y="0"/>
                  </a:moveTo>
                  <a:cubicBezTo>
                    <a:pt x="4" y="7"/>
                    <a:pt x="0" y="14"/>
                    <a:pt x="4" y="25"/>
                  </a:cubicBez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9" name="Google Shape;4369;p95"/>
            <p:cNvSpPr/>
            <p:nvPr/>
          </p:nvSpPr>
          <p:spPr>
            <a:xfrm>
              <a:off x="2080848" y="1914796"/>
              <a:ext cx="14" cy="244"/>
            </a:xfrm>
            <a:custGeom>
              <a:rect b="b" l="l" r="r" t="t"/>
              <a:pathLst>
                <a:path extrusionOk="0" h="18" w="1">
                  <a:moveTo>
                    <a:pt x="1" y="0"/>
                  </a:moveTo>
                  <a:lnTo>
                    <a:pt x="1" y="18"/>
                  </a:lnTo>
                  <a:cubicBezTo>
                    <a:pt x="1" y="14"/>
                    <a:pt x="1"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0" name="Google Shape;4370;p95"/>
            <p:cNvSpPr/>
            <p:nvPr/>
          </p:nvSpPr>
          <p:spPr>
            <a:xfrm>
              <a:off x="2080753" y="1916548"/>
              <a:ext cx="14" cy="258"/>
            </a:xfrm>
            <a:custGeom>
              <a:rect b="b" l="l" r="r" t="t"/>
              <a:pathLst>
                <a:path extrusionOk="0" h="19" w="1">
                  <a:moveTo>
                    <a:pt x="1" y="1"/>
                  </a:moveTo>
                  <a:lnTo>
                    <a:pt x="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1" name="Google Shape;4371;p95"/>
            <p:cNvSpPr/>
            <p:nvPr/>
          </p:nvSpPr>
          <p:spPr>
            <a:xfrm>
              <a:off x="2080712" y="1917077"/>
              <a:ext cx="14" cy="149"/>
            </a:xfrm>
            <a:custGeom>
              <a:rect b="b" l="l" r="r" t="t"/>
              <a:pathLst>
                <a:path extrusionOk="0" h="11" w="1">
                  <a:moveTo>
                    <a:pt x="0" y="0"/>
                  </a:moveTo>
                  <a:lnTo>
                    <a:pt x="0" y="11"/>
                  </a:lnTo>
                  <a:cubicBezTo>
                    <a:pt x="0" y="7"/>
                    <a:pt x="0"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2" name="Google Shape;4372;p95"/>
            <p:cNvSpPr/>
            <p:nvPr/>
          </p:nvSpPr>
          <p:spPr>
            <a:xfrm>
              <a:off x="2080807" y="1915462"/>
              <a:ext cx="14" cy="244"/>
            </a:xfrm>
            <a:custGeom>
              <a:rect b="b" l="l" r="r" t="t"/>
              <a:pathLst>
                <a:path extrusionOk="0" h="18" w="1">
                  <a:moveTo>
                    <a:pt x="0" y="0"/>
                  </a:moveTo>
                  <a:lnTo>
                    <a:pt x="0" y="18"/>
                  </a:lnTo>
                  <a:cubicBezTo>
                    <a:pt x="0" y="11"/>
                    <a:pt x="0"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3" name="Google Shape;4373;p95"/>
            <p:cNvSpPr/>
            <p:nvPr/>
          </p:nvSpPr>
          <p:spPr>
            <a:xfrm>
              <a:off x="2080658" y="1917457"/>
              <a:ext cx="14" cy="204"/>
            </a:xfrm>
            <a:custGeom>
              <a:rect b="b" l="l" r="r" t="t"/>
              <a:pathLst>
                <a:path extrusionOk="0" h="15" w="1">
                  <a:moveTo>
                    <a:pt x="1" y="0"/>
                  </a:move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4" name="Google Shape;4374;p95"/>
            <p:cNvSpPr/>
            <p:nvPr/>
          </p:nvSpPr>
          <p:spPr>
            <a:xfrm>
              <a:off x="2050855" y="1932094"/>
              <a:ext cx="1629" cy="68"/>
            </a:xfrm>
            <a:custGeom>
              <a:rect b="b" l="l" r="r" t="t"/>
              <a:pathLst>
                <a:path extrusionOk="0" h="5" w="120">
                  <a:moveTo>
                    <a:pt x="120" y="1"/>
                  </a:moveTo>
                  <a:cubicBezTo>
                    <a:pt x="78" y="1"/>
                    <a:pt x="39" y="4"/>
                    <a:pt x="1" y="4"/>
                  </a:cubicBezTo>
                  <a:cubicBezTo>
                    <a:pt x="39" y="4"/>
                    <a:pt x="81" y="4"/>
                    <a:pt x="12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5" name="Google Shape;4375;p95"/>
            <p:cNvSpPr/>
            <p:nvPr/>
          </p:nvSpPr>
          <p:spPr>
            <a:xfrm>
              <a:off x="2080943" y="1905482"/>
              <a:ext cx="14" cy="434"/>
            </a:xfrm>
            <a:custGeom>
              <a:rect b="b" l="l" r="r" t="t"/>
              <a:pathLst>
                <a:path extrusionOk="0" h="32" w="1">
                  <a:moveTo>
                    <a:pt x="1" y="0"/>
                  </a:moveTo>
                  <a:lnTo>
                    <a:pt x="1"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6" name="Google Shape;4376;p95"/>
            <p:cNvSpPr/>
            <p:nvPr/>
          </p:nvSpPr>
          <p:spPr>
            <a:xfrm>
              <a:off x="2080943" y="1906813"/>
              <a:ext cx="14" cy="489"/>
            </a:xfrm>
            <a:custGeom>
              <a:rect b="b" l="l" r="r" t="t"/>
              <a:pathLst>
                <a:path extrusionOk="0" h="36" w="1">
                  <a:moveTo>
                    <a:pt x="1" y="0"/>
                  </a:moveTo>
                  <a:lnTo>
                    <a:pt x="1" y="3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7" name="Google Shape;4377;p95"/>
            <p:cNvSpPr/>
            <p:nvPr/>
          </p:nvSpPr>
          <p:spPr>
            <a:xfrm>
              <a:off x="2054996" y="1931714"/>
              <a:ext cx="244" cy="109"/>
            </a:xfrm>
            <a:custGeom>
              <a:rect b="b" l="l" r="r" t="t"/>
              <a:pathLst>
                <a:path extrusionOk="0" h="8" w="18">
                  <a:moveTo>
                    <a:pt x="18"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8" name="Google Shape;4378;p95"/>
            <p:cNvSpPr/>
            <p:nvPr/>
          </p:nvSpPr>
          <p:spPr>
            <a:xfrm>
              <a:off x="2080943" y="1909325"/>
              <a:ext cx="14" cy="394"/>
            </a:xfrm>
            <a:custGeom>
              <a:rect b="b" l="l" r="r" t="t"/>
              <a:pathLst>
                <a:path extrusionOk="0" h="29" w="1">
                  <a:moveTo>
                    <a:pt x="1" y="1"/>
                  </a:moveTo>
                  <a:lnTo>
                    <a:pt x="1"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9" name="Google Shape;4379;p95"/>
            <p:cNvSpPr/>
            <p:nvPr/>
          </p:nvSpPr>
          <p:spPr>
            <a:xfrm>
              <a:off x="2080943" y="190808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0" name="Google Shape;4380;p95"/>
            <p:cNvSpPr/>
            <p:nvPr/>
          </p:nvSpPr>
          <p:spPr>
            <a:xfrm>
              <a:off x="2062124" y="1929243"/>
              <a:ext cx="5906" cy="638"/>
            </a:xfrm>
            <a:custGeom>
              <a:rect b="b" l="l" r="r" t="t"/>
              <a:pathLst>
                <a:path extrusionOk="0" h="47" w="435">
                  <a:moveTo>
                    <a:pt x="435" y="1"/>
                  </a:moveTo>
                  <a:cubicBezTo>
                    <a:pt x="291" y="25"/>
                    <a:pt x="148" y="39"/>
                    <a:pt x="1" y="46"/>
                  </a:cubicBezTo>
                  <a:cubicBezTo>
                    <a:pt x="148" y="39"/>
                    <a:pt x="291" y="25"/>
                    <a:pt x="43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1" name="Google Shape;4381;p95"/>
            <p:cNvSpPr/>
            <p:nvPr/>
          </p:nvSpPr>
          <p:spPr>
            <a:xfrm>
              <a:off x="2080237" y="1919548"/>
              <a:ext cx="14" cy="54"/>
            </a:xfrm>
            <a:custGeom>
              <a:rect b="b" l="l" r="r" t="t"/>
              <a:pathLst>
                <a:path extrusionOk="0" h="4" w="1">
                  <a:moveTo>
                    <a:pt x="0"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2" name="Google Shape;4382;p95"/>
            <p:cNvSpPr/>
            <p:nvPr/>
          </p:nvSpPr>
          <p:spPr>
            <a:xfrm>
              <a:off x="2080332" y="1919358"/>
              <a:ext cx="14" cy="54"/>
            </a:xfrm>
            <a:custGeom>
              <a:rect b="b" l="l" r="r" t="t"/>
              <a:pathLst>
                <a:path extrusionOk="0" h="4" w="1">
                  <a:moveTo>
                    <a:pt x="0"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3" name="Google Shape;4383;p95"/>
            <p:cNvSpPr/>
            <p:nvPr/>
          </p:nvSpPr>
          <p:spPr>
            <a:xfrm>
              <a:off x="2080278" y="1919453"/>
              <a:ext cx="14" cy="54"/>
            </a:xfrm>
            <a:custGeom>
              <a:rect b="b" l="l" r="r" t="t"/>
              <a:pathLst>
                <a:path extrusionOk="0" h="4" w="1">
                  <a:moveTo>
                    <a:pt x="1"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4" name="Google Shape;4384;p95"/>
            <p:cNvSpPr/>
            <p:nvPr/>
          </p:nvSpPr>
          <p:spPr>
            <a:xfrm>
              <a:off x="2080183" y="1919603"/>
              <a:ext cx="14" cy="54"/>
            </a:xfrm>
            <a:custGeom>
              <a:rect b="b" l="l" r="r" t="t"/>
              <a:pathLst>
                <a:path extrusionOk="0" h="4" w="1">
                  <a:moveTo>
                    <a:pt x="1"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5" name="Google Shape;4385;p95"/>
            <p:cNvSpPr/>
            <p:nvPr/>
          </p:nvSpPr>
          <p:spPr>
            <a:xfrm>
              <a:off x="2080142" y="1919643"/>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6" name="Google Shape;4386;p95"/>
            <p:cNvSpPr/>
            <p:nvPr/>
          </p:nvSpPr>
          <p:spPr>
            <a:xfrm>
              <a:off x="2079992" y="1919739"/>
              <a:ext cx="109" cy="54"/>
            </a:xfrm>
            <a:custGeom>
              <a:rect b="b" l="l" r="r" t="t"/>
              <a:pathLst>
                <a:path extrusionOk="0" h="4" w="8">
                  <a:moveTo>
                    <a:pt x="8"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7" name="Google Shape;4387;p95"/>
            <p:cNvSpPr/>
            <p:nvPr/>
          </p:nvSpPr>
          <p:spPr>
            <a:xfrm>
              <a:off x="2060658" y="1947735"/>
              <a:ext cx="1914" cy="407"/>
            </a:xfrm>
            <a:custGeom>
              <a:rect b="b" l="l" r="r" t="t"/>
              <a:pathLst>
                <a:path extrusionOk="0" h="30" w="141">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8" name="Google Shape;4388;p95"/>
            <p:cNvSpPr/>
            <p:nvPr/>
          </p:nvSpPr>
          <p:spPr>
            <a:xfrm>
              <a:off x="2050855" y="1932148"/>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9" name="Google Shape;4389;p95"/>
            <p:cNvSpPr/>
            <p:nvPr/>
          </p:nvSpPr>
          <p:spPr>
            <a:xfrm>
              <a:off x="2050719" y="1933900"/>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0" name="Google Shape;4390;p95"/>
            <p:cNvSpPr/>
            <p:nvPr/>
          </p:nvSpPr>
          <p:spPr>
            <a:xfrm>
              <a:off x="2066401" y="1952067"/>
              <a:ext cx="299" cy="149"/>
            </a:xfrm>
            <a:custGeom>
              <a:rect b="b" l="l" r="r" t="t"/>
              <a:pathLst>
                <a:path extrusionOk="0" h="11" w="22">
                  <a:moveTo>
                    <a:pt x="22"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1" name="Google Shape;4391;p95"/>
            <p:cNvSpPr/>
            <p:nvPr/>
          </p:nvSpPr>
          <p:spPr>
            <a:xfrm>
              <a:off x="2050760" y="193275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2" name="Google Shape;4392;p95"/>
            <p:cNvSpPr/>
            <p:nvPr/>
          </p:nvSpPr>
          <p:spPr>
            <a:xfrm>
              <a:off x="2065981" y="1951917"/>
              <a:ext cx="299" cy="109"/>
            </a:xfrm>
            <a:custGeom>
              <a:rect b="b" l="l" r="r" t="t"/>
              <a:pathLst>
                <a:path extrusionOk="0" h="8" w="22">
                  <a:moveTo>
                    <a:pt x="21"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3" name="Google Shape;4393;p95"/>
            <p:cNvSpPr/>
            <p:nvPr/>
          </p:nvSpPr>
          <p:spPr>
            <a:xfrm>
              <a:off x="2050719" y="1934185"/>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4" name="Google Shape;4394;p95"/>
            <p:cNvSpPr/>
            <p:nvPr/>
          </p:nvSpPr>
          <p:spPr>
            <a:xfrm>
              <a:off x="2050719" y="1934375"/>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5" name="Google Shape;4395;p95"/>
            <p:cNvSpPr/>
            <p:nvPr/>
          </p:nvSpPr>
          <p:spPr>
            <a:xfrm>
              <a:off x="2050719" y="1934524"/>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6" name="Google Shape;4396;p95"/>
            <p:cNvSpPr/>
            <p:nvPr/>
          </p:nvSpPr>
          <p:spPr>
            <a:xfrm>
              <a:off x="2065166" y="1951686"/>
              <a:ext cx="353" cy="109"/>
            </a:xfrm>
            <a:custGeom>
              <a:rect b="b" l="l" r="r" t="t"/>
              <a:pathLst>
                <a:path extrusionOk="0" h="8" w="26">
                  <a:moveTo>
                    <a:pt x="25"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7" name="Google Shape;4397;p95"/>
            <p:cNvSpPr/>
            <p:nvPr/>
          </p:nvSpPr>
          <p:spPr>
            <a:xfrm>
              <a:off x="2050719" y="1933615"/>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8" name="Google Shape;4398;p95"/>
            <p:cNvSpPr/>
            <p:nvPr/>
          </p:nvSpPr>
          <p:spPr>
            <a:xfrm>
              <a:off x="2065600" y="1951822"/>
              <a:ext cx="299" cy="68"/>
            </a:xfrm>
            <a:custGeom>
              <a:rect b="b" l="l" r="r" t="t"/>
              <a:pathLst>
                <a:path extrusionOk="0" h="5" w="22">
                  <a:moveTo>
                    <a:pt x="21"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9" name="Google Shape;4399;p95"/>
            <p:cNvSpPr/>
            <p:nvPr/>
          </p:nvSpPr>
          <p:spPr>
            <a:xfrm>
              <a:off x="2050719" y="1933235"/>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0" name="Google Shape;4400;p95"/>
            <p:cNvSpPr/>
            <p:nvPr/>
          </p:nvSpPr>
          <p:spPr>
            <a:xfrm>
              <a:off x="2149346" y="1865605"/>
              <a:ext cx="72640" cy="121356"/>
            </a:xfrm>
            <a:custGeom>
              <a:rect b="b" l="l" r="r" t="t"/>
              <a:pathLst>
                <a:path extrusionOk="0" h="8938" w="535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1" name="Google Shape;4401;p95"/>
            <p:cNvSpPr/>
            <p:nvPr/>
          </p:nvSpPr>
          <p:spPr>
            <a:xfrm>
              <a:off x="2163888" y="1986811"/>
              <a:ext cx="394" cy="149"/>
            </a:xfrm>
            <a:custGeom>
              <a:rect b="b" l="l" r="r" t="t"/>
              <a:pathLst>
                <a:path extrusionOk="0" h="11" w="29">
                  <a:moveTo>
                    <a:pt x="29" y="11"/>
                  </a:moveTo>
                  <a:cubicBezTo>
                    <a:pt x="18" y="11"/>
                    <a:pt x="8" y="7"/>
                    <a:pt x="1" y="0"/>
                  </a:cubicBezTo>
                  <a:lnTo>
                    <a:pt x="1" y="0"/>
                  </a:lnTo>
                  <a:cubicBezTo>
                    <a:pt x="8" y="7"/>
                    <a:pt x="18" y="11"/>
                    <a:pt x="29"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2" name="Google Shape;4402;p95"/>
            <p:cNvSpPr/>
            <p:nvPr/>
          </p:nvSpPr>
          <p:spPr>
            <a:xfrm>
              <a:off x="2163467" y="1986282"/>
              <a:ext cx="339" cy="489"/>
            </a:xfrm>
            <a:custGeom>
              <a:rect b="b" l="l" r="r" t="t"/>
              <a:pathLst>
                <a:path extrusionOk="0" h="36" w="25">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3" name="Google Shape;4403;p95"/>
            <p:cNvSpPr/>
            <p:nvPr/>
          </p:nvSpPr>
          <p:spPr>
            <a:xfrm>
              <a:off x="2212943" y="1959331"/>
              <a:ext cx="258" cy="109"/>
            </a:xfrm>
            <a:custGeom>
              <a:rect b="b" l="l" r="r" t="t"/>
              <a:pathLst>
                <a:path extrusionOk="0" h="8" w="19">
                  <a:moveTo>
                    <a:pt x="1" y="1"/>
                  </a:moveTo>
                  <a:cubicBezTo>
                    <a:pt x="4" y="4"/>
                    <a:pt x="11" y="4"/>
                    <a:pt x="18" y="8"/>
                  </a:cubicBezTo>
                  <a:cubicBezTo>
                    <a:pt x="11" y="4"/>
                    <a:pt x="4"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4" name="Google Shape;4404;p95"/>
            <p:cNvSpPr/>
            <p:nvPr/>
          </p:nvSpPr>
          <p:spPr>
            <a:xfrm>
              <a:off x="2212468" y="1959235"/>
              <a:ext cx="299" cy="68"/>
            </a:xfrm>
            <a:custGeom>
              <a:rect b="b" l="l" r="r" t="t"/>
              <a:pathLst>
                <a:path extrusionOk="0" h="5" w="22">
                  <a:moveTo>
                    <a:pt x="1" y="1"/>
                  </a:moveTo>
                  <a:cubicBezTo>
                    <a:pt x="8" y="1"/>
                    <a:pt x="15" y="4"/>
                    <a:pt x="22" y="4"/>
                  </a:cubicBezTo>
                  <a:cubicBezTo>
                    <a:pt x="15" y="1"/>
                    <a:pt x="8"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5" name="Google Shape;4405;p95"/>
            <p:cNvSpPr/>
            <p:nvPr/>
          </p:nvSpPr>
          <p:spPr>
            <a:xfrm>
              <a:off x="2206195" y="1959235"/>
              <a:ext cx="5295" cy="2865"/>
            </a:xfrm>
            <a:custGeom>
              <a:rect b="b" l="l" r="r" t="t"/>
              <a:pathLst>
                <a:path extrusionOk="0" h="211" w="390">
                  <a:moveTo>
                    <a:pt x="1" y="211"/>
                  </a:moveTo>
                  <a:cubicBezTo>
                    <a:pt x="78" y="137"/>
                    <a:pt x="242" y="18"/>
                    <a:pt x="389" y="1"/>
                  </a:cubicBezTo>
                  <a:cubicBezTo>
                    <a:pt x="242" y="18"/>
                    <a:pt x="78" y="137"/>
                    <a:pt x="1" y="2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6" name="Google Shape;4406;p95"/>
            <p:cNvSpPr/>
            <p:nvPr/>
          </p:nvSpPr>
          <p:spPr>
            <a:xfrm>
              <a:off x="2211993" y="1959195"/>
              <a:ext cx="353" cy="14"/>
            </a:xfrm>
            <a:custGeom>
              <a:rect b="b" l="l" r="r" t="t"/>
              <a:pathLst>
                <a:path extrusionOk="0" h="1" w="26">
                  <a:moveTo>
                    <a:pt x="1" y="0"/>
                  </a:moveTo>
                  <a:cubicBezTo>
                    <a:pt x="8" y="0"/>
                    <a:pt x="15" y="0"/>
                    <a:pt x="25" y="0"/>
                  </a:cubicBezTo>
                  <a:cubicBezTo>
                    <a:pt x="15" y="0"/>
                    <a:pt x="8" y="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7" name="Google Shape;4407;p95"/>
            <p:cNvSpPr/>
            <p:nvPr/>
          </p:nvSpPr>
          <p:spPr>
            <a:xfrm>
              <a:off x="2211477" y="1959195"/>
              <a:ext cx="434" cy="54"/>
            </a:xfrm>
            <a:custGeom>
              <a:rect b="b" l="l" r="r" t="t"/>
              <a:pathLst>
                <a:path extrusionOk="0" h="4" w="32">
                  <a:moveTo>
                    <a:pt x="0" y="4"/>
                  </a:moveTo>
                  <a:cubicBezTo>
                    <a:pt x="11" y="0"/>
                    <a:pt x="21" y="0"/>
                    <a:pt x="32" y="4"/>
                  </a:cubicBezTo>
                  <a:cubicBezTo>
                    <a:pt x="21" y="0"/>
                    <a:pt x="11" y="0"/>
                    <a:pt x="0"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8" name="Google Shape;4408;p95"/>
            <p:cNvSpPr/>
            <p:nvPr/>
          </p:nvSpPr>
          <p:spPr>
            <a:xfrm>
              <a:off x="2154153" y="1944164"/>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9" name="Google Shape;4409;p95"/>
            <p:cNvSpPr/>
            <p:nvPr/>
          </p:nvSpPr>
          <p:spPr>
            <a:xfrm>
              <a:off x="2149536" y="1939752"/>
              <a:ext cx="1303" cy="1480"/>
            </a:xfrm>
            <a:custGeom>
              <a:rect b="b" l="l" r="r" t="t"/>
              <a:pathLst>
                <a:path extrusionOk="0" h="109" w="96">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0" name="Google Shape;4410;p95"/>
            <p:cNvSpPr/>
            <p:nvPr/>
          </p:nvSpPr>
          <p:spPr>
            <a:xfrm>
              <a:off x="2150826" y="1941218"/>
              <a:ext cx="2675" cy="2824"/>
            </a:xfrm>
            <a:custGeom>
              <a:rect b="b" l="l" r="r" t="t"/>
              <a:pathLst>
                <a:path extrusionOk="0" h="208" w="197">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1" name="Google Shape;4411;p95"/>
            <p:cNvSpPr/>
            <p:nvPr/>
          </p:nvSpPr>
          <p:spPr>
            <a:xfrm>
              <a:off x="2158905" y="1969785"/>
              <a:ext cx="1100" cy="68"/>
            </a:xfrm>
            <a:custGeom>
              <a:rect b="b" l="l" r="r" t="t"/>
              <a:pathLst>
                <a:path extrusionOk="0" h="5" w="81">
                  <a:moveTo>
                    <a:pt x="0" y="1"/>
                  </a:moveTo>
                  <a:cubicBezTo>
                    <a:pt x="21" y="4"/>
                    <a:pt x="49" y="4"/>
                    <a:pt x="81" y="4"/>
                  </a:cubicBezTo>
                  <a:cubicBezTo>
                    <a:pt x="49" y="4"/>
                    <a:pt x="21"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2" name="Google Shape;4412;p95"/>
            <p:cNvSpPr/>
            <p:nvPr/>
          </p:nvSpPr>
          <p:spPr>
            <a:xfrm>
              <a:off x="2161376" y="1981150"/>
              <a:ext cx="2105" cy="5146"/>
            </a:xfrm>
            <a:custGeom>
              <a:rect b="b" l="l" r="r" t="t"/>
              <a:pathLst>
                <a:path extrusionOk="0" h="379" w="155">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3" name="Google Shape;4413;p95"/>
            <p:cNvSpPr/>
            <p:nvPr/>
          </p:nvSpPr>
          <p:spPr>
            <a:xfrm>
              <a:off x="2163277" y="1985997"/>
              <a:ext cx="339" cy="543"/>
            </a:xfrm>
            <a:custGeom>
              <a:rect b="b" l="l" r="r" t="t"/>
              <a:pathLst>
                <a:path extrusionOk="0" h="40" w="25">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4" name="Google Shape;4414;p95"/>
            <p:cNvSpPr/>
            <p:nvPr/>
          </p:nvSpPr>
          <p:spPr>
            <a:xfrm>
              <a:off x="2152917" y="1943974"/>
              <a:ext cx="584" cy="109"/>
            </a:xfrm>
            <a:custGeom>
              <a:rect b="b" l="l" r="r" t="t"/>
              <a:pathLst>
                <a:path extrusionOk="0" h="8" w="43">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5" name="Google Shape;4415;p95"/>
            <p:cNvSpPr/>
            <p:nvPr/>
          </p:nvSpPr>
          <p:spPr>
            <a:xfrm>
              <a:off x="2160711" y="1877105"/>
              <a:ext cx="14" cy="149"/>
            </a:xfrm>
            <a:custGeom>
              <a:rect b="b" l="l" r="r" t="t"/>
              <a:pathLst>
                <a:path extrusionOk="0" h="11" w="1">
                  <a:moveTo>
                    <a:pt x="0" y="0"/>
                  </a:moveTo>
                  <a:lnTo>
                    <a:pt x="0" y="11"/>
                  </a:lnTo>
                  <a:cubicBezTo>
                    <a:pt x="0" y="7"/>
                    <a:pt x="0"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6" name="Google Shape;4416;p95"/>
            <p:cNvSpPr/>
            <p:nvPr/>
          </p:nvSpPr>
          <p:spPr>
            <a:xfrm>
              <a:off x="2160656" y="1875680"/>
              <a:ext cx="14" cy="394"/>
            </a:xfrm>
            <a:custGeom>
              <a:rect b="b" l="l" r="r" t="t"/>
              <a:pathLst>
                <a:path extrusionOk="0" h="29" w="1">
                  <a:moveTo>
                    <a:pt x="1" y="0"/>
                  </a:moveTo>
                  <a:lnTo>
                    <a:pt x="1" y="28"/>
                  </a:lnTo>
                  <a:cubicBezTo>
                    <a:pt x="1" y="18"/>
                    <a:pt x="1"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7" name="Google Shape;4417;p95"/>
            <p:cNvSpPr/>
            <p:nvPr/>
          </p:nvSpPr>
          <p:spPr>
            <a:xfrm>
              <a:off x="2160751" y="1877431"/>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8" name="Google Shape;4418;p95"/>
            <p:cNvSpPr/>
            <p:nvPr/>
          </p:nvSpPr>
          <p:spPr>
            <a:xfrm>
              <a:off x="2160656" y="1875055"/>
              <a:ext cx="14" cy="489"/>
            </a:xfrm>
            <a:custGeom>
              <a:rect b="b" l="l" r="r" t="t"/>
              <a:pathLst>
                <a:path extrusionOk="0" h="36" w="1">
                  <a:moveTo>
                    <a:pt x="1" y="1"/>
                  </a:moveTo>
                  <a:lnTo>
                    <a:pt x="1" y="3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9" name="Google Shape;4419;p95"/>
            <p:cNvSpPr/>
            <p:nvPr/>
          </p:nvSpPr>
          <p:spPr>
            <a:xfrm>
              <a:off x="2160711" y="1876671"/>
              <a:ext cx="14" cy="258"/>
            </a:xfrm>
            <a:custGeom>
              <a:rect b="b" l="l" r="r" t="t"/>
              <a:pathLst>
                <a:path extrusionOk="0" h="19" w="1">
                  <a:moveTo>
                    <a:pt x="0" y="1"/>
                  </a:moveTo>
                  <a:lnTo>
                    <a:pt x="0" y="18"/>
                  </a:lnTo>
                  <a:cubicBezTo>
                    <a:pt x="0" y="11"/>
                    <a:pt x="0"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0" name="Google Shape;4420;p95"/>
            <p:cNvSpPr/>
            <p:nvPr/>
          </p:nvSpPr>
          <p:spPr>
            <a:xfrm>
              <a:off x="2149536" y="1937946"/>
              <a:ext cx="14" cy="815"/>
            </a:xfrm>
            <a:custGeom>
              <a:rect b="b" l="l" r="r" t="t"/>
              <a:pathLst>
                <a:path extrusionOk="0" h="60" w="1">
                  <a:moveTo>
                    <a:pt x="1" y="0"/>
                  </a:moveTo>
                  <a:lnTo>
                    <a:pt x="1" y="60"/>
                  </a:lnTo>
                  <a:cubicBezTo>
                    <a:pt x="1" y="39"/>
                    <a:pt x="1" y="18"/>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1" name="Google Shape;4421;p95"/>
            <p:cNvSpPr/>
            <p:nvPr/>
          </p:nvSpPr>
          <p:spPr>
            <a:xfrm>
              <a:off x="2149536" y="1938896"/>
              <a:ext cx="14" cy="869"/>
            </a:xfrm>
            <a:custGeom>
              <a:rect b="b" l="l" r="r" t="t"/>
              <a:pathLst>
                <a:path extrusionOk="0" h="64" w="1">
                  <a:moveTo>
                    <a:pt x="1" y="63"/>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2" name="Google Shape;4422;p95"/>
            <p:cNvSpPr/>
            <p:nvPr/>
          </p:nvSpPr>
          <p:spPr>
            <a:xfrm>
              <a:off x="2160616" y="1874444"/>
              <a:ext cx="14" cy="584"/>
            </a:xfrm>
            <a:custGeom>
              <a:rect b="b" l="l" r="r" t="t"/>
              <a:pathLst>
                <a:path extrusionOk="0" h="43" w="1">
                  <a:moveTo>
                    <a:pt x="0" y="0"/>
                  </a:moveTo>
                  <a:lnTo>
                    <a:pt x="0" y="4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3" name="Google Shape;4423;p95"/>
            <p:cNvSpPr/>
            <p:nvPr/>
          </p:nvSpPr>
          <p:spPr>
            <a:xfrm>
              <a:off x="2160711" y="1876195"/>
              <a:ext cx="14" cy="299"/>
            </a:xfrm>
            <a:custGeom>
              <a:rect b="b" l="l" r="r" t="t"/>
              <a:pathLst>
                <a:path extrusionOk="0" h="22" w="1">
                  <a:moveTo>
                    <a:pt x="0" y="1"/>
                  </a:moveTo>
                  <a:lnTo>
                    <a:pt x="0"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4" name="Google Shape;4424;p95"/>
            <p:cNvSpPr/>
            <p:nvPr/>
          </p:nvSpPr>
          <p:spPr>
            <a:xfrm>
              <a:off x="2160331" y="1868741"/>
              <a:ext cx="299" cy="5716"/>
            </a:xfrm>
            <a:custGeom>
              <a:rect b="b" l="l" r="r" t="t"/>
              <a:pathLst>
                <a:path extrusionOk="0" h="421" w="22">
                  <a:moveTo>
                    <a:pt x="0" y="1"/>
                  </a:moveTo>
                  <a:cubicBezTo>
                    <a:pt x="7" y="154"/>
                    <a:pt x="14" y="301"/>
                    <a:pt x="21" y="420"/>
                  </a:cubicBezTo>
                  <a:cubicBezTo>
                    <a:pt x="18" y="301"/>
                    <a:pt x="7" y="15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5" name="Google Shape;4425;p95"/>
            <p:cNvSpPr/>
            <p:nvPr/>
          </p:nvSpPr>
          <p:spPr>
            <a:xfrm>
              <a:off x="2149631" y="1932379"/>
              <a:ext cx="1344" cy="3910"/>
            </a:xfrm>
            <a:custGeom>
              <a:rect b="b" l="l" r="r" t="t"/>
              <a:pathLst>
                <a:path extrusionOk="0" h="288" w="99">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6" name="Google Shape;4426;p95"/>
            <p:cNvSpPr/>
            <p:nvPr/>
          </p:nvSpPr>
          <p:spPr>
            <a:xfrm>
              <a:off x="2149536" y="193975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7" name="Google Shape;4427;p95"/>
            <p:cNvSpPr/>
            <p:nvPr/>
          </p:nvSpPr>
          <p:spPr>
            <a:xfrm>
              <a:off x="2229209" y="1797813"/>
              <a:ext cx="78193" cy="78641"/>
            </a:xfrm>
            <a:custGeom>
              <a:rect b="b" l="l" r="r" t="t"/>
              <a:pathLst>
                <a:path extrusionOk="0" h="5792" w="5759">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8" name="Google Shape;4428;p95"/>
            <p:cNvSpPr/>
            <p:nvPr/>
          </p:nvSpPr>
          <p:spPr>
            <a:xfrm>
              <a:off x="2231531" y="1797813"/>
              <a:ext cx="109" cy="258"/>
            </a:xfrm>
            <a:custGeom>
              <a:rect b="b" l="l" r="r" t="t"/>
              <a:pathLst>
                <a:path extrusionOk="0" h="19" w="8">
                  <a:moveTo>
                    <a:pt x="8" y="1"/>
                  </a:moveTo>
                  <a:lnTo>
                    <a:pt x="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9" name="Google Shape;4429;p95"/>
            <p:cNvSpPr/>
            <p:nvPr/>
          </p:nvSpPr>
          <p:spPr>
            <a:xfrm>
              <a:off x="2115742" y="2027164"/>
              <a:ext cx="39035" cy="44263"/>
            </a:xfrm>
            <a:custGeom>
              <a:rect b="b" l="l" r="r" t="t"/>
              <a:pathLst>
                <a:path extrusionOk="0" h="3260" w="2875">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0" name="Google Shape;4430;p95"/>
            <p:cNvSpPr/>
            <p:nvPr/>
          </p:nvSpPr>
          <p:spPr>
            <a:xfrm>
              <a:off x="2135375" y="2027164"/>
              <a:ext cx="9952" cy="434"/>
            </a:xfrm>
            <a:custGeom>
              <a:rect b="b" l="l" r="r" t="t"/>
              <a:pathLst>
                <a:path extrusionOk="0" h="32" w="733">
                  <a:moveTo>
                    <a:pt x="0" y="0"/>
                  </a:moveTo>
                  <a:cubicBezTo>
                    <a:pt x="63" y="4"/>
                    <a:pt x="399" y="21"/>
                    <a:pt x="732" y="32"/>
                  </a:cubicBezTo>
                  <a:cubicBezTo>
                    <a:pt x="410" y="21"/>
                    <a:pt x="88"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1" name="Google Shape;4431;p95"/>
            <p:cNvSpPr/>
            <p:nvPr/>
          </p:nvSpPr>
          <p:spPr>
            <a:xfrm>
              <a:off x="2119218" y="2027924"/>
              <a:ext cx="13605" cy="8147"/>
            </a:xfrm>
            <a:custGeom>
              <a:rect b="b" l="l" r="r" t="t"/>
              <a:pathLst>
                <a:path extrusionOk="0" h="600" w="1002">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2" name="Google Shape;4432;p95"/>
            <p:cNvSpPr/>
            <p:nvPr/>
          </p:nvSpPr>
          <p:spPr>
            <a:xfrm>
              <a:off x="2132184" y="2028019"/>
              <a:ext cx="163" cy="54"/>
            </a:xfrm>
            <a:custGeom>
              <a:rect b="b" l="l" r="r" t="t"/>
              <a:pathLst>
                <a:path extrusionOk="0" h="4" w="12">
                  <a:moveTo>
                    <a:pt x="11" y="0"/>
                  </a:moveTo>
                  <a:lnTo>
                    <a:pt x="1" y="4"/>
                  </a:ln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3" name="Google Shape;4433;p95"/>
            <p:cNvSpPr/>
            <p:nvPr/>
          </p:nvSpPr>
          <p:spPr>
            <a:xfrm>
              <a:off x="2133040" y="2031576"/>
              <a:ext cx="14" cy="394"/>
            </a:xfrm>
            <a:custGeom>
              <a:rect b="b" l="l" r="r" t="t"/>
              <a:pathLst>
                <a:path extrusionOk="0" h="29" w="1">
                  <a:moveTo>
                    <a:pt x="1" y="1"/>
                  </a:moveTo>
                  <a:lnTo>
                    <a:pt x="1" y="29"/>
                  </a:lnTo>
                  <a:cubicBezTo>
                    <a:pt x="1" y="18"/>
                    <a:pt x="1"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4" name="Google Shape;4434;p95"/>
            <p:cNvSpPr/>
            <p:nvPr/>
          </p:nvSpPr>
          <p:spPr>
            <a:xfrm>
              <a:off x="2133040" y="2027870"/>
              <a:ext cx="14" cy="163"/>
            </a:xfrm>
            <a:custGeom>
              <a:rect b="b" l="l" r="r" t="t"/>
              <a:pathLst>
                <a:path extrusionOk="0" h="12" w="1">
                  <a:moveTo>
                    <a:pt x="1" y="1"/>
                  </a:moveTo>
                  <a:lnTo>
                    <a:pt x="1" y="1"/>
                  </a:ln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5" name="Google Shape;4435;p95"/>
            <p:cNvSpPr/>
            <p:nvPr/>
          </p:nvSpPr>
          <p:spPr>
            <a:xfrm>
              <a:off x="2133094" y="2030246"/>
              <a:ext cx="14" cy="299"/>
            </a:xfrm>
            <a:custGeom>
              <a:rect b="b" l="l" r="r" t="t"/>
              <a:pathLst>
                <a:path extrusionOk="0" h="22" w="1">
                  <a:moveTo>
                    <a:pt x="0" y="1"/>
                  </a:moveTo>
                  <a:lnTo>
                    <a:pt x="0"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6" name="Google Shape;4436;p95"/>
            <p:cNvSpPr/>
            <p:nvPr/>
          </p:nvSpPr>
          <p:spPr>
            <a:xfrm>
              <a:off x="2133094" y="2028345"/>
              <a:ext cx="14" cy="299"/>
            </a:xfrm>
            <a:custGeom>
              <a:rect b="b" l="l" r="r" t="t"/>
              <a:pathLst>
                <a:path extrusionOk="0" h="22" w="1">
                  <a:moveTo>
                    <a:pt x="0" y="1"/>
                  </a:moveTo>
                  <a:lnTo>
                    <a:pt x="0" y="22"/>
                  </a:lnTo>
                  <a:cubicBezTo>
                    <a:pt x="0" y="15"/>
                    <a:pt x="0"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7" name="Google Shape;4437;p95"/>
            <p:cNvSpPr/>
            <p:nvPr/>
          </p:nvSpPr>
          <p:spPr>
            <a:xfrm>
              <a:off x="2133094" y="2029010"/>
              <a:ext cx="14" cy="258"/>
            </a:xfrm>
            <a:custGeom>
              <a:rect b="b" l="l" r="r" t="t"/>
              <a:pathLst>
                <a:path extrusionOk="0" h="19" w="1">
                  <a:moveTo>
                    <a:pt x="0" y="1"/>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8" name="Google Shape;4438;p95"/>
            <p:cNvSpPr/>
            <p:nvPr/>
          </p:nvSpPr>
          <p:spPr>
            <a:xfrm>
              <a:off x="2133094" y="2030816"/>
              <a:ext cx="14" cy="584"/>
            </a:xfrm>
            <a:custGeom>
              <a:rect b="b" l="l" r="r" t="t"/>
              <a:pathLst>
                <a:path extrusionOk="0" h="43" w="1">
                  <a:moveTo>
                    <a:pt x="0" y="1"/>
                  </a:moveTo>
                  <a:lnTo>
                    <a:pt x="0" y="43"/>
                  </a:lnTo>
                  <a:cubicBezTo>
                    <a:pt x="0" y="29"/>
                    <a:pt x="0" y="1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9" name="Google Shape;4439;p95"/>
            <p:cNvSpPr/>
            <p:nvPr/>
          </p:nvSpPr>
          <p:spPr>
            <a:xfrm>
              <a:off x="2133094" y="2029635"/>
              <a:ext cx="14" cy="299"/>
            </a:xfrm>
            <a:custGeom>
              <a:rect b="b" l="l" r="r" t="t"/>
              <a:pathLst>
                <a:path extrusionOk="0" h="22" w="1">
                  <a:moveTo>
                    <a:pt x="0" y="0"/>
                  </a:moveTo>
                  <a:lnTo>
                    <a:pt x="0" y="21"/>
                  </a:lnTo>
                  <a:cubicBezTo>
                    <a:pt x="0" y="14"/>
                    <a:pt x="0"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0" name="Google Shape;4440;p95"/>
            <p:cNvSpPr/>
            <p:nvPr/>
          </p:nvSpPr>
          <p:spPr>
            <a:xfrm>
              <a:off x="2133040" y="2032160"/>
              <a:ext cx="14" cy="339"/>
            </a:xfrm>
            <a:custGeom>
              <a:rect b="b" l="l" r="r" t="t"/>
              <a:pathLst>
                <a:path extrusionOk="0" h="25" w="1">
                  <a:moveTo>
                    <a:pt x="1" y="0"/>
                  </a:moveTo>
                  <a:lnTo>
                    <a:pt x="1" y="25"/>
                  </a:lnTo>
                  <a:cubicBezTo>
                    <a:pt x="1" y="18"/>
                    <a:pt x="1"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1" name="Google Shape;4441;p95"/>
            <p:cNvSpPr/>
            <p:nvPr/>
          </p:nvSpPr>
          <p:spPr>
            <a:xfrm>
              <a:off x="2132809" y="2034767"/>
              <a:ext cx="54" cy="353"/>
            </a:xfrm>
            <a:custGeom>
              <a:rect b="b" l="l" r="r" t="t"/>
              <a:pathLst>
                <a:path extrusionOk="0" h="26" w="4">
                  <a:moveTo>
                    <a:pt x="4" y="1"/>
                  </a:moveTo>
                  <a:lnTo>
                    <a:pt x="0"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2" name="Google Shape;4442;p95"/>
            <p:cNvSpPr/>
            <p:nvPr/>
          </p:nvSpPr>
          <p:spPr>
            <a:xfrm>
              <a:off x="2132809" y="2035107"/>
              <a:ext cx="14" cy="299"/>
            </a:xfrm>
            <a:custGeom>
              <a:rect b="b" l="l" r="r" t="t"/>
              <a:pathLst>
                <a:path extrusionOk="0" h="22" w="1">
                  <a:moveTo>
                    <a:pt x="0" y="0"/>
                  </a:moveTo>
                  <a:lnTo>
                    <a:pt x="0"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3" name="Google Shape;4443;p95"/>
            <p:cNvSpPr/>
            <p:nvPr/>
          </p:nvSpPr>
          <p:spPr>
            <a:xfrm>
              <a:off x="2122680" y="2035867"/>
              <a:ext cx="204" cy="14"/>
            </a:xfrm>
            <a:custGeom>
              <a:rect b="b" l="l" r="r" t="t"/>
              <a:pathLst>
                <a:path extrusionOk="0" h="1" w="15">
                  <a:moveTo>
                    <a:pt x="15"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4" name="Google Shape;4444;p95"/>
            <p:cNvSpPr/>
            <p:nvPr/>
          </p:nvSpPr>
          <p:spPr>
            <a:xfrm>
              <a:off x="2132904" y="2034441"/>
              <a:ext cx="14" cy="299"/>
            </a:xfrm>
            <a:custGeom>
              <a:rect b="b" l="l" r="r" t="t"/>
              <a:pathLst>
                <a:path extrusionOk="0" h="22" w="1">
                  <a:moveTo>
                    <a:pt x="0" y="0"/>
                  </a:moveTo>
                  <a:lnTo>
                    <a:pt x="0"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5" name="Google Shape;4445;p95"/>
            <p:cNvSpPr/>
            <p:nvPr/>
          </p:nvSpPr>
          <p:spPr>
            <a:xfrm>
              <a:off x="2132904" y="2034061"/>
              <a:ext cx="14" cy="299"/>
            </a:xfrm>
            <a:custGeom>
              <a:rect b="b" l="l" r="r" t="t"/>
              <a:pathLst>
                <a:path extrusionOk="0" h="22" w="1">
                  <a:moveTo>
                    <a:pt x="0" y="0"/>
                  </a:moveTo>
                  <a:lnTo>
                    <a:pt x="0"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6" name="Google Shape;4446;p95"/>
            <p:cNvSpPr/>
            <p:nvPr/>
          </p:nvSpPr>
          <p:spPr>
            <a:xfrm>
              <a:off x="2123400" y="2035813"/>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7" name="Google Shape;4447;p95"/>
            <p:cNvSpPr/>
            <p:nvPr/>
          </p:nvSpPr>
          <p:spPr>
            <a:xfrm>
              <a:off x="2123495" y="2035813"/>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8" name="Google Shape;4448;p95"/>
            <p:cNvSpPr/>
            <p:nvPr/>
          </p:nvSpPr>
          <p:spPr>
            <a:xfrm>
              <a:off x="2122925" y="2035813"/>
              <a:ext cx="204" cy="14"/>
            </a:xfrm>
            <a:custGeom>
              <a:rect b="b" l="l" r="r" t="t"/>
              <a:pathLst>
                <a:path extrusionOk="0" h="1" w="15">
                  <a:moveTo>
                    <a:pt x="1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9" name="Google Shape;4449;p95"/>
            <p:cNvSpPr/>
            <p:nvPr/>
          </p:nvSpPr>
          <p:spPr>
            <a:xfrm>
              <a:off x="2123115" y="2035813"/>
              <a:ext cx="149" cy="14"/>
            </a:xfrm>
            <a:custGeom>
              <a:rect b="b" l="l" r="r" t="t"/>
              <a:pathLst>
                <a:path extrusionOk="0" h="1" w="11">
                  <a:moveTo>
                    <a:pt x="11"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0" name="Google Shape;4450;p95"/>
            <p:cNvSpPr/>
            <p:nvPr/>
          </p:nvSpPr>
          <p:spPr>
            <a:xfrm>
              <a:off x="2132999" y="2032676"/>
              <a:ext cx="14" cy="353"/>
            </a:xfrm>
            <a:custGeom>
              <a:rect b="b" l="l" r="r" t="t"/>
              <a:pathLst>
                <a:path extrusionOk="0" h="26" w="1">
                  <a:moveTo>
                    <a:pt x="0" y="1"/>
                  </a:moveTo>
                  <a:lnTo>
                    <a:pt x="0" y="25"/>
                  </a:lnTo>
                  <a:cubicBezTo>
                    <a:pt x="0" y="18"/>
                    <a:pt x="0"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1" name="Google Shape;4451;p95"/>
            <p:cNvSpPr/>
            <p:nvPr/>
          </p:nvSpPr>
          <p:spPr>
            <a:xfrm>
              <a:off x="2121974" y="2035908"/>
              <a:ext cx="299" cy="68"/>
            </a:xfrm>
            <a:custGeom>
              <a:rect b="b" l="l" r="r" t="t"/>
              <a:pathLst>
                <a:path extrusionOk="0" h="5" w="22">
                  <a:moveTo>
                    <a:pt x="21"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2" name="Google Shape;4452;p95"/>
            <p:cNvSpPr/>
            <p:nvPr/>
          </p:nvSpPr>
          <p:spPr>
            <a:xfrm>
              <a:off x="2132945" y="2033627"/>
              <a:ext cx="14" cy="299"/>
            </a:xfrm>
            <a:custGeom>
              <a:rect b="b" l="l" r="r" t="t"/>
              <a:pathLst>
                <a:path extrusionOk="0" h="22" w="1">
                  <a:moveTo>
                    <a:pt x="1" y="1"/>
                  </a:moveTo>
                  <a:lnTo>
                    <a:pt x="1"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3" name="Google Shape;4453;p95"/>
            <p:cNvSpPr/>
            <p:nvPr/>
          </p:nvSpPr>
          <p:spPr>
            <a:xfrm>
              <a:off x="2121499" y="2035962"/>
              <a:ext cx="394" cy="54"/>
            </a:xfrm>
            <a:custGeom>
              <a:rect b="b" l="l" r="r" t="t"/>
              <a:pathLst>
                <a:path extrusionOk="0" h="4" w="29">
                  <a:moveTo>
                    <a:pt x="28"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4" name="Google Shape;4454;p95"/>
            <p:cNvSpPr/>
            <p:nvPr/>
          </p:nvSpPr>
          <p:spPr>
            <a:xfrm>
              <a:off x="2132945" y="2033151"/>
              <a:ext cx="68" cy="353"/>
            </a:xfrm>
            <a:custGeom>
              <a:rect b="b" l="l" r="r" t="t"/>
              <a:pathLst>
                <a:path extrusionOk="0" h="26" w="5">
                  <a:moveTo>
                    <a:pt x="4" y="1"/>
                  </a:moveTo>
                  <a:cubicBezTo>
                    <a:pt x="4" y="8"/>
                    <a:pt x="1" y="18"/>
                    <a:pt x="4" y="25"/>
                  </a:cubicBez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5" name="Google Shape;4455;p95"/>
            <p:cNvSpPr/>
            <p:nvPr/>
          </p:nvSpPr>
          <p:spPr>
            <a:xfrm>
              <a:off x="2122354" y="2035867"/>
              <a:ext cx="299" cy="54"/>
            </a:xfrm>
            <a:custGeom>
              <a:rect b="b" l="l" r="r" t="t"/>
              <a:pathLst>
                <a:path extrusionOk="0" h="4" w="22">
                  <a:moveTo>
                    <a:pt x="21"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6" name="Google Shape;4456;p95"/>
            <p:cNvSpPr/>
            <p:nvPr/>
          </p:nvSpPr>
          <p:spPr>
            <a:xfrm>
              <a:off x="2132279" y="2016560"/>
              <a:ext cx="49884" cy="63380"/>
            </a:xfrm>
            <a:custGeom>
              <a:rect b="b" l="l" r="r" t="t"/>
              <a:pathLst>
                <a:path extrusionOk="0" h="4668" w="3674">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7" name="Google Shape;4457;p95"/>
            <p:cNvSpPr/>
            <p:nvPr/>
          </p:nvSpPr>
          <p:spPr>
            <a:xfrm>
              <a:off x="2168070" y="2023593"/>
              <a:ext cx="394" cy="638"/>
            </a:xfrm>
            <a:custGeom>
              <a:rect b="b" l="l" r="r" t="t"/>
              <a:pathLst>
                <a:path extrusionOk="0" h="47" w="29">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8" name="Google Shape;4458;p95"/>
            <p:cNvSpPr/>
            <p:nvPr/>
          </p:nvSpPr>
          <p:spPr>
            <a:xfrm>
              <a:off x="2166359" y="2024217"/>
              <a:ext cx="1724" cy="6191"/>
            </a:xfrm>
            <a:custGeom>
              <a:rect b="b" l="l" r="r" t="t"/>
              <a:pathLst>
                <a:path extrusionOk="0" h="456" w="127">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9" name="Google Shape;4459;p95"/>
            <p:cNvSpPr/>
            <p:nvPr/>
          </p:nvSpPr>
          <p:spPr>
            <a:xfrm>
              <a:off x="2147065" y="2027639"/>
              <a:ext cx="1779" cy="54"/>
            </a:xfrm>
            <a:custGeom>
              <a:rect b="b" l="l" r="r" t="t"/>
              <a:pathLst>
                <a:path extrusionOk="0" h="4" w="131">
                  <a:moveTo>
                    <a:pt x="1" y="0"/>
                  </a:moveTo>
                  <a:lnTo>
                    <a:pt x="13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0" name="Google Shape;4460;p95"/>
            <p:cNvSpPr/>
            <p:nvPr/>
          </p:nvSpPr>
          <p:spPr>
            <a:xfrm>
              <a:off x="2149306" y="2027734"/>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1" name="Google Shape;4461;p95"/>
            <p:cNvSpPr/>
            <p:nvPr/>
          </p:nvSpPr>
          <p:spPr>
            <a:xfrm>
              <a:off x="2167934" y="2023837"/>
              <a:ext cx="394" cy="679"/>
            </a:xfrm>
            <a:custGeom>
              <a:rect b="b" l="l" r="r" t="t"/>
              <a:pathLst>
                <a:path extrusionOk="0" h="50" w="29">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2" name="Google Shape;4462;p95"/>
            <p:cNvSpPr/>
            <p:nvPr/>
          </p:nvSpPr>
          <p:spPr>
            <a:xfrm>
              <a:off x="2132184" y="2072553"/>
              <a:ext cx="68" cy="68"/>
            </a:xfrm>
            <a:custGeom>
              <a:rect b="b" l="l" r="r" t="t"/>
              <a:pathLst>
                <a:path extrusionOk="0" h="5" w="5">
                  <a:moveTo>
                    <a:pt x="1" y="4"/>
                  </a:moveTo>
                  <a:lnTo>
                    <a:pt x="1" y="4"/>
                  </a:ln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3" name="Google Shape;4463;p95"/>
            <p:cNvSpPr/>
            <p:nvPr/>
          </p:nvSpPr>
          <p:spPr>
            <a:xfrm>
              <a:off x="2146400" y="2033532"/>
              <a:ext cx="68" cy="489"/>
            </a:xfrm>
            <a:custGeom>
              <a:rect b="b" l="l" r="r" t="t"/>
              <a:pathLst>
                <a:path extrusionOk="0" h="36" w="5">
                  <a:moveTo>
                    <a:pt x="4" y="1"/>
                  </a:moveTo>
                  <a:lnTo>
                    <a:pt x="4" y="1"/>
                  </a:lnTo>
                  <a:cubicBezTo>
                    <a:pt x="1" y="15"/>
                    <a:pt x="1" y="25"/>
                    <a:pt x="1" y="36"/>
                  </a:cubicBezTo>
                  <a:cubicBezTo>
                    <a:pt x="4" y="25"/>
                    <a:pt x="4" y="15"/>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4" name="Google Shape;4464;p95"/>
            <p:cNvSpPr/>
            <p:nvPr/>
          </p:nvSpPr>
          <p:spPr>
            <a:xfrm>
              <a:off x="2132660" y="2071983"/>
              <a:ext cx="299" cy="204"/>
            </a:xfrm>
            <a:custGeom>
              <a:rect b="b" l="l" r="r" t="t"/>
              <a:pathLst>
                <a:path extrusionOk="0" h="15" w="22">
                  <a:moveTo>
                    <a:pt x="1" y="15"/>
                  </a:moveTo>
                  <a:cubicBezTo>
                    <a:pt x="8" y="11"/>
                    <a:pt x="15" y="4"/>
                    <a:pt x="22" y="1"/>
                  </a:cubicBezTo>
                  <a:cubicBezTo>
                    <a:pt x="15" y="4"/>
                    <a:pt x="8" y="11"/>
                    <a:pt x="1"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5" name="Google Shape;4465;p95"/>
            <p:cNvSpPr/>
            <p:nvPr/>
          </p:nvSpPr>
          <p:spPr>
            <a:xfrm>
              <a:off x="2133759" y="2071603"/>
              <a:ext cx="244" cy="68"/>
            </a:xfrm>
            <a:custGeom>
              <a:rect b="b" l="l" r="r" t="t"/>
              <a:pathLst>
                <a:path extrusionOk="0" h="5" w="18">
                  <a:moveTo>
                    <a:pt x="0" y="4"/>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6" name="Google Shape;4466;p95"/>
            <p:cNvSpPr/>
            <p:nvPr/>
          </p:nvSpPr>
          <p:spPr>
            <a:xfrm>
              <a:off x="2132334" y="2072268"/>
              <a:ext cx="244" cy="204"/>
            </a:xfrm>
            <a:custGeom>
              <a:rect b="b" l="l" r="r" t="t"/>
              <a:pathLst>
                <a:path extrusionOk="0" h="15" w="18">
                  <a:moveTo>
                    <a:pt x="0" y="15"/>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7" name="Google Shape;4467;p95"/>
            <p:cNvSpPr/>
            <p:nvPr/>
          </p:nvSpPr>
          <p:spPr>
            <a:xfrm>
              <a:off x="2133379" y="2071657"/>
              <a:ext cx="244" cy="109"/>
            </a:xfrm>
            <a:custGeom>
              <a:rect b="b" l="l" r="r" t="t"/>
              <a:pathLst>
                <a:path extrusionOk="0" h="8" w="18">
                  <a:moveTo>
                    <a:pt x="0" y="7"/>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8" name="Google Shape;4468;p95"/>
            <p:cNvSpPr/>
            <p:nvPr/>
          </p:nvSpPr>
          <p:spPr>
            <a:xfrm>
              <a:off x="2134140" y="2071562"/>
              <a:ext cx="394" cy="14"/>
            </a:xfrm>
            <a:custGeom>
              <a:rect b="b" l="l" r="r" t="t"/>
              <a:pathLst>
                <a:path extrusionOk="0" h="1" w="29">
                  <a:moveTo>
                    <a:pt x="0" y="0"/>
                  </a:moveTo>
                  <a:cubicBezTo>
                    <a:pt x="7" y="0"/>
                    <a:pt x="18" y="0"/>
                    <a:pt x="28" y="0"/>
                  </a:cubicBezTo>
                  <a:cubicBezTo>
                    <a:pt x="18" y="0"/>
                    <a:pt x="7" y="0"/>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9" name="Google Shape;4469;p95"/>
            <p:cNvSpPr/>
            <p:nvPr/>
          </p:nvSpPr>
          <p:spPr>
            <a:xfrm>
              <a:off x="2143359" y="2058297"/>
              <a:ext cx="1100" cy="1819"/>
            </a:xfrm>
            <a:custGeom>
              <a:rect b="b" l="l" r="r" t="t"/>
              <a:pathLst>
                <a:path extrusionOk="0" h="134" w="81">
                  <a:moveTo>
                    <a:pt x="81" y="134"/>
                  </a:moveTo>
                  <a:cubicBezTo>
                    <a:pt x="60" y="84"/>
                    <a:pt x="32" y="39"/>
                    <a:pt x="0" y="0"/>
                  </a:cubicBezTo>
                  <a:cubicBezTo>
                    <a:pt x="32" y="39"/>
                    <a:pt x="60" y="84"/>
                    <a:pt x="81" y="13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0" name="Google Shape;4470;p95"/>
            <p:cNvSpPr/>
            <p:nvPr/>
          </p:nvSpPr>
          <p:spPr>
            <a:xfrm>
              <a:off x="2146685" y="2030436"/>
              <a:ext cx="109" cy="774"/>
            </a:xfrm>
            <a:custGeom>
              <a:rect b="b" l="l" r="r" t="t"/>
              <a:pathLst>
                <a:path extrusionOk="0" h="57" w="8">
                  <a:moveTo>
                    <a:pt x="8" y="1"/>
                  </a:moveTo>
                  <a:cubicBezTo>
                    <a:pt x="4" y="18"/>
                    <a:pt x="1" y="39"/>
                    <a:pt x="1" y="57"/>
                  </a:cubicBez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1" name="Google Shape;4471;p95"/>
            <p:cNvSpPr/>
            <p:nvPr/>
          </p:nvSpPr>
          <p:spPr>
            <a:xfrm>
              <a:off x="2146780" y="2029350"/>
              <a:ext cx="109" cy="910"/>
            </a:xfrm>
            <a:custGeom>
              <a:rect b="b" l="l" r="r" t="t"/>
              <a:pathLst>
                <a:path extrusionOk="0" h="67" w="8">
                  <a:moveTo>
                    <a:pt x="1" y="67"/>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2" name="Google Shape;4472;p95"/>
            <p:cNvSpPr/>
            <p:nvPr/>
          </p:nvSpPr>
          <p:spPr>
            <a:xfrm>
              <a:off x="2132945" y="2071793"/>
              <a:ext cx="353" cy="204"/>
            </a:xfrm>
            <a:custGeom>
              <a:rect b="b" l="l" r="r" t="t"/>
              <a:pathLst>
                <a:path extrusionOk="0" h="15" w="26">
                  <a:moveTo>
                    <a:pt x="1" y="15"/>
                  </a:moveTo>
                  <a:cubicBezTo>
                    <a:pt x="8" y="8"/>
                    <a:pt x="18" y="4"/>
                    <a:pt x="25" y="1"/>
                  </a:cubicBezTo>
                  <a:cubicBezTo>
                    <a:pt x="18" y="4"/>
                    <a:pt x="8" y="8"/>
                    <a:pt x="1"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3" name="Google Shape;4473;p95"/>
            <p:cNvSpPr/>
            <p:nvPr/>
          </p:nvSpPr>
          <p:spPr>
            <a:xfrm>
              <a:off x="2146590" y="2031386"/>
              <a:ext cx="68" cy="638"/>
            </a:xfrm>
            <a:custGeom>
              <a:rect b="b" l="l" r="r" t="t"/>
              <a:pathLst>
                <a:path extrusionOk="0" h="47" w="5">
                  <a:moveTo>
                    <a:pt x="1" y="47"/>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4" name="Google Shape;4474;p95"/>
            <p:cNvSpPr/>
            <p:nvPr/>
          </p:nvSpPr>
          <p:spPr>
            <a:xfrm>
              <a:off x="2146930" y="2027639"/>
              <a:ext cx="149" cy="1575"/>
            </a:xfrm>
            <a:custGeom>
              <a:rect b="b" l="l" r="r" t="t"/>
              <a:pathLst>
                <a:path extrusionOk="0" h="116" w="11">
                  <a:moveTo>
                    <a:pt x="11" y="0"/>
                  </a:moveTo>
                  <a:cubicBezTo>
                    <a:pt x="7" y="42"/>
                    <a:pt x="4" y="81"/>
                    <a:pt x="0" y="116"/>
                  </a:cubicBezTo>
                  <a:cubicBezTo>
                    <a:pt x="4" y="81"/>
                    <a:pt x="7" y="42"/>
                    <a:pt x="1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5" name="Google Shape;4475;p95"/>
            <p:cNvSpPr/>
            <p:nvPr/>
          </p:nvSpPr>
          <p:spPr>
            <a:xfrm>
              <a:off x="2146549" y="2032201"/>
              <a:ext cx="54" cy="584"/>
            </a:xfrm>
            <a:custGeom>
              <a:rect b="b" l="l" r="r" t="t"/>
              <a:pathLst>
                <a:path extrusionOk="0" h="43" w="4">
                  <a:moveTo>
                    <a:pt x="4" y="1"/>
                  </a:moveTo>
                  <a:cubicBezTo>
                    <a:pt x="0" y="18"/>
                    <a:pt x="0" y="29"/>
                    <a:pt x="0" y="43"/>
                  </a:cubicBezTo>
                  <a:cubicBezTo>
                    <a:pt x="0" y="32"/>
                    <a:pt x="0" y="18"/>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6" name="Google Shape;4476;p95"/>
            <p:cNvSpPr/>
            <p:nvPr/>
          </p:nvSpPr>
          <p:spPr>
            <a:xfrm>
              <a:off x="2136135" y="2062329"/>
              <a:ext cx="3150" cy="543"/>
            </a:xfrm>
            <a:custGeom>
              <a:rect b="b" l="l" r="r" t="t"/>
              <a:pathLst>
                <a:path extrusionOk="0" h="40" w="232">
                  <a:moveTo>
                    <a:pt x="195" y="1"/>
                  </a:moveTo>
                  <a:cubicBezTo>
                    <a:pt x="118" y="1"/>
                    <a:pt x="24" y="4"/>
                    <a:pt x="0" y="40"/>
                  </a:cubicBezTo>
                  <a:cubicBezTo>
                    <a:pt x="28" y="1"/>
                    <a:pt x="151" y="1"/>
                    <a:pt x="231" y="1"/>
                  </a:cubicBezTo>
                  <a:cubicBezTo>
                    <a:pt x="220" y="1"/>
                    <a:pt x="208" y="1"/>
                    <a:pt x="19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7" name="Google Shape;4477;p95"/>
            <p:cNvSpPr/>
            <p:nvPr/>
          </p:nvSpPr>
          <p:spPr>
            <a:xfrm>
              <a:off x="2146454" y="2032921"/>
              <a:ext cx="54" cy="489"/>
            </a:xfrm>
            <a:custGeom>
              <a:rect b="b" l="l" r="r" t="t"/>
              <a:pathLst>
                <a:path extrusionOk="0" h="36" w="4">
                  <a:moveTo>
                    <a:pt x="4" y="0"/>
                  </a:moveTo>
                  <a:lnTo>
                    <a:pt x="4" y="0"/>
                  </a:lnTo>
                  <a:cubicBezTo>
                    <a:pt x="0" y="14"/>
                    <a:pt x="0" y="25"/>
                    <a:pt x="0" y="35"/>
                  </a:cubicBezTo>
                  <a:cubicBezTo>
                    <a:pt x="4" y="25"/>
                    <a:pt x="4" y="14"/>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8" name="Google Shape;4478;p95"/>
            <p:cNvSpPr/>
            <p:nvPr/>
          </p:nvSpPr>
          <p:spPr>
            <a:xfrm>
              <a:off x="2208721" y="1867452"/>
              <a:ext cx="119645" cy="148131"/>
            </a:xfrm>
            <a:custGeom>
              <a:rect b="b" l="l" r="r" t="t"/>
              <a:pathLst>
                <a:path extrusionOk="0" h="10910" w="8812">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9" name="Google Shape;4479;p95"/>
            <p:cNvSpPr/>
            <p:nvPr/>
          </p:nvSpPr>
          <p:spPr>
            <a:xfrm>
              <a:off x="2215129" y="1960186"/>
              <a:ext cx="5295" cy="7196"/>
            </a:xfrm>
            <a:custGeom>
              <a:rect b="b" l="l" r="r" t="t"/>
              <a:pathLst>
                <a:path extrusionOk="0" h="530" w="39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0" name="Google Shape;4480;p95"/>
            <p:cNvSpPr/>
            <p:nvPr/>
          </p:nvSpPr>
          <p:spPr>
            <a:xfrm>
              <a:off x="2245217" y="1998977"/>
              <a:ext cx="394" cy="625"/>
            </a:xfrm>
            <a:custGeom>
              <a:rect b="b" l="l" r="r" t="t"/>
              <a:pathLst>
                <a:path extrusionOk="0" h="46" w="29">
                  <a:moveTo>
                    <a:pt x="29" y="46"/>
                  </a:moveTo>
                  <a:lnTo>
                    <a:pt x="15" y="4"/>
                  </a:lnTo>
                  <a:lnTo>
                    <a:pt x="1" y="0"/>
                  </a:ln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1" name="Google Shape;4481;p95"/>
            <p:cNvSpPr/>
            <p:nvPr/>
          </p:nvSpPr>
          <p:spPr>
            <a:xfrm>
              <a:off x="2212183" y="1952922"/>
              <a:ext cx="68" cy="149"/>
            </a:xfrm>
            <a:custGeom>
              <a:rect b="b" l="l" r="r" t="t"/>
              <a:pathLst>
                <a:path extrusionOk="0" h="11" w="5">
                  <a:moveTo>
                    <a:pt x="1" y="0"/>
                  </a:moveTo>
                  <a:cubicBezTo>
                    <a:pt x="1" y="4"/>
                    <a:pt x="1" y="7"/>
                    <a:pt x="4" y="11"/>
                  </a:cubicBezTo>
                  <a:cubicBezTo>
                    <a:pt x="4" y="7"/>
                    <a:pt x="4"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2" name="Google Shape;4482;p95"/>
            <p:cNvSpPr/>
            <p:nvPr/>
          </p:nvSpPr>
          <p:spPr>
            <a:xfrm>
              <a:off x="2214994" y="1959385"/>
              <a:ext cx="244" cy="720"/>
            </a:xfrm>
            <a:custGeom>
              <a:rect b="b" l="l" r="r" t="t"/>
              <a:pathLst>
                <a:path extrusionOk="0" h="53" w="18">
                  <a:moveTo>
                    <a:pt x="0" y="53"/>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3" name="Google Shape;4483;p95"/>
            <p:cNvSpPr/>
            <p:nvPr/>
          </p:nvSpPr>
          <p:spPr>
            <a:xfrm>
              <a:off x="2208761" y="1945210"/>
              <a:ext cx="14" cy="258"/>
            </a:xfrm>
            <a:custGeom>
              <a:rect b="b" l="l" r="r" t="t"/>
              <a:pathLst>
                <a:path extrusionOk="0" h="19" w="1">
                  <a:moveTo>
                    <a:pt x="1" y="18"/>
                  </a:moveTo>
                  <a:cubicBezTo>
                    <a:pt x="1" y="11"/>
                    <a:pt x="1" y="8"/>
                    <a:pt x="1" y="1"/>
                  </a:cubicBezTo>
                  <a:cubicBezTo>
                    <a:pt x="1" y="8"/>
                    <a:pt x="1" y="11"/>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4" name="Google Shape;4484;p95"/>
            <p:cNvSpPr/>
            <p:nvPr/>
          </p:nvSpPr>
          <p:spPr>
            <a:xfrm>
              <a:off x="2212563" y="1953872"/>
              <a:ext cx="964" cy="1195"/>
            </a:xfrm>
            <a:custGeom>
              <a:rect b="b" l="l" r="r" t="t"/>
              <a:pathLst>
                <a:path extrusionOk="0" h="88" w="71">
                  <a:moveTo>
                    <a:pt x="71" y="88"/>
                  </a:moveTo>
                  <a:cubicBezTo>
                    <a:pt x="43" y="60"/>
                    <a:pt x="18" y="32"/>
                    <a:pt x="1" y="0"/>
                  </a:cubicBezTo>
                  <a:cubicBezTo>
                    <a:pt x="18" y="32"/>
                    <a:pt x="43" y="60"/>
                    <a:pt x="71" y="8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5" name="Google Shape;4485;p95"/>
            <p:cNvSpPr/>
            <p:nvPr/>
          </p:nvSpPr>
          <p:spPr>
            <a:xfrm>
              <a:off x="2215279" y="1956343"/>
              <a:ext cx="54" cy="14"/>
            </a:xfrm>
            <a:custGeom>
              <a:rect b="b" l="l" r="r" t="t"/>
              <a:pathLst>
                <a:path extrusionOk="0" h="1" w="4">
                  <a:moveTo>
                    <a:pt x="4" y="0"/>
                  </a:moveTo>
                  <a:lnTo>
                    <a:pt x="4" y="0"/>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6" name="Google Shape;4486;p95"/>
            <p:cNvSpPr/>
            <p:nvPr/>
          </p:nvSpPr>
          <p:spPr>
            <a:xfrm>
              <a:off x="2212427" y="1953533"/>
              <a:ext cx="109" cy="299"/>
            </a:xfrm>
            <a:custGeom>
              <a:rect b="b" l="l" r="r" t="t"/>
              <a:pathLst>
                <a:path extrusionOk="0" h="22" w="8">
                  <a:moveTo>
                    <a:pt x="0" y="1"/>
                  </a:moveTo>
                  <a:cubicBezTo>
                    <a:pt x="4" y="8"/>
                    <a:pt x="4" y="15"/>
                    <a:pt x="7" y="22"/>
                  </a:cubicBezTo>
                  <a:cubicBezTo>
                    <a:pt x="4" y="15"/>
                    <a:pt x="4"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7" name="Google Shape;4487;p95"/>
            <p:cNvSpPr/>
            <p:nvPr/>
          </p:nvSpPr>
          <p:spPr>
            <a:xfrm>
              <a:off x="2212278" y="1953248"/>
              <a:ext cx="109" cy="258"/>
            </a:xfrm>
            <a:custGeom>
              <a:rect b="b" l="l" r="r" t="t"/>
              <a:pathLst>
                <a:path extrusionOk="0" h="19" w="8">
                  <a:moveTo>
                    <a:pt x="1" y="1"/>
                  </a:moveTo>
                  <a:cubicBezTo>
                    <a:pt x="1" y="4"/>
                    <a:pt x="4" y="11"/>
                    <a:pt x="8" y="18"/>
                  </a:cubicBezTo>
                  <a:cubicBezTo>
                    <a:pt x="4" y="11"/>
                    <a:pt x="4"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8" name="Google Shape;4488;p95"/>
            <p:cNvSpPr/>
            <p:nvPr/>
          </p:nvSpPr>
          <p:spPr>
            <a:xfrm>
              <a:off x="2216080" y="1961421"/>
              <a:ext cx="163" cy="163"/>
            </a:xfrm>
            <a:custGeom>
              <a:rect b="b" l="l" r="r" t="t"/>
              <a:pathLst>
                <a:path extrusionOk="0" h="12" w="12">
                  <a:moveTo>
                    <a:pt x="1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9" name="Google Shape;4489;p95"/>
            <p:cNvSpPr/>
            <p:nvPr/>
          </p:nvSpPr>
          <p:spPr>
            <a:xfrm>
              <a:off x="2307348" y="1867601"/>
              <a:ext cx="394" cy="489"/>
            </a:xfrm>
            <a:custGeom>
              <a:rect b="b" l="l" r="r" t="t"/>
              <a:pathLst>
                <a:path extrusionOk="0" h="36" w="29">
                  <a:moveTo>
                    <a:pt x="0" y="35"/>
                  </a:moveTo>
                  <a:lnTo>
                    <a:pt x="2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0" name="Google Shape;4490;p95"/>
            <p:cNvSpPr/>
            <p:nvPr/>
          </p:nvSpPr>
          <p:spPr>
            <a:xfrm>
              <a:off x="2305583" y="1869312"/>
              <a:ext cx="353" cy="109"/>
            </a:xfrm>
            <a:custGeom>
              <a:rect b="b" l="l" r="r" t="t"/>
              <a:pathLst>
                <a:path extrusionOk="0" h="8" w="26">
                  <a:moveTo>
                    <a:pt x="1" y="7"/>
                  </a:moveTo>
                  <a:cubicBezTo>
                    <a:pt x="11" y="4"/>
                    <a:pt x="18" y="4"/>
                    <a:pt x="25" y="0"/>
                  </a:cubicBezTo>
                  <a:cubicBezTo>
                    <a:pt x="18" y="4"/>
                    <a:pt x="11" y="4"/>
                    <a:pt x="1"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1" name="Google Shape;4491;p95"/>
            <p:cNvSpPr/>
            <p:nvPr/>
          </p:nvSpPr>
          <p:spPr>
            <a:xfrm>
              <a:off x="2306302" y="1868932"/>
              <a:ext cx="299" cy="204"/>
            </a:xfrm>
            <a:custGeom>
              <a:rect b="b" l="l" r="r" t="t"/>
              <a:pathLst>
                <a:path extrusionOk="0" h="15" w="22">
                  <a:moveTo>
                    <a:pt x="0" y="14"/>
                  </a:moveTo>
                  <a:cubicBezTo>
                    <a:pt x="7" y="11"/>
                    <a:pt x="14" y="4"/>
                    <a:pt x="21" y="0"/>
                  </a:cubicBezTo>
                  <a:cubicBezTo>
                    <a:pt x="14" y="4"/>
                    <a:pt x="7" y="11"/>
                    <a:pt x="0"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2" name="Google Shape;4492;p95"/>
            <p:cNvSpPr/>
            <p:nvPr/>
          </p:nvSpPr>
          <p:spPr>
            <a:xfrm>
              <a:off x="2305963" y="1869162"/>
              <a:ext cx="353" cy="163"/>
            </a:xfrm>
            <a:custGeom>
              <a:rect b="b" l="l" r="r" t="t"/>
              <a:pathLst>
                <a:path extrusionOk="0" h="12" w="26">
                  <a:moveTo>
                    <a:pt x="1" y="11"/>
                  </a:moveTo>
                  <a:cubicBezTo>
                    <a:pt x="11" y="8"/>
                    <a:pt x="18" y="4"/>
                    <a:pt x="25" y="1"/>
                  </a:cubicBezTo>
                  <a:cubicBezTo>
                    <a:pt x="18" y="4"/>
                    <a:pt x="11" y="8"/>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3" name="Google Shape;4493;p95"/>
            <p:cNvSpPr/>
            <p:nvPr/>
          </p:nvSpPr>
          <p:spPr>
            <a:xfrm>
              <a:off x="2306628" y="1868646"/>
              <a:ext cx="299" cy="299"/>
            </a:xfrm>
            <a:custGeom>
              <a:rect b="b" l="l" r="r" t="t"/>
              <a:pathLst>
                <a:path extrusionOk="0" h="22" w="22">
                  <a:moveTo>
                    <a:pt x="22" y="0"/>
                  </a:moveTo>
                  <a:cubicBezTo>
                    <a:pt x="15" y="7"/>
                    <a:pt x="8" y="14"/>
                    <a:pt x="1" y="21"/>
                  </a:cubicBezTo>
                  <a:cubicBezTo>
                    <a:pt x="8" y="14"/>
                    <a:pt x="15" y="7"/>
                    <a:pt x="2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4" name="Google Shape;4494;p95"/>
            <p:cNvSpPr/>
            <p:nvPr/>
          </p:nvSpPr>
          <p:spPr>
            <a:xfrm>
              <a:off x="2306968" y="1868171"/>
              <a:ext cx="339" cy="394"/>
            </a:xfrm>
            <a:custGeom>
              <a:rect b="b" l="l" r="r" t="t"/>
              <a:pathLst>
                <a:path extrusionOk="0" h="29" w="25">
                  <a:moveTo>
                    <a:pt x="25" y="0"/>
                  </a:moveTo>
                  <a:lnTo>
                    <a:pt x="25" y="0"/>
                  </a:lnTo>
                  <a:cubicBezTo>
                    <a:pt x="18" y="11"/>
                    <a:pt x="7" y="18"/>
                    <a:pt x="0" y="28"/>
                  </a:cubicBezTo>
                  <a:cubicBezTo>
                    <a:pt x="11" y="21"/>
                    <a:pt x="18" y="11"/>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5" name="Google Shape;4495;p95"/>
            <p:cNvSpPr/>
            <p:nvPr/>
          </p:nvSpPr>
          <p:spPr>
            <a:xfrm>
              <a:off x="2305162" y="1869407"/>
              <a:ext cx="394" cy="54"/>
            </a:xfrm>
            <a:custGeom>
              <a:rect b="b" l="l" r="r" t="t"/>
              <a:pathLst>
                <a:path extrusionOk="0" h="4" w="29">
                  <a:moveTo>
                    <a:pt x="0" y="4"/>
                  </a:moveTo>
                  <a:cubicBezTo>
                    <a:pt x="7" y="4"/>
                    <a:pt x="18" y="0"/>
                    <a:pt x="28" y="0"/>
                  </a:cubicBezTo>
                  <a:cubicBezTo>
                    <a:pt x="18" y="0"/>
                    <a:pt x="7" y="4"/>
                    <a:pt x="0"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6" name="Google Shape;4496;p95"/>
            <p:cNvSpPr/>
            <p:nvPr/>
          </p:nvSpPr>
          <p:spPr>
            <a:xfrm>
              <a:off x="2305067" y="186944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7" name="Google Shape;4497;p95"/>
            <p:cNvSpPr/>
            <p:nvPr/>
          </p:nvSpPr>
          <p:spPr>
            <a:xfrm>
              <a:off x="2353593" y="1948930"/>
              <a:ext cx="11799" cy="11704"/>
            </a:xfrm>
            <a:custGeom>
              <a:rect b="b" l="l" r="r" t="t"/>
              <a:pathLst>
                <a:path extrusionOk="0" h="862" w="869">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8" name="Google Shape;4498;p95"/>
            <p:cNvSpPr/>
            <p:nvPr/>
          </p:nvSpPr>
          <p:spPr>
            <a:xfrm>
              <a:off x="2361481" y="1958570"/>
              <a:ext cx="1779" cy="2064"/>
            </a:xfrm>
            <a:custGeom>
              <a:rect b="b" l="l" r="r" t="t"/>
              <a:pathLst>
                <a:path extrusionOk="0" h="152" w="131">
                  <a:moveTo>
                    <a:pt x="130" y="1"/>
                  </a:moveTo>
                  <a:lnTo>
                    <a:pt x="130" y="1"/>
                  </a:lnTo>
                  <a:cubicBezTo>
                    <a:pt x="88" y="43"/>
                    <a:pt x="43" y="95"/>
                    <a:pt x="1" y="151"/>
                  </a:cubicBezTo>
                  <a:lnTo>
                    <a:pt x="4" y="151"/>
                  </a:lnTo>
                  <a:cubicBezTo>
                    <a:pt x="39" y="102"/>
                    <a:pt x="85" y="50"/>
                    <a:pt x="13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9" name="Google Shape;4499;p95"/>
            <p:cNvSpPr/>
            <p:nvPr/>
          </p:nvSpPr>
          <p:spPr>
            <a:xfrm>
              <a:off x="2314910" y="1908374"/>
              <a:ext cx="47019" cy="40325"/>
            </a:xfrm>
            <a:custGeom>
              <a:rect b="b" l="l" r="r" t="t"/>
              <a:pathLst>
                <a:path extrusionOk="0" h="2970" w="3463">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0" name="Google Shape;4500;p95"/>
            <p:cNvSpPr/>
            <p:nvPr/>
          </p:nvSpPr>
          <p:spPr>
            <a:xfrm>
              <a:off x="2327266" y="1910329"/>
              <a:ext cx="625" cy="679"/>
            </a:xfrm>
            <a:custGeom>
              <a:rect b="b" l="l" r="r" t="t"/>
              <a:pathLst>
                <a:path extrusionOk="0" h="50" w="46">
                  <a:moveTo>
                    <a:pt x="46" y="0"/>
                  </a:moveTo>
                  <a:cubicBezTo>
                    <a:pt x="32" y="18"/>
                    <a:pt x="14" y="32"/>
                    <a:pt x="0" y="49"/>
                  </a:cubicBezTo>
                  <a:cubicBezTo>
                    <a:pt x="14" y="35"/>
                    <a:pt x="32" y="18"/>
                    <a:pt x="4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1" name="Google Shape;4501;p95"/>
            <p:cNvSpPr/>
            <p:nvPr/>
          </p:nvSpPr>
          <p:spPr>
            <a:xfrm>
              <a:off x="2324034" y="1913126"/>
              <a:ext cx="489" cy="353"/>
            </a:xfrm>
            <a:custGeom>
              <a:rect b="b" l="l" r="r" t="t"/>
              <a:pathLst>
                <a:path extrusionOk="0" h="26" w="36">
                  <a:moveTo>
                    <a:pt x="0" y="25"/>
                  </a:moveTo>
                  <a:lnTo>
                    <a:pt x="3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2" name="Google Shape;4502;p95"/>
            <p:cNvSpPr/>
            <p:nvPr/>
          </p:nvSpPr>
          <p:spPr>
            <a:xfrm>
              <a:off x="2325881" y="1911660"/>
              <a:ext cx="638" cy="489"/>
            </a:xfrm>
            <a:custGeom>
              <a:rect b="b" l="l" r="r" t="t"/>
              <a:pathLst>
                <a:path extrusionOk="0" h="36" w="47">
                  <a:moveTo>
                    <a:pt x="1" y="35"/>
                  </a:moveTo>
                  <a:cubicBezTo>
                    <a:pt x="15" y="25"/>
                    <a:pt x="32" y="11"/>
                    <a:pt x="46" y="0"/>
                  </a:cubicBezTo>
                  <a:cubicBezTo>
                    <a:pt x="32" y="11"/>
                    <a:pt x="15" y="25"/>
                    <a:pt x="1" y="3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3" name="Google Shape;4503;p95"/>
            <p:cNvSpPr/>
            <p:nvPr/>
          </p:nvSpPr>
          <p:spPr>
            <a:xfrm>
              <a:off x="2324605" y="1912705"/>
              <a:ext cx="530" cy="394"/>
            </a:xfrm>
            <a:custGeom>
              <a:rect b="b" l="l" r="r" t="t"/>
              <a:pathLst>
                <a:path extrusionOk="0" h="29" w="39">
                  <a:moveTo>
                    <a:pt x="0" y="28"/>
                  </a:moveTo>
                  <a:lnTo>
                    <a:pt x="3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4" name="Google Shape;4504;p95"/>
            <p:cNvSpPr/>
            <p:nvPr/>
          </p:nvSpPr>
          <p:spPr>
            <a:xfrm>
              <a:off x="2325216" y="1912230"/>
              <a:ext cx="584" cy="434"/>
            </a:xfrm>
            <a:custGeom>
              <a:rect b="b" l="l" r="r" t="t"/>
              <a:pathLst>
                <a:path extrusionOk="0" h="32" w="43">
                  <a:moveTo>
                    <a:pt x="1" y="32"/>
                  </a:moveTo>
                  <a:lnTo>
                    <a:pt x="43"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5" name="Google Shape;4505;p95"/>
            <p:cNvSpPr/>
            <p:nvPr/>
          </p:nvSpPr>
          <p:spPr>
            <a:xfrm>
              <a:off x="2328026" y="1909515"/>
              <a:ext cx="625" cy="733"/>
            </a:xfrm>
            <a:custGeom>
              <a:rect b="b" l="l" r="r" t="t"/>
              <a:pathLst>
                <a:path extrusionOk="0" h="54" w="46">
                  <a:moveTo>
                    <a:pt x="0" y="53"/>
                  </a:moveTo>
                  <a:cubicBezTo>
                    <a:pt x="14" y="36"/>
                    <a:pt x="32" y="18"/>
                    <a:pt x="46" y="1"/>
                  </a:cubicBezTo>
                  <a:cubicBezTo>
                    <a:pt x="32" y="18"/>
                    <a:pt x="14" y="36"/>
                    <a:pt x="0" y="5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6" name="Google Shape;4506;p95"/>
            <p:cNvSpPr/>
            <p:nvPr/>
          </p:nvSpPr>
          <p:spPr>
            <a:xfrm>
              <a:off x="2326546" y="1911035"/>
              <a:ext cx="679" cy="584"/>
            </a:xfrm>
            <a:custGeom>
              <a:rect b="b" l="l" r="r" t="t"/>
              <a:pathLst>
                <a:path extrusionOk="0" h="43" w="50">
                  <a:moveTo>
                    <a:pt x="1" y="43"/>
                  </a:moveTo>
                  <a:cubicBezTo>
                    <a:pt x="15" y="29"/>
                    <a:pt x="32" y="15"/>
                    <a:pt x="50" y="1"/>
                  </a:cubicBezTo>
                  <a:cubicBezTo>
                    <a:pt x="32" y="15"/>
                    <a:pt x="15" y="29"/>
                    <a:pt x="1" y="4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7" name="Google Shape;4507;p95"/>
            <p:cNvSpPr/>
            <p:nvPr/>
          </p:nvSpPr>
          <p:spPr>
            <a:xfrm>
              <a:off x="2328732" y="1908619"/>
              <a:ext cx="679" cy="774"/>
            </a:xfrm>
            <a:custGeom>
              <a:rect b="b" l="l" r="r" t="t"/>
              <a:pathLst>
                <a:path extrusionOk="0" h="57" w="50">
                  <a:moveTo>
                    <a:pt x="50" y="0"/>
                  </a:moveTo>
                  <a:cubicBezTo>
                    <a:pt x="32" y="18"/>
                    <a:pt x="18" y="39"/>
                    <a:pt x="1" y="56"/>
                  </a:cubicBezTo>
                  <a:cubicBezTo>
                    <a:pt x="18" y="39"/>
                    <a:pt x="32" y="21"/>
                    <a:pt x="5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8" name="Google Shape;4508;p95"/>
            <p:cNvSpPr/>
            <p:nvPr/>
          </p:nvSpPr>
          <p:spPr>
            <a:xfrm>
              <a:off x="2315196" y="1925726"/>
              <a:ext cx="869" cy="1629"/>
            </a:xfrm>
            <a:custGeom>
              <a:rect b="b" l="l" r="r" t="t"/>
              <a:pathLst>
                <a:path extrusionOk="0" h="120" w="64">
                  <a:moveTo>
                    <a:pt x="0" y="120"/>
                  </a:moveTo>
                  <a:cubicBezTo>
                    <a:pt x="14" y="74"/>
                    <a:pt x="35" y="32"/>
                    <a:pt x="63" y="1"/>
                  </a:cubicBezTo>
                  <a:cubicBezTo>
                    <a:pt x="35" y="32"/>
                    <a:pt x="14" y="74"/>
                    <a:pt x="0" y="12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9" name="Google Shape;4509;p95"/>
            <p:cNvSpPr/>
            <p:nvPr/>
          </p:nvSpPr>
          <p:spPr>
            <a:xfrm>
              <a:off x="2315481" y="1933384"/>
              <a:ext cx="204" cy="869"/>
            </a:xfrm>
            <a:custGeom>
              <a:rect b="b" l="l" r="r" t="t"/>
              <a:pathLst>
                <a:path extrusionOk="0" h="64" w="15">
                  <a:moveTo>
                    <a:pt x="0" y="0"/>
                  </a:moveTo>
                  <a:cubicBezTo>
                    <a:pt x="7" y="21"/>
                    <a:pt x="11" y="46"/>
                    <a:pt x="14" y="63"/>
                  </a:cubicBezTo>
                  <a:cubicBezTo>
                    <a:pt x="11" y="42"/>
                    <a:pt x="7" y="18"/>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0" name="Google Shape;4510;p95"/>
            <p:cNvSpPr/>
            <p:nvPr/>
          </p:nvSpPr>
          <p:spPr>
            <a:xfrm>
              <a:off x="2315046" y="1928062"/>
              <a:ext cx="14" cy="204"/>
            </a:xfrm>
            <a:custGeom>
              <a:rect b="b" l="l" r="r" t="t"/>
              <a:pathLst>
                <a:path extrusionOk="0" h="15" w="1">
                  <a:moveTo>
                    <a:pt x="1" y="14"/>
                  </a:moveTo>
                  <a:cubicBezTo>
                    <a:pt x="1" y="7"/>
                    <a:pt x="1" y="4"/>
                    <a:pt x="1" y="0"/>
                  </a:cubicBezTo>
                  <a:cubicBezTo>
                    <a:pt x="1" y="4"/>
                    <a:pt x="1" y="7"/>
                    <a:pt x="1"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1" name="Google Shape;4511;p95"/>
            <p:cNvSpPr/>
            <p:nvPr/>
          </p:nvSpPr>
          <p:spPr>
            <a:xfrm>
              <a:off x="2315100" y="1927396"/>
              <a:ext cx="109" cy="394"/>
            </a:xfrm>
            <a:custGeom>
              <a:rect b="b" l="l" r="r" t="t"/>
              <a:pathLst>
                <a:path extrusionOk="0" h="29" w="8">
                  <a:moveTo>
                    <a:pt x="7" y="0"/>
                  </a:moveTo>
                  <a:lnTo>
                    <a:pt x="7" y="0"/>
                  </a:lnTo>
                  <a:cubicBezTo>
                    <a:pt x="4" y="7"/>
                    <a:pt x="0" y="18"/>
                    <a:pt x="0" y="28"/>
                  </a:cubicBezTo>
                  <a:cubicBezTo>
                    <a:pt x="4" y="18"/>
                    <a:pt x="4" y="7"/>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2" name="Google Shape;4512;p95"/>
            <p:cNvSpPr/>
            <p:nvPr/>
          </p:nvSpPr>
          <p:spPr>
            <a:xfrm>
              <a:off x="2361250" y="1948170"/>
              <a:ext cx="54" cy="54"/>
            </a:xfrm>
            <a:custGeom>
              <a:rect b="b" l="l" r="r" t="t"/>
              <a:pathLst>
                <a:path extrusionOk="0" h="4" w="4">
                  <a:moveTo>
                    <a:pt x="4"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3" name="Google Shape;4513;p95"/>
            <p:cNvSpPr/>
            <p:nvPr/>
          </p:nvSpPr>
          <p:spPr>
            <a:xfrm>
              <a:off x="2361861" y="1947735"/>
              <a:ext cx="109" cy="109"/>
            </a:xfrm>
            <a:custGeom>
              <a:rect b="b" l="l" r="r" t="t"/>
              <a:pathLst>
                <a:path extrusionOk="0" h="8" w="8">
                  <a:moveTo>
                    <a:pt x="8" y="1"/>
                  </a:moveTo>
                  <a:lnTo>
                    <a:pt x="8" y="1"/>
                  </a:ln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4" name="Google Shape;4514;p95"/>
            <p:cNvSpPr/>
            <p:nvPr/>
          </p:nvSpPr>
          <p:spPr>
            <a:xfrm>
              <a:off x="2360870" y="1948496"/>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5" name="Google Shape;4515;p95"/>
            <p:cNvSpPr/>
            <p:nvPr/>
          </p:nvSpPr>
          <p:spPr>
            <a:xfrm>
              <a:off x="2361481" y="1947980"/>
              <a:ext cx="109" cy="54"/>
            </a:xfrm>
            <a:custGeom>
              <a:rect b="b" l="l" r="r" t="t"/>
              <a:pathLst>
                <a:path extrusionOk="0" h="4" w="8">
                  <a:moveTo>
                    <a:pt x="8"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6" name="Google Shape;4516;p95"/>
            <p:cNvSpPr/>
            <p:nvPr/>
          </p:nvSpPr>
          <p:spPr>
            <a:xfrm>
              <a:off x="2361060" y="1948360"/>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7" name="Google Shape;4517;p95"/>
            <p:cNvSpPr/>
            <p:nvPr/>
          </p:nvSpPr>
          <p:spPr>
            <a:xfrm>
              <a:off x="2360721" y="1948645"/>
              <a:ext cx="68" cy="14"/>
            </a:xfrm>
            <a:custGeom>
              <a:rect b="b" l="l" r="r" t="t"/>
              <a:pathLst>
                <a:path extrusionOk="0" h="1" w="5">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8" name="Google Shape;4518;p95"/>
            <p:cNvSpPr/>
            <p:nvPr/>
          </p:nvSpPr>
          <p:spPr>
            <a:xfrm>
              <a:off x="2289045" y="1932474"/>
              <a:ext cx="108104" cy="83909"/>
            </a:xfrm>
            <a:custGeom>
              <a:rect b="b" l="l" r="r" t="t"/>
              <a:pathLst>
                <a:path extrusionOk="0" h="6180" w="7962">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9" name="Google Shape;4519;p95"/>
            <p:cNvSpPr/>
            <p:nvPr/>
          </p:nvSpPr>
          <p:spPr>
            <a:xfrm>
              <a:off x="2360015" y="1962711"/>
              <a:ext cx="149" cy="204"/>
            </a:xfrm>
            <a:custGeom>
              <a:rect b="b" l="l" r="r" t="t"/>
              <a:pathLst>
                <a:path extrusionOk="0" h="15" w="11">
                  <a:moveTo>
                    <a:pt x="11" y="0"/>
                  </a:moveTo>
                  <a:lnTo>
                    <a:pt x="0"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0" name="Google Shape;4520;p95"/>
            <p:cNvSpPr/>
            <p:nvPr/>
          </p:nvSpPr>
          <p:spPr>
            <a:xfrm>
              <a:off x="2360965" y="1967409"/>
              <a:ext cx="3761" cy="4861"/>
            </a:xfrm>
            <a:custGeom>
              <a:rect b="b" l="l" r="r" t="t"/>
              <a:pathLst>
                <a:path extrusionOk="0" h="358" w="277">
                  <a:moveTo>
                    <a:pt x="0" y="1"/>
                  </a:moveTo>
                  <a:cubicBezTo>
                    <a:pt x="81" y="141"/>
                    <a:pt x="193" y="316"/>
                    <a:pt x="277" y="358"/>
                  </a:cubicBezTo>
                  <a:cubicBezTo>
                    <a:pt x="193" y="312"/>
                    <a:pt x="81" y="137"/>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1" name="Google Shape;4521;p95"/>
            <p:cNvSpPr/>
            <p:nvPr/>
          </p:nvSpPr>
          <p:spPr>
            <a:xfrm>
              <a:off x="2359580" y="1964707"/>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2" name="Google Shape;4522;p95"/>
            <p:cNvSpPr/>
            <p:nvPr/>
          </p:nvSpPr>
          <p:spPr>
            <a:xfrm>
              <a:off x="2360205" y="1962087"/>
              <a:ext cx="299" cy="489"/>
            </a:xfrm>
            <a:custGeom>
              <a:rect b="b" l="l" r="r" t="t"/>
              <a:pathLst>
                <a:path extrusionOk="0" h="36" w="22">
                  <a:moveTo>
                    <a:pt x="0" y="36"/>
                  </a:moveTo>
                  <a:cubicBezTo>
                    <a:pt x="7" y="25"/>
                    <a:pt x="14" y="11"/>
                    <a:pt x="21" y="1"/>
                  </a:cubicBezTo>
                  <a:lnTo>
                    <a:pt x="21" y="1"/>
                  </a:lnTo>
                  <a:cubicBezTo>
                    <a:pt x="14" y="11"/>
                    <a:pt x="7" y="25"/>
                    <a:pt x="0" y="3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3" name="Google Shape;4523;p95"/>
            <p:cNvSpPr/>
            <p:nvPr/>
          </p:nvSpPr>
          <p:spPr>
            <a:xfrm>
              <a:off x="2354027" y="2011522"/>
              <a:ext cx="149" cy="14"/>
            </a:xfrm>
            <a:custGeom>
              <a:rect b="b" l="l" r="r" t="t"/>
              <a:pathLst>
                <a:path extrusionOk="0" h="1" w="11">
                  <a:moveTo>
                    <a:pt x="0" y="1"/>
                  </a:moveTo>
                  <a:lnTo>
                    <a:pt x="7" y="1"/>
                  </a:ln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4" name="Google Shape;4524;p95"/>
            <p:cNvSpPr/>
            <p:nvPr/>
          </p:nvSpPr>
          <p:spPr>
            <a:xfrm>
              <a:off x="2353647" y="2011577"/>
              <a:ext cx="299" cy="54"/>
            </a:xfrm>
            <a:custGeom>
              <a:rect b="b" l="l" r="r" t="t"/>
              <a:pathLst>
                <a:path extrusionOk="0" h="4" w="22">
                  <a:moveTo>
                    <a:pt x="0" y="4"/>
                  </a:moveTo>
                  <a:lnTo>
                    <a:pt x="2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5" name="Google Shape;4525;p95"/>
            <p:cNvSpPr/>
            <p:nvPr/>
          </p:nvSpPr>
          <p:spPr>
            <a:xfrm>
              <a:off x="2356159" y="2010572"/>
              <a:ext cx="3815" cy="543"/>
            </a:xfrm>
            <a:custGeom>
              <a:rect b="b" l="l" r="r" t="t"/>
              <a:pathLst>
                <a:path extrusionOk="0" h="40" w="281">
                  <a:moveTo>
                    <a:pt x="1" y="39"/>
                  </a:moveTo>
                  <a:lnTo>
                    <a:pt x="1" y="39"/>
                  </a:lnTo>
                  <a:cubicBezTo>
                    <a:pt x="92" y="18"/>
                    <a:pt x="186" y="8"/>
                    <a:pt x="281" y="1"/>
                  </a:cubicBezTo>
                  <a:cubicBezTo>
                    <a:pt x="186" y="8"/>
                    <a:pt x="92" y="18"/>
                    <a:pt x="1" y="3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6" name="Google Shape;4526;p95"/>
            <p:cNvSpPr/>
            <p:nvPr/>
          </p:nvSpPr>
          <p:spPr>
            <a:xfrm>
              <a:off x="2314720" y="1939562"/>
              <a:ext cx="244" cy="584"/>
            </a:xfrm>
            <a:custGeom>
              <a:rect b="b" l="l" r="r" t="t"/>
              <a:pathLst>
                <a:path extrusionOk="0" h="43" w="18">
                  <a:moveTo>
                    <a:pt x="0" y="42"/>
                  </a:moveTo>
                  <a:cubicBezTo>
                    <a:pt x="4" y="28"/>
                    <a:pt x="11" y="14"/>
                    <a:pt x="18" y="0"/>
                  </a:cubicBezTo>
                  <a:cubicBezTo>
                    <a:pt x="11" y="14"/>
                    <a:pt x="4" y="28"/>
                    <a:pt x="0" y="4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7" name="Google Shape;4527;p95"/>
            <p:cNvSpPr/>
            <p:nvPr/>
          </p:nvSpPr>
          <p:spPr>
            <a:xfrm>
              <a:off x="2314381" y="1940268"/>
              <a:ext cx="258" cy="543"/>
            </a:xfrm>
            <a:custGeom>
              <a:rect b="b" l="l" r="r" t="t"/>
              <a:pathLst>
                <a:path extrusionOk="0" h="40" w="19">
                  <a:moveTo>
                    <a:pt x="1" y="39"/>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8" name="Google Shape;4528;p95"/>
            <p:cNvSpPr/>
            <p:nvPr/>
          </p:nvSpPr>
          <p:spPr>
            <a:xfrm>
              <a:off x="2315005" y="1938896"/>
              <a:ext cx="244" cy="584"/>
            </a:xfrm>
            <a:custGeom>
              <a:rect b="b" l="l" r="r" t="t"/>
              <a:pathLst>
                <a:path extrusionOk="0" h="43" w="18">
                  <a:moveTo>
                    <a:pt x="0" y="42"/>
                  </a:moveTo>
                  <a:cubicBezTo>
                    <a:pt x="4" y="28"/>
                    <a:pt x="11" y="14"/>
                    <a:pt x="18" y="0"/>
                  </a:cubicBezTo>
                  <a:cubicBezTo>
                    <a:pt x="11" y="14"/>
                    <a:pt x="4" y="28"/>
                    <a:pt x="0" y="4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9" name="Google Shape;4529;p95"/>
            <p:cNvSpPr/>
            <p:nvPr/>
          </p:nvSpPr>
          <p:spPr>
            <a:xfrm>
              <a:off x="2315236" y="1938231"/>
              <a:ext cx="204" cy="625"/>
            </a:xfrm>
            <a:custGeom>
              <a:rect b="b" l="l" r="r" t="t"/>
              <a:pathLst>
                <a:path extrusionOk="0" h="46" w="15">
                  <a:moveTo>
                    <a:pt x="1" y="46"/>
                  </a:moveTo>
                  <a:cubicBezTo>
                    <a:pt x="8" y="28"/>
                    <a:pt x="11" y="14"/>
                    <a:pt x="15" y="0"/>
                  </a:cubicBezTo>
                  <a:cubicBezTo>
                    <a:pt x="11" y="14"/>
                    <a:pt x="8" y="28"/>
                    <a:pt x="1" y="4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0" name="Google Shape;4530;p95"/>
            <p:cNvSpPr/>
            <p:nvPr/>
          </p:nvSpPr>
          <p:spPr>
            <a:xfrm>
              <a:off x="2314055" y="1940933"/>
              <a:ext cx="244" cy="489"/>
            </a:xfrm>
            <a:custGeom>
              <a:rect b="b" l="l" r="r" t="t"/>
              <a:pathLst>
                <a:path extrusionOk="0" h="36" w="18">
                  <a:moveTo>
                    <a:pt x="0" y="36"/>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1" name="Google Shape;4531;p95"/>
            <p:cNvSpPr/>
            <p:nvPr/>
          </p:nvSpPr>
          <p:spPr>
            <a:xfrm>
              <a:off x="2315481" y="1937511"/>
              <a:ext cx="204" cy="584"/>
            </a:xfrm>
            <a:custGeom>
              <a:rect b="b" l="l" r="r" t="t"/>
              <a:pathLst>
                <a:path extrusionOk="0" h="43" w="15">
                  <a:moveTo>
                    <a:pt x="0" y="43"/>
                  </a:moveTo>
                  <a:cubicBezTo>
                    <a:pt x="4" y="29"/>
                    <a:pt x="11" y="15"/>
                    <a:pt x="14" y="1"/>
                  </a:cubicBezTo>
                  <a:cubicBezTo>
                    <a:pt x="11" y="15"/>
                    <a:pt x="4" y="29"/>
                    <a:pt x="0" y="4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2" name="Google Shape;4532;p95"/>
            <p:cNvSpPr/>
            <p:nvPr/>
          </p:nvSpPr>
          <p:spPr>
            <a:xfrm>
              <a:off x="2296038" y="1987707"/>
              <a:ext cx="1955" cy="2444"/>
            </a:xfrm>
            <a:custGeom>
              <a:rect b="b" l="l" r="r" t="t"/>
              <a:pathLst>
                <a:path extrusionOk="0" h="180" w="144">
                  <a:moveTo>
                    <a:pt x="0" y="1"/>
                  </a:moveTo>
                  <a:cubicBezTo>
                    <a:pt x="35" y="67"/>
                    <a:pt x="84" y="130"/>
                    <a:pt x="144" y="179"/>
                  </a:cubicBezTo>
                  <a:cubicBezTo>
                    <a:pt x="84" y="130"/>
                    <a:pt x="35" y="67"/>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3" name="Google Shape;4533;p95"/>
            <p:cNvSpPr/>
            <p:nvPr/>
          </p:nvSpPr>
          <p:spPr>
            <a:xfrm>
              <a:off x="2315807" y="1936086"/>
              <a:ext cx="68" cy="584"/>
            </a:xfrm>
            <a:custGeom>
              <a:rect b="b" l="l" r="r" t="t"/>
              <a:pathLst>
                <a:path extrusionOk="0" h="43" w="5">
                  <a:moveTo>
                    <a:pt x="1" y="43"/>
                  </a:moveTo>
                  <a:cubicBezTo>
                    <a:pt x="1" y="29"/>
                    <a:pt x="4" y="15"/>
                    <a:pt x="4" y="1"/>
                  </a:cubicBezTo>
                  <a:cubicBezTo>
                    <a:pt x="4" y="15"/>
                    <a:pt x="1" y="29"/>
                    <a:pt x="1" y="4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4" name="Google Shape;4534;p95"/>
            <p:cNvSpPr/>
            <p:nvPr/>
          </p:nvSpPr>
          <p:spPr>
            <a:xfrm>
              <a:off x="2315671" y="1936751"/>
              <a:ext cx="149" cy="638"/>
            </a:xfrm>
            <a:custGeom>
              <a:rect b="b" l="l" r="r" t="t"/>
              <a:pathLst>
                <a:path extrusionOk="0" h="47" w="11">
                  <a:moveTo>
                    <a:pt x="0" y="46"/>
                  </a:moveTo>
                  <a:cubicBezTo>
                    <a:pt x="4" y="32"/>
                    <a:pt x="7" y="15"/>
                    <a:pt x="11" y="1"/>
                  </a:cubicBezTo>
                  <a:cubicBezTo>
                    <a:pt x="7" y="15"/>
                    <a:pt x="4" y="32"/>
                    <a:pt x="0" y="4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5" name="Google Shape;4535;p95"/>
            <p:cNvSpPr/>
            <p:nvPr/>
          </p:nvSpPr>
          <p:spPr>
            <a:xfrm>
              <a:off x="2309534" y="2006390"/>
              <a:ext cx="54" cy="258"/>
            </a:xfrm>
            <a:custGeom>
              <a:rect b="b" l="l" r="r" t="t"/>
              <a:pathLst>
                <a:path extrusionOk="0" h="19" w="4">
                  <a:moveTo>
                    <a:pt x="0" y="1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6" name="Google Shape;4536;p95"/>
            <p:cNvSpPr/>
            <p:nvPr/>
          </p:nvSpPr>
          <p:spPr>
            <a:xfrm>
              <a:off x="2308909" y="2000973"/>
              <a:ext cx="1344" cy="3775"/>
            </a:xfrm>
            <a:custGeom>
              <a:rect b="b" l="l" r="r" t="t"/>
              <a:pathLst>
                <a:path extrusionOk="0" h="278" w="99">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7" name="Google Shape;4537;p95"/>
            <p:cNvSpPr/>
            <p:nvPr/>
          </p:nvSpPr>
          <p:spPr>
            <a:xfrm>
              <a:off x="2309344" y="200777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8" name="Google Shape;4538;p95"/>
            <p:cNvSpPr/>
            <p:nvPr/>
          </p:nvSpPr>
          <p:spPr>
            <a:xfrm>
              <a:off x="2300029" y="1964042"/>
              <a:ext cx="14" cy="299"/>
            </a:xfrm>
            <a:custGeom>
              <a:rect b="b" l="l" r="r" t="t"/>
              <a:pathLst>
                <a:path extrusionOk="0" h="22" w="1">
                  <a:moveTo>
                    <a:pt x="0" y="0"/>
                  </a:moveTo>
                  <a:cubicBezTo>
                    <a:pt x="0" y="7"/>
                    <a:pt x="0" y="14"/>
                    <a:pt x="0" y="21"/>
                  </a:cubicBezTo>
                  <a:cubicBezTo>
                    <a:pt x="0" y="14"/>
                    <a:pt x="0"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9" name="Google Shape;4539;p95"/>
            <p:cNvSpPr/>
            <p:nvPr/>
          </p:nvSpPr>
          <p:spPr>
            <a:xfrm>
              <a:off x="2359064" y="1961326"/>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0" name="Google Shape;4540;p95"/>
            <p:cNvSpPr/>
            <p:nvPr/>
          </p:nvSpPr>
          <p:spPr>
            <a:xfrm>
              <a:off x="2354407" y="1952868"/>
              <a:ext cx="149" cy="204"/>
            </a:xfrm>
            <a:custGeom>
              <a:rect b="b" l="l" r="r" t="t"/>
              <a:pathLst>
                <a:path extrusionOk="0" h="15" w="11">
                  <a:moveTo>
                    <a:pt x="11" y="1"/>
                  </a:moveTo>
                  <a:lnTo>
                    <a:pt x="0"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1" name="Google Shape;4541;p95"/>
            <p:cNvSpPr/>
            <p:nvPr/>
          </p:nvSpPr>
          <p:spPr>
            <a:xfrm>
              <a:off x="2355779" y="1950967"/>
              <a:ext cx="109" cy="163"/>
            </a:xfrm>
            <a:custGeom>
              <a:rect b="b" l="l" r="r" t="t"/>
              <a:pathLst>
                <a:path extrusionOk="0" h="12" w="8">
                  <a:moveTo>
                    <a:pt x="8"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2" name="Google Shape;4542;p95"/>
            <p:cNvSpPr/>
            <p:nvPr/>
          </p:nvSpPr>
          <p:spPr>
            <a:xfrm>
              <a:off x="2353932" y="1953533"/>
              <a:ext cx="109" cy="163"/>
            </a:xfrm>
            <a:custGeom>
              <a:rect b="b" l="l" r="r" t="t"/>
              <a:pathLst>
                <a:path extrusionOk="0" h="12" w="8">
                  <a:moveTo>
                    <a:pt x="7"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3" name="Google Shape;4543;p95"/>
            <p:cNvSpPr/>
            <p:nvPr/>
          </p:nvSpPr>
          <p:spPr>
            <a:xfrm>
              <a:off x="2358915" y="1961326"/>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4" name="Google Shape;4544;p95"/>
            <p:cNvSpPr/>
            <p:nvPr/>
          </p:nvSpPr>
          <p:spPr>
            <a:xfrm>
              <a:off x="2354828" y="1952297"/>
              <a:ext cx="163" cy="204"/>
            </a:xfrm>
            <a:custGeom>
              <a:rect b="b" l="l" r="r" t="t"/>
              <a:pathLst>
                <a:path extrusionOk="0" h="15" w="12">
                  <a:moveTo>
                    <a:pt x="11"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5" name="Google Shape;4545;p95"/>
            <p:cNvSpPr/>
            <p:nvPr/>
          </p:nvSpPr>
          <p:spPr>
            <a:xfrm>
              <a:off x="2358779" y="1961381"/>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6" name="Google Shape;4546;p95"/>
            <p:cNvSpPr/>
            <p:nvPr/>
          </p:nvSpPr>
          <p:spPr>
            <a:xfrm>
              <a:off x="2359445" y="1961381"/>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7" name="Google Shape;4547;p95"/>
            <p:cNvSpPr/>
            <p:nvPr/>
          </p:nvSpPr>
          <p:spPr>
            <a:xfrm>
              <a:off x="2356118" y="1950451"/>
              <a:ext cx="109" cy="109"/>
            </a:xfrm>
            <a:custGeom>
              <a:rect b="b" l="l" r="r" t="t"/>
              <a:pathLst>
                <a:path extrusionOk="0" h="8" w="8">
                  <a:moveTo>
                    <a:pt x="7"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8" name="Google Shape;4548;p95"/>
            <p:cNvSpPr/>
            <p:nvPr/>
          </p:nvSpPr>
          <p:spPr>
            <a:xfrm>
              <a:off x="2360056" y="1961761"/>
              <a:ext cx="68" cy="14"/>
            </a:xfrm>
            <a:custGeom>
              <a:rect b="b" l="l" r="r" t="t"/>
              <a:pathLst>
                <a:path extrusionOk="0" h="1" w="5">
                  <a:moveTo>
                    <a:pt x="1"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9" name="Google Shape;4549;p95"/>
            <p:cNvSpPr/>
            <p:nvPr/>
          </p:nvSpPr>
          <p:spPr>
            <a:xfrm>
              <a:off x="2359730" y="1961516"/>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0" name="Google Shape;4550;p95"/>
            <p:cNvSpPr/>
            <p:nvPr/>
          </p:nvSpPr>
          <p:spPr>
            <a:xfrm>
              <a:off x="2355263" y="1951591"/>
              <a:ext cx="204" cy="244"/>
            </a:xfrm>
            <a:custGeom>
              <a:rect b="b" l="l" r="r" t="t"/>
              <a:pathLst>
                <a:path extrusionOk="0" h="18" w="15">
                  <a:moveTo>
                    <a:pt x="14" y="0"/>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1" name="Google Shape;4551;p95"/>
            <p:cNvSpPr/>
            <p:nvPr/>
          </p:nvSpPr>
          <p:spPr>
            <a:xfrm>
              <a:off x="2356539" y="1949921"/>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2" name="Google Shape;4552;p95"/>
            <p:cNvSpPr/>
            <p:nvPr/>
          </p:nvSpPr>
          <p:spPr>
            <a:xfrm>
              <a:off x="2360490" y="1962087"/>
              <a:ext cx="14" cy="14"/>
            </a:xfrm>
            <a:custGeom>
              <a:rect b="b" l="l" r="r" t="t"/>
              <a:pathLst>
                <a:path extrusionOk="0" h="1" w="1">
                  <a:moveTo>
                    <a:pt x="0"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3" name="Google Shape;4553;p95"/>
            <p:cNvSpPr/>
            <p:nvPr/>
          </p:nvSpPr>
          <p:spPr>
            <a:xfrm>
              <a:off x="2319703" y="1935991"/>
              <a:ext cx="163" cy="14"/>
            </a:xfrm>
            <a:custGeom>
              <a:rect b="b" l="l" r="r" t="t"/>
              <a:pathLst>
                <a:path extrusionOk="0" h="1" w="12">
                  <a:moveTo>
                    <a:pt x="1"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4" name="Google Shape;4554;p95"/>
            <p:cNvSpPr/>
            <p:nvPr/>
          </p:nvSpPr>
          <p:spPr>
            <a:xfrm>
              <a:off x="2355113" y="1947735"/>
              <a:ext cx="1724" cy="1779"/>
            </a:xfrm>
            <a:custGeom>
              <a:rect b="b" l="l" r="r" t="t"/>
              <a:pathLst>
                <a:path extrusionOk="0" h="131" w="127">
                  <a:moveTo>
                    <a:pt x="127" y="130"/>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5" name="Google Shape;4555;p95"/>
            <p:cNvSpPr/>
            <p:nvPr/>
          </p:nvSpPr>
          <p:spPr>
            <a:xfrm>
              <a:off x="2320464" y="1936140"/>
              <a:ext cx="68" cy="14"/>
            </a:xfrm>
            <a:custGeom>
              <a:rect b="b" l="l" r="r" t="t"/>
              <a:pathLst>
                <a:path extrusionOk="0" h="1" w="5">
                  <a:moveTo>
                    <a:pt x="1"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6" name="Google Shape;4556;p95"/>
            <p:cNvSpPr/>
            <p:nvPr/>
          </p:nvSpPr>
          <p:spPr>
            <a:xfrm>
              <a:off x="2320423" y="1936140"/>
              <a:ext cx="54" cy="14"/>
            </a:xfrm>
            <a:custGeom>
              <a:rect b="b" l="l" r="r" t="t"/>
              <a:pathLst>
                <a:path extrusionOk="0" h="1" w="4">
                  <a:moveTo>
                    <a:pt x="0"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7" name="Google Shape;4557;p95"/>
            <p:cNvSpPr/>
            <p:nvPr/>
          </p:nvSpPr>
          <p:spPr>
            <a:xfrm>
              <a:off x="2320233" y="1936086"/>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8" name="Google Shape;4558;p95"/>
            <p:cNvSpPr/>
            <p:nvPr/>
          </p:nvSpPr>
          <p:spPr>
            <a:xfrm>
              <a:off x="2315861" y="1935950"/>
              <a:ext cx="1860" cy="54"/>
            </a:xfrm>
            <a:custGeom>
              <a:rect b="b" l="l" r="r" t="t"/>
              <a:pathLst>
                <a:path extrusionOk="0" h="4" w="137">
                  <a:moveTo>
                    <a:pt x="0" y="4"/>
                  </a:moveTo>
                  <a:lnTo>
                    <a:pt x="0" y="4"/>
                  </a:lnTo>
                  <a:cubicBezTo>
                    <a:pt x="53" y="0"/>
                    <a:pt x="98" y="0"/>
                    <a:pt x="137" y="0"/>
                  </a:cubicBezTo>
                  <a:cubicBezTo>
                    <a:pt x="98" y="0"/>
                    <a:pt x="53" y="0"/>
                    <a:pt x="0"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9" name="Google Shape;4559;p95"/>
            <p:cNvSpPr/>
            <p:nvPr/>
          </p:nvSpPr>
          <p:spPr>
            <a:xfrm>
              <a:off x="2319893" y="1936045"/>
              <a:ext cx="163" cy="14"/>
            </a:xfrm>
            <a:custGeom>
              <a:rect b="b" l="l" r="r" t="t"/>
              <a:pathLst>
                <a:path extrusionOk="0" h="1" w="12">
                  <a:moveTo>
                    <a:pt x="1"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0" name="Google Shape;4560;p95"/>
            <p:cNvSpPr/>
            <p:nvPr/>
          </p:nvSpPr>
          <p:spPr>
            <a:xfrm>
              <a:off x="2320369" y="1936086"/>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1" name="Google Shape;4561;p95"/>
            <p:cNvSpPr/>
            <p:nvPr/>
          </p:nvSpPr>
          <p:spPr>
            <a:xfrm>
              <a:off x="2320083" y="1936045"/>
              <a:ext cx="109" cy="14"/>
            </a:xfrm>
            <a:custGeom>
              <a:rect b="b" l="l" r="r" t="t"/>
              <a:pathLst>
                <a:path extrusionOk="0" h="1" w="8">
                  <a:moveTo>
                    <a:pt x="1" y="0"/>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2" name="Google Shape;4562;p95"/>
            <p:cNvSpPr/>
            <p:nvPr/>
          </p:nvSpPr>
          <p:spPr>
            <a:xfrm>
              <a:off x="2341998" y="1935000"/>
              <a:ext cx="12994" cy="12600"/>
            </a:xfrm>
            <a:custGeom>
              <a:rect b="b" l="l" r="r" t="t"/>
              <a:pathLst>
                <a:path extrusionOk="0" h="928" w="957">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3" name="Google Shape;4563;p95"/>
            <p:cNvSpPr/>
            <p:nvPr/>
          </p:nvSpPr>
          <p:spPr>
            <a:xfrm>
              <a:off x="2325121" y="1932284"/>
              <a:ext cx="923" cy="448"/>
            </a:xfrm>
            <a:custGeom>
              <a:rect b="b" l="l" r="r" t="t"/>
              <a:pathLst>
                <a:path extrusionOk="0" h="33" w="68">
                  <a:moveTo>
                    <a:pt x="1" y="1"/>
                  </a:moveTo>
                  <a:cubicBezTo>
                    <a:pt x="25" y="4"/>
                    <a:pt x="50" y="15"/>
                    <a:pt x="67" y="32"/>
                  </a:cubicBezTo>
                  <a:cubicBezTo>
                    <a:pt x="50" y="15"/>
                    <a:pt x="25"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4" name="Google Shape;4564;p95"/>
            <p:cNvSpPr/>
            <p:nvPr/>
          </p:nvSpPr>
          <p:spPr>
            <a:xfrm>
              <a:off x="2318753" y="193595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5" name="Google Shape;4565;p95"/>
            <p:cNvSpPr/>
            <p:nvPr/>
          </p:nvSpPr>
          <p:spPr>
            <a:xfrm>
              <a:off x="2319133" y="1935950"/>
              <a:ext cx="204" cy="14"/>
            </a:xfrm>
            <a:custGeom>
              <a:rect b="b" l="l" r="r" t="t"/>
              <a:pathLst>
                <a:path extrusionOk="0" h="1" w="15">
                  <a:moveTo>
                    <a:pt x="1" y="0"/>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6" name="Google Shape;4566;p95"/>
            <p:cNvSpPr/>
            <p:nvPr/>
          </p:nvSpPr>
          <p:spPr>
            <a:xfrm>
              <a:off x="2318332" y="1935950"/>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7" name="Google Shape;4567;p95"/>
            <p:cNvSpPr/>
            <p:nvPr/>
          </p:nvSpPr>
          <p:spPr>
            <a:xfrm>
              <a:off x="2317762" y="1935950"/>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8" name="Google Shape;4568;p95"/>
            <p:cNvSpPr/>
            <p:nvPr/>
          </p:nvSpPr>
          <p:spPr>
            <a:xfrm>
              <a:off x="2338902" y="1934945"/>
              <a:ext cx="2539" cy="109"/>
            </a:xfrm>
            <a:custGeom>
              <a:rect b="b" l="l" r="r" t="t"/>
              <a:pathLst>
                <a:path extrusionOk="0" h="8" w="187">
                  <a:moveTo>
                    <a:pt x="1" y="8"/>
                  </a:moveTo>
                  <a:cubicBezTo>
                    <a:pt x="67" y="4"/>
                    <a:pt x="134" y="1"/>
                    <a:pt x="186" y="1"/>
                  </a:cubicBezTo>
                  <a:cubicBezTo>
                    <a:pt x="134" y="1"/>
                    <a:pt x="67" y="4"/>
                    <a:pt x="1"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9" name="Google Shape;4569;p95"/>
            <p:cNvSpPr/>
            <p:nvPr/>
          </p:nvSpPr>
          <p:spPr>
            <a:xfrm>
              <a:off x="2319418" y="1935991"/>
              <a:ext cx="204" cy="14"/>
            </a:xfrm>
            <a:custGeom>
              <a:rect b="b" l="l" r="r" t="t"/>
              <a:pathLst>
                <a:path extrusionOk="0" h="1" w="15">
                  <a:moveTo>
                    <a:pt x="1" y="1"/>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0" name="Google Shape;4570;p95"/>
            <p:cNvSpPr/>
            <p:nvPr/>
          </p:nvSpPr>
          <p:spPr>
            <a:xfrm>
              <a:off x="2306153" y="1772952"/>
              <a:ext cx="8296" cy="11568"/>
            </a:xfrm>
            <a:custGeom>
              <a:rect b="b" l="l" r="r" t="t"/>
              <a:pathLst>
                <a:path extrusionOk="0" h="852" w="611">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1" name="Google Shape;4571;p95"/>
            <p:cNvSpPr/>
            <p:nvPr/>
          </p:nvSpPr>
          <p:spPr>
            <a:xfrm>
              <a:off x="2309669" y="1752192"/>
              <a:ext cx="47929" cy="38750"/>
            </a:xfrm>
            <a:custGeom>
              <a:rect b="b" l="l" r="r" t="t"/>
              <a:pathLst>
                <a:path extrusionOk="0" h="2854" w="353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2" name="Google Shape;4572;p95"/>
            <p:cNvSpPr/>
            <p:nvPr/>
          </p:nvSpPr>
          <p:spPr>
            <a:xfrm>
              <a:off x="2314625" y="1772192"/>
              <a:ext cx="109" cy="109"/>
            </a:xfrm>
            <a:custGeom>
              <a:rect b="b" l="l" r="r" t="t"/>
              <a:pathLst>
                <a:path extrusionOk="0" h="8" w="8">
                  <a:moveTo>
                    <a:pt x="7"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3" name="Google Shape;4573;p95"/>
            <p:cNvSpPr/>
            <p:nvPr/>
          </p:nvSpPr>
          <p:spPr>
            <a:xfrm>
              <a:off x="2313770" y="1779334"/>
              <a:ext cx="190" cy="204"/>
            </a:xfrm>
            <a:custGeom>
              <a:rect b="b" l="l" r="r" t="t"/>
              <a:pathLst>
                <a:path extrusionOk="0" h="15" w="14">
                  <a:moveTo>
                    <a:pt x="0" y="14"/>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4" name="Google Shape;4574;p95"/>
            <p:cNvSpPr/>
            <p:nvPr/>
          </p:nvSpPr>
          <p:spPr>
            <a:xfrm>
              <a:off x="2315671" y="1773427"/>
              <a:ext cx="14" cy="109"/>
            </a:xfrm>
            <a:custGeom>
              <a:rect b="b" l="l" r="r" t="t"/>
              <a:pathLst>
                <a:path extrusionOk="0" h="8" w="1">
                  <a:moveTo>
                    <a:pt x="0"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5" name="Google Shape;4575;p95"/>
            <p:cNvSpPr/>
            <p:nvPr/>
          </p:nvSpPr>
          <p:spPr>
            <a:xfrm>
              <a:off x="2315521" y="1773237"/>
              <a:ext cx="68" cy="68"/>
            </a:xfrm>
            <a:custGeom>
              <a:rect b="b" l="l" r="r" t="t"/>
              <a:pathLst>
                <a:path extrusionOk="0" h="5" w="5">
                  <a:moveTo>
                    <a:pt x="4"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6" name="Google Shape;4576;p95"/>
            <p:cNvSpPr/>
            <p:nvPr/>
          </p:nvSpPr>
          <p:spPr>
            <a:xfrm>
              <a:off x="2313485" y="1771527"/>
              <a:ext cx="244" cy="163"/>
            </a:xfrm>
            <a:custGeom>
              <a:rect b="b" l="l" r="r" t="t"/>
              <a:pathLst>
                <a:path extrusionOk="0" h="12" w="18">
                  <a:moveTo>
                    <a:pt x="18"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7" name="Google Shape;4577;p95"/>
            <p:cNvSpPr/>
            <p:nvPr/>
          </p:nvSpPr>
          <p:spPr>
            <a:xfrm>
              <a:off x="2314055" y="1779048"/>
              <a:ext cx="149" cy="149"/>
            </a:xfrm>
            <a:custGeom>
              <a:rect b="b" l="l" r="r" t="t"/>
              <a:pathLst>
                <a:path extrusionOk="0" h="11" w="11">
                  <a:moveTo>
                    <a:pt x="0" y="11"/>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8" name="Google Shape;4578;p95"/>
            <p:cNvSpPr/>
            <p:nvPr/>
          </p:nvSpPr>
          <p:spPr>
            <a:xfrm>
              <a:off x="2314530" y="1778519"/>
              <a:ext cx="204" cy="149"/>
            </a:xfrm>
            <a:custGeom>
              <a:rect b="b" l="l" r="r" t="t"/>
              <a:pathLst>
                <a:path extrusionOk="0" h="11" w="15">
                  <a:moveTo>
                    <a:pt x="0" y="1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9" name="Google Shape;4579;p95"/>
            <p:cNvSpPr/>
            <p:nvPr/>
          </p:nvSpPr>
          <p:spPr>
            <a:xfrm>
              <a:off x="2313811" y="1771676"/>
              <a:ext cx="244" cy="149"/>
            </a:xfrm>
            <a:custGeom>
              <a:rect b="b" l="l" r="r" t="t"/>
              <a:pathLst>
                <a:path extrusionOk="0" h="11" w="18">
                  <a:moveTo>
                    <a:pt x="18"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0" name="Google Shape;4580;p95"/>
            <p:cNvSpPr/>
            <p:nvPr/>
          </p:nvSpPr>
          <p:spPr>
            <a:xfrm>
              <a:off x="2314096" y="1771866"/>
              <a:ext cx="448" cy="299"/>
            </a:xfrm>
            <a:custGeom>
              <a:rect b="b" l="l" r="r" t="t"/>
              <a:pathLst>
                <a:path extrusionOk="0" h="22" w="33">
                  <a:moveTo>
                    <a:pt x="32" y="21"/>
                  </a:moveTo>
                  <a:cubicBezTo>
                    <a:pt x="22" y="11"/>
                    <a:pt x="11" y="4"/>
                    <a:pt x="1" y="0"/>
                  </a:cubicBezTo>
                  <a:cubicBezTo>
                    <a:pt x="11" y="4"/>
                    <a:pt x="22" y="11"/>
                    <a:pt x="32"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1" name="Google Shape;4581;p95"/>
            <p:cNvSpPr/>
            <p:nvPr/>
          </p:nvSpPr>
          <p:spPr>
            <a:xfrm>
              <a:off x="2315386" y="1773006"/>
              <a:ext cx="54" cy="109"/>
            </a:xfrm>
            <a:custGeom>
              <a:rect b="b" l="l" r="r" t="t"/>
              <a:pathLst>
                <a:path extrusionOk="0" h="8" w="4">
                  <a:moveTo>
                    <a:pt x="4"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2" name="Google Shape;4582;p95"/>
            <p:cNvSpPr/>
            <p:nvPr/>
          </p:nvSpPr>
          <p:spPr>
            <a:xfrm>
              <a:off x="2315236" y="1772816"/>
              <a:ext cx="109" cy="109"/>
            </a:xfrm>
            <a:custGeom>
              <a:rect b="b" l="l" r="r" t="t"/>
              <a:pathLst>
                <a:path extrusionOk="0" h="8" w="8">
                  <a:moveTo>
                    <a:pt x="8"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3" name="Google Shape;4583;p95"/>
            <p:cNvSpPr/>
            <p:nvPr/>
          </p:nvSpPr>
          <p:spPr>
            <a:xfrm>
              <a:off x="2315046" y="1772572"/>
              <a:ext cx="109" cy="109"/>
            </a:xfrm>
            <a:custGeom>
              <a:rect b="b" l="l" r="r" t="t"/>
              <a:pathLst>
                <a:path extrusionOk="0" h="8" w="8">
                  <a:moveTo>
                    <a:pt x="8"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4" name="Google Shape;4584;p95"/>
            <p:cNvSpPr/>
            <p:nvPr/>
          </p:nvSpPr>
          <p:spPr>
            <a:xfrm>
              <a:off x="2314286" y="1778709"/>
              <a:ext cx="204" cy="204"/>
            </a:xfrm>
            <a:custGeom>
              <a:rect b="b" l="l" r="r" t="t"/>
              <a:pathLst>
                <a:path extrusionOk="0" h="15" w="15">
                  <a:moveTo>
                    <a:pt x="1" y="15"/>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5" name="Google Shape;4585;p95"/>
            <p:cNvSpPr/>
            <p:nvPr/>
          </p:nvSpPr>
          <p:spPr>
            <a:xfrm>
              <a:off x="2310769" y="1783081"/>
              <a:ext cx="339" cy="543"/>
            </a:xfrm>
            <a:custGeom>
              <a:rect b="b" l="l" r="r" t="t"/>
              <a:pathLst>
                <a:path extrusionOk="0" h="40" w="25">
                  <a:moveTo>
                    <a:pt x="0" y="39"/>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6" name="Google Shape;4586;p95"/>
            <p:cNvSpPr/>
            <p:nvPr/>
          </p:nvSpPr>
          <p:spPr>
            <a:xfrm>
              <a:off x="2310335" y="1783651"/>
              <a:ext cx="394" cy="638"/>
            </a:xfrm>
            <a:custGeom>
              <a:rect b="b" l="l" r="r" t="t"/>
              <a:pathLst>
                <a:path extrusionOk="0" h="47" w="29">
                  <a:moveTo>
                    <a:pt x="1" y="46"/>
                  </a:moveTo>
                  <a:lnTo>
                    <a:pt x="2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7" name="Google Shape;4587;p95"/>
            <p:cNvSpPr/>
            <p:nvPr/>
          </p:nvSpPr>
          <p:spPr>
            <a:xfrm>
              <a:off x="2309669" y="1784982"/>
              <a:ext cx="258" cy="394"/>
            </a:xfrm>
            <a:custGeom>
              <a:rect b="b" l="l" r="r" t="t"/>
              <a:pathLst>
                <a:path extrusionOk="0" h="29" w="19">
                  <a:moveTo>
                    <a:pt x="1" y="29"/>
                  </a:moveTo>
                  <a:lnTo>
                    <a:pt x="1" y="29"/>
                  </a:ln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8" name="Google Shape;4588;p95"/>
            <p:cNvSpPr/>
            <p:nvPr/>
          </p:nvSpPr>
          <p:spPr>
            <a:xfrm>
              <a:off x="2313430" y="1779659"/>
              <a:ext cx="204" cy="258"/>
            </a:xfrm>
            <a:custGeom>
              <a:rect b="b" l="l" r="r" t="t"/>
              <a:pathLst>
                <a:path extrusionOk="0" h="19" w="15">
                  <a:moveTo>
                    <a:pt x="1" y="18"/>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9" name="Google Shape;4589;p95"/>
            <p:cNvSpPr/>
            <p:nvPr/>
          </p:nvSpPr>
          <p:spPr>
            <a:xfrm>
              <a:off x="2311190" y="1782511"/>
              <a:ext cx="299" cy="394"/>
            </a:xfrm>
            <a:custGeom>
              <a:rect b="b" l="l" r="r" t="t"/>
              <a:pathLst>
                <a:path extrusionOk="0" h="29" w="22">
                  <a:moveTo>
                    <a:pt x="1" y="29"/>
                  </a:moveTo>
                  <a:lnTo>
                    <a:pt x="2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0" name="Google Shape;4590;p95"/>
            <p:cNvSpPr/>
            <p:nvPr/>
          </p:nvSpPr>
          <p:spPr>
            <a:xfrm>
              <a:off x="2314856" y="1772382"/>
              <a:ext cx="109" cy="109"/>
            </a:xfrm>
            <a:custGeom>
              <a:rect b="b" l="l" r="r" t="t"/>
              <a:pathLst>
                <a:path extrusionOk="0" h="8" w="8">
                  <a:moveTo>
                    <a:pt x="1" y="1"/>
                  </a:moveTo>
                  <a:lnTo>
                    <a:pt x="8"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1" name="Google Shape;4591;p95"/>
            <p:cNvSpPr/>
            <p:nvPr/>
          </p:nvSpPr>
          <p:spPr>
            <a:xfrm>
              <a:off x="2313091" y="1780094"/>
              <a:ext cx="258" cy="244"/>
            </a:xfrm>
            <a:custGeom>
              <a:rect b="b" l="l" r="r" t="t"/>
              <a:pathLst>
                <a:path extrusionOk="0" h="18" w="19">
                  <a:moveTo>
                    <a:pt x="1" y="18"/>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2" name="Google Shape;4592;p95"/>
            <p:cNvSpPr/>
            <p:nvPr/>
          </p:nvSpPr>
          <p:spPr>
            <a:xfrm>
              <a:off x="2312765" y="1780515"/>
              <a:ext cx="244" cy="299"/>
            </a:xfrm>
            <a:custGeom>
              <a:rect b="b" l="l" r="r" t="t"/>
              <a:pathLst>
                <a:path extrusionOk="0" h="22" w="18">
                  <a:moveTo>
                    <a:pt x="0" y="22"/>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3" name="Google Shape;4593;p95"/>
            <p:cNvSpPr/>
            <p:nvPr/>
          </p:nvSpPr>
          <p:spPr>
            <a:xfrm>
              <a:off x="2312385" y="1780990"/>
              <a:ext cx="244" cy="299"/>
            </a:xfrm>
            <a:custGeom>
              <a:rect b="b" l="l" r="r" t="t"/>
              <a:pathLst>
                <a:path extrusionOk="0" h="22" w="18">
                  <a:moveTo>
                    <a:pt x="0" y="22"/>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4" name="Google Shape;4594;p95"/>
            <p:cNvSpPr/>
            <p:nvPr/>
          </p:nvSpPr>
          <p:spPr>
            <a:xfrm>
              <a:off x="2312005" y="1781465"/>
              <a:ext cx="244" cy="353"/>
            </a:xfrm>
            <a:custGeom>
              <a:rect b="b" l="l" r="r" t="t"/>
              <a:pathLst>
                <a:path extrusionOk="0" h="26" w="18">
                  <a:moveTo>
                    <a:pt x="0" y="25"/>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5" name="Google Shape;4595;p95"/>
            <p:cNvSpPr/>
            <p:nvPr/>
          </p:nvSpPr>
          <p:spPr>
            <a:xfrm>
              <a:off x="2311625" y="1781995"/>
              <a:ext cx="244" cy="339"/>
            </a:xfrm>
            <a:custGeom>
              <a:rect b="b" l="l" r="r" t="t"/>
              <a:pathLst>
                <a:path extrusionOk="0" h="25" w="18">
                  <a:moveTo>
                    <a:pt x="0" y="25"/>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6" name="Google Shape;4596;p95"/>
            <p:cNvSpPr/>
            <p:nvPr/>
          </p:nvSpPr>
          <p:spPr>
            <a:xfrm>
              <a:off x="2309955" y="1784276"/>
              <a:ext cx="394" cy="584"/>
            </a:xfrm>
            <a:custGeom>
              <a:rect b="b" l="l" r="r" t="t"/>
              <a:pathLst>
                <a:path extrusionOk="0" h="43" w="29">
                  <a:moveTo>
                    <a:pt x="1" y="42"/>
                  </a:moveTo>
                  <a:lnTo>
                    <a:pt x="2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7" name="Google Shape;4597;p95"/>
            <p:cNvSpPr/>
            <p:nvPr/>
          </p:nvSpPr>
          <p:spPr>
            <a:xfrm>
              <a:off x="2312141" y="1771241"/>
              <a:ext cx="394" cy="68"/>
            </a:xfrm>
            <a:custGeom>
              <a:rect b="b" l="l" r="r" t="t"/>
              <a:pathLst>
                <a:path extrusionOk="0" h="5" w="29">
                  <a:moveTo>
                    <a:pt x="29"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8" name="Google Shape;4598;p95"/>
            <p:cNvSpPr/>
            <p:nvPr/>
          </p:nvSpPr>
          <p:spPr>
            <a:xfrm>
              <a:off x="2312616" y="1771296"/>
              <a:ext cx="353" cy="109"/>
            </a:xfrm>
            <a:custGeom>
              <a:rect b="b" l="l" r="r" t="t"/>
              <a:pathLst>
                <a:path extrusionOk="0" h="8" w="26">
                  <a:moveTo>
                    <a:pt x="25"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9" name="Google Shape;4599;p95"/>
            <p:cNvSpPr/>
            <p:nvPr/>
          </p:nvSpPr>
          <p:spPr>
            <a:xfrm>
              <a:off x="2311665" y="1771146"/>
              <a:ext cx="394" cy="68"/>
            </a:xfrm>
            <a:custGeom>
              <a:rect b="b" l="l" r="r" t="t"/>
              <a:pathLst>
                <a:path extrusionOk="0" h="5" w="29">
                  <a:moveTo>
                    <a:pt x="29"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0" name="Google Shape;4600;p95"/>
            <p:cNvSpPr/>
            <p:nvPr/>
          </p:nvSpPr>
          <p:spPr>
            <a:xfrm>
              <a:off x="2313050" y="1771431"/>
              <a:ext cx="299" cy="109"/>
            </a:xfrm>
            <a:custGeom>
              <a:rect b="b" l="l" r="r" t="t"/>
              <a:pathLst>
                <a:path extrusionOk="0" h="8" w="22">
                  <a:moveTo>
                    <a:pt x="21"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1" name="Google Shape;4601;p95"/>
            <p:cNvSpPr/>
            <p:nvPr/>
          </p:nvSpPr>
          <p:spPr>
            <a:xfrm>
              <a:off x="2978891" y="1743340"/>
              <a:ext cx="24684" cy="32355"/>
            </a:xfrm>
            <a:custGeom>
              <a:rect b="b" l="l" r="r" t="t"/>
              <a:pathLst>
                <a:path extrusionOk="0" h="2383" w="1818">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2" name="Google Shape;4602;p95"/>
            <p:cNvSpPr/>
            <p:nvPr/>
          </p:nvSpPr>
          <p:spPr>
            <a:xfrm>
              <a:off x="2700253" y="1844234"/>
              <a:ext cx="29287" cy="39198"/>
            </a:xfrm>
            <a:custGeom>
              <a:rect b="b" l="l" r="r" t="t"/>
              <a:pathLst>
                <a:path extrusionOk="0" h="2887" w="2157">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3" name="Google Shape;4603;p95"/>
            <p:cNvSpPr/>
            <p:nvPr/>
          </p:nvSpPr>
          <p:spPr>
            <a:xfrm>
              <a:off x="2556128" y="1768064"/>
              <a:ext cx="203975" cy="215624"/>
            </a:xfrm>
            <a:custGeom>
              <a:rect b="b" l="l" r="r" t="t"/>
              <a:pathLst>
                <a:path extrusionOk="0" h="15881" w="15023">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4" name="Google Shape;4604;p95"/>
            <p:cNvSpPr/>
            <p:nvPr/>
          </p:nvSpPr>
          <p:spPr>
            <a:xfrm>
              <a:off x="2702915" y="1869217"/>
              <a:ext cx="109" cy="394"/>
            </a:xfrm>
            <a:custGeom>
              <a:rect b="b" l="l" r="r" t="t"/>
              <a:pathLst>
                <a:path extrusionOk="0" h="29" w="8">
                  <a:moveTo>
                    <a:pt x="0" y="0"/>
                  </a:moveTo>
                  <a:lnTo>
                    <a:pt x="7"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5" name="Google Shape;4605;p95"/>
            <p:cNvSpPr/>
            <p:nvPr/>
          </p:nvSpPr>
          <p:spPr>
            <a:xfrm>
              <a:off x="2730382" y="1871783"/>
              <a:ext cx="204" cy="1290"/>
            </a:xfrm>
            <a:custGeom>
              <a:rect b="b" l="l" r="r" t="t"/>
              <a:pathLst>
                <a:path extrusionOk="0" h="95" w="15">
                  <a:moveTo>
                    <a:pt x="15" y="95"/>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6" name="Google Shape;4606;p95"/>
            <p:cNvSpPr/>
            <p:nvPr/>
          </p:nvSpPr>
          <p:spPr>
            <a:xfrm>
              <a:off x="2703105" y="1870018"/>
              <a:ext cx="109" cy="448"/>
            </a:xfrm>
            <a:custGeom>
              <a:rect b="b" l="l" r="r" t="t"/>
              <a:pathLst>
                <a:path extrusionOk="0" h="33" w="8">
                  <a:moveTo>
                    <a:pt x="0" y="1"/>
                  </a:moveTo>
                  <a:lnTo>
                    <a:pt x="7"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7" name="Google Shape;4607;p95"/>
            <p:cNvSpPr/>
            <p:nvPr/>
          </p:nvSpPr>
          <p:spPr>
            <a:xfrm>
              <a:off x="2702480" y="1867737"/>
              <a:ext cx="109" cy="394"/>
            </a:xfrm>
            <a:custGeom>
              <a:rect b="b" l="l" r="r" t="t"/>
              <a:pathLst>
                <a:path extrusionOk="0" h="29" w="8">
                  <a:moveTo>
                    <a:pt x="1" y="1"/>
                  </a:moveTo>
                  <a:lnTo>
                    <a:pt x="8"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8" name="Google Shape;4608;p95"/>
            <p:cNvSpPr/>
            <p:nvPr/>
          </p:nvSpPr>
          <p:spPr>
            <a:xfrm>
              <a:off x="2701774" y="1865795"/>
              <a:ext cx="204" cy="489"/>
            </a:xfrm>
            <a:custGeom>
              <a:rect b="b" l="l" r="r" t="t"/>
              <a:pathLst>
                <a:path extrusionOk="0" h="36" w="15">
                  <a:moveTo>
                    <a:pt x="0" y="0"/>
                  </a:moveTo>
                  <a:cubicBezTo>
                    <a:pt x="4" y="11"/>
                    <a:pt x="11" y="21"/>
                    <a:pt x="14" y="35"/>
                  </a:cubicBezTo>
                  <a:cubicBezTo>
                    <a:pt x="11" y="21"/>
                    <a:pt x="7"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9" name="Google Shape;4609;p95"/>
            <p:cNvSpPr/>
            <p:nvPr/>
          </p:nvSpPr>
          <p:spPr>
            <a:xfrm>
              <a:off x="2730667" y="1873439"/>
              <a:ext cx="163" cy="964"/>
            </a:xfrm>
            <a:custGeom>
              <a:rect b="b" l="l" r="r" t="t"/>
              <a:pathLst>
                <a:path extrusionOk="0" h="71" w="12">
                  <a:moveTo>
                    <a:pt x="11" y="7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0" name="Google Shape;4610;p95"/>
            <p:cNvSpPr/>
            <p:nvPr/>
          </p:nvSpPr>
          <p:spPr>
            <a:xfrm>
              <a:off x="2730911" y="1874919"/>
              <a:ext cx="149" cy="1005"/>
            </a:xfrm>
            <a:custGeom>
              <a:rect b="b" l="l" r="r" t="t"/>
              <a:pathLst>
                <a:path extrusionOk="0" h="74" w="11">
                  <a:moveTo>
                    <a:pt x="11" y="7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1" name="Google Shape;4611;p95"/>
            <p:cNvSpPr/>
            <p:nvPr/>
          </p:nvSpPr>
          <p:spPr>
            <a:xfrm>
              <a:off x="2702290" y="1867071"/>
              <a:ext cx="109" cy="353"/>
            </a:xfrm>
            <a:custGeom>
              <a:rect b="b" l="l" r="r" t="t"/>
              <a:pathLst>
                <a:path extrusionOk="0" h="26" w="8">
                  <a:moveTo>
                    <a:pt x="1" y="1"/>
                  </a:moveTo>
                  <a:lnTo>
                    <a:pt x="8"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2" name="Google Shape;4612;p95"/>
            <p:cNvSpPr/>
            <p:nvPr/>
          </p:nvSpPr>
          <p:spPr>
            <a:xfrm>
              <a:off x="2703675" y="1872638"/>
              <a:ext cx="54" cy="434"/>
            </a:xfrm>
            <a:custGeom>
              <a:rect b="b" l="l" r="r" t="t"/>
              <a:pathLst>
                <a:path extrusionOk="0" h="32" w="4">
                  <a:moveTo>
                    <a:pt x="0" y="0"/>
                  </a:moveTo>
                  <a:lnTo>
                    <a:pt x="4"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3" name="Google Shape;4613;p95"/>
            <p:cNvSpPr/>
            <p:nvPr/>
          </p:nvSpPr>
          <p:spPr>
            <a:xfrm>
              <a:off x="2703485" y="1871728"/>
              <a:ext cx="109" cy="448"/>
            </a:xfrm>
            <a:custGeom>
              <a:rect b="b" l="l" r="r" t="t"/>
              <a:pathLst>
                <a:path extrusionOk="0" h="33" w="8">
                  <a:moveTo>
                    <a:pt x="0" y="1"/>
                  </a:moveTo>
                  <a:lnTo>
                    <a:pt x="7"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4" name="Google Shape;4614;p95"/>
            <p:cNvSpPr/>
            <p:nvPr/>
          </p:nvSpPr>
          <p:spPr>
            <a:xfrm>
              <a:off x="2702670" y="1868497"/>
              <a:ext cx="163" cy="353"/>
            </a:xfrm>
            <a:custGeom>
              <a:rect b="b" l="l" r="r" t="t"/>
              <a:pathLst>
                <a:path extrusionOk="0" h="26" w="12">
                  <a:moveTo>
                    <a:pt x="1" y="1"/>
                  </a:moveTo>
                  <a:lnTo>
                    <a:pt x="11"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5" name="Google Shape;4615;p95"/>
            <p:cNvSpPr/>
            <p:nvPr/>
          </p:nvSpPr>
          <p:spPr>
            <a:xfrm>
              <a:off x="2731142" y="1876345"/>
              <a:ext cx="14" cy="109"/>
            </a:xfrm>
            <a:custGeom>
              <a:rect b="b" l="l" r="r" t="t"/>
              <a:pathLst>
                <a:path extrusionOk="0" h="8" w="1">
                  <a:moveTo>
                    <a:pt x="1" y="7"/>
                  </a:moveTo>
                  <a:lnTo>
                    <a:pt x="1" y="7"/>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6" name="Google Shape;4616;p95"/>
            <p:cNvSpPr/>
            <p:nvPr/>
          </p:nvSpPr>
          <p:spPr>
            <a:xfrm>
              <a:off x="2699819" y="1855802"/>
              <a:ext cx="1969" cy="10007"/>
            </a:xfrm>
            <a:custGeom>
              <a:rect b="b" l="l" r="r" t="t"/>
              <a:pathLst>
                <a:path extrusionOk="0" h="737" w="145">
                  <a:moveTo>
                    <a:pt x="144" y="736"/>
                  </a:moveTo>
                  <a:cubicBezTo>
                    <a:pt x="57" y="501"/>
                    <a:pt x="8" y="253"/>
                    <a:pt x="1" y="1"/>
                  </a:cubicBezTo>
                  <a:cubicBezTo>
                    <a:pt x="8" y="253"/>
                    <a:pt x="57" y="501"/>
                    <a:pt x="144" y="73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7" name="Google Shape;4617;p95"/>
            <p:cNvSpPr/>
            <p:nvPr/>
          </p:nvSpPr>
          <p:spPr>
            <a:xfrm>
              <a:off x="2704191" y="1876345"/>
              <a:ext cx="68" cy="530"/>
            </a:xfrm>
            <a:custGeom>
              <a:rect b="b" l="l" r="r" t="t"/>
              <a:pathLst>
                <a:path extrusionOk="0" h="39" w="5">
                  <a:moveTo>
                    <a:pt x="1" y="0"/>
                  </a:moveTo>
                  <a:cubicBezTo>
                    <a:pt x="1" y="11"/>
                    <a:pt x="1" y="25"/>
                    <a:pt x="4" y="39"/>
                  </a:cubicBezTo>
                  <a:cubicBezTo>
                    <a:pt x="4" y="25"/>
                    <a:pt x="1" y="1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8" name="Google Shape;4618;p95"/>
            <p:cNvSpPr/>
            <p:nvPr/>
          </p:nvSpPr>
          <p:spPr>
            <a:xfrm>
              <a:off x="2698543" y="1845022"/>
              <a:ext cx="299" cy="1195"/>
            </a:xfrm>
            <a:custGeom>
              <a:rect b="b" l="l" r="r" t="t"/>
              <a:pathLst>
                <a:path extrusionOk="0" h="88" w="22">
                  <a:moveTo>
                    <a:pt x="0" y="88"/>
                  </a:moveTo>
                  <a:cubicBezTo>
                    <a:pt x="0" y="56"/>
                    <a:pt x="7" y="28"/>
                    <a:pt x="21" y="0"/>
                  </a:cubicBezTo>
                  <a:cubicBezTo>
                    <a:pt x="7" y="28"/>
                    <a:pt x="0" y="56"/>
                    <a:pt x="0" y="8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9" name="Google Shape;4619;p95"/>
            <p:cNvSpPr/>
            <p:nvPr/>
          </p:nvSpPr>
          <p:spPr>
            <a:xfrm>
              <a:off x="2703295" y="1870873"/>
              <a:ext cx="109" cy="448"/>
            </a:xfrm>
            <a:custGeom>
              <a:rect b="b" l="l" r="r" t="t"/>
              <a:pathLst>
                <a:path extrusionOk="0" h="33" w="8">
                  <a:moveTo>
                    <a:pt x="0" y="1"/>
                  </a:moveTo>
                  <a:lnTo>
                    <a:pt x="7"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0" name="Google Shape;4620;p95"/>
            <p:cNvSpPr/>
            <p:nvPr/>
          </p:nvSpPr>
          <p:spPr>
            <a:xfrm>
              <a:off x="2703960" y="1874485"/>
              <a:ext cx="54" cy="489"/>
            </a:xfrm>
            <a:custGeom>
              <a:rect b="b" l="l" r="r" t="t"/>
              <a:pathLst>
                <a:path extrusionOk="0" h="36" w="4">
                  <a:moveTo>
                    <a:pt x="0" y="1"/>
                  </a:moveTo>
                  <a:cubicBezTo>
                    <a:pt x="0" y="11"/>
                    <a:pt x="4" y="22"/>
                    <a:pt x="4" y="36"/>
                  </a:cubicBezTo>
                  <a:cubicBezTo>
                    <a:pt x="4" y="22"/>
                    <a:pt x="0" y="1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1" name="Google Shape;4621;p95"/>
            <p:cNvSpPr/>
            <p:nvPr/>
          </p:nvSpPr>
          <p:spPr>
            <a:xfrm>
              <a:off x="2704245" y="1877241"/>
              <a:ext cx="54" cy="543"/>
            </a:xfrm>
            <a:custGeom>
              <a:rect b="b" l="l" r="r" t="t"/>
              <a:pathLst>
                <a:path extrusionOk="0" h="40" w="4">
                  <a:moveTo>
                    <a:pt x="0" y="1"/>
                  </a:moveTo>
                  <a:cubicBezTo>
                    <a:pt x="0" y="15"/>
                    <a:pt x="0" y="29"/>
                    <a:pt x="4" y="39"/>
                  </a:cubicBezTo>
                  <a:cubicBezTo>
                    <a:pt x="4" y="29"/>
                    <a:pt x="4" y="1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2" name="Google Shape;4622;p95"/>
            <p:cNvSpPr/>
            <p:nvPr/>
          </p:nvSpPr>
          <p:spPr>
            <a:xfrm>
              <a:off x="2704055" y="1875394"/>
              <a:ext cx="109" cy="489"/>
            </a:xfrm>
            <a:custGeom>
              <a:rect b="b" l="l" r="r" t="t"/>
              <a:pathLst>
                <a:path extrusionOk="0" h="36" w="8">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3" name="Google Shape;4623;p95"/>
            <p:cNvSpPr/>
            <p:nvPr/>
          </p:nvSpPr>
          <p:spPr>
            <a:xfrm>
              <a:off x="2704286" y="1878151"/>
              <a:ext cx="14" cy="109"/>
            </a:xfrm>
            <a:custGeom>
              <a:rect b="b" l="l" r="r" t="t"/>
              <a:pathLst>
                <a:path extrusionOk="0" h="8" w="1">
                  <a:moveTo>
                    <a:pt x="1"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4" name="Google Shape;4624;p95"/>
            <p:cNvSpPr/>
            <p:nvPr/>
          </p:nvSpPr>
          <p:spPr>
            <a:xfrm>
              <a:off x="2703811" y="1873534"/>
              <a:ext cx="68" cy="489"/>
            </a:xfrm>
            <a:custGeom>
              <a:rect b="b" l="l" r="r" t="t"/>
              <a:pathLst>
                <a:path extrusionOk="0" h="36" w="5">
                  <a:moveTo>
                    <a:pt x="1" y="1"/>
                  </a:moveTo>
                  <a:cubicBezTo>
                    <a:pt x="1" y="11"/>
                    <a:pt x="4" y="25"/>
                    <a:pt x="4" y="36"/>
                  </a:cubicBezTo>
                  <a:cubicBezTo>
                    <a:pt x="4" y="25"/>
                    <a:pt x="1"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5" name="Google Shape;4625;p95"/>
            <p:cNvSpPr/>
            <p:nvPr/>
          </p:nvSpPr>
          <p:spPr>
            <a:xfrm>
              <a:off x="2702059" y="1866460"/>
              <a:ext cx="149" cy="339"/>
            </a:xfrm>
            <a:custGeom>
              <a:rect b="b" l="l" r="r" t="t"/>
              <a:pathLst>
                <a:path extrusionOk="0" h="25" w="11">
                  <a:moveTo>
                    <a:pt x="0" y="0"/>
                  </a:moveTo>
                  <a:lnTo>
                    <a:pt x="11"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6" name="Google Shape;4626;p95"/>
            <p:cNvSpPr/>
            <p:nvPr/>
          </p:nvSpPr>
          <p:spPr>
            <a:xfrm>
              <a:off x="2698923" y="1616037"/>
              <a:ext cx="231211" cy="97731"/>
            </a:xfrm>
            <a:custGeom>
              <a:rect b="b" l="l" r="r" t="t"/>
              <a:pathLst>
                <a:path extrusionOk="0" h="7198" w="17029">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7" name="Google Shape;4627;p95"/>
            <p:cNvSpPr/>
            <p:nvPr/>
          </p:nvSpPr>
          <p:spPr>
            <a:xfrm>
              <a:off x="2305162" y="1791540"/>
              <a:ext cx="1914" cy="7047"/>
            </a:xfrm>
            <a:custGeom>
              <a:rect b="b" l="l" r="r" t="t"/>
              <a:pathLst>
                <a:path extrusionOk="0" h="519" w="141">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8" name="Google Shape;4628;p95"/>
            <p:cNvSpPr/>
            <p:nvPr/>
          </p:nvSpPr>
          <p:spPr>
            <a:xfrm>
              <a:off x="2298930" y="1785457"/>
              <a:ext cx="8853" cy="26449"/>
            </a:xfrm>
            <a:custGeom>
              <a:rect b="b" l="l" r="r" t="t"/>
              <a:pathLst>
                <a:path extrusionOk="0" h="1948" w="652">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9" name="Google Shape;4629;p95"/>
            <p:cNvSpPr/>
            <p:nvPr/>
          </p:nvSpPr>
          <p:spPr>
            <a:xfrm>
              <a:off x="2298889" y="1800908"/>
              <a:ext cx="4426" cy="10848"/>
            </a:xfrm>
            <a:custGeom>
              <a:rect b="b" l="l" r="r" t="t"/>
              <a:pathLst>
                <a:path extrusionOk="0" h="799" w="326">
                  <a:moveTo>
                    <a:pt x="0" y="0"/>
                  </a:moveTo>
                  <a:lnTo>
                    <a:pt x="326" y="799"/>
                  </a:lnTo>
                  <a:lnTo>
                    <a:pt x="326" y="79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0" name="Google Shape;4630;p95"/>
            <p:cNvSpPr/>
            <p:nvPr/>
          </p:nvSpPr>
          <p:spPr>
            <a:xfrm>
              <a:off x="2303397" y="1796441"/>
              <a:ext cx="163" cy="434"/>
            </a:xfrm>
            <a:custGeom>
              <a:rect b="b" l="l" r="r" t="t"/>
              <a:pathLst>
                <a:path extrusionOk="0" h="32" w="12">
                  <a:moveTo>
                    <a:pt x="11" y="32"/>
                  </a:moveTo>
                  <a:cubicBezTo>
                    <a:pt x="8" y="21"/>
                    <a:pt x="4" y="11"/>
                    <a:pt x="1" y="0"/>
                  </a:cubicBezTo>
                  <a:cubicBezTo>
                    <a:pt x="4" y="11"/>
                    <a:pt x="8" y="21"/>
                    <a:pt x="11"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1" name="Google Shape;4631;p95"/>
            <p:cNvSpPr/>
            <p:nvPr/>
          </p:nvSpPr>
          <p:spPr>
            <a:xfrm>
              <a:off x="2307063" y="1789734"/>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2" name="Google Shape;4632;p95"/>
            <p:cNvSpPr/>
            <p:nvPr/>
          </p:nvSpPr>
          <p:spPr>
            <a:xfrm>
              <a:off x="2305542" y="1789924"/>
              <a:ext cx="54" cy="14"/>
            </a:xfrm>
            <a:custGeom>
              <a:rect b="b" l="l" r="r" t="t"/>
              <a:pathLst>
                <a:path extrusionOk="0" h="1" w="4">
                  <a:moveTo>
                    <a:pt x="0" y="1"/>
                  </a:moveTo>
                  <a:lnTo>
                    <a:pt x="0" y="1"/>
                  </a:ln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3" name="Google Shape;4633;p95"/>
            <p:cNvSpPr/>
            <p:nvPr/>
          </p:nvSpPr>
          <p:spPr>
            <a:xfrm>
              <a:off x="2305827" y="1789829"/>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4" name="Google Shape;4634;p95"/>
            <p:cNvSpPr/>
            <p:nvPr/>
          </p:nvSpPr>
          <p:spPr>
            <a:xfrm>
              <a:off x="2304021" y="1798193"/>
              <a:ext cx="339" cy="584"/>
            </a:xfrm>
            <a:custGeom>
              <a:rect b="b" l="l" r="r" t="t"/>
              <a:pathLst>
                <a:path extrusionOk="0" h="43" w="25">
                  <a:moveTo>
                    <a:pt x="25" y="43"/>
                  </a:moveTo>
                  <a:cubicBezTo>
                    <a:pt x="18" y="29"/>
                    <a:pt x="7" y="11"/>
                    <a:pt x="0" y="1"/>
                  </a:cubicBezTo>
                  <a:cubicBezTo>
                    <a:pt x="7" y="11"/>
                    <a:pt x="18" y="29"/>
                    <a:pt x="25" y="4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5" name="Google Shape;4635;p95"/>
            <p:cNvSpPr/>
            <p:nvPr/>
          </p:nvSpPr>
          <p:spPr>
            <a:xfrm>
              <a:off x="2303546" y="1796916"/>
              <a:ext cx="204" cy="530"/>
            </a:xfrm>
            <a:custGeom>
              <a:rect b="b" l="l" r="r" t="t"/>
              <a:pathLst>
                <a:path extrusionOk="0" h="39" w="15">
                  <a:moveTo>
                    <a:pt x="0" y="0"/>
                  </a:moveTo>
                  <a:cubicBezTo>
                    <a:pt x="4" y="14"/>
                    <a:pt x="7" y="25"/>
                    <a:pt x="14" y="39"/>
                  </a:cubicBezTo>
                  <a:cubicBezTo>
                    <a:pt x="11" y="25"/>
                    <a:pt x="4" y="1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6" name="Google Shape;4636;p95"/>
            <p:cNvSpPr/>
            <p:nvPr/>
          </p:nvSpPr>
          <p:spPr>
            <a:xfrm>
              <a:off x="2304877" y="1799618"/>
              <a:ext cx="530" cy="679"/>
            </a:xfrm>
            <a:custGeom>
              <a:rect b="b" l="l" r="r" t="t"/>
              <a:pathLst>
                <a:path extrusionOk="0" h="50" w="39">
                  <a:moveTo>
                    <a:pt x="0" y="1"/>
                  </a:moveTo>
                  <a:lnTo>
                    <a:pt x="0" y="1"/>
                  </a:lnTo>
                  <a:cubicBezTo>
                    <a:pt x="11" y="18"/>
                    <a:pt x="25" y="36"/>
                    <a:pt x="39" y="50"/>
                  </a:cubicBezTo>
                  <a:cubicBezTo>
                    <a:pt x="25" y="32"/>
                    <a:pt x="14" y="1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7" name="Google Shape;4637;p95"/>
            <p:cNvSpPr/>
            <p:nvPr/>
          </p:nvSpPr>
          <p:spPr>
            <a:xfrm>
              <a:off x="2305447" y="1800379"/>
              <a:ext cx="625" cy="733"/>
            </a:xfrm>
            <a:custGeom>
              <a:rect b="b" l="l" r="r" t="t"/>
              <a:pathLst>
                <a:path extrusionOk="0" h="54" w="46">
                  <a:moveTo>
                    <a:pt x="0" y="1"/>
                  </a:moveTo>
                  <a:cubicBezTo>
                    <a:pt x="14" y="18"/>
                    <a:pt x="28" y="39"/>
                    <a:pt x="46" y="53"/>
                  </a:cubicBezTo>
                  <a:cubicBezTo>
                    <a:pt x="28" y="36"/>
                    <a:pt x="14" y="1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8" name="Google Shape;4638;p95"/>
            <p:cNvSpPr/>
            <p:nvPr/>
          </p:nvSpPr>
          <p:spPr>
            <a:xfrm>
              <a:off x="2304401" y="1798858"/>
              <a:ext cx="434" cy="679"/>
            </a:xfrm>
            <a:custGeom>
              <a:rect b="b" l="l" r="r" t="t"/>
              <a:pathLst>
                <a:path extrusionOk="0" h="50" w="32">
                  <a:moveTo>
                    <a:pt x="32" y="50"/>
                  </a:moveTo>
                  <a:cubicBezTo>
                    <a:pt x="21" y="32"/>
                    <a:pt x="11" y="18"/>
                    <a:pt x="0" y="1"/>
                  </a:cubicBezTo>
                  <a:cubicBezTo>
                    <a:pt x="11" y="18"/>
                    <a:pt x="21" y="32"/>
                    <a:pt x="32" y="5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9" name="Google Shape;4639;p95"/>
            <p:cNvSpPr/>
            <p:nvPr/>
          </p:nvSpPr>
          <p:spPr>
            <a:xfrm>
              <a:off x="2305637" y="1789883"/>
              <a:ext cx="109" cy="14"/>
            </a:xfrm>
            <a:custGeom>
              <a:rect b="b" l="l" r="r" t="t"/>
              <a:pathLst>
                <a:path extrusionOk="0" h="1" w="8">
                  <a:moveTo>
                    <a:pt x="0" y="0"/>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0" name="Google Shape;4640;p95"/>
            <p:cNvSpPr/>
            <p:nvPr/>
          </p:nvSpPr>
          <p:spPr>
            <a:xfrm>
              <a:off x="2306017" y="1789788"/>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1" name="Google Shape;4641;p95"/>
            <p:cNvSpPr/>
            <p:nvPr/>
          </p:nvSpPr>
          <p:spPr>
            <a:xfrm>
              <a:off x="2303397" y="1796102"/>
              <a:ext cx="14" cy="353"/>
            </a:xfrm>
            <a:custGeom>
              <a:rect b="b" l="l" r="r" t="t"/>
              <a:pathLst>
                <a:path extrusionOk="0" h="26" w="1">
                  <a:moveTo>
                    <a:pt x="1" y="25"/>
                  </a:moveTo>
                  <a:cubicBezTo>
                    <a:pt x="1" y="18"/>
                    <a:pt x="1" y="8"/>
                    <a:pt x="1" y="1"/>
                  </a:cubicBezTo>
                  <a:cubicBezTo>
                    <a:pt x="1" y="8"/>
                    <a:pt x="1" y="18"/>
                    <a:pt x="1"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2" name="Google Shape;4642;p95"/>
            <p:cNvSpPr/>
            <p:nvPr/>
          </p:nvSpPr>
          <p:spPr>
            <a:xfrm>
              <a:off x="2303736" y="1797487"/>
              <a:ext cx="299" cy="584"/>
            </a:xfrm>
            <a:custGeom>
              <a:rect b="b" l="l" r="r" t="t"/>
              <a:pathLst>
                <a:path extrusionOk="0" h="43" w="22">
                  <a:moveTo>
                    <a:pt x="21" y="42"/>
                  </a:moveTo>
                  <a:cubicBezTo>
                    <a:pt x="14" y="28"/>
                    <a:pt x="7" y="14"/>
                    <a:pt x="0" y="0"/>
                  </a:cubicBezTo>
                  <a:cubicBezTo>
                    <a:pt x="7" y="14"/>
                    <a:pt x="14" y="28"/>
                    <a:pt x="21" y="4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3" name="Google Shape;4643;p95"/>
            <p:cNvSpPr/>
            <p:nvPr/>
          </p:nvSpPr>
          <p:spPr>
            <a:xfrm>
              <a:off x="2304917" y="1785036"/>
              <a:ext cx="29300" cy="32097"/>
            </a:xfrm>
            <a:custGeom>
              <a:rect b="b" l="l" r="r" t="t"/>
              <a:pathLst>
                <a:path extrusionOk="0" h="2364" w="2158">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4" name="Google Shape;4644;p95"/>
            <p:cNvSpPr/>
            <p:nvPr/>
          </p:nvSpPr>
          <p:spPr>
            <a:xfrm>
              <a:off x="2328977" y="1785036"/>
              <a:ext cx="3001" cy="1534"/>
            </a:xfrm>
            <a:custGeom>
              <a:rect b="b" l="l" r="r" t="t"/>
              <a:pathLst>
                <a:path extrusionOk="0" h="113" w="221">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5" name="Google Shape;4645;p95"/>
            <p:cNvSpPr/>
            <p:nvPr/>
          </p:nvSpPr>
          <p:spPr>
            <a:xfrm>
              <a:off x="2317422" y="1791784"/>
              <a:ext cx="584" cy="394"/>
            </a:xfrm>
            <a:custGeom>
              <a:rect b="b" l="l" r="r" t="t"/>
              <a:pathLst>
                <a:path extrusionOk="0" h="29" w="43">
                  <a:moveTo>
                    <a:pt x="1" y="28"/>
                  </a:moveTo>
                  <a:lnTo>
                    <a:pt x="43"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6" name="Google Shape;4646;p95"/>
            <p:cNvSpPr/>
            <p:nvPr/>
          </p:nvSpPr>
          <p:spPr>
            <a:xfrm>
              <a:off x="2308773" y="1792069"/>
              <a:ext cx="14" cy="54"/>
            </a:xfrm>
            <a:custGeom>
              <a:rect b="b" l="l" r="r" t="t"/>
              <a:pathLst>
                <a:path extrusionOk="0" h="4" w="1">
                  <a:moveTo>
                    <a:pt x="0"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7" name="Google Shape;4647;p95"/>
            <p:cNvSpPr/>
            <p:nvPr/>
          </p:nvSpPr>
          <p:spPr>
            <a:xfrm>
              <a:off x="2308013" y="1799293"/>
              <a:ext cx="54" cy="625"/>
            </a:xfrm>
            <a:custGeom>
              <a:rect b="b" l="l" r="r" t="t"/>
              <a:pathLst>
                <a:path extrusionOk="0" h="46" w="4">
                  <a:moveTo>
                    <a:pt x="4" y="0"/>
                  </a:moveTo>
                  <a:cubicBezTo>
                    <a:pt x="4" y="18"/>
                    <a:pt x="4" y="32"/>
                    <a:pt x="0" y="46"/>
                  </a:cubicBezTo>
                  <a:cubicBezTo>
                    <a:pt x="4" y="32"/>
                    <a:pt x="4" y="18"/>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8" name="Google Shape;4648;p95"/>
            <p:cNvSpPr/>
            <p:nvPr/>
          </p:nvSpPr>
          <p:spPr>
            <a:xfrm>
              <a:off x="2309058" y="1789829"/>
              <a:ext cx="54" cy="394"/>
            </a:xfrm>
            <a:custGeom>
              <a:rect b="b" l="l" r="r" t="t"/>
              <a:pathLst>
                <a:path extrusionOk="0" h="29" w="4">
                  <a:moveTo>
                    <a:pt x="4" y="1"/>
                  </a:moveTo>
                  <a:lnTo>
                    <a:pt x="4" y="1"/>
                  </a:lnTo>
                  <a:lnTo>
                    <a:pt x="0"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9" name="Google Shape;4649;p95"/>
            <p:cNvSpPr/>
            <p:nvPr/>
          </p:nvSpPr>
          <p:spPr>
            <a:xfrm>
              <a:off x="2308339" y="1792300"/>
              <a:ext cx="353" cy="3815"/>
            </a:xfrm>
            <a:custGeom>
              <a:rect b="b" l="l" r="r" t="t"/>
              <a:pathLst>
                <a:path extrusionOk="0" h="281" w="26">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0" name="Google Shape;4650;p95"/>
            <p:cNvSpPr/>
            <p:nvPr/>
          </p:nvSpPr>
          <p:spPr>
            <a:xfrm>
              <a:off x="2307633" y="1800949"/>
              <a:ext cx="299" cy="1819"/>
            </a:xfrm>
            <a:custGeom>
              <a:rect b="b" l="l" r="r" t="t"/>
              <a:pathLst>
                <a:path extrusionOk="0" h="134" w="22">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1" name="Google Shape;4651;p95"/>
            <p:cNvSpPr/>
            <p:nvPr/>
          </p:nvSpPr>
          <p:spPr>
            <a:xfrm>
              <a:off x="2308244" y="1796767"/>
              <a:ext cx="68" cy="638"/>
            </a:xfrm>
            <a:custGeom>
              <a:rect b="b" l="l" r="r" t="t"/>
              <a:pathLst>
                <a:path extrusionOk="0" h="47" w="5">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2" name="Google Shape;4652;p95"/>
            <p:cNvSpPr/>
            <p:nvPr/>
          </p:nvSpPr>
          <p:spPr>
            <a:xfrm>
              <a:off x="2308108" y="1797772"/>
              <a:ext cx="109" cy="1005"/>
            </a:xfrm>
            <a:custGeom>
              <a:rect b="b" l="l" r="r" t="t"/>
              <a:pathLst>
                <a:path extrusionOk="0" h="74" w="8">
                  <a:moveTo>
                    <a:pt x="7" y="0"/>
                  </a:moveTo>
                  <a:cubicBezTo>
                    <a:pt x="7" y="25"/>
                    <a:pt x="4" y="49"/>
                    <a:pt x="0" y="74"/>
                  </a:cubicBezTo>
                  <a:cubicBezTo>
                    <a:pt x="4" y="49"/>
                    <a:pt x="7" y="25"/>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3" name="Google Shape;4653;p95"/>
            <p:cNvSpPr/>
            <p:nvPr/>
          </p:nvSpPr>
          <p:spPr>
            <a:xfrm>
              <a:off x="2306397" y="1805701"/>
              <a:ext cx="54" cy="258"/>
            </a:xfrm>
            <a:custGeom>
              <a:rect b="b" l="l" r="r" t="t"/>
              <a:pathLst>
                <a:path extrusionOk="0" h="19" w="4">
                  <a:moveTo>
                    <a:pt x="0" y="1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4" name="Google Shape;4654;p95"/>
            <p:cNvSpPr/>
            <p:nvPr/>
          </p:nvSpPr>
          <p:spPr>
            <a:xfrm>
              <a:off x="2307918" y="1800528"/>
              <a:ext cx="54" cy="434"/>
            </a:xfrm>
            <a:custGeom>
              <a:rect b="b" l="l" r="r" t="t"/>
              <a:pathLst>
                <a:path extrusionOk="0" h="32" w="4">
                  <a:moveTo>
                    <a:pt x="4" y="0"/>
                  </a:moveTo>
                  <a:lnTo>
                    <a:pt x="0" y="18"/>
                  </a:lnTo>
                  <a:lnTo>
                    <a:pt x="0" y="32"/>
                  </a:ln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5" name="Google Shape;4655;p95"/>
            <p:cNvSpPr/>
            <p:nvPr/>
          </p:nvSpPr>
          <p:spPr>
            <a:xfrm>
              <a:off x="2307388" y="1803284"/>
              <a:ext cx="109" cy="299"/>
            </a:xfrm>
            <a:custGeom>
              <a:rect b="b" l="l" r="r" t="t"/>
              <a:pathLst>
                <a:path extrusionOk="0" h="22" w="8">
                  <a:moveTo>
                    <a:pt x="8" y="0"/>
                  </a:moveTo>
                  <a:lnTo>
                    <a:pt x="8" y="0"/>
                  </a:lnTo>
                  <a:cubicBezTo>
                    <a:pt x="4" y="7"/>
                    <a:pt x="1" y="14"/>
                    <a:pt x="1" y="21"/>
                  </a:cubicBezTo>
                  <a:cubicBezTo>
                    <a:pt x="4" y="14"/>
                    <a:pt x="4" y="7"/>
                    <a:pt x="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6" name="Google Shape;4656;p95"/>
            <p:cNvSpPr/>
            <p:nvPr/>
          </p:nvSpPr>
          <p:spPr>
            <a:xfrm>
              <a:off x="2306587" y="1805131"/>
              <a:ext cx="109" cy="204"/>
            </a:xfrm>
            <a:custGeom>
              <a:rect b="b" l="l" r="r" t="t"/>
              <a:pathLst>
                <a:path extrusionOk="0" h="15" w="8">
                  <a:moveTo>
                    <a:pt x="0" y="15"/>
                  </a:moveTo>
                  <a:cubicBezTo>
                    <a:pt x="4" y="8"/>
                    <a:pt x="7" y="4"/>
                    <a:pt x="7" y="1"/>
                  </a:cubicBezTo>
                  <a:cubicBezTo>
                    <a:pt x="7" y="4"/>
                    <a:pt x="4" y="8"/>
                    <a:pt x="0"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7" name="Google Shape;4657;p95"/>
            <p:cNvSpPr/>
            <p:nvPr/>
          </p:nvSpPr>
          <p:spPr>
            <a:xfrm>
              <a:off x="2308868" y="1791404"/>
              <a:ext cx="14" cy="244"/>
            </a:xfrm>
            <a:custGeom>
              <a:rect b="b" l="l" r="r" t="t"/>
              <a:pathLst>
                <a:path extrusionOk="0" h="18" w="1">
                  <a:moveTo>
                    <a:pt x="0" y="18"/>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8" name="Google Shape;4658;p95"/>
            <p:cNvSpPr/>
            <p:nvPr/>
          </p:nvSpPr>
          <p:spPr>
            <a:xfrm>
              <a:off x="2307538" y="1802809"/>
              <a:ext cx="54" cy="299"/>
            </a:xfrm>
            <a:custGeom>
              <a:rect b="b" l="l" r="r" t="t"/>
              <a:pathLst>
                <a:path extrusionOk="0" h="22" w="4">
                  <a:moveTo>
                    <a:pt x="0" y="21"/>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9" name="Google Shape;4659;p95"/>
            <p:cNvSpPr/>
            <p:nvPr/>
          </p:nvSpPr>
          <p:spPr>
            <a:xfrm>
              <a:off x="2307253" y="1803705"/>
              <a:ext cx="109" cy="353"/>
            </a:xfrm>
            <a:custGeom>
              <a:rect b="b" l="l" r="r" t="t"/>
              <a:pathLst>
                <a:path extrusionOk="0" h="26" w="8">
                  <a:moveTo>
                    <a:pt x="7" y="1"/>
                  </a:moveTo>
                  <a:cubicBezTo>
                    <a:pt x="4" y="8"/>
                    <a:pt x="4" y="15"/>
                    <a:pt x="0" y="25"/>
                  </a:cubicBezTo>
                  <a:cubicBezTo>
                    <a:pt x="4" y="18"/>
                    <a:pt x="7" y="8"/>
                    <a:pt x="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0" name="Google Shape;4660;p95"/>
            <p:cNvSpPr/>
            <p:nvPr/>
          </p:nvSpPr>
          <p:spPr>
            <a:xfrm>
              <a:off x="2307103" y="1804045"/>
              <a:ext cx="163" cy="339"/>
            </a:xfrm>
            <a:custGeom>
              <a:rect b="b" l="l" r="r" t="t"/>
              <a:pathLst>
                <a:path extrusionOk="0" h="25" w="12">
                  <a:moveTo>
                    <a:pt x="1" y="25"/>
                  </a:moveTo>
                  <a:cubicBezTo>
                    <a:pt x="4" y="18"/>
                    <a:pt x="8" y="11"/>
                    <a:pt x="11" y="0"/>
                  </a:cubicBezTo>
                  <a:cubicBezTo>
                    <a:pt x="8" y="11"/>
                    <a:pt x="4" y="18"/>
                    <a:pt x="1"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1" name="Google Shape;4661;p95"/>
            <p:cNvSpPr/>
            <p:nvPr/>
          </p:nvSpPr>
          <p:spPr>
            <a:xfrm>
              <a:off x="2306248" y="1806041"/>
              <a:ext cx="109" cy="299"/>
            </a:xfrm>
            <a:custGeom>
              <a:rect b="b" l="l" r="r" t="t"/>
              <a:pathLst>
                <a:path extrusionOk="0" h="22" w="8">
                  <a:moveTo>
                    <a:pt x="1" y="21"/>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2" name="Google Shape;4662;p95"/>
            <p:cNvSpPr/>
            <p:nvPr/>
          </p:nvSpPr>
          <p:spPr>
            <a:xfrm>
              <a:off x="2306492" y="1805375"/>
              <a:ext cx="109" cy="244"/>
            </a:xfrm>
            <a:custGeom>
              <a:rect b="b" l="l" r="r" t="t"/>
              <a:pathLst>
                <a:path extrusionOk="0" h="18" w="8">
                  <a:moveTo>
                    <a:pt x="0" y="18"/>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3" name="Google Shape;4663;p95"/>
            <p:cNvSpPr/>
            <p:nvPr/>
          </p:nvSpPr>
          <p:spPr>
            <a:xfrm>
              <a:off x="2305393" y="1809652"/>
              <a:ext cx="109" cy="489"/>
            </a:xfrm>
            <a:custGeom>
              <a:rect b="b" l="l" r="r" t="t"/>
              <a:pathLst>
                <a:path extrusionOk="0" h="36" w="8">
                  <a:moveTo>
                    <a:pt x="1" y="36"/>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4" name="Google Shape;4664;p95"/>
            <p:cNvSpPr/>
            <p:nvPr/>
          </p:nvSpPr>
          <p:spPr>
            <a:xfrm>
              <a:off x="2304687" y="1814404"/>
              <a:ext cx="14" cy="299"/>
            </a:xfrm>
            <a:custGeom>
              <a:rect b="b" l="l" r="r" t="t"/>
              <a:pathLst>
                <a:path extrusionOk="0" h="22" w="1">
                  <a:moveTo>
                    <a:pt x="0" y="22"/>
                  </a:moveTo>
                  <a:lnTo>
                    <a:pt x="0" y="22"/>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5" name="Google Shape;4665;p95"/>
            <p:cNvSpPr/>
            <p:nvPr/>
          </p:nvSpPr>
          <p:spPr>
            <a:xfrm>
              <a:off x="2304917" y="1812313"/>
              <a:ext cx="109" cy="584"/>
            </a:xfrm>
            <a:custGeom>
              <a:rect b="b" l="l" r="r" t="t"/>
              <a:pathLst>
                <a:path extrusionOk="0" h="43" w="8">
                  <a:moveTo>
                    <a:pt x="1" y="43"/>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6" name="Google Shape;4666;p95"/>
            <p:cNvSpPr/>
            <p:nvPr/>
          </p:nvSpPr>
          <p:spPr>
            <a:xfrm>
              <a:off x="2305868" y="1807561"/>
              <a:ext cx="109" cy="394"/>
            </a:xfrm>
            <a:custGeom>
              <a:rect b="b" l="l" r="r" t="t"/>
              <a:pathLst>
                <a:path extrusionOk="0" h="29" w="8">
                  <a:moveTo>
                    <a:pt x="1" y="29"/>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7" name="Google Shape;4667;p95"/>
            <p:cNvSpPr/>
            <p:nvPr/>
          </p:nvSpPr>
          <p:spPr>
            <a:xfrm>
              <a:off x="2305732" y="1808186"/>
              <a:ext cx="109" cy="434"/>
            </a:xfrm>
            <a:custGeom>
              <a:rect b="b" l="l" r="r" t="t"/>
              <a:pathLst>
                <a:path extrusionOk="0" h="32" w="8">
                  <a:moveTo>
                    <a:pt x="0" y="32"/>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8" name="Google Shape;4668;p95"/>
            <p:cNvSpPr/>
            <p:nvPr/>
          </p:nvSpPr>
          <p:spPr>
            <a:xfrm>
              <a:off x="2305107" y="1811363"/>
              <a:ext cx="109" cy="584"/>
            </a:xfrm>
            <a:custGeom>
              <a:rect b="b" l="l" r="r" t="t"/>
              <a:pathLst>
                <a:path extrusionOk="0" h="43" w="8">
                  <a:moveTo>
                    <a:pt x="1" y="43"/>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9" name="Google Shape;4669;p95"/>
            <p:cNvSpPr/>
            <p:nvPr/>
          </p:nvSpPr>
          <p:spPr>
            <a:xfrm>
              <a:off x="2304782" y="1813359"/>
              <a:ext cx="109" cy="638"/>
            </a:xfrm>
            <a:custGeom>
              <a:rect b="b" l="l" r="r" t="t"/>
              <a:pathLst>
                <a:path extrusionOk="0" h="47" w="8">
                  <a:moveTo>
                    <a:pt x="0" y="46"/>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0" name="Google Shape;4670;p95"/>
            <p:cNvSpPr/>
            <p:nvPr/>
          </p:nvSpPr>
          <p:spPr>
            <a:xfrm>
              <a:off x="2305257" y="1810467"/>
              <a:ext cx="109" cy="530"/>
            </a:xfrm>
            <a:custGeom>
              <a:rect b="b" l="l" r="r" t="t"/>
              <a:pathLst>
                <a:path extrusionOk="0" h="39" w="8">
                  <a:moveTo>
                    <a:pt x="0" y="39"/>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1" name="Google Shape;4671;p95"/>
            <p:cNvSpPr/>
            <p:nvPr/>
          </p:nvSpPr>
          <p:spPr>
            <a:xfrm>
              <a:off x="2305542" y="1808892"/>
              <a:ext cx="109" cy="489"/>
            </a:xfrm>
            <a:custGeom>
              <a:rect b="b" l="l" r="r" t="t"/>
              <a:pathLst>
                <a:path extrusionOk="0" h="36" w="8">
                  <a:moveTo>
                    <a:pt x="0" y="36"/>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2" name="Google Shape;4672;p95"/>
            <p:cNvSpPr/>
            <p:nvPr/>
          </p:nvSpPr>
          <p:spPr>
            <a:xfrm>
              <a:off x="2306112" y="1806516"/>
              <a:ext cx="109" cy="339"/>
            </a:xfrm>
            <a:custGeom>
              <a:rect b="b" l="l" r="r" t="t"/>
              <a:pathLst>
                <a:path extrusionOk="0" h="25" w="8">
                  <a:moveTo>
                    <a:pt x="0" y="25"/>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3" name="Google Shape;4673;p95"/>
            <p:cNvSpPr/>
            <p:nvPr/>
          </p:nvSpPr>
          <p:spPr>
            <a:xfrm>
              <a:off x="2306017" y="1806991"/>
              <a:ext cx="54" cy="394"/>
            </a:xfrm>
            <a:custGeom>
              <a:rect b="b" l="l" r="r" t="t"/>
              <a:pathLst>
                <a:path extrusionOk="0" h="29" w="4">
                  <a:moveTo>
                    <a:pt x="0" y="29"/>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4" name="Google Shape;4674;p95"/>
            <p:cNvSpPr/>
            <p:nvPr/>
          </p:nvSpPr>
          <p:spPr>
            <a:xfrm>
              <a:off x="2306682" y="1804370"/>
              <a:ext cx="434" cy="774"/>
            </a:xfrm>
            <a:custGeom>
              <a:rect b="b" l="l" r="r" t="t"/>
              <a:pathLst>
                <a:path extrusionOk="0" h="57" w="32">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5" name="Google Shape;4675;p95"/>
            <p:cNvSpPr/>
            <p:nvPr/>
          </p:nvSpPr>
          <p:spPr>
            <a:xfrm>
              <a:off x="2307633" y="1802280"/>
              <a:ext cx="54" cy="258"/>
            </a:xfrm>
            <a:custGeom>
              <a:rect b="b" l="l" r="r" t="t"/>
              <a:pathLst>
                <a:path extrusionOk="0" h="19" w="4">
                  <a:moveTo>
                    <a:pt x="0" y="1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6" name="Google Shape;4676;p95"/>
            <p:cNvSpPr/>
            <p:nvPr/>
          </p:nvSpPr>
          <p:spPr>
            <a:xfrm>
              <a:off x="2307769" y="1801614"/>
              <a:ext cx="68" cy="258"/>
            </a:xfrm>
            <a:custGeom>
              <a:rect b="b" l="l" r="r" t="t"/>
              <a:pathLst>
                <a:path extrusionOk="0" h="19" w="5">
                  <a:moveTo>
                    <a:pt x="1" y="1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7" name="Google Shape;4677;p95"/>
            <p:cNvSpPr/>
            <p:nvPr/>
          </p:nvSpPr>
          <p:spPr>
            <a:xfrm>
              <a:off x="2307823" y="1800759"/>
              <a:ext cx="109" cy="448"/>
            </a:xfrm>
            <a:custGeom>
              <a:rect b="b" l="l" r="r" t="t"/>
              <a:pathLst>
                <a:path extrusionOk="0" h="33" w="8">
                  <a:moveTo>
                    <a:pt x="7" y="1"/>
                  </a:moveTo>
                  <a:lnTo>
                    <a:pt x="4" y="15"/>
                  </a:lnTo>
                  <a:cubicBezTo>
                    <a:pt x="0" y="22"/>
                    <a:pt x="0" y="25"/>
                    <a:pt x="0" y="32"/>
                  </a:cubicBezTo>
                  <a:cubicBezTo>
                    <a:pt x="4" y="22"/>
                    <a:pt x="7" y="11"/>
                    <a:pt x="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8" name="Google Shape;4678;p95"/>
            <p:cNvSpPr/>
            <p:nvPr/>
          </p:nvSpPr>
          <p:spPr>
            <a:xfrm>
              <a:off x="2564356" y="1700353"/>
              <a:ext cx="79157" cy="32179"/>
            </a:xfrm>
            <a:custGeom>
              <a:rect b="b" l="l" r="r" t="t"/>
              <a:pathLst>
                <a:path extrusionOk="0" h="2370" w="583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9" name="Google Shape;4679;p95"/>
            <p:cNvSpPr/>
            <p:nvPr/>
          </p:nvSpPr>
          <p:spPr>
            <a:xfrm>
              <a:off x="2342432" y="1695723"/>
              <a:ext cx="47874" cy="20841"/>
            </a:xfrm>
            <a:custGeom>
              <a:rect b="b" l="l" r="r" t="t"/>
              <a:pathLst>
                <a:path extrusionOk="0" h="1535" w="3526">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0" name="Google Shape;4680;p95"/>
            <p:cNvSpPr/>
            <p:nvPr/>
          </p:nvSpPr>
          <p:spPr>
            <a:xfrm>
              <a:off x="2240180" y="1709559"/>
              <a:ext cx="19076" cy="11745"/>
            </a:xfrm>
            <a:custGeom>
              <a:rect b="b" l="l" r="r" t="t"/>
              <a:pathLst>
                <a:path extrusionOk="0" h="865" w="1405">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1" name="Google Shape;4681;p95"/>
            <p:cNvSpPr/>
            <p:nvPr/>
          </p:nvSpPr>
          <p:spPr>
            <a:xfrm>
              <a:off x="2239949" y="1709871"/>
              <a:ext cx="136291" cy="51934"/>
            </a:xfrm>
            <a:custGeom>
              <a:rect b="b" l="l" r="r" t="t"/>
              <a:pathLst>
                <a:path extrusionOk="0" h="3825" w="10038">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2" name="Google Shape;4682;p95"/>
            <p:cNvSpPr/>
            <p:nvPr/>
          </p:nvSpPr>
          <p:spPr>
            <a:xfrm>
              <a:off x="2314381" y="1759456"/>
              <a:ext cx="68" cy="204"/>
            </a:xfrm>
            <a:custGeom>
              <a:rect b="b" l="l" r="r" t="t"/>
              <a:pathLst>
                <a:path extrusionOk="0" h="15" w="5">
                  <a:moveTo>
                    <a:pt x="4" y="1"/>
                  </a:moveTo>
                  <a:cubicBezTo>
                    <a:pt x="4" y="4"/>
                    <a:pt x="1" y="8"/>
                    <a:pt x="1" y="15"/>
                  </a:cubicBezTo>
                  <a:cubicBezTo>
                    <a:pt x="1" y="8"/>
                    <a:pt x="4" y="4"/>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3" name="Google Shape;4683;p95"/>
            <p:cNvSpPr/>
            <p:nvPr/>
          </p:nvSpPr>
          <p:spPr>
            <a:xfrm>
              <a:off x="2314530" y="1758886"/>
              <a:ext cx="14" cy="204"/>
            </a:xfrm>
            <a:custGeom>
              <a:rect b="b" l="l" r="r" t="t"/>
              <a:pathLst>
                <a:path extrusionOk="0" h="15" w="1">
                  <a:moveTo>
                    <a:pt x="0" y="1"/>
                  </a:moveTo>
                  <a:lnTo>
                    <a:pt x="0"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4" name="Google Shape;4684;p95"/>
            <p:cNvSpPr/>
            <p:nvPr/>
          </p:nvSpPr>
          <p:spPr>
            <a:xfrm>
              <a:off x="2314625" y="1758275"/>
              <a:ext cx="14" cy="244"/>
            </a:xfrm>
            <a:custGeom>
              <a:rect b="b" l="l" r="r" t="t"/>
              <a:pathLst>
                <a:path extrusionOk="0" h="18" w="1">
                  <a:moveTo>
                    <a:pt x="0" y="0"/>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5" name="Google Shape;4685;p95"/>
            <p:cNvSpPr/>
            <p:nvPr/>
          </p:nvSpPr>
          <p:spPr>
            <a:xfrm>
              <a:off x="2314571" y="1758601"/>
              <a:ext cx="14" cy="204"/>
            </a:xfrm>
            <a:custGeom>
              <a:rect b="b" l="l" r="r" t="t"/>
              <a:pathLst>
                <a:path extrusionOk="0" h="15" w="1">
                  <a:moveTo>
                    <a:pt x="1"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6" name="Google Shape;4686;p95"/>
            <p:cNvSpPr/>
            <p:nvPr/>
          </p:nvSpPr>
          <p:spPr>
            <a:xfrm>
              <a:off x="2314435" y="1759171"/>
              <a:ext cx="54" cy="204"/>
            </a:xfrm>
            <a:custGeom>
              <a:rect b="b" l="l" r="r" t="t"/>
              <a:pathLst>
                <a:path extrusionOk="0" h="15" w="4">
                  <a:moveTo>
                    <a:pt x="4" y="1"/>
                  </a:moveTo>
                  <a:lnTo>
                    <a:pt x="0"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7" name="Google Shape;4687;p95"/>
            <p:cNvSpPr/>
            <p:nvPr/>
          </p:nvSpPr>
          <p:spPr>
            <a:xfrm>
              <a:off x="2314150" y="1759701"/>
              <a:ext cx="204" cy="530"/>
            </a:xfrm>
            <a:custGeom>
              <a:rect b="b" l="l" r="r" t="t"/>
              <a:pathLst>
                <a:path extrusionOk="0" h="39" w="15">
                  <a:moveTo>
                    <a:pt x="14" y="0"/>
                  </a:moveTo>
                  <a:cubicBezTo>
                    <a:pt x="11" y="14"/>
                    <a:pt x="7" y="28"/>
                    <a:pt x="0" y="39"/>
                  </a:cubicBezTo>
                  <a:cubicBezTo>
                    <a:pt x="7" y="28"/>
                    <a:pt x="11" y="14"/>
                    <a:pt x="1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8" name="Google Shape;4688;p95"/>
            <p:cNvSpPr/>
            <p:nvPr/>
          </p:nvSpPr>
          <p:spPr>
            <a:xfrm>
              <a:off x="2312575" y="1761411"/>
              <a:ext cx="394" cy="149"/>
            </a:xfrm>
            <a:custGeom>
              <a:rect b="b" l="l" r="r" t="t"/>
              <a:pathLst>
                <a:path extrusionOk="0" h="11" w="29">
                  <a:moveTo>
                    <a:pt x="28" y="0"/>
                  </a:moveTo>
                  <a:cubicBezTo>
                    <a:pt x="18" y="4"/>
                    <a:pt x="11" y="7"/>
                    <a:pt x="0" y="11"/>
                  </a:cubicBezTo>
                  <a:cubicBezTo>
                    <a:pt x="11" y="7"/>
                    <a:pt x="18" y="4"/>
                    <a:pt x="2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9" name="Google Shape;4689;p95"/>
            <p:cNvSpPr/>
            <p:nvPr/>
          </p:nvSpPr>
          <p:spPr>
            <a:xfrm>
              <a:off x="2313811" y="1760556"/>
              <a:ext cx="149" cy="149"/>
            </a:xfrm>
            <a:custGeom>
              <a:rect b="b" l="l" r="r" t="t"/>
              <a:pathLst>
                <a:path extrusionOk="0" h="11" w="11">
                  <a:moveTo>
                    <a:pt x="11"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0" name="Google Shape;4690;p95"/>
            <p:cNvSpPr/>
            <p:nvPr/>
          </p:nvSpPr>
          <p:spPr>
            <a:xfrm>
              <a:off x="2313580" y="1760787"/>
              <a:ext cx="149" cy="163"/>
            </a:xfrm>
            <a:custGeom>
              <a:rect b="b" l="l" r="r" t="t"/>
              <a:pathLst>
                <a:path extrusionOk="0" h="12" w="11">
                  <a:moveTo>
                    <a:pt x="11"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1" name="Google Shape;4691;p95"/>
            <p:cNvSpPr/>
            <p:nvPr/>
          </p:nvSpPr>
          <p:spPr>
            <a:xfrm>
              <a:off x="2338427" y="1752993"/>
              <a:ext cx="4630" cy="1439"/>
            </a:xfrm>
            <a:custGeom>
              <a:rect b="b" l="l" r="r" t="t"/>
              <a:pathLst>
                <a:path extrusionOk="0" h="106" w="341">
                  <a:moveTo>
                    <a:pt x="341" y="1"/>
                  </a:moveTo>
                  <a:cubicBezTo>
                    <a:pt x="243" y="67"/>
                    <a:pt x="123" y="106"/>
                    <a:pt x="1" y="106"/>
                  </a:cubicBezTo>
                  <a:cubicBezTo>
                    <a:pt x="123" y="106"/>
                    <a:pt x="243" y="67"/>
                    <a:pt x="34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2" name="Google Shape;4692;p95"/>
            <p:cNvSpPr/>
            <p:nvPr/>
          </p:nvSpPr>
          <p:spPr>
            <a:xfrm>
              <a:off x="2312236" y="1761601"/>
              <a:ext cx="258" cy="109"/>
            </a:xfrm>
            <a:custGeom>
              <a:rect b="b" l="l" r="r" t="t"/>
              <a:pathLst>
                <a:path extrusionOk="0" h="8" w="19">
                  <a:moveTo>
                    <a:pt x="1" y="7"/>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3" name="Google Shape;4693;p95"/>
            <p:cNvSpPr/>
            <p:nvPr/>
          </p:nvSpPr>
          <p:spPr>
            <a:xfrm>
              <a:off x="2314001" y="1760312"/>
              <a:ext cx="109" cy="163"/>
            </a:xfrm>
            <a:custGeom>
              <a:rect b="b" l="l" r="r" t="t"/>
              <a:pathLst>
                <a:path extrusionOk="0" h="12" w="8">
                  <a:moveTo>
                    <a:pt x="8"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4" name="Google Shape;4694;p95"/>
            <p:cNvSpPr/>
            <p:nvPr/>
          </p:nvSpPr>
          <p:spPr>
            <a:xfrm>
              <a:off x="2312955" y="1761221"/>
              <a:ext cx="299" cy="149"/>
            </a:xfrm>
            <a:custGeom>
              <a:rect b="b" l="l" r="r" t="t"/>
              <a:pathLst>
                <a:path extrusionOk="0" h="11" w="22">
                  <a:moveTo>
                    <a:pt x="21" y="0"/>
                  </a:moveTo>
                  <a:cubicBezTo>
                    <a:pt x="14" y="4"/>
                    <a:pt x="7" y="7"/>
                    <a:pt x="0" y="11"/>
                  </a:cubicBezTo>
                  <a:cubicBezTo>
                    <a:pt x="7" y="7"/>
                    <a:pt x="14" y="4"/>
                    <a:pt x="2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5" name="Google Shape;4695;p95"/>
            <p:cNvSpPr/>
            <p:nvPr/>
          </p:nvSpPr>
          <p:spPr>
            <a:xfrm>
              <a:off x="2356254" y="1750291"/>
              <a:ext cx="1344" cy="285"/>
            </a:xfrm>
            <a:custGeom>
              <a:rect b="b" l="l" r="r" t="t"/>
              <a:pathLst>
                <a:path extrusionOk="0" h="21" w="99">
                  <a:moveTo>
                    <a:pt x="4" y="7"/>
                  </a:moveTo>
                  <a:lnTo>
                    <a:pt x="1" y="7"/>
                  </a:lnTo>
                  <a:lnTo>
                    <a:pt x="4" y="7"/>
                  </a:lnTo>
                  <a:lnTo>
                    <a:pt x="25" y="0"/>
                  </a:lnTo>
                  <a:lnTo>
                    <a:pt x="99" y="21"/>
                  </a:lnTo>
                  <a:lnTo>
                    <a:pt x="2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6" name="Google Shape;4696;p95"/>
            <p:cNvSpPr/>
            <p:nvPr/>
          </p:nvSpPr>
          <p:spPr>
            <a:xfrm>
              <a:off x="2314720" y="1754758"/>
              <a:ext cx="2009" cy="2770"/>
            </a:xfrm>
            <a:custGeom>
              <a:rect b="b" l="l" r="r" t="t"/>
              <a:pathLst>
                <a:path extrusionOk="0" h="204" w="148">
                  <a:moveTo>
                    <a:pt x="147" y="0"/>
                  </a:moveTo>
                  <a:cubicBezTo>
                    <a:pt x="63" y="28"/>
                    <a:pt x="14" y="123"/>
                    <a:pt x="0" y="203"/>
                  </a:cubicBezTo>
                  <a:cubicBezTo>
                    <a:pt x="14" y="126"/>
                    <a:pt x="63" y="32"/>
                    <a:pt x="14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7" name="Google Shape;4697;p95"/>
            <p:cNvSpPr/>
            <p:nvPr/>
          </p:nvSpPr>
          <p:spPr>
            <a:xfrm>
              <a:off x="2313335" y="1761031"/>
              <a:ext cx="204" cy="109"/>
            </a:xfrm>
            <a:custGeom>
              <a:rect b="b" l="l" r="r" t="t"/>
              <a:pathLst>
                <a:path extrusionOk="0" h="8" w="15">
                  <a:moveTo>
                    <a:pt x="15"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8" name="Google Shape;4698;p95"/>
            <p:cNvSpPr/>
            <p:nvPr/>
          </p:nvSpPr>
          <p:spPr>
            <a:xfrm>
              <a:off x="2360911" y="1713591"/>
              <a:ext cx="163" cy="14"/>
            </a:xfrm>
            <a:custGeom>
              <a:rect b="b" l="l" r="r" t="t"/>
              <a:pathLst>
                <a:path extrusionOk="0" h="1" w="12">
                  <a:moveTo>
                    <a:pt x="1"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9" name="Google Shape;4699;p95"/>
            <p:cNvSpPr/>
            <p:nvPr/>
          </p:nvSpPr>
          <p:spPr>
            <a:xfrm>
              <a:off x="2360531" y="1713686"/>
              <a:ext cx="163" cy="14"/>
            </a:xfrm>
            <a:custGeom>
              <a:rect b="b" l="l" r="r" t="t"/>
              <a:pathLst>
                <a:path extrusionOk="0" h="1" w="12">
                  <a:moveTo>
                    <a:pt x="1"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0" name="Google Shape;4700;p95"/>
            <p:cNvSpPr/>
            <p:nvPr/>
          </p:nvSpPr>
          <p:spPr>
            <a:xfrm>
              <a:off x="2361291" y="1713442"/>
              <a:ext cx="68" cy="14"/>
            </a:xfrm>
            <a:custGeom>
              <a:rect b="b" l="l" r="r" t="t"/>
              <a:pathLst>
                <a:path extrusionOk="0" h="1" w="5">
                  <a:moveTo>
                    <a:pt x="4"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1" name="Google Shape;4701;p95"/>
            <p:cNvSpPr/>
            <p:nvPr/>
          </p:nvSpPr>
          <p:spPr>
            <a:xfrm>
              <a:off x="2364332" y="1715628"/>
              <a:ext cx="1208" cy="1724"/>
            </a:xfrm>
            <a:custGeom>
              <a:rect b="b" l="l" r="r" t="t"/>
              <a:pathLst>
                <a:path extrusionOk="0" h="127" w="89">
                  <a:moveTo>
                    <a:pt x="1" y="1"/>
                  </a:moveTo>
                  <a:cubicBezTo>
                    <a:pt x="25" y="39"/>
                    <a:pt x="53" y="81"/>
                    <a:pt x="88" y="127"/>
                  </a:cubicBezTo>
                  <a:cubicBezTo>
                    <a:pt x="57" y="81"/>
                    <a:pt x="29" y="39"/>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2" name="Google Shape;4702;p95"/>
            <p:cNvSpPr/>
            <p:nvPr/>
          </p:nvSpPr>
          <p:spPr>
            <a:xfrm>
              <a:off x="2358725" y="1713917"/>
              <a:ext cx="204" cy="14"/>
            </a:xfrm>
            <a:custGeom>
              <a:rect b="b" l="l" r="r" t="t"/>
              <a:pathLst>
                <a:path extrusionOk="0" h="1" w="15">
                  <a:moveTo>
                    <a:pt x="1" y="1"/>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3" name="Google Shape;4703;p95"/>
            <p:cNvSpPr/>
            <p:nvPr/>
          </p:nvSpPr>
          <p:spPr>
            <a:xfrm>
              <a:off x="2354163" y="1713822"/>
              <a:ext cx="258" cy="14"/>
            </a:xfrm>
            <a:custGeom>
              <a:rect b="b" l="l" r="r" t="t"/>
              <a:pathLst>
                <a:path extrusionOk="0" h="1" w="19">
                  <a:moveTo>
                    <a:pt x="1" y="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4" name="Google Shape;4704;p95"/>
            <p:cNvSpPr/>
            <p:nvPr/>
          </p:nvSpPr>
          <p:spPr>
            <a:xfrm>
              <a:off x="2353552" y="1713781"/>
              <a:ext cx="394" cy="14"/>
            </a:xfrm>
            <a:custGeom>
              <a:rect b="b" l="l" r="r" t="t"/>
              <a:pathLst>
                <a:path extrusionOk="0" h="1" w="29">
                  <a:moveTo>
                    <a:pt x="0" y="0"/>
                  </a:moveTo>
                  <a:lnTo>
                    <a:pt x="2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5" name="Google Shape;4705;p95"/>
            <p:cNvSpPr/>
            <p:nvPr/>
          </p:nvSpPr>
          <p:spPr>
            <a:xfrm>
              <a:off x="2359200" y="1713876"/>
              <a:ext cx="258" cy="14"/>
            </a:xfrm>
            <a:custGeom>
              <a:rect b="b" l="l" r="r" t="t"/>
              <a:pathLst>
                <a:path extrusionOk="0" h="1" w="19">
                  <a:moveTo>
                    <a:pt x="1" y="0"/>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6" name="Google Shape;4706;p95"/>
            <p:cNvSpPr/>
            <p:nvPr/>
          </p:nvSpPr>
          <p:spPr>
            <a:xfrm>
              <a:off x="2365812" y="1717814"/>
              <a:ext cx="14" cy="14"/>
            </a:xfrm>
            <a:custGeom>
              <a:rect b="b" l="l" r="r" t="t"/>
              <a:pathLst>
                <a:path extrusionOk="0" h="1" w="1">
                  <a:moveTo>
                    <a:pt x="0" y="1"/>
                  </a:moveTo>
                  <a:lnTo>
                    <a:pt x="0" y="1"/>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7" name="Google Shape;4707;p95"/>
            <p:cNvSpPr/>
            <p:nvPr/>
          </p:nvSpPr>
          <p:spPr>
            <a:xfrm>
              <a:off x="2354788" y="1713876"/>
              <a:ext cx="204" cy="14"/>
            </a:xfrm>
            <a:custGeom>
              <a:rect b="b" l="l" r="r" t="t"/>
              <a:pathLst>
                <a:path extrusionOk="0" h="1" w="15">
                  <a:moveTo>
                    <a:pt x="0" y="0"/>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8" name="Google Shape;4708;p95"/>
            <p:cNvSpPr/>
            <p:nvPr/>
          </p:nvSpPr>
          <p:spPr>
            <a:xfrm>
              <a:off x="2355358" y="171391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9" name="Google Shape;4709;p95"/>
            <p:cNvSpPr/>
            <p:nvPr/>
          </p:nvSpPr>
          <p:spPr>
            <a:xfrm>
              <a:off x="2357680" y="171397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0" name="Google Shape;4710;p95"/>
            <p:cNvSpPr/>
            <p:nvPr/>
          </p:nvSpPr>
          <p:spPr>
            <a:xfrm>
              <a:off x="2359675" y="1713822"/>
              <a:ext cx="204" cy="14"/>
            </a:xfrm>
            <a:custGeom>
              <a:rect b="b" l="l" r="r" t="t"/>
              <a:pathLst>
                <a:path extrusionOk="0" h="1" w="15">
                  <a:moveTo>
                    <a:pt x="1" y="1"/>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1" name="Google Shape;4711;p95"/>
            <p:cNvSpPr/>
            <p:nvPr/>
          </p:nvSpPr>
          <p:spPr>
            <a:xfrm>
              <a:off x="2358209" y="171391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2" name="Google Shape;4712;p95"/>
            <p:cNvSpPr/>
            <p:nvPr/>
          </p:nvSpPr>
          <p:spPr>
            <a:xfrm>
              <a:off x="2356539" y="1713917"/>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3" name="Google Shape;4713;p95"/>
            <p:cNvSpPr/>
            <p:nvPr/>
          </p:nvSpPr>
          <p:spPr>
            <a:xfrm>
              <a:off x="2360110" y="1713781"/>
              <a:ext cx="204" cy="14"/>
            </a:xfrm>
            <a:custGeom>
              <a:rect b="b" l="l" r="r" t="t"/>
              <a:pathLst>
                <a:path extrusionOk="0" h="1" w="15">
                  <a:moveTo>
                    <a:pt x="0" y="0"/>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4" name="Google Shape;4714;p95"/>
            <p:cNvSpPr/>
            <p:nvPr/>
          </p:nvSpPr>
          <p:spPr>
            <a:xfrm>
              <a:off x="2357299" y="171397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5" name="Google Shape;4715;p95"/>
            <p:cNvSpPr/>
            <p:nvPr/>
          </p:nvSpPr>
          <p:spPr>
            <a:xfrm>
              <a:off x="2355969" y="1713917"/>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6" name="Google Shape;4716;p95"/>
            <p:cNvSpPr/>
            <p:nvPr/>
          </p:nvSpPr>
          <p:spPr>
            <a:xfrm>
              <a:off x="2628523" y="1764588"/>
              <a:ext cx="15085" cy="14419"/>
            </a:xfrm>
            <a:custGeom>
              <a:rect b="b" l="l" r="r" t="t"/>
              <a:pathLst>
                <a:path extrusionOk="0" h="1062" w="1111">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7" name="Google Shape;4717;p95"/>
            <p:cNvSpPr/>
            <p:nvPr/>
          </p:nvSpPr>
          <p:spPr>
            <a:xfrm>
              <a:off x="2634090" y="1775192"/>
              <a:ext cx="964" cy="2620"/>
            </a:xfrm>
            <a:custGeom>
              <a:rect b="b" l="l" r="r" t="t"/>
              <a:pathLst>
                <a:path extrusionOk="0" h="193" w="71">
                  <a:moveTo>
                    <a:pt x="0" y="0"/>
                  </a:moveTo>
                  <a:cubicBezTo>
                    <a:pt x="46" y="53"/>
                    <a:pt x="70" y="123"/>
                    <a:pt x="67" y="193"/>
                  </a:cubicBezTo>
                  <a:cubicBezTo>
                    <a:pt x="70" y="123"/>
                    <a:pt x="46" y="53"/>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8" name="Google Shape;4718;p95"/>
            <p:cNvSpPr/>
            <p:nvPr/>
          </p:nvSpPr>
          <p:spPr>
            <a:xfrm>
              <a:off x="2633846" y="1775002"/>
              <a:ext cx="163" cy="109"/>
            </a:xfrm>
            <a:custGeom>
              <a:rect b="b" l="l" r="r" t="t"/>
              <a:pathLst>
                <a:path extrusionOk="0" h="8" w="12">
                  <a:moveTo>
                    <a:pt x="11"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9" name="Google Shape;4719;p95"/>
            <p:cNvSpPr/>
            <p:nvPr/>
          </p:nvSpPr>
          <p:spPr>
            <a:xfrm>
              <a:off x="2628483" y="1768349"/>
              <a:ext cx="339" cy="489"/>
            </a:xfrm>
            <a:custGeom>
              <a:rect b="b" l="l" r="r" t="t"/>
              <a:pathLst>
                <a:path extrusionOk="0" h="36" w="25">
                  <a:moveTo>
                    <a:pt x="0" y="0"/>
                  </a:moveTo>
                  <a:cubicBezTo>
                    <a:pt x="11" y="11"/>
                    <a:pt x="18" y="21"/>
                    <a:pt x="25" y="35"/>
                  </a:cubicBezTo>
                  <a:cubicBezTo>
                    <a:pt x="21" y="21"/>
                    <a:pt x="11"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0" name="Google Shape;4720;p95"/>
            <p:cNvSpPr/>
            <p:nvPr/>
          </p:nvSpPr>
          <p:spPr>
            <a:xfrm>
              <a:off x="2634891" y="1778858"/>
              <a:ext cx="14" cy="95"/>
            </a:xfrm>
            <a:custGeom>
              <a:rect b="b" l="l" r="r" t="t"/>
              <a:pathLst>
                <a:path extrusionOk="0" h="7" w="1">
                  <a:moveTo>
                    <a:pt x="1"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1" name="Google Shape;4721;p95"/>
            <p:cNvSpPr/>
            <p:nvPr/>
          </p:nvSpPr>
          <p:spPr>
            <a:xfrm>
              <a:off x="2629148" y="1769341"/>
              <a:ext cx="204" cy="394"/>
            </a:xfrm>
            <a:custGeom>
              <a:rect b="b" l="l" r="r" t="t"/>
              <a:pathLst>
                <a:path extrusionOk="0" h="29" w="15">
                  <a:moveTo>
                    <a:pt x="0" y="1"/>
                  </a:moveTo>
                  <a:lnTo>
                    <a:pt x="0" y="1"/>
                  </a:lnTo>
                  <a:cubicBezTo>
                    <a:pt x="7" y="11"/>
                    <a:pt x="11" y="22"/>
                    <a:pt x="14" y="29"/>
                  </a:cubicBezTo>
                  <a:cubicBezTo>
                    <a:pt x="11" y="18"/>
                    <a:pt x="7" y="1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2" name="Google Shape;4722;p95"/>
            <p:cNvSpPr/>
            <p:nvPr/>
          </p:nvSpPr>
          <p:spPr>
            <a:xfrm>
              <a:off x="2634986" y="1777894"/>
              <a:ext cx="14" cy="204"/>
            </a:xfrm>
            <a:custGeom>
              <a:rect b="b" l="l" r="r" t="t"/>
              <a:pathLst>
                <a:path extrusionOk="0" h="15" w="1">
                  <a:moveTo>
                    <a:pt x="1" y="1"/>
                  </a:moveTo>
                  <a:lnTo>
                    <a:pt x="1" y="15"/>
                  </a:lnTo>
                  <a:cubicBezTo>
                    <a:pt x="1" y="8"/>
                    <a:pt x="1"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3" name="Google Shape;4723;p95"/>
            <p:cNvSpPr/>
            <p:nvPr/>
          </p:nvSpPr>
          <p:spPr>
            <a:xfrm>
              <a:off x="2628904" y="1768865"/>
              <a:ext cx="204" cy="394"/>
            </a:xfrm>
            <a:custGeom>
              <a:rect b="b" l="l" r="r" t="t"/>
              <a:pathLst>
                <a:path extrusionOk="0" h="29" w="15">
                  <a:moveTo>
                    <a:pt x="15" y="29"/>
                  </a:moveTo>
                  <a:cubicBezTo>
                    <a:pt x="11" y="18"/>
                    <a:pt x="4" y="11"/>
                    <a:pt x="1" y="1"/>
                  </a:cubicBezTo>
                  <a:cubicBezTo>
                    <a:pt x="4" y="11"/>
                    <a:pt x="11" y="18"/>
                    <a:pt x="15"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4" name="Google Shape;4724;p95"/>
            <p:cNvSpPr/>
            <p:nvPr/>
          </p:nvSpPr>
          <p:spPr>
            <a:xfrm>
              <a:off x="2629379" y="1769816"/>
              <a:ext cx="204" cy="489"/>
            </a:xfrm>
            <a:custGeom>
              <a:rect b="b" l="l" r="r" t="t"/>
              <a:pathLst>
                <a:path extrusionOk="0" h="36" w="15">
                  <a:moveTo>
                    <a:pt x="15" y="36"/>
                  </a:moveTo>
                  <a:cubicBezTo>
                    <a:pt x="11" y="25"/>
                    <a:pt x="4" y="15"/>
                    <a:pt x="1" y="1"/>
                  </a:cubicBezTo>
                  <a:cubicBezTo>
                    <a:pt x="4" y="15"/>
                    <a:pt x="11" y="25"/>
                    <a:pt x="15" y="3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5" name="Google Shape;4725;p95"/>
            <p:cNvSpPr/>
            <p:nvPr/>
          </p:nvSpPr>
          <p:spPr>
            <a:xfrm>
              <a:off x="2964159" y="1702797"/>
              <a:ext cx="47345" cy="45539"/>
            </a:xfrm>
            <a:custGeom>
              <a:rect b="b" l="l" r="r" t="t"/>
              <a:pathLst>
                <a:path extrusionOk="0" h="3354" w="3487">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6" name="Google Shape;4726;p95"/>
            <p:cNvSpPr/>
            <p:nvPr/>
          </p:nvSpPr>
          <p:spPr>
            <a:xfrm>
              <a:off x="2991817" y="1742539"/>
              <a:ext cx="68" cy="14"/>
            </a:xfrm>
            <a:custGeom>
              <a:rect b="b" l="l" r="r" t="t"/>
              <a:pathLst>
                <a:path extrusionOk="0" h="1" w="5">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7" name="Google Shape;4727;p95"/>
            <p:cNvSpPr/>
            <p:nvPr/>
          </p:nvSpPr>
          <p:spPr>
            <a:xfrm>
              <a:off x="2987920" y="1742769"/>
              <a:ext cx="625" cy="68"/>
            </a:xfrm>
            <a:custGeom>
              <a:rect b="b" l="l" r="r" t="t"/>
              <a:pathLst>
                <a:path extrusionOk="0" h="5" w="46">
                  <a:moveTo>
                    <a:pt x="46"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8" name="Google Shape;4728;p95"/>
            <p:cNvSpPr/>
            <p:nvPr/>
          </p:nvSpPr>
          <p:spPr>
            <a:xfrm>
              <a:off x="2992387" y="1742294"/>
              <a:ext cx="163" cy="68"/>
            </a:xfrm>
            <a:custGeom>
              <a:rect b="b" l="l" r="r" t="t"/>
              <a:pathLst>
                <a:path extrusionOk="0" h="5" w="12">
                  <a:moveTo>
                    <a:pt x="11"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9" name="Google Shape;4729;p95"/>
            <p:cNvSpPr/>
            <p:nvPr/>
          </p:nvSpPr>
          <p:spPr>
            <a:xfrm>
              <a:off x="2980547" y="1745770"/>
              <a:ext cx="774" cy="584"/>
            </a:xfrm>
            <a:custGeom>
              <a:rect b="b" l="l" r="r" t="t"/>
              <a:pathLst>
                <a:path extrusionOk="0" h="43" w="57">
                  <a:moveTo>
                    <a:pt x="57" y="0"/>
                  </a:moveTo>
                  <a:lnTo>
                    <a:pt x="1" y="4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0" name="Google Shape;4730;p95"/>
            <p:cNvSpPr/>
            <p:nvPr/>
          </p:nvSpPr>
          <p:spPr>
            <a:xfrm>
              <a:off x="2979556" y="1746476"/>
              <a:ext cx="815" cy="584"/>
            </a:xfrm>
            <a:custGeom>
              <a:rect b="b" l="l" r="r" t="t"/>
              <a:pathLst>
                <a:path extrusionOk="0" h="43" w="60">
                  <a:moveTo>
                    <a:pt x="60" y="1"/>
                  </a:moveTo>
                  <a:lnTo>
                    <a:pt x="0" y="43"/>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1" name="Google Shape;4731;p95"/>
            <p:cNvSpPr/>
            <p:nvPr/>
          </p:nvSpPr>
          <p:spPr>
            <a:xfrm>
              <a:off x="2982312" y="1744100"/>
              <a:ext cx="1154" cy="964"/>
            </a:xfrm>
            <a:custGeom>
              <a:rect b="b" l="l" r="r" t="t"/>
              <a:pathLst>
                <a:path extrusionOk="0" h="71" w="85">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2" name="Google Shape;4732;p95"/>
            <p:cNvSpPr/>
            <p:nvPr/>
          </p:nvSpPr>
          <p:spPr>
            <a:xfrm>
              <a:off x="2989101" y="1742674"/>
              <a:ext cx="1398" cy="14"/>
            </a:xfrm>
            <a:custGeom>
              <a:rect b="b" l="l" r="r" t="t"/>
              <a:pathLst>
                <a:path extrusionOk="0" h="1" w="103">
                  <a:moveTo>
                    <a:pt x="103"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3" name="Google Shape;4733;p95"/>
            <p:cNvSpPr/>
            <p:nvPr/>
          </p:nvSpPr>
          <p:spPr>
            <a:xfrm>
              <a:off x="2993052" y="1741968"/>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4" name="Google Shape;4734;p95"/>
            <p:cNvSpPr/>
            <p:nvPr/>
          </p:nvSpPr>
          <p:spPr>
            <a:xfrm>
              <a:off x="2991111" y="1742674"/>
              <a:ext cx="149" cy="14"/>
            </a:xfrm>
            <a:custGeom>
              <a:rect b="b" l="l" r="r" t="t"/>
              <a:pathLst>
                <a:path extrusionOk="0" h="1" w="11">
                  <a:moveTo>
                    <a:pt x="11"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5" name="Google Shape;4735;p95"/>
            <p:cNvSpPr/>
            <p:nvPr/>
          </p:nvSpPr>
          <p:spPr>
            <a:xfrm>
              <a:off x="2643975" y="1811444"/>
              <a:ext cx="54487" cy="30006"/>
            </a:xfrm>
            <a:custGeom>
              <a:rect b="b" l="l" r="r" t="t"/>
              <a:pathLst>
                <a:path extrusionOk="0" h="2210" w="4013">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6" name="Google Shape;4736;p95"/>
            <p:cNvSpPr/>
            <p:nvPr/>
          </p:nvSpPr>
          <p:spPr>
            <a:xfrm>
              <a:off x="2645115" y="1813508"/>
              <a:ext cx="3001" cy="3381"/>
            </a:xfrm>
            <a:custGeom>
              <a:rect b="b" l="l" r="r" t="t"/>
              <a:pathLst>
                <a:path extrusionOk="0" h="249" w="221">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7" name="Google Shape;4737;p95"/>
            <p:cNvSpPr/>
            <p:nvPr/>
          </p:nvSpPr>
          <p:spPr>
            <a:xfrm>
              <a:off x="2697592" y="1832327"/>
              <a:ext cx="14" cy="394"/>
            </a:xfrm>
            <a:custGeom>
              <a:rect b="b" l="l" r="r" t="t"/>
              <a:pathLst>
                <a:path extrusionOk="0" h="29" w="1">
                  <a:moveTo>
                    <a:pt x="0" y="0"/>
                  </a:moveTo>
                  <a:lnTo>
                    <a:pt x="0" y="28"/>
                  </a:lnTo>
                  <a:cubicBezTo>
                    <a:pt x="0" y="18"/>
                    <a:pt x="0"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8" name="Google Shape;4738;p95"/>
            <p:cNvSpPr/>
            <p:nvPr/>
          </p:nvSpPr>
          <p:spPr>
            <a:xfrm>
              <a:off x="2650763" y="1826149"/>
              <a:ext cx="2878" cy="1955"/>
            </a:xfrm>
            <a:custGeom>
              <a:rect b="b" l="l" r="r" t="t"/>
              <a:pathLst>
                <a:path extrusionOk="0" h="144" w="212">
                  <a:moveTo>
                    <a:pt x="1" y="0"/>
                  </a:moveTo>
                  <a:cubicBezTo>
                    <a:pt x="110" y="39"/>
                    <a:pt x="194" y="74"/>
                    <a:pt x="211" y="144"/>
                  </a:cubicBezTo>
                  <a:cubicBezTo>
                    <a:pt x="194" y="74"/>
                    <a:pt x="110" y="39"/>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9" name="Google Shape;4739;p95"/>
            <p:cNvSpPr/>
            <p:nvPr/>
          </p:nvSpPr>
          <p:spPr>
            <a:xfrm>
              <a:off x="2697633" y="1831892"/>
              <a:ext cx="68" cy="353"/>
            </a:xfrm>
            <a:custGeom>
              <a:rect b="b" l="l" r="r" t="t"/>
              <a:pathLst>
                <a:path extrusionOk="0" h="26" w="5">
                  <a:moveTo>
                    <a:pt x="4" y="1"/>
                  </a:moveTo>
                  <a:cubicBezTo>
                    <a:pt x="4" y="8"/>
                    <a:pt x="1" y="15"/>
                    <a:pt x="1" y="25"/>
                  </a:cubicBezTo>
                  <a:cubicBezTo>
                    <a:pt x="4" y="15"/>
                    <a:pt x="4" y="8"/>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0" name="Google Shape;4740;p95"/>
            <p:cNvSpPr/>
            <p:nvPr/>
          </p:nvSpPr>
          <p:spPr>
            <a:xfrm>
              <a:off x="2658856" y="1830426"/>
              <a:ext cx="5811" cy="3381"/>
            </a:xfrm>
            <a:custGeom>
              <a:rect b="b" l="l" r="r" t="t"/>
              <a:pathLst>
                <a:path extrusionOk="0" h="249" w="428">
                  <a:moveTo>
                    <a:pt x="427" y="249"/>
                  </a:moveTo>
                  <a:cubicBezTo>
                    <a:pt x="326" y="172"/>
                    <a:pt x="147" y="35"/>
                    <a:pt x="0" y="0"/>
                  </a:cubicBezTo>
                  <a:cubicBezTo>
                    <a:pt x="147" y="35"/>
                    <a:pt x="326" y="172"/>
                    <a:pt x="427" y="24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1" name="Google Shape;4741;p95"/>
            <p:cNvSpPr/>
            <p:nvPr/>
          </p:nvSpPr>
          <p:spPr>
            <a:xfrm>
              <a:off x="2726960" y="1826773"/>
              <a:ext cx="59904" cy="135897"/>
            </a:xfrm>
            <a:custGeom>
              <a:rect b="b" l="l" r="r" t="t"/>
              <a:pathLst>
                <a:path extrusionOk="0" h="10009" w="4412">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2" name="Google Shape;4742;p95"/>
            <p:cNvSpPr/>
            <p:nvPr/>
          </p:nvSpPr>
          <p:spPr>
            <a:xfrm>
              <a:off x="2728671" y="1883663"/>
              <a:ext cx="109" cy="109"/>
            </a:xfrm>
            <a:custGeom>
              <a:rect b="b" l="l" r="r" t="t"/>
              <a:pathLst>
                <a:path extrusionOk="0" h="8" w="8">
                  <a:moveTo>
                    <a:pt x="1" y="7"/>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3" name="Google Shape;4743;p95"/>
            <p:cNvSpPr/>
            <p:nvPr/>
          </p:nvSpPr>
          <p:spPr>
            <a:xfrm>
              <a:off x="2729241" y="1883039"/>
              <a:ext cx="14" cy="68"/>
            </a:xfrm>
            <a:custGeom>
              <a:rect b="b" l="l" r="r" t="t"/>
              <a:pathLst>
                <a:path extrusionOk="0" h="5" w="1">
                  <a:moveTo>
                    <a:pt x="1" y="1"/>
                  </a:moveTo>
                  <a:lnTo>
                    <a:pt x="1" y="4"/>
                  </a:ln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4" name="Google Shape;4744;p95"/>
            <p:cNvSpPr/>
            <p:nvPr/>
          </p:nvSpPr>
          <p:spPr>
            <a:xfrm>
              <a:off x="2728155" y="1883989"/>
              <a:ext cx="149" cy="163"/>
            </a:xfrm>
            <a:custGeom>
              <a:rect b="b" l="l" r="r" t="t"/>
              <a:pathLst>
                <a:path extrusionOk="0" h="12" w="11">
                  <a:moveTo>
                    <a:pt x="0" y="1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5" name="Google Shape;4745;p95"/>
            <p:cNvSpPr/>
            <p:nvPr/>
          </p:nvSpPr>
          <p:spPr>
            <a:xfrm>
              <a:off x="2728820" y="1883568"/>
              <a:ext cx="54" cy="54"/>
            </a:xfrm>
            <a:custGeom>
              <a:rect b="b" l="l" r="r" t="t"/>
              <a:pathLst>
                <a:path extrusionOk="0" h="4" w="4">
                  <a:moveTo>
                    <a:pt x="0" y="4"/>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6" name="Google Shape;4746;p95"/>
            <p:cNvSpPr/>
            <p:nvPr/>
          </p:nvSpPr>
          <p:spPr>
            <a:xfrm>
              <a:off x="2728440" y="1883799"/>
              <a:ext cx="149" cy="109"/>
            </a:xfrm>
            <a:custGeom>
              <a:rect b="b" l="l" r="r" t="t"/>
              <a:pathLst>
                <a:path extrusionOk="0" h="8" w="11">
                  <a:moveTo>
                    <a:pt x="0" y="8"/>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7" name="Google Shape;4747;p95"/>
            <p:cNvSpPr/>
            <p:nvPr/>
          </p:nvSpPr>
          <p:spPr>
            <a:xfrm>
              <a:off x="2727341" y="1884518"/>
              <a:ext cx="299" cy="244"/>
            </a:xfrm>
            <a:custGeom>
              <a:rect b="b" l="l" r="r" t="t"/>
              <a:pathLst>
                <a:path extrusionOk="0" h="18" w="22">
                  <a:moveTo>
                    <a:pt x="1" y="18"/>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8" name="Google Shape;4748;p95"/>
            <p:cNvSpPr/>
            <p:nvPr/>
          </p:nvSpPr>
          <p:spPr>
            <a:xfrm>
              <a:off x="2727775" y="1884233"/>
              <a:ext cx="204" cy="204"/>
            </a:xfrm>
            <a:custGeom>
              <a:rect b="b" l="l" r="r" t="t"/>
              <a:pathLst>
                <a:path extrusionOk="0" h="15" w="15">
                  <a:moveTo>
                    <a:pt x="0" y="14"/>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9" name="Google Shape;4749;p95"/>
            <p:cNvSpPr/>
            <p:nvPr/>
          </p:nvSpPr>
          <p:spPr>
            <a:xfrm>
              <a:off x="2726825" y="1884844"/>
              <a:ext cx="394" cy="394"/>
            </a:xfrm>
            <a:custGeom>
              <a:rect b="b" l="l" r="r" t="t"/>
              <a:pathLst>
                <a:path extrusionOk="0" h="29" w="29">
                  <a:moveTo>
                    <a:pt x="0" y="29"/>
                  </a:moveTo>
                  <a:lnTo>
                    <a:pt x="0" y="29"/>
                  </a:lnTo>
                  <a:lnTo>
                    <a:pt x="2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0" name="Google Shape;4750;p95"/>
            <p:cNvSpPr/>
            <p:nvPr/>
          </p:nvSpPr>
          <p:spPr>
            <a:xfrm>
              <a:off x="2729296" y="1878531"/>
              <a:ext cx="1914" cy="4331"/>
            </a:xfrm>
            <a:custGeom>
              <a:rect b="b" l="l" r="r" t="t"/>
              <a:pathLst>
                <a:path extrusionOk="0" h="319" w="141">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1" name="Google Shape;4751;p95"/>
            <p:cNvSpPr/>
            <p:nvPr/>
          </p:nvSpPr>
          <p:spPr>
            <a:xfrm>
              <a:off x="2733668" y="1874675"/>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2" name="Google Shape;4752;p95"/>
            <p:cNvSpPr/>
            <p:nvPr/>
          </p:nvSpPr>
          <p:spPr>
            <a:xfrm>
              <a:off x="2760334" y="1831037"/>
              <a:ext cx="109" cy="68"/>
            </a:xfrm>
            <a:custGeom>
              <a:rect b="b" l="l" r="r" t="t"/>
              <a:pathLst>
                <a:path extrusionOk="0" h="5" w="8">
                  <a:moveTo>
                    <a:pt x="7"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3" name="Google Shape;4753;p95"/>
            <p:cNvSpPr/>
            <p:nvPr/>
          </p:nvSpPr>
          <p:spPr>
            <a:xfrm>
              <a:off x="2760565" y="1830806"/>
              <a:ext cx="109" cy="109"/>
            </a:xfrm>
            <a:custGeom>
              <a:rect b="b" l="l" r="r" t="t"/>
              <a:pathLst>
                <a:path extrusionOk="0" h="8" w="8">
                  <a:moveTo>
                    <a:pt x="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4" name="Google Shape;4754;p95"/>
            <p:cNvSpPr/>
            <p:nvPr/>
          </p:nvSpPr>
          <p:spPr>
            <a:xfrm>
              <a:off x="2760945" y="1830236"/>
              <a:ext cx="109" cy="109"/>
            </a:xfrm>
            <a:custGeom>
              <a:rect b="b" l="l" r="r" t="t"/>
              <a:pathLst>
                <a:path extrusionOk="0" h="8" w="8">
                  <a:moveTo>
                    <a:pt x="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5" name="Google Shape;4755;p95"/>
            <p:cNvSpPr/>
            <p:nvPr/>
          </p:nvSpPr>
          <p:spPr>
            <a:xfrm>
              <a:off x="2760089" y="1831227"/>
              <a:ext cx="109" cy="109"/>
            </a:xfrm>
            <a:custGeom>
              <a:rect b="b" l="l" r="r" t="t"/>
              <a:pathLst>
                <a:path extrusionOk="0" h="8" w="8">
                  <a:moveTo>
                    <a:pt x="8"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6" name="Google Shape;4756;p95"/>
            <p:cNvSpPr/>
            <p:nvPr/>
          </p:nvSpPr>
          <p:spPr>
            <a:xfrm>
              <a:off x="2760755" y="1830521"/>
              <a:ext cx="109" cy="109"/>
            </a:xfrm>
            <a:custGeom>
              <a:rect b="b" l="l" r="r" t="t"/>
              <a:pathLst>
                <a:path extrusionOk="0" h="8" w="8">
                  <a:moveTo>
                    <a:pt x="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7" name="Google Shape;4757;p95"/>
            <p:cNvSpPr/>
            <p:nvPr/>
          </p:nvSpPr>
          <p:spPr>
            <a:xfrm>
              <a:off x="2761135" y="1829951"/>
              <a:ext cx="68" cy="109"/>
            </a:xfrm>
            <a:custGeom>
              <a:rect b="b" l="l" r="r" t="t"/>
              <a:pathLst>
                <a:path extrusionOk="0" h="8" w="5">
                  <a:moveTo>
                    <a:pt x="4"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8" name="Google Shape;4758;p95"/>
            <p:cNvSpPr/>
            <p:nvPr/>
          </p:nvSpPr>
          <p:spPr>
            <a:xfrm>
              <a:off x="2755297" y="1836278"/>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9" name="Google Shape;4759;p95"/>
            <p:cNvSpPr/>
            <p:nvPr/>
          </p:nvSpPr>
          <p:spPr>
            <a:xfrm>
              <a:off x="2734374" y="1864885"/>
              <a:ext cx="1059" cy="5010"/>
            </a:xfrm>
            <a:custGeom>
              <a:rect b="b" l="l" r="r" t="t"/>
              <a:pathLst>
                <a:path extrusionOk="0" h="369" w="78">
                  <a:moveTo>
                    <a:pt x="78" y="1"/>
                  </a:moveTo>
                  <a:cubicBezTo>
                    <a:pt x="67" y="134"/>
                    <a:pt x="57" y="284"/>
                    <a:pt x="1" y="368"/>
                  </a:cubicBezTo>
                  <a:cubicBezTo>
                    <a:pt x="57" y="284"/>
                    <a:pt x="67" y="134"/>
                    <a:pt x="7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0" name="Google Shape;4760;p95"/>
            <p:cNvSpPr/>
            <p:nvPr/>
          </p:nvSpPr>
          <p:spPr>
            <a:xfrm>
              <a:off x="2731903" y="1878151"/>
              <a:ext cx="109" cy="14"/>
            </a:xfrm>
            <a:custGeom>
              <a:rect b="b" l="l" r="r" t="t"/>
              <a:pathLst>
                <a:path extrusionOk="0" h="1" w="8">
                  <a:moveTo>
                    <a:pt x="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1" name="Google Shape;4761;p95"/>
            <p:cNvSpPr/>
            <p:nvPr/>
          </p:nvSpPr>
          <p:spPr>
            <a:xfrm>
              <a:off x="2761135" y="1836658"/>
              <a:ext cx="204" cy="720"/>
            </a:xfrm>
            <a:custGeom>
              <a:rect b="b" l="l" r="r" t="t"/>
              <a:pathLst>
                <a:path extrusionOk="0" h="53" w="15">
                  <a:moveTo>
                    <a:pt x="15" y="0"/>
                  </a:moveTo>
                  <a:cubicBezTo>
                    <a:pt x="15" y="18"/>
                    <a:pt x="11" y="39"/>
                    <a:pt x="1" y="53"/>
                  </a:cubicBezTo>
                  <a:cubicBezTo>
                    <a:pt x="11" y="39"/>
                    <a:pt x="15" y="18"/>
                    <a:pt x="1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2" name="Google Shape;4762;p95"/>
            <p:cNvSpPr/>
            <p:nvPr/>
          </p:nvSpPr>
          <p:spPr>
            <a:xfrm>
              <a:off x="2755527" y="1836128"/>
              <a:ext cx="204" cy="68"/>
            </a:xfrm>
            <a:custGeom>
              <a:rect b="b" l="l" r="r" t="t"/>
              <a:pathLst>
                <a:path extrusionOk="0" h="5" w="15">
                  <a:moveTo>
                    <a:pt x="15"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3" name="Google Shape;4763;p95"/>
            <p:cNvSpPr/>
            <p:nvPr/>
          </p:nvSpPr>
          <p:spPr>
            <a:xfrm>
              <a:off x="2761990" y="1827805"/>
              <a:ext cx="14" cy="109"/>
            </a:xfrm>
            <a:custGeom>
              <a:rect b="b" l="l" r="r" t="t"/>
              <a:pathLst>
                <a:path extrusionOk="0" h="8" w="1">
                  <a:moveTo>
                    <a:pt x="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4" name="Google Shape;4764;p95"/>
            <p:cNvSpPr/>
            <p:nvPr/>
          </p:nvSpPr>
          <p:spPr>
            <a:xfrm>
              <a:off x="2762045" y="1827615"/>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5" name="Google Shape;4765;p95"/>
            <p:cNvSpPr/>
            <p:nvPr/>
          </p:nvSpPr>
          <p:spPr>
            <a:xfrm>
              <a:off x="2732717" y="1877716"/>
              <a:ext cx="14" cy="68"/>
            </a:xfrm>
            <a:custGeom>
              <a:rect b="b" l="l" r="r" t="t"/>
              <a:pathLst>
                <a:path extrusionOk="0" h="5" w="1">
                  <a:moveTo>
                    <a:pt x="0"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6" name="Google Shape;4766;p95"/>
            <p:cNvSpPr/>
            <p:nvPr/>
          </p:nvSpPr>
          <p:spPr>
            <a:xfrm>
              <a:off x="2761895" y="1828050"/>
              <a:ext cx="14" cy="109"/>
            </a:xfrm>
            <a:custGeom>
              <a:rect b="b" l="l" r="r" t="t"/>
              <a:pathLst>
                <a:path extrusionOk="0" h="8" w="1">
                  <a:moveTo>
                    <a:pt x="1"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7" name="Google Shape;4767;p95"/>
            <p:cNvSpPr/>
            <p:nvPr/>
          </p:nvSpPr>
          <p:spPr>
            <a:xfrm>
              <a:off x="2761325" y="1829665"/>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8" name="Google Shape;4768;p95"/>
            <p:cNvSpPr/>
            <p:nvPr/>
          </p:nvSpPr>
          <p:spPr>
            <a:xfrm>
              <a:off x="2732188" y="1878056"/>
              <a:ext cx="68" cy="14"/>
            </a:xfrm>
            <a:custGeom>
              <a:rect b="b" l="l" r="r" t="t"/>
              <a:pathLst>
                <a:path extrusionOk="0" h="1" w="5">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9" name="Google Shape;4769;p95"/>
            <p:cNvSpPr/>
            <p:nvPr/>
          </p:nvSpPr>
          <p:spPr>
            <a:xfrm>
              <a:off x="2761855" y="1828335"/>
              <a:ext cx="14" cy="109"/>
            </a:xfrm>
            <a:custGeom>
              <a:rect b="b" l="l" r="r" t="t"/>
              <a:pathLst>
                <a:path extrusionOk="0" h="8" w="1">
                  <a:moveTo>
                    <a:pt x="0"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0" name="Google Shape;4770;p95"/>
            <p:cNvSpPr/>
            <p:nvPr/>
          </p:nvSpPr>
          <p:spPr>
            <a:xfrm>
              <a:off x="2761474" y="1829231"/>
              <a:ext cx="54" cy="109"/>
            </a:xfrm>
            <a:custGeom>
              <a:rect b="b" l="l" r="r" t="t"/>
              <a:pathLst>
                <a:path extrusionOk="0" h="8" w="4">
                  <a:moveTo>
                    <a:pt x="4"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1" name="Google Shape;4771;p95"/>
            <p:cNvSpPr/>
            <p:nvPr/>
          </p:nvSpPr>
          <p:spPr>
            <a:xfrm>
              <a:off x="2761610" y="1828905"/>
              <a:ext cx="68" cy="109"/>
            </a:xfrm>
            <a:custGeom>
              <a:rect b="b" l="l" r="r" t="t"/>
              <a:pathLst>
                <a:path extrusionOk="0" h="8" w="5">
                  <a:moveTo>
                    <a:pt x="4"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2" name="Google Shape;4772;p95"/>
            <p:cNvSpPr/>
            <p:nvPr/>
          </p:nvSpPr>
          <p:spPr>
            <a:xfrm>
              <a:off x="2761705" y="1828620"/>
              <a:ext cx="68" cy="109"/>
            </a:xfrm>
            <a:custGeom>
              <a:rect b="b" l="l" r="r" t="t"/>
              <a:pathLst>
                <a:path extrusionOk="0" h="8" w="5">
                  <a:moveTo>
                    <a:pt x="4"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3" name="Google Shape;4773;p95"/>
            <p:cNvSpPr/>
            <p:nvPr/>
          </p:nvSpPr>
          <p:spPr>
            <a:xfrm>
              <a:off x="2732473" y="1877906"/>
              <a:ext cx="68" cy="14"/>
            </a:xfrm>
            <a:custGeom>
              <a:rect b="b" l="l" r="r" t="t"/>
              <a:pathLst>
                <a:path extrusionOk="0" h="1" w="5">
                  <a:moveTo>
                    <a:pt x="4"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4" name="Google Shape;4774;p95"/>
            <p:cNvSpPr/>
            <p:nvPr/>
          </p:nvSpPr>
          <p:spPr>
            <a:xfrm>
              <a:off x="2731197" y="1878151"/>
              <a:ext cx="434" cy="394"/>
            </a:xfrm>
            <a:custGeom>
              <a:rect b="b" l="l" r="r" t="t"/>
              <a:pathLst>
                <a:path extrusionOk="0" h="29" w="32">
                  <a:moveTo>
                    <a:pt x="32" y="0"/>
                  </a:moveTo>
                  <a:cubicBezTo>
                    <a:pt x="25" y="4"/>
                    <a:pt x="21" y="4"/>
                    <a:pt x="21" y="7"/>
                  </a:cubicBezTo>
                  <a:lnTo>
                    <a:pt x="0" y="28"/>
                  </a:lnTo>
                  <a:cubicBezTo>
                    <a:pt x="11" y="18"/>
                    <a:pt x="18" y="11"/>
                    <a:pt x="3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5" name="Google Shape;4775;p95"/>
            <p:cNvSpPr/>
            <p:nvPr/>
          </p:nvSpPr>
          <p:spPr>
            <a:xfrm>
              <a:off x="2755867" y="1836088"/>
              <a:ext cx="204" cy="14"/>
            </a:xfrm>
            <a:custGeom>
              <a:rect b="b" l="l" r="r" t="t"/>
              <a:pathLst>
                <a:path extrusionOk="0" h="1" w="15">
                  <a:moveTo>
                    <a:pt x="0" y="0"/>
                  </a:moveTo>
                  <a:cubicBezTo>
                    <a:pt x="4" y="0"/>
                    <a:pt x="7" y="0"/>
                    <a:pt x="14" y="0"/>
                  </a:cubicBezTo>
                  <a:lnTo>
                    <a:pt x="14" y="0"/>
                  </a:lnTo>
                  <a:cubicBezTo>
                    <a:pt x="7" y="0"/>
                    <a:pt x="4" y="0"/>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6" name="Google Shape;4776;p95"/>
            <p:cNvSpPr/>
            <p:nvPr/>
          </p:nvSpPr>
          <p:spPr>
            <a:xfrm>
              <a:off x="2730911" y="1878246"/>
              <a:ext cx="584" cy="625"/>
            </a:xfrm>
            <a:custGeom>
              <a:rect b="b" l="l" r="r" t="t"/>
              <a:pathLst>
                <a:path extrusionOk="0" h="46" w="43">
                  <a:moveTo>
                    <a:pt x="42" y="0"/>
                  </a:moveTo>
                  <a:lnTo>
                    <a:pt x="42" y="0"/>
                  </a:lnTo>
                  <a:cubicBezTo>
                    <a:pt x="25" y="14"/>
                    <a:pt x="11" y="28"/>
                    <a:pt x="0" y="46"/>
                  </a:cubicBezTo>
                  <a:lnTo>
                    <a:pt x="21" y="25"/>
                  </a:lnTo>
                  <a:lnTo>
                    <a:pt x="21" y="21"/>
                  </a:lnTo>
                  <a:lnTo>
                    <a:pt x="4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7" name="Google Shape;4777;p95"/>
            <p:cNvSpPr/>
            <p:nvPr/>
          </p:nvSpPr>
          <p:spPr>
            <a:xfrm>
              <a:off x="2705196" y="1828905"/>
              <a:ext cx="20163" cy="10197"/>
            </a:xfrm>
            <a:custGeom>
              <a:rect b="b" l="l" r="r" t="t"/>
              <a:pathLst>
                <a:path extrusionOk="0" h="751" w="1485">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8" name="Google Shape;4778;p95"/>
            <p:cNvSpPr/>
            <p:nvPr/>
          </p:nvSpPr>
          <p:spPr>
            <a:xfrm>
              <a:off x="2713179" y="1838314"/>
              <a:ext cx="489" cy="163"/>
            </a:xfrm>
            <a:custGeom>
              <a:rect b="b" l="l" r="r" t="t"/>
              <a:pathLst>
                <a:path extrusionOk="0" h="12" w="36">
                  <a:moveTo>
                    <a:pt x="36"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9" name="Google Shape;4779;p95"/>
            <p:cNvSpPr/>
            <p:nvPr/>
          </p:nvSpPr>
          <p:spPr>
            <a:xfrm>
              <a:off x="2712039" y="1838178"/>
              <a:ext cx="489" cy="54"/>
            </a:xfrm>
            <a:custGeom>
              <a:rect b="b" l="l" r="r" t="t"/>
              <a:pathLst>
                <a:path extrusionOk="0" h="4" w="36">
                  <a:moveTo>
                    <a:pt x="1" y="0"/>
                  </a:moveTo>
                  <a:cubicBezTo>
                    <a:pt x="11" y="0"/>
                    <a:pt x="25" y="4"/>
                    <a:pt x="36" y="4"/>
                  </a:cubicBezTo>
                  <a:cubicBezTo>
                    <a:pt x="25" y="0"/>
                    <a:pt x="11" y="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0" name="Google Shape;4780;p95"/>
            <p:cNvSpPr/>
            <p:nvPr/>
          </p:nvSpPr>
          <p:spPr>
            <a:xfrm>
              <a:off x="2713804" y="1838504"/>
              <a:ext cx="489" cy="163"/>
            </a:xfrm>
            <a:custGeom>
              <a:rect b="b" l="l" r="r" t="t"/>
              <a:pathLst>
                <a:path extrusionOk="0" h="12" w="36">
                  <a:moveTo>
                    <a:pt x="35"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1" name="Google Shape;4781;p95"/>
            <p:cNvSpPr/>
            <p:nvPr/>
          </p:nvSpPr>
          <p:spPr>
            <a:xfrm>
              <a:off x="2711523" y="1838178"/>
              <a:ext cx="394" cy="14"/>
            </a:xfrm>
            <a:custGeom>
              <a:rect b="b" l="l" r="r" t="t"/>
              <a:pathLst>
                <a:path extrusionOk="0" h="1" w="29">
                  <a:moveTo>
                    <a:pt x="0" y="0"/>
                  </a:moveTo>
                  <a:lnTo>
                    <a:pt x="28" y="0"/>
                  </a:lnTo>
                  <a:cubicBezTo>
                    <a:pt x="18" y="0"/>
                    <a:pt x="11" y="0"/>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2" name="Google Shape;4782;p95"/>
            <p:cNvSpPr/>
            <p:nvPr/>
          </p:nvSpPr>
          <p:spPr>
            <a:xfrm>
              <a:off x="2723403" y="1831851"/>
              <a:ext cx="394" cy="679"/>
            </a:xfrm>
            <a:custGeom>
              <a:rect b="b" l="l" r="r" t="t"/>
              <a:pathLst>
                <a:path extrusionOk="0" h="50" w="29">
                  <a:moveTo>
                    <a:pt x="18" y="49"/>
                  </a:moveTo>
                  <a:lnTo>
                    <a:pt x="0" y="11"/>
                  </a:lnTo>
                  <a:lnTo>
                    <a:pt x="28" y="0"/>
                  </a:ln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3" name="Google Shape;4783;p95"/>
            <p:cNvSpPr/>
            <p:nvPr/>
          </p:nvSpPr>
          <p:spPr>
            <a:xfrm>
              <a:off x="2706051" y="1837079"/>
              <a:ext cx="2105" cy="638"/>
            </a:xfrm>
            <a:custGeom>
              <a:rect b="b" l="l" r="r" t="t"/>
              <a:pathLst>
                <a:path extrusionOk="0" h="47" w="155">
                  <a:moveTo>
                    <a:pt x="0" y="1"/>
                  </a:moveTo>
                  <a:cubicBezTo>
                    <a:pt x="56" y="1"/>
                    <a:pt x="109" y="15"/>
                    <a:pt x="154" y="46"/>
                  </a:cubicBezTo>
                  <a:cubicBezTo>
                    <a:pt x="109" y="15"/>
                    <a:pt x="56"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4" name="Google Shape;4784;p95"/>
            <p:cNvSpPr/>
            <p:nvPr/>
          </p:nvSpPr>
          <p:spPr>
            <a:xfrm>
              <a:off x="2710857" y="1838219"/>
              <a:ext cx="530" cy="109"/>
            </a:xfrm>
            <a:custGeom>
              <a:rect b="b" l="l" r="r" t="t"/>
              <a:pathLst>
                <a:path extrusionOk="0" h="8" w="39">
                  <a:moveTo>
                    <a:pt x="39" y="1"/>
                  </a:moveTo>
                  <a:cubicBezTo>
                    <a:pt x="28" y="1"/>
                    <a:pt x="14" y="4"/>
                    <a:pt x="0" y="8"/>
                  </a:cubicBezTo>
                  <a:cubicBezTo>
                    <a:pt x="14" y="4"/>
                    <a:pt x="28" y="1"/>
                    <a:pt x="3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5" name="Google Shape;4785;p95"/>
            <p:cNvSpPr/>
            <p:nvPr/>
          </p:nvSpPr>
          <p:spPr>
            <a:xfrm>
              <a:off x="2712568" y="1838219"/>
              <a:ext cx="584" cy="109"/>
            </a:xfrm>
            <a:custGeom>
              <a:rect b="b" l="l" r="r" t="t"/>
              <a:pathLst>
                <a:path extrusionOk="0" h="8" w="43">
                  <a:moveTo>
                    <a:pt x="42" y="8"/>
                  </a:moveTo>
                  <a:cubicBezTo>
                    <a:pt x="28" y="4"/>
                    <a:pt x="14" y="1"/>
                    <a:pt x="0" y="1"/>
                  </a:cubicBezTo>
                  <a:cubicBezTo>
                    <a:pt x="14" y="1"/>
                    <a:pt x="28" y="4"/>
                    <a:pt x="42"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6" name="Google Shape;4786;p95"/>
            <p:cNvSpPr/>
            <p:nvPr/>
          </p:nvSpPr>
          <p:spPr>
            <a:xfrm>
              <a:off x="2798745" y="1868022"/>
              <a:ext cx="52056" cy="110847"/>
            </a:xfrm>
            <a:custGeom>
              <a:rect b="b" l="l" r="r" t="t"/>
              <a:pathLst>
                <a:path extrusionOk="0" h="8164" w="3834">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7" name="Google Shape;4787;p95"/>
            <p:cNvSpPr/>
            <p:nvPr/>
          </p:nvSpPr>
          <p:spPr>
            <a:xfrm>
              <a:off x="2799356" y="1936670"/>
              <a:ext cx="40800" cy="29477"/>
            </a:xfrm>
            <a:custGeom>
              <a:rect b="b" l="l" r="r" t="t"/>
              <a:pathLst>
                <a:path extrusionOk="0" h="2171" w="3005">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8" name="Google Shape;4788;p95"/>
            <p:cNvSpPr/>
            <p:nvPr/>
          </p:nvSpPr>
          <p:spPr>
            <a:xfrm>
              <a:off x="2816708" y="1965033"/>
              <a:ext cx="204" cy="163"/>
            </a:xfrm>
            <a:custGeom>
              <a:rect b="b" l="l" r="r" t="t"/>
              <a:pathLst>
                <a:path extrusionOk="0" h="12" w="15">
                  <a:moveTo>
                    <a:pt x="14"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9" name="Google Shape;4789;p95"/>
            <p:cNvSpPr/>
            <p:nvPr/>
          </p:nvSpPr>
          <p:spPr>
            <a:xfrm>
              <a:off x="2815798" y="1965563"/>
              <a:ext cx="299" cy="149"/>
            </a:xfrm>
            <a:custGeom>
              <a:rect b="b" l="l" r="r" t="t"/>
              <a:pathLst>
                <a:path extrusionOk="0" h="11" w="22">
                  <a:moveTo>
                    <a:pt x="22"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0" name="Google Shape;4790;p95"/>
            <p:cNvSpPr/>
            <p:nvPr/>
          </p:nvSpPr>
          <p:spPr>
            <a:xfrm>
              <a:off x="2817033" y="1964802"/>
              <a:ext cx="204" cy="149"/>
            </a:xfrm>
            <a:custGeom>
              <a:rect b="b" l="l" r="r" t="t"/>
              <a:pathLst>
                <a:path extrusionOk="0" h="11" w="15">
                  <a:moveTo>
                    <a:pt x="15"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1" name="Google Shape;4791;p95"/>
            <p:cNvSpPr/>
            <p:nvPr/>
          </p:nvSpPr>
          <p:spPr>
            <a:xfrm>
              <a:off x="2815133" y="1965848"/>
              <a:ext cx="448" cy="204"/>
            </a:xfrm>
            <a:custGeom>
              <a:rect b="b" l="l" r="r" t="t"/>
              <a:pathLst>
                <a:path extrusionOk="0" h="15" w="33">
                  <a:moveTo>
                    <a:pt x="32" y="0"/>
                  </a:move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2" name="Google Shape;4792;p95"/>
            <p:cNvSpPr/>
            <p:nvPr/>
          </p:nvSpPr>
          <p:spPr>
            <a:xfrm>
              <a:off x="2816273" y="1965277"/>
              <a:ext cx="258" cy="149"/>
            </a:xfrm>
            <a:custGeom>
              <a:rect b="b" l="l" r="r" t="t"/>
              <a:pathLst>
                <a:path extrusionOk="0" h="11" w="19">
                  <a:moveTo>
                    <a:pt x="18"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3" name="Google Shape;4793;p95"/>
            <p:cNvSpPr/>
            <p:nvPr/>
          </p:nvSpPr>
          <p:spPr>
            <a:xfrm>
              <a:off x="2818364" y="196370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4" name="Google Shape;4794;p95"/>
            <p:cNvSpPr/>
            <p:nvPr/>
          </p:nvSpPr>
          <p:spPr>
            <a:xfrm>
              <a:off x="2838147" y="1943839"/>
              <a:ext cx="625" cy="1059"/>
            </a:xfrm>
            <a:custGeom>
              <a:rect b="b" l="l" r="r" t="t"/>
              <a:pathLst>
                <a:path extrusionOk="0" h="78" w="46">
                  <a:moveTo>
                    <a:pt x="0" y="0"/>
                  </a:moveTo>
                  <a:cubicBezTo>
                    <a:pt x="14" y="28"/>
                    <a:pt x="28" y="53"/>
                    <a:pt x="46" y="77"/>
                  </a:cubicBezTo>
                  <a:cubicBezTo>
                    <a:pt x="28" y="53"/>
                    <a:pt x="14" y="28"/>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5" name="Google Shape;4795;p95"/>
            <p:cNvSpPr/>
            <p:nvPr/>
          </p:nvSpPr>
          <p:spPr>
            <a:xfrm>
              <a:off x="2818364" y="1963702"/>
              <a:ext cx="14" cy="68"/>
            </a:xfrm>
            <a:custGeom>
              <a:rect b="b" l="l" r="r" t="t"/>
              <a:pathLst>
                <a:path extrusionOk="0" h="5" w="1">
                  <a:moveTo>
                    <a:pt x="1"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6" name="Google Shape;4796;p95"/>
            <p:cNvSpPr/>
            <p:nvPr/>
          </p:nvSpPr>
          <p:spPr>
            <a:xfrm>
              <a:off x="2818364" y="196370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7" name="Google Shape;4797;p95"/>
            <p:cNvSpPr/>
            <p:nvPr/>
          </p:nvSpPr>
          <p:spPr>
            <a:xfrm>
              <a:off x="2836096" y="1936710"/>
              <a:ext cx="2064" cy="7142"/>
            </a:xfrm>
            <a:custGeom>
              <a:rect b="b" l="l" r="r" t="t"/>
              <a:pathLst>
                <a:path extrusionOk="0" h="526" w="152">
                  <a:moveTo>
                    <a:pt x="1" y="0"/>
                  </a:moveTo>
                  <a:lnTo>
                    <a:pt x="1" y="0"/>
                  </a:lnTo>
                  <a:cubicBezTo>
                    <a:pt x="11" y="186"/>
                    <a:pt x="64" y="364"/>
                    <a:pt x="151" y="525"/>
                  </a:cubicBezTo>
                  <a:cubicBezTo>
                    <a:pt x="64" y="364"/>
                    <a:pt x="11" y="186"/>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8" name="Google Shape;4798;p95"/>
            <p:cNvSpPr/>
            <p:nvPr/>
          </p:nvSpPr>
          <p:spPr>
            <a:xfrm>
              <a:off x="2817373" y="1964612"/>
              <a:ext cx="149" cy="109"/>
            </a:xfrm>
            <a:custGeom>
              <a:rect b="b" l="l" r="r" t="t"/>
              <a:pathLst>
                <a:path extrusionOk="0" h="8" w="11">
                  <a:moveTo>
                    <a:pt x="11"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9" name="Google Shape;4799;p95"/>
            <p:cNvSpPr/>
            <p:nvPr/>
          </p:nvSpPr>
          <p:spPr>
            <a:xfrm>
              <a:off x="2818364" y="1962616"/>
              <a:ext cx="543" cy="1005"/>
            </a:xfrm>
            <a:custGeom>
              <a:rect b="b" l="l" r="r" t="t"/>
              <a:pathLst>
                <a:path extrusionOk="0" h="74" w="40">
                  <a:moveTo>
                    <a:pt x="1" y="74"/>
                  </a:moveTo>
                  <a:cubicBezTo>
                    <a:pt x="4" y="46"/>
                    <a:pt x="15" y="18"/>
                    <a:pt x="39" y="0"/>
                  </a:cubicBezTo>
                  <a:cubicBezTo>
                    <a:pt x="15" y="18"/>
                    <a:pt x="4" y="46"/>
                    <a:pt x="1" y="7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0" name="Google Shape;4800;p95"/>
            <p:cNvSpPr/>
            <p:nvPr/>
          </p:nvSpPr>
          <p:spPr>
            <a:xfrm>
              <a:off x="2818133" y="1963947"/>
              <a:ext cx="109" cy="109"/>
            </a:xfrm>
            <a:custGeom>
              <a:rect b="b" l="l" r="r" t="t"/>
              <a:pathLst>
                <a:path extrusionOk="0" h="8" w="8">
                  <a:moveTo>
                    <a:pt x="7"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1" name="Google Shape;4801;p95"/>
            <p:cNvSpPr/>
            <p:nvPr/>
          </p:nvSpPr>
          <p:spPr>
            <a:xfrm>
              <a:off x="2817848" y="1964273"/>
              <a:ext cx="109" cy="109"/>
            </a:xfrm>
            <a:custGeom>
              <a:rect b="b" l="l" r="r" t="t"/>
              <a:pathLst>
                <a:path extrusionOk="0" h="8" w="8">
                  <a:moveTo>
                    <a:pt x="7"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2" name="Google Shape;4802;p95"/>
            <p:cNvSpPr/>
            <p:nvPr/>
          </p:nvSpPr>
          <p:spPr>
            <a:xfrm>
              <a:off x="2817604" y="1964422"/>
              <a:ext cx="163" cy="109"/>
            </a:xfrm>
            <a:custGeom>
              <a:rect b="b" l="l" r="r" t="t"/>
              <a:pathLst>
                <a:path extrusionOk="0" h="8" w="12">
                  <a:moveTo>
                    <a:pt x="11"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3" name="Google Shape;4803;p95"/>
            <p:cNvSpPr/>
            <p:nvPr/>
          </p:nvSpPr>
          <p:spPr>
            <a:xfrm>
              <a:off x="2817984" y="1964083"/>
              <a:ext cx="109" cy="109"/>
            </a:xfrm>
            <a:custGeom>
              <a:rect b="b" l="l" r="r" t="t"/>
              <a:pathLst>
                <a:path extrusionOk="0" h="8" w="8">
                  <a:moveTo>
                    <a:pt x="8"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4" name="Google Shape;4804;p95"/>
            <p:cNvSpPr/>
            <p:nvPr/>
          </p:nvSpPr>
          <p:spPr>
            <a:xfrm>
              <a:off x="2818228" y="1963852"/>
              <a:ext cx="54" cy="109"/>
            </a:xfrm>
            <a:custGeom>
              <a:rect b="b" l="l" r="r" t="t"/>
              <a:pathLst>
                <a:path extrusionOk="0" h="8" w="4">
                  <a:moveTo>
                    <a:pt x="4"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5" name="Google Shape;4805;p95"/>
            <p:cNvSpPr/>
            <p:nvPr/>
          </p:nvSpPr>
          <p:spPr>
            <a:xfrm>
              <a:off x="2818323" y="1963757"/>
              <a:ext cx="14" cy="109"/>
            </a:xfrm>
            <a:custGeom>
              <a:rect b="b" l="l" r="r" t="t"/>
              <a:pathLst>
                <a:path extrusionOk="0" h="8" w="1">
                  <a:moveTo>
                    <a:pt x="0"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6" name="Google Shape;4806;p95"/>
            <p:cNvSpPr/>
            <p:nvPr/>
          </p:nvSpPr>
          <p:spPr>
            <a:xfrm>
              <a:off x="2784244" y="1875299"/>
              <a:ext cx="52436" cy="63936"/>
            </a:xfrm>
            <a:custGeom>
              <a:rect b="b" l="l" r="r" t="t"/>
              <a:pathLst>
                <a:path extrusionOk="0" h="4709" w="3862">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7" name="Google Shape;4807;p95"/>
            <p:cNvSpPr/>
            <p:nvPr/>
          </p:nvSpPr>
          <p:spPr>
            <a:xfrm>
              <a:off x="2786525" y="1885469"/>
              <a:ext cx="54" cy="204"/>
            </a:xfrm>
            <a:custGeom>
              <a:rect b="b" l="l" r="r" t="t"/>
              <a:pathLst>
                <a:path extrusionOk="0" h="15" w="4">
                  <a:moveTo>
                    <a:pt x="4" y="0"/>
                  </a:moveTo>
                  <a:lnTo>
                    <a:pt x="0"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8" name="Google Shape;4808;p95"/>
            <p:cNvSpPr/>
            <p:nvPr/>
          </p:nvSpPr>
          <p:spPr>
            <a:xfrm>
              <a:off x="2788086" y="1882998"/>
              <a:ext cx="163" cy="204"/>
            </a:xfrm>
            <a:custGeom>
              <a:rect b="b" l="l" r="r" t="t"/>
              <a:pathLst>
                <a:path extrusionOk="0" h="15" w="12">
                  <a:moveTo>
                    <a:pt x="11" y="0"/>
                  </a:move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9" name="Google Shape;4809;p95"/>
            <p:cNvSpPr/>
            <p:nvPr/>
          </p:nvSpPr>
          <p:spPr>
            <a:xfrm>
              <a:off x="2785615" y="1887981"/>
              <a:ext cx="109" cy="163"/>
            </a:xfrm>
            <a:custGeom>
              <a:rect b="b" l="l" r="r" t="t"/>
              <a:pathLst>
                <a:path extrusionOk="0" h="12" w="8">
                  <a:moveTo>
                    <a:pt x="8"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0" name="Google Shape;4810;p95"/>
            <p:cNvSpPr/>
            <p:nvPr/>
          </p:nvSpPr>
          <p:spPr>
            <a:xfrm>
              <a:off x="2788996" y="1881857"/>
              <a:ext cx="109" cy="149"/>
            </a:xfrm>
            <a:custGeom>
              <a:rect b="b" l="l" r="r" t="t"/>
              <a:pathLst>
                <a:path extrusionOk="0" h="11" w="8">
                  <a:moveTo>
                    <a:pt x="7"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1" name="Google Shape;4811;p95"/>
            <p:cNvSpPr/>
            <p:nvPr/>
          </p:nvSpPr>
          <p:spPr>
            <a:xfrm>
              <a:off x="2788371" y="1882618"/>
              <a:ext cx="163" cy="149"/>
            </a:xfrm>
            <a:custGeom>
              <a:rect b="b" l="l" r="r" t="t"/>
              <a:pathLst>
                <a:path extrusionOk="0" h="11" w="12">
                  <a:moveTo>
                    <a:pt x="11"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2" name="Google Shape;4812;p95"/>
            <p:cNvSpPr/>
            <p:nvPr/>
          </p:nvSpPr>
          <p:spPr>
            <a:xfrm>
              <a:off x="2786185" y="1886514"/>
              <a:ext cx="14" cy="149"/>
            </a:xfrm>
            <a:custGeom>
              <a:rect b="b" l="l" r="r" t="t"/>
              <a:pathLst>
                <a:path extrusionOk="0" h="11" w="1">
                  <a:moveTo>
                    <a:pt x="1" y="0"/>
                  </a:moveTo>
                  <a:cubicBezTo>
                    <a:pt x="1" y="4"/>
                    <a:pt x="1" y="7"/>
                    <a:pt x="1" y="11"/>
                  </a:cubicBezTo>
                  <a:cubicBezTo>
                    <a:pt x="1" y="7"/>
                    <a:pt x="1"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3" name="Google Shape;4813;p95"/>
            <p:cNvSpPr/>
            <p:nvPr/>
          </p:nvSpPr>
          <p:spPr>
            <a:xfrm>
              <a:off x="2786376" y="1885795"/>
              <a:ext cx="68" cy="163"/>
            </a:xfrm>
            <a:custGeom>
              <a:rect b="b" l="l" r="r" t="t"/>
              <a:pathLst>
                <a:path extrusionOk="0" h="12" w="5">
                  <a:moveTo>
                    <a:pt x="4"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4" name="Google Shape;4814;p95"/>
            <p:cNvSpPr/>
            <p:nvPr/>
          </p:nvSpPr>
          <p:spPr>
            <a:xfrm>
              <a:off x="2786280" y="1886039"/>
              <a:ext cx="68" cy="149"/>
            </a:xfrm>
            <a:custGeom>
              <a:rect b="b" l="l" r="r" t="t"/>
              <a:pathLst>
                <a:path extrusionOk="0" h="11" w="5">
                  <a:moveTo>
                    <a:pt x="4"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5" name="Google Shape;4815;p95"/>
            <p:cNvSpPr/>
            <p:nvPr/>
          </p:nvSpPr>
          <p:spPr>
            <a:xfrm>
              <a:off x="2787801" y="1883378"/>
              <a:ext cx="163" cy="204"/>
            </a:xfrm>
            <a:custGeom>
              <a:rect b="b" l="l" r="r" t="t"/>
              <a:pathLst>
                <a:path extrusionOk="0" h="15" w="12">
                  <a:moveTo>
                    <a:pt x="11" y="0"/>
                  </a:move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6" name="Google Shape;4816;p95"/>
            <p:cNvSpPr/>
            <p:nvPr/>
          </p:nvSpPr>
          <p:spPr>
            <a:xfrm>
              <a:off x="2788657" y="1882237"/>
              <a:ext cx="163" cy="149"/>
            </a:xfrm>
            <a:custGeom>
              <a:rect b="b" l="l" r="r" t="t"/>
              <a:pathLst>
                <a:path extrusionOk="0" h="11" w="12">
                  <a:moveTo>
                    <a:pt x="11"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7" name="Google Shape;4817;p95"/>
            <p:cNvSpPr/>
            <p:nvPr/>
          </p:nvSpPr>
          <p:spPr>
            <a:xfrm>
              <a:off x="2786185" y="1886270"/>
              <a:ext cx="68" cy="163"/>
            </a:xfrm>
            <a:custGeom>
              <a:rect b="b" l="l" r="r" t="t"/>
              <a:pathLst>
                <a:path extrusionOk="0" h="12" w="5">
                  <a:moveTo>
                    <a:pt x="4" y="1"/>
                  </a:moveTo>
                  <a:cubicBezTo>
                    <a:pt x="1" y="4"/>
                    <a:pt x="1" y="8"/>
                    <a:pt x="1" y="11"/>
                  </a:cubicBezTo>
                  <a:cubicBezTo>
                    <a:pt x="4" y="8"/>
                    <a:pt x="4" y="4"/>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8" name="Google Shape;4818;p95"/>
            <p:cNvSpPr/>
            <p:nvPr/>
          </p:nvSpPr>
          <p:spPr>
            <a:xfrm>
              <a:off x="2785289" y="1888320"/>
              <a:ext cx="109" cy="109"/>
            </a:xfrm>
            <a:custGeom>
              <a:rect b="b" l="l" r="r" t="t"/>
              <a:pathLst>
                <a:path extrusionOk="0" h="8" w="8">
                  <a:moveTo>
                    <a:pt x="7"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9" name="Google Shape;4819;p95"/>
            <p:cNvSpPr/>
            <p:nvPr/>
          </p:nvSpPr>
          <p:spPr>
            <a:xfrm>
              <a:off x="2786050" y="1887180"/>
              <a:ext cx="54" cy="149"/>
            </a:xfrm>
            <a:custGeom>
              <a:rect b="b" l="l" r="r" t="t"/>
              <a:pathLst>
                <a:path extrusionOk="0" h="11" w="4">
                  <a:moveTo>
                    <a:pt x="4" y="0"/>
                  </a:moveTo>
                  <a:cubicBezTo>
                    <a:pt x="4" y="4"/>
                    <a:pt x="0" y="7"/>
                    <a:pt x="0" y="11"/>
                  </a:cubicBezTo>
                  <a:cubicBezTo>
                    <a:pt x="0" y="7"/>
                    <a:pt x="4" y="4"/>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0" name="Google Shape;4820;p95"/>
            <p:cNvSpPr/>
            <p:nvPr/>
          </p:nvSpPr>
          <p:spPr>
            <a:xfrm>
              <a:off x="2785860" y="1887601"/>
              <a:ext cx="109" cy="163"/>
            </a:xfrm>
            <a:custGeom>
              <a:rect b="b" l="l" r="r" t="t"/>
              <a:pathLst>
                <a:path extrusionOk="0" h="12" w="8">
                  <a:moveTo>
                    <a:pt x="7"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1" name="Google Shape;4821;p95"/>
            <p:cNvSpPr/>
            <p:nvPr/>
          </p:nvSpPr>
          <p:spPr>
            <a:xfrm>
              <a:off x="2787570" y="1883758"/>
              <a:ext cx="109" cy="204"/>
            </a:xfrm>
            <a:custGeom>
              <a:rect b="b" l="l" r="r" t="t"/>
              <a:pathLst>
                <a:path extrusionOk="0" h="15" w="8">
                  <a:moveTo>
                    <a:pt x="7" y="0"/>
                  </a:moveTo>
                  <a:lnTo>
                    <a:pt x="0"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2" name="Google Shape;4822;p95"/>
            <p:cNvSpPr/>
            <p:nvPr/>
          </p:nvSpPr>
          <p:spPr>
            <a:xfrm>
              <a:off x="2789281" y="1881572"/>
              <a:ext cx="54" cy="109"/>
            </a:xfrm>
            <a:custGeom>
              <a:rect b="b" l="l" r="r" t="t"/>
              <a:pathLst>
                <a:path extrusionOk="0" h="8" w="4">
                  <a:moveTo>
                    <a:pt x="0" y="7"/>
                  </a:moveTo>
                  <a:lnTo>
                    <a:pt x="4" y="0"/>
                  </a:ln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3" name="Google Shape;4823;p95"/>
            <p:cNvSpPr/>
            <p:nvPr/>
          </p:nvSpPr>
          <p:spPr>
            <a:xfrm>
              <a:off x="2787285" y="1884138"/>
              <a:ext cx="149" cy="149"/>
            </a:xfrm>
            <a:custGeom>
              <a:rect b="b" l="l" r="r" t="t"/>
              <a:pathLst>
                <a:path extrusionOk="0" h="11" w="11">
                  <a:moveTo>
                    <a:pt x="11"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4" name="Google Shape;4824;p95"/>
            <p:cNvSpPr/>
            <p:nvPr/>
          </p:nvSpPr>
          <p:spPr>
            <a:xfrm>
              <a:off x="2787041" y="1884464"/>
              <a:ext cx="163" cy="204"/>
            </a:xfrm>
            <a:custGeom>
              <a:rect b="b" l="l" r="r" t="t"/>
              <a:pathLst>
                <a:path extrusionOk="0" h="15" w="12">
                  <a:moveTo>
                    <a:pt x="11"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5" name="Google Shape;4825;p95"/>
            <p:cNvSpPr/>
            <p:nvPr/>
          </p:nvSpPr>
          <p:spPr>
            <a:xfrm>
              <a:off x="2786851" y="1884844"/>
              <a:ext cx="109" cy="163"/>
            </a:xfrm>
            <a:custGeom>
              <a:rect b="b" l="l" r="r" t="t"/>
              <a:pathLst>
                <a:path extrusionOk="0" h="12" w="8">
                  <a:moveTo>
                    <a:pt x="8"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6" name="Google Shape;4826;p95"/>
            <p:cNvSpPr/>
            <p:nvPr/>
          </p:nvSpPr>
          <p:spPr>
            <a:xfrm>
              <a:off x="2786715" y="1885184"/>
              <a:ext cx="109" cy="149"/>
            </a:xfrm>
            <a:custGeom>
              <a:rect b="b" l="l" r="r" t="t"/>
              <a:pathLst>
                <a:path extrusionOk="0" h="11" w="8">
                  <a:moveTo>
                    <a:pt x="7"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7" name="Google Shape;4827;p95"/>
            <p:cNvSpPr/>
            <p:nvPr/>
          </p:nvSpPr>
          <p:spPr>
            <a:xfrm>
              <a:off x="2836191" y="1932053"/>
              <a:ext cx="109" cy="530"/>
            </a:xfrm>
            <a:custGeom>
              <a:rect b="b" l="l" r="r" t="t"/>
              <a:pathLst>
                <a:path extrusionOk="0" h="39" w="8">
                  <a:moveTo>
                    <a:pt x="8" y="0"/>
                  </a:moveTo>
                  <a:cubicBezTo>
                    <a:pt x="4" y="11"/>
                    <a:pt x="1" y="25"/>
                    <a:pt x="1" y="39"/>
                  </a:cubicBezTo>
                  <a:cubicBezTo>
                    <a:pt x="1" y="25"/>
                    <a:pt x="8" y="11"/>
                    <a:pt x="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8" name="Google Shape;4828;p95"/>
            <p:cNvSpPr/>
            <p:nvPr/>
          </p:nvSpPr>
          <p:spPr>
            <a:xfrm>
              <a:off x="2836056" y="1932664"/>
              <a:ext cx="149" cy="2064"/>
            </a:xfrm>
            <a:custGeom>
              <a:rect b="b" l="l" r="r" t="t"/>
              <a:pathLst>
                <a:path extrusionOk="0" h="152" w="11">
                  <a:moveTo>
                    <a:pt x="11" y="1"/>
                  </a:moveTo>
                  <a:cubicBezTo>
                    <a:pt x="4" y="46"/>
                    <a:pt x="0" y="99"/>
                    <a:pt x="0" y="151"/>
                  </a:cubicBezTo>
                  <a:cubicBezTo>
                    <a:pt x="0" y="102"/>
                    <a:pt x="4" y="50"/>
                    <a:pt x="1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9" name="Google Shape;4829;p95"/>
            <p:cNvSpPr/>
            <p:nvPr/>
          </p:nvSpPr>
          <p:spPr>
            <a:xfrm>
              <a:off x="2797075" y="1875245"/>
              <a:ext cx="14" cy="14"/>
            </a:xfrm>
            <a:custGeom>
              <a:rect b="b" l="l" r="r" t="t"/>
              <a:pathLst>
                <a:path extrusionOk="0" h="1" w="1">
                  <a:moveTo>
                    <a:pt x="1" y="1"/>
                  </a:moveTo>
                  <a:lnTo>
                    <a:pt x="1" y="1"/>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0" name="Google Shape;4830;p95"/>
            <p:cNvSpPr/>
            <p:nvPr/>
          </p:nvSpPr>
          <p:spPr>
            <a:xfrm>
              <a:off x="2825316" y="1938231"/>
              <a:ext cx="339" cy="815"/>
            </a:xfrm>
            <a:custGeom>
              <a:rect b="b" l="l" r="r" t="t"/>
              <a:pathLst>
                <a:path extrusionOk="0" h="60" w="25">
                  <a:moveTo>
                    <a:pt x="25" y="0"/>
                  </a:moveTo>
                  <a:cubicBezTo>
                    <a:pt x="21" y="21"/>
                    <a:pt x="14" y="42"/>
                    <a:pt x="0" y="60"/>
                  </a:cubicBezTo>
                  <a:cubicBezTo>
                    <a:pt x="14" y="42"/>
                    <a:pt x="21" y="21"/>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1" name="Google Shape;4831;p95"/>
            <p:cNvSpPr/>
            <p:nvPr/>
          </p:nvSpPr>
          <p:spPr>
            <a:xfrm>
              <a:off x="2832009" y="1935380"/>
              <a:ext cx="353" cy="149"/>
            </a:xfrm>
            <a:custGeom>
              <a:rect b="b" l="l" r="r" t="t"/>
              <a:pathLst>
                <a:path extrusionOk="0" h="11" w="26">
                  <a:moveTo>
                    <a:pt x="25" y="11"/>
                  </a:moveTo>
                  <a:cubicBezTo>
                    <a:pt x="15" y="7"/>
                    <a:pt x="8" y="4"/>
                    <a:pt x="1" y="0"/>
                  </a:cubicBezTo>
                  <a:cubicBezTo>
                    <a:pt x="8" y="4"/>
                    <a:pt x="15" y="7"/>
                    <a:pt x="25"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2" name="Google Shape;4832;p95"/>
            <p:cNvSpPr/>
            <p:nvPr/>
          </p:nvSpPr>
          <p:spPr>
            <a:xfrm>
              <a:off x="2832960" y="1935570"/>
              <a:ext cx="353" cy="14"/>
            </a:xfrm>
            <a:custGeom>
              <a:rect b="b" l="l" r="r" t="t"/>
              <a:pathLst>
                <a:path extrusionOk="0" h="1" w="26">
                  <a:moveTo>
                    <a:pt x="25"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3" name="Google Shape;4833;p95"/>
            <p:cNvSpPr/>
            <p:nvPr/>
          </p:nvSpPr>
          <p:spPr>
            <a:xfrm>
              <a:off x="2824881" y="1938516"/>
              <a:ext cx="394" cy="625"/>
            </a:xfrm>
            <a:custGeom>
              <a:rect b="b" l="l" r="r" t="t"/>
              <a:pathLst>
                <a:path extrusionOk="0" h="46" w="29">
                  <a:moveTo>
                    <a:pt x="1" y="0"/>
                  </a:moveTo>
                  <a:cubicBezTo>
                    <a:pt x="15" y="14"/>
                    <a:pt x="22" y="28"/>
                    <a:pt x="29" y="46"/>
                  </a:cubicBezTo>
                  <a:lnTo>
                    <a:pt x="29" y="46"/>
                  </a:lnTo>
                  <a:cubicBezTo>
                    <a:pt x="22" y="28"/>
                    <a:pt x="15" y="1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4" name="Google Shape;4834;p95"/>
            <p:cNvSpPr/>
            <p:nvPr/>
          </p:nvSpPr>
          <p:spPr>
            <a:xfrm>
              <a:off x="2835865" y="1934714"/>
              <a:ext cx="149" cy="109"/>
            </a:xfrm>
            <a:custGeom>
              <a:rect b="b" l="l" r="r" t="t"/>
              <a:pathLst>
                <a:path extrusionOk="0" h="8" w="11">
                  <a:moveTo>
                    <a:pt x="0" y="7"/>
                  </a:moveTo>
                  <a:lnTo>
                    <a:pt x="11" y="0"/>
                  </a:ln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5" name="Google Shape;4835;p95"/>
            <p:cNvSpPr/>
            <p:nvPr/>
          </p:nvSpPr>
          <p:spPr>
            <a:xfrm>
              <a:off x="2833489" y="1935570"/>
              <a:ext cx="339" cy="14"/>
            </a:xfrm>
            <a:custGeom>
              <a:rect b="b" l="l" r="r" t="t"/>
              <a:pathLst>
                <a:path extrusionOk="0" h="1" w="25">
                  <a:moveTo>
                    <a:pt x="25"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6" name="Google Shape;4836;p95"/>
            <p:cNvSpPr/>
            <p:nvPr/>
          </p:nvSpPr>
          <p:spPr>
            <a:xfrm>
              <a:off x="2832444" y="1935516"/>
              <a:ext cx="339" cy="68"/>
            </a:xfrm>
            <a:custGeom>
              <a:rect b="b" l="l" r="r" t="t"/>
              <a:pathLst>
                <a:path extrusionOk="0" h="5" w="25">
                  <a:moveTo>
                    <a:pt x="0" y="1"/>
                  </a:moveTo>
                  <a:cubicBezTo>
                    <a:pt x="7" y="1"/>
                    <a:pt x="18" y="4"/>
                    <a:pt x="25" y="4"/>
                  </a:cubicBezTo>
                  <a:cubicBezTo>
                    <a:pt x="18" y="4"/>
                    <a:pt x="11"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7" name="Google Shape;4837;p95"/>
            <p:cNvSpPr/>
            <p:nvPr/>
          </p:nvSpPr>
          <p:spPr>
            <a:xfrm>
              <a:off x="2834671" y="1935230"/>
              <a:ext cx="353" cy="163"/>
            </a:xfrm>
            <a:custGeom>
              <a:rect b="b" l="l" r="r" t="t"/>
              <a:pathLst>
                <a:path extrusionOk="0" h="12" w="26">
                  <a:moveTo>
                    <a:pt x="25"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8" name="Google Shape;4838;p95"/>
            <p:cNvSpPr/>
            <p:nvPr/>
          </p:nvSpPr>
          <p:spPr>
            <a:xfrm>
              <a:off x="2834060" y="1935421"/>
              <a:ext cx="339" cy="109"/>
            </a:xfrm>
            <a:custGeom>
              <a:rect b="b" l="l" r="r" t="t"/>
              <a:pathLst>
                <a:path extrusionOk="0" h="8" w="25">
                  <a:moveTo>
                    <a:pt x="25"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9" name="Google Shape;4839;p95"/>
            <p:cNvSpPr/>
            <p:nvPr/>
          </p:nvSpPr>
          <p:spPr>
            <a:xfrm>
              <a:off x="2835241" y="1934945"/>
              <a:ext cx="353" cy="204"/>
            </a:xfrm>
            <a:custGeom>
              <a:rect b="b" l="l" r="r" t="t"/>
              <a:pathLst>
                <a:path extrusionOk="0" h="15" w="26">
                  <a:moveTo>
                    <a:pt x="25"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0" name="Google Shape;4840;p95"/>
            <p:cNvSpPr/>
            <p:nvPr/>
          </p:nvSpPr>
          <p:spPr>
            <a:xfrm>
              <a:off x="2836056" y="1934714"/>
              <a:ext cx="14" cy="14"/>
            </a:xfrm>
            <a:custGeom>
              <a:rect b="b" l="l" r="r" t="t"/>
              <a:pathLst>
                <a:path extrusionOk="0" h="1" w="1">
                  <a:moveTo>
                    <a:pt x="0"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1" name="Google Shape;4841;p95"/>
            <p:cNvSpPr/>
            <p:nvPr/>
          </p:nvSpPr>
          <p:spPr>
            <a:xfrm>
              <a:off x="2764461" y="1889977"/>
              <a:ext cx="57148" cy="110439"/>
            </a:xfrm>
            <a:custGeom>
              <a:rect b="b" l="l" r="r" t="t"/>
              <a:pathLst>
                <a:path extrusionOk="0" h="8134" w="4209">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2" name="Google Shape;4842;p95"/>
            <p:cNvSpPr/>
            <p:nvPr/>
          </p:nvSpPr>
          <p:spPr>
            <a:xfrm>
              <a:off x="2774359" y="1962182"/>
              <a:ext cx="149" cy="258"/>
            </a:xfrm>
            <a:custGeom>
              <a:rect b="b" l="l" r="r" t="t"/>
              <a:pathLst>
                <a:path extrusionOk="0" h="19" w="11">
                  <a:moveTo>
                    <a:pt x="0" y="18"/>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3" name="Google Shape;4843;p95"/>
            <p:cNvSpPr/>
            <p:nvPr/>
          </p:nvSpPr>
          <p:spPr>
            <a:xfrm>
              <a:off x="2774115" y="1962657"/>
              <a:ext cx="109" cy="204"/>
            </a:xfrm>
            <a:custGeom>
              <a:rect b="b" l="l" r="r" t="t"/>
              <a:pathLst>
                <a:path extrusionOk="0" h="15" w="8">
                  <a:moveTo>
                    <a:pt x="1" y="15"/>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4" name="Google Shape;4844;p95"/>
            <p:cNvSpPr/>
            <p:nvPr/>
          </p:nvSpPr>
          <p:spPr>
            <a:xfrm>
              <a:off x="2774590" y="1961761"/>
              <a:ext cx="163" cy="204"/>
            </a:xfrm>
            <a:custGeom>
              <a:rect b="b" l="l" r="r" t="t"/>
              <a:pathLst>
                <a:path extrusionOk="0" h="15" w="12">
                  <a:moveTo>
                    <a:pt x="1" y="1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5" name="Google Shape;4845;p95"/>
            <p:cNvSpPr/>
            <p:nvPr/>
          </p:nvSpPr>
          <p:spPr>
            <a:xfrm>
              <a:off x="2775595" y="1959521"/>
              <a:ext cx="109" cy="258"/>
            </a:xfrm>
            <a:custGeom>
              <a:rect b="b" l="l" r="r" t="t"/>
              <a:pathLst>
                <a:path extrusionOk="0" h="19" w="8">
                  <a:moveTo>
                    <a:pt x="0" y="18"/>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6" name="Google Shape;4846;p95"/>
            <p:cNvSpPr/>
            <p:nvPr/>
          </p:nvSpPr>
          <p:spPr>
            <a:xfrm>
              <a:off x="2775310" y="1960145"/>
              <a:ext cx="149" cy="394"/>
            </a:xfrm>
            <a:custGeom>
              <a:rect b="b" l="l" r="r" t="t"/>
              <a:pathLst>
                <a:path extrusionOk="0" h="29" w="11">
                  <a:moveTo>
                    <a:pt x="0" y="28"/>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7" name="Google Shape;4847;p95"/>
            <p:cNvSpPr/>
            <p:nvPr/>
          </p:nvSpPr>
          <p:spPr>
            <a:xfrm>
              <a:off x="2775065" y="1960756"/>
              <a:ext cx="109" cy="258"/>
            </a:xfrm>
            <a:custGeom>
              <a:rect b="b" l="l" r="r" t="t"/>
              <a:pathLst>
                <a:path extrusionOk="0" h="19" w="8">
                  <a:moveTo>
                    <a:pt x="1" y="18"/>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8" name="Google Shape;4848;p95"/>
            <p:cNvSpPr/>
            <p:nvPr/>
          </p:nvSpPr>
          <p:spPr>
            <a:xfrm>
              <a:off x="2774835" y="1961286"/>
              <a:ext cx="149" cy="244"/>
            </a:xfrm>
            <a:custGeom>
              <a:rect b="b" l="l" r="r" t="t"/>
              <a:pathLst>
                <a:path extrusionOk="0" h="18" w="11">
                  <a:moveTo>
                    <a:pt x="0" y="18"/>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9" name="Google Shape;4849;p95"/>
            <p:cNvSpPr/>
            <p:nvPr/>
          </p:nvSpPr>
          <p:spPr>
            <a:xfrm>
              <a:off x="2773884" y="1963091"/>
              <a:ext cx="109" cy="204"/>
            </a:xfrm>
            <a:custGeom>
              <a:rect b="b" l="l" r="r" t="t"/>
              <a:pathLst>
                <a:path extrusionOk="0" h="15" w="8">
                  <a:moveTo>
                    <a:pt x="0" y="14"/>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0" name="Google Shape;4850;p95"/>
            <p:cNvSpPr/>
            <p:nvPr/>
          </p:nvSpPr>
          <p:spPr>
            <a:xfrm>
              <a:off x="2772268" y="1965087"/>
              <a:ext cx="149" cy="109"/>
            </a:xfrm>
            <a:custGeom>
              <a:rect b="b" l="l" r="r" t="t"/>
              <a:pathLst>
                <a:path extrusionOk="0" h="8" w="11">
                  <a:moveTo>
                    <a:pt x="0" y="7"/>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1" name="Google Shape;4851;p95"/>
            <p:cNvSpPr/>
            <p:nvPr/>
          </p:nvSpPr>
          <p:spPr>
            <a:xfrm>
              <a:off x="2772839" y="1964517"/>
              <a:ext cx="109" cy="149"/>
            </a:xfrm>
            <a:custGeom>
              <a:rect b="b" l="l" r="r" t="t"/>
              <a:pathLst>
                <a:path extrusionOk="0" h="11" w="8">
                  <a:moveTo>
                    <a:pt x="0" y="11"/>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2" name="Google Shape;4852;p95"/>
            <p:cNvSpPr/>
            <p:nvPr/>
          </p:nvSpPr>
          <p:spPr>
            <a:xfrm>
              <a:off x="2771983" y="1965318"/>
              <a:ext cx="149" cy="68"/>
            </a:xfrm>
            <a:custGeom>
              <a:rect b="b" l="l" r="r" t="t"/>
              <a:pathLst>
                <a:path extrusionOk="0" h="5" w="11">
                  <a:moveTo>
                    <a:pt x="0" y="4"/>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3" name="Google Shape;4853;p95"/>
            <p:cNvSpPr/>
            <p:nvPr/>
          </p:nvSpPr>
          <p:spPr>
            <a:xfrm>
              <a:off x="2773599" y="1963512"/>
              <a:ext cx="149" cy="204"/>
            </a:xfrm>
            <a:custGeom>
              <a:rect b="b" l="l" r="r" t="t"/>
              <a:pathLst>
                <a:path extrusionOk="0" h="15" w="11">
                  <a:moveTo>
                    <a:pt x="0" y="15"/>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4" name="Google Shape;4854;p95"/>
            <p:cNvSpPr/>
            <p:nvPr/>
          </p:nvSpPr>
          <p:spPr>
            <a:xfrm>
              <a:off x="2773070" y="1964178"/>
              <a:ext cx="163" cy="204"/>
            </a:xfrm>
            <a:custGeom>
              <a:rect b="b" l="l" r="r" t="t"/>
              <a:pathLst>
                <a:path extrusionOk="0" h="15" w="12">
                  <a:moveTo>
                    <a:pt x="1" y="15"/>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5" name="Google Shape;4855;p95"/>
            <p:cNvSpPr/>
            <p:nvPr/>
          </p:nvSpPr>
          <p:spPr>
            <a:xfrm>
              <a:off x="2773355" y="1963852"/>
              <a:ext cx="109" cy="204"/>
            </a:xfrm>
            <a:custGeom>
              <a:rect b="b" l="l" r="r" t="t"/>
              <a:pathLst>
                <a:path extrusionOk="0" h="15" w="8">
                  <a:moveTo>
                    <a:pt x="1" y="14"/>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6" name="Google Shape;4856;p95"/>
            <p:cNvSpPr/>
            <p:nvPr/>
          </p:nvSpPr>
          <p:spPr>
            <a:xfrm>
              <a:off x="2776776" y="1956384"/>
              <a:ext cx="68" cy="299"/>
            </a:xfrm>
            <a:custGeom>
              <a:rect b="b" l="l" r="r" t="t"/>
              <a:pathLst>
                <a:path extrusionOk="0" h="22" w="5">
                  <a:moveTo>
                    <a:pt x="1" y="22"/>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7" name="Google Shape;4857;p95"/>
            <p:cNvSpPr/>
            <p:nvPr/>
          </p:nvSpPr>
          <p:spPr>
            <a:xfrm>
              <a:off x="2777496" y="1954062"/>
              <a:ext cx="109" cy="204"/>
            </a:xfrm>
            <a:custGeom>
              <a:rect b="b" l="l" r="r" t="t"/>
              <a:pathLst>
                <a:path extrusionOk="0" h="15" w="8">
                  <a:moveTo>
                    <a:pt x="0" y="14"/>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8" name="Google Shape;4858;p95"/>
            <p:cNvSpPr/>
            <p:nvPr/>
          </p:nvSpPr>
          <p:spPr>
            <a:xfrm>
              <a:off x="2777632" y="1953628"/>
              <a:ext cx="68" cy="204"/>
            </a:xfrm>
            <a:custGeom>
              <a:rect b="b" l="l" r="r" t="t"/>
              <a:pathLst>
                <a:path extrusionOk="0" h="15" w="5">
                  <a:moveTo>
                    <a:pt x="1" y="15"/>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9" name="Google Shape;4859;p95"/>
            <p:cNvSpPr/>
            <p:nvPr/>
          </p:nvSpPr>
          <p:spPr>
            <a:xfrm>
              <a:off x="2776926" y="1955909"/>
              <a:ext cx="109" cy="258"/>
            </a:xfrm>
            <a:custGeom>
              <a:rect b="b" l="l" r="r" t="t"/>
              <a:pathLst>
                <a:path extrusionOk="0" h="19" w="8">
                  <a:moveTo>
                    <a:pt x="0" y="18"/>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0" name="Google Shape;4860;p95"/>
            <p:cNvSpPr/>
            <p:nvPr/>
          </p:nvSpPr>
          <p:spPr>
            <a:xfrm>
              <a:off x="2777251" y="1954959"/>
              <a:ext cx="68" cy="204"/>
            </a:xfrm>
            <a:custGeom>
              <a:rect b="b" l="l" r="r" t="t"/>
              <a:pathLst>
                <a:path extrusionOk="0" h="15" w="5">
                  <a:moveTo>
                    <a:pt x="1" y="15"/>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1" name="Google Shape;4861;p95"/>
            <p:cNvSpPr/>
            <p:nvPr/>
          </p:nvSpPr>
          <p:spPr>
            <a:xfrm>
              <a:off x="2777781" y="1953248"/>
              <a:ext cx="14" cy="109"/>
            </a:xfrm>
            <a:custGeom>
              <a:rect b="b" l="l" r="r" t="t"/>
              <a:pathLst>
                <a:path extrusionOk="0" h="8" w="1">
                  <a:moveTo>
                    <a:pt x="0"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2" name="Google Shape;4862;p95"/>
            <p:cNvSpPr/>
            <p:nvPr/>
          </p:nvSpPr>
          <p:spPr>
            <a:xfrm>
              <a:off x="2777061" y="1955434"/>
              <a:ext cx="109" cy="258"/>
            </a:xfrm>
            <a:custGeom>
              <a:rect b="b" l="l" r="r" t="t"/>
              <a:pathLst>
                <a:path extrusionOk="0" h="19" w="8">
                  <a:moveTo>
                    <a:pt x="1" y="18"/>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3" name="Google Shape;4863;p95"/>
            <p:cNvSpPr/>
            <p:nvPr/>
          </p:nvSpPr>
          <p:spPr>
            <a:xfrm>
              <a:off x="2776586" y="1956914"/>
              <a:ext cx="109" cy="244"/>
            </a:xfrm>
            <a:custGeom>
              <a:rect b="b" l="l" r="r" t="t"/>
              <a:pathLst>
                <a:path extrusionOk="0" h="18" w="8">
                  <a:moveTo>
                    <a:pt x="1" y="18"/>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4" name="Google Shape;4864;p95"/>
            <p:cNvSpPr/>
            <p:nvPr/>
          </p:nvSpPr>
          <p:spPr>
            <a:xfrm>
              <a:off x="2776206" y="1957959"/>
              <a:ext cx="109" cy="244"/>
            </a:xfrm>
            <a:custGeom>
              <a:rect b="b" l="l" r="r" t="t"/>
              <a:pathLst>
                <a:path extrusionOk="0" h="18" w="8">
                  <a:moveTo>
                    <a:pt x="1" y="18"/>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5" name="Google Shape;4865;p95"/>
            <p:cNvSpPr/>
            <p:nvPr/>
          </p:nvSpPr>
          <p:spPr>
            <a:xfrm>
              <a:off x="2776016" y="1958475"/>
              <a:ext cx="109" cy="258"/>
            </a:xfrm>
            <a:custGeom>
              <a:rect b="b" l="l" r="r" t="t"/>
              <a:pathLst>
                <a:path extrusionOk="0" h="19" w="8">
                  <a:moveTo>
                    <a:pt x="1" y="18"/>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6" name="Google Shape;4866;p95"/>
            <p:cNvSpPr/>
            <p:nvPr/>
          </p:nvSpPr>
          <p:spPr>
            <a:xfrm>
              <a:off x="2776396" y="1957430"/>
              <a:ext cx="109" cy="258"/>
            </a:xfrm>
            <a:custGeom>
              <a:rect b="b" l="l" r="r" t="t"/>
              <a:pathLst>
                <a:path extrusionOk="0" h="19" w="8">
                  <a:moveTo>
                    <a:pt x="1" y="18"/>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7" name="Google Shape;4867;p95"/>
            <p:cNvSpPr/>
            <p:nvPr/>
          </p:nvSpPr>
          <p:spPr>
            <a:xfrm>
              <a:off x="2777401" y="1954483"/>
              <a:ext cx="54" cy="258"/>
            </a:xfrm>
            <a:custGeom>
              <a:rect b="b" l="l" r="r" t="t"/>
              <a:pathLst>
                <a:path extrusionOk="0" h="19" w="4">
                  <a:moveTo>
                    <a:pt x="0" y="1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8" name="Google Shape;4868;p95"/>
            <p:cNvSpPr/>
            <p:nvPr/>
          </p:nvSpPr>
          <p:spPr>
            <a:xfrm>
              <a:off x="2772554" y="1964802"/>
              <a:ext cx="149" cy="149"/>
            </a:xfrm>
            <a:custGeom>
              <a:rect b="b" l="l" r="r" t="t"/>
              <a:pathLst>
                <a:path extrusionOk="0" h="11" w="11">
                  <a:moveTo>
                    <a:pt x="11"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9" name="Google Shape;4869;p95"/>
            <p:cNvSpPr/>
            <p:nvPr/>
          </p:nvSpPr>
          <p:spPr>
            <a:xfrm>
              <a:off x="2775826" y="1959005"/>
              <a:ext cx="109" cy="244"/>
            </a:xfrm>
            <a:custGeom>
              <a:rect b="b" l="l" r="r" t="t"/>
              <a:pathLst>
                <a:path extrusionOk="0" h="18" w="8">
                  <a:moveTo>
                    <a:pt x="1" y="18"/>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0" name="Google Shape;4870;p95"/>
            <p:cNvSpPr/>
            <p:nvPr/>
          </p:nvSpPr>
          <p:spPr>
            <a:xfrm>
              <a:off x="2771698" y="1965508"/>
              <a:ext cx="109" cy="68"/>
            </a:xfrm>
            <a:custGeom>
              <a:rect b="b" l="l" r="r" t="t"/>
              <a:pathLst>
                <a:path extrusionOk="0" h="5" w="8">
                  <a:moveTo>
                    <a:pt x="0" y="4"/>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1" name="Google Shape;4871;p95"/>
            <p:cNvSpPr/>
            <p:nvPr/>
          </p:nvSpPr>
          <p:spPr>
            <a:xfrm>
              <a:off x="2800401" y="1951917"/>
              <a:ext cx="68" cy="68"/>
            </a:xfrm>
            <a:custGeom>
              <a:rect b="b" l="l" r="r" t="t"/>
              <a:pathLst>
                <a:path extrusionOk="0" h="5" w="5">
                  <a:moveTo>
                    <a:pt x="1" y="1"/>
                  </a:move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2" name="Google Shape;4872;p95"/>
            <p:cNvSpPr/>
            <p:nvPr/>
          </p:nvSpPr>
          <p:spPr>
            <a:xfrm>
              <a:off x="2800591" y="1952582"/>
              <a:ext cx="14" cy="109"/>
            </a:xfrm>
            <a:custGeom>
              <a:rect b="b" l="l" r="r" t="t"/>
              <a:pathLst>
                <a:path extrusionOk="0" h="8" w="1">
                  <a:moveTo>
                    <a:pt x="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3" name="Google Shape;4873;p95"/>
            <p:cNvSpPr/>
            <p:nvPr/>
          </p:nvSpPr>
          <p:spPr>
            <a:xfrm>
              <a:off x="2800591" y="1953017"/>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4" name="Google Shape;4874;p95"/>
            <p:cNvSpPr/>
            <p:nvPr/>
          </p:nvSpPr>
          <p:spPr>
            <a:xfrm>
              <a:off x="2820930" y="1936276"/>
              <a:ext cx="109" cy="109"/>
            </a:xfrm>
            <a:custGeom>
              <a:rect b="b" l="l" r="r" t="t"/>
              <a:pathLst>
                <a:path extrusionOk="0" h="8" w="8">
                  <a:moveTo>
                    <a:pt x="1" y="1"/>
                  </a:moveTo>
                  <a:lnTo>
                    <a:pt x="8" y="8"/>
                  </a:lnTo>
                  <a:lnTo>
                    <a:pt x="8"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5" name="Google Shape;4875;p95"/>
            <p:cNvSpPr/>
            <p:nvPr/>
          </p:nvSpPr>
          <p:spPr>
            <a:xfrm>
              <a:off x="2800550" y="195229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6" name="Google Shape;4876;p95"/>
            <p:cNvSpPr/>
            <p:nvPr/>
          </p:nvSpPr>
          <p:spPr>
            <a:xfrm>
              <a:off x="2783293" y="1890642"/>
              <a:ext cx="54" cy="68"/>
            </a:xfrm>
            <a:custGeom>
              <a:rect b="b" l="l" r="r" t="t"/>
              <a:pathLst>
                <a:path extrusionOk="0" h="5" w="4">
                  <a:moveTo>
                    <a:pt x="4"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7" name="Google Shape;4877;p95"/>
            <p:cNvSpPr/>
            <p:nvPr/>
          </p:nvSpPr>
          <p:spPr>
            <a:xfrm>
              <a:off x="2821609" y="1933425"/>
              <a:ext cx="0" cy="109"/>
            </a:xfrm>
            <a:custGeom>
              <a:rect b="b" l="l" r="r" t="t"/>
              <a:pathLst>
                <a:path extrusionOk="0" h="8" w="0">
                  <a:moveTo>
                    <a:pt x="0"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8" name="Google Shape;4878;p95"/>
            <p:cNvSpPr/>
            <p:nvPr/>
          </p:nvSpPr>
          <p:spPr>
            <a:xfrm>
              <a:off x="2821555" y="1932854"/>
              <a:ext cx="14" cy="163"/>
            </a:xfrm>
            <a:custGeom>
              <a:rect b="b" l="l" r="r" t="t"/>
              <a:pathLst>
                <a:path extrusionOk="0" h="12" w="1">
                  <a:moveTo>
                    <a:pt x="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9" name="Google Shape;4879;p95"/>
            <p:cNvSpPr/>
            <p:nvPr/>
          </p:nvSpPr>
          <p:spPr>
            <a:xfrm>
              <a:off x="2787380" y="1905767"/>
              <a:ext cx="964" cy="2390"/>
            </a:xfrm>
            <a:custGeom>
              <a:rect b="b" l="l" r="r" t="t"/>
              <a:pathLst>
                <a:path extrusionOk="0" h="176" w="71">
                  <a:moveTo>
                    <a:pt x="0" y="175"/>
                  </a:moveTo>
                  <a:cubicBezTo>
                    <a:pt x="46" y="130"/>
                    <a:pt x="70" y="67"/>
                    <a:pt x="70" y="0"/>
                  </a:cubicBezTo>
                  <a:cubicBezTo>
                    <a:pt x="70" y="67"/>
                    <a:pt x="46" y="130"/>
                    <a:pt x="0" y="17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0" name="Google Shape;4880;p95"/>
            <p:cNvSpPr/>
            <p:nvPr/>
          </p:nvSpPr>
          <p:spPr>
            <a:xfrm>
              <a:off x="2782913" y="1890262"/>
              <a:ext cx="204" cy="163"/>
            </a:xfrm>
            <a:custGeom>
              <a:rect b="b" l="l" r="r" t="t"/>
              <a:pathLst>
                <a:path extrusionOk="0" h="12" w="15">
                  <a:moveTo>
                    <a:pt x="0" y="1"/>
                  </a:moveTo>
                  <a:lnTo>
                    <a:pt x="1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1" name="Google Shape;4881;p95"/>
            <p:cNvSpPr/>
            <p:nvPr/>
          </p:nvSpPr>
          <p:spPr>
            <a:xfrm>
              <a:off x="2783198" y="1890547"/>
              <a:ext cx="109" cy="109"/>
            </a:xfrm>
            <a:custGeom>
              <a:rect b="b" l="l" r="r" t="t"/>
              <a:pathLst>
                <a:path extrusionOk="0" h="8" w="8">
                  <a:moveTo>
                    <a:pt x="7"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2" name="Google Shape;4882;p95"/>
            <p:cNvSpPr/>
            <p:nvPr/>
          </p:nvSpPr>
          <p:spPr>
            <a:xfrm>
              <a:off x="2815988" y="1913221"/>
              <a:ext cx="299" cy="1018"/>
            </a:xfrm>
            <a:custGeom>
              <a:rect b="b" l="l" r="r" t="t"/>
              <a:pathLst>
                <a:path extrusionOk="0" h="75" w="22">
                  <a:moveTo>
                    <a:pt x="1" y="1"/>
                  </a:moveTo>
                  <a:cubicBezTo>
                    <a:pt x="18" y="8"/>
                    <a:pt x="22" y="36"/>
                    <a:pt x="22" y="74"/>
                  </a:cubicBezTo>
                  <a:cubicBezTo>
                    <a:pt x="22" y="36"/>
                    <a:pt x="18"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3" name="Google Shape;4883;p95"/>
            <p:cNvSpPr/>
            <p:nvPr/>
          </p:nvSpPr>
          <p:spPr>
            <a:xfrm>
              <a:off x="2821650" y="1933995"/>
              <a:ext cx="14" cy="68"/>
            </a:xfrm>
            <a:custGeom>
              <a:rect b="b" l="l" r="r" t="t"/>
              <a:pathLst>
                <a:path extrusionOk="0" h="5" w="1">
                  <a:moveTo>
                    <a:pt x="1"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4" name="Google Shape;4884;p95"/>
            <p:cNvSpPr/>
            <p:nvPr/>
          </p:nvSpPr>
          <p:spPr>
            <a:xfrm>
              <a:off x="2782574" y="1889936"/>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5" name="Google Shape;4885;p95"/>
            <p:cNvSpPr/>
            <p:nvPr/>
          </p:nvSpPr>
          <p:spPr>
            <a:xfrm>
              <a:off x="2782723" y="1890072"/>
              <a:ext cx="149" cy="109"/>
            </a:xfrm>
            <a:custGeom>
              <a:rect b="b" l="l" r="r" t="t"/>
              <a:pathLst>
                <a:path extrusionOk="0" h="8" w="11">
                  <a:moveTo>
                    <a:pt x="11"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6" name="Google Shape;4886;p95"/>
            <p:cNvSpPr/>
            <p:nvPr/>
          </p:nvSpPr>
          <p:spPr>
            <a:xfrm>
              <a:off x="2783103" y="1890411"/>
              <a:ext cx="149" cy="149"/>
            </a:xfrm>
            <a:custGeom>
              <a:rect b="b" l="l" r="r" t="t"/>
              <a:pathLst>
                <a:path extrusionOk="0" h="11" w="11">
                  <a:moveTo>
                    <a:pt x="11"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7" name="Google Shape;4887;p95"/>
            <p:cNvSpPr/>
            <p:nvPr/>
          </p:nvSpPr>
          <p:spPr>
            <a:xfrm>
              <a:off x="2783334" y="1890696"/>
              <a:ext cx="68" cy="54"/>
            </a:xfrm>
            <a:custGeom>
              <a:rect b="b" l="l" r="r" t="t"/>
              <a:pathLst>
                <a:path extrusionOk="0" h="4" w="5">
                  <a:moveTo>
                    <a:pt x="4"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8" name="Google Shape;4888;p95"/>
            <p:cNvSpPr/>
            <p:nvPr/>
          </p:nvSpPr>
          <p:spPr>
            <a:xfrm>
              <a:off x="2821324" y="1935950"/>
              <a:ext cx="0" cy="14"/>
            </a:xfrm>
            <a:custGeom>
              <a:rect b="b" l="l" r="r" t="t"/>
              <a:pathLst>
                <a:path extrusionOk="0" h="1" w="0">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9" name="Google Shape;4889;p95"/>
            <p:cNvSpPr/>
            <p:nvPr/>
          </p:nvSpPr>
          <p:spPr>
            <a:xfrm>
              <a:off x="2821609" y="1934945"/>
              <a:ext cx="0" cy="68"/>
            </a:xfrm>
            <a:custGeom>
              <a:rect b="b" l="l" r="r" t="t"/>
              <a:pathLst>
                <a:path extrusionOk="0" h="5" w="0">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0" name="Google Shape;4890;p95"/>
            <p:cNvSpPr/>
            <p:nvPr/>
          </p:nvSpPr>
          <p:spPr>
            <a:xfrm>
              <a:off x="2821650" y="1934429"/>
              <a:ext cx="14" cy="109"/>
            </a:xfrm>
            <a:custGeom>
              <a:rect b="b" l="l" r="r" t="t"/>
              <a:pathLst>
                <a:path extrusionOk="0" h="8" w="1">
                  <a:moveTo>
                    <a:pt x="1" y="7"/>
                  </a:moveTo>
                  <a:lnTo>
                    <a:pt x="1" y="4"/>
                  </a:lnTo>
                  <a:cubicBezTo>
                    <a:pt x="1" y="0"/>
                    <a:pt x="1" y="7"/>
                    <a:pt x="1"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1" name="Google Shape;4891;p95"/>
            <p:cNvSpPr/>
            <p:nvPr/>
          </p:nvSpPr>
          <p:spPr>
            <a:xfrm>
              <a:off x="2821039" y="1936330"/>
              <a:ext cx="0" cy="54"/>
            </a:xfrm>
            <a:custGeom>
              <a:rect b="b" l="l" r="r" t="t"/>
              <a:pathLst>
                <a:path extrusionOk="0" h="4" w="0">
                  <a:moveTo>
                    <a:pt x="0" y="4"/>
                  </a:moveTo>
                  <a:lnTo>
                    <a:pt x="0" y="4"/>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2" name="Google Shape;4892;p95"/>
            <p:cNvSpPr/>
            <p:nvPr/>
          </p:nvSpPr>
          <p:spPr>
            <a:xfrm>
              <a:off x="2821460" y="1935421"/>
              <a:ext cx="14" cy="68"/>
            </a:xfrm>
            <a:custGeom>
              <a:rect b="b" l="l" r="r" t="t"/>
              <a:pathLst>
                <a:path extrusionOk="0" h="5" w="1">
                  <a:moveTo>
                    <a:pt x="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3" name="Google Shape;4893;p95"/>
            <p:cNvSpPr/>
            <p:nvPr/>
          </p:nvSpPr>
          <p:spPr>
            <a:xfrm>
              <a:off x="2154289" y="1586085"/>
              <a:ext cx="69123" cy="54935"/>
            </a:xfrm>
            <a:custGeom>
              <a:rect b="b" l="l" r="r" t="t"/>
              <a:pathLst>
                <a:path extrusionOk="0" h="4046" w="5091">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4" name="Google Shape;4894;p95"/>
            <p:cNvSpPr/>
            <p:nvPr/>
          </p:nvSpPr>
          <p:spPr>
            <a:xfrm>
              <a:off x="2164512" y="1680435"/>
              <a:ext cx="24820" cy="22661"/>
            </a:xfrm>
            <a:custGeom>
              <a:rect b="b" l="l" r="r" t="t"/>
              <a:pathLst>
                <a:path extrusionOk="0" h="1669" w="1828">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5" name="Google Shape;4895;p95"/>
            <p:cNvSpPr/>
            <p:nvPr/>
          </p:nvSpPr>
          <p:spPr>
            <a:xfrm>
              <a:off x="2151397" y="1668202"/>
              <a:ext cx="37270" cy="31337"/>
            </a:xfrm>
            <a:custGeom>
              <a:rect b="b" l="l" r="r" t="t"/>
              <a:pathLst>
                <a:path extrusionOk="0" h="2308" w="2745">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6" name="Google Shape;4896;p95"/>
            <p:cNvSpPr/>
            <p:nvPr/>
          </p:nvSpPr>
          <p:spPr>
            <a:xfrm>
              <a:off x="2186141" y="1680883"/>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7" name="Google Shape;4897;p95"/>
            <p:cNvSpPr/>
            <p:nvPr/>
          </p:nvSpPr>
          <p:spPr>
            <a:xfrm>
              <a:off x="2187187" y="1681358"/>
              <a:ext cx="204" cy="109"/>
            </a:xfrm>
            <a:custGeom>
              <a:rect b="b" l="l" r="r" t="t"/>
              <a:pathLst>
                <a:path extrusionOk="0" h="8" w="15">
                  <a:moveTo>
                    <a:pt x="14"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8" name="Google Shape;4898;p95"/>
            <p:cNvSpPr/>
            <p:nvPr/>
          </p:nvSpPr>
          <p:spPr>
            <a:xfrm>
              <a:off x="2188327" y="1682024"/>
              <a:ext cx="204" cy="109"/>
            </a:xfrm>
            <a:custGeom>
              <a:rect b="b" l="l" r="r" t="t"/>
              <a:pathLst>
                <a:path extrusionOk="0" h="8" w="15">
                  <a:moveTo>
                    <a:pt x="14"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9" name="Google Shape;4899;p95"/>
            <p:cNvSpPr/>
            <p:nvPr/>
          </p:nvSpPr>
          <p:spPr>
            <a:xfrm>
              <a:off x="2185571" y="1680652"/>
              <a:ext cx="149" cy="54"/>
            </a:xfrm>
            <a:custGeom>
              <a:rect b="b" l="l" r="r" t="t"/>
              <a:pathLst>
                <a:path extrusionOk="0" h="4" w="11">
                  <a:moveTo>
                    <a:pt x="11"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0" name="Google Shape;4900;p95"/>
            <p:cNvSpPr/>
            <p:nvPr/>
          </p:nvSpPr>
          <p:spPr>
            <a:xfrm>
              <a:off x="2186657" y="1681128"/>
              <a:ext cx="109" cy="54"/>
            </a:xfrm>
            <a:custGeom>
              <a:rect b="b" l="l" r="r" t="t"/>
              <a:pathLst>
                <a:path extrusionOk="0" h="4" w="8">
                  <a:moveTo>
                    <a:pt x="8"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1" name="Google Shape;4901;p95"/>
            <p:cNvSpPr/>
            <p:nvPr/>
          </p:nvSpPr>
          <p:spPr>
            <a:xfrm>
              <a:off x="2184756" y="1680313"/>
              <a:ext cx="109" cy="14"/>
            </a:xfrm>
            <a:custGeom>
              <a:rect b="b" l="l" r="r" t="t"/>
              <a:pathLst>
                <a:path extrusionOk="0" h="1" w="8">
                  <a:moveTo>
                    <a:pt x="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2" name="Google Shape;4902;p95"/>
            <p:cNvSpPr/>
            <p:nvPr/>
          </p:nvSpPr>
          <p:spPr>
            <a:xfrm>
              <a:off x="2185137" y="1680462"/>
              <a:ext cx="163" cy="54"/>
            </a:xfrm>
            <a:custGeom>
              <a:rect b="b" l="l" r="r" t="t"/>
              <a:pathLst>
                <a:path extrusionOk="0" h="4" w="12">
                  <a:moveTo>
                    <a:pt x="1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3" name="Google Shape;4903;p95"/>
            <p:cNvSpPr/>
            <p:nvPr/>
          </p:nvSpPr>
          <p:spPr>
            <a:xfrm>
              <a:off x="2183616" y="167989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4" name="Google Shape;4904;p95"/>
            <p:cNvSpPr/>
            <p:nvPr/>
          </p:nvSpPr>
          <p:spPr>
            <a:xfrm>
              <a:off x="2175347" y="1698615"/>
              <a:ext cx="163" cy="163"/>
            </a:xfrm>
            <a:custGeom>
              <a:rect b="b" l="l" r="r" t="t"/>
              <a:pathLst>
                <a:path extrusionOk="0" h="12" w="12">
                  <a:moveTo>
                    <a:pt x="1" y="1"/>
                  </a:moveTo>
                  <a:lnTo>
                    <a:pt x="1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5" name="Google Shape;4905;p95"/>
            <p:cNvSpPr/>
            <p:nvPr/>
          </p:nvSpPr>
          <p:spPr>
            <a:xfrm>
              <a:off x="2176257" y="1699525"/>
              <a:ext cx="54" cy="54"/>
            </a:xfrm>
            <a:custGeom>
              <a:rect b="b" l="l" r="r" t="t"/>
              <a:pathLst>
                <a:path extrusionOk="0" h="4" w="4">
                  <a:moveTo>
                    <a:pt x="4" y="4"/>
                  </a:moveTo>
                  <a:lnTo>
                    <a:pt x="0" y="0"/>
                  </a:ln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6" name="Google Shape;4906;p95"/>
            <p:cNvSpPr/>
            <p:nvPr/>
          </p:nvSpPr>
          <p:spPr>
            <a:xfrm>
              <a:off x="2187703" y="1681698"/>
              <a:ext cx="258" cy="109"/>
            </a:xfrm>
            <a:custGeom>
              <a:rect b="b" l="l" r="r" t="t"/>
              <a:pathLst>
                <a:path extrusionOk="0" h="8" w="19">
                  <a:moveTo>
                    <a:pt x="18"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7" name="Google Shape;4907;p95"/>
            <p:cNvSpPr/>
            <p:nvPr/>
          </p:nvSpPr>
          <p:spPr>
            <a:xfrm>
              <a:off x="2167595" y="1679838"/>
              <a:ext cx="489" cy="163"/>
            </a:xfrm>
            <a:custGeom>
              <a:rect b="b" l="l" r="r" t="t"/>
              <a:pathLst>
                <a:path extrusionOk="0" h="12" w="36">
                  <a:moveTo>
                    <a:pt x="1" y="1"/>
                  </a:moveTo>
                  <a:cubicBezTo>
                    <a:pt x="11" y="8"/>
                    <a:pt x="25" y="11"/>
                    <a:pt x="36" y="4"/>
                  </a:cubicBezTo>
                  <a:cubicBezTo>
                    <a:pt x="25" y="11"/>
                    <a:pt x="1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8" name="Google Shape;4908;p95"/>
            <p:cNvSpPr/>
            <p:nvPr/>
          </p:nvSpPr>
          <p:spPr>
            <a:xfrm>
              <a:off x="2183711" y="1679933"/>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9" name="Google Shape;4909;p95"/>
            <p:cNvSpPr/>
            <p:nvPr/>
          </p:nvSpPr>
          <p:spPr>
            <a:xfrm>
              <a:off x="2184145" y="1680082"/>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0" name="Google Shape;4910;p95"/>
            <p:cNvSpPr/>
            <p:nvPr/>
          </p:nvSpPr>
          <p:spPr>
            <a:xfrm>
              <a:off x="2183860" y="1679987"/>
              <a:ext cx="54" cy="14"/>
            </a:xfrm>
            <a:custGeom>
              <a:rect b="b" l="l" r="r" t="t"/>
              <a:pathLst>
                <a:path extrusionOk="0" h="1" w="4">
                  <a:moveTo>
                    <a:pt x="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1" name="Google Shape;4911;p95"/>
            <p:cNvSpPr/>
            <p:nvPr/>
          </p:nvSpPr>
          <p:spPr>
            <a:xfrm>
              <a:off x="2189794" y="1704318"/>
              <a:ext cx="11324" cy="24833"/>
            </a:xfrm>
            <a:custGeom>
              <a:rect b="b" l="l" r="r" t="t"/>
              <a:pathLst>
                <a:path extrusionOk="0" h="1829" w="834">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2" name="Google Shape;4912;p95"/>
            <p:cNvSpPr/>
            <p:nvPr/>
          </p:nvSpPr>
          <p:spPr>
            <a:xfrm>
              <a:off x="2121119" y="1644237"/>
              <a:ext cx="52626" cy="23163"/>
            </a:xfrm>
            <a:custGeom>
              <a:rect b="b" l="l" r="r" t="t"/>
              <a:pathLst>
                <a:path extrusionOk="0" h="1706" w="3876">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3" name="Google Shape;4913;p95"/>
            <p:cNvSpPr/>
            <p:nvPr/>
          </p:nvSpPr>
          <p:spPr>
            <a:xfrm>
              <a:off x="2168545" y="1647618"/>
              <a:ext cx="45838" cy="25064"/>
            </a:xfrm>
            <a:custGeom>
              <a:rect b="b" l="l" r="r" t="t"/>
              <a:pathLst>
                <a:path extrusionOk="0" h="1846" w="3376">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4" name="Google Shape;4914;p95"/>
            <p:cNvSpPr/>
            <p:nvPr/>
          </p:nvSpPr>
          <p:spPr>
            <a:xfrm>
              <a:off x="2170215" y="1666817"/>
              <a:ext cx="54" cy="68"/>
            </a:xfrm>
            <a:custGeom>
              <a:rect b="b" l="l" r="r" t="t"/>
              <a:pathLst>
                <a:path extrusionOk="0" h="5" w="4">
                  <a:moveTo>
                    <a:pt x="4"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5" name="Google Shape;4915;p95"/>
            <p:cNvSpPr/>
            <p:nvPr/>
          </p:nvSpPr>
          <p:spPr>
            <a:xfrm>
              <a:off x="2170636" y="1667061"/>
              <a:ext cx="68" cy="54"/>
            </a:xfrm>
            <a:custGeom>
              <a:rect b="b" l="l" r="r" t="t"/>
              <a:pathLst>
                <a:path extrusionOk="0" h="4" w="5">
                  <a:moveTo>
                    <a:pt x="4"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6" name="Google Shape;4916;p95"/>
            <p:cNvSpPr/>
            <p:nvPr/>
          </p:nvSpPr>
          <p:spPr>
            <a:xfrm>
              <a:off x="2175252" y="1670524"/>
              <a:ext cx="163" cy="109"/>
            </a:xfrm>
            <a:custGeom>
              <a:rect b="b" l="l" r="r" t="t"/>
              <a:pathLst>
                <a:path extrusionOk="0" h="8" w="12">
                  <a:moveTo>
                    <a:pt x="1" y="1"/>
                  </a:moveTo>
                  <a:lnTo>
                    <a:pt x="1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7" name="Google Shape;4917;p95"/>
            <p:cNvSpPr/>
            <p:nvPr/>
          </p:nvSpPr>
          <p:spPr>
            <a:xfrm>
              <a:off x="2182571" y="1671854"/>
              <a:ext cx="2539" cy="733"/>
            </a:xfrm>
            <a:custGeom>
              <a:rect b="b" l="l" r="r" t="t"/>
              <a:pathLst>
                <a:path extrusionOk="0" h="54" w="187">
                  <a:moveTo>
                    <a:pt x="186" y="1"/>
                  </a:moveTo>
                  <a:cubicBezTo>
                    <a:pt x="95" y="29"/>
                    <a:pt x="32" y="43"/>
                    <a:pt x="1" y="53"/>
                  </a:cubicBezTo>
                  <a:cubicBezTo>
                    <a:pt x="29" y="46"/>
                    <a:pt x="78" y="36"/>
                    <a:pt x="134" y="18"/>
                  </a:cubicBezTo>
                  <a:lnTo>
                    <a:pt x="186"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8" name="Google Shape;4918;p95"/>
            <p:cNvSpPr/>
            <p:nvPr/>
          </p:nvSpPr>
          <p:spPr>
            <a:xfrm>
              <a:off x="2175592" y="1670809"/>
              <a:ext cx="109" cy="109"/>
            </a:xfrm>
            <a:custGeom>
              <a:rect b="b" l="l" r="r" t="t"/>
              <a:pathLst>
                <a:path extrusionOk="0" h="8" w="8">
                  <a:moveTo>
                    <a:pt x="7"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9" name="Google Shape;4919;p95"/>
            <p:cNvSpPr/>
            <p:nvPr/>
          </p:nvSpPr>
          <p:spPr>
            <a:xfrm>
              <a:off x="2174587" y="1669858"/>
              <a:ext cx="163" cy="163"/>
            </a:xfrm>
            <a:custGeom>
              <a:rect b="b" l="l" r="r" t="t"/>
              <a:pathLst>
                <a:path extrusionOk="0" h="12" w="12">
                  <a:moveTo>
                    <a:pt x="1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0" name="Google Shape;4920;p95"/>
            <p:cNvSpPr/>
            <p:nvPr/>
          </p:nvSpPr>
          <p:spPr>
            <a:xfrm>
              <a:off x="2174207" y="1669573"/>
              <a:ext cx="109" cy="109"/>
            </a:xfrm>
            <a:custGeom>
              <a:rect b="b" l="l" r="r" t="t"/>
              <a:pathLst>
                <a:path extrusionOk="0" h="8" w="8">
                  <a:moveTo>
                    <a:pt x="8"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1" name="Google Shape;4921;p95"/>
            <p:cNvSpPr/>
            <p:nvPr/>
          </p:nvSpPr>
          <p:spPr>
            <a:xfrm>
              <a:off x="2171070" y="1667346"/>
              <a:ext cx="54" cy="54"/>
            </a:xfrm>
            <a:custGeom>
              <a:rect b="b" l="l" r="r" t="t"/>
              <a:pathLst>
                <a:path extrusionOk="0" h="4" w="4">
                  <a:moveTo>
                    <a:pt x="4"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2" name="Google Shape;4922;p95"/>
            <p:cNvSpPr/>
            <p:nvPr/>
          </p:nvSpPr>
          <p:spPr>
            <a:xfrm>
              <a:off x="2173786" y="1669247"/>
              <a:ext cx="149" cy="109"/>
            </a:xfrm>
            <a:custGeom>
              <a:rect b="b" l="l" r="r" t="t"/>
              <a:pathLst>
                <a:path extrusionOk="0" h="8" w="11">
                  <a:moveTo>
                    <a:pt x="11"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3" name="Google Shape;4923;p95"/>
            <p:cNvSpPr/>
            <p:nvPr/>
          </p:nvSpPr>
          <p:spPr>
            <a:xfrm>
              <a:off x="2174926" y="1670198"/>
              <a:ext cx="149" cy="109"/>
            </a:xfrm>
            <a:custGeom>
              <a:rect b="b" l="l" r="r" t="t"/>
              <a:pathLst>
                <a:path extrusionOk="0" h="8" w="11">
                  <a:moveTo>
                    <a:pt x="11"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4" name="Google Shape;4924;p95"/>
            <p:cNvSpPr/>
            <p:nvPr/>
          </p:nvSpPr>
          <p:spPr>
            <a:xfrm>
              <a:off x="2171546" y="166767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5" name="Google Shape;4925;p95"/>
            <p:cNvSpPr/>
            <p:nvPr/>
          </p:nvSpPr>
          <p:spPr>
            <a:xfrm>
              <a:off x="2172971" y="1668623"/>
              <a:ext cx="54" cy="68"/>
            </a:xfrm>
            <a:custGeom>
              <a:rect b="b" l="l" r="r" t="t"/>
              <a:pathLst>
                <a:path extrusionOk="0" h="5" w="4">
                  <a:moveTo>
                    <a:pt x="4"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6" name="Google Shape;4926;p95"/>
            <p:cNvSpPr/>
            <p:nvPr/>
          </p:nvSpPr>
          <p:spPr>
            <a:xfrm>
              <a:off x="2173351" y="1668908"/>
              <a:ext cx="163" cy="109"/>
            </a:xfrm>
            <a:custGeom>
              <a:rect b="b" l="l" r="r" t="t"/>
              <a:pathLst>
                <a:path extrusionOk="0" h="8" w="12">
                  <a:moveTo>
                    <a:pt x="11"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7" name="Google Shape;4927;p95"/>
            <p:cNvSpPr/>
            <p:nvPr/>
          </p:nvSpPr>
          <p:spPr>
            <a:xfrm>
              <a:off x="2174831" y="1654081"/>
              <a:ext cx="54" cy="299"/>
            </a:xfrm>
            <a:custGeom>
              <a:rect b="b" l="l" r="r" t="t"/>
              <a:pathLst>
                <a:path extrusionOk="0" h="22" w="4">
                  <a:moveTo>
                    <a:pt x="4" y="0"/>
                  </a:moveTo>
                  <a:cubicBezTo>
                    <a:pt x="0" y="7"/>
                    <a:pt x="0" y="14"/>
                    <a:pt x="0" y="21"/>
                  </a:cubicBezTo>
                  <a:cubicBezTo>
                    <a:pt x="0" y="14"/>
                    <a:pt x="0" y="7"/>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8" name="Google Shape;4928;p95"/>
            <p:cNvSpPr/>
            <p:nvPr/>
          </p:nvSpPr>
          <p:spPr>
            <a:xfrm>
              <a:off x="2168599" y="1663436"/>
              <a:ext cx="54" cy="68"/>
            </a:xfrm>
            <a:custGeom>
              <a:rect b="b" l="l" r="r" t="t"/>
              <a:pathLst>
                <a:path extrusionOk="0" h="5" w="4">
                  <a:moveTo>
                    <a:pt x="4"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9" name="Google Shape;4929;p95"/>
            <p:cNvSpPr/>
            <p:nvPr/>
          </p:nvSpPr>
          <p:spPr>
            <a:xfrm>
              <a:off x="2168409" y="1663871"/>
              <a:ext cx="14" cy="54"/>
            </a:xfrm>
            <a:custGeom>
              <a:rect b="b" l="l" r="r" t="t"/>
              <a:pathLst>
                <a:path extrusionOk="0" h="4" w="1">
                  <a:moveTo>
                    <a:pt x="0"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0" name="Google Shape;4930;p95"/>
            <p:cNvSpPr/>
            <p:nvPr/>
          </p:nvSpPr>
          <p:spPr>
            <a:xfrm>
              <a:off x="2168450" y="1663680"/>
              <a:ext cx="68" cy="149"/>
            </a:xfrm>
            <a:custGeom>
              <a:rect b="b" l="l" r="r" t="t"/>
              <a:pathLst>
                <a:path extrusionOk="0" h="11" w="5">
                  <a:moveTo>
                    <a:pt x="4"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1" name="Google Shape;4931;p95"/>
            <p:cNvSpPr/>
            <p:nvPr/>
          </p:nvSpPr>
          <p:spPr>
            <a:xfrm>
              <a:off x="2168735" y="1663341"/>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2" name="Google Shape;4932;p95"/>
            <p:cNvSpPr/>
            <p:nvPr/>
          </p:nvSpPr>
          <p:spPr>
            <a:xfrm>
              <a:off x="2168694" y="1663341"/>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3" name="Google Shape;4933;p95"/>
            <p:cNvSpPr/>
            <p:nvPr/>
          </p:nvSpPr>
          <p:spPr>
            <a:xfrm>
              <a:off x="2168640" y="1663395"/>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4" name="Google Shape;4934;p95"/>
            <p:cNvSpPr/>
            <p:nvPr/>
          </p:nvSpPr>
          <p:spPr>
            <a:xfrm>
              <a:off x="2168504" y="1663531"/>
              <a:ext cx="54" cy="109"/>
            </a:xfrm>
            <a:custGeom>
              <a:rect b="b" l="l" r="r" t="t"/>
              <a:pathLst>
                <a:path extrusionOk="0" h="8" w="4">
                  <a:moveTo>
                    <a:pt x="4"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5" name="Google Shape;4935;p95"/>
            <p:cNvSpPr/>
            <p:nvPr/>
          </p:nvSpPr>
          <p:spPr>
            <a:xfrm>
              <a:off x="2174872" y="1653891"/>
              <a:ext cx="68" cy="109"/>
            </a:xfrm>
            <a:custGeom>
              <a:rect b="b" l="l" r="r" t="t"/>
              <a:pathLst>
                <a:path extrusionOk="0" h="8" w="5">
                  <a:moveTo>
                    <a:pt x="4" y="0"/>
                  </a:moveTo>
                  <a:lnTo>
                    <a:pt x="4" y="0"/>
                  </a:lnTo>
                  <a:cubicBezTo>
                    <a:pt x="4" y="0"/>
                    <a:pt x="1" y="4"/>
                    <a:pt x="1" y="7"/>
                  </a:cubicBezTo>
                  <a:cubicBezTo>
                    <a:pt x="4" y="4"/>
                    <a:pt x="4" y="0"/>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6" name="Google Shape;4936;p95"/>
            <p:cNvSpPr/>
            <p:nvPr/>
          </p:nvSpPr>
          <p:spPr>
            <a:xfrm>
              <a:off x="2141078" y="1625270"/>
              <a:ext cx="43597" cy="21317"/>
            </a:xfrm>
            <a:custGeom>
              <a:rect b="b" l="l" r="r" t="t"/>
              <a:pathLst>
                <a:path extrusionOk="0" h="1570" w="3211">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7" name="Google Shape;4937;p95"/>
            <p:cNvSpPr/>
            <p:nvPr/>
          </p:nvSpPr>
          <p:spPr>
            <a:xfrm>
              <a:off x="2183195" y="1635589"/>
              <a:ext cx="1534" cy="2390"/>
            </a:xfrm>
            <a:custGeom>
              <a:rect b="b" l="l" r="r" t="t"/>
              <a:pathLst>
                <a:path extrusionOk="0" h="176" w="113">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8" name="Google Shape;4938;p95"/>
            <p:cNvSpPr/>
            <p:nvPr/>
          </p:nvSpPr>
          <p:spPr>
            <a:xfrm>
              <a:off x="2161756" y="1626465"/>
              <a:ext cx="774" cy="394"/>
            </a:xfrm>
            <a:custGeom>
              <a:rect b="b" l="l" r="r" t="t"/>
              <a:pathLst>
                <a:path extrusionOk="0" h="29" w="57">
                  <a:moveTo>
                    <a:pt x="0" y="0"/>
                  </a:moveTo>
                  <a:cubicBezTo>
                    <a:pt x="18" y="11"/>
                    <a:pt x="35" y="18"/>
                    <a:pt x="56" y="28"/>
                  </a:cubicBezTo>
                  <a:cubicBezTo>
                    <a:pt x="35" y="18"/>
                    <a:pt x="18"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9" name="Google Shape;4939;p95"/>
            <p:cNvSpPr/>
            <p:nvPr/>
          </p:nvSpPr>
          <p:spPr>
            <a:xfrm>
              <a:off x="2162612" y="1626885"/>
              <a:ext cx="720" cy="299"/>
            </a:xfrm>
            <a:custGeom>
              <a:rect b="b" l="l" r="r" t="t"/>
              <a:pathLst>
                <a:path extrusionOk="0" h="22" w="53">
                  <a:moveTo>
                    <a:pt x="0" y="1"/>
                  </a:moveTo>
                  <a:lnTo>
                    <a:pt x="0" y="1"/>
                  </a:lnTo>
                  <a:cubicBezTo>
                    <a:pt x="18" y="11"/>
                    <a:pt x="39" y="18"/>
                    <a:pt x="53" y="22"/>
                  </a:cubicBezTo>
                  <a:cubicBezTo>
                    <a:pt x="39" y="18"/>
                    <a:pt x="18"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0" name="Google Shape;4940;p95"/>
            <p:cNvSpPr/>
            <p:nvPr/>
          </p:nvSpPr>
          <p:spPr>
            <a:xfrm>
              <a:off x="2183046" y="1635439"/>
              <a:ext cx="68" cy="68"/>
            </a:xfrm>
            <a:custGeom>
              <a:rect b="b" l="l" r="r" t="t"/>
              <a:pathLst>
                <a:path extrusionOk="0" h="5" w="5">
                  <a:moveTo>
                    <a:pt x="1" y="1"/>
                  </a:moveTo>
                  <a:lnTo>
                    <a:pt x="1" y="1"/>
                  </a:ln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1" name="Google Shape;4941;p95"/>
            <p:cNvSpPr/>
            <p:nvPr/>
          </p:nvSpPr>
          <p:spPr>
            <a:xfrm>
              <a:off x="2160711" y="1625894"/>
              <a:ext cx="815" cy="489"/>
            </a:xfrm>
            <a:custGeom>
              <a:rect b="b" l="l" r="r" t="t"/>
              <a:pathLst>
                <a:path extrusionOk="0" h="36" w="60">
                  <a:moveTo>
                    <a:pt x="0" y="0"/>
                  </a:moveTo>
                  <a:cubicBezTo>
                    <a:pt x="21" y="11"/>
                    <a:pt x="42" y="25"/>
                    <a:pt x="60" y="35"/>
                  </a:cubicBezTo>
                  <a:cubicBezTo>
                    <a:pt x="42" y="25"/>
                    <a:pt x="21"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2" name="Google Shape;4942;p95"/>
            <p:cNvSpPr/>
            <p:nvPr/>
          </p:nvSpPr>
          <p:spPr>
            <a:xfrm>
              <a:off x="2159801" y="1625270"/>
              <a:ext cx="869" cy="584"/>
            </a:xfrm>
            <a:custGeom>
              <a:rect b="b" l="l" r="r" t="t"/>
              <a:pathLst>
                <a:path extrusionOk="0" h="43" w="64">
                  <a:moveTo>
                    <a:pt x="1" y="1"/>
                  </a:moveTo>
                  <a:cubicBezTo>
                    <a:pt x="22" y="15"/>
                    <a:pt x="43" y="29"/>
                    <a:pt x="64" y="43"/>
                  </a:cubicBezTo>
                  <a:cubicBezTo>
                    <a:pt x="43" y="29"/>
                    <a:pt x="22" y="15"/>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3" name="Google Shape;4943;p95"/>
            <p:cNvSpPr/>
            <p:nvPr/>
          </p:nvSpPr>
          <p:spPr>
            <a:xfrm>
              <a:off x="2166359" y="1644333"/>
              <a:ext cx="204" cy="163"/>
            </a:xfrm>
            <a:custGeom>
              <a:rect b="b" l="l" r="r" t="t"/>
              <a:pathLst>
                <a:path extrusionOk="0" h="12" w="15">
                  <a:moveTo>
                    <a:pt x="1" y="1"/>
                  </a:moveTo>
                  <a:cubicBezTo>
                    <a:pt x="8" y="4"/>
                    <a:pt x="11" y="8"/>
                    <a:pt x="15" y="11"/>
                  </a:cubicBezTo>
                  <a:cubicBezTo>
                    <a:pt x="11" y="8"/>
                    <a:pt x="8"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4" name="Google Shape;4944;p95"/>
            <p:cNvSpPr/>
            <p:nvPr/>
          </p:nvSpPr>
          <p:spPr>
            <a:xfrm>
              <a:off x="2156855" y="1646478"/>
              <a:ext cx="163" cy="54"/>
            </a:xfrm>
            <a:custGeom>
              <a:rect b="b" l="l" r="r" t="t"/>
              <a:pathLst>
                <a:path extrusionOk="0" h="4" w="12">
                  <a:moveTo>
                    <a:pt x="1" y="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5" name="Google Shape;4945;p95"/>
            <p:cNvSpPr/>
            <p:nvPr/>
          </p:nvSpPr>
          <p:spPr>
            <a:xfrm>
              <a:off x="2157045" y="1646423"/>
              <a:ext cx="163" cy="68"/>
            </a:xfrm>
            <a:custGeom>
              <a:rect b="b" l="l" r="r" t="t"/>
              <a:pathLst>
                <a:path extrusionOk="0" h="5" w="12">
                  <a:moveTo>
                    <a:pt x="1" y="4"/>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6" name="Google Shape;4946;p95"/>
            <p:cNvSpPr/>
            <p:nvPr/>
          </p:nvSpPr>
          <p:spPr>
            <a:xfrm>
              <a:off x="2156570" y="1646518"/>
              <a:ext cx="204" cy="68"/>
            </a:xfrm>
            <a:custGeom>
              <a:rect b="b" l="l" r="r" t="t"/>
              <a:pathLst>
                <a:path extrusionOk="0" h="5" w="15">
                  <a:moveTo>
                    <a:pt x="1" y="4"/>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7" name="Google Shape;4947;p95"/>
            <p:cNvSpPr/>
            <p:nvPr/>
          </p:nvSpPr>
          <p:spPr>
            <a:xfrm>
              <a:off x="2157384" y="1646233"/>
              <a:ext cx="149" cy="109"/>
            </a:xfrm>
            <a:custGeom>
              <a:rect b="b" l="l" r="r" t="t"/>
              <a:pathLst>
                <a:path extrusionOk="0" h="8" w="11">
                  <a:moveTo>
                    <a:pt x="0" y="8"/>
                  </a:moveTo>
                  <a:cubicBezTo>
                    <a:pt x="4" y="4"/>
                    <a:pt x="7" y="4"/>
                    <a:pt x="11" y="1"/>
                  </a:cubicBezTo>
                  <a:cubicBezTo>
                    <a:pt x="7" y="4"/>
                    <a:pt x="4" y="4"/>
                    <a:pt x="0"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8" name="Google Shape;4948;p95"/>
            <p:cNvSpPr/>
            <p:nvPr/>
          </p:nvSpPr>
          <p:spPr>
            <a:xfrm>
              <a:off x="2165028" y="1643531"/>
              <a:ext cx="1059" cy="584"/>
            </a:xfrm>
            <a:custGeom>
              <a:rect b="b" l="l" r="r" t="t"/>
              <a:pathLst>
                <a:path extrusionOk="0" h="43" w="78">
                  <a:moveTo>
                    <a:pt x="1" y="0"/>
                  </a:moveTo>
                  <a:cubicBezTo>
                    <a:pt x="29" y="11"/>
                    <a:pt x="53" y="25"/>
                    <a:pt x="78" y="42"/>
                  </a:cubicBezTo>
                  <a:cubicBezTo>
                    <a:pt x="53" y="25"/>
                    <a:pt x="29"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9" name="Google Shape;4949;p95"/>
            <p:cNvSpPr/>
            <p:nvPr/>
          </p:nvSpPr>
          <p:spPr>
            <a:xfrm>
              <a:off x="2157235" y="1646383"/>
              <a:ext cx="163" cy="54"/>
            </a:xfrm>
            <a:custGeom>
              <a:rect b="b" l="l" r="r" t="t"/>
              <a:pathLst>
                <a:path extrusionOk="0" h="4" w="12">
                  <a:moveTo>
                    <a:pt x="1" y="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0" name="Google Shape;4950;p95"/>
            <p:cNvSpPr/>
            <p:nvPr/>
          </p:nvSpPr>
          <p:spPr>
            <a:xfrm>
              <a:off x="2160561" y="1642432"/>
              <a:ext cx="1303" cy="204"/>
            </a:xfrm>
            <a:custGeom>
              <a:rect b="b" l="l" r="r" t="t"/>
              <a:pathLst>
                <a:path extrusionOk="0" h="15" w="96">
                  <a:moveTo>
                    <a:pt x="1" y="1"/>
                  </a:moveTo>
                  <a:cubicBezTo>
                    <a:pt x="25" y="4"/>
                    <a:pt x="60" y="8"/>
                    <a:pt x="95" y="15"/>
                  </a:cubicBezTo>
                  <a:cubicBezTo>
                    <a:pt x="60" y="8"/>
                    <a:pt x="29"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1" name="Google Shape;4951;p95"/>
            <p:cNvSpPr/>
            <p:nvPr/>
          </p:nvSpPr>
          <p:spPr>
            <a:xfrm>
              <a:off x="2164458" y="1643287"/>
              <a:ext cx="489" cy="204"/>
            </a:xfrm>
            <a:custGeom>
              <a:rect b="b" l="l" r="r" t="t"/>
              <a:pathLst>
                <a:path extrusionOk="0" h="15" w="36">
                  <a:moveTo>
                    <a:pt x="1" y="1"/>
                  </a:moveTo>
                  <a:cubicBezTo>
                    <a:pt x="15" y="4"/>
                    <a:pt x="25" y="8"/>
                    <a:pt x="36" y="15"/>
                  </a:cubicBezTo>
                  <a:cubicBezTo>
                    <a:pt x="25" y="8"/>
                    <a:pt x="15"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2" name="Google Shape;4952;p95"/>
            <p:cNvSpPr/>
            <p:nvPr/>
          </p:nvSpPr>
          <p:spPr>
            <a:xfrm>
              <a:off x="2162136" y="1642676"/>
              <a:ext cx="2200" cy="584"/>
            </a:xfrm>
            <a:custGeom>
              <a:rect b="b" l="l" r="r" t="t"/>
              <a:pathLst>
                <a:path extrusionOk="0" h="43" w="162">
                  <a:moveTo>
                    <a:pt x="0" y="0"/>
                  </a:moveTo>
                  <a:cubicBezTo>
                    <a:pt x="56" y="7"/>
                    <a:pt x="109" y="21"/>
                    <a:pt x="161" y="42"/>
                  </a:cubicBezTo>
                  <a:cubicBezTo>
                    <a:pt x="109" y="21"/>
                    <a:pt x="56"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3" name="Google Shape;4953;p95"/>
            <p:cNvSpPr/>
            <p:nvPr/>
          </p:nvSpPr>
          <p:spPr>
            <a:xfrm>
              <a:off x="2156244" y="1646614"/>
              <a:ext cx="244" cy="14"/>
            </a:xfrm>
            <a:custGeom>
              <a:rect b="b" l="l" r="r" t="t"/>
              <a:pathLst>
                <a:path extrusionOk="0" h="1" w="18">
                  <a:moveTo>
                    <a:pt x="0" y="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4" name="Google Shape;4954;p95"/>
            <p:cNvSpPr/>
            <p:nvPr/>
          </p:nvSpPr>
          <p:spPr>
            <a:xfrm>
              <a:off x="2154628" y="1646614"/>
              <a:ext cx="1195" cy="54"/>
            </a:xfrm>
            <a:custGeom>
              <a:rect b="b" l="l" r="r" t="t"/>
              <a:pathLst>
                <a:path extrusionOk="0" h="4" w="88">
                  <a:moveTo>
                    <a:pt x="0" y="1"/>
                  </a:moveTo>
                  <a:cubicBezTo>
                    <a:pt x="16" y="2"/>
                    <a:pt x="32" y="3"/>
                    <a:pt x="47" y="3"/>
                  </a:cubicBezTo>
                  <a:cubicBezTo>
                    <a:pt x="61" y="3"/>
                    <a:pt x="75" y="2"/>
                    <a:pt x="8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5" name="Google Shape;4955;p95"/>
            <p:cNvSpPr/>
            <p:nvPr/>
          </p:nvSpPr>
          <p:spPr>
            <a:xfrm>
              <a:off x="2166984" y="1644903"/>
              <a:ext cx="2906" cy="1113"/>
            </a:xfrm>
            <a:custGeom>
              <a:rect b="b" l="l" r="r" t="t"/>
              <a:pathLst>
                <a:path extrusionOk="0" h="82" w="214">
                  <a:moveTo>
                    <a:pt x="214" y="67"/>
                  </a:moveTo>
                  <a:cubicBezTo>
                    <a:pt x="137" y="81"/>
                    <a:pt x="60" y="57"/>
                    <a:pt x="4" y="1"/>
                  </a:cubicBezTo>
                  <a:lnTo>
                    <a:pt x="0" y="1"/>
                  </a:lnTo>
                  <a:lnTo>
                    <a:pt x="4" y="1"/>
                  </a:lnTo>
                  <a:cubicBezTo>
                    <a:pt x="60" y="57"/>
                    <a:pt x="137" y="81"/>
                    <a:pt x="214" y="6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6" name="Google Shape;4956;p95"/>
            <p:cNvSpPr/>
            <p:nvPr/>
          </p:nvSpPr>
          <p:spPr>
            <a:xfrm>
              <a:off x="2154248" y="1646614"/>
              <a:ext cx="394" cy="14"/>
            </a:xfrm>
            <a:custGeom>
              <a:rect b="b" l="l" r="r" t="t"/>
              <a:pathLst>
                <a:path extrusionOk="0" h="1" w="29">
                  <a:moveTo>
                    <a:pt x="0" y="1"/>
                  </a:moveTo>
                  <a:lnTo>
                    <a:pt x="2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7" name="Google Shape;4957;p95"/>
            <p:cNvSpPr/>
            <p:nvPr/>
          </p:nvSpPr>
          <p:spPr>
            <a:xfrm>
              <a:off x="2153813" y="1646573"/>
              <a:ext cx="353" cy="54"/>
            </a:xfrm>
            <a:custGeom>
              <a:rect b="b" l="l" r="r" t="t"/>
              <a:pathLst>
                <a:path extrusionOk="0" h="4" w="26">
                  <a:moveTo>
                    <a:pt x="1" y="0"/>
                  </a:moveTo>
                  <a:lnTo>
                    <a:pt x="2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8" name="Google Shape;4958;p95"/>
            <p:cNvSpPr/>
            <p:nvPr/>
          </p:nvSpPr>
          <p:spPr>
            <a:xfrm>
              <a:off x="2153433" y="1646518"/>
              <a:ext cx="299" cy="68"/>
            </a:xfrm>
            <a:custGeom>
              <a:rect b="b" l="l" r="r" t="t"/>
              <a:pathLst>
                <a:path extrusionOk="0" h="5" w="22">
                  <a:moveTo>
                    <a:pt x="1" y="1"/>
                  </a:moveTo>
                  <a:lnTo>
                    <a:pt x="22"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9" name="Google Shape;4959;p95"/>
            <p:cNvSpPr/>
            <p:nvPr/>
          </p:nvSpPr>
          <p:spPr>
            <a:xfrm>
              <a:off x="2171641" y="1645052"/>
              <a:ext cx="1100" cy="530"/>
            </a:xfrm>
            <a:custGeom>
              <a:rect b="b" l="l" r="r" t="t"/>
              <a:pathLst>
                <a:path extrusionOk="0" h="39" w="81">
                  <a:moveTo>
                    <a:pt x="81" y="39"/>
                  </a:moveTo>
                  <a:lnTo>
                    <a:pt x="81" y="39"/>
                  </a:lnTo>
                  <a:lnTo>
                    <a:pt x="67" y="0"/>
                  </a:lnTo>
                  <a:lnTo>
                    <a:pt x="0" y="25"/>
                  </a:lnTo>
                  <a:lnTo>
                    <a:pt x="6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0" name="Google Shape;4960;p95"/>
            <p:cNvSpPr/>
            <p:nvPr/>
          </p:nvSpPr>
          <p:spPr>
            <a:xfrm>
              <a:off x="2152958" y="1646478"/>
              <a:ext cx="353" cy="54"/>
            </a:xfrm>
            <a:custGeom>
              <a:rect b="b" l="l" r="r" t="t"/>
              <a:pathLst>
                <a:path extrusionOk="0" h="4" w="26">
                  <a:moveTo>
                    <a:pt x="1" y="0"/>
                  </a:moveTo>
                  <a:lnTo>
                    <a:pt x="2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1" name="Google Shape;4961;p95"/>
            <p:cNvSpPr/>
            <p:nvPr/>
          </p:nvSpPr>
          <p:spPr>
            <a:xfrm>
              <a:off x="2155864" y="1646614"/>
              <a:ext cx="299" cy="14"/>
            </a:xfrm>
            <a:custGeom>
              <a:rect b="b" l="l" r="r" t="t"/>
              <a:pathLst>
                <a:path extrusionOk="0" h="1" w="22">
                  <a:moveTo>
                    <a:pt x="0" y="1"/>
                  </a:moveTo>
                  <a:lnTo>
                    <a:pt x="2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2" name="Google Shape;4962;p95"/>
            <p:cNvSpPr/>
            <p:nvPr/>
          </p:nvSpPr>
          <p:spPr>
            <a:xfrm>
              <a:off x="2152768" y="1646423"/>
              <a:ext cx="109" cy="14"/>
            </a:xfrm>
            <a:custGeom>
              <a:rect b="b" l="l" r="r" t="t"/>
              <a:pathLst>
                <a:path extrusionOk="0" h="1" w="8">
                  <a:moveTo>
                    <a:pt x="1" y="1"/>
                  </a:moveTo>
                  <a:lnTo>
                    <a:pt x="1" y="1"/>
                  </a:ln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3" name="Google Shape;4963;p95"/>
            <p:cNvSpPr/>
            <p:nvPr/>
          </p:nvSpPr>
          <p:spPr>
            <a:xfrm>
              <a:off x="2173637" y="1639417"/>
              <a:ext cx="38709" cy="14569"/>
            </a:xfrm>
            <a:custGeom>
              <a:rect b="b" l="l" r="r" t="t"/>
              <a:pathLst>
                <a:path extrusionOk="0" h="1073" w="2851">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4" name="Google Shape;4964;p95"/>
            <p:cNvSpPr/>
            <p:nvPr/>
          </p:nvSpPr>
          <p:spPr>
            <a:xfrm>
              <a:off x="2211667" y="1642866"/>
              <a:ext cx="54" cy="14"/>
            </a:xfrm>
            <a:custGeom>
              <a:rect b="b" l="l" r="r" t="t"/>
              <a:pathLst>
                <a:path extrusionOk="0" h="1" w="4">
                  <a:moveTo>
                    <a:pt x="0"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5" name="Google Shape;4965;p95"/>
            <p:cNvSpPr/>
            <p:nvPr/>
          </p:nvSpPr>
          <p:spPr>
            <a:xfrm>
              <a:off x="2209332" y="1642147"/>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6" name="Google Shape;4966;p95"/>
            <p:cNvSpPr/>
            <p:nvPr/>
          </p:nvSpPr>
          <p:spPr>
            <a:xfrm>
              <a:off x="2200343" y="1640341"/>
              <a:ext cx="3014" cy="489"/>
            </a:xfrm>
            <a:custGeom>
              <a:rect b="b" l="l" r="r" t="t"/>
              <a:pathLst>
                <a:path extrusionOk="0" h="36" w="222">
                  <a:moveTo>
                    <a:pt x="222" y="32"/>
                  </a:moveTo>
                  <a:cubicBezTo>
                    <a:pt x="145" y="36"/>
                    <a:pt x="71" y="25"/>
                    <a:pt x="1" y="1"/>
                  </a:cubicBezTo>
                  <a:cubicBezTo>
                    <a:pt x="71" y="25"/>
                    <a:pt x="145" y="36"/>
                    <a:pt x="222"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7" name="Google Shape;4967;p95"/>
            <p:cNvSpPr/>
            <p:nvPr/>
          </p:nvSpPr>
          <p:spPr>
            <a:xfrm>
              <a:off x="2212088" y="1642961"/>
              <a:ext cx="109" cy="14"/>
            </a:xfrm>
            <a:custGeom>
              <a:rect b="b" l="l" r="r" t="t"/>
              <a:pathLst>
                <a:path extrusionOk="0" h="1" w="8">
                  <a:moveTo>
                    <a:pt x="1" y="0"/>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8" name="Google Shape;4968;p95"/>
            <p:cNvSpPr/>
            <p:nvPr/>
          </p:nvSpPr>
          <p:spPr>
            <a:xfrm>
              <a:off x="2209807" y="1642337"/>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9" name="Google Shape;4969;p95"/>
            <p:cNvSpPr/>
            <p:nvPr/>
          </p:nvSpPr>
          <p:spPr>
            <a:xfrm>
              <a:off x="2209481" y="1642201"/>
              <a:ext cx="54" cy="14"/>
            </a:xfrm>
            <a:custGeom>
              <a:rect b="b" l="l" r="r" t="t"/>
              <a:pathLst>
                <a:path extrusionOk="0" h="1" w="4">
                  <a:moveTo>
                    <a:pt x="0"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0" name="Google Shape;4970;p95"/>
            <p:cNvSpPr/>
            <p:nvPr/>
          </p:nvSpPr>
          <p:spPr>
            <a:xfrm>
              <a:off x="2209576" y="1642242"/>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1" name="Google Shape;4971;p95"/>
            <p:cNvSpPr/>
            <p:nvPr/>
          </p:nvSpPr>
          <p:spPr>
            <a:xfrm>
              <a:off x="2209291" y="1642051"/>
              <a:ext cx="14" cy="14"/>
            </a:xfrm>
            <a:custGeom>
              <a:rect b="b" l="l" r="r" t="t"/>
              <a:pathLst>
                <a:path extrusionOk="0" h="1" w="1">
                  <a:moveTo>
                    <a:pt x="0"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2" name="Google Shape;4972;p95"/>
            <p:cNvSpPr/>
            <p:nvPr/>
          </p:nvSpPr>
          <p:spPr>
            <a:xfrm>
              <a:off x="2209956" y="1642432"/>
              <a:ext cx="109" cy="68"/>
            </a:xfrm>
            <a:custGeom>
              <a:rect b="b" l="l" r="r" t="t"/>
              <a:pathLst>
                <a:path extrusionOk="0" h="5" w="8">
                  <a:moveTo>
                    <a:pt x="0" y="1"/>
                  </a:moveTo>
                  <a:lnTo>
                    <a:pt x="7"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3" name="Google Shape;4973;p95"/>
            <p:cNvSpPr/>
            <p:nvPr/>
          </p:nvSpPr>
          <p:spPr>
            <a:xfrm>
              <a:off x="2185802" y="1639390"/>
              <a:ext cx="353" cy="258"/>
            </a:xfrm>
            <a:custGeom>
              <a:rect b="b" l="l" r="r" t="t"/>
              <a:pathLst>
                <a:path extrusionOk="0" h="19" w="26">
                  <a:moveTo>
                    <a:pt x="25" y="18"/>
                  </a:moveTo>
                  <a:cubicBezTo>
                    <a:pt x="18" y="11"/>
                    <a:pt x="8" y="8"/>
                    <a:pt x="1" y="1"/>
                  </a:cubicBezTo>
                  <a:lnTo>
                    <a:pt x="1" y="1"/>
                  </a:lnTo>
                  <a:cubicBezTo>
                    <a:pt x="8" y="8"/>
                    <a:pt x="18" y="11"/>
                    <a:pt x="25"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4" name="Google Shape;4974;p95"/>
            <p:cNvSpPr/>
            <p:nvPr/>
          </p:nvSpPr>
          <p:spPr>
            <a:xfrm>
              <a:off x="2209196" y="1642011"/>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5" name="Google Shape;4975;p95"/>
            <p:cNvSpPr/>
            <p:nvPr/>
          </p:nvSpPr>
          <p:spPr>
            <a:xfrm>
              <a:off x="2210187" y="1642486"/>
              <a:ext cx="109" cy="54"/>
            </a:xfrm>
            <a:custGeom>
              <a:rect b="b" l="l" r="r" t="t"/>
              <a:pathLst>
                <a:path extrusionOk="0" h="4" w="8">
                  <a:moveTo>
                    <a:pt x="1" y="0"/>
                  </a:moveTo>
                  <a:lnTo>
                    <a:pt x="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6" name="Google Shape;4976;p95"/>
            <p:cNvSpPr/>
            <p:nvPr/>
          </p:nvSpPr>
          <p:spPr>
            <a:xfrm>
              <a:off x="2210472" y="1642581"/>
              <a:ext cx="109" cy="54"/>
            </a:xfrm>
            <a:custGeom>
              <a:rect b="b" l="l" r="r" t="t"/>
              <a:pathLst>
                <a:path extrusionOk="0" h="4" w="8">
                  <a:moveTo>
                    <a:pt x="1" y="0"/>
                  </a:moveTo>
                  <a:lnTo>
                    <a:pt x="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7" name="Google Shape;4977;p95"/>
            <p:cNvSpPr/>
            <p:nvPr/>
          </p:nvSpPr>
          <p:spPr>
            <a:xfrm>
              <a:off x="2198062" y="1640056"/>
              <a:ext cx="2295" cy="299"/>
            </a:xfrm>
            <a:custGeom>
              <a:rect b="b" l="l" r="r" t="t"/>
              <a:pathLst>
                <a:path extrusionOk="0" h="22" w="169">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8" name="Google Shape;4978;p95"/>
            <p:cNvSpPr/>
            <p:nvPr/>
          </p:nvSpPr>
          <p:spPr>
            <a:xfrm>
              <a:off x="2210757" y="1642676"/>
              <a:ext cx="109" cy="14"/>
            </a:xfrm>
            <a:custGeom>
              <a:rect b="b" l="l" r="r" t="t"/>
              <a:pathLst>
                <a:path extrusionOk="0" h="1" w="8">
                  <a:moveTo>
                    <a:pt x="1" y="0"/>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9" name="Google Shape;4979;p95"/>
            <p:cNvSpPr/>
            <p:nvPr/>
          </p:nvSpPr>
          <p:spPr>
            <a:xfrm>
              <a:off x="2173501" y="1647713"/>
              <a:ext cx="2145" cy="4195"/>
            </a:xfrm>
            <a:custGeom>
              <a:rect b="b" l="l" r="r" t="t"/>
              <a:pathLst>
                <a:path extrusionOk="0" h="309" w="158">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0" name="Google Shape;4980;p95"/>
            <p:cNvSpPr/>
            <p:nvPr/>
          </p:nvSpPr>
          <p:spPr>
            <a:xfrm>
              <a:off x="2208286" y="1648379"/>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1" name="Google Shape;4981;p95"/>
            <p:cNvSpPr/>
            <p:nvPr/>
          </p:nvSpPr>
          <p:spPr>
            <a:xfrm>
              <a:off x="2208191" y="1648324"/>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2" name="Google Shape;4982;p95"/>
            <p:cNvSpPr/>
            <p:nvPr/>
          </p:nvSpPr>
          <p:spPr>
            <a:xfrm>
              <a:off x="2209956" y="1649085"/>
              <a:ext cx="54" cy="14"/>
            </a:xfrm>
            <a:custGeom>
              <a:rect b="b" l="l" r="r" t="t"/>
              <a:pathLst>
                <a:path extrusionOk="0" h="1" w="4">
                  <a:moveTo>
                    <a:pt x="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3" name="Google Shape;4983;p95"/>
            <p:cNvSpPr/>
            <p:nvPr/>
          </p:nvSpPr>
          <p:spPr>
            <a:xfrm>
              <a:off x="2209427" y="1648895"/>
              <a:ext cx="109" cy="68"/>
            </a:xfrm>
            <a:custGeom>
              <a:rect b="b" l="l" r="r" t="t"/>
              <a:pathLst>
                <a:path extrusionOk="0" h="5" w="8">
                  <a:moveTo>
                    <a:pt x="1" y="1"/>
                  </a:moveTo>
                  <a:lnTo>
                    <a:pt x="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4" name="Google Shape;4984;p95"/>
            <p:cNvSpPr/>
            <p:nvPr/>
          </p:nvSpPr>
          <p:spPr>
            <a:xfrm>
              <a:off x="2208381" y="1648474"/>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5" name="Google Shape;4985;p95"/>
            <p:cNvSpPr/>
            <p:nvPr/>
          </p:nvSpPr>
          <p:spPr>
            <a:xfrm>
              <a:off x="2175632" y="1651895"/>
              <a:ext cx="638" cy="774"/>
            </a:xfrm>
            <a:custGeom>
              <a:rect b="b" l="l" r="r" t="t"/>
              <a:pathLst>
                <a:path extrusionOk="0" h="57" w="47">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6" name="Google Shape;4986;p95"/>
            <p:cNvSpPr/>
            <p:nvPr/>
          </p:nvSpPr>
          <p:spPr>
            <a:xfrm>
              <a:off x="2208531" y="1648514"/>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7" name="Google Shape;4987;p95"/>
            <p:cNvSpPr/>
            <p:nvPr/>
          </p:nvSpPr>
          <p:spPr>
            <a:xfrm>
              <a:off x="2208816" y="1648664"/>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8" name="Google Shape;4988;p95"/>
            <p:cNvSpPr/>
            <p:nvPr/>
          </p:nvSpPr>
          <p:spPr>
            <a:xfrm>
              <a:off x="2209047" y="1648800"/>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9" name="Google Shape;4989;p95"/>
            <p:cNvSpPr/>
            <p:nvPr/>
          </p:nvSpPr>
          <p:spPr>
            <a:xfrm>
              <a:off x="2175402" y="1651515"/>
              <a:ext cx="530" cy="720"/>
            </a:xfrm>
            <a:custGeom>
              <a:rect b="b" l="l" r="r" t="t"/>
              <a:pathLst>
                <a:path extrusionOk="0" h="53" w="39">
                  <a:moveTo>
                    <a:pt x="0" y="0"/>
                  </a:moveTo>
                  <a:lnTo>
                    <a:pt x="0" y="0"/>
                  </a:lnTo>
                  <a:cubicBezTo>
                    <a:pt x="14" y="21"/>
                    <a:pt x="25" y="35"/>
                    <a:pt x="39" y="53"/>
                  </a:cubicBezTo>
                  <a:lnTo>
                    <a:pt x="21" y="28"/>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0" name="Google Shape;4990;p95"/>
            <p:cNvSpPr/>
            <p:nvPr/>
          </p:nvSpPr>
          <p:spPr>
            <a:xfrm>
              <a:off x="2174492" y="1646328"/>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1" name="Google Shape;4991;p95"/>
            <p:cNvSpPr/>
            <p:nvPr/>
          </p:nvSpPr>
          <p:spPr>
            <a:xfrm>
              <a:off x="2174356" y="1646478"/>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2" name="Google Shape;4992;p95"/>
            <p:cNvSpPr/>
            <p:nvPr/>
          </p:nvSpPr>
          <p:spPr>
            <a:xfrm>
              <a:off x="2174166" y="1646668"/>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3" name="Google Shape;4993;p95"/>
            <p:cNvSpPr/>
            <p:nvPr/>
          </p:nvSpPr>
          <p:spPr>
            <a:xfrm>
              <a:off x="2174587" y="1646233"/>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4" name="Google Shape;4994;p95"/>
            <p:cNvSpPr/>
            <p:nvPr/>
          </p:nvSpPr>
          <p:spPr>
            <a:xfrm>
              <a:off x="2173732" y="164727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5" name="Google Shape;4995;p95"/>
            <p:cNvSpPr/>
            <p:nvPr/>
          </p:nvSpPr>
          <p:spPr>
            <a:xfrm>
              <a:off x="2173976" y="1646899"/>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6" name="Google Shape;4996;p95"/>
            <p:cNvSpPr/>
            <p:nvPr/>
          </p:nvSpPr>
          <p:spPr>
            <a:xfrm>
              <a:off x="2182910" y="1641345"/>
              <a:ext cx="339" cy="339"/>
            </a:xfrm>
            <a:custGeom>
              <a:rect b="b" l="l" r="r" t="t"/>
              <a:pathLst>
                <a:path extrusionOk="0" h="25" w="25">
                  <a:moveTo>
                    <a:pt x="25" y="0"/>
                  </a:moveTo>
                  <a:cubicBezTo>
                    <a:pt x="14" y="7"/>
                    <a:pt x="7" y="14"/>
                    <a:pt x="0" y="25"/>
                  </a:cubicBezTo>
                  <a:cubicBezTo>
                    <a:pt x="7" y="14"/>
                    <a:pt x="18" y="7"/>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7" name="Google Shape;4997;p95"/>
            <p:cNvSpPr/>
            <p:nvPr/>
          </p:nvSpPr>
          <p:spPr>
            <a:xfrm>
              <a:off x="2174682" y="1646233"/>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8" name="Google Shape;4998;p95"/>
            <p:cNvSpPr/>
            <p:nvPr/>
          </p:nvSpPr>
          <p:spPr>
            <a:xfrm>
              <a:off x="2185517" y="1639390"/>
              <a:ext cx="299" cy="163"/>
            </a:xfrm>
            <a:custGeom>
              <a:rect b="b" l="l" r="r" t="t"/>
              <a:pathLst>
                <a:path extrusionOk="0" h="12" w="22">
                  <a:moveTo>
                    <a:pt x="22" y="1"/>
                  </a:moveTo>
                  <a:lnTo>
                    <a:pt x="1" y="11"/>
                  </a:lnTo>
                  <a:lnTo>
                    <a:pt x="2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9" name="Google Shape;4999;p95"/>
            <p:cNvSpPr/>
            <p:nvPr/>
          </p:nvSpPr>
          <p:spPr>
            <a:xfrm>
              <a:off x="2184906" y="1639635"/>
              <a:ext cx="489" cy="339"/>
            </a:xfrm>
            <a:custGeom>
              <a:rect b="b" l="l" r="r" t="t"/>
              <a:pathLst>
                <a:path extrusionOk="0" h="25" w="36">
                  <a:moveTo>
                    <a:pt x="0" y="25"/>
                  </a:moveTo>
                  <a:lnTo>
                    <a:pt x="3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0" name="Google Shape;5000;p95"/>
            <p:cNvSpPr/>
            <p:nvPr/>
          </p:nvSpPr>
          <p:spPr>
            <a:xfrm>
              <a:off x="2173501" y="1647713"/>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1" name="Google Shape;5001;p95"/>
            <p:cNvSpPr/>
            <p:nvPr/>
          </p:nvSpPr>
          <p:spPr>
            <a:xfrm>
              <a:off x="2184376" y="1640056"/>
              <a:ext cx="353" cy="299"/>
            </a:xfrm>
            <a:custGeom>
              <a:rect b="b" l="l" r="r" t="t"/>
              <a:pathLst>
                <a:path extrusionOk="0" h="22" w="26">
                  <a:moveTo>
                    <a:pt x="1" y="22"/>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2" name="Google Shape;5002;p95"/>
            <p:cNvSpPr/>
            <p:nvPr/>
          </p:nvSpPr>
          <p:spPr>
            <a:xfrm>
              <a:off x="2182380" y="1641821"/>
              <a:ext cx="394" cy="489"/>
            </a:xfrm>
            <a:custGeom>
              <a:rect b="b" l="l" r="r" t="t"/>
              <a:pathLst>
                <a:path extrusionOk="0" h="36" w="29">
                  <a:moveTo>
                    <a:pt x="1" y="35"/>
                  </a:moveTo>
                  <a:cubicBezTo>
                    <a:pt x="11" y="25"/>
                    <a:pt x="22" y="11"/>
                    <a:pt x="29" y="0"/>
                  </a:cubicBezTo>
                  <a:cubicBezTo>
                    <a:pt x="22" y="11"/>
                    <a:pt x="11" y="25"/>
                    <a:pt x="1" y="3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3" name="Google Shape;5003;p95"/>
            <p:cNvSpPr/>
            <p:nvPr/>
          </p:nvSpPr>
          <p:spPr>
            <a:xfrm>
              <a:off x="2183860" y="1640490"/>
              <a:ext cx="339" cy="244"/>
            </a:xfrm>
            <a:custGeom>
              <a:rect b="b" l="l" r="r" t="t"/>
              <a:pathLst>
                <a:path extrusionOk="0" h="18" w="25">
                  <a:moveTo>
                    <a:pt x="0" y="18"/>
                  </a:moveTo>
                  <a:lnTo>
                    <a:pt x="2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4" name="Google Shape;5004;p95"/>
            <p:cNvSpPr/>
            <p:nvPr/>
          </p:nvSpPr>
          <p:spPr>
            <a:xfrm>
              <a:off x="2183385" y="1640911"/>
              <a:ext cx="339" cy="258"/>
            </a:xfrm>
            <a:custGeom>
              <a:rect b="b" l="l" r="r" t="t"/>
              <a:pathLst>
                <a:path extrusionOk="0" h="19" w="25">
                  <a:moveTo>
                    <a:pt x="0" y="18"/>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5" name="Google Shape;5005;p95"/>
            <p:cNvSpPr/>
            <p:nvPr/>
          </p:nvSpPr>
          <p:spPr>
            <a:xfrm>
              <a:off x="2173501" y="1647754"/>
              <a:ext cx="14" cy="14"/>
            </a:xfrm>
            <a:custGeom>
              <a:rect b="b" l="l" r="r" t="t"/>
              <a:pathLst>
                <a:path extrusionOk="0" h="1" w="1">
                  <a:moveTo>
                    <a:pt x="0"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95"/>
            <p:cNvSpPr/>
            <p:nvPr/>
          </p:nvSpPr>
          <p:spPr>
            <a:xfrm>
              <a:off x="1977808" y="1708880"/>
              <a:ext cx="22865" cy="43584"/>
            </a:xfrm>
            <a:custGeom>
              <a:rect b="b" l="l" r="r" t="t"/>
              <a:pathLst>
                <a:path extrusionOk="0" h="3210" w="1684">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7" name="Google Shape;5007;p95"/>
            <p:cNvSpPr/>
            <p:nvPr/>
          </p:nvSpPr>
          <p:spPr>
            <a:xfrm>
              <a:off x="2073964" y="1600939"/>
              <a:ext cx="27440" cy="23163"/>
            </a:xfrm>
            <a:custGeom>
              <a:rect b="b" l="l" r="r" t="t"/>
              <a:pathLst>
                <a:path extrusionOk="0" h="1706" w="2021">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8" name="Google Shape;5008;p95"/>
            <p:cNvSpPr/>
            <p:nvPr/>
          </p:nvSpPr>
          <p:spPr>
            <a:xfrm>
              <a:off x="2092647" y="1634489"/>
              <a:ext cx="2865" cy="4114"/>
            </a:xfrm>
            <a:custGeom>
              <a:rect b="b" l="l" r="r" t="t"/>
              <a:pathLst>
                <a:path extrusionOk="0" h="303" w="211">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9" name="Google Shape;5009;p95"/>
            <p:cNvSpPr/>
            <p:nvPr/>
          </p:nvSpPr>
          <p:spPr>
            <a:xfrm>
              <a:off x="2068873" y="1620273"/>
              <a:ext cx="26014" cy="18194"/>
            </a:xfrm>
            <a:custGeom>
              <a:rect b="b" l="l" r="r" t="t"/>
              <a:pathLst>
                <a:path extrusionOk="0" h="1340" w="1916">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0" name="Google Shape;5010;p95"/>
            <p:cNvSpPr/>
            <p:nvPr/>
          </p:nvSpPr>
          <p:spPr>
            <a:xfrm>
              <a:off x="2073244" y="1623043"/>
              <a:ext cx="258" cy="54"/>
            </a:xfrm>
            <a:custGeom>
              <a:rect b="b" l="l" r="r" t="t"/>
              <a:pathLst>
                <a:path extrusionOk="0" h="4" w="19">
                  <a:moveTo>
                    <a:pt x="1" y="0"/>
                  </a:moveTo>
                  <a:lnTo>
                    <a:pt x="1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95"/>
            <p:cNvSpPr/>
            <p:nvPr/>
          </p:nvSpPr>
          <p:spPr>
            <a:xfrm>
              <a:off x="2091547" y="1625134"/>
              <a:ext cx="543" cy="530"/>
            </a:xfrm>
            <a:custGeom>
              <a:rect b="b" l="l" r="r" t="t"/>
              <a:pathLst>
                <a:path extrusionOk="0" h="39" w="40">
                  <a:moveTo>
                    <a:pt x="1" y="0"/>
                  </a:moveTo>
                  <a:cubicBezTo>
                    <a:pt x="11" y="14"/>
                    <a:pt x="25" y="25"/>
                    <a:pt x="39" y="39"/>
                  </a:cubicBezTo>
                  <a:cubicBezTo>
                    <a:pt x="25" y="25"/>
                    <a:pt x="11" y="1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95"/>
            <p:cNvSpPr/>
            <p:nvPr/>
          </p:nvSpPr>
          <p:spPr>
            <a:xfrm>
              <a:off x="2074480" y="162336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3" name="Google Shape;5013;p95"/>
            <p:cNvSpPr/>
            <p:nvPr/>
          </p:nvSpPr>
          <p:spPr>
            <a:xfrm>
              <a:off x="2072769" y="1622853"/>
              <a:ext cx="258" cy="109"/>
            </a:xfrm>
            <a:custGeom>
              <a:rect b="b" l="l" r="r" t="t"/>
              <a:pathLst>
                <a:path extrusionOk="0" h="8" w="19">
                  <a:moveTo>
                    <a:pt x="1" y="0"/>
                  </a:moveTo>
                  <a:lnTo>
                    <a:pt x="18"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4" name="Google Shape;5014;p95"/>
            <p:cNvSpPr/>
            <p:nvPr/>
          </p:nvSpPr>
          <p:spPr>
            <a:xfrm>
              <a:off x="2072253" y="1622609"/>
              <a:ext cx="299" cy="109"/>
            </a:xfrm>
            <a:custGeom>
              <a:rect b="b" l="l" r="r" t="t"/>
              <a:pathLst>
                <a:path extrusionOk="0" h="8" w="22">
                  <a:moveTo>
                    <a:pt x="0" y="1"/>
                  </a:moveTo>
                  <a:lnTo>
                    <a:pt x="2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5" name="Google Shape;5015;p95"/>
            <p:cNvSpPr/>
            <p:nvPr/>
          </p:nvSpPr>
          <p:spPr>
            <a:xfrm>
              <a:off x="2074005" y="1623274"/>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6" name="Google Shape;5016;p95"/>
            <p:cNvSpPr/>
            <p:nvPr/>
          </p:nvSpPr>
          <p:spPr>
            <a:xfrm>
              <a:off x="2073679" y="1623179"/>
              <a:ext cx="149" cy="68"/>
            </a:xfrm>
            <a:custGeom>
              <a:rect b="b" l="l" r="r" t="t"/>
              <a:pathLst>
                <a:path extrusionOk="0" h="5" w="11">
                  <a:moveTo>
                    <a:pt x="0" y="1"/>
                  </a:moveTo>
                  <a:lnTo>
                    <a:pt x="1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7" name="Google Shape;5017;p95"/>
            <p:cNvSpPr/>
            <p:nvPr/>
          </p:nvSpPr>
          <p:spPr>
            <a:xfrm>
              <a:off x="2074249" y="1623328"/>
              <a:ext cx="109" cy="14"/>
            </a:xfrm>
            <a:custGeom>
              <a:rect b="b" l="l" r="r" t="t"/>
              <a:pathLst>
                <a:path extrusionOk="0" h="1" w="8">
                  <a:moveTo>
                    <a:pt x="0" y="0"/>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8" name="Google Shape;5018;p95"/>
            <p:cNvSpPr/>
            <p:nvPr/>
          </p:nvSpPr>
          <p:spPr>
            <a:xfrm>
              <a:off x="2092212" y="1625745"/>
              <a:ext cx="638" cy="543"/>
            </a:xfrm>
            <a:custGeom>
              <a:rect b="b" l="l" r="r" t="t"/>
              <a:pathLst>
                <a:path extrusionOk="0" h="40" w="47">
                  <a:moveTo>
                    <a:pt x="1" y="1"/>
                  </a:moveTo>
                  <a:cubicBezTo>
                    <a:pt x="15" y="15"/>
                    <a:pt x="29" y="25"/>
                    <a:pt x="46" y="39"/>
                  </a:cubicBezTo>
                  <a:cubicBezTo>
                    <a:pt x="29" y="25"/>
                    <a:pt x="15" y="15"/>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9" name="Google Shape;5019;p95"/>
            <p:cNvSpPr/>
            <p:nvPr/>
          </p:nvSpPr>
          <p:spPr>
            <a:xfrm>
              <a:off x="2091031" y="1635724"/>
              <a:ext cx="54" cy="204"/>
            </a:xfrm>
            <a:custGeom>
              <a:rect b="b" l="l" r="r" t="t"/>
              <a:pathLst>
                <a:path extrusionOk="0" h="15" w="4">
                  <a:moveTo>
                    <a:pt x="4" y="1"/>
                  </a:moveTo>
                  <a:lnTo>
                    <a:pt x="0"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0" name="Google Shape;5020;p95"/>
            <p:cNvSpPr/>
            <p:nvPr/>
          </p:nvSpPr>
          <p:spPr>
            <a:xfrm>
              <a:off x="2091167" y="1635208"/>
              <a:ext cx="109" cy="204"/>
            </a:xfrm>
            <a:custGeom>
              <a:rect b="b" l="l" r="r" t="t"/>
              <a:pathLst>
                <a:path extrusionOk="0" h="15" w="8">
                  <a:moveTo>
                    <a:pt x="8" y="0"/>
                  </a:move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95"/>
            <p:cNvSpPr/>
            <p:nvPr/>
          </p:nvSpPr>
          <p:spPr>
            <a:xfrm>
              <a:off x="2091547" y="1634353"/>
              <a:ext cx="109" cy="149"/>
            </a:xfrm>
            <a:custGeom>
              <a:rect b="b" l="l" r="r" t="t"/>
              <a:pathLst>
                <a:path extrusionOk="0" h="11" w="8">
                  <a:moveTo>
                    <a:pt x="8"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95"/>
            <p:cNvSpPr/>
            <p:nvPr/>
          </p:nvSpPr>
          <p:spPr>
            <a:xfrm>
              <a:off x="2092362" y="1633213"/>
              <a:ext cx="109" cy="109"/>
            </a:xfrm>
            <a:custGeom>
              <a:rect b="b" l="l" r="r" t="t"/>
              <a:pathLst>
                <a:path extrusionOk="0" h="8" w="8">
                  <a:moveTo>
                    <a:pt x="7"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3" name="Google Shape;5023;p95"/>
            <p:cNvSpPr/>
            <p:nvPr/>
          </p:nvSpPr>
          <p:spPr>
            <a:xfrm>
              <a:off x="2092117" y="1633593"/>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4" name="Google Shape;5024;p95"/>
            <p:cNvSpPr/>
            <p:nvPr/>
          </p:nvSpPr>
          <p:spPr>
            <a:xfrm>
              <a:off x="2092647" y="1632927"/>
              <a:ext cx="109" cy="109"/>
            </a:xfrm>
            <a:custGeom>
              <a:rect b="b" l="l" r="r" t="t"/>
              <a:pathLst>
                <a:path extrusionOk="0" h="8" w="8">
                  <a:moveTo>
                    <a:pt x="0" y="7"/>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5" name="Google Shape;5025;p95"/>
            <p:cNvSpPr/>
            <p:nvPr/>
          </p:nvSpPr>
          <p:spPr>
            <a:xfrm>
              <a:off x="2091832" y="1633973"/>
              <a:ext cx="68" cy="109"/>
            </a:xfrm>
            <a:custGeom>
              <a:rect b="b" l="l" r="r" t="t"/>
              <a:pathLst>
                <a:path extrusionOk="0" h="8" w="5">
                  <a:moveTo>
                    <a:pt x="4"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6" name="Google Shape;5026;p95"/>
            <p:cNvSpPr/>
            <p:nvPr/>
          </p:nvSpPr>
          <p:spPr>
            <a:xfrm>
              <a:off x="2090746" y="1637734"/>
              <a:ext cx="14" cy="95"/>
            </a:xfrm>
            <a:custGeom>
              <a:rect b="b" l="l" r="r" t="t"/>
              <a:pathLst>
                <a:path extrusionOk="0" h="7" w="1">
                  <a:moveTo>
                    <a:pt x="0"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7" name="Google Shape;5027;p95"/>
            <p:cNvSpPr/>
            <p:nvPr/>
          </p:nvSpPr>
          <p:spPr>
            <a:xfrm>
              <a:off x="2093448" y="1632262"/>
              <a:ext cx="109" cy="109"/>
            </a:xfrm>
            <a:custGeom>
              <a:rect b="b" l="l" r="r" t="t"/>
              <a:pathLst>
                <a:path extrusionOk="0" h="8" w="8">
                  <a:moveTo>
                    <a:pt x="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8" name="Google Shape;5028;p95"/>
            <p:cNvSpPr/>
            <p:nvPr/>
          </p:nvSpPr>
          <p:spPr>
            <a:xfrm>
              <a:off x="2090936" y="1636254"/>
              <a:ext cx="54" cy="244"/>
            </a:xfrm>
            <a:custGeom>
              <a:rect b="b" l="l" r="r" t="t"/>
              <a:pathLst>
                <a:path extrusionOk="0" h="18" w="4">
                  <a:moveTo>
                    <a:pt x="4" y="0"/>
                  </a:moveTo>
                  <a:lnTo>
                    <a:pt x="4" y="0"/>
                  </a:lnTo>
                  <a:cubicBezTo>
                    <a:pt x="0" y="7"/>
                    <a:pt x="0" y="11"/>
                    <a:pt x="0" y="18"/>
                  </a:cubicBezTo>
                  <a:cubicBezTo>
                    <a:pt x="0" y="11"/>
                    <a:pt x="4" y="7"/>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9" name="Google Shape;5029;p95"/>
            <p:cNvSpPr/>
            <p:nvPr/>
          </p:nvSpPr>
          <p:spPr>
            <a:xfrm>
              <a:off x="2090841" y="1636919"/>
              <a:ext cx="14" cy="204"/>
            </a:xfrm>
            <a:custGeom>
              <a:rect b="b" l="l" r="r" t="t"/>
              <a:pathLst>
                <a:path extrusionOk="0" h="15" w="1">
                  <a:moveTo>
                    <a:pt x="0" y="0"/>
                  </a:moveTo>
                  <a:cubicBezTo>
                    <a:pt x="0" y="4"/>
                    <a:pt x="0" y="7"/>
                    <a:pt x="0" y="14"/>
                  </a:cubicBezTo>
                  <a:cubicBezTo>
                    <a:pt x="0" y="7"/>
                    <a:pt x="0"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0" name="Google Shape;5030;p95"/>
            <p:cNvSpPr/>
            <p:nvPr/>
          </p:nvSpPr>
          <p:spPr>
            <a:xfrm>
              <a:off x="2091357" y="1634774"/>
              <a:ext cx="109" cy="163"/>
            </a:xfrm>
            <a:custGeom>
              <a:rect b="b" l="l" r="r" t="t"/>
              <a:pathLst>
                <a:path extrusionOk="0" h="12" w="8">
                  <a:moveTo>
                    <a:pt x="8"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95"/>
            <p:cNvSpPr/>
            <p:nvPr/>
          </p:nvSpPr>
          <p:spPr>
            <a:xfrm>
              <a:off x="2093163" y="1632452"/>
              <a:ext cx="109" cy="109"/>
            </a:xfrm>
            <a:custGeom>
              <a:rect b="b" l="l" r="r" t="t"/>
              <a:pathLst>
                <a:path extrusionOk="0" h="8" w="8">
                  <a:moveTo>
                    <a:pt x="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2" name="Google Shape;5032;p95"/>
            <p:cNvSpPr/>
            <p:nvPr/>
          </p:nvSpPr>
          <p:spPr>
            <a:xfrm>
              <a:off x="2092878" y="1632683"/>
              <a:ext cx="163" cy="109"/>
            </a:xfrm>
            <a:custGeom>
              <a:rect b="b" l="l" r="r" t="t"/>
              <a:pathLst>
                <a:path extrusionOk="0" h="8" w="12">
                  <a:moveTo>
                    <a:pt x="1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3" name="Google Shape;5033;p95"/>
            <p:cNvSpPr/>
            <p:nvPr/>
          </p:nvSpPr>
          <p:spPr>
            <a:xfrm>
              <a:off x="2199162" y="1650755"/>
              <a:ext cx="65131" cy="41439"/>
            </a:xfrm>
            <a:custGeom>
              <a:rect b="b" l="l" r="r" t="t"/>
              <a:pathLst>
                <a:path extrusionOk="0" h="3052" w="4797">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4" name="Google Shape;5034;p95"/>
            <p:cNvSpPr/>
            <p:nvPr/>
          </p:nvSpPr>
          <p:spPr>
            <a:xfrm>
              <a:off x="2215795" y="1653321"/>
              <a:ext cx="353" cy="720"/>
            </a:xfrm>
            <a:custGeom>
              <a:rect b="b" l="l" r="r" t="t"/>
              <a:pathLst>
                <a:path extrusionOk="0" h="53" w="26">
                  <a:moveTo>
                    <a:pt x="1" y="53"/>
                  </a:moveTo>
                  <a:cubicBezTo>
                    <a:pt x="11" y="35"/>
                    <a:pt x="18" y="18"/>
                    <a:pt x="25" y="0"/>
                  </a:cubicBezTo>
                  <a:lnTo>
                    <a:pt x="25" y="0"/>
                  </a:lnTo>
                  <a:cubicBezTo>
                    <a:pt x="18" y="18"/>
                    <a:pt x="11" y="35"/>
                    <a:pt x="1" y="5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5" name="Google Shape;5035;p95"/>
            <p:cNvSpPr/>
            <p:nvPr/>
          </p:nvSpPr>
          <p:spPr>
            <a:xfrm>
              <a:off x="2214654" y="1654841"/>
              <a:ext cx="353" cy="244"/>
            </a:xfrm>
            <a:custGeom>
              <a:rect b="b" l="l" r="r" t="t"/>
              <a:pathLst>
                <a:path extrusionOk="0" h="18" w="26">
                  <a:moveTo>
                    <a:pt x="1" y="18"/>
                  </a:moveTo>
                  <a:lnTo>
                    <a:pt x="25" y="0"/>
                  </a:lnTo>
                  <a:lnTo>
                    <a:pt x="2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6" name="Google Shape;5036;p95"/>
            <p:cNvSpPr/>
            <p:nvPr/>
          </p:nvSpPr>
          <p:spPr>
            <a:xfrm>
              <a:off x="2199108" y="1671623"/>
              <a:ext cx="774" cy="489"/>
            </a:xfrm>
            <a:custGeom>
              <a:rect b="b" l="l" r="r" t="t"/>
              <a:pathLst>
                <a:path extrusionOk="0" h="36" w="57">
                  <a:moveTo>
                    <a:pt x="57" y="0"/>
                  </a:moveTo>
                  <a:cubicBezTo>
                    <a:pt x="36" y="14"/>
                    <a:pt x="15" y="25"/>
                    <a:pt x="1" y="35"/>
                  </a:cubicBezTo>
                  <a:cubicBezTo>
                    <a:pt x="15" y="25"/>
                    <a:pt x="39" y="14"/>
                    <a:pt x="5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7" name="Google Shape;5037;p95"/>
            <p:cNvSpPr/>
            <p:nvPr/>
          </p:nvSpPr>
          <p:spPr>
            <a:xfrm>
              <a:off x="2215319" y="1654502"/>
              <a:ext cx="109" cy="68"/>
            </a:xfrm>
            <a:custGeom>
              <a:rect b="b" l="l" r="r" t="t"/>
              <a:pathLst>
                <a:path extrusionOk="0" h="5" w="8">
                  <a:moveTo>
                    <a:pt x="8"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8" name="Google Shape;5038;p95"/>
            <p:cNvSpPr/>
            <p:nvPr/>
          </p:nvSpPr>
          <p:spPr>
            <a:xfrm>
              <a:off x="2213948" y="1655127"/>
              <a:ext cx="679" cy="434"/>
            </a:xfrm>
            <a:custGeom>
              <a:rect b="b" l="l" r="r" t="t"/>
              <a:pathLst>
                <a:path extrusionOk="0" h="32" w="50">
                  <a:moveTo>
                    <a:pt x="49" y="0"/>
                  </a:moveTo>
                  <a:lnTo>
                    <a:pt x="0"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9" name="Google Shape;5039;p95"/>
            <p:cNvSpPr/>
            <p:nvPr/>
          </p:nvSpPr>
          <p:spPr>
            <a:xfrm>
              <a:off x="2215659" y="1654122"/>
              <a:ext cx="109" cy="163"/>
            </a:xfrm>
            <a:custGeom>
              <a:rect b="b" l="l" r="r" t="t"/>
              <a:pathLst>
                <a:path extrusionOk="0" h="12" w="8">
                  <a:moveTo>
                    <a:pt x="7"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0" name="Google Shape;5040;p95"/>
            <p:cNvSpPr/>
            <p:nvPr/>
          </p:nvSpPr>
          <p:spPr>
            <a:xfrm>
              <a:off x="2245977" y="1649234"/>
              <a:ext cx="20746" cy="26205"/>
            </a:xfrm>
            <a:custGeom>
              <a:rect b="b" l="l" r="r" t="t"/>
              <a:pathLst>
                <a:path extrusionOk="0" h="1930" w="1528">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1" name="Google Shape;5041;p95"/>
            <p:cNvSpPr/>
            <p:nvPr/>
          </p:nvSpPr>
          <p:spPr>
            <a:xfrm>
              <a:off x="2249548" y="1656498"/>
              <a:ext cx="149" cy="204"/>
            </a:xfrm>
            <a:custGeom>
              <a:rect b="b" l="l" r="r" t="t"/>
              <a:pathLst>
                <a:path extrusionOk="0" h="15" w="11">
                  <a:moveTo>
                    <a:pt x="11"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2" name="Google Shape;5042;p95"/>
            <p:cNvSpPr/>
            <p:nvPr/>
          </p:nvSpPr>
          <p:spPr>
            <a:xfrm>
              <a:off x="2249304" y="1656172"/>
              <a:ext cx="163" cy="204"/>
            </a:xfrm>
            <a:custGeom>
              <a:rect b="b" l="l" r="r" t="t"/>
              <a:pathLst>
                <a:path extrusionOk="0" h="15" w="12">
                  <a:moveTo>
                    <a:pt x="11"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3" name="Google Shape;5043;p95"/>
            <p:cNvSpPr/>
            <p:nvPr/>
          </p:nvSpPr>
          <p:spPr>
            <a:xfrm>
              <a:off x="2254776" y="1673714"/>
              <a:ext cx="204" cy="584"/>
            </a:xfrm>
            <a:custGeom>
              <a:rect b="b" l="l" r="r" t="t"/>
              <a:pathLst>
                <a:path extrusionOk="0" h="43" w="15">
                  <a:moveTo>
                    <a:pt x="0" y="0"/>
                  </a:moveTo>
                  <a:cubicBezTo>
                    <a:pt x="4" y="18"/>
                    <a:pt x="11" y="32"/>
                    <a:pt x="14" y="42"/>
                  </a:cubicBezTo>
                  <a:cubicBezTo>
                    <a:pt x="11" y="28"/>
                    <a:pt x="7" y="18"/>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4" name="Google Shape;5044;p95"/>
            <p:cNvSpPr/>
            <p:nvPr/>
          </p:nvSpPr>
          <p:spPr>
            <a:xfrm>
              <a:off x="2254626" y="1673144"/>
              <a:ext cx="163" cy="625"/>
            </a:xfrm>
            <a:custGeom>
              <a:rect b="b" l="l" r="r" t="t"/>
              <a:pathLst>
                <a:path extrusionOk="0" h="46" w="12">
                  <a:moveTo>
                    <a:pt x="1" y="0"/>
                  </a:moveTo>
                  <a:lnTo>
                    <a:pt x="1" y="0"/>
                  </a:lnTo>
                  <a:cubicBezTo>
                    <a:pt x="4" y="14"/>
                    <a:pt x="8" y="32"/>
                    <a:pt x="11" y="46"/>
                  </a:cubicBezTo>
                  <a:cubicBezTo>
                    <a:pt x="8" y="28"/>
                    <a:pt x="4" y="1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5" name="Google Shape;5045;p95"/>
            <p:cNvSpPr/>
            <p:nvPr/>
          </p:nvSpPr>
          <p:spPr>
            <a:xfrm>
              <a:off x="2255251" y="1674950"/>
              <a:ext cx="244" cy="434"/>
            </a:xfrm>
            <a:custGeom>
              <a:rect b="b" l="l" r="r" t="t"/>
              <a:pathLst>
                <a:path extrusionOk="0" h="32" w="18">
                  <a:moveTo>
                    <a:pt x="1" y="0"/>
                  </a:moveTo>
                  <a:lnTo>
                    <a:pt x="1" y="0"/>
                  </a:lnTo>
                  <a:cubicBezTo>
                    <a:pt x="7" y="14"/>
                    <a:pt x="11" y="25"/>
                    <a:pt x="18" y="32"/>
                  </a:cubicBezTo>
                  <a:cubicBezTo>
                    <a:pt x="11" y="21"/>
                    <a:pt x="7" y="1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6" name="Google Shape;5046;p95"/>
            <p:cNvSpPr/>
            <p:nvPr/>
          </p:nvSpPr>
          <p:spPr>
            <a:xfrm>
              <a:off x="2254531" y="1672479"/>
              <a:ext cx="109" cy="489"/>
            </a:xfrm>
            <a:custGeom>
              <a:rect b="b" l="l" r="r" t="t"/>
              <a:pathLst>
                <a:path extrusionOk="0" h="36" w="8">
                  <a:moveTo>
                    <a:pt x="1" y="0"/>
                  </a:moveTo>
                  <a:cubicBezTo>
                    <a:pt x="1" y="11"/>
                    <a:pt x="4" y="25"/>
                    <a:pt x="8" y="35"/>
                  </a:cubicBezTo>
                  <a:cubicBezTo>
                    <a:pt x="4" y="25"/>
                    <a:pt x="4"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7" name="Google Shape;5047;p95"/>
            <p:cNvSpPr/>
            <p:nvPr/>
          </p:nvSpPr>
          <p:spPr>
            <a:xfrm>
              <a:off x="2250119" y="1657313"/>
              <a:ext cx="149" cy="204"/>
            </a:xfrm>
            <a:custGeom>
              <a:rect b="b" l="l" r="r" t="t"/>
              <a:pathLst>
                <a:path extrusionOk="0" h="15" w="11">
                  <a:moveTo>
                    <a:pt x="11"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8" name="Google Shape;5048;p95"/>
            <p:cNvSpPr/>
            <p:nvPr/>
          </p:nvSpPr>
          <p:spPr>
            <a:xfrm>
              <a:off x="2249928" y="1657068"/>
              <a:ext cx="109" cy="163"/>
            </a:xfrm>
            <a:custGeom>
              <a:rect b="b" l="l" r="r" t="t"/>
              <a:pathLst>
                <a:path extrusionOk="0" h="12" w="8">
                  <a:moveTo>
                    <a:pt x="7"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9" name="Google Shape;5049;p95"/>
            <p:cNvSpPr/>
            <p:nvPr/>
          </p:nvSpPr>
          <p:spPr>
            <a:xfrm>
              <a:off x="2254436" y="1671623"/>
              <a:ext cx="109" cy="679"/>
            </a:xfrm>
            <a:custGeom>
              <a:rect b="b" l="l" r="r" t="t"/>
              <a:pathLst>
                <a:path extrusionOk="0" h="50" w="8">
                  <a:moveTo>
                    <a:pt x="1" y="0"/>
                  </a:moveTo>
                  <a:cubicBezTo>
                    <a:pt x="4" y="18"/>
                    <a:pt x="4" y="35"/>
                    <a:pt x="8" y="49"/>
                  </a:cubicBezTo>
                  <a:cubicBezTo>
                    <a:pt x="8" y="35"/>
                    <a:pt x="4" y="18"/>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0" name="Google Shape;5050;p95"/>
            <p:cNvSpPr/>
            <p:nvPr/>
          </p:nvSpPr>
          <p:spPr>
            <a:xfrm>
              <a:off x="2249738" y="1656837"/>
              <a:ext cx="149" cy="149"/>
            </a:xfrm>
            <a:custGeom>
              <a:rect b="b" l="l" r="r" t="t"/>
              <a:pathLst>
                <a:path extrusionOk="0" h="11" w="11">
                  <a:moveTo>
                    <a:pt x="11"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1" name="Google Shape;5051;p95"/>
            <p:cNvSpPr/>
            <p:nvPr/>
          </p:nvSpPr>
          <p:spPr>
            <a:xfrm>
              <a:off x="2255006" y="1674420"/>
              <a:ext cx="204" cy="394"/>
            </a:xfrm>
            <a:custGeom>
              <a:rect b="b" l="l" r="r" t="t"/>
              <a:pathLst>
                <a:path extrusionOk="0" h="29" w="15">
                  <a:moveTo>
                    <a:pt x="15" y="29"/>
                  </a:moveTo>
                  <a:cubicBezTo>
                    <a:pt x="11" y="22"/>
                    <a:pt x="4" y="11"/>
                    <a:pt x="1" y="1"/>
                  </a:cubicBezTo>
                  <a:cubicBezTo>
                    <a:pt x="4" y="11"/>
                    <a:pt x="11" y="22"/>
                    <a:pt x="15"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2" name="Google Shape;5052;p95"/>
            <p:cNvSpPr/>
            <p:nvPr/>
          </p:nvSpPr>
          <p:spPr>
            <a:xfrm>
              <a:off x="2247933" y="1653796"/>
              <a:ext cx="149" cy="299"/>
            </a:xfrm>
            <a:custGeom>
              <a:rect b="b" l="l" r="r" t="t"/>
              <a:pathLst>
                <a:path extrusionOk="0" h="22" w="11">
                  <a:moveTo>
                    <a:pt x="11" y="2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3" name="Google Shape;5053;p95"/>
            <p:cNvSpPr/>
            <p:nvPr/>
          </p:nvSpPr>
          <p:spPr>
            <a:xfrm>
              <a:off x="2255482" y="1675425"/>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4" name="Google Shape;5054;p95"/>
            <p:cNvSpPr/>
            <p:nvPr/>
          </p:nvSpPr>
          <p:spPr>
            <a:xfrm>
              <a:off x="2248258" y="1654366"/>
              <a:ext cx="163" cy="244"/>
            </a:xfrm>
            <a:custGeom>
              <a:rect b="b" l="l" r="r" t="t"/>
              <a:pathLst>
                <a:path extrusionOk="0" h="18" w="12">
                  <a:moveTo>
                    <a:pt x="11" y="1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5" name="Google Shape;5055;p95"/>
            <p:cNvSpPr/>
            <p:nvPr/>
          </p:nvSpPr>
          <p:spPr>
            <a:xfrm>
              <a:off x="2245977" y="1650225"/>
              <a:ext cx="163" cy="353"/>
            </a:xfrm>
            <a:custGeom>
              <a:rect b="b" l="l" r="r" t="t"/>
              <a:pathLst>
                <a:path extrusionOk="0" h="26" w="12">
                  <a:moveTo>
                    <a:pt x="1" y="1"/>
                  </a:moveTo>
                  <a:lnTo>
                    <a:pt x="11" y="25"/>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6" name="Google Shape;5056;p95"/>
            <p:cNvSpPr/>
            <p:nvPr/>
          </p:nvSpPr>
          <p:spPr>
            <a:xfrm>
              <a:off x="2247593" y="1653226"/>
              <a:ext cx="204" cy="339"/>
            </a:xfrm>
            <a:custGeom>
              <a:rect b="b" l="l" r="r" t="t"/>
              <a:pathLst>
                <a:path extrusionOk="0" h="25" w="15">
                  <a:moveTo>
                    <a:pt x="15" y="25"/>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7" name="Google Shape;5057;p95"/>
            <p:cNvSpPr/>
            <p:nvPr/>
          </p:nvSpPr>
          <p:spPr>
            <a:xfrm>
              <a:off x="2247267" y="1652601"/>
              <a:ext cx="149" cy="353"/>
            </a:xfrm>
            <a:custGeom>
              <a:rect b="b" l="l" r="r" t="t"/>
              <a:pathLst>
                <a:path extrusionOk="0" h="26" w="11">
                  <a:moveTo>
                    <a:pt x="11" y="2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8" name="Google Shape;5058;p95"/>
            <p:cNvSpPr/>
            <p:nvPr/>
          </p:nvSpPr>
          <p:spPr>
            <a:xfrm>
              <a:off x="2246697" y="1651610"/>
              <a:ext cx="394" cy="679"/>
            </a:xfrm>
            <a:custGeom>
              <a:rect b="b" l="l" r="r" t="t"/>
              <a:pathLst>
                <a:path extrusionOk="0" h="50" w="29">
                  <a:moveTo>
                    <a:pt x="28" y="49"/>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9" name="Google Shape;5059;p95"/>
            <p:cNvSpPr/>
            <p:nvPr/>
          </p:nvSpPr>
          <p:spPr>
            <a:xfrm>
              <a:off x="2246317" y="1650890"/>
              <a:ext cx="244" cy="448"/>
            </a:xfrm>
            <a:custGeom>
              <a:rect b="b" l="l" r="r" t="t"/>
              <a:pathLst>
                <a:path extrusionOk="0" h="33" w="18">
                  <a:moveTo>
                    <a:pt x="18" y="32"/>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0" name="Google Shape;5060;p95"/>
            <p:cNvSpPr/>
            <p:nvPr/>
          </p:nvSpPr>
          <p:spPr>
            <a:xfrm>
              <a:off x="2249073" y="1655792"/>
              <a:ext cx="149" cy="204"/>
            </a:xfrm>
            <a:custGeom>
              <a:rect b="b" l="l" r="r" t="t"/>
              <a:pathLst>
                <a:path extrusionOk="0" h="15" w="11">
                  <a:moveTo>
                    <a:pt x="11"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1" name="Google Shape;5061;p95"/>
            <p:cNvSpPr/>
            <p:nvPr/>
          </p:nvSpPr>
          <p:spPr>
            <a:xfrm>
              <a:off x="2248829" y="1655357"/>
              <a:ext cx="163" cy="204"/>
            </a:xfrm>
            <a:custGeom>
              <a:rect b="b" l="l" r="r" t="t"/>
              <a:pathLst>
                <a:path extrusionOk="0" h="15" w="12">
                  <a:moveTo>
                    <a:pt x="11"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2" name="Google Shape;5062;p95"/>
            <p:cNvSpPr/>
            <p:nvPr/>
          </p:nvSpPr>
          <p:spPr>
            <a:xfrm>
              <a:off x="2248544" y="1654882"/>
              <a:ext cx="163" cy="258"/>
            </a:xfrm>
            <a:custGeom>
              <a:rect b="b" l="l" r="r" t="t"/>
              <a:pathLst>
                <a:path extrusionOk="0" h="19" w="12">
                  <a:moveTo>
                    <a:pt x="11" y="1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3" name="Google Shape;5063;p95"/>
            <p:cNvSpPr/>
            <p:nvPr/>
          </p:nvSpPr>
          <p:spPr>
            <a:xfrm>
              <a:off x="2212047" y="1690224"/>
              <a:ext cx="44073" cy="23516"/>
            </a:xfrm>
            <a:custGeom>
              <a:rect b="b" l="l" r="r" t="t"/>
              <a:pathLst>
                <a:path extrusionOk="0" h="1732" w="3246">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4" name="Google Shape;5064;p95"/>
            <p:cNvSpPr/>
            <p:nvPr/>
          </p:nvSpPr>
          <p:spPr>
            <a:xfrm>
              <a:off x="2240994" y="1708500"/>
              <a:ext cx="339" cy="394"/>
            </a:xfrm>
            <a:custGeom>
              <a:rect b="b" l="l" r="r" t="t"/>
              <a:pathLst>
                <a:path extrusionOk="0" h="29" w="25">
                  <a:moveTo>
                    <a:pt x="0" y="29"/>
                  </a:moveTo>
                  <a:cubicBezTo>
                    <a:pt x="4" y="18"/>
                    <a:pt x="14" y="8"/>
                    <a:pt x="25" y="1"/>
                  </a:cubicBezTo>
                  <a:cubicBezTo>
                    <a:pt x="14" y="8"/>
                    <a:pt x="4" y="18"/>
                    <a:pt x="0"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5" name="Google Shape;5065;p95"/>
            <p:cNvSpPr/>
            <p:nvPr/>
          </p:nvSpPr>
          <p:spPr>
            <a:xfrm>
              <a:off x="2250784" y="1708364"/>
              <a:ext cx="204" cy="54"/>
            </a:xfrm>
            <a:custGeom>
              <a:rect b="b" l="l" r="r" t="t"/>
              <a:pathLst>
                <a:path extrusionOk="0" h="4" w="15">
                  <a:moveTo>
                    <a:pt x="14"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6" name="Google Shape;5066;p95"/>
            <p:cNvSpPr/>
            <p:nvPr/>
          </p:nvSpPr>
          <p:spPr>
            <a:xfrm>
              <a:off x="2240845" y="1709600"/>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7" name="Google Shape;5067;p95"/>
            <p:cNvSpPr/>
            <p:nvPr/>
          </p:nvSpPr>
          <p:spPr>
            <a:xfrm>
              <a:off x="2251015" y="1708269"/>
              <a:ext cx="258" cy="109"/>
            </a:xfrm>
            <a:custGeom>
              <a:rect b="b" l="l" r="r" t="t"/>
              <a:pathLst>
                <a:path extrusionOk="0" h="8" w="19">
                  <a:moveTo>
                    <a:pt x="1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8" name="Google Shape;5068;p95"/>
            <p:cNvSpPr/>
            <p:nvPr/>
          </p:nvSpPr>
          <p:spPr>
            <a:xfrm>
              <a:off x="2251259" y="1708215"/>
              <a:ext cx="204" cy="109"/>
            </a:xfrm>
            <a:custGeom>
              <a:rect b="b" l="l" r="r" t="t"/>
              <a:pathLst>
                <a:path extrusionOk="0" h="8" w="15">
                  <a:moveTo>
                    <a:pt x="14" y="1"/>
                  </a:moveTo>
                  <a:lnTo>
                    <a:pt x="14" y="1"/>
                  </a:ln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9" name="Google Shape;5069;p95"/>
            <p:cNvSpPr/>
            <p:nvPr/>
          </p:nvSpPr>
          <p:spPr>
            <a:xfrm>
              <a:off x="2241605" y="1707644"/>
              <a:ext cx="5485" cy="679"/>
            </a:xfrm>
            <a:custGeom>
              <a:rect b="b" l="l" r="r" t="t"/>
              <a:pathLst>
                <a:path extrusionOk="0" h="50" w="404">
                  <a:moveTo>
                    <a:pt x="1" y="50"/>
                  </a:moveTo>
                  <a:lnTo>
                    <a:pt x="1" y="50"/>
                  </a:lnTo>
                  <a:cubicBezTo>
                    <a:pt x="134" y="15"/>
                    <a:pt x="267" y="1"/>
                    <a:pt x="403" y="4"/>
                  </a:cubicBezTo>
                  <a:cubicBezTo>
                    <a:pt x="267" y="1"/>
                    <a:pt x="134" y="15"/>
                    <a:pt x="1" y="5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0" name="Google Shape;5070;p95"/>
            <p:cNvSpPr/>
            <p:nvPr/>
          </p:nvSpPr>
          <p:spPr>
            <a:xfrm>
              <a:off x="2241375" y="1708310"/>
              <a:ext cx="244" cy="163"/>
            </a:xfrm>
            <a:custGeom>
              <a:rect b="b" l="l" r="r" t="t"/>
              <a:pathLst>
                <a:path extrusionOk="0" h="12" w="18">
                  <a:moveTo>
                    <a:pt x="18" y="1"/>
                  </a:moveTo>
                  <a:cubicBezTo>
                    <a:pt x="11" y="4"/>
                    <a:pt x="4" y="8"/>
                    <a:pt x="0" y="11"/>
                  </a:cubicBezTo>
                  <a:cubicBezTo>
                    <a:pt x="4" y="8"/>
                    <a:pt x="11" y="4"/>
                    <a:pt x="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1" name="Google Shape;5071;p95"/>
            <p:cNvSpPr/>
            <p:nvPr/>
          </p:nvSpPr>
          <p:spPr>
            <a:xfrm>
              <a:off x="2250444" y="1708405"/>
              <a:ext cx="299" cy="68"/>
            </a:xfrm>
            <a:custGeom>
              <a:rect b="b" l="l" r="r" t="t"/>
              <a:pathLst>
                <a:path extrusionOk="0" h="5" w="22">
                  <a:moveTo>
                    <a:pt x="22" y="1"/>
                  </a:moveTo>
                  <a:cubicBezTo>
                    <a:pt x="15" y="4"/>
                    <a:pt x="8" y="4"/>
                    <a:pt x="1" y="1"/>
                  </a:cubicBezTo>
                  <a:cubicBezTo>
                    <a:pt x="8" y="4"/>
                    <a:pt x="15" y="4"/>
                    <a:pt x="2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2" name="Google Shape;5072;p95"/>
            <p:cNvSpPr/>
            <p:nvPr/>
          </p:nvSpPr>
          <p:spPr>
            <a:xfrm>
              <a:off x="2250214" y="1708459"/>
              <a:ext cx="204" cy="14"/>
            </a:xfrm>
            <a:custGeom>
              <a:rect b="b" l="l" r="r" t="t"/>
              <a:pathLst>
                <a:path extrusionOk="0" h="1" w="15">
                  <a:moveTo>
                    <a:pt x="1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3" name="Google Shape;5073;p95"/>
            <p:cNvSpPr/>
            <p:nvPr/>
          </p:nvSpPr>
          <p:spPr>
            <a:xfrm>
              <a:off x="2240899" y="1708934"/>
              <a:ext cx="109" cy="244"/>
            </a:xfrm>
            <a:custGeom>
              <a:rect b="b" l="l" r="r" t="t"/>
              <a:pathLst>
                <a:path extrusionOk="0" h="18" w="8">
                  <a:moveTo>
                    <a:pt x="7" y="0"/>
                  </a:moveTo>
                  <a:cubicBezTo>
                    <a:pt x="4" y="4"/>
                    <a:pt x="0" y="11"/>
                    <a:pt x="0" y="18"/>
                  </a:cubicBezTo>
                  <a:cubicBezTo>
                    <a:pt x="0" y="11"/>
                    <a:pt x="4" y="4"/>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4" name="Google Shape;5074;p95"/>
            <p:cNvSpPr/>
            <p:nvPr/>
          </p:nvSpPr>
          <p:spPr>
            <a:xfrm>
              <a:off x="2249928" y="1708364"/>
              <a:ext cx="244" cy="54"/>
            </a:xfrm>
            <a:custGeom>
              <a:rect b="b" l="l" r="r" t="t"/>
              <a:pathLst>
                <a:path extrusionOk="0" h="4" w="18">
                  <a:moveTo>
                    <a:pt x="18" y="4"/>
                  </a:moveTo>
                  <a:cubicBezTo>
                    <a:pt x="11" y="4"/>
                    <a:pt x="7" y="0"/>
                    <a:pt x="0" y="0"/>
                  </a:cubicBezTo>
                  <a:cubicBezTo>
                    <a:pt x="7" y="0"/>
                    <a:pt x="11" y="4"/>
                    <a:pt x="18"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5" name="Google Shape;5075;p95"/>
            <p:cNvSpPr/>
            <p:nvPr/>
          </p:nvSpPr>
          <p:spPr>
            <a:xfrm>
              <a:off x="2240845" y="1709165"/>
              <a:ext cx="14" cy="299"/>
            </a:xfrm>
            <a:custGeom>
              <a:rect b="b" l="l" r="r" t="t"/>
              <a:pathLst>
                <a:path extrusionOk="0" h="22" w="1">
                  <a:moveTo>
                    <a:pt x="1" y="1"/>
                  </a:moveTo>
                  <a:cubicBezTo>
                    <a:pt x="1" y="8"/>
                    <a:pt x="1" y="15"/>
                    <a:pt x="1" y="22"/>
                  </a:cubicBezTo>
                  <a:cubicBezTo>
                    <a:pt x="1" y="15"/>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6" name="Google Shape;5076;p95"/>
            <p:cNvSpPr/>
            <p:nvPr/>
          </p:nvSpPr>
          <p:spPr>
            <a:xfrm>
              <a:off x="2255631" y="1693578"/>
              <a:ext cx="299" cy="109"/>
            </a:xfrm>
            <a:custGeom>
              <a:rect b="b" l="l" r="r" t="t"/>
              <a:pathLst>
                <a:path extrusionOk="0" h="8" w="22">
                  <a:moveTo>
                    <a:pt x="21"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7" name="Google Shape;5077;p95"/>
            <p:cNvSpPr/>
            <p:nvPr/>
          </p:nvSpPr>
          <p:spPr>
            <a:xfrm>
              <a:off x="2238849" y="1689396"/>
              <a:ext cx="8187" cy="2200"/>
            </a:xfrm>
            <a:custGeom>
              <a:rect b="b" l="l" r="r" t="t"/>
              <a:pathLst>
                <a:path extrusionOk="0" h="162" w="603">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8" name="Google Shape;5078;p95"/>
            <p:cNvSpPr/>
            <p:nvPr/>
          </p:nvSpPr>
          <p:spPr>
            <a:xfrm>
              <a:off x="2247023" y="1689396"/>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9" name="Google Shape;5079;p95"/>
            <p:cNvSpPr/>
            <p:nvPr/>
          </p:nvSpPr>
          <p:spPr>
            <a:xfrm>
              <a:off x="2213283" y="1690197"/>
              <a:ext cx="54" cy="14"/>
            </a:xfrm>
            <a:custGeom>
              <a:rect b="b" l="l" r="r" t="t"/>
              <a:pathLst>
                <a:path extrusionOk="0" h="1" w="4">
                  <a:moveTo>
                    <a:pt x="0" y="1"/>
                  </a:moveTo>
                  <a:lnTo>
                    <a:pt x="4" y="1"/>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0" name="Google Shape;5080;p95"/>
            <p:cNvSpPr/>
            <p:nvPr/>
          </p:nvSpPr>
          <p:spPr>
            <a:xfrm>
              <a:off x="2253581" y="1692668"/>
              <a:ext cx="163" cy="109"/>
            </a:xfrm>
            <a:custGeom>
              <a:rect b="b" l="l" r="r" t="t"/>
              <a:pathLst>
                <a:path extrusionOk="0" h="8" w="12">
                  <a:moveTo>
                    <a:pt x="1" y="1"/>
                  </a:moveTo>
                  <a:lnTo>
                    <a:pt x="1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1" name="Google Shape;5081;p95"/>
            <p:cNvSpPr/>
            <p:nvPr/>
          </p:nvSpPr>
          <p:spPr>
            <a:xfrm>
              <a:off x="2214233" y="1690822"/>
              <a:ext cx="54" cy="54"/>
            </a:xfrm>
            <a:custGeom>
              <a:rect b="b" l="l" r="r" t="t"/>
              <a:pathLst>
                <a:path extrusionOk="0" h="4" w="4">
                  <a:moveTo>
                    <a:pt x="4"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2" name="Google Shape;5082;p95"/>
            <p:cNvSpPr/>
            <p:nvPr/>
          </p:nvSpPr>
          <p:spPr>
            <a:xfrm>
              <a:off x="2253296" y="1692533"/>
              <a:ext cx="109" cy="54"/>
            </a:xfrm>
            <a:custGeom>
              <a:rect b="b" l="l" r="r" t="t"/>
              <a:pathLst>
                <a:path extrusionOk="0" h="4" w="8">
                  <a:moveTo>
                    <a:pt x="1" y="0"/>
                  </a:moveTo>
                  <a:lnTo>
                    <a:pt x="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3" name="Google Shape;5083;p95"/>
            <p:cNvSpPr/>
            <p:nvPr/>
          </p:nvSpPr>
          <p:spPr>
            <a:xfrm>
              <a:off x="2254056" y="1692913"/>
              <a:ext cx="163" cy="54"/>
            </a:xfrm>
            <a:custGeom>
              <a:rect b="b" l="l" r="r" t="t"/>
              <a:pathLst>
                <a:path extrusionOk="0" h="4" w="12">
                  <a:moveTo>
                    <a:pt x="1" y="0"/>
                  </a:moveTo>
                  <a:lnTo>
                    <a:pt x="1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4" name="Google Shape;5084;p95"/>
            <p:cNvSpPr/>
            <p:nvPr/>
          </p:nvSpPr>
          <p:spPr>
            <a:xfrm>
              <a:off x="2253011" y="1692383"/>
              <a:ext cx="163" cy="68"/>
            </a:xfrm>
            <a:custGeom>
              <a:rect b="b" l="l" r="r" t="t"/>
              <a:pathLst>
                <a:path extrusionOk="0" h="5" w="12">
                  <a:moveTo>
                    <a:pt x="1" y="1"/>
                  </a:moveTo>
                  <a:lnTo>
                    <a:pt x="1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5" name="Google Shape;5085;p95"/>
            <p:cNvSpPr/>
            <p:nvPr/>
          </p:nvSpPr>
          <p:spPr>
            <a:xfrm>
              <a:off x="2213758" y="1690482"/>
              <a:ext cx="109" cy="68"/>
            </a:xfrm>
            <a:custGeom>
              <a:rect b="b" l="l" r="r" t="t"/>
              <a:pathLst>
                <a:path extrusionOk="0" h="5" w="8">
                  <a:moveTo>
                    <a:pt x="7"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6" name="Google Shape;5086;p95"/>
            <p:cNvSpPr/>
            <p:nvPr/>
          </p:nvSpPr>
          <p:spPr>
            <a:xfrm>
              <a:off x="2214708" y="1691243"/>
              <a:ext cx="109" cy="109"/>
            </a:xfrm>
            <a:custGeom>
              <a:rect b="b" l="l" r="r" t="t"/>
              <a:pathLst>
                <a:path extrusionOk="0" h="8" w="8">
                  <a:moveTo>
                    <a:pt x="7"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7" name="Google Shape;5087;p95"/>
            <p:cNvSpPr/>
            <p:nvPr/>
          </p:nvSpPr>
          <p:spPr>
            <a:xfrm>
              <a:off x="2252820" y="1692247"/>
              <a:ext cx="109" cy="54"/>
            </a:xfrm>
            <a:custGeom>
              <a:rect b="b" l="l" r="r" t="t"/>
              <a:pathLst>
                <a:path extrusionOk="0" h="4" w="8">
                  <a:moveTo>
                    <a:pt x="1" y="0"/>
                  </a:moveTo>
                  <a:lnTo>
                    <a:pt x="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8" name="Google Shape;5088;p95"/>
            <p:cNvSpPr/>
            <p:nvPr/>
          </p:nvSpPr>
          <p:spPr>
            <a:xfrm>
              <a:off x="2254531" y="1693144"/>
              <a:ext cx="204" cy="68"/>
            </a:xfrm>
            <a:custGeom>
              <a:rect b="b" l="l" r="r" t="t"/>
              <a:pathLst>
                <a:path extrusionOk="0" h="5" w="15">
                  <a:moveTo>
                    <a:pt x="1" y="1"/>
                  </a:move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9" name="Google Shape;5089;p95"/>
            <p:cNvSpPr/>
            <p:nvPr/>
          </p:nvSpPr>
          <p:spPr>
            <a:xfrm>
              <a:off x="2255061" y="1693334"/>
              <a:ext cx="244" cy="109"/>
            </a:xfrm>
            <a:custGeom>
              <a:rect b="b" l="l" r="r" t="t"/>
              <a:pathLst>
                <a:path extrusionOk="0" h="8" w="18">
                  <a:moveTo>
                    <a:pt x="0" y="1"/>
                  </a:moveTo>
                  <a:lnTo>
                    <a:pt x="18"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0" name="Google Shape;5090;p95"/>
            <p:cNvSpPr/>
            <p:nvPr/>
          </p:nvSpPr>
          <p:spPr>
            <a:xfrm>
              <a:off x="2252400" y="1691867"/>
              <a:ext cx="54" cy="54"/>
            </a:xfrm>
            <a:custGeom>
              <a:rect b="b" l="l" r="r" t="t"/>
              <a:pathLst>
                <a:path extrusionOk="0" h="4" w="4">
                  <a:moveTo>
                    <a:pt x="4"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1" name="Google Shape;5091;p95"/>
            <p:cNvSpPr/>
            <p:nvPr/>
          </p:nvSpPr>
          <p:spPr>
            <a:xfrm>
              <a:off x="2252495" y="1692003"/>
              <a:ext cx="109" cy="68"/>
            </a:xfrm>
            <a:custGeom>
              <a:rect b="b" l="l" r="r" t="t"/>
              <a:pathLst>
                <a:path extrusionOk="0" h="5" w="8">
                  <a:moveTo>
                    <a:pt x="0" y="1"/>
                  </a:moveTo>
                  <a:lnTo>
                    <a:pt x="7"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2" name="Google Shape;5092;p95"/>
            <p:cNvSpPr/>
            <p:nvPr/>
          </p:nvSpPr>
          <p:spPr>
            <a:xfrm>
              <a:off x="2252305" y="1691813"/>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3" name="Google Shape;5093;p95"/>
            <p:cNvSpPr/>
            <p:nvPr/>
          </p:nvSpPr>
          <p:spPr>
            <a:xfrm>
              <a:off x="2252250" y="1691718"/>
              <a:ext cx="14" cy="68"/>
            </a:xfrm>
            <a:custGeom>
              <a:rect b="b" l="l" r="r" t="t"/>
              <a:pathLst>
                <a:path extrusionOk="0" h="5" w="1">
                  <a:moveTo>
                    <a:pt x="1"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4" name="Google Shape;5094;p95"/>
            <p:cNvSpPr/>
            <p:nvPr/>
          </p:nvSpPr>
          <p:spPr>
            <a:xfrm>
              <a:off x="2252209" y="1691677"/>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5" name="Google Shape;5095;p95"/>
            <p:cNvSpPr/>
            <p:nvPr/>
          </p:nvSpPr>
          <p:spPr>
            <a:xfrm>
              <a:off x="2252630" y="1692098"/>
              <a:ext cx="109" cy="68"/>
            </a:xfrm>
            <a:custGeom>
              <a:rect b="b" l="l" r="r" t="t"/>
              <a:pathLst>
                <a:path extrusionOk="0" h="5" w="8">
                  <a:moveTo>
                    <a:pt x="1" y="1"/>
                  </a:moveTo>
                  <a:lnTo>
                    <a:pt x="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6" name="Google Shape;5096;p95"/>
            <p:cNvSpPr/>
            <p:nvPr/>
          </p:nvSpPr>
          <p:spPr>
            <a:xfrm>
              <a:off x="2198782" y="1705988"/>
              <a:ext cx="18031" cy="12274"/>
            </a:xfrm>
            <a:custGeom>
              <a:rect b="b" l="l" r="r" t="t"/>
              <a:pathLst>
                <a:path extrusionOk="0" h="904" w="1328">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7" name="Google Shape;5097;p95"/>
            <p:cNvSpPr/>
            <p:nvPr/>
          </p:nvSpPr>
          <p:spPr>
            <a:xfrm>
              <a:off x="2198823" y="1710971"/>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8" name="Google Shape;5098;p95"/>
            <p:cNvSpPr/>
            <p:nvPr/>
          </p:nvSpPr>
          <p:spPr>
            <a:xfrm>
              <a:off x="2198728" y="1711786"/>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9" name="Google Shape;5099;p95"/>
            <p:cNvSpPr/>
            <p:nvPr/>
          </p:nvSpPr>
          <p:spPr>
            <a:xfrm>
              <a:off x="2198728" y="1713917"/>
              <a:ext cx="14" cy="68"/>
            </a:xfrm>
            <a:custGeom>
              <a:rect b="b" l="l" r="r" t="t"/>
              <a:pathLst>
                <a:path extrusionOk="0" h="5" w="1">
                  <a:moveTo>
                    <a:pt x="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0" name="Google Shape;5100;p95"/>
            <p:cNvSpPr/>
            <p:nvPr/>
          </p:nvSpPr>
          <p:spPr>
            <a:xfrm>
              <a:off x="2202204" y="1718153"/>
              <a:ext cx="204" cy="149"/>
            </a:xfrm>
            <a:custGeom>
              <a:rect b="b" l="l" r="r" t="t"/>
              <a:pathLst>
                <a:path extrusionOk="0" h="11" w="15">
                  <a:moveTo>
                    <a:pt x="15" y="11"/>
                  </a:moveTo>
                  <a:lnTo>
                    <a:pt x="15" y="11"/>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1" name="Google Shape;5101;p95"/>
            <p:cNvSpPr/>
            <p:nvPr/>
          </p:nvSpPr>
          <p:spPr>
            <a:xfrm>
              <a:off x="2199447" y="1715628"/>
              <a:ext cx="204" cy="299"/>
            </a:xfrm>
            <a:custGeom>
              <a:rect b="b" l="l" r="r" t="t"/>
              <a:pathLst>
                <a:path extrusionOk="0" h="22" w="15">
                  <a:moveTo>
                    <a:pt x="14" y="22"/>
                  </a:moveTo>
                  <a:cubicBezTo>
                    <a:pt x="11" y="15"/>
                    <a:pt x="4" y="8"/>
                    <a:pt x="0" y="1"/>
                  </a:cubicBezTo>
                  <a:cubicBezTo>
                    <a:pt x="4" y="8"/>
                    <a:pt x="11" y="15"/>
                    <a:pt x="14"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95"/>
            <p:cNvSpPr/>
            <p:nvPr/>
          </p:nvSpPr>
          <p:spPr>
            <a:xfrm>
              <a:off x="2198687" y="1712492"/>
              <a:ext cx="14" cy="109"/>
            </a:xfrm>
            <a:custGeom>
              <a:rect b="b" l="l" r="r" t="t"/>
              <a:pathLst>
                <a:path extrusionOk="0" h="8" w="1">
                  <a:moveTo>
                    <a:pt x="0" y="8"/>
                  </a:moveTo>
                  <a:lnTo>
                    <a:pt x="0" y="1"/>
                  </a:lnTo>
                  <a:cubicBezTo>
                    <a:pt x="0" y="1"/>
                    <a:pt x="0" y="8"/>
                    <a:pt x="0"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3" name="Google Shape;5103;p95"/>
            <p:cNvSpPr/>
            <p:nvPr/>
          </p:nvSpPr>
          <p:spPr>
            <a:xfrm>
              <a:off x="2199828" y="1716103"/>
              <a:ext cx="299" cy="258"/>
            </a:xfrm>
            <a:custGeom>
              <a:rect b="b" l="l" r="r" t="t"/>
              <a:pathLst>
                <a:path extrusionOk="0" h="19" w="22">
                  <a:moveTo>
                    <a:pt x="21" y="1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95"/>
            <p:cNvSpPr/>
            <p:nvPr/>
          </p:nvSpPr>
          <p:spPr>
            <a:xfrm>
              <a:off x="2198687" y="171334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5" name="Google Shape;5105;p95"/>
            <p:cNvSpPr/>
            <p:nvPr/>
          </p:nvSpPr>
          <p:spPr>
            <a:xfrm>
              <a:off x="2201538" y="1717583"/>
              <a:ext cx="394" cy="339"/>
            </a:xfrm>
            <a:custGeom>
              <a:rect b="b" l="l" r="r" t="t"/>
              <a:pathLst>
                <a:path extrusionOk="0" h="25" w="29">
                  <a:moveTo>
                    <a:pt x="29" y="25"/>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95"/>
            <p:cNvSpPr/>
            <p:nvPr/>
          </p:nvSpPr>
          <p:spPr>
            <a:xfrm>
              <a:off x="2198918" y="1709980"/>
              <a:ext cx="14" cy="109"/>
            </a:xfrm>
            <a:custGeom>
              <a:rect b="b" l="l" r="r" t="t"/>
              <a:pathLst>
                <a:path extrusionOk="0" h="8" w="1">
                  <a:moveTo>
                    <a:pt x="1"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7" name="Google Shape;5107;p95"/>
            <p:cNvSpPr/>
            <p:nvPr/>
          </p:nvSpPr>
          <p:spPr>
            <a:xfrm>
              <a:off x="2200873" y="1717108"/>
              <a:ext cx="339" cy="244"/>
            </a:xfrm>
            <a:custGeom>
              <a:rect b="b" l="l" r="r" t="t"/>
              <a:pathLst>
                <a:path extrusionOk="0" h="18" w="25">
                  <a:moveTo>
                    <a:pt x="25" y="1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8" name="Google Shape;5108;p95"/>
            <p:cNvSpPr/>
            <p:nvPr/>
          </p:nvSpPr>
          <p:spPr>
            <a:xfrm>
              <a:off x="2198823" y="1714447"/>
              <a:ext cx="204" cy="530"/>
            </a:xfrm>
            <a:custGeom>
              <a:rect b="b" l="l" r="r" t="t"/>
              <a:pathLst>
                <a:path extrusionOk="0" h="39" w="15">
                  <a:moveTo>
                    <a:pt x="15" y="39"/>
                  </a:moveTo>
                  <a:cubicBezTo>
                    <a:pt x="8" y="25"/>
                    <a:pt x="4" y="14"/>
                    <a:pt x="1" y="0"/>
                  </a:cubicBezTo>
                  <a:cubicBezTo>
                    <a:pt x="4" y="14"/>
                    <a:pt x="8" y="25"/>
                    <a:pt x="15" y="3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9" name="Google Shape;5109;p95"/>
            <p:cNvSpPr/>
            <p:nvPr/>
          </p:nvSpPr>
          <p:spPr>
            <a:xfrm>
              <a:off x="2200343" y="1716578"/>
              <a:ext cx="258" cy="299"/>
            </a:xfrm>
            <a:custGeom>
              <a:rect b="b" l="l" r="r" t="t"/>
              <a:pathLst>
                <a:path extrusionOk="0" h="22" w="19">
                  <a:moveTo>
                    <a:pt x="18" y="2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0" name="Google Shape;5110;p95"/>
            <p:cNvSpPr/>
            <p:nvPr/>
          </p:nvSpPr>
          <p:spPr>
            <a:xfrm>
              <a:off x="2199108" y="1709029"/>
              <a:ext cx="14" cy="149"/>
            </a:xfrm>
            <a:custGeom>
              <a:rect b="b" l="l" r="r" t="t"/>
              <a:pathLst>
                <a:path extrusionOk="0" h="11" w="1">
                  <a:moveTo>
                    <a:pt x="1"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95"/>
            <p:cNvSpPr/>
            <p:nvPr/>
          </p:nvSpPr>
          <p:spPr>
            <a:xfrm>
              <a:off x="2199108" y="1715112"/>
              <a:ext cx="204" cy="339"/>
            </a:xfrm>
            <a:custGeom>
              <a:rect b="b" l="l" r="r" t="t"/>
              <a:pathLst>
                <a:path extrusionOk="0" h="25" w="15">
                  <a:moveTo>
                    <a:pt x="15" y="25"/>
                  </a:moveTo>
                  <a:cubicBezTo>
                    <a:pt x="8" y="18"/>
                    <a:pt x="4" y="7"/>
                    <a:pt x="1" y="0"/>
                  </a:cubicBezTo>
                  <a:cubicBezTo>
                    <a:pt x="4" y="7"/>
                    <a:pt x="8" y="18"/>
                    <a:pt x="15"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95"/>
            <p:cNvSpPr/>
            <p:nvPr/>
          </p:nvSpPr>
          <p:spPr>
            <a:xfrm>
              <a:off x="2199352" y="1708215"/>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3" name="Google Shape;5113;p95"/>
            <p:cNvSpPr/>
            <p:nvPr/>
          </p:nvSpPr>
          <p:spPr>
            <a:xfrm>
              <a:off x="2216609" y="1712967"/>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4" name="Google Shape;5114;p95"/>
            <p:cNvSpPr/>
            <p:nvPr/>
          </p:nvSpPr>
          <p:spPr>
            <a:xfrm>
              <a:off x="2216745" y="1713116"/>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5" name="Google Shape;5115;p95"/>
            <p:cNvSpPr/>
            <p:nvPr/>
          </p:nvSpPr>
          <p:spPr>
            <a:xfrm>
              <a:off x="2211097" y="1705988"/>
              <a:ext cx="434" cy="1005"/>
            </a:xfrm>
            <a:custGeom>
              <a:rect b="b" l="l" r="r" t="t"/>
              <a:pathLst>
                <a:path extrusionOk="0" h="74" w="32">
                  <a:moveTo>
                    <a:pt x="32" y="74"/>
                  </a:moveTo>
                  <a:cubicBezTo>
                    <a:pt x="14" y="53"/>
                    <a:pt x="4" y="28"/>
                    <a:pt x="0" y="0"/>
                  </a:cubicBezTo>
                  <a:lnTo>
                    <a:pt x="0" y="0"/>
                  </a:lnTo>
                  <a:cubicBezTo>
                    <a:pt x="4" y="28"/>
                    <a:pt x="14" y="53"/>
                    <a:pt x="32" y="7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6" name="Google Shape;5116;p95"/>
            <p:cNvSpPr/>
            <p:nvPr/>
          </p:nvSpPr>
          <p:spPr>
            <a:xfrm>
              <a:off x="2211572" y="1611095"/>
              <a:ext cx="130385" cy="74283"/>
            </a:xfrm>
            <a:custGeom>
              <a:rect b="b" l="l" r="r" t="t"/>
              <a:pathLst>
                <a:path extrusionOk="0" h="5471" w="9603">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7" name="Google Shape;5117;p95"/>
            <p:cNvSpPr/>
            <p:nvPr/>
          </p:nvSpPr>
          <p:spPr>
            <a:xfrm>
              <a:off x="2221782" y="162004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8" name="Google Shape;5118;p95"/>
            <p:cNvSpPr/>
            <p:nvPr/>
          </p:nvSpPr>
          <p:spPr>
            <a:xfrm>
              <a:off x="2214518" y="1642961"/>
              <a:ext cx="299" cy="394"/>
            </a:xfrm>
            <a:custGeom>
              <a:rect b="b" l="l" r="r" t="t"/>
              <a:pathLst>
                <a:path extrusionOk="0" h="29" w="22">
                  <a:moveTo>
                    <a:pt x="21" y="0"/>
                  </a:moveTo>
                  <a:lnTo>
                    <a:pt x="18" y="4"/>
                  </a:lnTo>
                  <a:cubicBezTo>
                    <a:pt x="14" y="11"/>
                    <a:pt x="7" y="18"/>
                    <a:pt x="0" y="25"/>
                  </a:cubicBezTo>
                  <a:lnTo>
                    <a:pt x="0" y="28"/>
                  </a:lnTo>
                  <a:lnTo>
                    <a:pt x="11" y="28"/>
                  </a:lnTo>
                  <a:lnTo>
                    <a:pt x="2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9" name="Google Shape;5119;p95"/>
            <p:cNvSpPr/>
            <p:nvPr/>
          </p:nvSpPr>
          <p:spPr>
            <a:xfrm>
              <a:off x="2223113" y="1622133"/>
              <a:ext cx="2200" cy="5865"/>
            </a:xfrm>
            <a:custGeom>
              <a:rect b="b" l="l" r="r" t="t"/>
              <a:pathLst>
                <a:path extrusionOk="0" h="432" w="162">
                  <a:moveTo>
                    <a:pt x="134" y="431"/>
                  </a:moveTo>
                  <a:cubicBezTo>
                    <a:pt x="151" y="389"/>
                    <a:pt x="162" y="281"/>
                    <a:pt x="1" y="1"/>
                  </a:cubicBezTo>
                  <a:cubicBezTo>
                    <a:pt x="162" y="281"/>
                    <a:pt x="151" y="389"/>
                    <a:pt x="134" y="43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0" name="Google Shape;5120;p95"/>
            <p:cNvSpPr/>
            <p:nvPr/>
          </p:nvSpPr>
          <p:spPr>
            <a:xfrm>
              <a:off x="2213609" y="1650510"/>
              <a:ext cx="258" cy="163"/>
            </a:xfrm>
            <a:custGeom>
              <a:rect b="b" l="l" r="r" t="t"/>
              <a:pathLst>
                <a:path extrusionOk="0" h="12" w="19">
                  <a:moveTo>
                    <a:pt x="1" y="1"/>
                  </a:moveTo>
                  <a:lnTo>
                    <a:pt x="1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95"/>
            <p:cNvSpPr/>
            <p:nvPr/>
          </p:nvSpPr>
          <p:spPr>
            <a:xfrm>
              <a:off x="2212808" y="1649940"/>
              <a:ext cx="679" cy="489"/>
            </a:xfrm>
            <a:custGeom>
              <a:rect b="b" l="l" r="r" t="t"/>
              <a:pathLst>
                <a:path extrusionOk="0" h="36" w="50">
                  <a:moveTo>
                    <a:pt x="0" y="1"/>
                  </a:moveTo>
                  <a:lnTo>
                    <a:pt x="7" y="8"/>
                  </a:lnTo>
                  <a:cubicBezTo>
                    <a:pt x="21" y="18"/>
                    <a:pt x="35" y="29"/>
                    <a:pt x="49" y="36"/>
                  </a:cubicBezTo>
                  <a:cubicBezTo>
                    <a:pt x="32" y="25"/>
                    <a:pt x="18" y="1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95"/>
            <p:cNvSpPr/>
            <p:nvPr/>
          </p:nvSpPr>
          <p:spPr>
            <a:xfrm>
              <a:off x="2214654" y="1650985"/>
              <a:ext cx="299" cy="163"/>
            </a:xfrm>
            <a:custGeom>
              <a:rect b="b" l="l" r="r" t="t"/>
              <a:pathLst>
                <a:path extrusionOk="0" h="12" w="22">
                  <a:moveTo>
                    <a:pt x="1" y="1"/>
                  </a:moveTo>
                  <a:lnTo>
                    <a:pt x="22"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3" name="Google Shape;5123;p95"/>
            <p:cNvSpPr/>
            <p:nvPr/>
          </p:nvSpPr>
          <p:spPr>
            <a:xfrm>
              <a:off x="2214994" y="1651176"/>
              <a:ext cx="584" cy="394"/>
            </a:xfrm>
            <a:custGeom>
              <a:rect b="b" l="l" r="r" t="t"/>
              <a:pathLst>
                <a:path extrusionOk="0" h="29" w="43">
                  <a:moveTo>
                    <a:pt x="0" y="1"/>
                  </a:moveTo>
                  <a:lnTo>
                    <a:pt x="0" y="1"/>
                  </a:lnTo>
                  <a:cubicBezTo>
                    <a:pt x="18" y="8"/>
                    <a:pt x="28" y="18"/>
                    <a:pt x="42" y="29"/>
                  </a:cubicBezTo>
                  <a:cubicBezTo>
                    <a:pt x="32" y="18"/>
                    <a:pt x="18"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4" name="Google Shape;5124;p95"/>
            <p:cNvSpPr/>
            <p:nvPr/>
          </p:nvSpPr>
          <p:spPr>
            <a:xfrm>
              <a:off x="2212563" y="1649655"/>
              <a:ext cx="204" cy="204"/>
            </a:xfrm>
            <a:custGeom>
              <a:rect b="b" l="l" r="r" t="t"/>
              <a:pathLst>
                <a:path extrusionOk="0" h="15" w="15">
                  <a:moveTo>
                    <a:pt x="1" y="1"/>
                  </a:moveTo>
                  <a:lnTo>
                    <a:pt x="15" y="15"/>
                  </a:lnTo>
                  <a:lnTo>
                    <a:pt x="15" y="15"/>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5" name="Google Shape;5125;p95"/>
            <p:cNvSpPr/>
            <p:nvPr/>
          </p:nvSpPr>
          <p:spPr>
            <a:xfrm>
              <a:off x="2211762" y="1648664"/>
              <a:ext cx="109" cy="149"/>
            </a:xfrm>
            <a:custGeom>
              <a:rect b="b" l="l" r="r" t="t"/>
              <a:pathLst>
                <a:path extrusionOk="0" h="11" w="8">
                  <a:moveTo>
                    <a:pt x="0" y="0"/>
                  </a:moveTo>
                  <a:lnTo>
                    <a:pt x="7"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6" name="Google Shape;5126;p95"/>
            <p:cNvSpPr/>
            <p:nvPr/>
          </p:nvSpPr>
          <p:spPr>
            <a:xfrm>
              <a:off x="2212332" y="1649465"/>
              <a:ext cx="204" cy="204"/>
            </a:xfrm>
            <a:custGeom>
              <a:rect b="b" l="l" r="r" t="t"/>
              <a:pathLst>
                <a:path extrusionOk="0" h="15" w="15">
                  <a:moveTo>
                    <a:pt x="14"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7" name="Google Shape;5127;p95"/>
            <p:cNvSpPr/>
            <p:nvPr/>
          </p:nvSpPr>
          <p:spPr>
            <a:xfrm>
              <a:off x="2212047" y="1649085"/>
              <a:ext cx="109" cy="163"/>
            </a:xfrm>
            <a:custGeom>
              <a:rect b="b" l="l" r="r" t="t"/>
              <a:pathLst>
                <a:path extrusionOk="0" h="12" w="8">
                  <a:moveTo>
                    <a:pt x="0" y="1"/>
                  </a:moveTo>
                  <a:lnTo>
                    <a:pt x="7"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8" name="Google Shape;5128;p95"/>
            <p:cNvSpPr/>
            <p:nvPr/>
          </p:nvSpPr>
          <p:spPr>
            <a:xfrm>
              <a:off x="2211667" y="1648324"/>
              <a:ext cx="14" cy="68"/>
            </a:xfrm>
            <a:custGeom>
              <a:rect b="b" l="l" r="r" t="t"/>
              <a:pathLst>
                <a:path extrusionOk="0" h="5" w="1">
                  <a:moveTo>
                    <a:pt x="0"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9" name="Google Shape;5129;p95"/>
            <p:cNvSpPr/>
            <p:nvPr/>
          </p:nvSpPr>
          <p:spPr>
            <a:xfrm>
              <a:off x="2214939" y="1641631"/>
              <a:ext cx="584" cy="1059"/>
            </a:xfrm>
            <a:custGeom>
              <a:rect b="b" l="l" r="r" t="t"/>
              <a:pathLst>
                <a:path extrusionOk="0" h="78" w="43">
                  <a:moveTo>
                    <a:pt x="15" y="0"/>
                  </a:moveTo>
                  <a:cubicBezTo>
                    <a:pt x="15" y="28"/>
                    <a:pt x="11" y="53"/>
                    <a:pt x="1" y="77"/>
                  </a:cubicBezTo>
                  <a:lnTo>
                    <a:pt x="43" y="4"/>
                  </a:ln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0" name="Google Shape;5130;p95"/>
            <p:cNvSpPr/>
            <p:nvPr/>
          </p:nvSpPr>
          <p:spPr>
            <a:xfrm>
              <a:off x="2214518" y="1643056"/>
              <a:ext cx="244" cy="244"/>
            </a:xfrm>
            <a:custGeom>
              <a:rect b="b" l="l" r="r" t="t"/>
              <a:pathLst>
                <a:path extrusionOk="0" h="18" w="18">
                  <a:moveTo>
                    <a:pt x="18" y="0"/>
                  </a:moveTo>
                  <a:cubicBezTo>
                    <a:pt x="14" y="7"/>
                    <a:pt x="7" y="11"/>
                    <a:pt x="0" y="18"/>
                  </a:cubicBezTo>
                  <a:cubicBezTo>
                    <a:pt x="7" y="14"/>
                    <a:pt x="14" y="7"/>
                    <a:pt x="1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95"/>
            <p:cNvSpPr/>
            <p:nvPr/>
          </p:nvSpPr>
          <p:spPr>
            <a:xfrm>
              <a:off x="2212713" y="1649845"/>
              <a:ext cx="136" cy="136"/>
            </a:xfrm>
            <a:custGeom>
              <a:rect b="b" l="l" r="r" t="t"/>
              <a:pathLst>
                <a:path extrusionOk="0" h="10" w="10">
                  <a:moveTo>
                    <a:pt x="0" y="1"/>
                  </a:moveTo>
                  <a:lnTo>
                    <a:pt x="10" y="10"/>
                  </a:lnTo>
                  <a:lnTo>
                    <a:pt x="10" y="10"/>
                  </a:lnTo>
                  <a:lnTo>
                    <a:pt x="7" y="8"/>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95"/>
            <p:cNvSpPr/>
            <p:nvPr/>
          </p:nvSpPr>
          <p:spPr>
            <a:xfrm>
              <a:off x="2216270" y="1651420"/>
              <a:ext cx="638" cy="54"/>
            </a:xfrm>
            <a:custGeom>
              <a:rect b="b" l="l" r="r" t="t"/>
              <a:pathLst>
                <a:path extrusionOk="0" h="4" w="47">
                  <a:moveTo>
                    <a:pt x="1" y="4"/>
                  </a:moveTo>
                  <a:lnTo>
                    <a:pt x="46"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3" name="Google Shape;5133;p95"/>
            <p:cNvSpPr/>
            <p:nvPr/>
          </p:nvSpPr>
          <p:spPr>
            <a:xfrm>
              <a:off x="2217600" y="1651366"/>
              <a:ext cx="448" cy="14"/>
            </a:xfrm>
            <a:custGeom>
              <a:rect b="b" l="l" r="r" t="t"/>
              <a:pathLst>
                <a:path extrusionOk="0" h="1" w="33">
                  <a:moveTo>
                    <a:pt x="1" y="1"/>
                  </a:moveTo>
                  <a:lnTo>
                    <a:pt x="3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4" name="Google Shape;5134;p95"/>
            <p:cNvSpPr/>
            <p:nvPr/>
          </p:nvSpPr>
          <p:spPr>
            <a:xfrm>
              <a:off x="2242895" y="1649370"/>
              <a:ext cx="14" cy="14"/>
            </a:xfrm>
            <a:custGeom>
              <a:rect b="b" l="l" r="r" t="t"/>
              <a:pathLst>
                <a:path extrusionOk="0" h="1" w="1">
                  <a:moveTo>
                    <a:pt x="0"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5" name="Google Shape;5135;p95"/>
            <p:cNvSpPr/>
            <p:nvPr/>
          </p:nvSpPr>
          <p:spPr>
            <a:xfrm>
              <a:off x="2244891" y="1648609"/>
              <a:ext cx="244" cy="68"/>
            </a:xfrm>
            <a:custGeom>
              <a:rect b="b" l="l" r="r" t="t"/>
              <a:pathLst>
                <a:path extrusionOk="0" h="5" w="18">
                  <a:moveTo>
                    <a:pt x="18" y="1"/>
                  </a:moveTo>
                  <a:lnTo>
                    <a:pt x="0" y="4"/>
                  </a:ln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6" name="Google Shape;5136;p95"/>
            <p:cNvSpPr/>
            <p:nvPr/>
          </p:nvSpPr>
          <p:spPr>
            <a:xfrm>
              <a:off x="2216989" y="1651366"/>
              <a:ext cx="530" cy="68"/>
            </a:xfrm>
            <a:custGeom>
              <a:rect b="b" l="l" r="r" t="t"/>
              <a:pathLst>
                <a:path extrusionOk="0" h="5" w="39">
                  <a:moveTo>
                    <a:pt x="0" y="4"/>
                  </a:moveTo>
                  <a:lnTo>
                    <a:pt x="3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7" name="Google Shape;5137;p95"/>
            <p:cNvSpPr/>
            <p:nvPr/>
          </p:nvSpPr>
          <p:spPr>
            <a:xfrm>
              <a:off x="2240329" y="1649424"/>
              <a:ext cx="2430" cy="1534"/>
            </a:xfrm>
            <a:custGeom>
              <a:rect b="b" l="l" r="r" t="t"/>
              <a:pathLst>
                <a:path extrusionOk="0" h="113" w="179">
                  <a:moveTo>
                    <a:pt x="179" y="0"/>
                  </a:moveTo>
                  <a:lnTo>
                    <a:pt x="179" y="0"/>
                  </a:lnTo>
                  <a:cubicBezTo>
                    <a:pt x="53" y="49"/>
                    <a:pt x="18" y="84"/>
                    <a:pt x="0" y="112"/>
                  </a:cubicBezTo>
                  <a:cubicBezTo>
                    <a:pt x="25" y="74"/>
                    <a:pt x="91" y="35"/>
                    <a:pt x="17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8" name="Google Shape;5138;p95"/>
            <p:cNvSpPr/>
            <p:nvPr/>
          </p:nvSpPr>
          <p:spPr>
            <a:xfrm>
              <a:off x="2215564" y="1651515"/>
              <a:ext cx="679" cy="54"/>
            </a:xfrm>
            <a:custGeom>
              <a:rect b="b" l="l" r="r" t="t"/>
              <a:pathLst>
                <a:path extrusionOk="0" h="4" w="50">
                  <a:moveTo>
                    <a:pt x="0" y="4"/>
                  </a:moveTo>
                  <a:lnTo>
                    <a:pt x="4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9" name="Google Shape;5139;p95"/>
            <p:cNvSpPr/>
            <p:nvPr/>
          </p:nvSpPr>
          <p:spPr>
            <a:xfrm>
              <a:off x="2234151" y="1652465"/>
              <a:ext cx="1819" cy="149"/>
            </a:xfrm>
            <a:custGeom>
              <a:rect b="b" l="l" r="r" t="t"/>
              <a:pathLst>
                <a:path extrusionOk="0" h="11" w="134">
                  <a:moveTo>
                    <a:pt x="133" y="11"/>
                  </a:moveTo>
                  <a:cubicBezTo>
                    <a:pt x="91" y="4"/>
                    <a:pt x="46" y="0"/>
                    <a:pt x="0" y="7"/>
                  </a:cubicBezTo>
                  <a:cubicBezTo>
                    <a:pt x="46" y="0"/>
                    <a:pt x="91" y="4"/>
                    <a:pt x="133"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0" name="Google Shape;5140;p95"/>
            <p:cNvSpPr/>
            <p:nvPr/>
          </p:nvSpPr>
          <p:spPr>
            <a:xfrm>
              <a:off x="2263764" y="1676796"/>
              <a:ext cx="299" cy="258"/>
            </a:xfrm>
            <a:custGeom>
              <a:rect b="b" l="l" r="r" t="t"/>
              <a:pathLst>
                <a:path extrusionOk="0" h="19" w="22">
                  <a:moveTo>
                    <a:pt x="21" y="1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1" name="Google Shape;5141;p95"/>
            <p:cNvSpPr/>
            <p:nvPr/>
          </p:nvSpPr>
          <p:spPr>
            <a:xfrm>
              <a:off x="2263479" y="1676606"/>
              <a:ext cx="244" cy="204"/>
            </a:xfrm>
            <a:custGeom>
              <a:rect b="b" l="l" r="r" t="t"/>
              <a:pathLst>
                <a:path extrusionOk="0" h="15" w="18">
                  <a:moveTo>
                    <a:pt x="18"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2" name="Google Shape;5142;p95"/>
            <p:cNvSpPr/>
            <p:nvPr/>
          </p:nvSpPr>
          <p:spPr>
            <a:xfrm>
              <a:off x="2262528" y="1676226"/>
              <a:ext cx="109" cy="14"/>
            </a:xfrm>
            <a:custGeom>
              <a:rect b="b" l="l" r="r" t="t"/>
              <a:pathLst>
                <a:path extrusionOk="0" h="1" w="8">
                  <a:moveTo>
                    <a:pt x="7"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3" name="Google Shape;5143;p95"/>
            <p:cNvSpPr/>
            <p:nvPr/>
          </p:nvSpPr>
          <p:spPr>
            <a:xfrm>
              <a:off x="2262623" y="1676226"/>
              <a:ext cx="149" cy="68"/>
            </a:xfrm>
            <a:custGeom>
              <a:rect b="b" l="l" r="r" t="t"/>
              <a:pathLst>
                <a:path extrusionOk="0" h="5" w="11">
                  <a:moveTo>
                    <a:pt x="11"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4" name="Google Shape;5144;p95"/>
            <p:cNvSpPr/>
            <p:nvPr/>
          </p:nvSpPr>
          <p:spPr>
            <a:xfrm>
              <a:off x="2257532" y="1677801"/>
              <a:ext cx="54" cy="14"/>
            </a:xfrm>
            <a:custGeom>
              <a:rect b="b" l="l" r="r" t="t"/>
              <a:pathLst>
                <a:path extrusionOk="0" h="1" w="4">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5" name="Google Shape;5145;p95"/>
            <p:cNvSpPr/>
            <p:nvPr/>
          </p:nvSpPr>
          <p:spPr>
            <a:xfrm>
              <a:off x="2262814" y="1676280"/>
              <a:ext cx="149" cy="54"/>
            </a:xfrm>
            <a:custGeom>
              <a:rect b="b" l="l" r="r" t="t"/>
              <a:pathLst>
                <a:path extrusionOk="0" h="4" w="11">
                  <a:moveTo>
                    <a:pt x="11"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6" name="Google Shape;5146;p95"/>
            <p:cNvSpPr/>
            <p:nvPr/>
          </p:nvSpPr>
          <p:spPr>
            <a:xfrm>
              <a:off x="2262949" y="1676321"/>
              <a:ext cx="204" cy="109"/>
            </a:xfrm>
            <a:custGeom>
              <a:rect b="b" l="l" r="r" t="t"/>
              <a:pathLst>
                <a:path extrusionOk="0" h="8" w="15">
                  <a:moveTo>
                    <a:pt x="15"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7" name="Google Shape;5147;p95"/>
            <p:cNvSpPr/>
            <p:nvPr/>
          </p:nvSpPr>
          <p:spPr>
            <a:xfrm>
              <a:off x="2262474" y="1676185"/>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8" name="Google Shape;5148;p95"/>
            <p:cNvSpPr/>
            <p:nvPr/>
          </p:nvSpPr>
          <p:spPr>
            <a:xfrm>
              <a:off x="2256486" y="1677462"/>
              <a:ext cx="109" cy="68"/>
            </a:xfrm>
            <a:custGeom>
              <a:rect b="b" l="l" r="r" t="t"/>
              <a:pathLst>
                <a:path extrusionOk="0" h="5" w="8">
                  <a:moveTo>
                    <a:pt x="7"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9" name="Google Shape;5149;p95"/>
            <p:cNvSpPr/>
            <p:nvPr/>
          </p:nvSpPr>
          <p:spPr>
            <a:xfrm>
              <a:off x="2263194" y="1676470"/>
              <a:ext cx="244" cy="109"/>
            </a:xfrm>
            <a:custGeom>
              <a:rect b="b" l="l" r="r" t="t"/>
              <a:pathLst>
                <a:path extrusionOk="0" h="8" w="18">
                  <a:moveTo>
                    <a:pt x="18"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0" name="Google Shape;5150;p95"/>
            <p:cNvSpPr/>
            <p:nvPr/>
          </p:nvSpPr>
          <p:spPr>
            <a:xfrm>
              <a:off x="2262148" y="1655317"/>
              <a:ext cx="720" cy="1724"/>
            </a:xfrm>
            <a:custGeom>
              <a:rect b="b" l="l" r="r" t="t"/>
              <a:pathLst>
                <a:path extrusionOk="0" h="127" w="53">
                  <a:moveTo>
                    <a:pt x="0" y="0"/>
                  </a:moveTo>
                  <a:lnTo>
                    <a:pt x="0" y="0"/>
                  </a:lnTo>
                  <a:cubicBezTo>
                    <a:pt x="14" y="42"/>
                    <a:pt x="32" y="84"/>
                    <a:pt x="53" y="126"/>
                  </a:cubicBezTo>
                  <a:cubicBezTo>
                    <a:pt x="32" y="84"/>
                    <a:pt x="14" y="42"/>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95"/>
            <p:cNvSpPr/>
            <p:nvPr/>
          </p:nvSpPr>
          <p:spPr>
            <a:xfrm>
              <a:off x="2245842" y="1647469"/>
              <a:ext cx="3951" cy="964"/>
            </a:xfrm>
            <a:custGeom>
              <a:rect b="b" l="l" r="r" t="t"/>
              <a:pathLst>
                <a:path extrusionOk="0" h="71" w="291">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2" name="Google Shape;5152;p95"/>
            <p:cNvSpPr/>
            <p:nvPr/>
          </p:nvSpPr>
          <p:spPr>
            <a:xfrm>
              <a:off x="2264619" y="1659974"/>
              <a:ext cx="869" cy="1195"/>
            </a:xfrm>
            <a:custGeom>
              <a:rect b="b" l="l" r="r" t="t"/>
              <a:pathLst>
                <a:path extrusionOk="0" h="88" w="64">
                  <a:moveTo>
                    <a:pt x="0" y="0"/>
                  </a:moveTo>
                  <a:lnTo>
                    <a:pt x="0" y="0"/>
                  </a:lnTo>
                  <a:cubicBezTo>
                    <a:pt x="21" y="35"/>
                    <a:pt x="42" y="63"/>
                    <a:pt x="63" y="88"/>
                  </a:cubicBezTo>
                  <a:cubicBezTo>
                    <a:pt x="42" y="63"/>
                    <a:pt x="21" y="32"/>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3" name="Google Shape;5153;p95"/>
            <p:cNvSpPr/>
            <p:nvPr/>
          </p:nvSpPr>
          <p:spPr>
            <a:xfrm>
              <a:off x="2243371" y="1648990"/>
              <a:ext cx="489" cy="204"/>
            </a:xfrm>
            <a:custGeom>
              <a:rect b="b" l="l" r="r" t="t"/>
              <a:pathLst>
                <a:path extrusionOk="0" h="15" w="36">
                  <a:moveTo>
                    <a:pt x="0" y="15"/>
                  </a:moveTo>
                  <a:lnTo>
                    <a:pt x="0" y="15"/>
                  </a:lnTo>
                  <a:lnTo>
                    <a:pt x="3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4" name="Google Shape;5154;p95"/>
            <p:cNvSpPr/>
            <p:nvPr/>
          </p:nvSpPr>
          <p:spPr>
            <a:xfrm>
              <a:off x="2256242" y="1670238"/>
              <a:ext cx="4399" cy="7142"/>
            </a:xfrm>
            <a:custGeom>
              <a:rect b="b" l="l" r="r" t="t"/>
              <a:pathLst>
                <a:path extrusionOk="0" h="526" w="324">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5" name="Google Shape;5155;p95"/>
            <p:cNvSpPr/>
            <p:nvPr/>
          </p:nvSpPr>
          <p:spPr>
            <a:xfrm>
              <a:off x="2256242" y="1677326"/>
              <a:ext cx="68" cy="54"/>
            </a:xfrm>
            <a:custGeom>
              <a:rect b="b" l="l" r="r" t="t"/>
              <a:pathLst>
                <a:path extrusionOk="0" h="4" w="5">
                  <a:moveTo>
                    <a:pt x="1" y="4"/>
                  </a:moveTo>
                  <a:lnTo>
                    <a:pt x="1" y="4"/>
                  </a:ln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6" name="Google Shape;5156;p95"/>
            <p:cNvSpPr/>
            <p:nvPr/>
          </p:nvSpPr>
          <p:spPr>
            <a:xfrm>
              <a:off x="2218985" y="1572222"/>
              <a:ext cx="67847" cy="47032"/>
            </a:xfrm>
            <a:custGeom>
              <a:rect b="b" l="l" r="r" t="t"/>
              <a:pathLst>
                <a:path extrusionOk="0" h="3464" w="4997">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7" name="Google Shape;5157;p95"/>
            <p:cNvSpPr/>
            <p:nvPr/>
          </p:nvSpPr>
          <p:spPr>
            <a:xfrm>
              <a:off x="2221972" y="1598508"/>
              <a:ext cx="353" cy="448"/>
            </a:xfrm>
            <a:custGeom>
              <a:rect b="b" l="l" r="r" t="t"/>
              <a:pathLst>
                <a:path extrusionOk="0" h="33" w="26">
                  <a:moveTo>
                    <a:pt x="25" y="32"/>
                  </a:moveTo>
                  <a:cubicBezTo>
                    <a:pt x="15" y="22"/>
                    <a:pt x="8" y="11"/>
                    <a:pt x="1" y="1"/>
                  </a:cubicBezTo>
                  <a:cubicBezTo>
                    <a:pt x="8" y="11"/>
                    <a:pt x="15" y="22"/>
                    <a:pt x="25"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8" name="Google Shape;5158;p95"/>
            <p:cNvSpPr/>
            <p:nvPr/>
          </p:nvSpPr>
          <p:spPr>
            <a:xfrm>
              <a:off x="2221212" y="1594666"/>
              <a:ext cx="828" cy="3856"/>
            </a:xfrm>
            <a:custGeom>
              <a:rect b="b" l="l" r="r" t="t"/>
              <a:pathLst>
                <a:path extrusionOk="0" h="284" w="61">
                  <a:moveTo>
                    <a:pt x="39" y="0"/>
                  </a:moveTo>
                  <a:lnTo>
                    <a:pt x="39" y="0"/>
                  </a:lnTo>
                  <a:cubicBezTo>
                    <a:pt x="1" y="91"/>
                    <a:pt x="8" y="200"/>
                    <a:pt x="60" y="284"/>
                  </a:cubicBezTo>
                  <a:cubicBezTo>
                    <a:pt x="8" y="200"/>
                    <a:pt x="1" y="91"/>
                    <a:pt x="3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9" name="Google Shape;5159;p95"/>
            <p:cNvSpPr/>
            <p:nvPr/>
          </p:nvSpPr>
          <p:spPr>
            <a:xfrm>
              <a:off x="2277355" y="1611733"/>
              <a:ext cx="149" cy="14"/>
            </a:xfrm>
            <a:custGeom>
              <a:rect b="b" l="l" r="r" t="t"/>
              <a:pathLst>
                <a:path extrusionOk="0" h="1" w="11">
                  <a:moveTo>
                    <a:pt x="0"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0" name="Google Shape;5160;p95"/>
            <p:cNvSpPr/>
            <p:nvPr/>
          </p:nvSpPr>
          <p:spPr>
            <a:xfrm>
              <a:off x="2222923" y="1617001"/>
              <a:ext cx="163" cy="68"/>
            </a:xfrm>
            <a:custGeom>
              <a:rect b="b" l="l" r="r" t="t"/>
              <a:pathLst>
                <a:path extrusionOk="0" h="5" w="12">
                  <a:moveTo>
                    <a:pt x="1" y="4"/>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1" name="Google Shape;5161;p95"/>
            <p:cNvSpPr/>
            <p:nvPr/>
          </p:nvSpPr>
          <p:spPr>
            <a:xfrm>
              <a:off x="2223547" y="1616526"/>
              <a:ext cx="244" cy="258"/>
            </a:xfrm>
            <a:custGeom>
              <a:rect b="b" l="l" r="r" t="t"/>
              <a:pathLst>
                <a:path extrusionOk="0" h="19" w="18">
                  <a:moveTo>
                    <a:pt x="0" y="18"/>
                  </a:moveTo>
                  <a:cubicBezTo>
                    <a:pt x="4" y="11"/>
                    <a:pt x="11" y="4"/>
                    <a:pt x="18" y="1"/>
                  </a:cubicBezTo>
                  <a:cubicBezTo>
                    <a:pt x="11" y="4"/>
                    <a:pt x="4" y="11"/>
                    <a:pt x="0"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2" name="Google Shape;5162;p95"/>
            <p:cNvSpPr/>
            <p:nvPr/>
          </p:nvSpPr>
          <p:spPr>
            <a:xfrm>
              <a:off x="2223208" y="1616811"/>
              <a:ext cx="163" cy="109"/>
            </a:xfrm>
            <a:custGeom>
              <a:rect b="b" l="l" r="r" t="t"/>
              <a:pathLst>
                <a:path extrusionOk="0" h="8" w="12">
                  <a:moveTo>
                    <a:pt x="1" y="8"/>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3" name="Google Shape;5163;p95"/>
            <p:cNvSpPr/>
            <p:nvPr/>
          </p:nvSpPr>
          <p:spPr>
            <a:xfrm>
              <a:off x="2276785" y="1611774"/>
              <a:ext cx="149" cy="14"/>
            </a:xfrm>
            <a:custGeom>
              <a:rect b="b" l="l" r="r" t="t"/>
              <a:pathLst>
                <a:path extrusionOk="0" h="1" w="11">
                  <a:moveTo>
                    <a:pt x="0"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4" name="Google Shape;5164;p95"/>
            <p:cNvSpPr/>
            <p:nvPr/>
          </p:nvSpPr>
          <p:spPr>
            <a:xfrm>
              <a:off x="2277016" y="1611774"/>
              <a:ext cx="204" cy="14"/>
            </a:xfrm>
            <a:custGeom>
              <a:rect b="b" l="l" r="r" t="t"/>
              <a:pathLst>
                <a:path extrusionOk="0" h="1" w="15">
                  <a:moveTo>
                    <a:pt x="1" y="1"/>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5" name="Google Shape;5165;p95"/>
            <p:cNvSpPr/>
            <p:nvPr/>
          </p:nvSpPr>
          <p:spPr>
            <a:xfrm>
              <a:off x="2263425" y="1618576"/>
              <a:ext cx="109" cy="54"/>
            </a:xfrm>
            <a:custGeom>
              <a:rect b="b" l="l" r="r" t="t"/>
              <a:pathLst>
                <a:path extrusionOk="0" h="4" w="8">
                  <a:moveTo>
                    <a:pt x="1" y="4"/>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6" name="Google Shape;5166;p95"/>
            <p:cNvSpPr/>
            <p:nvPr/>
          </p:nvSpPr>
          <p:spPr>
            <a:xfrm>
              <a:off x="2257776" y="1617381"/>
              <a:ext cx="149" cy="14"/>
            </a:xfrm>
            <a:custGeom>
              <a:rect b="b" l="l" r="r" t="t"/>
              <a:pathLst>
                <a:path extrusionOk="0" h="1" w="11">
                  <a:moveTo>
                    <a:pt x="0" y="1"/>
                  </a:moveTo>
                  <a:cubicBezTo>
                    <a:pt x="4" y="1"/>
                    <a:pt x="7" y="1"/>
                    <a:pt x="11" y="1"/>
                  </a:cubicBezTo>
                  <a:cubicBezTo>
                    <a:pt x="7" y="1"/>
                    <a:pt x="4"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7" name="Google Shape;5167;p95"/>
            <p:cNvSpPr/>
            <p:nvPr/>
          </p:nvSpPr>
          <p:spPr>
            <a:xfrm>
              <a:off x="2256812" y="1617286"/>
              <a:ext cx="163" cy="68"/>
            </a:xfrm>
            <a:custGeom>
              <a:rect b="b" l="l" r="r" t="t"/>
              <a:pathLst>
                <a:path extrusionOk="0" h="5" w="12">
                  <a:moveTo>
                    <a:pt x="1" y="1"/>
                  </a:moveTo>
                  <a:lnTo>
                    <a:pt x="1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8" name="Google Shape;5168;p95"/>
            <p:cNvSpPr/>
            <p:nvPr/>
          </p:nvSpPr>
          <p:spPr>
            <a:xfrm>
              <a:off x="2222638" y="1617096"/>
              <a:ext cx="109" cy="68"/>
            </a:xfrm>
            <a:custGeom>
              <a:rect b="b" l="l" r="r" t="t"/>
              <a:pathLst>
                <a:path extrusionOk="0" h="5" w="8">
                  <a:moveTo>
                    <a:pt x="1" y="4"/>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9" name="Google Shape;5169;p95"/>
            <p:cNvSpPr/>
            <p:nvPr/>
          </p:nvSpPr>
          <p:spPr>
            <a:xfrm>
              <a:off x="2278305" y="1611489"/>
              <a:ext cx="339" cy="109"/>
            </a:xfrm>
            <a:custGeom>
              <a:rect b="b" l="l" r="r" t="t"/>
              <a:pathLst>
                <a:path extrusionOk="0" h="8" w="25">
                  <a:moveTo>
                    <a:pt x="0" y="8"/>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0" name="Google Shape;5170;p95"/>
            <p:cNvSpPr/>
            <p:nvPr/>
          </p:nvSpPr>
          <p:spPr>
            <a:xfrm>
              <a:off x="2277966" y="1611584"/>
              <a:ext cx="353" cy="68"/>
            </a:xfrm>
            <a:custGeom>
              <a:rect b="b" l="l" r="r" t="t"/>
              <a:pathLst>
                <a:path extrusionOk="0" h="5" w="26">
                  <a:moveTo>
                    <a:pt x="1" y="4"/>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1" name="Google Shape;5171;p95"/>
            <p:cNvSpPr/>
            <p:nvPr/>
          </p:nvSpPr>
          <p:spPr>
            <a:xfrm>
              <a:off x="2270227" y="1618902"/>
              <a:ext cx="394" cy="204"/>
            </a:xfrm>
            <a:custGeom>
              <a:rect b="b" l="l" r="r" t="t"/>
              <a:pathLst>
                <a:path extrusionOk="0" h="15" w="29">
                  <a:moveTo>
                    <a:pt x="0" y="1"/>
                  </a:moveTo>
                  <a:cubicBezTo>
                    <a:pt x="11" y="4"/>
                    <a:pt x="18" y="8"/>
                    <a:pt x="28" y="15"/>
                  </a:cubicBezTo>
                  <a:cubicBezTo>
                    <a:pt x="18" y="8"/>
                    <a:pt x="11"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2" name="Google Shape;5172;p95"/>
            <p:cNvSpPr/>
            <p:nvPr/>
          </p:nvSpPr>
          <p:spPr>
            <a:xfrm>
              <a:off x="2277640" y="1611638"/>
              <a:ext cx="204" cy="54"/>
            </a:xfrm>
            <a:custGeom>
              <a:rect b="b" l="l" r="r" t="t"/>
              <a:pathLst>
                <a:path extrusionOk="0" h="4" w="15">
                  <a:moveTo>
                    <a:pt x="0" y="4"/>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3" name="Google Shape;5173;p95"/>
            <p:cNvSpPr/>
            <p:nvPr/>
          </p:nvSpPr>
          <p:spPr>
            <a:xfrm>
              <a:off x="2222353" y="1617191"/>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4" name="Google Shape;5174;p95"/>
            <p:cNvSpPr/>
            <p:nvPr/>
          </p:nvSpPr>
          <p:spPr>
            <a:xfrm>
              <a:off x="2221972" y="1617191"/>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5" name="Google Shape;5175;p95"/>
            <p:cNvSpPr/>
            <p:nvPr/>
          </p:nvSpPr>
          <p:spPr>
            <a:xfrm>
              <a:off x="2268272" y="1618332"/>
              <a:ext cx="299" cy="68"/>
            </a:xfrm>
            <a:custGeom>
              <a:rect b="b" l="l" r="r" t="t"/>
              <a:pathLst>
                <a:path extrusionOk="0" h="5" w="22">
                  <a:moveTo>
                    <a:pt x="1" y="1"/>
                  </a:moveTo>
                  <a:lnTo>
                    <a:pt x="22"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6" name="Google Shape;5176;p95"/>
            <p:cNvSpPr/>
            <p:nvPr/>
          </p:nvSpPr>
          <p:spPr>
            <a:xfrm>
              <a:off x="2267701" y="1618291"/>
              <a:ext cx="299" cy="14"/>
            </a:xfrm>
            <a:custGeom>
              <a:rect b="b" l="l" r="r" t="t"/>
              <a:pathLst>
                <a:path extrusionOk="0" h="1" w="22">
                  <a:moveTo>
                    <a:pt x="1" y="0"/>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7" name="Google Shape;5177;p95"/>
            <p:cNvSpPr/>
            <p:nvPr/>
          </p:nvSpPr>
          <p:spPr>
            <a:xfrm>
              <a:off x="2276024" y="1611869"/>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8" name="Google Shape;5178;p95"/>
            <p:cNvSpPr/>
            <p:nvPr/>
          </p:nvSpPr>
          <p:spPr>
            <a:xfrm>
              <a:off x="2278726" y="1611448"/>
              <a:ext cx="258" cy="54"/>
            </a:xfrm>
            <a:custGeom>
              <a:rect b="b" l="l" r="r" t="t"/>
              <a:pathLst>
                <a:path extrusionOk="0" h="4" w="19">
                  <a:moveTo>
                    <a:pt x="1" y="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9" name="Google Shape;5179;p95"/>
            <p:cNvSpPr/>
            <p:nvPr/>
          </p:nvSpPr>
          <p:spPr>
            <a:xfrm>
              <a:off x="2266520" y="1618196"/>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0" name="Google Shape;5180;p95"/>
            <p:cNvSpPr/>
            <p:nvPr/>
          </p:nvSpPr>
          <p:spPr>
            <a:xfrm>
              <a:off x="2267131" y="1618237"/>
              <a:ext cx="299" cy="14"/>
            </a:xfrm>
            <a:custGeom>
              <a:rect b="b" l="l" r="r" t="t"/>
              <a:pathLst>
                <a:path extrusionOk="0" h="1" w="22">
                  <a:moveTo>
                    <a:pt x="1" y="1"/>
                  </a:moveTo>
                  <a:lnTo>
                    <a:pt x="2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1" name="Google Shape;5181;p95"/>
            <p:cNvSpPr/>
            <p:nvPr/>
          </p:nvSpPr>
          <p:spPr>
            <a:xfrm>
              <a:off x="2269792" y="1618712"/>
              <a:ext cx="299" cy="163"/>
            </a:xfrm>
            <a:custGeom>
              <a:rect b="b" l="l" r="r" t="t"/>
              <a:pathLst>
                <a:path extrusionOk="0" h="12" w="22">
                  <a:moveTo>
                    <a:pt x="1" y="1"/>
                  </a:moveTo>
                  <a:lnTo>
                    <a:pt x="22"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2" name="Google Shape;5182;p95"/>
            <p:cNvSpPr/>
            <p:nvPr/>
          </p:nvSpPr>
          <p:spPr>
            <a:xfrm>
              <a:off x="2269317" y="1618576"/>
              <a:ext cx="299" cy="109"/>
            </a:xfrm>
            <a:custGeom>
              <a:rect b="b" l="l" r="r" t="t"/>
              <a:pathLst>
                <a:path extrusionOk="0" h="8" w="22">
                  <a:moveTo>
                    <a:pt x="1" y="0"/>
                  </a:moveTo>
                  <a:lnTo>
                    <a:pt x="22"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3" name="Google Shape;5183;p95"/>
            <p:cNvSpPr/>
            <p:nvPr/>
          </p:nvSpPr>
          <p:spPr>
            <a:xfrm>
              <a:off x="2263764" y="1618427"/>
              <a:ext cx="149" cy="68"/>
            </a:xfrm>
            <a:custGeom>
              <a:rect b="b" l="l" r="r" t="t"/>
              <a:pathLst>
                <a:path extrusionOk="0" h="5" w="11">
                  <a:moveTo>
                    <a:pt x="0" y="4"/>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4" name="Google Shape;5184;p95"/>
            <p:cNvSpPr/>
            <p:nvPr/>
          </p:nvSpPr>
          <p:spPr>
            <a:xfrm>
              <a:off x="2268801" y="1618427"/>
              <a:ext cx="299" cy="109"/>
            </a:xfrm>
            <a:custGeom>
              <a:rect b="b" l="l" r="r" t="t"/>
              <a:pathLst>
                <a:path extrusionOk="0" h="8" w="22">
                  <a:moveTo>
                    <a:pt x="0" y="1"/>
                  </a:moveTo>
                  <a:lnTo>
                    <a:pt x="2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5" name="Google Shape;5185;p95"/>
            <p:cNvSpPr/>
            <p:nvPr/>
          </p:nvSpPr>
          <p:spPr>
            <a:xfrm>
              <a:off x="2264565" y="1618332"/>
              <a:ext cx="204" cy="14"/>
            </a:xfrm>
            <a:custGeom>
              <a:rect b="b" l="l" r="r" t="t"/>
              <a:pathLst>
                <a:path extrusionOk="0" h="1" w="15">
                  <a:moveTo>
                    <a:pt x="1" y="1"/>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6" name="Google Shape;5186;p95"/>
            <p:cNvSpPr/>
            <p:nvPr/>
          </p:nvSpPr>
          <p:spPr>
            <a:xfrm>
              <a:off x="2276445" y="1611828"/>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7" name="Google Shape;5187;p95"/>
            <p:cNvSpPr/>
            <p:nvPr/>
          </p:nvSpPr>
          <p:spPr>
            <a:xfrm>
              <a:off x="2264144" y="1618386"/>
              <a:ext cx="204" cy="14"/>
            </a:xfrm>
            <a:custGeom>
              <a:rect b="b" l="l" r="r" t="t"/>
              <a:pathLst>
                <a:path extrusionOk="0" h="1" w="15">
                  <a:moveTo>
                    <a:pt x="0" y="0"/>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8" name="Google Shape;5188;p95"/>
            <p:cNvSpPr/>
            <p:nvPr/>
          </p:nvSpPr>
          <p:spPr>
            <a:xfrm>
              <a:off x="2265570" y="1618237"/>
              <a:ext cx="204" cy="14"/>
            </a:xfrm>
            <a:custGeom>
              <a:rect b="b" l="l" r="r" t="t"/>
              <a:pathLst>
                <a:path extrusionOk="0" h="1" w="15">
                  <a:moveTo>
                    <a:pt x="0" y="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9" name="Google Shape;5189;p95"/>
            <p:cNvSpPr/>
            <p:nvPr/>
          </p:nvSpPr>
          <p:spPr>
            <a:xfrm>
              <a:off x="2266086" y="1618196"/>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0" name="Google Shape;5190;p95"/>
            <p:cNvSpPr/>
            <p:nvPr/>
          </p:nvSpPr>
          <p:spPr>
            <a:xfrm>
              <a:off x="2276255" y="1611828"/>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1" name="Google Shape;5191;p95"/>
            <p:cNvSpPr/>
            <p:nvPr/>
          </p:nvSpPr>
          <p:spPr>
            <a:xfrm>
              <a:off x="2276119" y="1611869"/>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2" name="Google Shape;5192;p95"/>
            <p:cNvSpPr/>
            <p:nvPr/>
          </p:nvSpPr>
          <p:spPr>
            <a:xfrm>
              <a:off x="2265040" y="1618291"/>
              <a:ext cx="204" cy="14"/>
            </a:xfrm>
            <a:custGeom>
              <a:rect b="b" l="l" r="r" t="t"/>
              <a:pathLst>
                <a:path extrusionOk="0" h="1" w="15">
                  <a:moveTo>
                    <a:pt x="1" y="0"/>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3" name="Google Shape;5193;p95"/>
            <p:cNvSpPr/>
            <p:nvPr/>
          </p:nvSpPr>
          <p:spPr>
            <a:xfrm>
              <a:off x="2221307" y="1617191"/>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4" name="Google Shape;5194;p95"/>
            <p:cNvSpPr/>
            <p:nvPr/>
          </p:nvSpPr>
          <p:spPr>
            <a:xfrm>
              <a:off x="2257002" y="1617340"/>
              <a:ext cx="638" cy="54"/>
            </a:xfrm>
            <a:custGeom>
              <a:rect b="b" l="l" r="r" t="t"/>
              <a:pathLst>
                <a:path extrusionOk="0" h="4" w="47">
                  <a:moveTo>
                    <a:pt x="47" y="4"/>
                  </a:moveTo>
                  <a:cubicBezTo>
                    <a:pt x="33" y="4"/>
                    <a:pt x="15" y="4"/>
                    <a:pt x="1" y="0"/>
                  </a:cubicBezTo>
                  <a:cubicBezTo>
                    <a:pt x="15" y="4"/>
                    <a:pt x="33" y="4"/>
                    <a:pt x="47"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5" name="Google Shape;5195;p95"/>
            <p:cNvSpPr/>
            <p:nvPr/>
          </p:nvSpPr>
          <p:spPr>
            <a:xfrm>
              <a:off x="2221687" y="1617191"/>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6" name="Google Shape;5196;p95"/>
            <p:cNvSpPr/>
            <p:nvPr/>
          </p:nvSpPr>
          <p:spPr>
            <a:xfrm>
              <a:off x="2279446" y="1611298"/>
              <a:ext cx="54" cy="14"/>
            </a:xfrm>
            <a:custGeom>
              <a:rect b="b" l="l" r="r" t="t"/>
              <a:pathLst>
                <a:path extrusionOk="0" h="1" w="4">
                  <a:moveTo>
                    <a:pt x="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7" name="Google Shape;5197;p95"/>
            <p:cNvSpPr/>
            <p:nvPr/>
          </p:nvSpPr>
          <p:spPr>
            <a:xfrm>
              <a:off x="2279107" y="1611353"/>
              <a:ext cx="258" cy="54"/>
            </a:xfrm>
            <a:custGeom>
              <a:rect b="b" l="l" r="r" t="t"/>
              <a:pathLst>
                <a:path extrusionOk="0" h="4" w="19">
                  <a:moveTo>
                    <a:pt x="1" y="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8" name="Google Shape;5198;p95"/>
            <p:cNvSpPr/>
            <p:nvPr/>
          </p:nvSpPr>
          <p:spPr>
            <a:xfrm>
              <a:off x="2201348" y="1551829"/>
              <a:ext cx="52776" cy="23503"/>
            </a:xfrm>
            <a:custGeom>
              <a:rect b="b" l="l" r="r" t="t"/>
              <a:pathLst>
                <a:path extrusionOk="0" h="1731" w="3887">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9" name="Google Shape;5199;p95"/>
            <p:cNvSpPr/>
            <p:nvPr/>
          </p:nvSpPr>
          <p:spPr>
            <a:xfrm>
              <a:off x="2244511" y="1573173"/>
              <a:ext cx="3476" cy="1113"/>
            </a:xfrm>
            <a:custGeom>
              <a:rect b="b" l="l" r="r" t="t"/>
              <a:pathLst>
                <a:path extrusionOk="0" h="82" w="256">
                  <a:moveTo>
                    <a:pt x="256" y="8"/>
                  </a:moveTo>
                  <a:cubicBezTo>
                    <a:pt x="165" y="1"/>
                    <a:pt x="74" y="25"/>
                    <a:pt x="0" y="81"/>
                  </a:cubicBezTo>
                  <a:cubicBezTo>
                    <a:pt x="74" y="25"/>
                    <a:pt x="165" y="1"/>
                    <a:pt x="256"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0" name="Google Shape;5200;p95"/>
            <p:cNvSpPr/>
            <p:nvPr/>
          </p:nvSpPr>
          <p:spPr>
            <a:xfrm>
              <a:off x="2243316" y="1574273"/>
              <a:ext cx="1208" cy="1154"/>
            </a:xfrm>
            <a:custGeom>
              <a:rect b="b" l="l" r="r" t="t"/>
              <a:pathLst>
                <a:path extrusionOk="0" h="85" w="89">
                  <a:moveTo>
                    <a:pt x="88" y="0"/>
                  </a:moveTo>
                  <a:cubicBezTo>
                    <a:pt x="57" y="25"/>
                    <a:pt x="25" y="53"/>
                    <a:pt x="1" y="84"/>
                  </a:cubicBezTo>
                  <a:lnTo>
                    <a:pt x="1" y="84"/>
                  </a:lnTo>
                  <a:cubicBezTo>
                    <a:pt x="25" y="53"/>
                    <a:pt x="57" y="25"/>
                    <a:pt x="8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1" name="Google Shape;5201;p95"/>
            <p:cNvSpPr/>
            <p:nvPr/>
          </p:nvSpPr>
          <p:spPr>
            <a:xfrm>
              <a:off x="2252820" y="1570607"/>
              <a:ext cx="163" cy="109"/>
            </a:xfrm>
            <a:custGeom>
              <a:rect b="b" l="l" r="r" t="t"/>
              <a:pathLst>
                <a:path extrusionOk="0" h="8" w="12">
                  <a:moveTo>
                    <a:pt x="1" y="8"/>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2" name="Google Shape;5202;p95"/>
            <p:cNvSpPr/>
            <p:nvPr/>
          </p:nvSpPr>
          <p:spPr>
            <a:xfrm>
              <a:off x="2253445" y="1570322"/>
              <a:ext cx="109" cy="68"/>
            </a:xfrm>
            <a:custGeom>
              <a:rect b="b" l="l" r="r" t="t"/>
              <a:pathLst>
                <a:path extrusionOk="0" h="5" w="8">
                  <a:moveTo>
                    <a:pt x="0" y="4"/>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3" name="Google Shape;5203;p95"/>
            <p:cNvSpPr/>
            <p:nvPr/>
          </p:nvSpPr>
          <p:spPr>
            <a:xfrm>
              <a:off x="2201973" y="1568516"/>
              <a:ext cx="40502" cy="24372"/>
            </a:xfrm>
            <a:custGeom>
              <a:rect b="b" l="l" r="r" t="t"/>
              <a:pathLst>
                <a:path extrusionOk="0" h="1795" w="2983">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4" name="Google Shape;5204;p95"/>
            <p:cNvSpPr/>
            <p:nvPr/>
          </p:nvSpPr>
          <p:spPr>
            <a:xfrm>
              <a:off x="2219786" y="1591095"/>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5" name="Google Shape;5205;p95"/>
            <p:cNvSpPr/>
            <p:nvPr/>
          </p:nvSpPr>
          <p:spPr>
            <a:xfrm>
              <a:off x="2220072" y="1591285"/>
              <a:ext cx="353" cy="258"/>
            </a:xfrm>
            <a:custGeom>
              <a:rect b="b" l="l" r="r" t="t"/>
              <a:pathLst>
                <a:path extrusionOk="0" h="19" w="26">
                  <a:moveTo>
                    <a:pt x="25" y="1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6" name="Google Shape;5206;p95"/>
            <p:cNvSpPr/>
            <p:nvPr/>
          </p:nvSpPr>
          <p:spPr>
            <a:xfrm>
              <a:off x="2220411" y="1591530"/>
              <a:ext cx="1154" cy="1290"/>
            </a:xfrm>
            <a:custGeom>
              <a:rect b="b" l="l" r="r" t="t"/>
              <a:pathLst>
                <a:path extrusionOk="0" h="95" w="85">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7" name="Google Shape;5207;p95"/>
            <p:cNvSpPr/>
            <p:nvPr/>
          </p:nvSpPr>
          <p:spPr>
            <a:xfrm>
              <a:off x="2223547" y="1592901"/>
              <a:ext cx="339" cy="14"/>
            </a:xfrm>
            <a:custGeom>
              <a:rect b="b" l="l" r="r" t="t"/>
              <a:pathLst>
                <a:path extrusionOk="0" h="1" w="25">
                  <a:moveTo>
                    <a:pt x="0" y="1"/>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8" name="Google Shape;5208;p95"/>
            <p:cNvSpPr/>
            <p:nvPr/>
          </p:nvSpPr>
          <p:spPr>
            <a:xfrm>
              <a:off x="2222312" y="1592860"/>
              <a:ext cx="489" cy="14"/>
            </a:xfrm>
            <a:custGeom>
              <a:rect b="b" l="l" r="r" t="t"/>
              <a:pathLst>
                <a:path extrusionOk="0" h="1" w="36">
                  <a:moveTo>
                    <a:pt x="0" y="0"/>
                  </a:moveTo>
                  <a:lnTo>
                    <a:pt x="3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9" name="Google Shape;5209;p95"/>
            <p:cNvSpPr/>
            <p:nvPr/>
          </p:nvSpPr>
          <p:spPr>
            <a:xfrm>
              <a:off x="2224878" y="1592996"/>
              <a:ext cx="204" cy="14"/>
            </a:xfrm>
            <a:custGeom>
              <a:rect b="b" l="l" r="r" t="t"/>
              <a:pathLst>
                <a:path extrusionOk="0" h="1" w="15">
                  <a:moveTo>
                    <a:pt x="0" y="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0" name="Google Shape;5210;p95"/>
            <p:cNvSpPr/>
            <p:nvPr/>
          </p:nvSpPr>
          <p:spPr>
            <a:xfrm>
              <a:off x="2222923" y="1592860"/>
              <a:ext cx="394" cy="14"/>
            </a:xfrm>
            <a:custGeom>
              <a:rect b="b" l="l" r="r" t="t"/>
              <a:pathLst>
                <a:path extrusionOk="0" h="1" w="29">
                  <a:moveTo>
                    <a:pt x="1" y="0"/>
                  </a:moveTo>
                  <a:lnTo>
                    <a:pt x="2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1" name="Google Shape;5211;p95"/>
            <p:cNvSpPr/>
            <p:nvPr/>
          </p:nvSpPr>
          <p:spPr>
            <a:xfrm>
              <a:off x="2224023" y="1592955"/>
              <a:ext cx="299" cy="14"/>
            </a:xfrm>
            <a:custGeom>
              <a:rect b="b" l="l" r="r" t="t"/>
              <a:pathLst>
                <a:path extrusionOk="0" h="1" w="22">
                  <a:moveTo>
                    <a:pt x="0" y="0"/>
                  </a:moveTo>
                  <a:lnTo>
                    <a:pt x="2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2" name="Google Shape;5212;p95"/>
            <p:cNvSpPr/>
            <p:nvPr/>
          </p:nvSpPr>
          <p:spPr>
            <a:xfrm>
              <a:off x="2221592" y="1592806"/>
              <a:ext cx="584" cy="14"/>
            </a:xfrm>
            <a:custGeom>
              <a:rect b="b" l="l" r="r" t="t"/>
              <a:pathLst>
                <a:path extrusionOk="0" h="1" w="43">
                  <a:moveTo>
                    <a:pt x="1" y="1"/>
                  </a:moveTo>
                  <a:lnTo>
                    <a:pt x="43"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3" name="Google Shape;5213;p95"/>
            <p:cNvSpPr/>
            <p:nvPr/>
          </p:nvSpPr>
          <p:spPr>
            <a:xfrm>
              <a:off x="2224444" y="1592955"/>
              <a:ext cx="299" cy="14"/>
            </a:xfrm>
            <a:custGeom>
              <a:rect b="b" l="l" r="r" t="t"/>
              <a:pathLst>
                <a:path extrusionOk="0" h="1" w="22">
                  <a:moveTo>
                    <a:pt x="1" y="0"/>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4" name="Google Shape;5214;p95"/>
            <p:cNvSpPr/>
            <p:nvPr/>
          </p:nvSpPr>
          <p:spPr>
            <a:xfrm>
              <a:off x="2225204" y="1592996"/>
              <a:ext cx="204" cy="14"/>
            </a:xfrm>
            <a:custGeom>
              <a:rect b="b" l="l" r="r" t="t"/>
              <a:pathLst>
                <a:path extrusionOk="0" h="1" w="15">
                  <a:moveTo>
                    <a:pt x="1" y="1"/>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5" name="Google Shape;5215;p95"/>
            <p:cNvSpPr/>
            <p:nvPr/>
          </p:nvSpPr>
          <p:spPr>
            <a:xfrm>
              <a:off x="2242081" y="1576934"/>
              <a:ext cx="353" cy="2200"/>
            </a:xfrm>
            <a:custGeom>
              <a:rect b="b" l="l" r="r" t="t"/>
              <a:pathLst>
                <a:path extrusionOk="0" h="162" w="26">
                  <a:moveTo>
                    <a:pt x="25" y="0"/>
                  </a:moveTo>
                  <a:lnTo>
                    <a:pt x="25" y="0"/>
                  </a:lnTo>
                  <a:cubicBezTo>
                    <a:pt x="4" y="53"/>
                    <a:pt x="1" y="109"/>
                    <a:pt x="11" y="161"/>
                  </a:cubicBezTo>
                  <a:cubicBezTo>
                    <a:pt x="1" y="109"/>
                    <a:pt x="4" y="53"/>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6" name="Google Shape;5216;p95"/>
            <p:cNvSpPr/>
            <p:nvPr/>
          </p:nvSpPr>
          <p:spPr>
            <a:xfrm>
              <a:off x="2225489" y="1593050"/>
              <a:ext cx="163" cy="14"/>
            </a:xfrm>
            <a:custGeom>
              <a:rect b="b" l="l" r="r" t="t"/>
              <a:pathLst>
                <a:path extrusionOk="0" h="1" w="12">
                  <a:moveTo>
                    <a:pt x="1"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7" name="Google Shape;5217;p95"/>
            <p:cNvSpPr/>
            <p:nvPr/>
          </p:nvSpPr>
          <p:spPr>
            <a:xfrm>
              <a:off x="2226494" y="1593186"/>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8" name="Google Shape;5218;p95"/>
            <p:cNvSpPr/>
            <p:nvPr/>
          </p:nvSpPr>
          <p:spPr>
            <a:xfrm>
              <a:off x="2226439" y="1593186"/>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9" name="Google Shape;5219;p95"/>
            <p:cNvSpPr/>
            <p:nvPr/>
          </p:nvSpPr>
          <p:spPr>
            <a:xfrm>
              <a:off x="2226154" y="1593145"/>
              <a:ext cx="68" cy="14"/>
            </a:xfrm>
            <a:custGeom>
              <a:rect b="b" l="l" r="r" t="t"/>
              <a:pathLst>
                <a:path extrusionOk="0" h="1" w="5">
                  <a:moveTo>
                    <a:pt x="1"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0" name="Google Shape;5220;p95"/>
            <p:cNvSpPr/>
            <p:nvPr/>
          </p:nvSpPr>
          <p:spPr>
            <a:xfrm>
              <a:off x="2226304" y="159314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1" name="Google Shape;5221;p95"/>
            <p:cNvSpPr/>
            <p:nvPr/>
          </p:nvSpPr>
          <p:spPr>
            <a:xfrm>
              <a:off x="2225964" y="1593091"/>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2" name="Google Shape;5222;p95"/>
            <p:cNvSpPr/>
            <p:nvPr/>
          </p:nvSpPr>
          <p:spPr>
            <a:xfrm>
              <a:off x="2225774" y="1593091"/>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3" name="Google Shape;5223;p95"/>
            <p:cNvSpPr/>
            <p:nvPr/>
          </p:nvSpPr>
          <p:spPr>
            <a:xfrm>
              <a:off x="2240044" y="1575454"/>
              <a:ext cx="299" cy="204"/>
            </a:xfrm>
            <a:custGeom>
              <a:rect b="b" l="l" r="r" t="t"/>
              <a:pathLst>
                <a:path extrusionOk="0" h="15" w="22">
                  <a:moveTo>
                    <a:pt x="0" y="1"/>
                  </a:moveTo>
                  <a:lnTo>
                    <a:pt x="2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4" name="Google Shape;5224;p95"/>
            <p:cNvSpPr/>
            <p:nvPr/>
          </p:nvSpPr>
          <p:spPr>
            <a:xfrm>
              <a:off x="2206195" y="1570566"/>
              <a:ext cx="258" cy="109"/>
            </a:xfrm>
            <a:custGeom>
              <a:rect b="b" l="l" r="r" t="t"/>
              <a:pathLst>
                <a:path extrusionOk="0" h="8" w="19">
                  <a:moveTo>
                    <a:pt x="1" y="7"/>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5" name="Google Shape;5225;p95"/>
            <p:cNvSpPr/>
            <p:nvPr/>
          </p:nvSpPr>
          <p:spPr>
            <a:xfrm>
              <a:off x="2208151" y="1569806"/>
              <a:ext cx="204" cy="109"/>
            </a:xfrm>
            <a:custGeom>
              <a:rect b="b" l="l" r="r" t="t"/>
              <a:pathLst>
                <a:path extrusionOk="0" h="8" w="15">
                  <a:moveTo>
                    <a:pt x="0" y="7"/>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6" name="Google Shape;5226;p95"/>
            <p:cNvSpPr/>
            <p:nvPr/>
          </p:nvSpPr>
          <p:spPr>
            <a:xfrm>
              <a:off x="2225109" y="1570036"/>
              <a:ext cx="1914" cy="109"/>
            </a:xfrm>
            <a:custGeom>
              <a:rect b="b" l="l" r="r" t="t"/>
              <a:pathLst>
                <a:path extrusionOk="0" h="8" w="141">
                  <a:moveTo>
                    <a:pt x="141" y="1"/>
                  </a:moveTo>
                  <a:cubicBezTo>
                    <a:pt x="92" y="4"/>
                    <a:pt x="46" y="8"/>
                    <a:pt x="1" y="8"/>
                  </a:cubicBezTo>
                  <a:cubicBezTo>
                    <a:pt x="46" y="8"/>
                    <a:pt x="92" y="4"/>
                    <a:pt x="14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7" name="Google Shape;5227;p95"/>
            <p:cNvSpPr/>
            <p:nvPr/>
          </p:nvSpPr>
          <p:spPr>
            <a:xfrm>
              <a:off x="2207526" y="1570091"/>
              <a:ext cx="258" cy="109"/>
            </a:xfrm>
            <a:custGeom>
              <a:rect b="b" l="l" r="r" t="t"/>
              <a:pathLst>
                <a:path extrusionOk="0" h="8" w="19">
                  <a:moveTo>
                    <a:pt x="1" y="7"/>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8" name="Google Shape;5228;p95"/>
            <p:cNvSpPr/>
            <p:nvPr/>
          </p:nvSpPr>
          <p:spPr>
            <a:xfrm>
              <a:off x="2240899" y="1576024"/>
              <a:ext cx="339" cy="204"/>
            </a:xfrm>
            <a:custGeom>
              <a:rect b="b" l="l" r="r" t="t"/>
              <a:pathLst>
                <a:path extrusionOk="0" h="15" w="25">
                  <a:moveTo>
                    <a:pt x="0" y="1"/>
                  </a:moveTo>
                  <a:lnTo>
                    <a:pt x="25"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9" name="Google Shape;5229;p95"/>
            <p:cNvSpPr/>
            <p:nvPr/>
          </p:nvSpPr>
          <p:spPr>
            <a:xfrm>
              <a:off x="2206915" y="1570322"/>
              <a:ext cx="244" cy="109"/>
            </a:xfrm>
            <a:custGeom>
              <a:rect b="b" l="l" r="r" t="t"/>
              <a:pathLst>
                <a:path extrusionOk="0" h="8" w="18">
                  <a:moveTo>
                    <a:pt x="0" y="8"/>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0" name="Google Shape;5230;p95"/>
            <p:cNvSpPr/>
            <p:nvPr/>
          </p:nvSpPr>
          <p:spPr>
            <a:xfrm>
              <a:off x="2241755" y="1576554"/>
              <a:ext cx="530" cy="299"/>
            </a:xfrm>
            <a:custGeom>
              <a:rect b="b" l="l" r="r" t="t"/>
              <a:pathLst>
                <a:path extrusionOk="0" h="22" w="39">
                  <a:moveTo>
                    <a:pt x="0" y="0"/>
                  </a:moveTo>
                  <a:lnTo>
                    <a:pt x="39"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1" name="Google Shape;5231;p95"/>
            <p:cNvSpPr/>
            <p:nvPr/>
          </p:nvSpPr>
          <p:spPr>
            <a:xfrm>
              <a:off x="2204539" y="1570946"/>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2" name="Google Shape;5232;p95"/>
            <p:cNvSpPr/>
            <p:nvPr/>
          </p:nvSpPr>
          <p:spPr>
            <a:xfrm>
              <a:off x="2229345" y="1569466"/>
              <a:ext cx="1018" cy="543"/>
            </a:xfrm>
            <a:custGeom>
              <a:rect b="b" l="l" r="r" t="t"/>
              <a:pathLst>
                <a:path extrusionOk="0" h="40" w="75">
                  <a:moveTo>
                    <a:pt x="74" y="39"/>
                  </a:moveTo>
                  <a:cubicBezTo>
                    <a:pt x="57" y="15"/>
                    <a:pt x="29" y="1"/>
                    <a:pt x="1" y="1"/>
                  </a:cubicBezTo>
                  <a:cubicBezTo>
                    <a:pt x="29" y="1"/>
                    <a:pt x="57" y="15"/>
                    <a:pt x="74" y="3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3" name="Google Shape;5233;p95"/>
            <p:cNvSpPr/>
            <p:nvPr/>
          </p:nvSpPr>
          <p:spPr>
            <a:xfrm>
              <a:off x="2205394" y="1570756"/>
              <a:ext cx="244" cy="54"/>
            </a:xfrm>
            <a:custGeom>
              <a:rect b="b" l="l" r="r" t="t"/>
              <a:pathLst>
                <a:path extrusionOk="0" h="4" w="18">
                  <a:moveTo>
                    <a:pt x="0" y="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4" name="Google Shape;5234;p95"/>
            <p:cNvSpPr/>
            <p:nvPr/>
          </p:nvSpPr>
          <p:spPr>
            <a:xfrm>
              <a:off x="2095783" y="1657326"/>
              <a:ext cx="30481" cy="15641"/>
            </a:xfrm>
            <a:custGeom>
              <a:rect b="b" l="l" r="r" t="t"/>
              <a:pathLst>
                <a:path extrusionOk="0" h="1152" w="2245">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5" name="Google Shape;5235;p95"/>
            <p:cNvSpPr/>
            <p:nvPr/>
          </p:nvSpPr>
          <p:spPr>
            <a:xfrm>
              <a:off x="2124445" y="1664672"/>
              <a:ext cx="149" cy="68"/>
            </a:xfrm>
            <a:custGeom>
              <a:rect b="b" l="l" r="r" t="t"/>
              <a:pathLst>
                <a:path extrusionOk="0" h="5" w="11">
                  <a:moveTo>
                    <a:pt x="11"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6" name="Google Shape;5236;p95"/>
            <p:cNvSpPr/>
            <p:nvPr/>
          </p:nvSpPr>
          <p:spPr>
            <a:xfrm>
              <a:off x="2126292" y="1664631"/>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7" name="Google Shape;5237;p95"/>
            <p:cNvSpPr/>
            <p:nvPr/>
          </p:nvSpPr>
          <p:spPr>
            <a:xfrm>
              <a:off x="2119422" y="1659349"/>
              <a:ext cx="136" cy="2539"/>
            </a:xfrm>
            <a:custGeom>
              <a:rect b="b" l="l" r="r" t="t"/>
              <a:pathLst>
                <a:path extrusionOk="0" h="187" w="1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8" name="Google Shape;5238;p95"/>
            <p:cNvSpPr/>
            <p:nvPr/>
          </p:nvSpPr>
          <p:spPr>
            <a:xfrm>
              <a:off x="2125681" y="1664536"/>
              <a:ext cx="149" cy="14"/>
            </a:xfrm>
            <a:custGeom>
              <a:rect b="b" l="l" r="r" t="t"/>
              <a:pathLst>
                <a:path extrusionOk="0" h="1" w="11">
                  <a:moveTo>
                    <a:pt x="0"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9" name="Google Shape;5239;p95"/>
            <p:cNvSpPr/>
            <p:nvPr/>
          </p:nvSpPr>
          <p:spPr>
            <a:xfrm>
              <a:off x="2125206" y="1664536"/>
              <a:ext cx="204" cy="14"/>
            </a:xfrm>
            <a:custGeom>
              <a:rect b="b" l="l" r="r" t="t"/>
              <a:pathLst>
                <a:path extrusionOk="0" h="1" w="15">
                  <a:moveTo>
                    <a:pt x="0" y="0"/>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0" name="Google Shape;5240;p95"/>
            <p:cNvSpPr/>
            <p:nvPr/>
          </p:nvSpPr>
          <p:spPr>
            <a:xfrm>
              <a:off x="2124581" y="1664536"/>
              <a:ext cx="394" cy="149"/>
            </a:xfrm>
            <a:custGeom>
              <a:rect b="b" l="l" r="r" t="t"/>
              <a:pathLst>
                <a:path extrusionOk="0" h="11" w="29">
                  <a:moveTo>
                    <a:pt x="1" y="11"/>
                  </a:moveTo>
                  <a:cubicBezTo>
                    <a:pt x="11" y="4"/>
                    <a:pt x="18" y="4"/>
                    <a:pt x="29" y="0"/>
                  </a:cubicBezTo>
                  <a:cubicBezTo>
                    <a:pt x="18" y="4"/>
                    <a:pt x="11" y="4"/>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1" name="Google Shape;5241;p95"/>
            <p:cNvSpPr/>
            <p:nvPr/>
          </p:nvSpPr>
          <p:spPr>
            <a:xfrm>
              <a:off x="2094588" y="1586533"/>
              <a:ext cx="64181" cy="72259"/>
            </a:xfrm>
            <a:custGeom>
              <a:rect b="b" l="l" r="r" t="t"/>
              <a:pathLst>
                <a:path extrusionOk="0" h="5322" w="4727">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2" name="Google Shape;5242;p95"/>
            <p:cNvSpPr/>
            <p:nvPr/>
          </p:nvSpPr>
          <p:spPr>
            <a:xfrm>
              <a:off x="2158525" y="1622418"/>
              <a:ext cx="299" cy="1113"/>
            </a:xfrm>
            <a:custGeom>
              <a:rect b="b" l="l" r="r" t="t"/>
              <a:pathLst>
                <a:path extrusionOk="0" h="82" w="22">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3" name="Google Shape;5243;p95"/>
            <p:cNvSpPr/>
            <p:nvPr/>
          </p:nvSpPr>
          <p:spPr>
            <a:xfrm>
              <a:off x="2158620" y="1621427"/>
              <a:ext cx="14" cy="54"/>
            </a:xfrm>
            <a:custGeom>
              <a:rect b="b" l="l" r="r" t="t"/>
              <a:pathLst>
                <a:path extrusionOk="0" h="4" w="1">
                  <a:moveTo>
                    <a:pt x="0"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4" name="Google Shape;5244;p95"/>
            <p:cNvSpPr/>
            <p:nvPr/>
          </p:nvSpPr>
          <p:spPr>
            <a:xfrm>
              <a:off x="2158756" y="1622093"/>
              <a:ext cx="68" cy="149"/>
            </a:xfrm>
            <a:custGeom>
              <a:rect b="b" l="l" r="r" t="t"/>
              <a:pathLst>
                <a:path extrusionOk="0" h="11" w="5">
                  <a:moveTo>
                    <a:pt x="1" y="0"/>
                  </a:moveTo>
                  <a:lnTo>
                    <a:pt x="1" y="11"/>
                  </a:lnTo>
                  <a:cubicBezTo>
                    <a:pt x="4" y="7"/>
                    <a:pt x="1"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5" name="Google Shape;5245;p95"/>
            <p:cNvSpPr/>
            <p:nvPr/>
          </p:nvSpPr>
          <p:spPr>
            <a:xfrm>
              <a:off x="2153433" y="1595847"/>
              <a:ext cx="14" cy="299"/>
            </a:xfrm>
            <a:custGeom>
              <a:rect b="b" l="l" r="r" t="t"/>
              <a:pathLst>
                <a:path extrusionOk="0" h="22" w="1">
                  <a:moveTo>
                    <a:pt x="1" y="2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6" name="Google Shape;5246;p95"/>
            <p:cNvSpPr/>
            <p:nvPr/>
          </p:nvSpPr>
          <p:spPr>
            <a:xfrm>
              <a:off x="2158756" y="1621753"/>
              <a:ext cx="14" cy="109"/>
            </a:xfrm>
            <a:custGeom>
              <a:rect b="b" l="l" r="r" t="t"/>
              <a:pathLst>
                <a:path extrusionOk="0" h="8" w="1">
                  <a:moveTo>
                    <a:pt x="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7" name="Google Shape;5247;p95"/>
            <p:cNvSpPr/>
            <p:nvPr/>
          </p:nvSpPr>
          <p:spPr>
            <a:xfrm>
              <a:off x="2153433" y="1596227"/>
              <a:ext cx="109" cy="448"/>
            </a:xfrm>
            <a:custGeom>
              <a:rect b="b" l="l" r="r" t="t"/>
              <a:pathLst>
                <a:path extrusionOk="0" h="33" w="8">
                  <a:moveTo>
                    <a:pt x="8" y="32"/>
                  </a:moveTo>
                  <a:cubicBezTo>
                    <a:pt x="4" y="22"/>
                    <a:pt x="1" y="11"/>
                    <a:pt x="1" y="1"/>
                  </a:cubicBezTo>
                  <a:cubicBezTo>
                    <a:pt x="1" y="11"/>
                    <a:pt x="4" y="22"/>
                    <a:pt x="8"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8" name="Google Shape;5248;p95"/>
            <p:cNvSpPr/>
            <p:nvPr/>
          </p:nvSpPr>
          <p:spPr>
            <a:xfrm>
              <a:off x="2147160" y="1646763"/>
              <a:ext cx="3775" cy="2390"/>
            </a:xfrm>
            <a:custGeom>
              <a:rect b="b" l="l" r="r" t="t"/>
              <a:pathLst>
                <a:path extrusionOk="0" h="176" w="278">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9" name="Google Shape;5249;p95"/>
            <p:cNvSpPr/>
            <p:nvPr/>
          </p:nvSpPr>
          <p:spPr>
            <a:xfrm>
              <a:off x="2121445" y="1657027"/>
              <a:ext cx="204" cy="14"/>
            </a:xfrm>
            <a:custGeom>
              <a:rect b="b" l="l" r="r" t="t"/>
              <a:pathLst>
                <a:path extrusionOk="0" h="1" w="15">
                  <a:moveTo>
                    <a:pt x="1" y="0"/>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0" name="Google Shape;5250;p95"/>
            <p:cNvSpPr/>
            <p:nvPr/>
          </p:nvSpPr>
          <p:spPr>
            <a:xfrm>
              <a:off x="2120073" y="1657123"/>
              <a:ext cx="815" cy="489"/>
            </a:xfrm>
            <a:custGeom>
              <a:rect b="b" l="l" r="r" t="t"/>
              <a:pathLst>
                <a:path extrusionOk="0" h="36" w="60">
                  <a:moveTo>
                    <a:pt x="60" y="0"/>
                  </a:moveTo>
                  <a:cubicBezTo>
                    <a:pt x="39" y="4"/>
                    <a:pt x="14" y="14"/>
                    <a:pt x="0" y="35"/>
                  </a:cubicBezTo>
                  <a:cubicBezTo>
                    <a:pt x="14" y="18"/>
                    <a:pt x="39" y="4"/>
                    <a:pt x="6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1" name="Google Shape;5251;p95"/>
            <p:cNvSpPr/>
            <p:nvPr/>
          </p:nvSpPr>
          <p:spPr>
            <a:xfrm>
              <a:off x="2121159" y="1657027"/>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2" name="Google Shape;5252;p95"/>
            <p:cNvSpPr/>
            <p:nvPr/>
          </p:nvSpPr>
          <p:spPr>
            <a:xfrm>
              <a:off x="2122069" y="1657123"/>
              <a:ext cx="244" cy="109"/>
            </a:xfrm>
            <a:custGeom>
              <a:rect b="b" l="l" r="r" t="t"/>
              <a:pathLst>
                <a:path extrusionOk="0" h="8" w="18">
                  <a:moveTo>
                    <a:pt x="0" y="0"/>
                  </a:moveTo>
                  <a:lnTo>
                    <a:pt x="18"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3" name="Google Shape;5253;p95"/>
            <p:cNvSpPr/>
            <p:nvPr/>
          </p:nvSpPr>
          <p:spPr>
            <a:xfrm>
              <a:off x="2123020" y="1657598"/>
              <a:ext cx="149" cy="109"/>
            </a:xfrm>
            <a:custGeom>
              <a:rect b="b" l="l" r="r" t="t"/>
              <a:pathLst>
                <a:path extrusionOk="0" h="8" w="11">
                  <a:moveTo>
                    <a:pt x="0" y="0"/>
                  </a:moveTo>
                  <a:lnTo>
                    <a:pt x="1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4" name="Google Shape;5254;p95"/>
            <p:cNvSpPr/>
            <p:nvPr/>
          </p:nvSpPr>
          <p:spPr>
            <a:xfrm>
              <a:off x="2122680" y="1657408"/>
              <a:ext cx="204" cy="109"/>
            </a:xfrm>
            <a:custGeom>
              <a:rect b="b" l="l" r="r" t="t"/>
              <a:pathLst>
                <a:path extrusionOk="0" h="8" w="15">
                  <a:moveTo>
                    <a:pt x="1" y="0"/>
                  </a:moveTo>
                  <a:lnTo>
                    <a:pt x="15"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5" name="Google Shape;5255;p95"/>
            <p:cNvSpPr/>
            <p:nvPr/>
          </p:nvSpPr>
          <p:spPr>
            <a:xfrm>
              <a:off x="2122395" y="1657258"/>
              <a:ext cx="204" cy="109"/>
            </a:xfrm>
            <a:custGeom>
              <a:rect b="b" l="l" r="r" t="t"/>
              <a:pathLst>
                <a:path extrusionOk="0" h="8" w="15">
                  <a:moveTo>
                    <a:pt x="1" y="1"/>
                  </a:moveTo>
                  <a:lnTo>
                    <a:pt x="15"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6" name="Google Shape;5256;p95"/>
            <p:cNvSpPr/>
            <p:nvPr/>
          </p:nvSpPr>
          <p:spPr>
            <a:xfrm>
              <a:off x="2121730" y="1657068"/>
              <a:ext cx="258" cy="68"/>
            </a:xfrm>
            <a:custGeom>
              <a:rect b="b" l="l" r="r" t="t"/>
              <a:pathLst>
                <a:path extrusionOk="0" h="5" w="19">
                  <a:moveTo>
                    <a:pt x="1" y="1"/>
                  </a:moveTo>
                  <a:lnTo>
                    <a:pt x="1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7" name="Google Shape;5257;p95"/>
            <p:cNvSpPr/>
            <p:nvPr/>
          </p:nvSpPr>
          <p:spPr>
            <a:xfrm>
              <a:off x="2123305" y="1657788"/>
              <a:ext cx="434" cy="299"/>
            </a:xfrm>
            <a:custGeom>
              <a:rect b="b" l="l" r="r" t="t"/>
              <a:pathLst>
                <a:path extrusionOk="0" h="22" w="32">
                  <a:moveTo>
                    <a:pt x="0" y="0"/>
                  </a:moveTo>
                  <a:lnTo>
                    <a:pt x="32"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8" name="Google Shape;5258;p95"/>
            <p:cNvSpPr/>
            <p:nvPr/>
          </p:nvSpPr>
          <p:spPr>
            <a:xfrm>
              <a:off x="2146454" y="1643436"/>
              <a:ext cx="54" cy="14"/>
            </a:xfrm>
            <a:custGeom>
              <a:rect b="b" l="l" r="r" t="t"/>
              <a:pathLst>
                <a:path extrusionOk="0" h="1" w="4">
                  <a:moveTo>
                    <a:pt x="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9" name="Google Shape;5259;p95"/>
            <p:cNvSpPr/>
            <p:nvPr/>
          </p:nvSpPr>
          <p:spPr>
            <a:xfrm>
              <a:off x="2146780" y="1643667"/>
              <a:ext cx="109" cy="68"/>
            </a:xfrm>
            <a:custGeom>
              <a:rect b="b" l="l" r="r" t="t"/>
              <a:pathLst>
                <a:path extrusionOk="0" h="5" w="8">
                  <a:moveTo>
                    <a:pt x="8"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0" name="Google Shape;5260;p95"/>
            <p:cNvSpPr/>
            <p:nvPr/>
          </p:nvSpPr>
          <p:spPr>
            <a:xfrm>
              <a:off x="2150867" y="164670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1" name="Google Shape;5261;p95"/>
            <p:cNvSpPr/>
            <p:nvPr/>
          </p:nvSpPr>
          <p:spPr>
            <a:xfrm>
              <a:off x="2158280" y="1623559"/>
              <a:ext cx="258" cy="543"/>
            </a:xfrm>
            <a:custGeom>
              <a:rect b="b" l="l" r="r" t="t"/>
              <a:pathLst>
                <a:path extrusionOk="0" h="40" w="19">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2" name="Google Shape;5262;p95"/>
            <p:cNvSpPr/>
            <p:nvPr/>
          </p:nvSpPr>
          <p:spPr>
            <a:xfrm>
              <a:off x="2150731" y="1646573"/>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3" name="Google Shape;5263;p95"/>
            <p:cNvSpPr/>
            <p:nvPr/>
          </p:nvSpPr>
          <p:spPr>
            <a:xfrm>
              <a:off x="2157859" y="1623993"/>
              <a:ext cx="54" cy="14"/>
            </a:xfrm>
            <a:custGeom>
              <a:rect b="b" l="l" r="r" t="t"/>
              <a:pathLst>
                <a:path extrusionOk="0" h="1" w="4">
                  <a:moveTo>
                    <a:pt x="0"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4" name="Google Shape;5264;p95"/>
            <p:cNvSpPr/>
            <p:nvPr/>
          </p:nvSpPr>
          <p:spPr>
            <a:xfrm>
              <a:off x="2158090" y="1624034"/>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5" name="Google Shape;5265;p95"/>
            <p:cNvSpPr/>
            <p:nvPr/>
          </p:nvSpPr>
          <p:spPr>
            <a:xfrm>
              <a:off x="2147310" y="1644047"/>
              <a:ext cx="54" cy="14"/>
            </a:xfrm>
            <a:custGeom>
              <a:rect b="b" l="l" r="r" t="t"/>
              <a:pathLst>
                <a:path extrusionOk="0" h="1" w="4">
                  <a:moveTo>
                    <a:pt x="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6" name="Google Shape;5266;p95"/>
            <p:cNvSpPr/>
            <p:nvPr/>
          </p:nvSpPr>
          <p:spPr>
            <a:xfrm>
              <a:off x="2147785" y="1644333"/>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7" name="Google Shape;5267;p95"/>
            <p:cNvSpPr/>
            <p:nvPr/>
          </p:nvSpPr>
          <p:spPr>
            <a:xfrm>
              <a:off x="2145409" y="1642717"/>
              <a:ext cx="299" cy="204"/>
            </a:xfrm>
            <a:custGeom>
              <a:rect b="b" l="l" r="r" t="t"/>
              <a:pathLst>
                <a:path extrusionOk="0" h="15" w="22">
                  <a:moveTo>
                    <a:pt x="21"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8" name="Google Shape;5268;p95"/>
            <p:cNvSpPr/>
            <p:nvPr/>
          </p:nvSpPr>
          <p:spPr>
            <a:xfrm>
              <a:off x="2145069" y="1642486"/>
              <a:ext cx="299" cy="204"/>
            </a:xfrm>
            <a:custGeom>
              <a:rect b="b" l="l" r="r" t="t"/>
              <a:pathLst>
                <a:path extrusionOk="0" h="15" w="22">
                  <a:moveTo>
                    <a:pt x="22"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9" name="Google Shape;5269;p95"/>
            <p:cNvSpPr/>
            <p:nvPr/>
          </p:nvSpPr>
          <p:spPr>
            <a:xfrm>
              <a:off x="2158430" y="1623274"/>
              <a:ext cx="204" cy="543"/>
            </a:xfrm>
            <a:custGeom>
              <a:rect b="b" l="l" r="r" t="t"/>
              <a:pathLst>
                <a:path extrusionOk="0" h="40" w="15">
                  <a:moveTo>
                    <a:pt x="14" y="1"/>
                  </a:moveTo>
                  <a:lnTo>
                    <a:pt x="7" y="18"/>
                  </a:lnTo>
                  <a:lnTo>
                    <a:pt x="7" y="22"/>
                  </a:lnTo>
                  <a:lnTo>
                    <a:pt x="0" y="39"/>
                  </a:lnTo>
                  <a:cubicBezTo>
                    <a:pt x="7" y="25"/>
                    <a:pt x="11" y="15"/>
                    <a:pt x="1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0" name="Google Shape;5270;p95"/>
            <p:cNvSpPr/>
            <p:nvPr/>
          </p:nvSpPr>
          <p:spPr>
            <a:xfrm>
              <a:off x="2150921" y="1646763"/>
              <a:ext cx="14" cy="14"/>
            </a:xfrm>
            <a:custGeom>
              <a:rect b="b" l="l" r="r" t="t"/>
              <a:pathLst>
                <a:path extrusionOk="0" h="1" w="1">
                  <a:moveTo>
                    <a:pt x="0"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1" name="Google Shape;5271;p95"/>
            <p:cNvSpPr/>
            <p:nvPr/>
          </p:nvSpPr>
          <p:spPr>
            <a:xfrm>
              <a:off x="2102911" y="1600219"/>
              <a:ext cx="109" cy="489"/>
            </a:xfrm>
            <a:custGeom>
              <a:rect b="b" l="l" r="r" t="t"/>
              <a:pathLst>
                <a:path extrusionOk="0" h="36" w="8">
                  <a:moveTo>
                    <a:pt x="7" y="36"/>
                  </a:moveTo>
                  <a:cubicBezTo>
                    <a:pt x="7" y="25"/>
                    <a:pt x="4" y="15"/>
                    <a:pt x="0" y="1"/>
                  </a:cubicBezTo>
                  <a:cubicBezTo>
                    <a:pt x="4" y="15"/>
                    <a:pt x="7" y="25"/>
                    <a:pt x="7" y="3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2" name="Google Shape;5272;p95"/>
            <p:cNvSpPr/>
            <p:nvPr/>
          </p:nvSpPr>
          <p:spPr>
            <a:xfrm>
              <a:off x="2103101" y="1604741"/>
              <a:ext cx="54" cy="149"/>
            </a:xfrm>
            <a:custGeom>
              <a:rect b="b" l="l" r="r" t="t"/>
              <a:pathLst>
                <a:path extrusionOk="0" h="11" w="4">
                  <a:moveTo>
                    <a:pt x="4" y="0"/>
                  </a:moveTo>
                  <a:lnTo>
                    <a:pt x="4" y="0"/>
                  </a:lnTo>
                  <a:cubicBezTo>
                    <a:pt x="0" y="4"/>
                    <a:pt x="0" y="7"/>
                    <a:pt x="0" y="11"/>
                  </a:cubicBezTo>
                  <a:cubicBezTo>
                    <a:pt x="0" y="7"/>
                    <a:pt x="0" y="7"/>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3" name="Google Shape;5273;p95"/>
            <p:cNvSpPr/>
            <p:nvPr/>
          </p:nvSpPr>
          <p:spPr>
            <a:xfrm>
              <a:off x="2103142" y="1601224"/>
              <a:ext cx="68" cy="394"/>
            </a:xfrm>
            <a:custGeom>
              <a:rect b="b" l="l" r="r" t="t"/>
              <a:pathLst>
                <a:path extrusionOk="0" h="29" w="5">
                  <a:moveTo>
                    <a:pt x="4" y="28"/>
                  </a:moveTo>
                  <a:cubicBezTo>
                    <a:pt x="4" y="18"/>
                    <a:pt x="1" y="7"/>
                    <a:pt x="1" y="0"/>
                  </a:cubicBezTo>
                  <a:cubicBezTo>
                    <a:pt x="1" y="7"/>
                    <a:pt x="4" y="18"/>
                    <a:pt x="4"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4" name="Google Shape;5274;p95"/>
            <p:cNvSpPr/>
            <p:nvPr/>
          </p:nvSpPr>
          <p:spPr>
            <a:xfrm>
              <a:off x="2103291" y="1602079"/>
              <a:ext cx="14" cy="394"/>
            </a:xfrm>
            <a:custGeom>
              <a:rect b="b" l="l" r="r" t="t"/>
              <a:pathLst>
                <a:path extrusionOk="0" h="29" w="1">
                  <a:moveTo>
                    <a:pt x="0" y="28"/>
                  </a:moveTo>
                  <a:cubicBezTo>
                    <a:pt x="0" y="18"/>
                    <a:pt x="0" y="11"/>
                    <a:pt x="0" y="0"/>
                  </a:cubicBezTo>
                  <a:cubicBezTo>
                    <a:pt x="0" y="7"/>
                    <a:pt x="0" y="18"/>
                    <a:pt x="0"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5" name="Google Shape;5275;p95"/>
            <p:cNvSpPr/>
            <p:nvPr/>
          </p:nvSpPr>
          <p:spPr>
            <a:xfrm>
              <a:off x="2103332" y="1602840"/>
              <a:ext cx="14" cy="339"/>
            </a:xfrm>
            <a:custGeom>
              <a:rect b="b" l="l" r="r" t="t"/>
              <a:pathLst>
                <a:path extrusionOk="0" h="25" w="1">
                  <a:moveTo>
                    <a:pt x="1" y="0"/>
                  </a:moveTo>
                  <a:lnTo>
                    <a:pt x="1" y="25"/>
                  </a:lnTo>
                  <a:cubicBezTo>
                    <a:pt x="1" y="14"/>
                    <a:pt x="1"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6" name="Google Shape;5276;p95"/>
            <p:cNvSpPr/>
            <p:nvPr/>
          </p:nvSpPr>
          <p:spPr>
            <a:xfrm>
              <a:off x="2103237" y="1604170"/>
              <a:ext cx="68" cy="244"/>
            </a:xfrm>
            <a:custGeom>
              <a:rect b="b" l="l" r="r" t="t"/>
              <a:pathLst>
                <a:path extrusionOk="0" h="18" w="5">
                  <a:moveTo>
                    <a:pt x="4" y="0"/>
                  </a:moveTo>
                  <a:cubicBezTo>
                    <a:pt x="1" y="4"/>
                    <a:pt x="1" y="11"/>
                    <a:pt x="1" y="18"/>
                  </a:cubicBezTo>
                  <a:cubicBezTo>
                    <a:pt x="1" y="11"/>
                    <a:pt x="1" y="7"/>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7" name="Google Shape;5277;p95"/>
            <p:cNvSpPr/>
            <p:nvPr/>
          </p:nvSpPr>
          <p:spPr>
            <a:xfrm>
              <a:off x="2103332" y="1603546"/>
              <a:ext cx="14" cy="258"/>
            </a:xfrm>
            <a:custGeom>
              <a:rect b="b" l="l" r="r" t="t"/>
              <a:pathLst>
                <a:path extrusionOk="0" h="19" w="1">
                  <a:moveTo>
                    <a:pt x="1" y="18"/>
                  </a:moveTo>
                  <a:lnTo>
                    <a:pt x="1" y="1"/>
                  </a:lnTo>
                  <a:cubicBezTo>
                    <a:pt x="1" y="8"/>
                    <a:pt x="1" y="15"/>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8" name="Google Shape;5278;p95"/>
            <p:cNvSpPr/>
            <p:nvPr/>
          </p:nvSpPr>
          <p:spPr>
            <a:xfrm>
              <a:off x="2095308" y="1620572"/>
              <a:ext cx="149" cy="489"/>
            </a:xfrm>
            <a:custGeom>
              <a:rect b="b" l="l" r="r" t="t"/>
              <a:pathLst>
                <a:path extrusionOk="0" h="36" w="11">
                  <a:moveTo>
                    <a:pt x="0" y="35"/>
                  </a:moveTo>
                  <a:cubicBezTo>
                    <a:pt x="4" y="25"/>
                    <a:pt x="7" y="11"/>
                    <a:pt x="11" y="0"/>
                  </a:cubicBezTo>
                  <a:cubicBezTo>
                    <a:pt x="7" y="11"/>
                    <a:pt x="4" y="25"/>
                    <a:pt x="0" y="3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9" name="Google Shape;5279;p95"/>
            <p:cNvSpPr/>
            <p:nvPr/>
          </p:nvSpPr>
          <p:spPr>
            <a:xfrm>
              <a:off x="2095593" y="1634068"/>
              <a:ext cx="54" cy="109"/>
            </a:xfrm>
            <a:custGeom>
              <a:rect b="b" l="l" r="r" t="t"/>
              <a:pathLst>
                <a:path extrusionOk="0" h="8" w="4">
                  <a:moveTo>
                    <a:pt x="0" y="0"/>
                  </a:moveTo>
                  <a:lnTo>
                    <a:pt x="4"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0" name="Google Shape;5280;p95"/>
            <p:cNvSpPr/>
            <p:nvPr/>
          </p:nvSpPr>
          <p:spPr>
            <a:xfrm>
              <a:off x="2095308" y="1633688"/>
              <a:ext cx="244" cy="299"/>
            </a:xfrm>
            <a:custGeom>
              <a:rect b="b" l="l" r="r" t="t"/>
              <a:pathLst>
                <a:path extrusionOk="0" h="22" w="18">
                  <a:moveTo>
                    <a:pt x="0" y="0"/>
                  </a:moveTo>
                  <a:lnTo>
                    <a:pt x="18"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1" name="Google Shape;5281;p95"/>
            <p:cNvSpPr/>
            <p:nvPr/>
          </p:nvSpPr>
          <p:spPr>
            <a:xfrm>
              <a:off x="2095159" y="1633443"/>
              <a:ext cx="14" cy="68"/>
            </a:xfrm>
            <a:custGeom>
              <a:rect b="b" l="l" r="r" t="t"/>
              <a:pathLst>
                <a:path extrusionOk="0" h="5" w="1">
                  <a:moveTo>
                    <a:pt x="1"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2" name="Google Shape;5282;p95"/>
            <p:cNvSpPr/>
            <p:nvPr/>
          </p:nvSpPr>
          <p:spPr>
            <a:xfrm>
              <a:off x="2097345" y="1638969"/>
              <a:ext cx="14" cy="109"/>
            </a:xfrm>
            <a:custGeom>
              <a:rect b="b" l="l" r="r" t="t"/>
              <a:pathLst>
                <a:path extrusionOk="0" h="8" w="1">
                  <a:moveTo>
                    <a:pt x="1"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3" name="Google Shape;5283;p95"/>
            <p:cNvSpPr/>
            <p:nvPr/>
          </p:nvSpPr>
          <p:spPr>
            <a:xfrm>
              <a:off x="2096163" y="1635059"/>
              <a:ext cx="109" cy="163"/>
            </a:xfrm>
            <a:custGeom>
              <a:rect b="b" l="l" r="r" t="t"/>
              <a:pathLst>
                <a:path extrusionOk="0" h="12" w="8">
                  <a:moveTo>
                    <a:pt x="0" y="1"/>
                  </a:moveTo>
                  <a:lnTo>
                    <a:pt x="7"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4" name="Google Shape;5284;p95"/>
            <p:cNvSpPr/>
            <p:nvPr/>
          </p:nvSpPr>
          <p:spPr>
            <a:xfrm>
              <a:off x="2096014" y="1634774"/>
              <a:ext cx="109" cy="163"/>
            </a:xfrm>
            <a:custGeom>
              <a:rect b="b" l="l" r="r" t="t"/>
              <a:pathLst>
                <a:path extrusionOk="0" h="12" w="8">
                  <a:moveTo>
                    <a:pt x="1" y="1"/>
                  </a:moveTo>
                  <a:lnTo>
                    <a:pt x="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5" name="Google Shape;5285;p95"/>
            <p:cNvSpPr/>
            <p:nvPr/>
          </p:nvSpPr>
          <p:spPr>
            <a:xfrm>
              <a:off x="2097249" y="1638345"/>
              <a:ext cx="68" cy="163"/>
            </a:xfrm>
            <a:custGeom>
              <a:rect b="b" l="l" r="r" t="t"/>
              <a:pathLst>
                <a:path extrusionOk="0" h="12" w="5">
                  <a:moveTo>
                    <a:pt x="1" y="1"/>
                  </a:moveTo>
                  <a:lnTo>
                    <a:pt x="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6" name="Google Shape;5286;p95"/>
            <p:cNvSpPr/>
            <p:nvPr/>
          </p:nvSpPr>
          <p:spPr>
            <a:xfrm>
              <a:off x="2097059" y="1637299"/>
              <a:ext cx="14" cy="204"/>
            </a:xfrm>
            <a:custGeom>
              <a:rect b="b" l="l" r="r" t="t"/>
              <a:pathLst>
                <a:path extrusionOk="0" h="15" w="1">
                  <a:moveTo>
                    <a:pt x="1" y="0"/>
                  </a:move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7" name="Google Shape;5287;p95"/>
            <p:cNvSpPr/>
            <p:nvPr/>
          </p:nvSpPr>
          <p:spPr>
            <a:xfrm>
              <a:off x="2096774" y="1636444"/>
              <a:ext cx="68" cy="149"/>
            </a:xfrm>
            <a:custGeom>
              <a:rect b="b" l="l" r="r" t="t"/>
              <a:pathLst>
                <a:path extrusionOk="0" h="11" w="5">
                  <a:moveTo>
                    <a:pt x="1" y="0"/>
                  </a:moveTo>
                  <a:lnTo>
                    <a:pt x="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8" name="Google Shape;5288;p95"/>
            <p:cNvSpPr/>
            <p:nvPr/>
          </p:nvSpPr>
          <p:spPr>
            <a:xfrm>
              <a:off x="2096639" y="1636009"/>
              <a:ext cx="54" cy="204"/>
            </a:xfrm>
            <a:custGeom>
              <a:rect b="b" l="l" r="r" t="t"/>
              <a:pathLst>
                <a:path extrusionOk="0" h="15" w="4">
                  <a:moveTo>
                    <a:pt x="0" y="1"/>
                  </a:moveTo>
                  <a:lnTo>
                    <a:pt x="4"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9" name="Google Shape;5289;p95"/>
            <p:cNvSpPr/>
            <p:nvPr/>
          </p:nvSpPr>
          <p:spPr>
            <a:xfrm>
              <a:off x="2097154" y="1637775"/>
              <a:ext cx="68" cy="204"/>
            </a:xfrm>
            <a:custGeom>
              <a:rect b="b" l="l" r="r" t="t"/>
              <a:pathLst>
                <a:path extrusionOk="0" h="15" w="5">
                  <a:moveTo>
                    <a:pt x="1" y="1"/>
                  </a:moveTo>
                  <a:lnTo>
                    <a:pt x="4"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0" name="Google Shape;5290;p95"/>
            <p:cNvSpPr/>
            <p:nvPr/>
          </p:nvSpPr>
          <p:spPr>
            <a:xfrm>
              <a:off x="2096924" y="1636824"/>
              <a:ext cx="54" cy="204"/>
            </a:xfrm>
            <a:custGeom>
              <a:rect b="b" l="l" r="r" t="t"/>
              <a:pathLst>
                <a:path extrusionOk="0" h="15" w="4">
                  <a:moveTo>
                    <a:pt x="0" y="0"/>
                  </a:moveTo>
                  <a:lnTo>
                    <a:pt x="4"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1" name="Google Shape;5291;p95"/>
            <p:cNvSpPr/>
            <p:nvPr/>
          </p:nvSpPr>
          <p:spPr>
            <a:xfrm>
              <a:off x="2096353" y="1635344"/>
              <a:ext cx="54" cy="163"/>
            </a:xfrm>
            <a:custGeom>
              <a:rect b="b" l="l" r="r" t="t"/>
              <a:pathLst>
                <a:path extrusionOk="0" h="12" w="4">
                  <a:moveTo>
                    <a:pt x="0" y="1"/>
                  </a:moveTo>
                  <a:lnTo>
                    <a:pt x="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2" name="Google Shape;5292;p95"/>
            <p:cNvSpPr/>
            <p:nvPr/>
          </p:nvSpPr>
          <p:spPr>
            <a:xfrm>
              <a:off x="2096489" y="1635724"/>
              <a:ext cx="68" cy="163"/>
            </a:xfrm>
            <a:custGeom>
              <a:rect b="b" l="l" r="r" t="t"/>
              <a:pathLst>
                <a:path extrusionOk="0" h="12" w="5">
                  <a:moveTo>
                    <a:pt x="1" y="1"/>
                  </a:moveTo>
                  <a:lnTo>
                    <a:pt x="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3" name="Google Shape;5293;p95"/>
            <p:cNvSpPr/>
            <p:nvPr/>
          </p:nvSpPr>
          <p:spPr>
            <a:xfrm>
              <a:off x="2095878" y="1634543"/>
              <a:ext cx="54" cy="109"/>
            </a:xfrm>
            <a:custGeom>
              <a:rect b="b" l="l" r="r" t="t"/>
              <a:pathLst>
                <a:path extrusionOk="0" h="8" w="4">
                  <a:moveTo>
                    <a:pt x="0" y="0"/>
                  </a:moveTo>
                  <a:lnTo>
                    <a:pt x="4"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4" name="Google Shape;5294;p95"/>
            <p:cNvSpPr/>
            <p:nvPr/>
          </p:nvSpPr>
          <p:spPr>
            <a:xfrm>
              <a:off x="2095729" y="1634299"/>
              <a:ext cx="68" cy="109"/>
            </a:xfrm>
            <a:custGeom>
              <a:rect b="b" l="l" r="r" t="t"/>
              <a:pathLst>
                <a:path extrusionOk="0" h="8" w="5">
                  <a:moveTo>
                    <a:pt x="1" y="1"/>
                  </a:moveTo>
                  <a:lnTo>
                    <a:pt x="4"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5" name="Google Shape;5295;p95"/>
            <p:cNvSpPr/>
            <p:nvPr/>
          </p:nvSpPr>
          <p:spPr>
            <a:xfrm>
              <a:off x="2095254" y="1632968"/>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6" name="Google Shape;5296;p95"/>
            <p:cNvSpPr/>
            <p:nvPr/>
          </p:nvSpPr>
          <p:spPr>
            <a:xfrm>
              <a:off x="2095064" y="1633063"/>
              <a:ext cx="163" cy="258"/>
            </a:xfrm>
            <a:custGeom>
              <a:rect b="b" l="l" r="r" t="t"/>
              <a:pathLst>
                <a:path extrusionOk="0" h="19" w="12">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7" name="Google Shape;5297;p95"/>
            <p:cNvSpPr/>
            <p:nvPr/>
          </p:nvSpPr>
          <p:spPr>
            <a:xfrm>
              <a:off x="2094588" y="1626274"/>
              <a:ext cx="964" cy="1860"/>
            </a:xfrm>
            <a:custGeom>
              <a:rect b="b" l="l" r="r" t="t"/>
              <a:pathLst>
                <a:path extrusionOk="0" h="137" w="71">
                  <a:moveTo>
                    <a:pt x="71" y="137"/>
                  </a:moveTo>
                  <a:cubicBezTo>
                    <a:pt x="46" y="95"/>
                    <a:pt x="1" y="28"/>
                    <a:pt x="4" y="0"/>
                  </a:cubicBezTo>
                  <a:lnTo>
                    <a:pt x="4" y="0"/>
                  </a:lnTo>
                  <a:cubicBezTo>
                    <a:pt x="1" y="28"/>
                    <a:pt x="46" y="95"/>
                    <a:pt x="71" y="13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8" name="Google Shape;5298;p95"/>
            <p:cNvSpPr/>
            <p:nvPr/>
          </p:nvSpPr>
          <p:spPr>
            <a:xfrm>
              <a:off x="2095064" y="1633308"/>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9" name="Google Shape;5299;p95"/>
            <p:cNvSpPr/>
            <p:nvPr/>
          </p:nvSpPr>
          <p:spPr>
            <a:xfrm>
              <a:off x="2109944" y="1656498"/>
              <a:ext cx="149" cy="14"/>
            </a:xfrm>
            <a:custGeom>
              <a:rect b="b" l="l" r="r" t="t"/>
              <a:pathLst>
                <a:path extrusionOk="0" h="1" w="11">
                  <a:moveTo>
                    <a:pt x="0"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0" name="Google Shape;5300;p95"/>
            <p:cNvSpPr/>
            <p:nvPr/>
          </p:nvSpPr>
          <p:spPr>
            <a:xfrm>
              <a:off x="2110555" y="1656362"/>
              <a:ext cx="68" cy="14"/>
            </a:xfrm>
            <a:custGeom>
              <a:rect b="b" l="l" r="r" t="t"/>
              <a:pathLst>
                <a:path extrusionOk="0" h="1" w="5">
                  <a:moveTo>
                    <a:pt x="1"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1" name="Google Shape;5301;p95"/>
            <p:cNvSpPr/>
            <p:nvPr/>
          </p:nvSpPr>
          <p:spPr>
            <a:xfrm>
              <a:off x="2118118" y="1656647"/>
              <a:ext cx="869" cy="394"/>
            </a:xfrm>
            <a:custGeom>
              <a:rect b="b" l="l" r="r" t="t"/>
              <a:pathLst>
                <a:path extrusionOk="0" h="29" w="64">
                  <a:moveTo>
                    <a:pt x="1" y="0"/>
                  </a:moveTo>
                  <a:lnTo>
                    <a:pt x="64"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2" name="Google Shape;5302;p95"/>
            <p:cNvSpPr/>
            <p:nvPr/>
          </p:nvSpPr>
          <p:spPr>
            <a:xfrm>
              <a:off x="2109374" y="1656552"/>
              <a:ext cx="244" cy="14"/>
            </a:xfrm>
            <a:custGeom>
              <a:rect b="b" l="l" r="r" t="t"/>
              <a:pathLst>
                <a:path extrusionOk="0" h="1" w="18">
                  <a:moveTo>
                    <a:pt x="0" y="0"/>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3" name="Google Shape;5303;p95"/>
            <p:cNvSpPr/>
            <p:nvPr/>
          </p:nvSpPr>
          <p:spPr>
            <a:xfrm>
              <a:off x="2110325" y="1656403"/>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4" name="Google Shape;5304;p95"/>
            <p:cNvSpPr/>
            <p:nvPr/>
          </p:nvSpPr>
          <p:spPr>
            <a:xfrm>
              <a:off x="2117222" y="1656308"/>
              <a:ext cx="774" cy="299"/>
            </a:xfrm>
            <a:custGeom>
              <a:rect b="b" l="l" r="r" t="t"/>
              <a:pathLst>
                <a:path extrusionOk="0" h="22" w="57">
                  <a:moveTo>
                    <a:pt x="0" y="1"/>
                  </a:moveTo>
                  <a:lnTo>
                    <a:pt x="56"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5" name="Google Shape;5305;p95"/>
            <p:cNvSpPr/>
            <p:nvPr/>
          </p:nvSpPr>
          <p:spPr>
            <a:xfrm>
              <a:off x="2110650" y="1656308"/>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6" name="Google Shape;5306;p95"/>
            <p:cNvSpPr/>
            <p:nvPr/>
          </p:nvSpPr>
          <p:spPr>
            <a:xfrm>
              <a:off x="2110135" y="1656457"/>
              <a:ext cx="149" cy="14"/>
            </a:xfrm>
            <a:custGeom>
              <a:rect b="b" l="l" r="r" t="t"/>
              <a:pathLst>
                <a:path extrusionOk="0" h="1" w="11">
                  <a:moveTo>
                    <a:pt x="0"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7" name="Google Shape;5307;p95"/>
            <p:cNvSpPr/>
            <p:nvPr/>
          </p:nvSpPr>
          <p:spPr>
            <a:xfrm>
              <a:off x="2119069" y="1657123"/>
              <a:ext cx="964" cy="434"/>
            </a:xfrm>
            <a:custGeom>
              <a:rect b="b" l="l" r="r" t="t"/>
              <a:pathLst>
                <a:path extrusionOk="0" h="32" w="71">
                  <a:moveTo>
                    <a:pt x="1" y="0"/>
                  </a:moveTo>
                  <a:lnTo>
                    <a:pt x="71"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8" name="Google Shape;5308;p95"/>
            <p:cNvSpPr/>
            <p:nvPr/>
          </p:nvSpPr>
          <p:spPr>
            <a:xfrm>
              <a:off x="2108994" y="1656593"/>
              <a:ext cx="339" cy="14"/>
            </a:xfrm>
            <a:custGeom>
              <a:rect b="b" l="l" r="r" t="t"/>
              <a:pathLst>
                <a:path extrusionOk="0" h="1" w="25">
                  <a:moveTo>
                    <a:pt x="0" y="1"/>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9" name="Google Shape;5309;p95"/>
            <p:cNvSpPr/>
            <p:nvPr/>
          </p:nvSpPr>
          <p:spPr>
            <a:xfrm>
              <a:off x="2109659" y="1656498"/>
              <a:ext cx="204" cy="14"/>
            </a:xfrm>
            <a:custGeom>
              <a:rect b="b" l="l" r="r" t="t"/>
              <a:pathLst>
                <a:path extrusionOk="0" h="1" w="15">
                  <a:moveTo>
                    <a:pt x="0" y="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0" name="Google Shape;5310;p95"/>
            <p:cNvSpPr/>
            <p:nvPr/>
          </p:nvSpPr>
          <p:spPr>
            <a:xfrm>
              <a:off x="2116407" y="1656023"/>
              <a:ext cx="679" cy="258"/>
            </a:xfrm>
            <a:custGeom>
              <a:rect b="b" l="l" r="r" t="t"/>
              <a:pathLst>
                <a:path extrusionOk="0" h="19" w="50">
                  <a:moveTo>
                    <a:pt x="1" y="1"/>
                  </a:moveTo>
                  <a:cubicBezTo>
                    <a:pt x="15" y="4"/>
                    <a:pt x="32" y="11"/>
                    <a:pt x="50" y="18"/>
                  </a:cubicBezTo>
                  <a:cubicBezTo>
                    <a:pt x="32" y="11"/>
                    <a:pt x="15"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1" name="Google Shape;5311;p95"/>
            <p:cNvSpPr/>
            <p:nvPr/>
          </p:nvSpPr>
          <p:spPr>
            <a:xfrm>
              <a:off x="2106428" y="1656552"/>
              <a:ext cx="584" cy="14"/>
            </a:xfrm>
            <a:custGeom>
              <a:rect b="b" l="l" r="r" t="t"/>
              <a:pathLst>
                <a:path extrusionOk="0" h="1" w="43">
                  <a:moveTo>
                    <a:pt x="0" y="0"/>
                  </a:moveTo>
                  <a:lnTo>
                    <a:pt x="4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2" name="Google Shape;5312;p95"/>
            <p:cNvSpPr/>
            <p:nvPr/>
          </p:nvSpPr>
          <p:spPr>
            <a:xfrm>
              <a:off x="2105898" y="1656498"/>
              <a:ext cx="299" cy="14"/>
            </a:xfrm>
            <a:custGeom>
              <a:rect b="b" l="l" r="r" t="t"/>
              <a:pathLst>
                <a:path extrusionOk="0" h="1" w="22">
                  <a:moveTo>
                    <a:pt x="22" y="1"/>
                  </a:moveTo>
                  <a:lnTo>
                    <a:pt x="1" y="1"/>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3" name="Google Shape;5313;p95"/>
            <p:cNvSpPr/>
            <p:nvPr/>
          </p:nvSpPr>
          <p:spPr>
            <a:xfrm>
              <a:off x="2110460" y="1656403"/>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4" name="Google Shape;5314;p95"/>
            <p:cNvSpPr/>
            <p:nvPr/>
          </p:nvSpPr>
          <p:spPr>
            <a:xfrm>
              <a:off x="2107039" y="1656593"/>
              <a:ext cx="1969" cy="14"/>
            </a:xfrm>
            <a:custGeom>
              <a:rect b="b" l="l" r="r" t="t"/>
              <a:pathLst>
                <a:path extrusionOk="0" h="1" w="145">
                  <a:moveTo>
                    <a:pt x="144" y="1"/>
                  </a:moveTo>
                  <a:lnTo>
                    <a:pt x="1" y="1"/>
                  </a:lnTo>
                  <a:cubicBezTo>
                    <a:pt x="60" y="1"/>
                    <a:pt x="106" y="1"/>
                    <a:pt x="14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5" name="Google Shape;5315;p95"/>
            <p:cNvSpPr/>
            <p:nvPr/>
          </p:nvSpPr>
          <p:spPr>
            <a:xfrm>
              <a:off x="2203154" y="1406808"/>
              <a:ext cx="75925" cy="121342"/>
            </a:xfrm>
            <a:custGeom>
              <a:rect b="b" l="l" r="r" t="t"/>
              <a:pathLst>
                <a:path extrusionOk="0" h="8937" w="5592">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6" name="Google Shape;5316;p95"/>
            <p:cNvSpPr/>
            <p:nvPr/>
          </p:nvSpPr>
          <p:spPr>
            <a:xfrm>
              <a:off x="2302786" y="1795464"/>
              <a:ext cx="154498" cy="123284"/>
            </a:xfrm>
            <a:custGeom>
              <a:rect b="b" l="l" r="r" t="t"/>
              <a:pathLst>
                <a:path extrusionOk="0" h="9080" w="11379">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7" name="Google Shape;5317;p95"/>
            <p:cNvSpPr/>
            <p:nvPr/>
          </p:nvSpPr>
          <p:spPr>
            <a:xfrm>
              <a:off x="2303017" y="1816074"/>
              <a:ext cx="394" cy="1059"/>
            </a:xfrm>
            <a:custGeom>
              <a:rect b="b" l="l" r="r" t="t"/>
              <a:pathLst>
                <a:path extrusionOk="0" h="78" w="29">
                  <a:moveTo>
                    <a:pt x="29" y="0"/>
                  </a:moveTo>
                  <a:lnTo>
                    <a:pt x="1" y="7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8" name="Google Shape;5318;p95"/>
            <p:cNvSpPr/>
            <p:nvPr/>
          </p:nvSpPr>
          <p:spPr>
            <a:xfrm>
              <a:off x="2334625" y="1795491"/>
              <a:ext cx="1534" cy="14"/>
            </a:xfrm>
            <a:custGeom>
              <a:rect b="b" l="l" r="r" t="t"/>
              <a:pathLst>
                <a:path extrusionOk="0" h="1" w="113">
                  <a:moveTo>
                    <a:pt x="113" y="0"/>
                  </a:moveTo>
                  <a:lnTo>
                    <a:pt x="113" y="0"/>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9" name="Google Shape;5319;p95"/>
            <p:cNvSpPr/>
            <p:nvPr/>
          </p:nvSpPr>
          <p:spPr>
            <a:xfrm>
              <a:off x="2312765" y="1818355"/>
              <a:ext cx="434" cy="204"/>
            </a:xfrm>
            <a:custGeom>
              <a:rect b="b" l="l" r="r" t="t"/>
              <a:pathLst>
                <a:path extrusionOk="0" h="15" w="32">
                  <a:moveTo>
                    <a:pt x="32" y="0"/>
                  </a:moveTo>
                  <a:lnTo>
                    <a:pt x="0"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0" name="Google Shape;5320;p95"/>
            <p:cNvSpPr/>
            <p:nvPr/>
          </p:nvSpPr>
          <p:spPr>
            <a:xfrm>
              <a:off x="2311530" y="1818776"/>
              <a:ext cx="434" cy="109"/>
            </a:xfrm>
            <a:custGeom>
              <a:rect b="b" l="l" r="r" t="t"/>
              <a:pathLst>
                <a:path extrusionOk="0" h="8" w="32">
                  <a:moveTo>
                    <a:pt x="32"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1" name="Google Shape;5321;p95"/>
            <p:cNvSpPr/>
            <p:nvPr/>
          </p:nvSpPr>
          <p:spPr>
            <a:xfrm>
              <a:off x="2314571" y="1817025"/>
              <a:ext cx="584" cy="489"/>
            </a:xfrm>
            <a:custGeom>
              <a:rect b="b" l="l" r="r" t="t"/>
              <a:pathLst>
                <a:path extrusionOk="0" h="36" w="43">
                  <a:moveTo>
                    <a:pt x="43" y="0"/>
                  </a:moveTo>
                  <a:cubicBezTo>
                    <a:pt x="29" y="14"/>
                    <a:pt x="15" y="25"/>
                    <a:pt x="1" y="35"/>
                  </a:cubicBezTo>
                  <a:cubicBezTo>
                    <a:pt x="15" y="25"/>
                    <a:pt x="29" y="14"/>
                    <a:pt x="4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2" name="Google Shape;5322;p95"/>
            <p:cNvSpPr/>
            <p:nvPr/>
          </p:nvSpPr>
          <p:spPr>
            <a:xfrm>
              <a:off x="2310959" y="1818926"/>
              <a:ext cx="394" cy="54"/>
            </a:xfrm>
            <a:custGeom>
              <a:rect b="b" l="l" r="r" t="t"/>
              <a:pathLst>
                <a:path extrusionOk="0" h="4" w="29">
                  <a:moveTo>
                    <a:pt x="28" y="0"/>
                  </a:moveTo>
                  <a:cubicBezTo>
                    <a:pt x="18" y="0"/>
                    <a:pt x="11" y="0"/>
                    <a:pt x="0" y="4"/>
                  </a:cubicBezTo>
                  <a:cubicBezTo>
                    <a:pt x="11" y="0"/>
                    <a:pt x="18" y="0"/>
                    <a:pt x="2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3" name="Google Shape;5323;p95"/>
            <p:cNvSpPr/>
            <p:nvPr/>
          </p:nvSpPr>
          <p:spPr>
            <a:xfrm>
              <a:off x="2313376" y="1818016"/>
              <a:ext cx="448" cy="258"/>
            </a:xfrm>
            <a:custGeom>
              <a:rect b="b" l="l" r="r" t="t"/>
              <a:pathLst>
                <a:path extrusionOk="0" h="19" w="33">
                  <a:moveTo>
                    <a:pt x="33" y="1"/>
                  </a:moveTo>
                  <a:cubicBezTo>
                    <a:pt x="22" y="8"/>
                    <a:pt x="12" y="11"/>
                    <a:pt x="1" y="18"/>
                  </a:cubicBezTo>
                  <a:cubicBezTo>
                    <a:pt x="12" y="11"/>
                    <a:pt x="22" y="8"/>
                    <a:pt x="3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4" name="Google Shape;5324;p95"/>
            <p:cNvSpPr/>
            <p:nvPr/>
          </p:nvSpPr>
          <p:spPr>
            <a:xfrm>
              <a:off x="2314001" y="1817595"/>
              <a:ext cx="448" cy="299"/>
            </a:xfrm>
            <a:custGeom>
              <a:rect b="b" l="l" r="r" t="t"/>
              <a:pathLst>
                <a:path extrusionOk="0" h="22" w="33">
                  <a:moveTo>
                    <a:pt x="32" y="0"/>
                  </a:moveTo>
                  <a:cubicBezTo>
                    <a:pt x="18" y="7"/>
                    <a:pt x="11" y="14"/>
                    <a:pt x="1" y="21"/>
                  </a:cubicBezTo>
                  <a:cubicBezTo>
                    <a:pt x="11" y="18"/>
                    <a:pt x="22" y="7"/>
                    <a:pt x="3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5" name="Google Shape;5325;p95"/>
            <p:cNvSpPr/>
            <p:nvPr/>
          </p:nvSpPr>
          <p:spPr>
            <a:xfrm>
              <a:off x="2305963" y="1817405"/>
              <a:ext cx="4250" cy="1534"/>
            </a:xfrm>
            <a:custGeom>
              <a:rect b="b" l="l" r="r" t="t"/>
              <a:pathLst>
                <a:path extrusionOk="0" h="113" w="313">
                  <a:moveTo>
                    <a:pt x="312" y="112"/>
                  </a:moveTo>
                  <a:cubicBezTo>
                    <a:pt x="204" y="91"/>
                    <a:pt x="99" y="53"/>
                    <a:pt x="1" y="0"/>
                  </a:cubicBezTo>
                  <a:cubicBezTo>
                    <a:pt x="99" y="53"/>
                    <a:pt x="204" y="91"/>
                    <a:pt x="312" y="11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6" name="Google Shape;5326;p95"/>
            <p:cNvSpPr/>
            <p:nvPr/>
          </p:nvSpPr>
          <p:spPr>
            <a:xfrm>
              <a:off x="2312141" y="1818586"/>
              <a:ext cx="448" cy="163"/>
            </a:xfrm>
            <a:custGeom>
              <a:rect b="b" l="l" r="r" t="t"/>
              <a:pathLst>
                <a:path extrusionOk="0" h="12" w="33">
                  <a:moveTo>
                    <a:pt x="32"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7" name="Google Shape;5327;p95"/>
            <p:cNvSpPr/>
            <p:nvPr/>
          </p:nvSpPr>
          <p:spPr>
            <a:xfrm>
              <a:off x="2305447" y="1817120"/>
              <a:ext cx="204" cy="109"/>
            </a:xfrm>
            <a:custGeom>
              <a:rect b="b" l="l" r="r" t="t"/>
              <a:pathLst>
                <a:path extrusionOk="0" h="8" w="15">
                  <a:moveTo>
                    <a:pt x="14"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8" name="Google Shape;5328;p95"/>
            <p:cNvSpPr/>
            <p:nvPr/>
          </p:nvSpPr>
          <p:spPr>
            <a:xfrm>
              <a:off x="2310199" y="1818966"/>
              <a:ext cx="584" cy="14"/>
            </a:xfrm>
            <a:custGeom>
              <a:rect b="b" l="l" r="r" t="t"/>
              <a:pathLst>
                <a:path extrusionOk="0" h="1" w="43">
                  <a:moveTo>
                    <a:pt x="35" y="1"/>
                  </a:moveTo>
                  <a:lnTo>
                    <a:pt x="42" y="1"/>
                  </a:lnTo>
                  <a:cubicBezTo>
                    <a:pt x="28" y="1"/>
                    <a:pt x="14" y="1"/>
                    <a:pt x="0" y="1"/>
                  </a:cubicBezTo>
                  <a:cubicBezTo>
                    <a:pt x="11" y="1"/>
                    <a:pt x="25" y="1"/>
                    <a:pt x="3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9" name="Google Shape;5329;p95"/>
            <p:cNvSpPr/>
            <p:nvPr/>
          </p:nvSpPr>
          <p:spPr>
            <a:xfrm>
              <a:off x="2431555" y="1853331"/>
              <a:ext cx="57338" cy="63991"/>
            </a:xfrm>
            <a:custGeom>
              <a:rect b="b" l="l" r="r" t="t"/>
              <a:pathLst>
                <a:path extrusionOk="0" h="4713" w="4223">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0" name="Google Shape;5330;p95"/>
            <p:cNvSpPr/>
            <p:nvPr/>
          </p:nvSpPr>
          <p:spPr>
            <a:xfrm>
              <a:off x="2455845" y="1870778"/>
              <a:ext cx="625" cy="489"/>
            </a:xfrm>
            <a:custGeom>
              <a:rect b="b" l="l" r="r" t="t"/>
              <a:pathLst>
                <a:path extrusionOk="0" h="36" w="46">
                  <a:moveTo>
                    <a:pt x="0" y="1"/>
                  </a:moveTo>
                  <a:cubicBezTo>
                    <a:pt x="18" y="11"/>
                    <a:pt x="32" y="22"/>
                    <a:pt x="46" y="36"/>
                  </a:cubicBezTo>
                  <a:cubicBezTo>
                    <a:pt x="32" y="22"/>
                    <a:pt x="18" y="1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1" name="Google Shape;5331;p95"/>
            <p:cNvSpPr/>
            <p:nvPr/>
          </p:nvSpPr>
          <p:spPr>
            <a:xfrm>
              <a:off x="2453550" y="1892787"/>
              <a:ext cx="109" cy="68"/>
            </a:xfrm>
            <a:custGeom>
              <a:rect b="b" l="l" r="r" t="t"/>
              <a:pathLst>
                <a:path extrusionOk="0" h="5" w="8">
                  <a:moveTo>
                    <a:pt x="8"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2" name="Google Shape;5332;p95"/>
            <p:cNvSpPr/>
            <p:nvPr/>
          </p:nvSpPr>
          <p:spPr>
            <a:xfrm>
              <a:off x="2455791" y="1870737"/>
              <a:ext cx="68" cy="14"/>
            </a:xfrm>
            <a:custGeom>
              <a:rect b="b" l="l" r="r" t="t"/>
              <a:pathLst>
                <a:path extrusionOk="0" h="1" w="5">
                  <a:moveTo>
                    <a:pt x="1"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3" name="Google Shape;5333;p95"/>
            <p:cNvSpPr/>
            <p:nvPr/>
          </p:nvSpPr>
          <p:spPr>
            <a:xfrm>
              <a:off x="2453414" y="1892882"/>
              <a:ext cx="54" cy="14"/>
            </a:xfrm>
            <a:custGeom>
              <a:rect b="b" l="l" r="r" t="t"/>
              <a:pathLst>
                <a:path extrusionOk="0" h="1" w="4">
                  <a:moveTo>
                    <a:pt x="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4" name="Google Shape;5334;p95"/>
            <p:cNvSpPr/>
            <p:nvPr/>
          </p:nvSpPr>
          <p:spPr>
            <a:xfrm>
              <a:off x="2454270" y="1870357"/>
              <a:ext cx="1059" cy="204"/>
            </a:xfrm>
            <a:custGeom>
              <a:rect b="b" l="l" r="r" t="t"/>
              <a:pathLst>
                <a:path extrusionOk="0" h="15" w="78">
                  <a:moveTo>
                    <a:pt x="78" y="14"/>
                  </a:moveTo>
                  <a:cubicBezTo>
                    <a:pt x="53" y="4"/>
                    <a:pt x="25" y="0"/>
                    <a:pt x="0" y="4"/>
                  </a:cubicBezTo>
                  <a:lnTo>
                    <a:pt x="0" y="4"/>
                  </a:lnTo>
                  <a:cubicBezTo>
                    <a:pt x="25" y="0"/>
                    <a:pt x="53" y="4"/>
                    <a:pt x="78"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5" name="Google Shape;5335;p95"/>
            <p:cNvSpPr/>
            <p:nvPr/>
          </p:nvSpPr>
          <p:spPr>
            <a:xfrm>
              <a:off x="2422037" y="1845619"/>
              <a:ext cx="5961" cy="9912"/>
            </a:xfrm>
            <a:custGeom>
              <a:rect b="b" l="l" r="r" t="t"/>
              <a:pathLst>
                <a:path extrusionOk="0" h="730" w="439">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6" name="Google Shape;5336;p95"/>
            <p:cNvSpPr/>
            <p:nvPr/>
          </p:nvSpPr>
          <p:spPr>
            <a:xfrm>
              <a:off x="2425553" y="1855571"/>
              <a:ext cx="353" cy="14"/>
            </a:xfrm>
            <a:custGeom>
              <a:rect b="b" l="l" r="r" t="t"/>
              <a:pathLst>
                <a:path extrusionOk="0" h="1" w="26">
                  <a:moveTo>
                    <a:pt x="25"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7" name="Google Shape;5337;p95"/>
            <p:cNvSpPr/>
            <p:nvPr/>
          </p:nvSpPr>
          <p:spPr>
            <a:xfrm>
              <a:off x="2422852" y="1853956"/>
              <a:ext cx="244" cy="299"/>
            </a:xfrm>
            <a:custGeom>
              <a:rect b="b" l="l" r="r" t="t"/>
              <a:pathLst>
                <a:path extrusionOk="0" h="22" w="18">
                  <a:moveTo>
                    <a:pt x="18" y="21"/>
                  </a:moveTo>
                  <a:cubicBezTo>
                    <a:pt x="11" y="14"/>
                    <a:pt x="4" y="7"/>
                    <a:pt x="0" y="0"/>
                  </a:cubicBezTo>
                  <a:cubicBezTo>
                    <a:pt x="4" y="7"/>
                    <a:pt x="11" y="14"/>
                    <a:pt x="18"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8" name="Google Shape;5338;p95"/>
            <p:cNvSpPr/>
            <p:nvPr/>
          </p:nvSpPr>
          <p:spPr>
            <a:xfrm>
              <a:off x="2422037" y="1852761"/>
              <a:ext cx="109" cy="204"/>
            </a:xfrm>
            <a:custGeom>
              <a:rect b="b" l="l" r="r" t="t"/>
              <a:pathLst>
                <a:path extrusionOk="0" h="15" w="8">
                  <a:moveTo>
                    <a:pt x="1" y="1"/>
                  </a:moveTo>
                  <a:lnTo>
                    <a:pt x="8" y="15"/>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9" name="Google Shape;5339;p95"/>
            <p:cNvSpPr/>
            <p:nvPr/>
          </p:nvSpPr>
          <p:spPr>
            <a:xfrm>
              <a:off x="2422186" y="1853046"/>
              <a:ext cx="584" cy="869"/>
            </a:xfrm>
            <a:custGeom>
              <a:rect b="b" l="l" r="r" t="t"/>
              <a:pathLst>
                <a:path extrusionOk="0" h="64" w="43">
                  <a:moveTo>
                    <a:pt x="42" y="64"/>
                  </a:moveTo>
                  <a:cubicBezTo>
                    <a:pt x="28" y="43"/>
                    <a:pt x="14" y="22"/>
                    <a:pt x="0" y="1"/>
                  </a:cubicBezTo>
                  <a:cubicBezTo>
                    <a:pt x="14" y="22"/>
                    <a:pt x="28" y="43"/>
                    <a:pt x="42" y="6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0" name="Google Shape;5340;p95"/>
            <p:cNvSpPr/>
            <p:nvPr/>
          </p:nvSpPr>
          <p:spPr>
            <a:xfrm>
              <a:off x="2425988" y="185561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1" name="Google Shape;5341;p95"/>
            <p:cNvSpPr/>
            <p:nvPr/>
          </p:nvSpPr>
          <p:spPr>
            <a:xfrm>
              <a:off x="2424508" y="1855286"/>
              <a:ext cx="353" cy="109"/>
            </a:xfrm>
            <a:custGeom>
              <a:rect b="b" l="l" r="r" t="t"/>
              <a:pathLst>
                <a:path extrusionOk="0" h="8" w="26">
                  <a:moveTo>
                    <a:pt x="25"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2" name="Google Shape;5342;p95"/>
            <p:cNvSpPr/>
            <p:nvPr/>
          </p:nvSpPr>
          <p:spPr>
            <a:xfrm>
              <a:off x="2424141" y="1855096"/>
              <a:ext cx="380" cy="149"/>
            </a:xfrm>
            <a:custGeom>
              <a:rect b="b" l="l" r="r" t="t"/>
              <a:pathLst>
                <a:path extrusionOk="0" h="11" w="28">
                  <a:moveTo>
                    <a:pt x="0" y="0"/>
                  </a:moveTo>
                  <a:cubicBezTo>
                    <a:pt x="10" y="4"/>
                    <a:pt x="17" y="7"/>
                    <a:pt x="28" y="11"/>
                  </a:cubicBezTo>
                  <a:cubicBezTo>
                    <a:pt x="21" y="7"/>
                    <a:pt x="10"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3" name="Google Shape;5343;p95"/>
            <p:cNvSpPr/>
            <p:nvPr/>
          </p:nvSpPr>
          <p:spPr>
            <a:xfrm>
              <a:off x="2423137" y="1854281"/>
              <a:ext cx="339" cy="353"/>
            </a:xfrm>
            <a:custGeom>
              <a:rect b="b" l="l" r="r" t="t"/>
              <a:pathLst>
                <a:path extrusionOk="0" h="26" w="25">
                  <a:moveTo>
                    <a:pt x="25" y="25"/>
                  </a:moveTo>
                  <a:cubicBezTo>
                    <a:pt x="14" y="18"/>
                    <a:pt x="7" y="11"/>
                    <a:pt x="0" y="1"/>
                  </a:cubicBezTo>
                  <a:cubicBezTo>
                    <a:pt x="7" y="11"/>
                    <a:pt x="14" y="18"/>
                    <a:pt x="25"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4" name="Google Shape;5344;p95"/>
            <p:cNvSpPr/>
            <p:nvPr/>
          </p:nvSpPr>
          <p:spPr>
            <a:xfrm>
              <a:off x="2423843" y="1854906"/>
              <a:ext cx="299" cy="204"/>
            </a:xfrm>
            <a:custGeom>
              <a:rect b="b" l="l" r="r" t="t"/>
              <a:pathLst>
                <a:path extrusionOk="0" h="15" w="22">
                  <a:moveTo>
                    <a:pt x="22" y="14"/>
                  </a:moveTo>
                  <a:cubicBezTo>
                    <a:pt x="15" y="7"/>
                    <a:pt x="8" y="4"/>
                    <a:pt x="1" y="0"/>
                  </a:cubicBezTo>
                  <a:cubicBezTo>
                    <a:pt x="8" y="4"/>
                    <a:pt x="15" y="7"/>
                    <a:pt x="22"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5" name="Google Shape;5345;p95"/>
            <p:cNvSpPr/>
            <p:nvPr/>
          </p:nvSpPr>
          <p:spPr>
            <a:xfrm>
              <a:off x="2423422" y="1854621"/>
              <a:ext cx="339" cy="244"/>
            </a:xfrm>
            <a:custGeom>
              <a:rect b="b" l="l" r="r" t="t"/>
              <a:pathLst>
                <a:path extrusionOk="0" h="18" w="25">
                  <a:moveTo>
                    <a:pt x="25" y="18"/>
                  </a:moveTo>
                  <a:cubicBezTo>
                    <a:pt x="18" y="11"/>
                    <a:pt x="11" y="4"/>
                    <a:pt x="0" y="0"/>
                  </a:cubicBezTo>
                  <a:cubicBezTo>
                    <a:pt x="11" y="4"/>
                    <a:pt x="18" y="11"/>
                    <a:pt x="25"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6" name="Google Shape;5346;p95"/>
            <p:cNvSpPr/>
            <p:nvPr/>
          </p:nvSpPr>
          <p:spPr>
            <a:xfrm>
              <a:off x="2424847" y="1855381"/>
              <a:ext cx="720" cy="204"/>
            </a:xfrm>
            <a:custGeom>
              <a:rect b="b" l="l" r="r" t="t"/>
              <a:pathLst>
                <a:path extrusionOk="0" h="15" w="53">
                  <a:moveTo>
                    <a:pt x="53" y="14"/>
                  </a:moveTo>
                  <a:cubicBezTo>
                    <a:pt x="35" y="11"/>
                    <a:pt x="18" y="7"/>
                    <a:pt x="0" y="0"/>
                  </a:cubicBezTo>
                  <a:cubicBezTo>
                    <a:pt x="18" y="7"/>
                    <a:pt x="35" y="11"/>
                    <a:pt x="53"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7" name="Google Shape;5347;p95"/>
            <p:cNvSpPr/>
            <p:nvPr/>
          </p:nvSpPr>
          <p:spPr>
            <a:xfrm>
              <a:off x="2431365" y="1843827"/>
              <a:ext cx="33048" cy="26544"/>
            </a:xfrm>
            <a:custGeom>
              <a:rect b="b" l="l" r="r" t="t"/>
              <a:pathLst>
                <a:path extrusionOk="0" h="1955" w="2434">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8" name="Google Shape;5348;p95"/>
            <p:cNvSpPr/>
            <p:nvPr/>
          </p:nvSpPr>
          <p:spPr>
            <a:xfrm>
              <a:off x="2435682" y="1868117"/>
              <a:ext cx="258" cy="163"/>
            </a:xfrm>
            <a:custGeom>
              <a:rect b="b" l="l" r="r" t="t"/>
              <a:pathLst>
                <a:path extrusionOk="0" h="12" w="19">
                  <a:moveTo>
                    <a:pt x="18"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9" name="Google Shape;5349;p95"/>
            <p:cNvSpPr/>
            <p:nvPr/>
          </p:nvSpPr>
          <p:spPr>
            <a:xfrm>
              <a:off x="2432695" y="1865035"/>
              <a:ext cx="204" cy="299"/>
            </a:xfrm>
            <a:custGeom>
              <a:rect b="b" l="l" r="r" t="t"/>
              <a:pathLst>
                <a:path extrusionOk="0" h="22" w="15">
                  <a:moveTo>
                    <a:pt x="14" y="2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0" name="Google Shape;5350;p95"/>
            <p:cNvSpPr/>
            <p:nvPr/>
          </p:nvSpPr>
          <p:spPr>
            <a:xfrm>
              <a:off x="2435397" y="1867886"/>
              <a:ext cx="204" cy="149"/>
            </a:xfrm>
            <a:custGeom>
              <a:rect b="b" l="l" r="r" t="t"/>
              <a:pathLst>
                <a:path extrusionOk="0" h="11" w="15">
                  <a:moveTo>
                    <a:pt x="15"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1" name="Google Shape;5351;p95"/>
            <p:cNvSpPr/>
            <p:nvPr/>
          </p:nvSpPr>
          <p:spPr>
            <a:xfrm>
              <a:off x="2439538" y="1869027"/>
              <a:ext cx="11174" cy="1249"/>
            </a:xfrm>
            <a:custGeom>
              <a:rect b="b" l="l" r="r" t="t"/>
              <a:pathLst>
                <a:path extrusionOk="0" h="92" w="823">
                  <a:moveTo>
                    <a:pt x="0" y="0"/>
                  </a:moveTo>
                  <a:lnTo>
                    <a:pt x="0" y="0"/>
                  </a:lnTo>
                  <a:cubicBezTo>
                    <a:pt x="231" y="32"/>
                    <a:pt x="571" y="70"/>
                    <a:pt x="823" y="91"/>
                  </a:cubicBezTo>
                  <a:cubicBezTo>
                    <a:pt x="581" y="70"/>
                    <a:pt x="235" y="32"/>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2" name="Google Shape;5352;p95"/>
            <p:cNvSpPr/>
            <p:nvPr/>
          </p:nvSpPr>
          <p:spPr>
            <a:xfrm>
              <a:off x="2435967" y="1868266"/>
              <a:ext cx="163" cy="149"/>
            </a:xfrm>
            <a:custGeom>
              <a:rect b="b" l="l" r="r" t="t"/>
              <a:pathLst>
                <a:path extrusionOk="0" h="11" w="12">
                  <a:moveTo>
                    <a:pt x="11" y="11"/>
                  </a:moveTo>
                  <a:lnTo>
                    <a:pt x="11" y="11"/>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3" name="Google Shape;5353;p95"/>
            <p:cNvSpPr/>
            <p:nvPr/>
          </p:nvSpPr>
          <p:spPr>
            <a:xfrm>
              <a:off x="2432315" y="1864505"/>
              <a:ext cx="244" cy="353"/>
            </a:xfrm>
            <a:custGeom>
              <a:rect b="b" l="l" r="r" t="t"/>
              <a:pathLst>
                <a:path extrusionOk="0" h="26" w="18">
                  <a:moveTo>
                    <a:pt x="18" y="2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4" name="Google Shape;5354;p95"/>
            <p:cNvSpPr/>
            <p:nvPr/>
          </p:nvSpPr>
          <p:spPr>
            <a:xfrm>
              <a:off x="2431365" y="1862645"/>
              <a:ext cx="149" cy="353"/>
            </a:xfrm>
            <a:custGeom>
              <a:rect b="b" l="l" r="r" t="t"/>
              <a:pathLst>
                <a:path extrusionOk="0" h="26" w="11">
                  <a:moveTo>
                    <a:pt x="0" y="1"/>
                  </a:moveTo>
                  <a:cubicBezTo>
                    <a:pt x="4" y="8"/>
                    <a:pt x="7" y="15"/>
                    <a:pt x="11" y="26"/>
                  </a:cubicBezTo>
                  <a:cubicBezTo>
                    <a:pt x="7" y="15"/>
                    <a:pt x="4"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5" name="Google Shape;5355;p95"/>
            <p:cNvSpPr/>
            <p:nvPr/>
          </p:nvSpPr>
          <p:spPr>
            <a:xfrm>
              <a:off x="2435071" y="1867601"/>
              <a:ext cx="204" cy="204"/>
            </a:xfrm>
            <a:custGeom>
              <a:rect b="b" l="l" r="r" t="t"/>
              <a:pathLst>
                <a:path extrusionOk="0" h="15" w="15">
                  <a:moveTo>
                    <a:pt x="14"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6" name="Google Shape;5356;p95"/>
            <p:cNvSpPr/>
            <p:nvPr/>
          </p:nvSpPr>
          <p:spPr>
            <a:xfrm>
              <a:off x="2433021" y="1865551"/>
              <a:ext cx="258" cy="299"/>
            </a:xfrm>
            <a:custGeom>
              <a:rect b="b" l="l" r="r" t="t"/>
              <a:pathLst>
                <a:path extrusionOk="0" h="22" w="19">
                  <a:moveTo>
                    <a:pt x="18" y="2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7" name="Google Shape;5357;p95"/>
            <p:cNvSpPr/>
            <p:nvPr/>
          </p:nvSpPr>
          <p:spPr>
            <a:xfrm>
              <a:off x="2434732" y="1867316"/>
              <a:ext cx="204" cy="204"/>
            </a:xfrm>
            <a:custGeom>
              <a:rect b="b" l="l" r="r" t="t"/>
              <a:pathLst>
                <a:path extrusionOk="0" h="15" w="15">
                  <a:moveTo>
                    <a:pt x="15"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8" name="Google Shape;5358;p95"/>
            <p:cNvSpPr/>
            <p:nvPr/>
          </p:nvSpPr>
          <p:spPr>
            <a:xfrm>
              <a:off x="2433456" y="1865985"/>
              <a:ext cx="299" cy="339"/>
            </a:xfrm>
            <a:custGeom>
              <a:rect b="b" l="l" r="r" t="t"/>
              <a:pathLst>
                <a:path extrusionOk="0" h="25" w="22">
                  <a:moveTo>
                    <a:pt x="21" y="25"/>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9" name="Google Shape;5359;p95"/>
            <p:cNvSpPr/>
            <p:nvPr/>
          </p:nvSpPr>
          <p:spPr>
            <a:xfrm>
              <a:off x="2434352" y="1866936"/>
              <a:ext cx="258" cy="244"/>
            </a:xfrm>
            <a:custGeom>
              <a:rect b="b" l="l" r="r" t="t"/>
              <a:pathLst>
                <a:path extrusionOk="0" h="18" w="19">
                  <a:moveTo>
                    <a:pt x="18" y="1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0" name="Google Shape;5360;p95"/>
            <p:cNvSpPr/>
            <p:nvPr/>
          </p:nvSpPr>
          <p:spPr>
            <a:xfrm>
              <a:off x="2431935" y="1863840"/>
              <a:ext cx="244" cy="448"/>
            </a:xfrm>
            <a:custGeom>
              <a:rect b="b" l="l" r="r" t="t"/>
              <a:pathLst>
                <a:path extrusionOk="0" h="33" w="18">
                  <a:moveTo>
                    <a:pt x="18" y="32"/>
                  </a:moveTo>
                  <a:cubicBezTo>
                    <a:pt x="11" y="22"/>
                    <a:pt x="7" y="11"/>
                    <a:pt x="0" y="1"/>
                  </a:cubicBezTo>
                  <a:cubicBezTo>
                    <a:pt x="7" y="11"/>
                    <a:pt x="11" y="22"/>
                    <a:pt x="18"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1" name="Google Shape;5361;p95"/>
            <p:cNvSpPr/>
            <p:nvPr/>
          </p:nvSpPr>
          <p:spPr>
            <a:xfrm>
              <a:off x="2433836" y="1866460"/>
              <a:ext cx="394" cy="394"/>
            </a:xfrm>
            <a:custGeom>
              <a:rect b="b" l="l" r="r" t="t"/>
              <a:pathLst>
                <a:path extrusionOk="0" h="29" w="29">
                  <a:moveTo>
                    <a:pt x="28" y="28"/>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2" name="Google Shape;5362;p95"/>
            <p:cNvSpPr/>
            <p:nvPr/>
          </p:nvSpPr>
          <p:spPr>
            <a:xfrm>
              <a:off x="2431595" y="1863134"/>
              <a:ext cx="258" cy="625"/>
            </a:xfrm>
            <a:custGeom>
              <a:rect b="b" l="l" r="r" t="t"/>
              <a:pathLst>
                <a:path extrusionOk="0" h="46" w="19">
                  <a:moveTo>
                    <a:pt x="18" y="46"/>
                  </a:moveTo>
                  <a:cubicBezTo>
                    <a:pt x="11" y="32"/>
                    <a:pt x="4" y="14"/>
                    <a:pt x="1" y="0"/>
                  </a:cubicBezTo>
                  <a:cubicBezTo>
                    <a:pt x="4" y="14"/>
                    <a:pt x="11" y="32"/>
                    <a:pt x="18" y="4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3" name="Google Shape;5363;p95"/>
            <p:cNvSpPr/>
            <p:nvPr/>
          </p:nvSpPr>
          <p:spPr>
            <a:xfrm>
              <a:off x="2452274" y="1864560"/>
              <a:ext cx="2295" cy="5811"/>
            </a:xfrm>
            <a:custGeom>
              <a:rect b="b" l="l" r="r" t="t"/>
              <a:pathLst>
                <a:path extrusionOk="0" h="428" w="169">
                  <a:moveTo>
                    <a:pt x="0" y="427"/>
                  </a:moveTo>
                  <a:lnTo>
                    <a:pt x="16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4" name="Google Shape;5364;p95"/>
            <p:cNvSpPr/>
            <p:nvPr/>
          </p:nvSpPr>
          <p:spPr>
            <a:xfrm>
              <a:off x="2782384" y="1996356"/>
              <a:ext cx="29246" cy="38139"/>
            </a:xfrm>
            <a:custGeom>
              <a:rect b="b" l="l" r="r" t="t"/>
              <a:pathLst>
                <a:path extrusionOk="0" h="2809" w="2154">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5" name="Google Shape;5365;p95"/>
            <p:cNvSpPr/>
            <p:nvPr/>
          </p:nvSpPr>
          <p:spPr>
            <a:xfrm>
              <a:off x="2853543" y="1995460"/>
              <a:ext cx="70169" cy="41954"/>
            </a:xfrm>
            <a:custGeom>
              <a:rect b="b" l="l" r="r" t="t"/>
              <a:pathLst>
                <a:path extrusionOk="0" h="3090" w="5168">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6" name="Google Shape;5366;p95"/>
            <p:cNvSpPr/>
            <p:nvPr/>
          </p:nvSpPr>
          <p:spPr>
            <a:xfrm>
              <a:off x="2791942" y="2002154"/>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7" name="Google Shape;5367;p95"/>
            <p:cNvSpPr/>
            <p:nvPr/>
          </p:nvSpPr>
          <p:spPr>
            <a:xfrm>
              <a:off x="2790367" y="2002059"/>
              <a:ext cx="299" cy="68"/>
            </a:xfrm>
            <a:custGeom>
              <a:rect b="b" l="l" r="r" t="t"/>
              <a:pathLst>
                <a:path extrusionOk="0" h="5" w="22">
                  <a:moveTo>
                    <a:pt x="1" y="1"/>
                  </a:moveTo>
                  <a:lnTo>
                    <a:pt x="22"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8" name="Google Shape;5368;p95"/>
            <p:cNvSpPr/>
            <p:nvPr/>
          </p:nvSpPr>
          <p:spPr>
            <a:xfrm>
              <a:off x="2792458" y="2002154"/>
              <a:ext cx="394" cy="14"/>
            </a:xfrm>
            <a:custGeom>
              <a:rect b="b" l="l" r="r" t="t"/>
              <a:pathLst>
                <a:path extrusionOk="0" h="1" w="29">
                  <a:moveTo>
                    <a:pt x="1" y="1"/>
                  </a:moveTo>
                  <a:lnTo>
                    <a:pt x="2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9" name="Google Shape;5369;p95"/>
            <p:cNvSpPr/>
            <p:nvPr/>
          </p:nvSpPr>
          <p:spPr>
            <a:xfrm>
              <a:off x="2790843" y="2002113"/>
              <a:ext cx="394" cy="14"/>
            </a:xfrm>
            <a:custGeom>
              <a:rect b="b" l="l" r="r" t="t"/>
              <a:pathLst>
                <a:path extrusionOk="0" h="1" w="29">
                  <a:moveTo>
                    <a:pt x="1" y="0"/>
                  </a:moveTo>
                  <a:lnTo>
                    <a:pt x="2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0" name="Google Shape;5370;p95"/>
            <p:cNvSpPr/>
            <p:nvPr/>
          </p:nvSpPr>
          <p:spPr>
            <a:xfrm>
              <a:off x="2793463" y="2002059"/>
              <a:ext cx="353" cy="14"/>
            </a:xfrm>
            <a:custGeom>
              <a:rect b="b" l="l" r="r" t="t"/>
              <a:pathLst>
                <a:path extrusionOk="0" h="1" w="26">
                  <a:moveTo>
                    <a:pt x="1" y="1"/>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1" name="Google Shape;5371;p95"/>
            <p:cNvSpPr/>
            <p:nvPr/>
          </p:nvSpPr>
          <p:spPr>
            <a:xfrm>
              <a:off x="2792947" y="2002113"/>
              <a:ext cx="380" cy="14"/>
            </a:xfrm>
            <a:custGeom>
              <a:rect b="b" l="l" r="r" t="t"/>
              <a:pathLst>
                <a:path extrusionOk="0" h="1" w="28">
                  <a:moveTo>
                    <a:pt x="0" y="0"/>
                  </a:moveTo>
                  <a:lnTo>
                    <a:pt x="2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2" name="Google Shape;5372;p95"/>
            <p:cNvSpPr/>
            <p:nvPr/>
          </p:nvSpPr>
          <p:spPr>
            <a:xfrm>
              <a:off x="2793938" y="2002018"/>
              <a:ext cx="299" cy="14"/>
            </a:xfrm>
            <a:custGeom>
              <a:rect b="b" l="l" r="r" t="t"/>
              <a:pathLst>
                <a:path extrusionOk="0" h="1" w="22">
                  <a:moveTo>
                    <a:pt x="1" y="0"/>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3" name="Google Shape;5373;p95"/>
            <p:cNvSpPr/>
            <p:nvPr/>
          </p:nvSpPr>
          <p:spPr>
            <a:xfrm>
              <a:off x="2788657" y="2001448"/>
              <a:ext cx="353" cy="244"/>
            </a:xfrm>
            <a:custGeom>
              <a:rect b="b" l="l" r="r" t="t"/>
              <a:pathLst>
                <a:path extrusionOk="0" h="18" w="26">
                  <a:moveTo>
                    <a:pt x="1" y="0"/>
                  </a:moveTo>
                  <a:cubicBezTo>
                    <a:pt x="8" y="7"/>
                    <a:pt x="15" y="11"/>
                    <a:pt x="25" y="18"/>
                  </a:cubicBezTo>
                  <a:cubicBezTo>
                    <a:pt x="15" y="11"/>
                    <a:pt x="8"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4" name="Google Shape;5374;p95"/>
            <p:cNvSpPr/>
            <p:nvPr/>
          </p:nvSpPr>
          <p:spPr>
            <a:xfrm>
              <a:off x="2783524" y="1996546"/>
              <a:ext cx="394" cy="68"/>
            </a:xfrm>
            <a:custGeom>
              <a:rect b="b" l="l" r="r" t="t"/>
              <a:pathLst>
                <a:path extrusionOk="0" h="5" w="29">
                  <a:moveTo>
                    <a:pt x="1" y="1"/>
                  </a:moveTo>
                  <a:lnTo>
                    <a:pt x="29"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5" name="Google Shape;5375;p95"/>
            <p:cNvSpPr/>
            <p:nvPr/>
          </p:nvSpPr>
          <p:spPr>
            <a:xfrm>
              <a:off x="2782343" y="1996506"/>
              <a:ext cx="244" cy="14"/>
            </a:xfrm>
            <a:custGeom>
              <a:rect b="b" l="l" r="r" t="t"/>
              <a:pathLst>
                <a:path extrusionOk="0" h="1" w="18">
                  <a:moveTo>
                    <a:pt x="0" y="0"/>
                  </a:moveTo>
                  <a:lnTo>
                    <a:pt x="0" y="0"/>
                  </a:ln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6" name="Google Shape;5376;p95"/>
            <p:cNvSpPr/>
            <p:nvPr/>
          </p:nvSpPr>
          <p:spPr>
            <a:xfrm>
              <a:off x="2789471" y="2001869"/>
              <a:ext cx="299" cy="109"/>
            </a:xfrm>
            <a:custGeom>
              <a:rect b="b" l="l" r="r" t="t"/>
              <a:pathLst>
                <a:path extrusionOk="0" h="8" w="22">
                  <a:moveTo>
                    <a:pt x="0" y="1"/>
                  </a:moveTo>
                  <a:lnTo>
                    <a:pt x="2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7" name="Google Shape;5377;p95"/>
            <p:cNvSpPr/>
            <p:nvPr/>
          </p:nvSpPr>
          <p:spPr>
            <a:xfrm>
              <a:off x="2789091" y="2001733"/>
              <a:ext cx="244" cy="109"/>
            </a:xfrm>
            <a:custGeom>
              <a:rect b="b" l="l" r="r" t="t"/>
              <a:pathLst>
                <a:path extrusionOk="0" h="8" w="18">
                  <a:moveTo>
                    <a:pt x="0" y="0"/>
                  </a:moveTo>
                  <a:lnTo>
                    <a:pt x="18"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8" name="Google Shape;5378;p95"/>
            <p:cNvSpPr/>
            <p:nvPr/>
          </p:nvSpPr>
          <p:spPr>
            <a:xfrm>
              <a:off x="2789892" y="2001964"/>
              <a:ext cx="299" cy="109"/>
            </a:xfrm>
            <a:custGeom>
              <a:rect b="b" l="l" r="r" t="t"/>
              <a:pathLst>
                <a:path extrusionOk="0" h="8" w="22">
                  <a:moveTo>
                    <a:pt x="1" y="1"/>
                  </a:moveTo>
                  <a:lnTo>
                    <a:pt x="22"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9" name="Google Shape;5379;p95"/>
            <p:cNvSpPr/>
            <p:nvPr/>
          </p:nvSpPr>
          <p:spPr>
            <a:xfrm>
              <a:off x="2794943" y="2001869"/>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0" name="Google Shape;5380;p95"/>
            <p:cNvSpPr/>
            <p:nvPr/>
          </p:nvSpPr>
          <p:spPr>
            <a:xfrm>
              <a:off x="2796083" y="2000253"/>
              <a:ext cx="54" cy="204"/>
            </a:xfrm>
            <a:custGeom>
              <a:rect b="b" l="l" r="r" t="t"/>
              <a:pathLst>
                <a:path extrusionOk="0" h="15" w="4">
                  <a:moveTo>
                    <a:pt x="0" y="15"/>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1" name="Google Shape;5381;p95"/>
            <p:cNvSpPr/>
            <p:nvPr/>
          </p:nvSpPr>
          <p:spPr>
            <a:xfrm>
              <a:off x="2791847" y="2002154"/>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2" name="Google Shape;5382;p95"/>
            <p:cNvSpPr/>
            <p:nvPr/>
          </p:nvSpPr>
          <p:spPr>
            <a:xfrm>
              <a:off x="2794563" y="2001923"/>
              <a:ext cx="204" cy="54"/>
            </a:xfrm>
            <a:custGeom>
              <a:rect b="b" l="l" r="r" t="t"/>
              <a:pathLst>
                <a:path extrusionOk="0" h="4" w="15">
                  <a:moveTo>
                    <a:pt x="0" y="4"/>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3" name="Google Shape;5383;p95"/>
            <p:cNvSpPr/>
            <p:nvPr/>
          </p:nvSpPr>
          <p:spPr>
            <a:xfrm>
              <a:off x="2794794" y="2001923"/>
              <a:ext cx="163" cy="14"/>
            </a:xfrm>
            <a:custGeom>
              <a:rect b="b" l="l" r="r" t="t"/>
              <a:pathLst>
                <a:path extrusionOk="0" h="1" w="12">
                  <a:moveTo>
                    <a:pt x="1"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4" name="Google Shape;5384;p95"/>
            <p:cNvSpPr/>
            <p:nvPr/>
          </p:nvSpPr>
          <p:spPr>
            <a:xfrm>
              <a:off x="2796124" y="2000022"/>
              <a:ext cx="68" cy="149"/>
            </a:xfrm>
            <a:custGeom>
              <a:rect b="b" l="l" r="r" t="t"/>
              <a:pathLst>
                <a:path extrusionOk="0" h="11" w="5">
                  <a:moveTo>
                    <a:pt x="1" y="11"/>
                  </a:moveTo>
                  <a:cubicBezTo>
                    <a:pt x="1" y="7"/>
                    <a:pt x="1" y="4"/>
                    <a:pt x="4" y="0"/>
                  </a:cubicBezTo>
                  <a:cubicBezTo>
                    <a:pt x="1" y="4"/>
                    <a:pt x="1" y="7"/>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5" name="Google Shape;5385;p95"/>
            <p:cNvSpPr/>
            <p:nvPr/>
          </p:nvSpPr>
          <p:spPr>
            <a:xfrm>
              <a:off x="2796749" y="1999167"/>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6" name="Google Shape;5386;p95"/>
            <p:cNvSpPr/>
            <p:nvPr/>
          </p:nvSpPr>
          <p:spPr>
            <a:xfrm>
              <a:off x="2796559" y="1999208"/>
              <a:ext cx="149" cy="163"/>
            </a:xfrm>
            <a:custGeom>
              <a:rect b="b" l="l" r="r" t="t"/>
              <a:pathLst>
                <a:path extrusionOk="0" h="12" w="11">
                  <a:moveTo>
                    <a:pt x="0" y="1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7" name="Google Shape;5387;p95"/>
            <p:cNvSpPr/>
            <p:nvPr/>
          </p:nvSpPr>
          <p:spPr>
            <a:xfrm>
              <a:off x="2796178" y="1999737"/>
              <a:ext cx="54" cy="204"/>
            </a:xfrm>
            <a:custGeom>
              <a:rect b="b" l="l" r="r" t="t"/>
              <a:pathLst>
                <a:path extrusionOk="0" h="15" w="4">
                  <a:moveTo>
                    <a:pt x="0" y="14"/>
                  </a:moveTo>
                  <a:cubicBezTo>
                    <a:pt x="0" y="11"/>
                    <a:pt x="4" y="7"/>
                    <a:pt x="4" y="0"/>
                  </a:cubicBezTo>
                  <a:cubicBezTo>
                    <a:pt x="4" y="7"/>
                    <a:pt x="0" y="11"/>
                    <a:pt x="0"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8" name="Google Shape;5388;p95"/>
            <p:cNvSpPr/>
            <p:nvPr/>
          </p:nvSpPr>
          <p:spPr>
            <a:xfrm>
              <a:off x="2796369" y="1999398"/>
              <a:ext cx="149" cy="109"/>
            </a:xfrm>
            <a:custGeom>
              <a:rect b="b" l="l" r="r" t="t"/>
              <a:pathLst>
                <a:path extrusionOk="0" h="8" w="11">
                  <a:moveTo>
                    <a:pt x="0" y="8"/>
                  </a:moveTo>
                  <a:cubicBezTo>
                    <a:pt x="4" y="4"/>
                    <a:pt x="7" y="1"/>
                    <a:pt x="11" y="1"/>
                  </a:cubicBezTo>
                  <a:cubicBezTo>
                    <a:pt x="7" y="1"/>
                    <a:pt x="4" y="4"/>
                    <a:pt x="0"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9" name="Google Shape;5389;p95"/>
            <p:cNvSpPr/>
            <p:nvPr/>
          </p:nvSpPr>
          <p:spPr>
            <a:xfrm>
              <a:off x="2796274" y="1999547"/>
              <a:ext cx="109" cy="204"/>
            </a:xfrm>
            <a:custGeom>
              <a:rect b="b" l="l" r="r" t="t"/>
              <a:pathLst>
                <a:path extrusionOk="0" h="15" w="8">
                  <a:moveTo>
                    <a:pt x="0" y="14"/>
                  </a:moveTo>
                  <a:cubicBezTo>
                    <a:pt x="0" y="11"/>
                    <a:pt x="4" y="4"/>
                    <a:pt x="7" y="0"/>
                  </a:cubicBezTo>
                  <a:cubicBezTo>
                    <a:pt x="4" y="4"/>
                    <a:pt x="0" y="11"/>
                    <a:pt x="0"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0" name="Google Shape;5390;p95"/>
            <p:cNvSpPr/>
            <p:nvPr/>
          </p:nvSpPr>
          <p:spPr>
            <a:xfrm>
              <a:off x="2794223" y="2001964"/>
              <a:ext cx="299" cy="68"/>
            </a:xfrm>
            <a:custGeom>
              <a:rect b="b" l="l" r="r" t="t"/>
              <a:pathLst>
                <a:path extrusionOk="0" h="5" w="22">
                  <a:moveTo>
                    <a:pt x="1" y="4"/>
                  </a:moveTo>
                  <a:lnTo>
                    <a:pt x="2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1" name="Google Shape;5391;p95"/>
            <p:cNvSpPr/>
            <p:nvPr/>
          </p:nvSpPr>
          <p:spPr>
            <a:xfrm>
              <a:off x="2887582" y="2010097"/>
              <a:ext cx="6572" cy="4100"/>
            </a:xfrm>
            <a:custGeom>
              <a:rect b="b" l="l" r="r" t="t"/>
              <a:pathLst>
                <a:path extrusionOk="0" h="302" w="484">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2" name="Google Shape;5392;p95"/>
            <p:cNvSpPr/>
            <p:nvPr/>
          </p:nvSpPr>
          <p:spPr>
            <a:xfrm>
              <a:off x="2888668" y="2013192"/>
              <a:ext cx="204" cy="244"/>
            </a:xfrm>
            <a:custGeom>
              <a:rect b="b" l="l" r="r" t="t"/>
              <a:pathLst>
                <a:path extrusionOk="0" h="18" w="15">
                  <a:moveTo>
                    <a:pt x="15" y="1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3" name="Google Shape;5393;p95"/>
            <p:cNvSpPr/>
            <p:nvPr/>
          </p:nvSpPr>
          <p:spPr>
            <a:xfrm>
              <a:off x="2888913" y="2013478"/>
              <a:ext cx="109" cy="204"/>
            </a:xfrm>
            <a:custGeom>
              <a:rect b="b" l="l" r="r" t="t"/>
              <a:pathLst>
                <a:path extrusionOk="0" h="15" w="8">
                  <a:moveTo>
                    <a:pt x="7"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4" name="Google Shape;5394;p95"/>
            <p:cNvSpPr/>
            <p:nvPr/>
          </p:nvSpPr>
          <p:spPr>
            <a:xfrm>
              <a:off x="2888438" y="2012907"/>
              <a:ext cx="149" cy="204"/>
            </a:xfrm>
            <a:custGeom>
              <a:rect b="b" l="l" r="r" t="t"/>
              <a:pathLst>
                <a:path extrusionOk="0" h="15" w="11">
                  <a:moveTo>
                    <a:pt x="11"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5" name="Google Shape;5395;p95"/>
            <p:cNvSpPr/>
            <p:nvPr/>
          </p:nvSpPr>
          <p:spPr>
            <a:xfrm>
              <a:off x="2889049" y="2013708"/>
              <a:ext cx="163" cy="163"/>
            </a:xfrm>
            <a:custGeom>
              <a:rect b="b" l="l" r="r" t="t"/>
              <a:pathLst>
                <a:path extrusionOk="0" h="12" w="12">
                  <a:moveTo>
                    <a:pt x="1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6" name="Google Shape;5396;p95"/>
            <p:cNvSpPr/>
            <p:nvPr/>
          </p:nvSpPr>
          <p:spPr>
            <a:xfrm>
              <a:off x="2887582" y="2011577"/>
              <a:ext cx="299" cy="434"/>
            </a:xfrm>
            <a:custGeom>
              <a:rect b="b" l="l" r="r" t="t"/>
              <a:pathLst>
                <a:path extrusionOk="0" h="32" w="22">
                  <a:moveTo>
                    <a:pt x="0" y="0"/>
                  </a:moveTo>
                  <a:lnTo>
                    <a:pt x="21"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7" name="Google Shape;5397;p95"/>
            <p:cNvSpPr/>
            <p:nvPr/>
          </p:nvSpPr>
          <p:spPr>
            <a:xfrm>
              <a:off x="2888247" y="2012568"/>
              <a:ext cx="149" cy="204"/>
            </a:xfrm>
            <a:custGeom>
              <a:rect b="b" l="l" r="r" t="t"/>
              <a:pathLst>
                <a:path extrusionOk="0" h="15" w="11">
                  <a:moveTo>
                    <a:pt x="11"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8" name="Google Shape;5398;p95"/>
            <p:cNvSpPr/>
            <p:nvPr/>
          </p:nvSpPr>
          <p:spPr>
            <a:xfrm>
              <a:off x="2889239" y="2013898"/>
              <a:ext cx="109" cy="109"/>
            </a:xfrm>
            <a:custGeom>
              <a:rect b="b" l="l" r="r" t="t"/>
              <a:pathLst>
                <a:path extrusionOk="0" h="8" w="8">
                  <a:moveTo>
                    <a:pt x="8"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9" name="Google Shape;5399;p95"/>
            <p:cNvSpPr/>
            <p:nvPr/>
          </p:nvSpPr>
          <p:spPr>
            <a:xfrm>
              <a:off x="2887908" y="2012093"/>
              <a:ext cx="204" cy="353"/>
            </a:xfrm>
            <a:custGeom>
              <a:rect b="b" l="l" r="r" t="t"/>
              <a:pathLst>
                <a:path extrusionOk="0" h="26" w="15">
                  <a:moveTo>
                    <a:pt x="15" y="2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0" name="Google Shape;5400;p95"/>
            <p:cNvSpPr/>
            <p:nvPr/>
          </p:nvSpPr>
          <p:spPr>
            <a:xfrm>
              <a:off x="2889334" y="2014048"/>
              <a:ext cx="163" cy="109"/>
            </a:xfrm>
            <a:custGeom>
              <a:rect b="b" l="l" r="r" t="t"/>
              <a:pathLst>
                <a:path extrusionOk="0" h="8" w="12">
                  <a:moveTo>
                    <a:pt x="11"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1" name="Google Shape;5401;p95"/>
            <p:cNvSpPr/>
            <p:nvPr/>
          </p:nvSpPr>
          <p:spPr>
            <a:xfrm>
              <a:off x="2893801" y="2010246"/>
              <a:ext cx="14" cy="54"/>
            </a:xfrm>
            <a:custGeom>
              <a:rect b="b" l="l" r="r" t="t"/>
              <a:pathLst>
                <a:path extrusionOk="0" h="4" w="1">
                  <a:moveTo>
                    <a:pt x="1" y="0"/>
                  </a:moveTo>
                  <a:lnTo>
                    <a:pt x="1" y="0"/>
                  </a:ln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2" name="Google Shape;5402;p95"/>
            <p:cNvSpPr/>
            <p:nvPr/>
          </p:nvSpPr>
          <p:spPr>
            <a:xfrm>
              <a:off x="2889483" y="2014143"/>
              <a:ext cx="54" cy="54"/>
            </a:xfrm>
            <a:custGeom>
              <a:rect b="b" l="l" r="r" t="t"/>
              <a:pathLst>
                <a:path extrusionOk="0" h="4" w="4">
                  <a:moveTo>
                    <a:pt x="4"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3" name="Google Shape;5403;p95"/>
            <p:cNvSpPr/>
            <p:nvPr/>
          </p:nvSpPr>
          <p:spPr>
            <a:xfrm>
              <a:off x="2889578" y="2014238"/>
              <a:ext cx="54" cy="14"/>
            </a:xfrm>
            <a:custGeom>
              <a:rect b="b" l="l" r="r" t="t"/>
              <a:pathLst>
                <a:path extrusionOk="0" h="1" w="4">
                  <a:moveTo>
                    <a:pt x="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4" name="Google Shape;5404;p95"/>
            <p:cNvSpPr/>
            <p:nvPr/>
          </p:nvSpPr>
          <p:spPr>
            <a:xfrm>
              <a:off x="2889619" y="2014279"/>
              <a:ext cx="68" cy="14"/>
            </a:xfrm>
            <a:custGeom>
              <a:rect b="b" l="l" r="r" t="t"/>
              <a:pathLst>
                <a:path extrusionOk="0" h="1" w="5">
                  <a:moveTo>
                    <a:pt x="4"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5" name="Google Shape;5405;p95"/>
            <p:cNvSpPr/>
            <p:nvPr/>
          </p:nvSpPr>
          <p:spPr>
            <a:xfrm>
              <a:off x="2894181" y="2012188"/>
              <a:ext cx="68" cy="353"/>
            </a:xfrm>
            <a:custGeom>
              <a:rect b="b" l="l" r="r" t="t"/>
              <a:pathLst>
                <a:path extrusionOk="0" h="26" w="5">
                  <a:moveTo>
                    <a:pt x="1" y="1"/>
                  </a:moveTo>
                  <a:cubicBezTo>
                    <a:pt x="1" y="11"/>
                    <a:pt x="1" y="18"/>
                    <a:pt x="4" y="25"/>
                  </a:cubicBezTo>
                  <a:cubicBezTo>
                    <a:pt x="1" y="18"/>
                    <a:pt x="1"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6" name="Google Shape;5406;p95"/>
            <p:cNvSpPr/>
            <p:nvPr/>
          </p:nvSpPr>
          <p:spPr>
            <a:xfrm>
              <a:off x="2893950" y="2010952"/>
              <a:ext cx="54" cy="299"/>
            </a:xfrm>
            <a:custGeom>
              <a:rect b="b" l="l" r="r" t="t"/>
              <a:pathLst>
                <a:path extrusionOk="0" h="22" w="4">
                  <a:moveTo>
                    <a:pt x="0" y="1"/>
                  </a:moveTo>
                  <a:lnTo>
                    <a:pt x="4"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7" name="Google Shape;5407;p95"/>
            <p:cNvSpPr/>
            <p:nvPr/>
          </p:nvSpPr>
          <p:spPr>
            <a:xfrm>
              <a:off x="2894045" y="2011387"/>
              <a:ext cx="54" cy="394"/>
            </a:xfrm>
            <a:custGeom>
              <a:rect b="b" l="l" r="r" t="t"/>
              <a:pathLst>
                <a:path extrusionOk="0" h="29" w="4">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8" name="Google Shape;5408;p95"/>
            <p:cNvSpPr/>
            <p:nvPr/>
          </p:nvSpPr>
          <p:spPr>
            <a:xfrm>
              <a:off x="2894140" y="2011808"/>
              <a:ext cx="54" cy="353"/>
            </a:xfrm>
            <a:custGeom>
              <a:rect b="b" l="l" r="r" t="t"/>
              <a:pathLst>
                <a:path extrusionOk="0" h="26" w="4">
                  <a:moveTo>
                    <a:pt x="0" y="1"/>
                  </a:moveTo>
                  <a:cubicBezTo>
                    <a:pt x="0" y="8"/>
                    <a:pt x="0" y="15"/>
                    <a:pt x="4" y="25"/>
                  </a:cubicBezTo>
                  <a:cubicBezTo>
                    <a:pt x="0" y="15"/>
                    <a:pt x="0"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9" name="Google Shape;5409;p95"/>
            <p:cNvSpPr/>
            <p:nvPr/>
          </p:nvSpPr>
          <p:spPr>
            <a:xfrm>
              <a:off x="2889714" y="2014333"/>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0" name="Google Shape;5410;p95"/>
            <p:cNvSpPr/>
            <p:nvPr/>
          </p:nvSpPr>
          <p:spPr>
            <a:xfrm>
              <a:off x="2893855" y="2010477"/>
              <a:ext cx="54" cy="353"/>
            </a:xfrm>
            <a:custGeom>
              <a:rect b="b" l="l" r="r" t="t"/>
              <a:pathLst>
                <a:path extrusionOk="0" h="26" w="4">
                  <a:moveTo>
                    <a:pt x="0" y="1"/>
                  </a:moveTo>
                  <a:lnTo>
                    <a:pt x="4"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1" name="Google Shape;5411;p95"/>
            <p:cNvSpPr/>
            <p:nvPr/>
          </p:nvSpPr>
          <p:spPr>
            <a:xfrm>
              <a:off x="2333674" y="1750386"/>
              <a:ext cx="69992" cy="68689"/>
            </a:xfrm>
            <a:custGeom>
              <a:rect b="b" l="l" r="r" t="t"/>
              <a:pathLst>
                <a:path extrusionOk="0" h="5059" w="5155">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2" name="Google Shape;5412;p95"/>
            <p:cNvSpPr/>
            <p:nvPr/>
          </p:nvSpPr>
          <p:spPr>
            <a:xfrm>
              <a:off x="2360965" y="1751568"/>
              <a:ext cx="584" cy="204"/>
            </a:xfrm>
            <a:custGeom>
              <a:rect b="b" l="l" r="r" t="t"/>
              <a:pathLst>
                <a:path extrusionOk="0" h="15" w="43">
                  <a:moveTo>
                    <a:pt x="0" y="1"/>
                  </a:moveTo>
                  <a:lnTo>
                    <a:pt x="42" y="15"/>
                  </a:lnTo>
                  <a:lnTo>
                    <a:pt x="42" y="15"/>
                  </a:lnTo>
                  <a:lnTo>
                    <a:pt x="0" y="1"/>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3" name="Google Shape;5413;p95"/>
            <p:cNvSpPr/>
            <p:nvPr/>
          </p:nvSpPr>
          <p:spPr>
            <a:xfrm>
              <a:off x="2333674" y="1776048"/>
              <a:ext cx="15465" cy="8147"/>
            </a:xfrm>
            <a:custGeom>
              <a:rect b="b" l="l" r="r" t="t"/>
              <a:pathLst>
                <a:path extrusionOk="0" h="600" w="1139">
                  <a:moveTo>
                    <a:pt x="1139" y="0"/>
                  </a:moveTo>
                  <a:cubicBezTo>
                    <a:pt x="1086" y="28"/>
                    <a:pt x="501" y="340"/>
                    <a:pt x="1" y="599"/>
                  </a:cubicBezTo>
                  <a:cubicBezTo>
                    <a:pt x="452" y="368"/>
                    <a:pt x="971" y="91"/>
                    <a:pt x="113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4" name="Google Shape;5414;p95"/>
            <p:cNvSpPr/>
            <p:nvPr/>
          </p:nvSpPr>
          <p:spPr>
            <a:xfrm>
              <a:off x="2333674" y="1784181"/>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5" name="Google Shape;5415;p95"/>
            <p:cNvSpPr/>
            <p:nvPr/>
          </p:nvSpPr>
          <p:spPr>
            <a:xfrm>
              <a:off x="2334720" y="1789218"/>
              <a:ext cx="1059" cy="4481"/>
            </a:xfrm>
            <a:custGeom>
              <a:rect b="b" l="l" r="r" t="t"/>
              <a:pathLst>
                <a:path extrusionOk="0" h="330" w="78">
                  <a:moveTo>
                    <a:pt x="78" y="329"/>
                  </a:moveTo>
                  <a:cubicBezTo>
                    <a:pt x="53" y="224"/>
                    <a:pt x="25" y="105"/>
                    <a:pt x="1" y="0"/>
                  </a:cubicBezTo>
                  <a:cubicBezTo>
                    <a:pt x="25" y="105"/>
                    <a:pt x="53" y="224"/>
                    <a:pt x="78" y="3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6" name="Google Shape;5416;p95"/>
            <p:cNvSpPr/>
            <p:nvPr/>
          </p:nvSpPr>
          <p:spPr>
            <a:xfrm>
              <a:off x="2334530" y="1788403"/>
              <a:ext cx="204" cy="828"/>
            </a:xfrm>
            <a:custGeom>
              <a:rect b="b" l="l" r="r" t="t"/>
              <a:pathLst>
                <a:path extrusionOk="0" h="61" w="15">
                  <a:moveTo>
                    <a:pt x="1" y="1"/>
                  </a:moveTo>
                  <a:lnTo>
                    <a:pt x="15" y="6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7" name="Google Shape;5417;p95"/>
            <p:cNvSpPr/>
            <p:nvPr/>
          </p:nvSpPr>
          <p:spPr>
            <a:xfrm>
              <a:off x="2334340" y="1787697"/>
              <a:ext cx="204" cy="720"/>
            </a:xfrm>
            <a:custGeom>
              <a:rect b="b" l="l" r="r" t="t"/>
              <a:pathLst>
                <a:path extrusionOk="0" h="53" w="15">
                  <a:moveTo>
                    <a:pt x="1" y="0"/>
                  </a:moveTo>
                  <a:lnTo>
                    <a:pt x="15" y="53"/>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8" name="Google Shape;5418;p95"/>
            <p:cNvSpPr/>
            <p:nvPr/>
          </p:nvSpPr>
          <p:spPr>
            <a:xfrm>
              <a:off x="2333770" y="1785036"/>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9" name="Google Shape;5419;p95"/>
            <p:cNvSpPr/>
            <p:nvPr/>
          </p:nvSpPr>
          <p:spPr>
            <a:xfrm>
              <a:off x="2334150" y="1787073"/>
              <a:ext cx="204" cy="584"/>
            </a:xfrm>
            <a:custGeom>
              <a:rect b="b" l="l" r="r" t="t"/>
              <a:pathLst>
                <a:path extrusionOk="0" h="43" w="15">
                  <a:moveTo>
                    <a:pt x="1" y="1"/>
                  </a:moveTo>
                  <a:cubicBezTo>
                    <a:pt x="4" y="11"/>
                    <a:pt x="8" y="29"/>
                    <a:pt x="15" y="43"/>
                  </a:cubicBezTo>
                  <a:cubicBezTo>
                    <a:pt x="8" y="29"/>
                    <a:pt x="4"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0" name="Google Shape;5420;p95"/>
            <p:cNvSpPr/>
            <p:nvPr/>
          </p:nvSpPr>
          <p:spPr>
            <a:xfrm>
              <a:off x="2333865" y="1785742"/>
              <a:ext cx="14" cy="109"/>
            </a:xfrm>
            <a:custGeom>
              <a:rect b="b" l="l" r="r" t="t"/>
              <a:pathLst>
                <a:path extrusionOk="0" h="8" w="1">
                  <a:moveTo>
                    <a:pt x="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1" name="Google Shape;5421;p95"/>
            <p:cNvSpPr/>
            <p:nvPr/>
          </p:nvSpPr>
          <p:spPr>
            <a:xfrm>
              <a:off x="2334055" y="1786462"/>
              <a:ext cx="14" cy="109"/>
            </a:xfrm>
            <a:custGeom>
              <a:rect b="b" l="l" r="r" t="t"/>
              <a:pathLst>
                <a:path extrusionOk="0" h="8" w="1">
                  <a:moveTo>
                    <a:pt x="1"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2" name="Google Shape;5422;p95"/>
            <p:cNvSpPr/>
            <p:nvPr/>
          </p:nvSpPr>
          <p:spPr>
            <a:xfrm>
              <a:off x="2333674" y="1784181"/>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3" name="Google Shape;5423;p95"/>
            <p:cNvSpPr/>
            <p:nvPr/>
          </p:nvSpPr>
          <p:spPr>
            <a:xfrm>
              <a:off x="2369709" y="1751568"/>
              <a:ext cx="2580" cy="1249"/>
            </a:xfrm>
            <a:custGeom>
              <a:rect b="b" l="l" r="r" t="t"/>
              <a:pathLst>
                <a:path extrusionOk="0" h="92" w="190">
                  <a:moveTo>
                    <a:pt x="0" y="8"/>
                  </a:moveTo>
                  <a:cubicBezTo>
                    <a:pt x="29" y="1"/>
                    <a:pt x="130" y="57"/>
                    <a:pt x="190" y="92"/>
                  </a:cubicBezTo>
                  <a:cubicBezTo>
                    <a:pt x="130" y="57"/>
                    <a:pt x="29" y="1"/>
                    <a:pt x="0"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4" name="Google Shape;5424;p95"/>
            <p:cNvSpPr/>
            <p:nvPr/>
          </p:nvSpPr>
          <p:spPr>
            <a:xfrm>
              <a:off x="2348135" y="1797392"/>
              <a:ext cx="2620" cy="1724"/>
            </a:xfrm>
            <a:custGeom>
              <a:rect b="b" l="l" r="r" t="t"/>
              <a:pathLst>
                <a:path extrusionOk="0" h="127" w="193">
                  <a:moveTo>
                    <a:pt x="0" y="0"/>
                  </a:moveTo>
                  <a:lnTo>
                    <a:pt x="0" y="0"/>
                  </a:lnTo>
                  <a:cubicBezTo>
                    <a:pt x="63" y="39"/>
                    <a:pt x="126" y="84"/>
                    <a:pt x="193" y="126"/>
                  </a:cubicBezTo>
                  <a:cubicBezTo>
                    <a:pt x="126" y="81"/>
                    <a:pt x="63" y="39"/>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5" name="Google Shape;5425;p95"/>
            <p:cNvSpPr/>
            <p:nvPr/>
          </p:nvSpPr>
          <p:spPr>
            <a:xfrm>
              <a:off x="2337666" y="1793631"/>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6" name="Google Shape;5426;p95"/>
            <p:cNvSpPr/>
            <p:nvPr/>
          </p:nvSpPr>
          <p:spPr>
            <a:xfrm>
              <a:off x="2338046" y="1793590"/>
              <a:ext cx="679" cy="14"/>
            </a:xfrm>
            <a:custGeom>
              <a:rect b="b" l="l" r="r" t="t"/>
              <a:pathLst>
                <a:path extrusionOk="0" h="1" w="50">
                  <a:moveTo>
                    <a:pt x="1" y="0"/>
                  </a:moveTo>
                  <a:lnTo>
                    <a:pt x="5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7" name="Google Shape;5427;p95"/>
            <p:cNvSpPr/>
            <p:nvPr/>
          </p:nvSpPr>
          <p:spPr>
            <a:xfrm>
              <a:off x="2342663" y="1794255"/>
              <a:ext cx="353" cy="204"/>
            </a:xfrm>
            <a:custGeom>
              <a:rect b="b" l="l" r="r" t="t"/>
              <a:pathLst>
                <a:path extrusionOk="0" h="15" w="26">
                  <a:moveTo>
                    <a:pt x="1" y="0"/>
                  </a:moveTo>
                  <a:lnTo>
                    <a:pt x="25"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8" name="Google Shape;5428;p95"/>
            <p:cNvSpPr/>
            <p:nvPr/>
          </p:nvSpPr>
          <p:spPr>
            <a:xfrm>
              <a:off x="2344088" y="1795016"/>
              <a:ext cx="4060" cy="2390"/>
            </a:xfrm>
            <a:custGeom>
              <a:rect b="b" l="l" r="r" t="t"/>
              <a:pathLst>
                <a:path extrusionOk="0" h="176" w="299">
                  <a:moveTo>
                    <a:pt x="1" y="0"/>
                  </a:moveTo>
                  <a:cubicBezTo>
                    <a:pt x="88" y="46"/>
                    <a:pt x="186" y="105"/>
                    <a:pt x="298" y="175"/>
                  </a:cubicBezTo>
                  <a:cubicBezTo>
                    <a:pt x="186" y="105"/>
                    <a:pt x="88" y="46"/>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9" name="Google Shape;5429;p95"/>
            <p:cNvSpPr/>
            <p:nvPr/>
          </p:nvSpPr>
          <p:spPr>
            <a:xfrm>
              <a:off x="2343192" y="1794540"/>
              <a:ext cx="109" cy="54"/>
            </a:xfrm>
            <a:custGeom>
              <a:rect b="b" l="l" r="r" t="t"/>
              <a:pathLst>
                <a:path extrusionOk="0" h="4" w="8">
                  <a:moveTo>
                    <a:pt x="0" y="0"/>
                  </a:moveTo>
                  <a:lnTo>
                    <a:pt x="7"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0" name="Google Shape;5430;p95"/>
            <p:cNvSpPr/>
            <p:nvPr/>
          </p:nvSpPr>
          <p:spPr>
            <a:xfrm>
              <a:off x="2338712" y="1793590"/>
              <a:ext cx="2009" cy="109"/>
            </a:xfrm>
            <a:custGeom>
              <a:rect b="b" l="l" r="r" t="t"/>
              <a:pathLst>
                <a:path extrusionOk="0" h="8" w="148">
                  <a:moveTo>
                    <a:pt x="1" y="0"/>
                  </a:moveTo>
                  <a:cubicBezTo>
                    <a:pt x="50" y="0"/>
                    <a:pt x="99" y="4"/>
                    <a:pt x="148" y="7"/>
                  </a:cubicBezTo>
                  <a:cubicBezTo>
                    <a:pt x="99" y="4"/>
                    <a:pt x="50" y="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1" name="Google Shape;5431;p95"/>
            <p:cNvSpPr/>
            <p:nvPr/>
          </p:nvSpPr>
          <p:spPr>
            <a:xfrm>
              <a:off x="2382309" y="181835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2" name="Google Shape;5432;p95"/>
            <p:cNvSpPr/>
            <p:nvPr/>
          </p:nvSpPr>
          <p:spPr>
            <a:xfrm>
              <a:off x="2386776" y="1818776"/>
              <a:ext cx="3435" cy="394"/>
            </a:xfrm>
            <a:custGeom>
              <a:rect b="b" l="l" r="r" t="t"/>
              <a:pathLst>
                <a:path extrusionOk="0" h="29" w="253">
                  <a:moveTo>
                    <a:pt x="252" y="29"/>
                  </a:moveTo>
                  <a:lnTo>
                    <a:pt x="0" y="1"/>
                  </a:lnTo>
                  <a:lnTo>
                    <a:pt x="252"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3" name="Google Shape;5433;p95"/>
            <p:cNvSpPr/>
            <p:nvPr/>
          </p:nvSpPr>
          <p:spPr>
            <a:xfrm>
              <a:off x="2392098" y="1811662"/>
              <a:ext cx="11663" cy="11554"/>
            </a:xfrm>
            <a:custGeom>
              <a:rect b="b" l="l" r="r" t="t"/>
              <a:pathLst>
                <a:path extrusionOk="0" h="851" w="859">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4" name="Google Shape;5434;p95"/>
            <p:cNvSpPr/>
            <p:nvPr/>
          </p:nvSpPr>
          <p:spPr>
            <a:xfrm>
              <a:off x="2392003" y="1819401"/>
              <a:ext cx="3435" cy="434"/>
            </a:xfrm>
            <a:custGeom>
              <a:rect b="b" l="l" r="r" t="t"/>
              <a:pathLst>
                <a:path extrusionOk="0" h="32" w="253">
                  <a:moveTo>
                    <a:pt x="0" y="0"/>
                  </a:moveTo>
                  <a:lnTo>
                    <a:pt x="0" y="0"/>
                  </a:lnTo>
                  <a:lnTo>
                    <a:pt x="252" y="32"/>
                  </a:lnTo>
                  <a:lnTo>
                    <a:pt x="252"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5" name="Google Shape;5435;p95"/>
            <p:cNvSpPr/>
            <p:nvPr/>
          </p:nvSpPr>
          <p:spPr>
            <a:xfrm>
              <a:off x="2399471" y="1823053"/>
              <a:ext cx="4236" cy="204"/>
            </a:xfrm>
            <a:custGeom>
              <a:rect b="b" l="l" r="r" t="t"/>
              <a:pathLst>
                <a:path extrusionOk="0" h="15" w="312">
                  <a:moveTo>
                    <a:pt x="312" y="15"/>
                  </a:moveTo>
                  <a:lnTo>
                    <a:pt x="312" y="15"/>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6" name="Google Shape;5436;p95"/>
            <p:cNvSpPr/>
            <p:nvPr/>
          </p:nvSpPr>
          <p:spPr>
            <a:xfrm>
              <a:off x="2397991" y="1811743"/>
              <a:ext cx="204" cy="14"/>
            </a:xfrm>
            <a:custGeom>
              <a:rect b="b" l="l" r="r" t="t"/>
              <a:pathLst>
                <a:path extrusionOk="0" h="1" w="15">
                  <a:moveTo>
                    <a:pt x="0" y="1"/>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7" name="Google Shape;5437;p95"/>
            <p:cNvSpPr/>
            <p:nvPr/>
          </p:nvSpPr>
          <p:spPr>
            <a:xfrm>
              <a:off x="2393185" y="1816685"/>
              <a:ext cx="14" cy="68"/>
            </a:xfrm>
            <a:custGeom>
              <a:rect b="b" l="l" r="r" t="t"/>
              <a:pathLst>
                <a:path extrusionOk="0" h="5" w="1">
                  <a:moveTo>
                    <a:pt x="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8" name="Google Shape;5438;p95"/>
            <p:cNvSpPr/>
            <p:nvPr/>
          </p:nvSpPr>
          <p:spPr>
            <a:xfrm>
              <a:off x="2399702" y="1812598"/>
              <a:ext cx="204" cy="204"/>
            </a:xfrm>
            <a:custGeom>
              <a:rect b="b" l="l" r="r" t="t"/>
              <a:pathLst>
                <a:path extrusionOk="0" h="15" w="15">
                  <a:moveTo>
                    <a:pt x="1" y="1"/>
                  </a:moveTo>
                  <a:lnTo>
                    <a:pt x="15"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9" name="Google Shape;5439;p95"/>
            <p:cNvSpPr/>
            <p:nvPr/>
          </p:nvSpPr>
          <p:spPr>
            <a:xfrm>
              <a:off x="2399227" y="1812273"/>
              <a:ext cx="204" cy="149"/>
            </a:xfrm>
            <a:custGeom>
              <a:rect b="b" l="l" r="r" t="t"/>
              <a:pathLst>
                <a:path extrusionOk="0" h="11" w="15">
                  <a:moveTo>
                    <a:pt x="1" y="0"/>
                  </a:moveTo>
                  <a:lnTo>
                    <a:pt x="15"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0" name="Google Shape;5440;p95"/>
            <p:cNvSpPr/>
            <p:nvPr/>
          </p:nvSpPr>
          <p:spPr>
            <a:xfrm>
              <a:off x="2398426" y="1811838"/>
              <a:ext cx="149" cy="68"/>
            </a:xfrm>
            <a:custGeom>
              <a:rect b="b" l="l" r="r" t="t"/>
              <a:pathLst>
                <a:path extrusionOk="0" h="5" w="11">
                  <a:moveTo>
                    <a:pt x="0" y="1"/>
                  </a:moveTo>
                  <a:lnTo>
                    <a:pt x="1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1" name="Google Shape;5441;p95"/>
            <p:cNvSpPr/>
            <p:nvPr/>
          </p:nvSpPr>
          <p:spPr>
            <a:xfrm>
              <a:off x="2397367" y="1811743"/>
              <a:ext cx="394" cy="14"/>
            </a:xfrm>
            <a:custGeom>
              <a:rect b="b" l="l" r="r" t="t"/>
              <a:pathLst>
                <a:path extrusionOk="0" h="1" w="29">
                  <a:moveTo>
                    <a:pt x="1" y="1"/>
                  </a:moveTo>
                  <a:cubicBezTo>
                    <a:pt x="8" y="1"/>
                    <a:pt x="18" y="1"/>
                    <a:pt x="29" y="1"/>
                  </a:cubicBezTo>
                  <a:cubicBezTo>
                    <a:pt x="18" y="1"/>
                    <a:pt x="8"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2" name="Google Shape;5442;p95"/>
            <p:cNvSpPr/>
            <p:nvPr/>
          </p:nvSpPr>
          <p:spPr>
            <a:xfrm>
              <a:off x="2393755" y="1815409"/>
              <a:ext cx="68" cy="109"/>
            </a:xfrm>
            <a:custGeom>
              <a:rect b="b" l="l" r="r" t="t"/>
              <a:pathLst>
                <a:path extrusionOk="0" h="8" w="5">
                  <a:moveTo>
                    <a:pt x="1"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3" name="Google Shape;5443;p95"/>
            <p:cNvSpPr/>
            <p:nvPr/>
          </p:nvSpPr>
          <p:spPr>
            <a:xfrm>
              <a:off x="2400747" y="1813549"/>
              <a:ext cx="204" cy="163"/>
            </a:xfrm>
            <a:custGeom>
              <a:rect b="b" l="l" r="r" t="t"/>
              <a:pathLst>
                <a:path extrusionOk="0" h="12" w="15">
                  <a:moveTo>
                    <a:pt x="15"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4" name="Google Shape;5444;p95"/>
            <p:cNvSpPr/>
            <p:nvPr/>
          </p:nvSpPr>
          <p:spPr>
            <a:xfrm>
              <a:off x="2393375" y="1816169"/>
              <a:ext cx="68" cy="109"/>
            </a:xfrm>
            <a:custGeom>
              <a:rect b="b" l="l" r="r" t="t"/>
              <a:pathLst>
                <a:path extrusionOk="0" h="8" w="5">
                  <a:moveTo>
                    <a:pt x="1"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5" name="Google Shape;5445;p95"/>
            <p:cNvSpPr/>
            <p:nvPr/>
          </p:nvSpPr>
          <p:spPr>
            <a:xfrm>
              <a:off x="2400177" y="1813033"/>
              <a:ext cx="299" cy="244"/>
            </a:xfrm>
            <a:custGeom>
              <a:rect b="b" l="l" r="r" t="t"/>
              <a:pathLst>
                <a:path extrusionOk="0" h="18" w="22">
                  <a:moveTo>
                    <a:pt x="1" y="0"/>
                  </a:moveTo>
                  <a:lnTo>
                    <a:pt x="22"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6" name="Google Shape;5446;p95"/>
            <p:cNvSpPr/>
            <p:nvPr/>
          </p:nvSpPr>
          <p:spPr>
            <a:xfrm>
              <a:off x="2393565" y="1815735"/>
              <a:ext cx="68" cy="109"/>
            </a:xfrm>
            <a:custGeom>
              <a:rect b="b" l="l" r="r" t="t"/>
              <a:pathLst>
                <a:path extrusionOk="0" h="8" w="5">
                  <a:moveTo>
                    <a:pt x="1"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7" name="Google Shape;5447;p95"/>
            <p:cNvSpPr/>
            <p:nvPr/>
          </p:nvSpPr>
          <p:spPr>
            <a:xfrm>
              <a:off x="2398806" y="1812028"/>
              <a:ext cx="204" cy="109"/>
            </a:xfrm>
            <a:custGeom>
              <a:rect b="b" l="l" r="r" t="t"/>
              <a:pathLst>
                <a:path extrusionOk="0" h="8" w="15">
                  <a:moveTo>
                    <a:pt x="0" y="1"/>
                  </a:moveTo>
                  <a:lnTo>
                    <a:pt x="14"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8" name="Google Shape;5448;p95"/>
            <p:cNvSpPr/>
            <p:nvPr/>
          </p:nvSpPr>
          <p:spPr>
            <a:xfrm>
              <a:off x="2394420" y="1814268"/>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9" name="Google Shape;5449;p95"/>
            <p:cNvSpPr/>
            <p:nvPr/>
          </p:nvSpPr>
          <p:spPr>
            <a:xfrm>
              <a:off x="2394040" y="1814839"/>
              <a:ext cx="68" cy="109"/>
            </a:xfrm>
            <a:custGeom>
              <a:rect b="b" l="l" r="r" t="t"/>
              <a:pathLst>
                <a:path extrusionOk="0" h="8" w="5">
                  <a:moveTo>
                    <a:pt x="1"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0" name="Google Shape;5450;p95"/>
            <p:cNvSpPr/>
            <p:nvPr/>
          </p:nvSpPr>
          <p:spPr>
            <a:xfrm>
              <a:off x="2394135" y="1814649"/>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1" name="Google Shape;5451;p95"/>
            <p:cNvSpPr/>
            <p:nvPr/>
          </p:nvSpPr>
          <p:spPr>
            <a:xfrm>
              <a:off x="2394230" y="1814499"/>
              <a:ext cx="14" cy="68"/>
            </a:xfrm>
            <a:custGeom>
              <a:rect b="b" l="l" r="r" t="t"/>
              <a:pathLst>
                <a:path extrusionOk="0" h="5" w="1">
                  <a:moveTo>
                    <a:pt x="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2" name="Google Shape;5452;p95"/>
            <p:cNvSpPr/>
            <p:nvPr/>
          </p:nvSpPr>
          <p:spPr>
            <a:xfrm>
              <a:off x="2394380" y="1814309"/>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3" name="Google Shape;5453;p95"/>
            <p:cNvSpPr/>
            <p:nvPr/>
          </p:nvSpPr>
          <p:spPr>
            <a:xfrm>
              <a:off x="2394325" y="1814404"/>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4" name="Google Shape;5454;p95"/>
            <p:cNvSpPr/>
            <p:nvPr/>
          </p:nvSpPr>
          <p:spPr>
            <a:xfrm>
              <a:off x="2393904" y="1815070"/>
              <a:ext cx="54" cy="109"/>
            </a:xfrm>
            <a:custGeom>
              <a:rect b="b" l="l" r="r" t="t"/>
              <a:pathLst>
                <a:path extrusionOk="0" h="8" w="4">
                  <a:moveTo>
                    <a:pt x="0"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5" name="Google Shape;5455;p95"/>
            <p:cNvSpPr/>
            <p:nvPr/>
          </p:nvSpPr>
          <p:spPr>
            <a:xfrm>
              <a:off x="2013313" y="1624754"/>
              <a:ext cx="94975" cy="80080"/>
            </a:xfrm>
            <a:custGeom>
              <a:rect b="b" l="l" r="r" t="t"/>
              <a:pathLst>
                <a:path extrusionOk="0" h="5898" w="6995">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6" name="Google Shape;5456;p95"/>
            <p:cNvSpPr/>
            <p:nvPr/>
          </p:nvSpPr>
          <p:spPr>
            <a:xfrm>
              <a:off x="2113407" y="1701277"/>
              <a:ext cx="5580" cy="11812"/>
            </a:xfrm>
            <a:custGeom>
              <a:rect b="b" l="l" r="r" t="t"/>
              <a:pathLst>
                <a:path extrusionOk="0" h="870" w="411">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7" name="Google Shape;5457;p95"/>
            <p:cNvSpPr/>
            <p:nvPr/>
          </p:nvSpPr>
          <p:spPr>
            <a:xfrm>
              <a:off x="2091696" y="1640056"/>
              <a:ext cx="4616" cy="543"/>
            </a:xfrm>
            <a:custGeom>
              <a:rect b="b" l="l" r="r" t="t"/>
              <a:pathLst>
                <a:path extrusionOk="0" h="40" w="34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8" name="Google Shape;5458;p95"/>
            <p:cNvSpPr/>
            <p:nvPr/>
          </p:nvSpPr>
          <p:spPr>
            <a:xfrm>
              <a:off x="2083563" y="1634394"/>
              <a:ext cx="149" cy="109"/>
            </a:xfrm>
            <a:custGeom>
              <a:rect b="b" l="l" r="r" t="t"/>
              <a:pathLst>
                <a:path extrusionOk="0" h="8" w="11">
                  <a:moveTo>
                    <a:pt x="11"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9" name="Google Shape;5459;p95"/>
            <p:cNvSpPr/>
            <p:nvPr/>
          </p:nvSpPr>
          <p:spPr>
            <a:xfrm>
              <a:off x="2066972" y="1624699"/>
              <a:ext cx="68" cy="68"/>
            </a:xfrm>
            <a:custGeom>
              <a:rect b="b" l="l" r="r" t="t"/>
              <a:pathLst>
                <a:path extrusionOk="0" h="5" w="5">
                  <a:moveTo>
                    <a:pt x="1" y="1"/>
                  </a:move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0" name="Google Shape;5460;p95"/>
            <p:cNvSpPr/>
            <p:nvPr/>
          </p:nvSpPr>
          <p:spPr>
            <a:xfrm>
              <a:off x="2087840" y="1638630"/>
              <a:ext cx="244" cy="299"/>
            </a:xfrm>
            <a:custGeom>
              <a:rect b="b" l="l" r="r" t="t"/>
              <a:pathLst>
                <a:path extrusionOk="0" h="22" w="18">
                  <a:moveTo>
                    <a:pt x="1" y="1"/>
                  </a:moveTo>
                  <a:lnTo>
                    <a:pt x="18"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1" name="Google Shape;5461;p95"/>
            <p:cNvSpPr/>
            <p:nvPr/>
          </p:nvSpPr>
          <p:spPr>
            <a:xfrm>
              <a:off x="2089741" y="1640151"/>
              <a:ext cx="353" cy="109"/>
            </a:xfrm>
            <a:custGeom>
              <a:rect b="b" l="l" r="r" t="t"/>
              <a:pathLst>
                <a:path extrusionOk="0" h="8" w="26">
                  <a:moveTo>
                    <a:pt x="1" y="1"/>
                  </a:moveTo>
                  <a:cubicBezTo>
                    <a:pt x="8" y="4"/>
                    <a:pt x="18" y="4"/>
                    <a:pt x="25" y="8"/>
                  </a:cubicBezTo>
                  <a:cubicBezTo>
                    <a:pt x="18" y="4"/>
                    <a:pt x="8"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2" name="Google Shape;5462;p95"/>
            <p:cNvSpPr/>
            <p:nvPr/>
          </p:nvSpPr>
          <p:spPr>
            <a:xfrm>
              <a:off x="2089361" y="1640015"/>
              <a:ext cx="299" cy="149"/>
            </a:xfrm>
            <a:custGeom>
              <a:rect b="b" l="l" r="r" t="t"/>
              <a:pathLst>
                <a:path extrusionOk="0" h="11" w="22">
                  <a:moveTo>
                    <a:pt x="1" y="0"/>
                  </a:moveTo>
                  <a:cubicBezTo>
                    <a:pt x="8" y="4"/>
                    <a:pt x="15" y="7"/>
                    <a:pt x="22" y="11"/>
                  </a:cubicBezTo>
                  <a:cubicBezTo>
                    <a:pt x="15" y="7"/>
                    <a:pt x="8"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3" name="Google Shape;5463;p95"/>
            <p:cNvSpPr/>
            <p:nvPr/>
          </p:nvSpPr>
          <p:spPr>
            <a:xfrm>
              <a:off x="2079992" y="1635819"/>
              <a:ext cx="1629" cy="299"/>
            </a:xfrm>
            <a:custGeom>
              <a:rect b="b" l="l" r="r" t="t"/>
              <a:pathLst>
                <a:path extrusionOk="0" h="22" w="120">
                  <a:moveTo>
                    <a:pt x="120" y="1"/>
                  </a:moveTo>
                  <a:cubicBezTo>
                    <a:pt x="81" y="22"/>
                    <a:pt x="39" y="22"/>
                    <a:pt x="1" y="8"/>
                  </a:cubicBezTo>
                  <a:cubicBezTo>
                    <a:pt x="39" y="22"/>
                    <a:pt x="81" y="22"/>
                    <a:pt x="12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4" name="Google Shape;5464;p95"/>
            <p:cNvSpPr/>
            <p:nvPr/>
          </p:nvSpPr>
          <p:spPr>
            <a:xfrm>
              <a:off x="2088411" y="1639295"/>
              <a:ext cx="204" cy="204"/>
            </a:xfrm>
            <a:custGeom>
              <a:rect b="b" l="l" r="r" t="t"/>
              <a:pathLst>
                <a:path extrusionOk="0" h="15" w="15">
                  <a:moveTo>
                    <a:pt x="15"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5" name="Google Shape;5465;p95"/>
            <p:cNvSpPr/>
            <p:nvPr/>
          </p:nvSpPr>
          <p:spPr>
            <a:xfrm>
              <a:off x="2088981" y="1639825"/>
              <a:ext cx="299" cy="149"/>
            </a:xfrm>
            <a:custGeom>
              <a:rect b="b" l="l" r="r" t="t"/>
              <a:pathLst>
                <a:path extrusionOk="0" h="11" w="22">
                  <a:moveTo>
                    <a:pt x="1" y="0"/>
                  </a:moveTo>
                  <a:cubicBezTo>
                    <a:pt x="8" y="4"/>
                    <a:pt x="15" y="7"/>
                    <a:pt x="22" y="11"/>
                  </a:cubicBezTo>
                  <a:cubicBezTo>
                    <a:pt x="15" y="7"/>
                    <a:pt x="8"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6" name="Google Shape;5466;p95"/>
            <p:cNvSpPr/>
            <p:nvPr/>
          </p:nvSpPr>
          <p:spPr>
            <a:xfrm>
              <a:off x="2090121" y="1640110"/>
              <a:ext cx="1589" cy="109"/>
            </a:xfrm>
            <a:custGeom>
              <a:rect b="b" l="l" r="r" t="t"/>
              <a:pathLst>
                <a:path extrusionOk="0" h="8" w="117">
                  <a:moveTo>
                    <a:pt x="81" y="0"/>
                  </a:moveTo>
                  <a:cubicBezTo>
                    <a:pt x="67" y="0"/>
                    <a:pt x="53" y="4"/>
                    <a:pt x="36" y="4"/>
                  </a:cubicBezTo>
                  <a:cubicBezTo>
                    <a:pt x="25" y="7"/>
                    <a:pt x="15" y="7"/>
                    <a:pt x="1" y="7"/>
                  </a:cubicBezTo>
                  <a:lnTo>
                    <a:pt x="39" y="7"/>
                  </a:lnTo>
                  <a:cubicBezTo>
                    <a:pt x="64" y="4"/>
                    <a:pt x="88" y="0"/>
                    <a:pt x="11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7" name="Google Shape;5467;p95"/>
            <p:cNvSpPr/>
            <p:nvPr/>
          </p:nvSpPr>
          <p:spPr>
            <a:xfrm>
              <a:off x="2088125" y="1638969"/>
              <a:ext cx="204" cy="244"/>
            </a:xfrm>
            <a:custGeom>
              <a:rect b="b" l="l" r="r" t="t"/>
              <a:pathLst>
                <a:path extrusionOk="0" h="18" w="15">
                  <a:moveTo>
                    <a:pt x="1" y="0"/>
                  </a:moveTo>
                  <a:lnTo>
                    <a:pt x="15"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8" name="Google Shape;5468;p95"/>
            <p:cNvSpPr/>
            <p:nvPr/>
          </p:nvSpPr>
          <p:spPr>
            <a:xfrm>
              <a:off x="2088696" y="1639580"/>
              <a:ext cx="258" cy="204"/>
            </a:xfrm>
            <a:custGeom>
              <a:rect b="b" l="l" r="r" t="t"/>
              <a:pathLst>
                <a:path extrusionOk="0" h="15" w="19">
                  <a:moveTo>
                    <a:pt x="1" y="1"/>
                  </a:moveTo>
                  <a:lnTo>
                    <a:pt x="18"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9" name="Google Shape;5469;p95"/>
            <p:cNvSpPr/>
            <p:nvPr/>
          </p:nvSpPr>
          <p:spPr>
            <a:xfrm>
              <a:off x="2091221" y="1640056"/>
              <a:ext cx="1100" cy="68"/>
            </a:xfrm>
            <a:custGeom>
              <a:rect b="b" l="l" r="r" t="t"/>
              <a:pathLst>
                <a:path extrusionOk="0" h="5" w="81">
                  <a:moveTo>
                    <a:pt x="81" y="1"/>
                  </a:moveTo>
                  <a:cubicBezTo>
                    <a:pt x="56" y="1"/>
                    <a:pt x="28" y="1"/>
                    <a:pt x="0" y="4"/>
                  </a:cubicBezTo>
                  <a:lnTo>
                    <a:pt x="35" y="4"/>
                  </a:lnTo>
                  <a:lnTo>
                    <a:pt x="8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0" name="Google Shape;5470;p95"/>
            <p:cNvSpPr/>
            <p:nvPr/>
          </p:nvSpPr>
          <p:spPr>
            <a:xfrm>
              <a:off x="2093923" y="1670524"/>
              <a:ext cx="109" cy="258"/>
            </a:xfrm>
            <a:custGeom>
              <a:rect b="b" l="l" r="r" t="t"/>
              <a:pathLst>
                <a:path extrusionOk="0" h="19" w="8">
                  <a:moveTo>
                    <a:pt x="8" y="18"/>
                  </a:moveTo>
                  <a:cubicBezTo>
                    <a:pt x="4" y="11"/>
                    <a:pt x="1" y="8"/>
                    <a:pt x="1" y="1"/>
                  </a:cubicBezTo>
                  <a:cubicBezTo>
                    <a:pt x="1" y="8"/>
                    <a:pt x="4" y="11"/>
                    <a:pt x="8"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1" name="Google Shape;5471;p95"/>
            <p:cNvSpPr/>
            <p:nvPr/>
          </p:nvSpPr>
          <p:spPr>
            <a:xfrm>
              <a:off x="2103767" y="1657068"/>
              <a:ext cx="204" cy="448"/>
            </a:xfrm>
            <a:custGeom>
              <a:rect b="b" l="l" r="r" t="t"/>
              <a:pathLst>
                <a:path extrusionOk="0" h="33" w="15">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2" name="Google Shape;5472;p95"/>
            <p:cNvSpPr/>
            <p:nvPr/>
          </p:nvSpPr>
          <p:spPr>
            <a:xfrm>
              <a:off x="2101676" y="1658019"/>
              <a:ext cx="244" cy="163"/>
            </a:xfrm>
            <a:custGeom>
              <a:rect b="b" l="l" r="r" t="t"/>
              <a:pathLst>
                <a:path extrusionOk="0" h="12" w="18">
                  <a:moveTo>
                    <a:pt x="0" y="1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3" name="Google Shape;5473;p95"/>
            <p:cNvSpPr/>
            <p:nvPr/>
          </p:nvSpPr>
          <p:spPr>
            <a:xfrm>
              <a:off x="2099585" y="1672289"/>
              <a:ext cx="502" cy="1385"/>
            </a:xfrm>
            <a:custGeom>
              <a:rect b="b" l="l" r="r" t="t"/>
              <a:pathLst>
                <a:path extrusionOk="0" h="102" w="37">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4" name="Google Shape;5474;p95"/>
            <p:cNvSpPr/>
            <p:nvPr/>
          </p:nvSpPr>
          <p:spPr>
            <a:xfrm>
              <a:off x="2101296" y="1658209"/>
              <a:ext cx="244" cy="163"/>
            </a:xfrm>
            <a:custGeom>
              <a:rect b="b" l="l" r="r" t="t"/>
              <a:pathLst>
                <a:path extrusionOk="0" h="12" w="18">
                  <a:moveTo>
                    <a:pt x="0" y="1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5" name="Google Shape;5475;p95"/>
            <p:cNvSpPr/>
            <p:nvPr/>
          </p:nvSpPr>
          <p:spPr>
            <a:xfrm>
              <a:off x="2100630" y="1658684"/>
              <a:ext cx="244" cy="204"/>
            </a:xfrm>
            <a:custGeom>
              <a:rect b="b" l="l" r="r" t="t"/>
              <a:pathLst>
                <a:path extrusionOk="0" h="15" w="18">
                  <a:moveTo>
                    <a:pt x="0" y="15"/>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6" name="Google Shape;5476;p95"/>
            <p:cNvSpPr/>
            <p:nvPr/>
          </p:nvSpPr>
          <p:spPr>
            <a:xfrm>
              <a:off x="2100956" y="1658453"/>
              <a:ext cx="258" cy="204"/>
            </a:xfrm>
            <a:custGeom>
              <a:rect b="b" l="l" r="r" t="t"/>
              <a:pathLst>
                <a:path extrusionOk="0" h="15" w="19">
                  <a:moveTo>
                    <a:pt x="1" y="1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7" name="Google Shape;5477;p95"/>
            <p:cNvSpPr/>
            <p:nvPr/>
          </p:nvSpPr>
          <p:spPr>
            <a:xfrm>
              <a:off x="2102056" y="1657829"/>
              <a:ext cx="204" cy="163"/>
            </a:xfrm>
            <a:custGeom>
              <a:rect b="b" l="l" r="r" t="t"/>
              <a:pathLst>
                <a:path extrusionOk="0" h="12" w="15">
                  <a:moveTo>
                    <a:pt x="0" y="1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8" name="Google Shape;5478;p95"/>
            <p:cNvSpPr/>
            <p:nvPr/>
          </p:nvSpPr>
          <p:spPr>
            <a:xfrm>
              <a:off x="2103142" y="1657543"/>
              <a:ext cx="258" cy="68"/>
            </a:xfrm>
            <a:custGeom>
              <a:rect b="b" l="l" r="r" t="t"/>
              <a:pathLst>
                <a:path extrusionOk="0" h="5" w="19">
                  <a:moveTo>
                    <a:pt x="1" y="4"/>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9" name="Google Shape;5479;p95"/>
            <p:cNvSpPr/>
            <p:nvPr/>
          </p:nvSpPr>
          <p:spPr>
            <a:xfrm>
              <a:off x="2102816" y="1657638"/>
              <a:ext cx="204" cy="68"/>
            </a:xfrm>
            <a:custGeom>
              <a:rect b="b" l="l" r="r" t="t"/>
              <a:pathLst>
                <a:path extrusionOk="0" h="5" w="15">
                  <a:moveTo>
                    <a:pt x="0" y="4"/>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0" name="Google Shape;5480;p95"/>
            <p:cNvSpPr/>
            <p:nvPr/>
          </p:nvSpPr>
          <p:spPr>
            <a:xfrm>
              <a:off x="2102436" y="1657733"/>
              <a:ext cx="204" cy="68"/>
            </a:xfrm>
            <a:custGeom>
              <a:rect b="b" l="l" r="r" t="t"/>
              <a:pathLst>
                <a:path extrusionOk="0" h="5" w="15">
                  <a:moveTo>
                    <a:pt x="0" y="4"/>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1" name="Google Shape;5481;p95"/>
            <p:cNvSpPr/>
            <p:nvPr/>
          </p:nvSpPr>
          <p:spPr>
            <a:xfrm>
              <a:off x="2100345" y="1659023"/>
              <a:ext cx="204" cy="204"/>
            </a:xfrm>
            <a:custGeom>
              <a:rect b="b" l="l" r="r" t="t"/>
              <a:pathLst>
                <a:path extrusionOk="0" h="15" w="15">
                  <a:moveTo>
                    <a:pt x="0" y="14"/>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2" name="Google Shape;5482;p95"/>
            <p:cNvSpPr/>
            <p:nvPr/>
          </p:nvSpPr>
          <p:spPr>
            <a:xfrm>
              <a:off x="2099395" y="1660300"/>
              <a:ext cx="149" cy="299"/>
            </a:xfrm>
            <a:custGeom>
              <a:rect b="b" l="l" r="r" t="t"/>
              <a:pathLst>
                <a:path extrusionOk="0" h="22" w="11">
                  <a:moveTo>
                    <a:pt x="0" y="22"/>
                  </a:moveTo>
                  <a:cubicBezTo>
                    <a:pt x="4" y="15"/>
                    <a:pt x="7" y="8"/>
                    <a:pt x="11" y="1"/>
                  </a:cubicBezTo>
                  <a:cubicBezTo>
                    <a:pt x="7" y="8"/>
                    <a:pt x="4" y="15"/>
                    <a:pt x="0"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3" name="Google Shape;5483;p95"/>
            <p:cNvSpPr/>
            <p:nvPr/>
          </p:nvSpPr>
          <p:spPr>
            <a:xfrm>
              <a:off x="2099585" y="1659919"/>
              <a:ext cx="149" cy="258"/>
            </a:xfrm>
            <a:custGeom>
              <a:rect b="b" l="l" r="r" t="t"/>
              <a:pathLst>
                <a:path extrusionOk="0" h="19" w="11">
                  <a:moveTo>
                    <a:pt x="0" y="18"/>
                  </a:moveTo>
                  <a:cubicBezTo>
                    <a:pt x="4" y="15"/>
                    <a:pt x="7" y="8"/>
                    <a:pt x="11" y="1"/>
                  </a:cubicBezTo>
                  <a:cubicBezTo>
                    <a:pt x="7" y="8"/>
                    <a:pt x="4" y="15"/>
                    <a:pt x="0"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4" name="Google Shape;5484;p95"/>
            <p:cNvSpPr/>
            <p:nvPr/>
          </p:nvSpPr>
          <p:spPr>
            <a:xfrm>
              <a:off x="2099245" y="1660639"/>
              <a:ext cx="163" cy="299"/>
            </a:xfrm>
            <a:custGeom>
              <a:rect b="b" l="l" r="r" t="t"/>
              <a:pathLst>
                <a:path extrusionOk="0" h="22" w="12">
                  <a:moveTo>
                    <a:pt x="1" y="21"/>
                  </a:moveTo>
                  <a:cubicBezTo>
                    <a:pt x="4" y="14"/>
                    <a:pt x="8" y="7"/>
                    <a:pt x="11" y="0"/>
                  </a:cubicBezTo>
                  <a:cubicBezTo>
                    <a:pt x="8" y="7"/>
                    <a:pt x="4" y="14"/>
                    <a:pt x="1"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5" name="Google Shape;5485;p95"/>
            <p:cNvSpPr/>
            <p:nvPr/>
          </p:nvSpPr>
          <p:spPr>
            <a:xfrm>
              <a:off x="2099150" y="1661019"/>
              <a:ext cx="109" cy="339"/>
            </a:xfrm>
            <a:custGeom>
              <a:rect b="b" l="l" r="r" t="t"/>
              <a:pathLst>
                <a:path extrusionOk="0" h="25" w="8">
                  <a:moveTo>
                    <a:pt x="1" y="25"/>
                  </a:moveTo>
                  <a:cubicBezTo>
                    <a:pt x="1" y="18"/>
                    <a:pt x="4" y="7"/>
                    <a:pt x="8" y="0"/>
                  </a:cubicBezTo>
                  <a:cubicBezTo>
                    <a:pt x="4" y="7"/>
                    <a:pt x="1" y="18"/>
                    <a:pt x="1"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6" name="Google Shape;5486;p95"/>
            <p:cNvSpPr/>
            <p:nvPr/>
          </p:nvSpPr>
          <p:spPr>
            <a:xfrm>
              <a:off x="2094018" y="1670958"/>
              <a:ext cx="543" cy="584"/>
            </a:xfrm>
            <a:custGeom>
              <a:rect b="b" l="l" r="r" t="t"/>
              <a:pathLst>
                <a:path extrusionOk="0" h="43" w="40">
                  <a:moveTo>
                    <a:pt x="1" y="0"/>
                  </a:moveTo>
                  <a:cubicBezTo>
                    <a:pt x="11" y="18"/>
                    <a:pt x="22" y="32"/>
                    <a:pt x="39" y="42"/>
                  </a:cubicBezTo>
                  <a:cubicBezTo>
                    <a:pt x="22" y="32"/>
                    <a:pt x="11" y="18"/>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7" name="Google Shape;5487;p95"/>
            <p:cNvSpPr/>
            <p:nvPr/>
          </p:nvSpPr>
          <p:spPr>
            <a:xfrm>
              <a:off x="2100060" y="1659308"/>
              <a:ext cx="204" cy="244"/>
            </a:xfrm>
            <a:custGeom>
              <a:rect b="b" l="l" r="r" t="t"/>
              <a:pathLst>
                <a:path extrusionOk="0" h="18" w="15">
                  <a:moveTo>
                    <a:pt x="0" y="18"/>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8" name="Google Shape;5488;p95"/>
            <p:cNvSpPr/>
            <p:nvPr/>
          </p:nvSpPr>
          <p:spPr>
            <a:xfrm>
              <a:off x="2099816" y="1659594"/>
              <a:ext cx="163" cy="299"/>
            </a:xfrm>
            <a:custGeom>
              <a:rect b="b" l="l" r="r" t="t"/>
              <a:pathLst>
                <a:path extrusionOk="0" h="22" w="12">
                  <a:moveTo>
                    <a:pt x="11" y="0"/>
                  </a:moveTo>
                  <a:lnTo>
                    <a:pt x="11" y="0"/>
                  </a:lnTo>
                  <a:cubicBezTo>
                    <a:pt x="8" y="7"/>
                    <a:pt x="4" y="14"/>
                    <a:pt x="1" y="21"/>
                  </a:cubicBezTo>
                  <a:cubicBezTo>
                    <a:pt x="4" y="14"/>
                    <a:pt x="11" y="7"/>
                    <a:pt x="1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9" name="Google Shape;5489;p95"/>
            <p:cNvSpPr/>
            <p:nvPr/>
          </p:nvSpPr>
          <p:spPr>
            <a:xfrm>
              <a:off x="2096299" y="1640626"/>
              <a:ext cx="1113" cy="489"/>
            </a:xfrm>
            <a:custGeom>
              <a:rect b="b" l="l" r="r" t="t"/>
              <a:pathLst>
                <a:path extrusionOk="0" h="36" w="82">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0" name="Google Shape;5490;p95"/>
            <p:cNvSpPr/>
            <p:nvPr/>
          </p:nvSpPr>
          <p:spPr>
            <a:xfrm>
              <a:off x="2103957" y="1654937"/>
              <a:ext cx="299" cy="2145"/>
            </a:xfrm>
            <a:custGeom>
              <a:rect b="b" l="l" r="r" t="t"/>
              <a:pathLst>
                <a:path extrusionOk="0" h="158" w="22">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1" name="Google Shape;5491;p95"/>
            <p:cNvSpPr/>
            <p:nvPr/>
          </p:nvSpPr>
          <p:spPr>
            <a:xfrm>
              <a:off x="2105138" y="1644577"/>
              <a:ext cx="1969" cy="625"/>
            </a:xfrm>
            <a:custGeom>
              <a:rect b="b" l="l" r="r" t="t"/>
              <a:pathLst>
                <a:path extrusionOk="0" h="46" w="145">
                  <a:moveTo>
                    <a:pt x="1" y="0"/>
                  </a:moveTo>
                  <a:cubicBezTo>
                    <a:pt x="43" y="32"/>
                    <a:pt x="92" y="46"/>
                    <a:pt x="144" y="42"/>
                  </a:cubicBezTo>
                  <a:lnTo>
                    <a:pt x="144" y="42"/>
                  </a:lnTo>
                  <a:cubicBezTo>
                    <a:pt x="92" y="46"/>
                    <a:pt x="43" y="32"/>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2" name="Google Shape;5492;p95"/>
            <p:cNvSpPr/>
            <p:nvPr/>
          </p:nvSpPr>
          <p:spPr>
            <a:xfrm>
              <a:off x="2095824" y="1640490"/>
              <a:ext cx="1018" cy="299"/>
            </a:xfrm>
            <a:custGeom>
              <a:rect b="b" l="l" r="r" t="t"/>
              <a:pathLst>
                <a:path extrusionOk="0" h="22" w="75">
                  <a:moveTo>
                    <a:pt x="1" y="0"/>
                  </a:moveTo>
                  <a:lnTo>
                    <a:pt x="36" y="11"/>
                  </a:lnTo>
                  <a:lnTo>
                    <a:pt x="74" y="21"/>
                  </a:lnTo>
                  <a:cubicBezTo>
                    <a:pt x="53" y="11"/>
                    <a:pt x="29"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3" name="Google Shape;5493;p95"/>
            <p:cNvSpPr/>
            <p:nvPr/>
          </p:nvSpPr>
          <p:spPr>
            <a:xfrm>
              <a:off x="2103862" y="1656837"/>
              <a:ext cx="149" cy="530"/>
            </a:xfrm>
            <a:custGeom>
              <a:rect b="b" l="l" r="r" t="t"/>
              <a:pathLst>
                <a:path extrusionOk="0" h="39" w="11">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4" name="Google Shape;5494;p95"/>
            <p:cNvSpPr/>
            <p:nvPr/>
          </p:nvSpPr>
          <p:spPr>
            <a:xfrm>
              <a:off x="1375130" y="1936371"/>
              <a:ext cx="14704" cy="7522"/>
            </a:xfrm>
            <a:custGeom>
              <a:rect b="b" l="l" r="r" t="t"/>
              <a:pathLst>
                <a:path extrusionOk="0" h="554" w="1083">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5" name="Google Shape;5495;p95"/>
            <p:cNvSpPr/>
            <p:nvPr/>
          </p:nvSpPr>
          <p:spPr>
            <a:xfrm>
              <a:off x="1380643" y="1923581"/>
              <a:ext cx="42986" cy="21887"/>
            </a:xfrm>
            <a:custGeom>
              <a:rect b="b" l="l" r="r" t="t"/>
              <a:pathLst>
                <a:path extrusionOk="0" h="1612" w="3166">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6" name="Google Shape;5496;p95"/>
            <p:cNvSpPr/>
            <p:nvPr/>
          </p:nvSpPr>
          <p:spPr>
            <a:xfrm>
              <a:off x="1391722" y="1940553"/>
              <a:ext cx="68" cy="109"/>
            </a:xfrm>
            <a:custGeom>
              <a:rect b="b" l="l" r="r" t="t"/>
              <a:pathLst>
                <a:path extrusionOk="0" h="8" w="5">
                  <a:moveTo>
                    <a:pt x="1" y="1"/>
                  </a:moveTo>
                  <a:lnTo>
                    <a:pt x="1" y="8"/>
                  </a:lnTo>
                  <a:cubicBezTo>
                    <a:pt x="4" y="4"/>
                    <a:pt x="4"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7" name="Google Shape;5497;p95"/>
            <p:cNvSpPr/>
            <p:nvPr/>
          </p:nvSpPr>
          <p:spPr>
            <a:xfrm>
              <a:off x="1391722" y="1941503"/>
              <a:ext cx="14" cy="163"/>
            </a:xfrm>
            <a:custGeom>
              <a:rect b="b" l="l" r="r" t="t"/>
              <a:pathLst>
                <a:path extrusionOk="0" h="12" w="1">
                  <a:moveTo>
                    <a:pt x="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8" name="Google Shape;5498;p95"/>
            <p:cNvSpPr/>
            <p:nvPr/>
          </p:nvSpPr>
          <p:spPr>
            <a:xfrm>
              <a:off x="1391722" y="1940933"/>
              <a:ext cx="14" cy="163"/>
            </a:xfrm>
            <a:custGeom>
              <a:rect b="b" l="l" r="r" t="t"/>
              <a:pathLst>
                <a:path extrusionOk="0" h="12" w="1">
                  <a:moveTo>
                    <a:pt x="1" y="11"/>
                  </a:moveTo>
                  <a:lnTo>
                    <a:pt x="1" y="1"/>
                  </a:lnTo>
                  <a:cubicBezTo>
                    <a:pt x="1" y="1"/>
                    <a:pt x="1" y="8"/>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9" name="Google Shape;5499;p95"/>
            <p:cNvSpPr/>
            <p:nvPr/>
          </p:nvSpPr>
          <p:spPr>
            <a:xfrm>
              <a:off x="1391586" y="1938937"/>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0" name="Google Shape;5500;p95"/>
            <p:cNvSpPr/>
            <p:nvPr/>
          </p:nvSpPr>
          <p:spPr>
            <a:xfrm>
              <a:off x="1381403" y="1935230"/>
              <a:ext cx="204" cy="163"/>
            </a:xfrm>
            <a:custGeom>
              <a:rect b="b" l="l" r="r" t="t"/>
              <a:pathLst>
                <a:path extrusionOk="0" h="12" w="15">
                  <a:moveTo>
                    <a:pt x="15"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1" name="Google Shape;5501;p95"/>
            <p:cNvSpPr/>
            <p:nvPr/>
          </p:nvSpPr>
          <p:spPr>
            <a:xfrm>
              <a:off x="1391396" y="1938516"/>
              <a:ext cx="14" cy="54"/>
            </a:xfrm>
            <a:custGeom>
              <a:rect b="b" l="l" r="r" t="t"/>
              <a:pathLst>
                <a:path extrusionOk="0" h="4" w="1">
                  <a:moveTo>
                    <a:pt x="0"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2" name="Google Shape;5502;p95"/>
            <p:cNvSpPr/>
            <p:nvPr/>
          </p:nvSpPr>
          <p:spPr>
            <a:xfrm>
              <a:off x="1382163" y="1935665"/>
              <a:ext cx="204" cy="109"/>
            </a:xfrm>
            <a:custGeom>
              <a:rect b="b" l="l" r="r" t="t"/>
              <a:pathLst>
                <a:path extrusionOk="0" h="8" w="15">
                  <a:moveTo>
                    <a:pt x="15"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3" name="Google Shape;5503;p95"/>
            <p:cNvSpPr/>
            <p:nvPr/>
          </p:nvSpPr>
          <p:spPr>
            <a:xfrm>
              <a:off x="1391722" y="1940173"/>
              <a:ext cx="68" cy="163"/>
            </a:xfrm>
            <a:custGeom>
              <a:rect b="b" l="l" r="r" t="t"/>
              <a:pathLst>
                <a:path extrusionOk="0" h="12" w="5">
                  <a:moveTo>
                    <a:pt x="1" y="1"/>
                  </a:moveTo>
                  <a:lnTo>
                    <a:pt x="1" y="11"/>
                  </a:lnTo>
                  <a:cubicBezTo>
                    <a:pt x="4" y="8"/>
                    <a:pt x="4"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4" name="Google Shape;5504;p95"/>
            <p:cNvSpPr/>
            <p:nvPr/>
          </p:nvSpPr>
          <p:spPr>
            <a:xfrm>
              <a:off x="1391627" y="1941978"/>
              <a:ext cx="14" cy="204"/>
            </a:xfrm>
            <a:custGeom>
              <a:rect b="b" l="l" r="r" t="t"/>
              <a:pathLst>
                <a:path extrusionOk="0" h="15" w="1">
                  <a:moveTo>
                    <a:pt x="1"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5" name="Google Shape;5505;p95"/>
            <p:cNvSpPr/>
            <p:nvPr/>
          </p:nvSpPr>
          <p:spPr>
            <a:xfrm>
              <a:off x="1391722" y="1939602"/>
              <a:ext cx="14" cy="109"/>
            </a:xfrm>
            <a:custGeom>
              <a:rect b="b" l="l" r="r" t="t"/>
              <a:pathLst>
                <a:path extrusionOk="0" h="8" w="1">
                  <a:moveTo>
                    <a:pt x="1"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6" name="Google Shape;5506;p95"/>
            <p:cNvSpPr/>
            <p:nvPr/>
          </p:nvSpPr>
          <p:spPr>
            <a:xfrm>
              <a:off x="1391722" y="1939983"/>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7" name="Google Shape;5507;p95"/>
            <p:cNvSpPr/>
            <p:nvPr/>
          </p:nvSpPr>
          <p:spPr>
            <a:xfrm>
              <a:off x="1391722" y="193941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8" name="Google Shape;5508;p95"/>
            <p:cNvSpPr/>
            <p:nvPr/>
          </p:nvSpPr>
          <p:spPr>
            <a:xfrm>
              <a:off x="1391627" y="1939127"/>
              <a:ext cx="14" cy="68"/>
            </a:xfrm>
            <a:custGeom>
              <a:rect b="b" l="l" r="r" t="t"/>
              <a:pathLst>
                <a:path extrusionOk="0" h="5" w="1">
                  <a:moveTo>
                    <a:pt x="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9" name="Google Shape;5509;p95"/>
            <p:cNvSpPr/>
            <p:nvPr/>
          </p:nvSpPr>
          <p:spPr>
            <a:xfrm>
              <a:off x="1391491" y="1938652"/>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0" name="Google Shape;5510;p95"/>
            <p:cNvSpPr/>
            <p:nvPr/>
          </p:nvSpPr>
          <p:spPr>
            <a:xfrm>
              <a:off x="1391532" y="1938801"/>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1" name="Google Shape;5511;p95"/>
            <p:cNvSpPr/>
            <p:nvPr/>
          </p:nvSpPr>
          <p:spPr>
            <a:xfrm>
              <a:off x="1174075" y="1791214"/>
              <a:ext cx="223703" cy="138382"/>
            </a:xfrm>
            <a:custGeom>
              <a:rect b="b" l="l" r="r" t="t"/>
              <a:pathLst>
                <a:path extrusionOk="0" h="10192" w="16476">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2" name="Google Shape;5512;p95"/>
            <p:cNvSpPr/>
            <p:nvPr/>
          </p:nvSpPr>
          <p:spPr>
            <a:xfrm>
              <a:off x="1356122" y="1909990"/>
              <a:ext cx="28160" cy="28771"/>
            </a:xfrm>
            <a:custGeom>
              <a:rect b="b" l="l" r="r" t="t"/>
              <a:pathLst>
                <a:path extrusionOk="0" h="2119" w="2074">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3" name="Google Shape;5513;p95"/>
            <p:cNvSpPr/>
            <p:nvPr/>
          </p:nvSpPr>
          <p:spPr>
            <a:xfrm>
              <a:off x="1378552" y="1934660"/>
              <a:ext cx="14" cy="14"/>
            </a:xfrm>
            <a:custGeom>
              <a:rect b="b" l="l" r="r" t="t"/>
              <a:pathLst>
                <a:path extrusionOk="0" h="1" w="1">
                  <a:moveTo>
                    <a:pt x="1"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4" name="Google Shape;5514;p95"/>
            <p:cNvSpPr/>
            <p:nvPr/>
          </p:nvSpPr>
          <p:spPr>
            <a:xfrm>
              <a:off x="1374370" y="1937892"/>
              <a:ext cx="163" cy="163"/>
            </a:xfrm>
            <a:custGeom>
              <a:rect b="b" l="l" r="r" t="t"/>
              <a:pathLst>
                <a:path extrusionOk="0" h="12" w="12">
                  <a:moveTo>
                    <a:pt x="11"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5" name="Google Shape;5515;p95"/>
            <p:cNvSpPr/>
            <p:nvPr/>
          </p:nvSpPr>
          <p:spPr>
            <a:xfrm>
              <a:off x="1373759" y="1938462"/>
              <a:ext cx="149" cy="163"/>
            </a:xfrm>
            <a:custGeom>
              <a:rect b="b" l="l" r="r" t="t"/>
              <a:pathLst>
                <a:path extrusionOk="0" h="12" w="11">
                  <a:moveTo>
                    <a:pt x="11"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6" name="Google Shape;5516;p95"/>
            <p:cNvSpPr/>
            <p:nvPr/>
          </p:nvSpPr>
          <p:spPr>
            <a:xfrm>
              <a:off x="1377601" y="1935190"/>
              <a:ext cx="109" cy="54"/>
            </a:xfrm>
            <a:custGeom>
              <a:rect b="b" l="l" r="r" t="t"/>
              <a:pathLst>
                <a:path extrusionOk="0" h="4" w="8">
                  <a:moveTo>
                    <a:pt x="8"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7" name="Google Shape;5517;p95"/>
            <p:cNvSpPr/>
            <p:nvPr/>
          </p:nvSpPr>
          <p:spPr>
            <a:xfrm>
              <a:off x="1378362" y="1934714"/>
              <a:ext cx="68" cy="14"/>
            </a:xfrm>
            <a:custGeom>
              <a:rect b="b" l="l" r="r" t="t"/>
              <a:pathLst>
                <a:path extrusionOk="0" h="1" w="5">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8" name="Google Shape;5518;p95"/>
            <p:cNvSpPr/>
            <p:nvPr/>
          </p:nvSpPr>
          <p:spPr>
            <a:xfrm>
              <a:off x="1377370" y="1935380"/>
              <a:ext cx="109" cy="54"/>
            </a:xfrm>
            <a:custGeom>
              <a:rect b="b" l="l" r="r" t="t"/>
              <a:pathLst>
                <a:path extrusionOk="0" h="4" w="8">
                  <a:moveTo>
                    <a:pt x="7"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9" name="Google Shape;5519;p95"/>
            <p:cNvSpPr/>
            <p:nvPr/>
          </p:nvSpPr>
          <p:spPr>
            <a:xfrm>
              <a:off x="1377031" y="1935570"/>
              <a:ext cx="163" cy="109"/>
            </a:xfrm>
            <a:custGeom>
              <a:rect b="b" l="l" r="r" t="t"/>
              <a:pathLst>
                <a:path extrusionOk="0" h="8" w="12">
                  <a:moveTo>
                    <a:pt x="11"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0" name="Google Shape;5520;p95"/>
            <p:cNvSpPr/>
            <p:nvPr/>
          </p:nvSpPr>
          <p:spPr>
            <a:xfrm>
              <a:off x="1376705" y="1935855"/>
              <a:ext cx="149" cy="109"/>
            </a:xfrm>
            <a:custGeom>
              <a:rect b="b" l="l" r="r" t="t"/>
              <a:pathLst>
                <a:path extrusionOk="0" h="8" w="11">
                  <a:moveTo>
                    <a:pt x="11"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1" name="Google Shape;5521;p95"/>
            <p:cNvSpPr/>
            <p:nvPr/>
          </p:nvSpPr>
          <p:spPr>
            <a:xfrm>
              <a:off x="1375470" y="1936900"/>
              <a:ext cx="149" cy="149"/>
            </a:xfrm>
            <a:custGeom>
              <a:rect b="b" l="l" r="r" t="t"/>
              <a:pathLst>
                <a:path extrusionOk="0" h="11" w="11">
                  <a:moveTo>
                    <a:pt x="11"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2" name="Google Shape;5522;p95"/>
            <p:cNvSpPr/>
            <p:nvPr/>
          </p:nvSpPr>
          <p:spPr>
            <a:xfrm>
              <a:off x="1377846" y="1935040"/>
              <a:ext cx="109" cy="68"/>
            </a:xfrm>
            <a:custGeom>
              <a:rect b="b" l="l" r="r" t="t"/>
              <a:pathLst>
                <a:path extrusionOk="0" h="5" w="8">
                  <a:moveTo>
                    <a:pt x="7"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3" name="Google Shape;5523;p95"/>
            <p:cNvSpPr/>
            <p:nvPr/>
          </p:nvSpPr>
          <p:spPr>
            <a:xfrm>
              <a:off x="1378076" y="1934905"/>
              <a:ext cx="68" cy="54"/>
            </a:xfrm>
            <a:custGeom>
              <a:rect b="b" l="l" r="r" t="t"/>
              <a:pathLst>
                <a:path extrusionOk="0" h="4" w="5">
                  <a:moveTo>
                    <a:pt x="4"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4" name="Google Shape;5524;p95"/>
            <p:cNvSpPr/>
            <p:nvPr/>
          </p:nvSpPr>
          <p:spPr>
            <a:xfrm>
              <a:off x="1374899" y="1937376"/>
              <a:ext cx="204" cy="149"/>
            </a:xfrm>
            <a:custGeom>
              <a:rect b="b" l="l" r="r" t="t"/>
              <a:pathLst>
                <a:path extrusionOk="0" h="11" w="15">
                  <a:moveTo>
                    <a:pt x="14"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5" name="Google Shape;5525;p95"/>
            <p:cNvSpPr/>
            <p:nvPr/>
          </p:nvSpPr>
          <p:spPr>
            <a:xfrm>
              <a:off x="1375890" y="1936520"/>
              <a:ext cx="204" cy="109"/>
            </a:xfrm>
            <a:custGeom>
              <a:rect b="b" l="l" r="r" t="t"/>
              <a:pathLst>
                <a:path extrusionOk="0" h="8" w="15">
                  <a:moveTo>
                    <a:pt x="15"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6" name="Google Shape;5526;p95"/>
            <p:cNvSpPr/>
            <p:nvPr/>
          </p:nvSpPr>
          <p:spPr>
            <a:xfrm>
              <a:off x="1376325" y="1936140"/>
              <a:ext cx="149" cy="149"/>
            </a:xfrm>
            <a:custGeom>
              <a:rect b="b" l="l" r="r" t="t"/>
              <a:pathLst>
                <a:path extrusionOk="0" h="11" w="11">
                  <a:moveTo>
                    <a:pt x="11"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7" name="Google Shape;5527;p95"/>
            <p:cNvSpPr/>
            <p:nvPr/>
          </p:nvSpPr>
          <p:spPr>
            <a:xfrm>
              <a:off x="1378226" y="1934810"/>
              <a:ext cx="54" cy="14"/>
            </a:xfrm>
            <a:custGeom>
              <a:rect b="b" l="l" r="r" t="t"/>
              <a:pathLst>
                <a:path extrusionOk="0" h="1" w="4">
                  <a:moveTo>
                    <a:pt x="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8" name="Google Shape;5528;p95"/>
            <p:cNvSpPr/>
            <p:nvPr/>
          </p:nvSpPr>
          <p:spPr>
            <a:xfrm>
              <a:off x="1378647" y="1928917"/>
              <a:ext cx="3435" cy="5716"/>
            </a:xfrm>
            <a:custGeom>
              <a:rect b="b" l="l" r="r" t="t"/>
              <a:pathLst>
                <a:path extrusionOk="0" h="421" w="253">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9" name="Google Shape;5529;p95"/>
            <p:cNvSpPr/>
            <p:nvPr/>
          </p:nvSpPr>
          <p:spPr>
            <a:xfrm>
              <a:off x="1384078" y="1926867"/>
              <a:ext cx="204" cy="204"/>
            </a:xfrm>
            <a:custGeom>
              <a:rect b="b" l="l" r="r" t="t"/>
              <a:pathLst>
                <a:path extrusionOk="0" h="15" w="15">
                  <a:moveTo>
                    <a:pt x="14" y="1"/>
                  </a:moveTo>
                  <a:lnTo>
                    <a:pt x="14" y="1"/>
                  </a:lnTo>
                  <a:lnTo>
                    <a:pt x="0"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0" name="Google Shape;5530;p95"/>
            <p:cNvSpPr/>
            <p:nvPr/>
          </p:nvSpPr>
          <p:spPr>
            <a:xfrm>
              <a:off x="1383127" y="1927152"/>
              <a:ext cx="869" cy="869"/>
            </a:xfrm>
            <a:custGeom>
              <a:rect b="b" l="l" r="r" t="t"/>
              <a:pathLst>
                <a:path extrusionOk="0" h="64" w="64">
                  <a:moveTo>
                    <a:pt x="63" y="1"/>
                  </a:moveTo>
                  <a:cubicBezTo>
                    <a:pt x="39" y="22"/>
                    <a:pt x="21" y="43"/>
                    <a:pt x="0" y="64"/>
                  </a:cubicBezTo>
                  <a:cubicBezTo>
                    <a:pt x="21" y="46"/>
                    <a:pt x="42" y="22"/>
                    <a:pt x="6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1" name="Google Shape;5531;p95"/>
            <p:cNvSpPr/>
            <p:nvPr/>
          </p:nvSpPr>
          <p:spPr>
            <a:xfrm>
              <a:off x="1378647" y="1934524"/>
              <a:ext cx="204" cy="149"/>
            </a:xfrm>
            <a:custGeom>
              <a:rect b="b" l="l" r="r" t="t"/>
              <a:pathLst>
                <a:path extrusionOk="0" h="11" w="15">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2" name="Google Shape;5532;p95"/>
            <p:cNvSpPr/>
            <p:nvPr/>
          </p:nvSpPr>
          <p:spPr>
            <a:xfrm>
              <a:off x="1358213" y="1927342"/>
              <a:ext cx="394" cy="543"/>
            </a:xfrm>
            <a:custGeom>
              <a:rect b="b" l="l" r="r" t="t"/>
              <a:pathLst>
                <a:path extrusionOk="0" h="40" w="29">
                  <a:moveTo>
                    <a:pt x="1" y="39"/>
                  </a:moveTo>
                  <a:lnTo>
                    <a:pt x="2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3" name="Google Shape;5533;p95"/>
            <p:cNvSpPr/>
            <p:nvPr/>
          </p:nvSpPr>
          <p:spPr>
            <a:xfrm>
              <a:off x="1360874" y="1924206"/>
              <a:ext cx="109" cy="163"/>
            </a:xfrm>
            <a:custGeom>
              <a:rect b="b" l="l" r="r" t="t"/>
              <a:pathLst>
                <a:path extrusionOk="0" h="12" w="8">
                  <a:moveTo>
                    <a:pt x="1" y="1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4" name="Google Shape;5534;p95"/>
            <p:cNvSpPr/>
            <p:nvPr/>
          </p:nvSpPr>
          <p:spPr>
            <a:xfrm>
              <a:off x="1361064" y="1923975"/>
              <a:ext cx="109" cy="149"/>
            </a:xfrm>
            <a:custGeom>
              <a:rect b="b" l="l" r="r" t="t"/>
              <a:pathLst>
                <a:path extrusionOk="0" h="11" w="8">
                  <a:moveTo>
                    <a:pt x="1" y="11"/>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5" name="Google Shape;5535;p95"/>
            <p:cNvSpPr/>
            <p:nvPr/>
          </p:nvSpPr>
          <p:spPr>
            <a:xfrm>
              <a:off x="1356122" y="1927912"/>
              <a:ext cx="2064" cy="2865"/>
            </a:xfrm>
            <a:custGeom>
              <a:rect b="b" l="l" r="r" t="t"/>
              <a:pathLst>
                <a:path extrusionOk="0" h="211" w="152">
                  <a:moveTo>
                    <a:pt x="1" y="211"/>
                  </a:moveTo>
                  <a:lnTo>
                    <a:pt x="1" y="211"/>
                  </a:lnTo>
                  <a:cubicBezTo>
                    <a:pt x="57" y="134"/>
                    <a:pt x="106" y="64"/>
                    <a:pt x="151" y="1"/>
                  </a:cubicBezTo>
                  <a:cubicBezTo>
                    <a:pt x="106" y="64"/>
                    <a:pt x="57" y="134"/>
                    <a:pt x="1" y="2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6" name="Google Shape;5536;p95"/>
            <p:cNvSpPr/>
            <p:nvPr/>
          </p:nvSpPr>
          <p:spPr>
            <a:xfrm>
              <a:off x="1358647" y="1926826"/>
              <a:ext cx="339" cy="434"/>
            </a:xfrm>
            <a:custGeom>
              <a:rect b="b" l="l" r="r" t="t"/>
              <a:pathLst>
                <a:path extrusionOk="0" h="32" w="25">
                  <a:moveTo>
                    <a:pt x="0" y="32"/>
                  </a:moveTo>
                  <a:lnTo>
                    <a:pt x="2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7" name="Google Shape;5537;p95"/>
            <p:cNvSpPr/>
            <p:nvPr/>
          </p:nvSpPr>
          <p:spPr>
            <a:xfrm>
              <a:off x="1377465" y="1910085"/>
              <a:ext cx="1955" cy="14"/>
            </a:xfrm>
            <a:custGeom>
              <a:rect b="b" l="l" r="r" t="t"/>
              <a:pathLst>
                <a:path extrusionOk="0" h="1" w="144">
                  <a:moveTo>
                    <a:pt x="144" y="1"/>
                  </a:moveTo>
                  <a:lnTo>
                    <a:pt x="144" y="1"/>
                  </a:lnTo>
                  <a:lnTo>
                    <a:pt x="0" y="1"/>
                  </a:lnTo>
                  <a:cubicBezTo>
                    <a:pt x="60" y="1"/>
                    <a:pt x="105" y="1"/>
                    <a:pt x="14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8" name="Google Shape;5538;p95"/>
            <p:cNvSpPr/>
            <p:nvPr/>
          </p:nvSpPr>
          <p:spPr>
            <a:xfrm>
              <a:off x="1359788" y="1925441"/>
              <a:ext cx="204" cy="299"/>
            </a:xfrm>
            <a:custGeom>
              <a:rect b="b" l="l" r="r" t="t"/>
              <a:pathLst>
                <a:path extrusionOk="0" h="22" w="15">
                  <a:moveTo>
                    <a:pt x="0" y="22"/>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9" name="Google Shape;5539;p95"/>
            <p:cNvSpPr/>
            <p:nvPr/>
          </p:nvSpPr>
          <p:spPr>
            <a:xfrm>
              <a:off x="1359448" y="1925876"/>
              <a:ext cx="258" cy="339"/>
            </a:xfrm>
            <a:custGeom>
              <a:rect b="b" l="l" r="r" t="t"/>
              <a:pathLst>
                <a:path extrusionOk="0" h="25" w="19">
                  <a:moveTo>
                    <a:pt x="1" y="25"/>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0" name="Google Shape;5540;p95"/>
            <p:cNvSpPr/>
            <p:nvPr/>
          </p:nvSpPr>
          <p:spPr>
            <a:xfrm>
              <a:off x="1360113" y="1925115"/>
              <a:ext cx="163" cy="204"/>
            </a:xfrm>
            <a:custGeom>
              <a:rect b="b" l="l" r="r" t="t"/>
              <a:pathLst>
                <a:path extrusionOk="0" h="15" w="12">
                  <a:moveTo>
                    <a:pt x="1" y="1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1" name="Google Shape;5541;p95"/>
            <p:cNvSpPr/>
            <p:nvPr/>
          </p:nvSpPr>
          <p:spPr>
            <a:xfrm>
              <a:off x="1361213" y="1923785"/>
              <a:ext cx="149" cy="149"/>
            </a:xfrm>
            <a:custGeom>
              <a:rect b="b" l="l" r="r" t="t"/>
              <a:pathLst>
                <a:path extrusionOk="0" h="11" w="11">
                  <a:moveTo>
                    <a:pt x="0" y="11"/>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2" name="Google Shape;5542;p95"/>
            <p:cNvSpPr/>
            <p:nvPr/>
          </p:nvSpPr>
          <p:spPr>
            <a:xfrm>
              <a:off x="1360643" y="1924450"/>
              <a:ext cx="149" cy="204"/>
            </a:xfrm>
            <a:custGeom>
              <a:rect b="b" l="l" r="r" t="t"/>
              <a:pathLst>
                <a:path extrusionOk="0" h="15" w="11">
                  <a:moveTo>
                    <a:pt x="0" y="1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3" name="Google Shape;5543;p95"/>
            <p:cNvSpPr/>
            <p:nvPr/>
          </p:nvSpPr>
          <p:spPr>
            <a:xfrm>
              <a:off x="1360399" y="1924735"/>
              <a:ext cx="163" cy="244"/>
            </a:xfrm>
            <a:custGeom>
              <a:rect b="b" l="l" r="r" t="t"/>
              <a:pathLst>
                <a:path extrusionOk="0" h="18" w="12">
                  <a:moveTo>
                    <a:pt x="1" y="18"/>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4" name="Google Shape;5544;p95"/>
            <p:cNvSpPr/>
            <p:nvPr/>
          </p:nvSpPr>
          <p:spPr>
            <a:xfrm>
              <a:off x="1359068" y="1926351"/>
              <a:ext cx="258" cy="339"/>
            </a:xfrm>
            <a:custGeom>
              <a:rect b="b" l="l" r="r" t="t"/>
              <a:pathLst>
                <a:path extrusionOk="0" h="25" w="19">
                  <a:moveTo>
                    <a:pt x="1" y="25"/>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5" name="Google Shape;5545;p95"/>
            <p:cNvSpPr/>
            <p:nvPr/>
          </p:nvSpPr>
          <p:spPr>
            <a:xfrm>
              <a:off x="1380833" y="1905333"/>
              <a:ext cx="7386" cy="17841"/>
            </a:xfrm>
            <a:custGeom>
              <a:rect b="b" l="l" r="r" t="t"/>
              <a:pathLst>
                <a:path extrusionOk="0" h="1314" w="544">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6" name="Google Shape;5546;p95"/>
            <p:cNvSpPr/>
            <p:nvPr/>
          </p:nvSpPr>
          <p:spPr>
            <a:xfrm>
              <a:off x="1381973" y="1909664"/>
              <a:ext cx="109" cy="54"/>
            </a:xfrm>
            <a:custGeom>
              <a:rect b="b" l="l" r="r" t="t"/>
              <a:pathLst>
                <a:path extrusionOk="0" h="4" w="8">
                  <a:moveTo>
                    <a:pt x="1" y="4"/>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7" name="Google Shape;5547;p95"/>
            <p:cNvSpPr/>
            <p:nvPr/>
          </p:nvSpPr>
          <p:spPr>
            <a:xfrm>
              <a:off x="1381837" y="1909800"/>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8" name="Google Shape;5548;p95"/>
            <p:cNvSpPr/>
            <p:nvPr/>
          </p:nvSpPr>
          <p:spPr>
            <a:xfrm>
              <a:off x="1386970" y="1905618"/>
              <a:ext cx="68" cy="68"/>
            </a:xfrm>
            <a:custGeom>
              <a:rect b="b" l="l" r="r" t="t"/>
              <a:pathLst>
                <a:path extrusionOk="0" h="5" w="5">
                  <a:moveTo>
                    <a:pt x="1" y="1"/>
                  </a:move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9" name="Google Shape;5549;p95"/>
            <p:cNvSpPr/>
            <p:nvPr/>
          </p:nvSpPr>
          <p:spPr>
            <a:xfrm>
              <a:off x="1382123" y="1909515"/>
              <a:ext cx="109" cy="109"/>
            </a:xfrm>
            <a:custGeom>
              <a:rect b="b" l="l" r="r" t="t"/>
              <a:pathLst>
                <a:path extrusionOk="0" h="8" w="8">
                  <a:moveTo>
                    <a:pt x="7"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0" name="Google Shape;5550;p95"/>
            <p:cNvSpPr/>
            <p:nvPr/>
          </p:nvSpPr>
          <p:spPr>
            <a:xfrm>
              <a:off x="1382543" y="1908374"/>
              <a:ext cx="584" cy="774"/>
            </a:xfrm>
            <a:custGeom>
              <a:rect b="b" l="l" r="r" t="t"/>
              <a:pathLst>
                <a:path extrusionOk="0" h="57" w="43">
                  <a:moveTo>
                    <a:pt x="1" y="57"/>
                  </a:moveTo>
                  <a:cubicBezTo>
                    <a:pt x="11" y="43"/>
                    <a:pt x="25" y="22"/>
                    <a:pt x="43" y="1"/>
                  </a:cubicBezTo>
                  <a:cubicBezTo>
                    <a:pt x="25" y="22"/>
                    <a:pt x="11" y="43"/>
                    <a:pt x="1" y="5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1" name="Google Shape;5551;p95"/>
            <p:cNvSpPr/>
            <p:nvPr/>
          </p:nvSpPr>
          <p:spPr>
            <a:xfrm>
              <a:off x="1387214" y="1905767"/>
              <a:ext cx="244" cy="204"/>
            </a:xfrm>
            <a:custGeom>
              <a:rect b="b" l="l" r="r" t="t"/>
              <a:pathLst>
                <a:path extrusionOk="0" h="15" w="18">
                  <a:moveTo>
                    <a:pt x="0" y="0"/>
                  </a:moveTo>
                  <a:lnTo>
                    <a:pt x="18"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2" name="Google Shape;5552;p95"/>
            <p:cNvSpPr/>
            <p:nvPr/>
          </p:nvSpPr>
          <p:spPr>
            <a:xfrm>
              <a:off x="1382408" y="1909189"/>
              <a:ext cx="109" cy="149"/>
            </a:xfrm>
            <a:custGeom>
              <a:rect b="b" l="l" r="r" t="t"/>
              <a:pathLst>
                <a:path extrusionOk="0" h="11" w="8">
                  <a:moveTo>
                    <a:pt x="0" y="11"/>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3" name="Google Shape;5553;p95"/>
            <p:cNvSpPr/>
            <p:nvPr/>
          </p:nvSpPr>
          <p:spPr>
            <a:xfrm>
              <a:off x="1381593" y="1909949"/>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4" name="Google Shape;5554;p95"/>
            <p:cNvSpPr/>
            <p:nvPr/>
          </p:nvSpPr>
          <p:spPr>
            <a:xfrm>
              <a:off x="1387499" y="1905957"/>
              <a:ext cx="720" cy="584"/>
            </a:xfrm>
            <a:custGeom>
              <a:rect b="b" l="l" r="r" t="t"/>
              <a:pathLst>
                <a:path extrusionOk="0" h="43" w="53">
                  <a:moveTo>
                    <a:pt x="0" y="0"/>
                  </a:moveTo>
                  <a:cubicBezTo>
                    <a:pt x="14" y="14"/>
                    <a:pt x="32" y="25"/>
                    <a:pt x="53" y="42"/>
                  </a:cubicBezTo>
                  <a:cubicBezTo>
                    <a:pt x="32" y="25"/>
                    <a:pt x="14"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5" name="Google Shape;5555;p95"/>
            <p:cNvSpPr/>
            <p:nvPr/>
          </p:nvSpPr>
          <p:spPr>
            <a:xfrm>
              <a:off x="1382258" y="1909379"/>
              <a:ext cx="109" cy="109"/>
            </a:xfrm>
            <a:custGeom>
              <a:rect b="b" l="l" r="r" t="t"/>
              <a:pathLst>
                <a:path extrusionOk="0" h="8" w="8">
                  <a:moveTo>
                    <a:pt x="1" y="7"/>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6" name="Google Shape;5556;p95"/>
            <p:cNvSpPr/>
            <p:nvPr/>
          </p:nvSpPr>
          <p:spPr>
            <a:xfrm>
              <a:off x="1381688" y="1909854"/>
              <a:ext cx="109" cy="54"/>
            </a:xfrm>
            <a:custGeom>
              <a:rect b="b" l="l" r="r" t="t"/>
              <a:pathLst>
                <a:path extrusionOk="0" h="4" w="8">
                  <a:moveTo>
                    <a:pt x="4" y="0"/>
                  </a:moveTo>
                  <a:lnTo>
                    <a:pt x="1" y="4"/>
                  </a:ln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7" name="Google Shape;5557;p95"/>
            <p:cNvSpPr/>
            <p:nvPr/>
          </p:nvSpPr>
          <p:spPr>
            <a:xfrm>
              <a:off x="1380833" y="1922875"/>
              <a:ext cx="2105" cy="299"/>
            </a:xfrm>
            <a:custGeom>
              <a:rect b="b" l="l" r="r" t="t"/>
              <a:pathLst>
                <a:path extrusionOk="0" h="22" w="155">
                  <a:moveTo>
                    <a:pt x="155" y="1"/>
                  </a:moveTo>
                  <a:lnTo>
                    <a:pt x="155" y="1"/>
                  </a:lnTo>
                  <a:lnTo>
                    <a:pt x="1"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8" name="Google Shape;5558;p95"/>
            <p:cNvSpPr/>
            <p:nvPr/>
          </p:nvSpPr>
          <p:spPr>
            <a:xfrm>
              <a:off x="1490539" y="1892285"/>
              <a:ext cx="19416" cy="14772"/>
            </a:xfrm>
            <a:custGeom>
              <a:rect b="b" l="l" r="r" t="t"/>
              <a:pathLst>
                <a:path extrusionOk="0" h="1088" w="143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9" name="Google Shape;5559;p95"/>
            <p:cNvSpPr/>
            <p:nvPr/>
          </p:nvSpPr>
          <p:spPr>
            <a:xfrm>
              <a:off x="1510647" y="1894932"/>
              <a:ext cx="23353" cy="13252"/>
            </a:xfrm>
            <a:custGeom>
              <a:rect b="b" l="l" r="r" t="t"/>
              <a:pathLst>
                <a:path extrusionOk="0" h="976" w="172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0" name="Google Shape;5560;p95"/>
            <p:cNvSpPr/>
            <p:nvPr/>
          </p:nvSpPr>
          <p:spPr>
            <a:xfrm>
              <a:off x="1510797" y="1904382"/>
              <a:ext cx="14" cy="258"/>
            </a:xfrm>
            <a:custGeom>
              <a:rect b="b" l="l" r="r" t="t"/>
              <a:pathLst>
                <a:path extrusionOk="0" h="19" w="1">
                  <a:moveTo>
                    <a:pt x="0" y="1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1" name="Google Shape;5561;p95"/>
            <p:cNvSpPr/>
            <p:nvPr/>
          </p:nvSpPr>
          <p:spPr>
            <a:xfrm>
              <a:off x="1511598" y="1896453"/>
              <a:ext cx="14" cy="204"/>
            </a:xfrm>
            <a:custGeom>
              <a:rect b="b" l="l" r="r" t="t"/>
              <a:pathLst>
                <a:path extrusionOk="0" h="15" w="1">
                  <a:moveTo>
                    <a:pt x="1"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2" name="Google Shape;5562;p95"/>
            <p:cNvSpPr/>
            <p:nvPr/>
          </p:nvSpPr>
          <p:spPr>
            <a:xfrm>
              <a:off x="1510647" y="1905998"/>
              <a:ext cx="14" cy="448"/>
            </a:xfrm>
            <a:custGeom>
              <a:rect b="b" l="l" r="r" t="t"/>
              <a:pathLst>
                <a:path extrusionOk="0" h="33" w="1">
                  <a:moveTo>
                    <a:pt x="1" y="3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3" name="Google Shape;5563;p95"/>
            <p:cNvSpPr/>
            <p:nvPr/>
          </p:nvSpPr>
          <p:spPr>
            <a:xfrm>
              <a:off x="1510552" y="1907709"/>
              <a:ext cx="14" cy="204"/>
            </a:xfrm>
            <a:custGeom>
              <a:rect b="b" l="l" r="r" t="t"/>
              <a:pathLst>
                <a:path extrusionOk="0" h="15" w="1">
                  <a:moveTo>
                    <a:pt x="1" y="15"/>
                  </a:moveTo>
                  <a:lnTo>
                    <a:pt x="1" y="15"/>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4" name="Google Shape;5564;p95"/>
            <p:cNvSpPr/>
            <p:nvPr/>
          </p:nvSpPr>
          <p:spPr>
            <a:xfrm>
              <a:off x="1510932" y="1902821"/>
              <a:ext cx="14" cy="204"/>
            </a:xfrm>
            <a:custGeom>
              <a:rect b="b" l="l" r="r" t="t"/>
              <a:pathLst>
                <a:path extrusionOk="0" h="15" w="1">
                  <a:moveTo>
                    <a:pt x="1"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5" name="Google Shape;5565;p95"/>
            <p:cNvSpPr/>
            <p:nvPr/>
          </p:nvSpPr>
          <p:spPr>
            <a:xfrm>
              <a:off x="1511082" y="1901056"/>
              <a:ext cx="54" cy="353"/>
            </a:xfrm>
            <a:custGeom>
              <a:rect b="b" l="l" r="r" t="t"/>
              <a:pathLst>
                <a:path extrusionOk="0" h="26" w="4">
                  <a:moveTo>
                    <a:pt x="0" y="25"/>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6" name="Google Shape;5566;p95"/>
            <p:cNvSpPr/>
            <p:nvPr/>
          </p:nvSpPr>
          <p:spPr>
            <a:xfrm>
              <a:off x="1511462" y="1897824"/>
              <a:ext cx="14" cy="258"/>
            </a:xfrm>
            <a:custGeom>
              <a:rect b="b" l="l" r="r" t="t"/>
              <a:pathLst>
                <a:path extrusionOk="0" h="19" w="1">
                  <a:moveTo>
                    <a:pt x="0" y="1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7" name="Google Shape;5567;p95"/>
            <p:cNvSpPr/>
            <p:nvPr/>
          </p:nvSpPr>
          <p:spPr>
            <a:xfrm>
              <a:off x="1511272" y="1899399"/>
              <a:ext cx="54" cy="339"/>
            </a:xfrm>
            <a:custGeom>
              <a:rect b="b" l="l" r="r" t="t"/>
              <a:pathLst>
                <a:path extrusionOk="0" h="25" w="4">
                  <a:moveTo>
                    <a:pt x="0" y="25"/>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8" name="Google Shape;5568;p95"/>
            <p:cNvSpPr/>
            <p:nvPr/>
          </p:nvSpPr>
          <p:spPr>
            <a:xfrm>
              <a:off x="1511788" y="1895068"/>
              <a:ext cx="14" cy="163"/>
            </a:xfrm>
            <a:custGeom>
              <a:rect b="b" l="l" r="r" t="t"/>
              <a:pathLst>
                <a:path extrusionOk="0" h="12" w="1">
                  <a:moveTo>
                    <a:pt x="1"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9" name="Google Shape;5569;p95"/>
            <p:cNvSpPr/>
            <p:nvPr/>
          </p:nvSpPr>
          <p:spPr>
            <a:xfrm>
              <a:off x="1394193" y="1931619"/>
              <a:ext cx="29585" cy="30481"/>
            </a:xfrm>
            <a:custGeom>
              <a:rect b="b" l="l" r="r" t="t"/>
              <a:pathLst>
                <a:path extrusionOk="0" h="2245" w="2179">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0" name="Google Shape;5570;p95"/>
            <p:cNvSpPr/>
            <p:nvPr/>
          </p:nvSpPr>
          <p:spPr>
            <a:xfrm>
              <a:off x="1418863" y="1933615"/>
              <a:ext cx="204" cy="109"/>
            </a:xfrm>
            <a:custGeom>
              <a:rect b="b" l="l" r="r" t="t"/>
              <a:pathLst>
                <a:path extrusionOk="0" h="8" w="15">
                  <a:moveTo>
                    <a:pt x="1" y="8"/>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1" name="Google Shape;5571;p95"/>
            <p:cNvSpPr/>
            <p:nvPr/>
          </p:nvSpPr>
          <p:spPr>
            <a:xfrm>
              <a:off x="1419488" y="1933194"/>
              <a:ext cx="244" cy="149"/>
            </a:xfrm>
            <a:custGeom>
              <a:rect b="b" l="l" r="r" t="t"/>
              <a:pathLst>
                <a:path extrusionOk="0" h="11" w="18">
                  <a:moveTo>
                    <a:pt x="0" y="11"/>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2" name="Google Shape;5572;p95"/>
            <p:cNvSpPr/>
            <p:nvPr/>
          </p:nvSpPr>
          <p:spPr>
            <a:xfrm>
              <a:off x="1421429" y="1932189"/>
              <a:ext cx="353" cy="163"/>
            </a:xfrm>
            <a:custGeom>
              <a:rect b="b" l="l" r="r" t="t"/>
              <a:pathLst>
                <a:path extrusionOk="0" h="12" w="26">
                  <a:moveTo>
                    <a:pt x="1" y="11"/>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3" name="Google Shape;5573;p95"/>
            <p:cNvSpPr/>
            <p:nvPr/>
          </p:nvSpPr>
          <p:spPr>
            <a:xfrm>
              <a:off x="1420058" y="1932814"/>
              <a:ext cx="394" cy="204"/>
            </a:xfrm>
            <a:custGeom>
              <a:rect b="b" l="l" r="r" t="t"/>
              <a:pathLst>
                <a:path extrusionOk="0" h="15" w="29">
                  <a:moveTo>
                    <a:pt x="0" y="14"/>
                  </a:moveTo>
                  <a:lnTo>
                    <a:pt x="2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4" name="Google Shape;5574;p95"/>
            <p:cNvSpPr/>
            <p:nvPr/>
          </p:nvSpPr>
          <p:spPr>
            <a:xfrm>
              <a:off x="1423575" y="1931619"/>
              <a:ext cx="204" cy="14"/>
            </a:xfrm>
            <a:custGeom>
              <a:rect b="b" l="l" r="r" t="t"/>
              <a:pathLst>
                <a:path extrusionOk="0" h="1" w="15">
                  <a:moveTo>
                    <a:pt x="1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5" name="Google Shape;5575;p95"/>
            <p:cNvSpPr/>
            <p:nvPr/>
          </p:nvSpPr>
          <p:spPr>
            <a:xfrm>
              <a:off x="1422190" y="1931958"/>
              <a:ext cx="299" cy="109"/>
            </a:xfrm>
            <a:custGeom>
              <a:rect b="b" l="l" r="r" t="t"/>
              <a:pathLst>
                <a:path extrusionOk="0" h="8" w="22">
                  <a:moveTo>
                    <a:pt x="1" y="7"/>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6" name="Google Shape;5576;p95"/>
            <p:cNvSpPr/>
            <p:nvPr/>
          </p:nvSpPr>
          <p:spPr>
            <a:xfrm>
              <a:off x="1422814" y="1931768"/>
              <a:ext cx="394" cy="109"/>
            </a:xfrm>
            <a:custGeom>
              <a:rect b="b" l="l" r="r" t="t"/>
              <a:pathLst>
                <a:path extrusionOk="0" h="8" w="29">
                  <a:moveTo>
                    <a:pt x="0" y="7"/>
                  </a:moveTo>
                  <a:lnTo>
                    <a:pt x="2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7" name="Google Shape;5577;p95"/>
            <p:cNvSpPr/>
            <p:nvPr/>
          </p:nvSpPr>
          <p:spPr>
            <a:xfrm>
              <a:off x="1399189" y="1944259"/>
              <a:ext cx="14" cy="14"/>
            </a:xfrm>
            <a:custGeom>
              <a:rect b="b" l="l" r="r" t="t"/>
              <a:pathLst>
                <a:path extrusionOk="0" h="1" w="1">
                  <a:moveTo>
                    <a:pt x="0" y="1"/>
                  </a:moveTo>
                  <a:lnTo>
                    <a:pt x="0" y="1"/>
                  </a:lnTo>
                  <a:lnTo>
                    <a:pt x="0" y="1"/>
                  </a:lnTo>
                  <a:cubicBezTo>
                    <a:pt x="0" y="1"/>
                    <a:pt x="0"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8" name="Google Shape;5578;p95"/>
            <p:cNvSpPr/>
            <p:nvPr/>
          </p:nvSpPr>
          <p:spPr>
            <a:xfrm>
              <a:off x="1420669" y="1932433"/>
              <a:ext cx="489" cy="244"/>
            </a:xfrm>
            <a:custGeom>
              <a:rect b="b" l="l" r="r" t="t"/>
              <a:pathLst>
                <a:path extrusionOk="0" h="18" w="36">
                  <a:moveTo>
                    <a:pt x="1" y="18"/>
                  </a:moveTo>
                  <a:lnTo>
                    <a:pt x="36"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9" name="Google Shape;5579;p95"/>
            <p:cNvSpPr/>
            <p:nvPr/>
          </p:nvSpPr>
          <p:spPr>
            <a:xfrm>
              <a:off x="1399135" y="1942793"/>
              <a:ext cx="204" cy="1195"/>
            </a:xfrm>
            <a:custGeom>
              <a:rect b="b" l="l" r="r" t="t"/>
              <a:pathLst>
                <a:path extrusionOk="0" h="88" w="15">
                  <a:moveTo>
                    <a:pt x="1" y="0"/>
                  </a:moveTo>
                  <a:cubicBezTo>
                    <a:pt x="11" y="28"/>
                    <a:pt x="15" y="56"/>
                    <a:pt x="11" y="88"/>
                  </a:cubicBezTo>
                  <a:cubicBezTo>
                    <a:pt x="15" y="56"/>
                    <a:pt x="11" y="28"/>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0" name="Google Shape;5580;p95"/>
            <p:cNvSpPr/>
            <p:nvPr/>
          </p:nvSpPr>
          <p:spPr>
            <a:xfrm>
              <a:off x="1494680" y="2006254"/>
              <a:ext cx="293288" cy="299506"/>
            </a:xfrm>
            <a:custGeom>
              <a:rect b="b" l="l" r="r" t="t"/>
              <a:pathLst>
                <a:path extrusionOk="0" h="22059" w="21601">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1" name="Google Shape;5581;p95"/>
            <p:cNvSpPr/>
            <p:nvPr/>
          </p:nvSpPr>
          <p:spPr>
            <a:xfrm>
              <a:off x="1610849" y="2278130"/>
              <a:ext cx="35193" cy="37406"/>
            </a:xfrm>
            <a:custGeom>
              <a:rect b="b" l="l" r="r" t="t"/>
              <a:pathLst>
                <a:path extrusionOk="0" h="2755" w="2592">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2" name="Google Shape;5582;p95"/>
            <p:cNvSpPr/>
            <p:nvPr/>
          </p:nvSpPr>
          <p:spPr>
            <a:xfrm>
              <a:off x="1645078" y="2303846"/>
              <a:ext cx="54" cy="299"/>
            </a:xfrm>
            <a:custGeom>
              <a:rect b="b" l="l" r="r" t="t"/>
              <a:pathLst>
                <a:path extrusionOk="0" h="22" w="4">
                  <a:moveTo>
                    <a:pt x="0" y="1"/>
                  </a:moveTo>
                  <a:cubicBezTo>
                    <a:pt x="0" y="8"/>
                    <a:pt x="0" y="15"/>
                    <a:pt x="4" y="22"/>
                  </a:cubicBez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3" name="Google Shape;5583;p95"/>
            <p:cNvSpPr/>
            <p:nvPr/>
          </p:nvSpPr>
          <p:spPr>
            <a:xfrm>
              <a:off x="1644983" y="2300289"/>
              <a:ext cx="54" cy="244"/>
            </a:xfrm>
            <a:custGeom>
              <a:rect b="b" l="l" r="r" t="t"/>
              <a:pathLst>
                <a:path extrusionOk="0" h="18" w="4">
                  <a:moveTo>
                    <a:pt x="4" y="0"/>
                  </a:moveTo>
                  <a:cubicBezTo>
                    <a:pt x="4" y="7"/>
                    <a:pt x="0" y="11"/>
                    <a:pt x="4" y="18"/>
                  </a:cubicBez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4" name="Google Shape;5584;p95"/>
            <p:cNvSpPr/>
            <p:nvPr/>
          </p:nvSpPr>
          <p:spPr>
            <a:xfrm>
              <a:off x="1645173" y="2304471"/>
              <a:ext cx="54" cy="299"/>
            </a:xfrm>
            <a:custGeom>
              <a:rect b="b" l="l" r="r" t="t"/>
              <a:pathLst>
                <a:path extrusionOk="0" h="22" w="4">
                  <a:moveTo>
                    <a:pt x="0" y="0"/>
                  </a:moveTo>
                  <a:cubicBezTo>
                    <a:pt x="0" y="7"/>
                    <a:pt x="4" y="14"/>
                    <a:pt x="4" y="21"/>
                  </a:cubicBezTo>
                  <a:cubicBezTo>
                    <a:pt x="4" y="14"/>
                    <a:pt x="0"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5" name="Google Shape;5585;p95"/>
            <p:cNvSpPr/>
            <p:nvPr/>
          </p:nvSpPr>
          <p:spPr>
            <a:xfrm>
              <a:off x="1645024" y="2303235"/>
              <a:ext cx="14" cy="299"/>
            </a:xfrm>
            <a:custGeom>
              <a:rect b="b" l="l" r="r" t="t"/>
              <a:pathLst>
                <a:path extrusionOk="0" h="22" w="1">
                  <a:moveTo>
                    <a:pt x="1" y="0"/>
                  </a:moveTo>
                  <a:lnTo>
                    <a:pt x="1" y="21"/>
                  </a:lnTo>
                  <a:cubicBezTo>
                    <a:pt x="1" y="14"/>
                    <a:pt x="1"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6" name="Google Shape;5586;p95"/>
            <p:cNvSpPr/>
            <p:nvPr/>
          </p:nvSpPr>
          <p:spPr>
            <a:xfrm>
              <a:off x="1645268" y="2305082"/>
              <a:ext cx="109" cy="299"/>
            </a:xfrm>
            <a:custGeom>
              <a:rect b="b" l="l" r="r" t="t"/>
              <a:pathLst>
                <a:path extrusionOk="0" h="22" w="8">
                  <a:moveTo>
                    <a:pt x="0" y="1"/>
                  </a:moveTo>
                  <a:cubicBezTo>
                    <a:pt x="0" y="8"/>
                    <a:pt x="4" y="15"/>
                    <a:pt x="7" y="22"/>
                  </a:cubicBezTo>
                  <a:cubicBezTo>
                    <a:pt x="4" y="15"/>
                    <a:pt x="4"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7" name="Google Shape;5587;p95"/>
            <p:cNvSpPr/>
            <p:nvPr/>
          </p:nvSpPr>
          <p:spPr>
            <a:xfrm>
              <a:off x="1644983" y="2301999"/>
              <a:ext cx="14" cy="299"/>
            </a:xfrm>
            <a:custGeom>
              <a:rect b="b" l="l" r="r" t="t"/>
              <a:pathLst>
                <a:path extrusionOk="0" h="22" w="1">
                  <a:moveTo>
                    <a:pt x="0" y="0"/>
                  </a:moveTo>
                  <a:lnTo>
                    <a:pt x="0"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8" name="Google Shape;5588;p95"/>
            <p:cNvSpPr/>
            <p:nvPr/>
          </p:nvSpPr>
          <p:spPr>
            <a:xfrm>
              <a:off x="1644983" y="2302610"/>
              <a:ext cx="14" cy="299"/>
            </a:xfrm>
            <a:custGeom>
              <a:rect b="b" l="l" r="r" t="t"/>
              <a:pathLst>
                <a:path extrusionOk="0" h="22" w="1">
                  <a:moveTo>
                    <a:pt x="0" y="1"/>
                  </a:moveTo>
                  <a:lnTo>
                    <a:pt x="0" y="22"/>
                  </a:lnTo>
                  <a:cubicBezTo>
                    <a:pt x="0" y="15"/>
                    <a:pt x="0"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9" name="Google Shape;5589;p95"/>
            <p:cNvSpPr/>
            <p:nvPr/>
          </p:nvSpPr>
          <p:spPr>
            <a:xfrm>
              <a:off x="1644983" y="2300859"/>
              <a:ext cx="14" cy="244"/>
            </a:xfrm>
            <a:custGeom>
              <a:rect b="b" l="l" r="r" t="t"/>
              <a:pathLst>
                <a:path extrusionOk="0" h="18" w="1">
                  <a:moveTo>
                    <a:pt x="0" y="0"/>
                  </a:moveTo>
                  <a:lnTo>
                    <a:pt x="0" y="18"/>
                  </a:lnTo>
                  <a:cubicBezTo>
                    <a:pt x="0" y="11"/>
                    <a:pt x="0"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0" name="Google Shape;5590;p95"/>
            <p:cNvSpPr/>
            <p:nvPr/>
          </p:nvSpPr>
          <p:spPr>
            <a:xfrm>
              <a:off x="1645838" y="2306942"/>
              <a:ext cx="109" cy="299"/>
            </a:xfrm>
            <a:custGeom>
              <a:rect b="b" l="l" r="r" t="t"/>
              <a:pathLst>
                <a:path extrusionOk="0" h="22" w="8">
                  <a:moveTo>
                    <a:pt x="0" y="0"/>
                  </a:moveTo>
                  <a:cubicBezTo>
                    <a:pt x="4" y="7"/>
                    <a:pt x="4" y="14"/>
                    <a:pt x="7" y="21"/>
                  </a:cubicBezTo>
                  <a:cubicBezTo>
                    <a:pt x="4" y="14"/>
                    <a:pt x="4"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1" name="Google Shape;5591;p95"/>
            <p:cNvSpPr/>
            <p:nvPr/>
          </p:nvSpPr>
          <p:spPr>
            <a:xfrm>
              <a:off x="1645594" y="2306317"/>
              <a:ext cx="109" cy="299"/>
            </a:xfrm>
            <a:custGeom>
              <a:rect b="b" l="l" r="r" t="t"/>
              <a:pathLst>
                <a:path extrusionOk="0" h="22" w="8">
                  <a:moveTo>
                    <a:pt x="1" y="1"/>
                  </a:moveTo>
                  <a:cubicBezTo>
                    <a:pt x="4" y="8"/>
                    <a:pt x="4" y="15"/>
                    <a:pt x="8" y="22"/>
                  </a:cubicBezTo>
                  <a:cubicBezTo>
                    <a:pt x="8" y="15"/>
                    <a:pt x="4"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2" name="Google Shape;5592;p95"/>
            <p:cNvSpPr/>
            <p:nvPr/>
          </p:nvSpPr>
          <p:spPr>
            <a:xfrm>
              <a:off x="1645404" y="2305706"/>
              <a:ext cx="109" cy="299"/>
            </a:xfrm>
            <a:custGeom>
              <a:rect b="b" l="l" r="r" t="t"/>
              <a:pathLst>
                <a:path extrusionOk="0" h="22" w="8">
                  <a:moveTo>
                    <a:pt x="1" y="0"/>
                  </a:moveTo>
                  <a:cubicBezTo>
                    <a:pt x="1" y="7"/>
                    <a:pt x="4" y="14"/>
                    <a:pt x="8" y="21"/>
                  </a:cubicBezTo>
                  <a:cubicBezTo>
                    <a:pt x="8" y="14"/>
                    <a:pt x="4"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3" name="Google Shape;5593;p95"/>
            <p:cNvSpPr/>
            <p:nvPr/>
          </p:nvSpPr>
          <p:spPr>
            <a:xfrm>
              <a:off x="1617312" y="2278700"/>
              <a:ext cx="299" cy="14"/>
            </a:xfrm>
            <a:custGeom>
              <a:rect b="b" l="l" r="r" t="t"/>
              <a:pathLst>
                <a:path extrusionOk="0" h="1" w="22">
                  <a:moveTo>
                    <a:pt x="22"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4" name="Google Shape;5594;p95"/>
            <p:cNvSpPr/>
            <p:nvPr/>
          </p:nvSpPr>
          <p:spPr>
            <a:xfrm>
              <a:off x="1618032" y="2278660"/>
              <a:ext cx="244" cy="14"/>
            </a:xfrm>
            <a:custGeom>
              <a:rect b="b" l="l" r="r" t="t"/>
              <a:pathLst>
                <a:path extrusionOk="0" h="1" w="18">
                  <a:moveTo>
                    <a:pt x="0" y="0"/>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5" name="Google Shape;5595;p95"/>
            <p:cNvSpPr/>
            <p:nvPr/>
          </p:nvSpPr>
          <p:spPr>
            <a:xfrm>
              <a:off x="1645024" y="2299718"/>
              <a:ext cx="14" cy="244"/>
            </a:xfrm>
            <a:custGeom>
              <a:rect b="b" l="l" r="r" t="t"/>
              <a:pathLst>
                <a:path extrusionOk="0" h="18" w="1">
                  <a:moveTo>
                    <a:pt x="1" y="0"/>
                  </a:moveTo>
                  <a:lnTo>
                    <a:pt x="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6" name="Google Shape;5596;p95"/>
            <p:cNvSpPr/>
            <p:nvPr/>
          </p:nvSpPr>
          <p:spPr>
            <a:xfrm>
              <a:off x="1645078" y="2299189"/>
              <a:ext cx="14" cy="258"/>
            </a:xfrm>
            <a:custGeom>
              <a:rect b="b" l="l" r="r" t="t"/>
              <a:pathLst>
                <a:path extrusionOk="0" h="19" w="1">
                  <a:moveTo>
                    <a:pt x="0" y="1"/>
                  </a:moveTo>
                  <a:lnTo>
                    <a:pt x="0" y="18"/>
                  </a:lnTo>
                  <a:cubicBezTo>
                    <a:pt x="0" y="11"/>
                    <a:pt x="0"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7" name="Google Shape;5597;p95"/>
            <p:cNvSpPr/>
            <p:nvPr/>
          </p:nvSpPr>
          <p:spPr>
            <a:xfrm>
              <a:off x="1644983" y="2301429"/>
              <a:ext cx="14" cy="299"/>
            </a:xfrm>
            <a:custGeom>
              <a:rect b="b" l="l" r="r" t="t"/>
              <a:pathLst>
                <a:path extrusionOk="0" h="22" w="1">
                  <a:moveTo>
                    <a:pt x="0" y="2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8" name="Google Shape;5598;p95"/>
            <p:cNvSpPr/>
            <p:nvPr/>
          </p:nvSpPr>
          <p:spPr>
            <a:xfrm>
              <a:off x="1645119" y="2298673"/>
              <a:ext cx="14" cy="244"/>
            </a:xfrm>
            <a:custGeom>
              <a:rect b="b" l="l" r="r" t="t"/>
              <a:pathLst>
                <a:path extrusionOk="0" h="18" w="1">
                  <a:moveTo>
                    <a:pt x="1" y="0"/>
                  </a:moveTo>
                  <a:lnTo>
                    <a:pt x="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9" name="Google Shape;5599;p95"/>
            <p:cNvSpPr/>
            <p:nvPr/>
          </p:nvSpPr>
          <p:spPr>
            <a:xfrm>
              <a:off x="1618697" y="2278565"/>
              <a:ext cx="204" cy="54"/>
            </a:xfrm>
            <a:custGeom>
              <a:rect b="b" l="l" r="r" t="t"/>
              <a:pathLst>
                <a:path extrusionOk="0" h="4" w="15">
                  <a:moveTo>
                    <a:pt x="0" y="4"/>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0" name="Google Shape;5600;p95"/>
            <p:cNvSpPr/>
            <p:nvPr/>
          </p:nvSpPr>
          <p:spPr>
            <a:xfrm>
              <a:off x="1533091" y="2481100"/>
              <a:ext cx="1575" cy="3014"/>
            </a:xfrm>
            <a:custGeom>
              <a:rect b="b" l="l" r="r" t="t"/>
              <a:pathLst>
                <a:path extrusionOk="0" h="222" w="116">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1" name="Google Shape;5601;p95"/>
            <p:cNvSpPr/>
            <p:nvPr/>
          </p:nvSpPr>
          <p:spPr>
            <a:xfrm>
              <a:off x="1496866" y="2211818"/>
              <a:ext cx="147845" cy="264069"/>
            </a:xfrm>
            <a:custGeom>
              <a:rect b="b" l="l" r="r" t="t"/>
              <a:pathLst>
                <a:path extrusionOk="0" h="19449" w="10889">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2" name="Google Shape;5602;p95"/>
            <p:cNvSpPr/>
            <p:nvPr/>
          </p:nvSpPr>
          <p:spPr>
            <a:xfrm>
              <a:off x="1532711" y="2487712"/>
              <a:ext cx="24589" cy="16850"/>
            </a:xfrm>
            <a:custGeom>
              <a:rect b="b" l="l" r="r" t="t"/>
              <a:pathLst>
                <a:path extrusionOk="0" h="1241" w="1811">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3" name="Google Shape;5603;p95"/>
            <p:cNvSpPr/>
            <p:nvPr/>
          </p:nvSpPr>
          <p:spPr>
            <a:xfrm>
              <a:off x="1640177" y="2240588"/>
              <a:ext cx="3245" cy="244"/>
            </a:xfrm>
            <a:custGeom>
              <a:rect b="b" l="l" r="r" t="t"/>
              <a:pathLst>
                <a:path extrusionOk="0" h="18" w="239">
                  <a:moveTo>
                    <a:pt x="1" y="0"/>
                  </a:moveTo>
                  <a:lnTo>
                    <a:pt x="1" y="0"/>
                  </a:lnTo>
                  <a:cubicBezTo>
                    <a:pt x="165" y="0"/>
                    <a:pt x="221" y="11"/>
                    <a:pt x="239" y="18"/>
                  </a:cubicBezTo>
                  <a:cubicBezTo>
                    <a:pt x="221" y="11"/>
                    <a:pt x="169" y="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4" name="Google Shape;5604;p95"/>
            <p:cNvSpPr/>
            <p:nvPr/>
          </p:nvSpPr>
          <p:spPr>
            <a:xfrm>
              <a:off x="1639946" y="2240588"/>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5" name="Google Shape;5605;p95"/>
            <p:cNvSpPr/>
            <p:nvPr/>
          </p:nvSpPr>
          <p:spPr>
            <a:xfrm>
              <a:off x="1620924" y="2257221"/>
              <a:ext cx="12709" cy="14555"/>
            </a:xfrm>
            <a:custGeom>
              <a:rect b="b" l="l" r="r" t="t"/>
              <a:pathLst>
                <a:path extrusionOk="0" h="1072" w="936">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6" name="Google Shape;5606;p95"/>
            <p:cNvSpPr/>
            <p:nvPr/>
          </p:nvSpPr>
          <p:spPr>
            <a:xfrm>
              <a:off x="1615031" y="2277560"/>
              <a:ext cx="733" cy="828"/>
            </a:xfrm>
            <a:custGeom>
              <a:rect b="b" l="l" r="r" t="t"/>
              <a:pathLst>
                <a:path extrusionOk="0" h="61" w="54">
                  <a:moveTo>
                    <a:pt x="53" y="1"/>
                  </a:moveTo>
                  <a:lnTo>
                    <a:pt x="1" y="60"/>
                  </a:lnTo>
                  <a:lnTo>
                    <a:pt x="8" y="60"/>
                  </a:lnTo>
                  <a:cubicBezTo>
                    <a:pt x="22" y="43"/>
                    <a:pt x="36" y="22"/>
                    <a:pt x="5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7" name="Google Shape;5607;p95"/>
            <p:cNvSpPr/>
            <p:nvPr/>
          </p:nvSpPr>
          <p:spPr>
            <a:xfrm>
              <a:off x="1644453" y="2246291"/>
              <a:ext cx="109" cy="1100"/>
            </a:xfrm>
            <a:custGeom>
              <a:rect b="b" l="l" r="r" t="t"/>
              <a:pathLst>
                <a:path extrusionOk="0" h="81" w="8">
                  <a:moveTo>
                    <a:pt x="8" y="81"/>
                  </a:moveTo>
                  <a:cubicBezTo>
                    <a:pt x="8" y="56"/>
                    <a:pt x="4" y="28"/>
                    <a:pt x="1" y="0"/>
                  </a:cubicBezTo>
                  <a:cubicBezTo>
                    <a:pt x="4" y="28"/>
                    <a:pt x="8" y="56"/>
                    <a:pt x="8" y="8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8" name="Google Shape;5608;p95"/>
            <p:cNvSpPr/>
            <p:nvPr/>
          </p:nvSpPr>
          <p:spPr>
            <a:xfrm>
              <a:off x="1644358" y="2245001"/>
              <a:ext cx="109" cy="1208"/>
            </a:xfrm>
            <a:custGeom>
              <a:rect b="b" l="l" r="r" t="t"/>
              <a:pathLst>
                <a:path extrusionOk="0" h="89" w="8">
                  <a:moveTo>
                    <a:pt x="8" y="88"/>
                  </a:moveTo>
                  <a:cubicBezTo>
                    <a:pt x="8" y="57"/>
                    <a:pt x="4" y="29"/>
                    <a:pt x="1" y="1"/>
                  </a:cubicBezTo>
                  <a:cubicBezTo>
                    <a:pt x="4" y="29"/>
                    <a:pt x="8" y="57"/>
                    <a:pt x="8" y="8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9" name="Google Shape;5609;p95"/>
            <p:cNvSpPr/>
            <p:nvPr/>
          </p:nvSpPr>
          <p:spPr>
            <a:xfrm>
              <a:off x="1644168" y="2243671"/>
              <a:ext cx="68" cy="489"/>
            </a:xfrm>
            <a:custGeom>
              <a:rect b="b" l="l" r="r" t="t"/>
              <a:pathLst>
                <a:path extrusionOk="0" h="36" w="5">
                  <a:moveTo>
                    <a:pt x="1" y="1"/>
                  </a:moveTo>
                  <a:cubicBezTo>
                    <a:pt x="1" y="11"/>
                    <a:pt x="4" y="22"/>
                    <a:pt x="4" y="36"/>
                  </a:cubicBezTo>
                  <a:cubicBezTo>
                    <a:pt x="4" y="22"/>
                    <a:pt x="4"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0" name="Google Shape;5610;p95"/>
            <p:cNvSpPr/>
            <p:nvPr/>
          </p:nvSpPr>
          <p:spPr>
            <a:xfrm>
              <a:off x="1644358" y="2244906"/>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1" name="Google Shape;5611;p95"/>
            <p:cNvSpPr/>
            <p:nvPr/>
          </p:nvSpPr>
          <p:spPr>
            <a:xfrm>
              <a:off x="1635710" y="2253745"/>
              <a:ext cx="3720" cy="1914"/>
            </a:xfrm>
            <a:custGeom>
              <a:rect b="b" l="l" r="r" t="t"/>
              <a:pathLst>
                <a:path extrusionOk="0" h="141" w="274">
                  <a:moveTo>
                    <a:pt x="0" y="141"/>
                  </a:moveTo>
                  <a:cubicBezTo>
                    <a:pt x="88" y="88"/>
                    <a:pt x="179" y="43"/>
                    <a:pt x="274" y="1"/>
                  </a:cubicBezTo>
                  <a:cubicBezTo>
                    <a:pt x="179" y="43"/>
                    <a:pt x="88" y="88"/>
                    <a:pt x="0" y="14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2" name="Google Shape;5612;p95"/>
            <p:cNvSpPr/>
            <p:nvPr/>
          </p:nvSpPr>
          <p:spPr>
            <a:xfrm>
              <a:off x="1614081" y="2280031"/>
              <a:ext cx="14" cy="68"/>
            </a:xfrm>
            <a:custGeom>
              <a:rect b="b" l="l" r="r" t="t"/>
              <a:pathLst>
                <a:path extrusionOk="0" h="5" w="1">
                  <a:moveTo>
                    <a:pt x="1"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3" name="Google Shape;5613;p95"/>
            <p:cNvSpPr/>
            <p:nvPr/>
          </p:nvSpPr>
          <p:spPr>
            <a:xfrm>
              <a:off x="1611284" y="2310119"/>
              <a:ext cx="14" cy="109"/>
            </a:xfrm>
            <a:custGeom>
              <a:rect b="b" l="l" r="r" t="t"/>
              <a:pathLst>
                <a:path extrusionOk="0" h="8" w="1">
                  <a:moveTo>
                    <a:pt x="0"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4" name="Google Shape;5614;p95"/>
            <p:cNvSpPr/>
            <p:nvPr/>
          </p:nvSpPr>
          <p:spPr>
            <a:xfrm>
              <a:off x="1611379" y="2309739"/>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5" name="Google Shape;5615;p95"/>
            <p:cNvSpPr/>
            <p:nvPr/>
          </p:nvSpPr>
          <p:spPr>
            <a:xfrm>
              <a:off x="1611379" y="2309508"/>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6" name="Google Shape;5616;p95"/>
            <p:cNvSpPr/>
            <p:nvPr/>
          </p:nvSpPr>
          <p:spPr>
            <a:xfrm>
              <a:off x="1613700" y="2281226"/>
              <a:ext cx="14" cy="149"/>
            </a:xfrm>
            <a:custGeom>
              <a:rect b="b" l="l" r="r" t="t"/>
              <a:pathLst>
                <a:path extrusionOk="0" h="11" w="1">
                  <a:moveTo>
                    <a:pt x="1"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7" name="Google Shape;5617;p95"/>
            <p:cNvSpPr/>
            <p:nvPr/>
          </p:nvSpPr>
          <p:spPr>
            <a:xfrm>
              <a:off x="1611134" y="2310553"/>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8" name="Google Shape;5618;p95"/>
            <p:cNvSpPr/>
            <p:nvPr/>
          </p:nvSpPr>
          <p:spPr>
            <a:xfrm>
              <a:off x="1481659" y="2178417"/>
              <a:ext cx="61465" cy="331549"/>
            </a:xfrm>
            <a:custGeom>
              <a:rect b="b" l="l" r="r" t="t"/>
              <a:pathLst>
                <a:path extrusionOk="0" h="24419" w="4527">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9" name="Google Shape;5619;p95"/>
            <p:cNvSpPr/>
            <p:nvPr/>
          </p:nvSpPr>
          <p:spPr>
            <a:xfrm>
              <a:off x="1538223" y="2504929"/>
              <a:ext cx="4671" cy="855"/>
            </a:xfrm>
            <a:custGeom>
              <a:rect b="b" l="l" r="r" t="t"/>
              <a:pathLst>
                <a:path extrusionOk="0" h="63" w="344">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0" name="Google Shape;5620;p95"/>
            <p:cNvSpPr/>
            <p:nvPr/>
          </p:nvSpPr>
          <p:spPr>
            <a:xfrm>
              <a:off x="1490593" y="2404157"/>
              <a:ext cx="3476" cy="4236"/>
            </a:xfrm>
            <a:custGeom>
              <a:rect b="b" l="l" r="r" t="t"/>
              <a:pathLst>
                <a:path extrusionOk="0" h="312" w="256">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1" name="Google Shape;5621;p95"/>
            <p:cNvSpPr/>
            <p:nvPr/>
          </p:nvSpPr>
          <p:spPr>
            <a:xfrm>
              <a:off x="1481225" y="2421916"/>
              <a:ext cx="163" cy="869"/>
            </a:xfrm>
            <a:custGeom>
              <a:rect b="b" l="l" r="r" t="t"/>
              <a:pathLst>
                <a:path extrusionOk="0" h="64" w="12">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2" name="Google Shape;5622;p95"/>
            <p:cNvSpPr/>
            <p:nvPr/>
          </p:nvSpPr>
          <p:spPr>
            <a:xfrm>
              <a:off x="1543206" y="2219000"/>
              <a:ext cx="14" cy="204"/>
            </a:xfrm>
            <a:custGeom>
              <a:rect b="b" l="l" r="r" t="t"/>
              <a:pathLst>
                <a:path extrusionOk="0" h="15" w="1">
                  <a:moveTo>
                    <a:pt x="1" y="15"/>
                  </a:moveTo>
                  <a:lnTo>
                    <a:pt x="1" y="1"/>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3" name="Google Shape;5623;p95"/>
            <p:cNvSpPr/>
            <p:nvPr/>
          </p:nvSpPr>
          <p:spPr>
            <a:xfrm>
              <a:off x="1542351" y="2224132"/>
              <a:ext cx="68" cy="299"/>
            </a:xfrm>
            <a:custGeom>
              <a:rect b="b" l="l" r="r" t="t"/>
              <a:pathLst>
                <a:path extrusionOk="0" h="22" w="5">
                  <a:moveTo>
                    <a:pt x="4" y="1"/>
                  </a:moveTo>
                  <a:lnTo>
                    <a:pt x="1"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4" name="Google Shape;5624;p95"/>
            <p:cNvSpPr/>
            <p:nvPr/>
          </p:nvSpPr>
          <p:spPr>
            <a:xfrm>
              <a:off x="1542446" y="2223617"/>
              <a:ext cx="109" cy="434"/>
            </a:xfrm>
            <a:custGeom>
              <a:rect b="b" l="l" r="r" t="t"/>
              <a:pathLst>
                <a:path extrusionOk="0" h="32" w="8">
                  <a:moveTo>
                    <a:pt x="8" y="0"/>
                  </a:moveTo>
                  <a:cubicBezTo>
                    <a:pt x="4" y="11"/>
                    <a:pt x="1" y="21"/>
                    <a:pt x="1" y="32"/>
                  </a:cubicBezTo>
                  <a:cubicBezTo>
                    <a:pt x="1" y="21"/>
                    <a:pt x="4" y="11"/>
                    <a:pt x="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5" name="Google Shape;5625;p95"/>
            <p:cNvSpPr/>
            <p:nvPr/>
          </p:nvSpPr>
          <p:spPr>
            <a:xfrm>
              <a:off x="1542256" y="2224513"/>
              <a:ext cx="68" cy="204"/>
            </a:xfrm>
            <a:custGeom>
              <a:rect b="b" l="l" r="r" t="t"/>
              <a:pathLst>
                <a:path extrusionOk="0" h="15" w="5">
                  <a:moveTo>
                    <a:pt x="4"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6" name="Google Shape;5626;p95"/>
            <p:cNvSpPr/>
            <p:nvPr/>
          </p:nvSpPr>
          <p:spPr>
            <a:xfrm>
              <a:off x="1542066" y="2225137"/>
              <a:ext cx="68" cy="204"/>
            </a:xfrm>
            <a:custGeom>
              <a:rect b="b" l="l" r="r" t="t"/>
              <a:pathLst>
                <a:path extrusionOk="0" h="15" w="5">
                  <a:moveTo>
                    <a:pt x="4" y="0"/>
                  </a:move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7" name="Google Shape;5627;p95"/>
            <p:cNvSpPr/>
            <p:nvPr/>
          </p:nvSpPr>
          <p:spPr>
            <a:xfrm>
              <a:off x="1532466" y="2238158"/>
              <a:ext cx="1874" cy="6381"/>
            </a:xfrm>
            <a:custGeom>
              <a:rect b="b" l="l" r="r" t="t"/>
              <a:pathLst>
                <a:path extrusionOk="0" h="470" w="138">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8" name="Google Shape;5628;p95"/>
            <p:cNvSpPr/>
            <p:nvPr/>
          </p:nvSpPr>
          <p:spPr>
            <a:xfrm>
              <a:off x="1542161" y="2224893"/>
              <a:ext cx="68" cy="163"/>
            </a:xfrm>
            <a:custGeom>
              <a:rect b="b" l="l" r="r" t="t"/>
              <a:pathLst>
                <a:path extrusionOk="0" h="12" w="5">
                  <a:moveTo>
                    <a:pt x="4"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9" name="Google Shape;5629;p95"/>
            <p:cNvSpPr/>
            <p:nvPr/>
          </p:nvSpPr>
          <p:spPr>
            <a:xfrm>
              <a:off x="1543016" y="2220141"/>
              <a:ext cx="68" cy="584"/>
            </a:xfrm>
            <a:custGeom>
              <a:rect b="b" l="l" r="r" t="t"/>
              <a:pathLst>
                <a:path extrusionOk="0" h="43" w="5">
                  <a:moveTo>
                    <a:pt x="4" y="1"/>
                  </a:moveTo>
                  <a:cubicBezTo>
                    <a:pt x="4" y="15"/>
                    <a:pt x="1" y="29"/>
                    <a:pt x="1" y="43"/>
                  </a:cubicBezTo>
                  <a:cubicBezTo>
                    <a:pt x="1" y="29"/>
                    <a:pt x="4" y="15"/>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0" name="Google Shape;5630;p95"/>
            <p:cNvSpPr/>
            <p:nvPr/>
          </p:nvSpPr>
          <p:spPr>
            <a:xfrm>
              <a:off x="1531611" y="2504576"/>
              <a:ext cx="204" cy="299"/>
            </a:xfrm>
            <a:custGeom>
              <a:rect b="b" l="l" r="r" t="t"/>
              <a:pathLst>
                <a:path extrusionOk="0" h="22" w="15">
                  <a:moveTo>
                    <a:pt x="15" y="22"/>
                  </a:moveTo>
                  <a:cubicBezTo>
                    <a:pt x="8" y="15"/>
                    <a:pt x="4" y="8"/>
                    <a:pt x="1" y="1"/>
                  </a:cubicBezTo>
                  <a:cubicBezTo>
                    <a:pt x="4" y="8"/>
                    <a:pt x="8" y="15"/>
                    <a:pt x="15"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1" name="Google Shape;5631;p95"/>
            <p:cNvSpPr/>
            <p:nvPr/>
          </p:nvSpPr>
          <p:spPr>
            <a:xfrm>
              <a:off x="1508556" y="2474447"/>
              <a:ext cx="1059" cy="149"/>
            </a:xfrm>
            <a:custGeom>
              <a:rect b="b" l="l" r="r" t="t"/>
              <a:pathLst>
                <a:path extrusionOk="0" h="11" w="78">
                  <a:moveTo>
                    <a:pt x="78" y="7"/>
                  </a:moveTo>
                  <a:lnTo>
                    <a:pt x="78" y="7"/>
                  </a:lnTo>
                  <a:cubicBezTo>
                    <a:pt x="53" y="11"/>
                    <a:pt x="25" y="7"/>
                    <a:pt x="1" y="0"/>
                  </a:cubicBezTo>
                  <a:cubicBezTo>
                    <a:pt x="25" y="7"/>
                    <a:pt x="53" y="11"/>
                    <a:pt x="78"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2" name="Google Shape;5632;p95"/>
            <p:cNvSpPr/>
            <p:nvPr/>
          </p:nvSpPr>
          <p:spPr>
            <a:xfrm>
              <a:off x="1542921" y="2220955"/>
              <a:ext cx="68" cy="339"/>
            </a:xfrm>
            <a:custGeom>
              <a:rect b="b" l="l" r="r" t="t"/>
              <a:pathLst>
                <a:path extrusionOk="0" h="25" w="5">
                  <a:moveTo>
                    <a:pt x="4" y="0"/>
                  </a:moveTo>
                  <a:lnTo>
                    <a:pt x="1"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3" name="Google Shape;5633;p95"/>
            <p:cNvSpPr/>
            <p:nvPr/>
          </p:nvSpPr>
          <p:spPr>
            <a:xfrm>
              <a:off x="1532996" y="250510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4" name="Google Shape;5634;p95"/>
            <p:cNvSpPr/>
            <p:nvPr/>
          </p:nvSpPr>
          <p:spPr>
            <a:xfrm>
              <a:off x="1542826" y="2221566"/>
              <a:ext cx="68" cy="299"/>
            </a:xfrm>
            <a:custGeom>
              <a:rect b="b" l="l" r="r" t="t"/>
              <a:pathLst>
                <a:path extrusionOk="0" h="22" w="5">
                  <a:moveTo>
                    <a:pt x="4" y="1"/>
                  </a:moveTo>
                  <a:lnTo>
                    <a:pt x="1"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5" name="Google Shape;5635;p95"/>
            <p:cNvSpPr/>
            <p:nvPr/>
          </p:nvSpPr>
          <p:spPr>
            <a:xfrm>
              <a:off x="1540830" y="2504861"/>
              <a:ext cx="638" cy="68"/>
            </a:xfrm>
            <a:custGeom>
              <a:rect b="b" l="l" r="r" t="t"/>
              <a:pathLst>
                <a:path extrusionOk="0" h="5" w="47">
                  <a:moveTo>
                    <a:pt x="1" y="1"/>
                  </a:moveTo>
                  <a:lnTo>
                    <a:pt x="46"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6" name="Google Shape;5636;p95"/>
            <p:cNvSpPr/>
            <p:nvPr/>
          </p:nvSpPr>
          <p:spPr>
            <a:xfrm>
              <a:off x="1543111" y="2219530"/>
              <a:ext cx="68" cy="299"/>
            </a:xfrm>
            <a:custGeom>
              <a:rect b="b" l="l" r="r" t="t"/>
              <a:pathLst>
                <a:path extrusionOk="0" h="22" w="5">
                  <a:moveTo>
                    <a:pt x="4" y="0"/>
                  </a:moveTo>
                  <a:lnTo>
                    <a:pt x="1"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7" name="Google Shape;5637;p95"/>
            <p:cNvSpPr/>
            <p:nvPr/>
          </p:nvSpPr>
          <p:spPr>
            <a:xfrm>
              <a:off x="1508516" y="2416173"/>
              <a:ext cx="149" cy="1059"/>
            </a:xfrm>
            <a:custGeom>
              <a:rect b="b" l="l" r="r" t="t"/>
              <a:pathLst>
                <a:path extrusionOk="0" h="78" w="11">
                  <a:moveTo>
                    <a:pt x="0" y="77"/>
                  </a:moveTo>
                  <a:cubicBezTo>
                    <a:pt x="0" y="49"/>
                    <a:pt x="4" y="25"/>
                    <a:pt x="11" y="0"/>
                  </a:cubicBezTo>
                  <a:cubicBezTo>
                    <a:pt x="4" y="25"/>
                    <a:pt x="0" y="49"/>
                    <a:pt x="0" y="7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8" name="Google Shape;5638;p95"/>
            <p:cNvSpPr/>
            <p:nvPr/>
          </p:nvSpPr>
          <p:spPr>
            <a:xfrm>
              <a:off x="1512738" y="2402867"/>
              <a:ext cx="68" cy="244"/>
            </a:xfrm>
            <a:custGeom>
              <a:rect b="b" l="l" r="r" t="t"/>
              <a:pathLst>
                <a:path extrusionOk="0" h="18" w="5">
                  <a:moveTo>
                    <a:pt x="1" y="18"/>
                  </a:moveTo>
                  <a:lnTo>
                    <a:pt x="1" y="18"/>
                  </a:lnTo>
                  <a:cubicBezTo>
                    <a:pt x="4" y="11"/>
                    <a:pt x="4" y="7"/>
                    <a:pt x="4" y="0"/>
                  </a:cubicBezTo>
                  <a:cubicBezTo>
                    <a:pt x="4" y="7"/>
                    <a:pt x="4" y="11"/>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9" name="Google Shape;5639;p95"/>
            <p:cNvSpPr/>
            <p:nvPr/>
          </p:nvSpPr>
          <p:spPr>
            <a:xfrm>
              <a:off x="1507660" y="2400396"/>
              <a:ext cx="3910" cy="1724"/>
            </a:xfrm>
            <a:custGeom>
              <a:rect b="b" l="l" r="r" t="t"/>
              <a:pathLst>
                <a:path extrusionOk="0" h="127" w="288">
                  <a:moveTo>
                    <a:pt x="287" y="91"/>
                  </a:moveTo>
                  <a:cubicBezTo>
                    <a:pt x="168" y="126"/>
                    <a:pt x="56" y="91"/>
                    <a:pt x="0" y="0"/>
                  </a:cubicBezTo>
                  <a:cubicBezTo>
                    <a:pt x="56" y="91"/>
                    <a:pt x="168" y="126"/>
                    <a:pt x="287" y="9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0" name="Google Shape;5640;p95"/>
            <p:cNvSpPr/>
            <p:nvPr/>
          </p:nvSpPr>
          <p:spPr>
            <a:xfrm>
              <a:off x="1542541" y="2223141"/>
              <a:ext cx="109" cy="339"/>
            </a:xfrm>
            <a:custGeom>
              <a:rect b="b" l="l" r="r" t="t"/>
              <a:pathLst>
                <a:path extrusionOk="0" h="25" w="8">
                  <a:moveTo>
                    <a:pt x="8" y="0"/>
                  </a:moveTo>
                  <a:lnTo>
                    <a:pt x="1"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1" name="Google Shape;5641;p95"/>
            <p:cNvSpPr/>
            <p:nvPr/>
          </p:nvSpPr>
          <p:spPr>
            <a:xfrm>
              <a:off x="1542785" y="2222137"/>
              <a:ext cx="54" cy="299"/>
            </a:xfrm>
            <a:custGeom>
              <a:rect b="b" l="l" r="r" t="t"/>
              <a:pathLst>
                <a:path extrusionOk="0" h="22" w="4">
                  <a:moveTo>
                    <a:pt x="4" y="1"/>
                  </a:moveTo>
                  <a:lnTo>
                    <a:pt x="0"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2" name="Google Shape;5642;p95"/>
            <p:cNvSpPr/>
            <p:nvPr/>
          </p:nvSpPr>
          <p:spPr>
            <a:xfrm>
              <a:off x="1541590" y="2504915"/>
              <a:ext cx="448" cy="54"/>
            </a:xfrm>
            <a:custGeom>
              <a:rect b="b" l="l" r="r" t="t"/>
              <a:pathLst>
                <a:path extrusionOk="0" h="4" w="33">
                  <a:moveTo>
                    <a:pt x="1" y="0"/>
                  </a:moveTo>
                  <a:lnTo>
                    <a:pt x="32"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3" name="Google Shape;5643;p95"/>
            <p:cNvSpPr/>
            <p:nvPr/>
          </p:nvSpPr>
          <p:spPr>
            <a:xfrm>
              <a:off x="1542636" y="2222666"/>
              <a:ext cx="109" cy="299"/>
            </a:xfrm>
            <a:custGeom>
              <a:rect b="b" l="l" r="r" t="t"/>
              <a:pathLst>
                <a:path extrusionOk="0" h="22" w="8">
                  <a:moveTo>
                    <a:pt x="8" y="0"/>
                  </a:moveTo>
                  <a:lnTo>
                    <a:pt x="1"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4" name="Google Shape;5644;p95"/>
            <p:cNvSpPr/>
            <p:nvPr/>
          </p:nvSpPr>
          <p:spPr>
            <a:xfrm>
              <a:off x="1514978" y="2347728"/>
              <a:ext cx="204" cy="1195"/>
            </a:xfrm>
            <a:custGeom>
              <a:rect b="b" l="l" r="r" t="t"/>
              <a:pathLst>
                <a:path extrusionOk="0" h="88" w="15">
                  <a:moveTo>
                    <a:pt x="7" y="88"/>
                  </a:moveTo>
                  <a:cubicBezTo>
                    <a:pt x="14" y="60"/>
                    <a:pt x="14" y="28"/>
                    <a:pt x="0" y="0"/>
                  </a:cubicBezTo>
                  <a:cubicBezTo>
                    <a:pt x="14" y="28"/>
                    <a:pt x="14" y="60"/>
                    <a:pt x="7" y="8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5" name="Google Shape;5645;p95"/>
            <p:cNvSpPr/>
            <p:nvPr/>
          </p:nvSpPr>
          <p:spPr>
            <a:xfrm>
              <a:off x="1530620" y="2480530"/>
              <a:ext cx="1005" cy="24059"/>
            </a:xfrm>
            <a:custGeom>
              <a:rect b="b" l="l" r="r" t="t"/>
              <a:pathLst>
                <a:path extrusionOk="0" h="1772" w="74">
                  <a:moveTo>
                    <a:pt x="74" y="1772"/>
                  </a:moveTo>
                  <a:cubicBezTo>
                    <a:pt x="25" y="1681"/>
                    <a:pt x="0" y="1338"/>
                    <a:pt x="63" y="0"/>
                  </a:cubicBezTo>
                  <a:lnTo>
                    <a:pt x="63" y="0"/>
                  </a:lnTo>
                  <a:cubicBezTo>
                    <a:pt x="0" y="1338"/>
                    <a:pt x="25" y="1681"/>
                    <a:pt x="74" y="177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6" name="Google Shape;5646;p95"/>
            <p:cNvSpPr/>
            <p:nvPr/>
          </p:nvSpPr>
          <p:spPr>
            <a:xfrm>
              <a:off x="1523858" y="2474868"/>
              <a:ext cx="109" cy="68"/>
            </a:xfrm>
            <a:custGeom>
              <a:rect b="b" l="l" r="r" t="t"/>
              <a:pathLst>
                <a:path extrusionOk="0" h="5" w="8">
                  <a:moveTo>
                    <a:pt x="1" y="1"/>
                  </a:moveTo>
                  <a:lnTo>
                    <a:pt x="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7" name="Google Shape;5647;p95"/>
            <p:cNvSpPr/>
            <p:nvPr/>
          </p:nvSpPr>
          <p:spPr>
            <a:xfrm>
              <a:off x="1525243" y="2475724"/>
              <a:ext cx="68" cy="68"/>
            </a:xfrm>
            <a:custGeom>
              <a:rect b="b" l="l" r="r" t="t"/>
              <a:pathLst>
                <a:path extrusionOk="0" h="5" w="5">
                  <a:moveTo>
                    <a:pt x="4"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8" name="Google Shape;5648;p95"/>
            <p:cNvSpPr/>
            <p:nvPr/>
          </p:nvSpPr>
          <p:spPr>
            <a:xfrm>
              <a:off x="1524483" y="2475248"/>
              <a:ext cx="163" cy="109"/>
            </a:xfrm>
            <a:custGeom>
              <a:rect b="b" l="l" r="r" t="t"/>
              <a:pathLst>
                <a:path extrusionOk="0" h="8" w="12">
                  <a:moveTo>
                    <a:pt x="1" y="1"/>
                  </a:moveTo>
                  <a:lnTo>
                    <a:pt x="1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9" name="Google Shape;5649;p95"/>
            <p:cNvSpPr/>
            <p:nvPr/>
          </p:nvSpPr>
          <p:spPr>
            <a:xfrm>
              <a:off x="1523057" y="2474488"/>
              <a:ext cx="149" cy="109"/>
            </a:xfrm>
            <a:custGeom>
              <a:rect b="b" l="l" r="r" t="t"/>
              <a:pathLst>
                <a:path extrusionOk="0" h="8" w="11">
                  <a:moveTo>
                    <a:pt x="0" y="1"/>
                  </a:moveTo>
                  <a:lnTo>
                    <a:pt x="1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0" name="Google Shape;5650;p95"/>
            <p:cNvSpPr/>
            <p:nvPr/>
          </p:nvSpPr>
          <p:spPr>
            <a:xfrm>
              <a:off x="1495386" y="2453008"/>
              <a:ext cx="1208" cy="2539"/>
            </a:xfrm>
            <a:custGeom>
              <a:rect b="b" l="l" r="r" t="t"/>
              <a:pathLst>
                <a:path extrusionOk="0" h="187" w="89">
                  <a:moveTo>
                    <a:pt x="1" y="0"/>
                  </a:moveTo>
                  <a:cubicBezTo>
                    <a:pt x="11" y="70"/>
                    <a:pt x="40" y="134"/>
                    <a:pt x="89" y="186"/>
                  </a:cubicBezTo>
                  <a:cubicBezTo>
                    <a:pt x="40" y="134"/>
                    <a:pt x="11" y="7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1" name="Google Shape;5651;p95"/>
            <p:cNvSpPr/>
            <p:nvPr/>
          </p:nvSpPr>
          <p:spPr>
            <a:xfrm>
              <a:off x="1542215" y="2504956"/>
              <a:ext cx="339" cy="68"/>
            </a:xfrm>
            <a:custGeom>
              <a:rect b="b" l="l" r="r" t="t"/>
              <a:pathLst>
                <a:path extrusionOk="0" h="5" w="25">
                  <a:moveTo>
                    <a:pt x="0" y="1"/>
                  </a:moveTo>
                  <a:lnTo>
                    <a:pt x="2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2" name="Google Shape;5652;p95"/>
            <p:cNvSpPr/>
            <p:nvPr/>
          </p:nvSpPr>
          <p:spPr>
            <a:xfrm>
              <a:off x="1531801" y="2504861"/>
              <a:ext cx="543" cy="258"/>
            </a:xfrm>
            <a:custGeom>
              <a:rect b="b" l="l" r="r" t="t"/>
              <a:pathLst>
                <a:path extrusionOk="0" h="19" w="40">
                  <a:moveTo>
                    <a:pt x="1" y="1"/>
                  </a:moveTo>
                  <a:cubicBezTo>
                    <a:pt x="11" y="11"/>
                    <a:pt x="25" y="15"/>
                    <a:pt x="39" y="18"/>
                  </a:cubicBezTo>
                  <a:cubicBezTo>
                    <a:pt x="25" y="15"/>
                    <a:pt x="11"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3" name="Google Shape;5653;p95"/>
            <p:cNvSpPr/>
            <p:nvPr/>
          </p:nvSpPr>
          <p:spPr>
            <a:xfrm>
              <a:off x="1532466" y="2505105"/>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4" name="Google Shape;5654;p95"/>
            <p:cNvSpPr/>
            <p:nvPr/>
          </p:nvSpPr>
          <p:spPr>
            <a:xfrm>
              <a:off x="1532656" y="2505105"/>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5" name="Google Shape;5655;p95"/>
            <p:cNvSpPr/>
            <p:nvPr/>
          </p:nvSpPr>
          <p:spPr>
            <a:xfrm>
              <a:off x="1542785" y="2505105"/>
              <a:ext cx="109" cy="14"/>
            </a:xfrm>
            <a:custGeom>
              <a:rect b="b" l="l" r="r" t="t"/>
              <a:pathLst>
                <a:path extrusionOk="0" h="1" w="8">
                  <a:moveTo>
                    <a:pt x="7"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6" name="Google Shape;5656;p95"/>
            <p:cNvSpPr/>
            <p:nvPr/>
          </p:nvSpPr>
          <p:spPr>
            <a:xfrm>
              <a:off x="1522297" y="2306412"/>
              <a:ext cx="625" cy="3014"/>
            </a:xfrm>
            <a:custGeom>
              <a:rect b="b" l="l" r="r" t="t"/>
              <a:pathLst>
                <a:path extrusionOk="0" h="222" w="46">
                  <a:moveTo>
                    <a:pt x="46" y="1"/>
                  </a:moveTo>
                  <a:cubicBezTo>
                    <a:pt x="25" y="71"/>
                    <a:pt x="7" y="144"/>
                    <a:pt x="0" y="221"/>
                  </a:cubicBezTo>
                  <a:cubicBezTo>
                    <a:pt x="7" y="144"/>
                    <a:pt x="25" y="71"/>
                    <a:pt x="4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7" name="Google Shape;5657;p95"/>
            <p:cNvSpPr/>
            <p:nvPr/>
          </p:nvSpPr>
          <p:spPr>
            <a:xfrm>
              <a:off x="1541930" y="2225368"/>
              <a:ext cx="109" cy="204"/>
            </a:xfrm>
            <a:custGeom>
              <a:rect b="b" l="l" r="r" t="t"/>
              <a:pathLst>
                <a:path extrusionOk="0" h="15" w="8">
                  <a:moveTo>
                    <a:pt x="7" y="1"/>
                  </a:moveTo>
                  <a:cubicBezTo>
                    <a:pt x="4" y="4"/>
                    <a:pt x="4" y="11"/>
                    <a:pt x="0" y="15"/>
                  </a:cubicBezTo>
                  <a:cubicBezTo>
                    <a:pt x="4" y="11"/>
                    <a:pt x="4" y="4"/>
                    <a:pt x="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8" name="Google Shape;5658;p95"/>
            <p:cNvSpPr/>
            <p:nvPr/>
          </p:nvSpPr>
          <p:spPr>
            <a:xfrm>
              <a:off x="1538223" y="2504834"/>
              <a:ext cx="2620" cy="41"/>
            </a:xfrm>
            <a:custGeom>
              <a:rect b="b" l="l" r="r" t="t"/>
              <a:pathLst>
                <a:path extrusionOk="0" h="3" w="193">
                  <a:moveTo>
                    <a:pt x="97" y="0"/>
                  </a:moveTo>
                  <a:cubicBezTo>
                    <a:pt x="64" y="0"/>
                    <a:pt x="32" y="1"/>
                    <a:pt x="0" y="3"/>
                  </a:cubicBezTo>
                  <a:lnTo>
                    <a:pt x="193" y="3"/>
                  </a:lnTo>
                  <a:cubicBezTo>
                    <a:pt x="161" y="1"/>
                    <a:pt x="129" y="0"/>
                    <a:pt x="9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9" name="Google Shape;5659;p95"/>
            <p:cNvSpPr/>
            <p:nvPr/>
          </p:nvSpPr>
          <p:spPr>
            <a:xfrm>
              <a:off x="1518495" y="2283982"/>
              <a:ext cx="815" cy="434"/>
            </a:xfrm>
            <a:custGeom>
              <a:rect b="b" l="l" r="r" t="t"/>
              <a:pathLst>
                <a:path extrusionOk="0" h="32" w="60">
                  <a:moveTo>
                    <a:pt x="60" y="0"/>
                  </a:moveTo>
                  <a:cubicBezTo>
                    <a:pt x="39" y="4"/>
                    <a:pt x="14" y="14"/>
                    <a:pt x="0" y="32"/>
                  </a:cubicBezTo>
                  <a:cubicBezTo>
                    <a:pt x="14" y="14"/>
                    <a:pt x="39" y="4"/>
                    <a:pt x="6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0" name="Google Shape;5660;p95"/>
            <p:cNvSpPr/>
            <p:nvPr/>
          </p:nvSpPr>
          <p:spPr>
            <a:xfrm>
              <a:off x="1578290" y="2191723"/>
              <a:ext cx="61669" cy="63298"/>
            </a:xfrm>
            <a:custGeom>
              <a:rect b="b" l="l" r="r" t="t"/>
              <a:pathLst>
                <a:path extrusionOk="0" h="4662" w="4542">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1" name="Google Shape;5661;p95"/>
            <p:cNvSpPr/>
            <p:nvPr/>
          </p:nvSpPr>
          <p:spPr>
            <a:xfrm>
              <a:off x="1613184" y="2195620"/>
              <a:ext cx="54" cy="149"/>
            </a:xfrm>
            <a:custGeom>
              <a:rect b="b" l="l" r="r" t="t"/>
              <a:pathLst>
                <a:path extrusionOk="0" h="11" w="4">
                  <a:moveTo>
                    <a:pt x="0" y="0"/>
                  </a:moveTo>
                  <a:lnTo>
                    <a:pt x="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2" name="Google Shape;5662;p95"/>
            <p:cNvSpPr/>
            <p:nvPr/>
          </p:nvSpPr>
          <p:spPr>
            <a:xfrm>
              <a:off x="1612804" y="2194954"/>
              <a:ext cx="204" cy="339"/>
            </a:xfrm>
            <a:custGeom>
              <a:rect b="b" l="l" r="r" t="t"/>
              <a:pathLst>
                <a:path extrusionOk="0" h="25" w="15">
                  <a:moveTo>
                    <a:pt x="0" y="0"/>
                  </a:moveTo>
                  <a:cubicBezTo>
                    <a:pt x="7" y="11"/>
                    <a:pt x="11" y="18"/>
                    <a:pt x="14" y="25"/>
                  </a:cubicBezTo>
                  <a:cubicBezTo>
                    <a:pt x="11" y="18"/>
                    <a:pt x="7"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3" name="Google Shape;5663;p95"/>
            <p:cNvSpPr/>
            <p:nvPr/>
          </p:nvSpPr>
          <p:spPr>
            <a:xfrm>
              <a:off x="1613035" y="2195335"/>
              <a:ext cx="109" cy="204"/>
            </a:xfrm>
            <a:custGeom>
              <a:rect b="b" l="l" r="r" t="t"/>
              <a:pathLst>
                <a:path extrusionOk="0" h="15" w="8">
                  <a:moveTo>
                    <a:pt x="1" y="0"/>
                  </a:moveTo>
                  <a:lnTo>
                    <a:pt x="8"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4" name="Google Shape;5664;p95"/>
            <p:cNvSpPr/>
            <p:nvPr/>
          </p:nvSpPr>
          <p:spPr>
            <a:xfrm>
              <a:off x="1638086" y="2239733"/>
              <a:ext cx="109" cy="910"/>
            </a:xfrm>
            <a:custGeom>
              <a:rect b="b" l="l" r="r" t="t"/>
              <a:pathLst>
                <a:path extrusionOk="0" h="67" w="8">
                  <a:moveTo>
                    <a:pt x="1" y="0"/>
                  </a:moveTo>
                  <a:lnTo>
                    <a:pt x="1" y="67"/>
                  </a:lnTo>
                  <a:lnTo>
                    <a:pt x="8" y="67"/>
                  </a:lnTo>
                  <a:cubicBezTo>
                    <a:pt x="4" y="53"/>
                    <a:pt x="4" y="42"/>
                    <a:pt x="4" y="32"/>
                  </a:cubicBezTo>
                  <a:lnTo>
                    <a:pt x="4" y="18"/>
                  </a:ln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5" name="Google Shape;5665;p95"/>
            <p:cNvSpPr/>
            <p:nvPr/>
          </p:nvSpPr>
          <p:spPr>
            <a:xfrm>
              <a:off x="1612560" y="2194615"/>
              <a:ext cx="204" cy="299"/>
            </a:xfrm>
            <a:custGeom>
              <a:rect b="b" l="l" r="r" t="t"/>
              <a:pathLst>
                <a:path extrusionOk="0" h="22" w="15">
                  <a:moveTo>
                    <a:pt x="15" y="22"/>
                  </a:moveTo>
                  <a:lnTo>
                    <a:pt x="1" y="1"/>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6" name="Google Shape;5666;p95"/>
            <p:cNvSpPr/>
            <p:nvPr/>
          </p:nvSpPr>
          <p:spPr>
            <a:xfrm>
              <a:off x="1625201" y="2214031"/>
              <a:ext cx="299" cy="54"/>
            </a:xfrm>
            <a:custGeom>
              <a:rect b="b" l="l" r="r" t="t"/>
              <a:pathLst>
                <a:path extrusionOk="0" h="4" w="22">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7" name="Google Shape;5667;p95"/>
            <p:cNvSpPr/>
            <p:nvPr/>
          </p:nvSpPr>
          <p:spPr>
            <a:xfrm>
              <a:off x="1613184" y="2196095"/>
              <a:ext cx="149" cy="244"/>
            </a:xfrm>
            <a:custGeom>
              <a:rect b="b" l="l" r="r" t="t"/>
              <a:pathLst>
                <a:path extrusionOk="0" h="18" w="11">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8" name="Google Shape;5668;p95"/>
            <p:cNvSpPr/>
            <p:nvPr/>
          </p:nvSpPr>
          <p:spPr>
            <a:xfrm>
              <a:off x="1639280" y="2227228"/>
              <a:ext cx="434" cy="679"/>
            </a:xfrm>
            <a:custGeom>
              <a:rect b="b" l="l" r="r" t="t"/>
              <a:pathLst>
                <a:path extrusionOk="0" h="50" w="32">
                  <a:moveTo>
                    <a:pt x="32" y="49"/>
                  </a:moveTo>
                  <a:cubicBezTo>
                    <a:pt x="28" y="32"/>
                    <a:pt x="18" y="11"/>
                    <a:pt x="0" y="0"/>
                  </a:cubicBezTo>
                  <a:lnTo>
                    <a:pt x="0" y="0"/>
                  </a:lnTo>
                  <a:cubicBezTo>
                    <a:pt x="18" y="11"/>
                    <a:pt x="28" y="32"/>
                    <a:pt x="32" y="4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9" name="Google Shape;5669;p95"/>
            <p:cNvSpPr/>
            <p:nvPr/>
          </p:nvSpPr>
          <p:spPr>
            <a:xfrm>
              <a:off x="1613320" y="2196000"/>
              <a:ext cx="14" cy="109"/>
            </a:xfrm>
            <a:custGeom>
              <a:rect b="b" l="l" r="r" t="t"/>
              <a:pathLst>
                <a:path extrusionOk="0" h="8" w="1">
                  <a:moveTo>
                    <a:pt x="1" y="0"/>
                  </a:moveTo>
                  <a:cubicBezTo>
                    <a:pt x="1" y="4"/>
                    <a:pt x="1" y="4"/>
                    <a:pt x="1" y="7"/>
                  </a:cubicBezTo>
                  <a:cubicBezTo>
                    <a:pt x="1" y="4"/>
                    <a:pt x="1"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0" name="Google Shape;5670;p95"/>
            <p:cNvSpPr/>
            <p:nvPr/>
          </p:nvSpPr>
          <p:spPr>
            <a:xfrm>
              <a:off x="1613280" y="2195810"/>
              <a:ext cx="14" cy="149"/>
            </a:xfrm>
            <a:custGeom>
              <a:rect b="b" l="l" r="r" t="t"/>
              <a:pathLst>
                <a:path extrusionOk="0" h="11" w="1">
                  <a:moveTo>
                    <a:pt x="0"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1" name="Google Shape;5671;p95"/>
            <p:cNvSpPr/>
            <p:nvPr/>
          </p:nvSpPr>
          <p:spPr>
            <a:xfrm>
              <a:off x="1638181" y="2226943"/>
              <a:ext cx="1113" cy="299"/>
            </a:xfrm>
            <a:custGeom>
              <a:rect b="b" l="l" r="r" t="t"/>
              <a:pathLst>
                <a:path extrusionOk="0" h="22" w="82">
                  <a:moveTo>
                    <a:pt x="1" y="0"/>
                  </a:moveTo>
                  <a:cubicBezTo>
                    <a:pt x="29" y="4"/>
                    <a:pt x="57" y="11"/>
                    <a:pt x="81" y="21"/>
                  </a:cubicBezTo>
                  <a:cubicBezTo>
                    <a:pt x="57" y="11"/>
                    <a:pt x="29"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2" name="Google Shape;5672;p95"/>
            <p:cNvSpPr/>
            <p:nvPr/>
          </p:nvSpPr>
          <p:spPr>
            <a:xfrm>
              <a:off x="1634759" y="2250514"/>
              <a:ext cx="584" cy="14"/>
            </a:xfrm>
            <a:custGeom>
              <a:rect b="b" l="l" r="r" t="t"/>
              <a:pathLst>
                <a:path extrusionOk="0" h="1" w="43">
                  <a:moveTo>
                    <a:pt x="0" y="1"/>
                  </a:moveTo>
                  <a:cubicBezTo>
                    <a:pt x="14" y="1"/>
                    <a:pt x="28" y="1"/>
                    <a:pt x="42" y="1"/>
                  </a:cubicBezTo>
                  <a:cubicBezTo>
                    <a:pt x="28" y="1"/>
                    <a:pt x="14"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3" name="Google Shape;5673;p95"/>
            <p:cNvSpPr/>
            <p:nvPr/>
          </p:nvSpPr>
          <p:spPr>
            <a:xfrm>
              <a:off x="1581101" y="2216013"/>
              <a:ext cx="489" cy="489"/>
            </a:xfrm>
            <a:custGeom>
              <a:rect b="b" l="l" r="r" t="t"/>
              <a:pathLst>
                <a:path extrusionOk="0" h="36" w="36">
                  <a:moveTo>
                    <a:pt x="35" y="35"/>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4" name="Google Shape;5674;p95"/>
            <p:cNvSpPr/>
            <p:nvPr/>
          </p:nvSpPr>
          <p:spPr>
            <a:xfrm>
              <a:off x="1580436" y="2215294"/>
              <a:ext cx="489" cy="489"/>
            </a:xfrm>
            <a:custGeom>
              <a:rect b="b" l="l" r="r" t="t"/>
              <a:pathLst>
                <a:path extrusionOk="0" h="36" w="36">
                  <a:moveTo>
                    <a:pt x="35" y="36"/>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5" name="Google Shape;5675;p95"/>
            <p:cNvSpPr/>
            <p:nvPr/>
          </p:nvSpPr>
          <p:spPr>
            <a:xfrm>
              <a:off x="1581807" y="2216719"/>
              <a:ext cx="448" cy="489"/>
            </a:xfrm>
            <a:custGeom>
              <a:rect b="b" l="l" r="r" t="t"/>
              <a:pathLst>
                <a:path extrusionOk="0" h="36" w="33">
                  <a:moveTo>
                    <a:pt x="32" y="36"/>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6" name="Google Shape;5676;p95"/>
            <p:cNvSpPr/>
            <p:nvPr/>
          </p:nvSpPr>
          <p:spPr>
            <a:xfrm>
              <a:off x="1582472" y="2217439"/>
              <a:ext cx="543" cy="530"/>
            </a:xfrm>
            <a:custGeom>
              <a:rect b="b" l="l" r="r" t="t"/>
              <a:pathLst>
                <a:path extrusionOk="0" h="39" w="40">
                  <a:moveTo>
                    <a:pt x="39" y="39"/>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7" name="Google Shape;5677;p95"/>
            <p:cNvSpPr/>
            <p:nvPr/>
          </p:nvSpPr>
          <p:spPr>
            <a:xfrm>
              <a:off x="1638140" y="2238878"/>
              <a:ext cx="14" cy="869"/>
            </a:xfrm>
            <a:custGeom>
              <a:rect b="b" l="l" r="r" t="t"/>
              <a:pathLst>
                <a:path extrusionOk="0" h="64" w="1">
                  <a:moveTo>
                    <a:pt x="0" y="0"/>
                  </a:moveTo>
                  <a:lnTo>
                    <a:pt x="0" y="63"/>
                  </a:lnTo>
                  <a:lnTo>
                    <a:pt x="0" y="56"/>
                  </a:lnTo>
                  <a:lnTo>
                    <a:pt x="0" y="28"/>
                  </a:lnTo>
                  <a:lnTo>
                    <a:pt x="0" y="21"/>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8" name="Google Shape;5678;p95"/>
            <p:cNvSpPr/>
            <p:nvPr/>
          </p:nvSpPr>
          <p:spPr>
            <a:xfrm>
              <a:off x="1579662" y="2214438"/>
              <a:ext cx="638" cy="679"/>
            </a:xfrm>
            <a:custGeom>
              <a:rect b="b" l="l" r="r" t="t"/>
              <a:pathLst>
                <a:path extrusionOk="0" h="50" w="47">
                  <a:moveTo>
                    <a:pt x="46" y="50"/>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9" name="Google Shape;5679;p95"/>
            <p:cNvSpPr/>
            <p:nvPr/>
          </p:nvSpPr>
          <p:spPr>
            <a:xfrm>
              <a:off x="1579146" y="2213773"/>
              <a:ext cx="530" cy="679"/>
            </a:xfrm>
            <a:custGeom>
              <a:rect b="b" l="l" r="r" t="t"/>
              <a:pathLst>
                <a:path extrusionOk="0" h="50" w="39">
                  <a:moveTo>
                    <a:pt x="39" y="50"/>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0" name="Google Shape;5680;p95"/>
            <p:cNvSpPr/>
            <p:nvPr/>
          </p:nvSpPr>
          <p:spPr>
            <a:xfrm>
              <a:off x="1578290" y="2212687"/>
              <a:ext cx="204" cy="204"/>
            </a:xfrm>
            <a:custGeom>
              <a:rect b="b" l="l" r="r" t="t"/>
              <a:pathLst>
                <a:path extrusionOk="0" h="15" w="15">
                  <a:moveTo>
                    <a:pt x="0" y="0"/>
                  </a:moveTo>
                  <a:lnTo>
                    <a:pt x="14"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1" name="Google Shape;5681;p95"/>
            <p:cNvSpPr/>
            <p:nvPr/>
          </p:nvSpPr>
          <p:spPr>
            <a:xfrm>
              <a:off x="1619932" y="2254220"/>
              <a:ext cx="774" cy="68"/>
            </a:xfrm>
            <a:custGeom>
              <a:rect b="b" l="l" r="r" t="t"/>
              <a:pathLst>
                <a:path extrusionOk="0" h="5" w="57">
                  <a:moveTo>
                    <a:pt x="56" y="1"/>
                  </a:moveTo>
                  <a:cubicBezTo>
                    <a:pt x="39" y="1"/>
                    <a:pt x="18" y="1"/>
                    <a:pt x="0" y="4"/>
                  </a:cubicBezTo>
                  <a:cubicBezTo>
                    <a:pt x="18" y="4"/>
                    <a:pt x="39" y="1"/>
                    <a:pt x="5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2" name="Google Shape;5682;p95"/>
            <p:cNvSpPr/>
            <p:nvPr/>
          </p:nvSpPr>
          <p:spPr>
            <a:xfrm>
              <a:off x="1578616" y="2213108"/>
              <a:ext cx="394" cy="489"/>
            </a:xfrm>
            <a:custGeom>
              <a:rect b="b" l="l" r="r" t="t"/>
              <a:pathLst>
                <a:path extrusionOk="0" h="36" w="29">
                  <a:moveTo>
                    <a:pt x="29" y="36"/>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3" name="Google Shape;5683;p95"/>
            <p:cNvSpPr/>
            <p:nvPr/>
          </p:nvSpPr>
          <p:spPr>
            <a:xfrm>
              <a:off x="1622254" y="2254410"/>
              <a:ext cx="109" cy="14"/>
            </a:xfrm>
            <a:custGeom>
              <a:rect b="b" l="l" r="r" t="t"/>
              <a:pathLst>
                <a:path extrusionOk="0" h="1" w="8">
                  <a:moveTo>
                    <a:pt x="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4" name="Google Shape;5684;p95"/>
            <p:cNvSpPr/>
            <p:nvPr/>
          </p:nvSpPr>
          <p:spPr>
            <a:xfrm>
              <a:off x="1618982" y="2254275"/>
              <a:ext cx="774" cy="109"/>
            </a:xfrm>
            <a:custGeom>
              <a:rect b="b" l="l" r="r" t="t"/>
              <a:pathLst>
                <a:path extrusionOk="0" h="8" w="57">
                  <a:moveTo>
                    <a:pt x="56"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5" name="Google Shape;5685;p95"/>
            <p:cNvSpPr/>
            <p:nvPr/>
          </p:nvSpPr>
          <p:spPr>
            <a:xfrm>
              <a:off x="1621263" y="2254220"/>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6" name="Google Shape;5686;p95"/>
            <p:cNvSpPr/>
            <p:nvPr/>
          </p:nvSpPr>
          <p:spPr>
            <a:xfrm>
              <a:off x="1617461" y="2254370"/>
              <a:ext cx="1534" cy="109"/>
            </a:xfrm>
            <a:custGeom>
              <a:rect b="b" l="l" r="r" t="t"/>
              <a:pathLst>
                <a:path extrusionOk="0" h="8" w="113">
                  <a:moveTo>
                    <a:pt x="112" y="0"/>
                  </a:moveTo>
                  <a:cubicBezTo>
                    <a:pt x="74" y="4"/>
                    <a:pt x="39" y="7"/>
                    <a:pt x="0" y="7"/>
                  </a:cubicBezTo>
                  <a:cubicBezTo>
                    <a:pt x="39" y="7"/>
                    <a:pt x="74" y="4"/>
                    <a:pt x="11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7" name="Google Shape;5687;p95"/>
            <p:cNvSpPr/>
            <p:nvPr/>
          </p:nvSpPr>
          <p:spPr>
            <a:xfrm>
              <a:off x="1622824" y="2254600"/>
              <a:ext cx="109" cy="68"/>
            </a:xfrm>
            <a:custGeom>
              <a:rect b="b" l="l" r="r" t="t"/>
              <a:pathLst>
                <a:path extrusionOk="0" h="5" w="8">
                  <a:moveTo>
                    <a:pt x="8"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8" name="Google Shape;5688;p95"/>
            <p:cNvSpPr/>
            <p:nvPr/>
          </p:nvSpPr>
          <p:spPr>
            <a:xfrm>
              <a:off x="1621779" y="2254315"/>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9" name="Google Shape;5689;p95"/>
            <p:cNvSpPr/>
            <p:nvPr/>
          </p:nvSpPr>
          <p:spPr>
            <a:xfrm>
              <a:off x="1584712" y="2219475"/>
              <a:ext cx="489" cy="448"/>
            </a:xfrm>
            <a:custGeom>
              <a:rect b="b" l="l" r="r" t="t"/>
              <a:pathLst>
                <a:path extrusionOk="0" h="33" w="36">
                  <a:moveTo>
                    <a:pt x="35" y="32"/>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0" name="Google Shape;5690;p95"/>
            <p:cNvSpPr/>
            <p:nvPr/>
          </p:nvSpPr>
          <p:spPr>
            <a:xfrm>
              <a:off x="1583137" y="2218050"/>
              <a:ext cx="679" cy="679"/>
            </a:xfrm>
            <a:custGeom>
              <a:rect b="b" l="l" r="r" t="t"/>
              <a:pathLst>
                <a:path extrusionOk="0" h="50" w="50">
                  <a:moveTo>
                    <a:pt x="50" y="50"/>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1" name="Google Shape;5691;p95"/>
            <p:cNvSpPr/>
            <p:nvPr/>
          </p:nvSpPr>
          <p:spPr>
            <a:xfrm>
              <a:off x="1586084" y="2220616"/>
              <a:ext cx="448" cy="299"/>
            </a:xfrm>
            <a:custGeom>
              <a:rect b="b" l="l" r="r" t="t"/>
              <a:pathLst>
                <a:path extrusionOk="0" h="22" w="33">
                  <a:moveTo>
                    <a:pt x="32" y="2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2" name="Google Shape;5692;p95"/>
            <p:cNvSpPr/>
            <p:nvPr/>
          </p:nvSpPr>
          <p:spPr>
            <a:xfrm>
              <a:off x="1583952" y="2218810"/>
              <a:ext cx="584" cy="543"/>
            </a:xfrm>
            <a:custGeom>
              <a:rect b="b" l="l" r="r" t="t"/>
              <a:pathLst>
                <a:path extrusionOk="0" h="40" w="43">
                  <a:moveTo>
                    <a:pt x="42" y="39"/>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3" name="Google Shape;5693;p95"/>
            <p:cNvSpPr/>
            <p:nvPr/>
          </p:nvSpPr>
          <p:spPr>
            <a:xfrm>
              <a:off x="1585418" y="2220100"/>
              <a:ext cx="448" cy="339"/>
            </a:xfrm>
            <a:custGeom>
              <a:rect b="b" l="l" r="r" t="t"/>
              <a:pathLst>
                <a:path extrusionOk="0" h="25" w="33">
                  <a:moveTo>
                    <a:pt x="32" y="25"/>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4" name="Google Shape;5694;p95"/>
            <p:cNvSpPr/>
            <p:nvPr/>
          </p:nvSpPr>
          <p:spPr>
            <a:xfrm>
              <a:off x="1586749" y="2221050"/>
              <a:ext cx="584" cy="394"/>
            </a:xfrm>
            <a:custGeom>
              <a:rect b="b" l="l" r="r" t="t"/>
              <a:pathLst>
                <a:path extrusionOk="0" h="29" w="43">
                  <a:moveTo>
                    <a:pt x="43" y="28"/>
                  </a:moveTo>
                  <a:cubicBezTo>
                    <a:pt x="29" y="21"/>
                    <a:pt x="15" y="11"/>
                    <a:pt x="1" y="0"/>
                  </a:cubicBezTo>
                  <a:cubicBezTo>
                    <a:pt x="15" y="11"/>
                    <a:pt x="29" y="21"/>
                    <a:pt x="43"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5" name="Google Shape;5695;p95"/>
            <p:cNvSpPr/>
            <p:nvPr/>
          </p:nvSpPr>
          <p:spPr>
            <a:xfrm>
              <a:off x="1638086" y="2239638"/>
              <a:ext cx="14" cy="339"/>
            </a:xfrm>
            <a:custGeom>
              <a:rect b="b" l="l" r="r" t="t"/>
              <a:pathLst>
                <a:path extrusionOk="0" h="25" w="1">
                  <a:moveTo>
                    <a:pt x="1" y="7"/>
                  </a:moveTo>
                  <a:lnTo>
                    <a:pt x="1" y="25"/>
                  </a:lnTo>
                  <a:lnTo>
                    <a:pt x="1" y="0"/>
                  </a:ln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6" name="Google Shape;5696;p95"/>
            <p:cNvSpPr/>
            <p:nvPr/>
          </p:nvSpPr>
          <p:spPr>
            <a:xfrm>
              <a:off x="1638086" y="2240168"/>
              <a:ext cx="68" cy="475"/>
            </a:xfrm>
            <a:custGeom>
              <a:rect b="b" l="l" r="r" t="t"/>
              <a:pathLst>
                <a:path extrusionOk="0" h="35" w="5">
                  <a:moveTo>
                    <a:pt x="1" y="0"/>
                  </a:moveTo>
                  <a:cubicBezTo>
                    <a:pt x="1" y="11"/>
                    <a:pt x="4" y="24"/>
                    <a:pt x="4" y="35"/>
                  </a:cubicBezTo>
                  <a:cubicBezTo>
                    <a:pt x="4" y="21"/>
                    <a:pt x="1" y="1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7" name="Google Shape;5697;p95"/>
            <p:cNvSpPr/>
            <p:nvPr/>
          </p:nvSpPr>
          <p:spPr>
            <a:xfrm>
              <a:off x="1638140" y="2239163"/>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8" name="Google Shape;5698;p95"/>
            <p:cNvSpPr/>
            <p:nvPr/>
          </p:nvSpPr>
          <p:spPr>
            <a:xfrm>
              <a:off x="1405367" y="1962046"/>
              <a:ext cx="22118" cy="18031"/>
            </a:xfrm>
            <a:custGeom>
              <a:rect b="b" l="l" r="r" t="t"/>
              <a:pathLst>
                <a:path extrusionOk="0" h="1328" w="1629">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9" name="Google Shape;5699;p95"/>
            <p:cNvSpPr/>
            <p:nvPr/>
          </p:nvSpPr>
          <p:spPr>
            <a:xfrm>
              <a:off x="1408599" y="1961951"/>
              <a:ext cx="434" cy="54"/>
            </a:xfrm>
            <a:custGeom>
              <a:rect b="b" l="l" r="r" t="t"/>
              <a:pathLst>
                <a:path extrusionOk="0" h="4" w="32">
                  <a:moveTo>
                    <a:pt x="0" y="0"/>
                  </a:moveTo>
                  <a:lnTo>
                    <a:pt x="32"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0" name="Google Shape;5700;p95"/>
            <p:cNvSpPr/>
            <p:nvPr/>
          </p:nvSpPr>
          <p:spPr>
            <a:xfrm>
              <a:off x="1407553" y="1961951"/>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1" name="Google Shape;5701;p95"/>
            <p:cNvSpPr/>
            <p:nvPr/>
          </p:nvSpPr>
          <p:spPr>
            <a:xfrm>
              <a:off x="1418918" y="1963988"/>
              <a:ext cx="339" cy="14"/>
            </a:xfrm>
            <a:custGeom>
              <a:rect b="b" l="l" r="r" t="t"/>
              <a:pathLst>
                <a:path extrusionOk="0" h="1" w="25">
                  <a:moveTo>
                    <a:pt x="0" y="1"/>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2" name="Google Shape;5702;p95"/>
            <p:cNvSpPr/>
            <p:nvPr/>
          </p:nvSpPr>
          <p:spPr>
            <a:xfrm>
              <a:off x="1408123" y="1961951"/>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3" name="Google Shape;5703;p95"/>
            <p:cNvSpPr/>
            <p:nvPr/>
          </p:nvSpPr>
          <p:spPr>
            <a:xfrm>
              <a:off x="1407214" y="1961951"/>
              <a:ext cx="204" cy="14"/>
            </a:xfrm>
            <a:custGeom>
              <a:rect b="b" l="l" r="r" t="t"/>
              <a:pathLst>
                <a:path extrusionOk="0" h="1" w="15">
                  <a:moveTo>
                    <a:pt x="1" y="0"/>
                  </a:moveTo>
                  <a:lnTo>
                    <a:pt x="1" y="0"/>
                  </a:ln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4" name="Google Shape;5704;p95"/>
            <p:cNvSpPr/>
            <p:nvPr/>
          </p:nvSpPr>
          <p:spPr>
            <a:xfrm>
              <a:off x="1419773" y="1964042"/>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5" name="Google Shape;5705;p95"/>
            <p:cNvSpPr/>
            <p:nvPr/>
          </p:nvSpPr>
          <p:spPr>
            <a:xfrm>
              <a:off x="1420533" y="1963988"/>
              <a:ext cx="149" cy="14"/>
            </a:xfrm>
            <a:custGeom>
              <a:rect b="b" l="l" r="r" t="t"/>
              <a:pathLst>
                <a:path extrusionOk="0" h="1" w="11">
                  <a:moveTo>
                    <a:pt x="0"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6" name="Google Shape;5706;p95"/>
            <p:cNvSpPr/>
            <p:nvPr/>
          </p:nvSpPr>
          <p:spPr>
            <a:xfrm>
              <a:off x="1418442" y="1963893"/>
              <a:ext cx="339" cy="68"/>
            </a:xfrm>
            <a:custGeom>
              <a:rect b="b" l="l" r="r" t="t"/>
              <a:pathLst>
                <a:path extrusionOk="0" h="5" w="25">
                  <a:moveTo>
                    <a:pt x="0" y="1"/>
                  </a:moveTo>
                  <a:lnTo>
                    <a:pt x="2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7" name="Google Shape;5707;p95"/>
            <p:cNvSpPr/>
            <p:nvPr/>
          </p:nvSpPr>
          <p:spPr>
            <a:xfrm>
              <a:off x="1417057" y="1963322"/>
              <a:ext cx="353" cy="258"/>
            </a:xfrm>
            <a:custGeom>
              <a:rect b="b" l="l" r="r" t="t"/>
              <a:pathLst>
                <a:path extrusionOk="0" h="19" w="26">
                  <a:moveTo>
                    <a:pt x="1" y="1"/>
                  </a:moveTo>
                  <a:cubicBezTo>
                    <a:pt x="8" y="8"/>
                    <a:pt x="18" y="11"/>
                    <a:pt x="25" y="18"/>
                  </a:cubicBezTo>
                  <a:cubicBezTo>
                    <a:pt x="18" y="11"/>
                    <a:pt x="8"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8" name="Google Shape;5708;p95"/>
            <p:cNvSpPr/>
            <p:nvPr/>
          </p:nvSpPr>
          <p:spPr>
            <a:xfrm>
              <a:off x="1417533" y="1963607"/>
              <a:ext cx="299" cy="109"/>
            </a:xfrm>
            <a:custGeom>
              <a:rect b="b" l="l" r="r" t="t"/>
              <a:pathLst>
                <a:path extrusionOk="0" h="8" w="22">
                  <a:moveTo>
                    <a:pt x="1" y="1"/>
                  </a:moveTo>
                  <a:cubicBezTo>
                    <a:pt x="8" y="4"/>
                    <a:pt x="15" y="8"/>
                    <a:pt x="22" y="8"/>
                  </a:cubicBezTo>
                  <a:cubicBezTo>
                    <a:pt x="15" y="8"/>
                    <a:pt x="8"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9" name="Google Shape;5709;p95"/>
            <p:cNvSpPr/>
            <p:nvPr/>
          </p:nvSpPr>
          <p:spPr>
            <a:xfrm>
              <a:off x="1409115" y="1961992"/>
              <a:ext cx="353" cy="68"/>
            </a:xfrm>
            <a:custGeom>
              <a:rect b="b" l="l" r="r" t="t"/>
              <a:pathLst>
                <a:path extrusionOk="0" h="5" w="26">
                  <a:moveTo>
                    <a:pt x="1" y="1"/>
                  </a:moveTo>
                  <a:lnTo>
                    <a:pt x="2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0" name="Google Shape;5710;p95"/>
            <p:cNvSpPr/>
            <p:nvPr/>
          </p:nvSpPr>
          <p:spPr>
            <a:xfrm>
              <a:off x="1409549" y="1962087"/>
              <a:ext cx="299" cy="109"/>
            </a:xfrm>
            <a:custGeom>
              <a:rect b="b" l="l" r="r" t="t"/>
              <a:pathLst>
                <a:path extrusionOk="0" h="8" w="22">
                  <a:moveTo>
                    <a:pt x="0" y="1"/>
                  </a:moveTo>
                  <a:cubicBezTo>
                    <a:pt x="7" y="1"/>
                    <a:pt x="14" y="4"/>
                    <a:pt x="21" y="8"/>
                  </a:cubicBezTo>
                  <a:cubicBezTo>
                    <a:pt x="14" y="4"/>
                    <a:pt x="7"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1" name="Google Shape;5711;p95"/>
            <p:cNvSpPr/>
            <p:nvPr/>
          </p:nvSpPr>
          <p:spPr>
            <a:xfrm>
              <a:off x="1417913" y="1963757"/>
              <a:ext cx="448" cy="149"/>
            </a:xfrm>
            <a:custGeom>
              <a:rect b="b" l="l" r="r" t="t"/>
              <a:pathLst>
                <a:path extrusionOk="0" h="11" w="33">
                  <a:moveTo>
                    <a:pt x="1" y="0"/>
                  </a:moveTo>
                  <a:cubicBezTo>
                    <a:pt x="11" y="4"/>
                    <a:pt x="22" y="7"/>
                    <a:pt x="32" y="11"/>
                  </a:cubicBezTo>
                  <a:cubicBezTo>
                    <a:pt x="22" y="7"/>
                    <a:pt x="11"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2" name="Google Shape;5712;p95"/>
            <p:cNvSpPr/>
            <p:nvPr/>
          </p:nvSpPr>
          <p:spPr>
            <a:xfrm>
              <a:off x="1427662" y="1972433"/>
              <a:ext cx="41031" cy="16768"/>
            </a:xfrm>
            <a:custGeom>
              <a:rect b="b" l="l" r="r" t="t"/>
              <a:pathLst>
                <a:path extrusionOk="0" h="1235" w="3022">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3" name="Google Shape;5713;p95"/>
            <p:cNvSpPr/>
            <p:nvPr/>
          </p:nvSpPr>
          <p:spPr>
            <a:xfrm>
              <a:off x="1428272" y="1975013"/>
              <a:ext cx="109" cy="489"/>
            </a:xfrm>
            <a:custGeom>
              <a:rect b="b" l="l" r="r" t="t"/>
              <a:pathLst>
                <a:path extrusionOk="0" h="36" w="8">
                  <a:moveTo>
                    <a:pt x="8" y="1"/>
                  </a:moveTo>
                  <a:cubicBezTo>
                    <a:pt x="4" y="11"/>
                    <a:pt x="1" y="25"/>
                    <a:pt x="1" y="36"/>
                  </a:cubicBezTo>
                  <a:cubicBezTo>
                    <a:pt x="4" y="25"/>
                    <a:pt x="4" y="15"/>
                    <a:pt x="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4" name="Google Shape;5714;p95"/>
            <p:cNvSpPr/>
            <p:nvPr/>
          </p:nvSpPr>
          <p:spPr>
            <a:xfrm>
              <a:off x="1428272" y="1975637"/>
              <a:ext cx="14" cy="299"/>
            </a:xfrm>
            <a:custGeom>
              <a:rect b="b" l="l" r="r" t="t"/>
              <a:pathLst>
                <a:path extrusionOk="0" h="22" w="1">
                  <a:moveTo>
                    <a:pt x="1" y="22"/>
                  </a:moveTo>
                  <a:lnTo>
                    <a:pt x="1" y="1"/>
                  </a:lnTo>
                  <a:cubicBezTo>
                    <a:pt x="1" y="8"/>
                    <a:pt x="1" y="15"/>
                    <a:pt x="1"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5" name="Google Shape;5715;p95"/>
            <p:cNvSpPr/>
            <p:nvPr/>
          </p:nvSpPr>
          <p:spPr>
            <a:xfrm>
              <a:off x="1428707" y="1973641"/>
              <a:ext cx="109" cy="149"/>
            </a:xfrm>
            <a:custGeom>
              <a:rect b="b" l="l" r="r" t="t"/>
              <a:pathLst>
                <a:path extrusionOk="0" h="11" w="8">
                  <a:moveTo>
                    <a:pt x="7" y="0"/>
                  </a:moveTo>
                  <a:lnTo>
                    <a:pt x="0" y="11"/>
                  </a:lnTo>
                  <a:cubicBezTo>
                    <a:pt x="4" y="7"/>
                    <a:pt x="7" y="4"/>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6" name="Google Shape;5716;p95"/>
            <p:cNvSpPr/>
            <p:nvPr/>
          </p:nvSpPr>
          <p:spPr>
            <a:xfrm>
              <a:off x="1428272" y="1976072"/>
              <a:ext cx="14" cy="244"/>
            </a:xfrm>
            <a:custGeom>
              <a:rect b="b" l="l" r="r" t="t"/>
              <a:pathLst>
                <a:path extrusionOk="0" h="18" w="1">
                  <a:moveTo>
                    <a:pt x="1" y="18"/>
                  </a:moveTo>
                  <a:lnTo>
                    <a:pt x="1" y="0"/>
                  </a:lnTo>
                  <a:cubicBezTo>
                    <a:pt x="1" y="7"/>
                    <a:pt x="1" y="14"/>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7" name="Google Shape;5717;p95"/>
            <p:cNvSpPr/>
            <p:nvPr/>
          </p:nvSpPr>
          <p:spPr>
            <a:xfrm>
              <a:off x="1427797" y="1978923"/>
              <a:ext cx="299" cy="869"/>
            </a:xfrm>
            <a:custGeom>
              <a:rect b="b" l="l" r="r" t="t"/>
              <a:pathLst>
                <a:path extrusionOk="0" h="64" w="22">
                  <a:moveTo>
                    <a:pt x="22" y="0"/>
                  </a:moveTo>
                  <a:lnTo>
                    <a:pt x="22" y="0"/>
                  </a:lnTo>
                  <a:cubicBezTo>
                    <a:pt x="15" y="18"/>
                    <a:pt x="8" y="42"/>
                    <a:pt x="1" y="63"/>
                  </a:cubicBezTo>
                  <a:cubicBezTo>
                    <a:pt x="11" y="42"/>
                    <a:pt x="18" y="21"/>
                    <a:pt x="2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8" name="Google Shape;5718;p95"/>
            <p:cNvSpPr/>
            <p:nvPr/>
          </p:nvSpPr>
          <p:spPr>
            <a:xfrm>
              <a:off x="1428082" y="1976642"/>
              <a:ext cx="394" cy="2295"/>
            </a:xfrm>
            <a:custGeom>
              <a:rect b="b" l="l" r="r" t="t"/>
              <a:pathLst>
                <a:path extrusionOk="0" h="169" w="29">
                  <a:moveTo>
                    <a:pt x="18" y="0"/>
                  </a:moveTo>
                  <a:lnTo>
                    <a:pt x="18" y="0"/>
                  </a:lnTo>
                  <a:cubicBezTo>
                    <a:pt x="29" y="56"/>
                    <a:pt x="25" y="116"/>
                    <a:pt x="1" y="168"/>
                  </a:cubicBezTo>
                  <a:cubicBezTo>
                    <a:pt x="25" y="116"/>
                    <a:pt x="29" y="56"/>
                    <a:pt x="1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9" name="Google Shape;5719;p95"/>
            <p:cNvSpPr/>
            <p:nvPr/>
          </p:nvSpPr>
          <p:spPr>
            <a:xfrm>
              <a:off x="1428272" y="1976397"/>
              <a:ext cx="68" cy="258"/>
            </a:xfrm>
            <a:custGeom>
              <a:rect b="b" l="l" r="r" t="t"/>
              <a:pathLst>
                <a:path extrusionOk="0" h="19" w="5">
                  <a:moveTo>
                    <a:pt x="4" y="18"/>
                  </a:moveTo>
                  <a:cubicBezTo>
                    <a:pt x="4" y="11"/>
                    <a:pt x="1" y="8"/>
                    <a:pt x="1" y="1"/>
                  </a:cubicBezTo>
                  <a:cubicBezTo>
                    <a:pt x="1" y="8"/>
                    <a:pt x="4" y="11"/>
                    <a:pt x="4"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0" name="Google Shape;5720;p95"/>
            <p:cNvSpPr/>
            <p:nvPr/>
          </p:nvSpPr>
          <p:spPr>
            <a:xfrm>
              <a:off x="1428368" y="1974497"/>
              <a:ext cx="109" cy="489"/>
            </a:xfrm>
            <a:custGeom>
              <a:rect b="b" l="l" r="r" t="t"/>
              <a:pathLst>
                <a:path extrusionOk="0" h="36" w="8">
                  <a:moveTo>
                    <a:pt x="8" y="1"/>
                  </a:moveTo>
                  <a:lnTo>
                    <a:pt x="8" y="1"/>
                  </a:lnTo>
                  <a:cubicBezTo>
                    <a:pt x="4" y="15"/>
                    <a:pt x="1" y="25"/>
                    <a:pt x="1" y="35"/>
                  </a:cubicBezTo>
                  <a:cubicBezTo>
                    <a:pt x="4" y="25"/>
                    <a:pt x="4" y="15"/>
                    <a:pt x="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1" name="Google Shape;5721;p95"/>
            <p:cNvSpPr/>
            <p:nvPr/>
          </p:nvSpPr>
          <p:spPr>
            <a:xfrm>
              <a:off x="1427662" y="1979778"/>
              <a:ext cx="149" cy="489"/>
            </a:xfrm>
            <a:custGeom>
              <a:rect b="b" l="l" r="r" t="t"/>
              <a:pathLst>
                <a:path extrusionOk="0" h="36" w="11">
                  <a:moveTo>
                    <a:pt x="0" y="35"/>
                  </a:moveTo>
                  <a:lnTo>
                    <a:pt x="0" y="35"/>
                  </a:ln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2" name="Google Shape;5722;p95"/>
            <p:cNvSpPr/>
            <p:nvPr/>
          </p:nvSpPr>
          <p:spPr>
            <a:xfrm>
              <a:off x="1428558" y="1973967"/>
              <a:ext cx="109" cy="394"/>
            </a:xfrm>
            <a:custGeom>
              <a:rect b="b" l="l" r="r" t="t"/>
              <a:pathLst>
                <a:path extrusionOk="0" h="29" w="8">
                  <a:moveTo>
                    <a:pt x="8" y="1"/>
                  </a:moveTo>
                  <a:lnTo>
                    <a:pt x="8" y="1"/>
                  </a:lnTo>
                  <a:cubicBezTo>
                    <a:pt x="4" y="8"/>
                    <a:pt x="1" y="18"/>
                    <a:pt x="1" y="29"/>
                  </a:cubicBezTo>
                  <a:cubicBezTo>
                    <a:pt x="1" y="18"/>
                    <a:pt x="4" y="11"/>
                    <a:pt x="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3" name="Google Shape;5723;p95"/>
            <p:cNvSpPr/>
            <p:nvPr/>
          </p:nvSpPr>
          <p:spPr>
            <a:xfrm>
              <a:off x="1456704" y="1951401"/>
              <a:ext cx="86665" cy="123066"/>
            </a:xfrm>
            <a:custGeom>
              <a:rect b="b" l="l" r="r" t="t"/>
              <a:pathLst>
                <a:path extrusionOk="0" h="9064" w="6383">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4" name="Google Shape;5724;p95"/>
            <p:cNvSpPr/>
            <p:nvPr/>
          </p:nvSpPr>
          <p:spPr>
            <a:xfrm>
              <a:off x="1525392" y="2067095"/>
              <a:ext cx="54" cy="434"/>
            </a:xfrm>
            <a:custGeom>
              <a:rect b="b" l="l" r="r" t="t"/>
              <a:pathLst>
                <a:path extrusionOk="0" h="32" w="4">
                  <a:moveTo>
                    <a:pt x="4" y="0"/>
                  </a:moveTo>
                  <a:cubicBezTo>
                    <a:pt x="0" y="11"/>
                    <a:pt x="0" y="21"/>
                    <a:pt x="0" y="32"/>
                  </a:cubicBezTo>
                  <a:cubicBezTo>
                    <a:pt x="0" y="21"/>
                    <a:pt x="4" y="11"/>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5" name="Google Shape;5725;p95"/>
            <p:cNvSpPr/>
            <p:nvPr/>
          </p:nvSpPr>
          <p:spPr>
            <a:xfrm>
              <a:off x="1536743" y="2029771"/>
              <a:ext cx="2675" cy="679"/>
            </a:xfrm>
            <a:custGeom>
              <a:rect b="b" l="l" r="r" t="t"/>
              <a:pathLst>
                <a:path extrusionOk="0" h="50" w="197">
                  <a:moveTo>
                    <a:pt x="1" y="50"/>
                  </a:moveTo>
                  <a:cubicBezTo>
                    <a:pt x="67" y="39"/>
                    <a:pt x="134" y="22"/>
                    <a:pt x="197" y="1"/>
                  </a:cubicBezTo>
                  <a:cubicBezTo>
                    <a:pt x="134" y="22"/>
                    <a:pt x="67" y="39"/>
                    <a:pt x="1" y="5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6" name="Google Shape;5726;p95"/>
            <p:cNvSpPr/>
            <p:nvPr/>
          </p:nvSpPr>
          <p:spPr>
            <a:xfrm>
              <a:off x="1540124" y="2029540"/>
              <a:ext cx="109" cy="14"/>
            </a:xfrm>
            <a:custGeom>
              <a:rect b="b" l="l" r="r" t="t"/>
              <a:pathLst>
                <a:path extrusionOk="0" h="1" w="8">
                  <a:moveTo>
                    <a:pt x="0" y="0"/>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7" name="Google Shape;5727;p95"/>
            <p:cNvSpPr/>
            <p:nvPr/>
          </p:nvSpPr>
          <p:spPr>
            <a:xfrm>
              <a:off x="1536363" y="2030436"/>
              <a:ext cx="258" cy="14"/>
            </a:xfrm>
            <a:custGeom>
              <a:rect b="b" l="l" r="r" t="t"/>
              <a:pathLst>
                <a:path extrusionOk="0" h="1" w="19">
                  <a:moveTo>
                    <a:pt x="1" y="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8" name="Google Shape;5728;p95"/>
            <p:cNvSpPr/>
            <p:nvPr/>
          </p:nvSpPr>
          <p:spPr>
            <a:xfrm>
              <a:off x="1542215" y="2028440"/>
              <a:ext cx="720" cy="353"/>
            </a:xfrm>
            <a:custGeom>
              <a:rect b="b" l="l" r="r" t="t"/>
              <a:pathLst>
                <a:path extrusionOk="0" h="26" w="53">
                  <a:moveTo>
                    <a:pt x="53" y="1"/>
                  </a:moveTo>
                  <a:lnTo>
                    <a:pt x="28" y="11"/>
                  </a:lnTo>
                  <a:lnTo>
                    <a:pt x="0" y="25"/>
                  </a:lnTo>
                  <a:lnTo>
                    <a:pt x="0" y="25"/>
                  </a:lnTo>
                  <a:lnTo>
                    <a:pt x="53"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9" name="Google Shape;5729;p95"/>
            <p:cNvSpPr/>
            <p:nvPr/>
          </p:nvSpPr>
          <p:spPr>
            <a:xfrm>
              <a:off x="1525433" y="2066335"/>
              <a:ext cx="68" cy="489"/>
            </a:xfrm>
            <a:custGeom>
              <a:rect b="b" l="l" r="r" t="t"/>
              <a:pathLst>
                <a:path extrusionOk="0" h="36" w="5">
                  <a:moveTo>
                    <a:pt x="1" y="0"/>
                  </a:moveTo>
                  <a:lnTo>
                    <a:pt x="1" y="35"/>
                  </a:lnTo>
                  <a:cubicBezTo>
                    <a:pt x="4" y="25"/>
                    <a:pt x="4"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0" name="Google Shape;5730;p95"/>
            <p:cNvSpPr/>
            <p:nvPr/>
          </p:nvSpPr>
          <p:spPr>
            <a:xfrm>
              <a:off x="1525487" y="2065520"/>
              <a:ext cx="54" cy="638"/>
            </a:xfrm>
            <a:custGeom>
              <a:rect b="b" l="l" r="r" t="t"/>
              <a:pathLst>
                <a:path extrusionOk="0" h="47" w="4">
                  <a:moveTo>
                    <a:pt x="0" y="1"/>
                  </a:moveTo>
                  <a:lnTo>
                    <a:pt x="0" y="46"/>
                  </a:lnTo>
                  <a:cubicBezTo>
                    <a:pt x="0" y="29"/>
                    <a:pt x="4" y="1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1" name="Google Shape;5731;p95"/>
            <p:cNvSpPr/>
            <p:nvPr/>
          </p:nvSpPr>
          <p:spPr>
            <a:xfrm>
              <a:off x="1539459" y="2029676"/>
              <a:ext cx="339" cy="109"/>
            </a:xfrm>
            <a:custGeom>
              <a:rect b="b" l="l" r="r" t="t"/>
              <a:pathLst>
                <a:path extrusionOk="0" h="8" w="25">
                  <a:moveTo>
                    <a:pt x="0" y="8"/>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2" name="Google Shape;5732;p95"/>
            <p:cNvSpPr/>
            <p:nvPr/>
          </p:nvSpPr>
          <p:spPr>
            <a:xfrm>
              <a:off x="1525202" y="2068521"/>
              <a:ext cx="109" cy="434"/>
            </a:xfrm>
            <a:custGeom>
              <a:rect b="b" l="l" r="r" t="t"/>
              <a:pathLst>
                <a:path extrusionOk="0" h="32" w="8">
                  <a:moveTo>
                    <a:pt x="7" y="0"/>
                  </a:moveTo>
                  <a:cubicBezTo>
                    <a:pt x="4" y="11"/>
                    <a:pt x="0" y="21"/>
                    <a:pt x="0" y="32"/>
                  </a:cubicBezTo>
                  <a:cubicBezTo>
                    <a:pt x="4" y="21"/>
                    <a:pt x="4" y="11"/>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3" name="Google Shape;5733;p95"/>
            <p:cNvSpPr/>
            <p:nvPr/>
          </p:nvSpPr>
          <p:spPr>
            <a:xfrm>
              <a:off x="1524157" y="2073178"/>
              <a:ext cx="95" cy="394"/>
            </a:xfrm>
            <a:custGeom>
              <a:rect b="b" l="l" r="r" t="t"/>
              <a:pathLst>
                <a:path extrusionOk="0" h="29" w="7">
                  <a:moveTo>
                    <a:pt x="7" y="0"/>
                  </a:moveTo>
                  <a:cubicBezTo>
                    <a:pt x="4" y="11"/>
                    <a:pt x="4" y="18"/>
                    <a:pt x="0" y="28"/>
                  </a:cubicBezTo>
                  <a:cubicBezTo>
                    <a:pt x="4" y="18"/>
                    <a:pt x="7" y="11"/>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4" name="Google Shape;5734;p95"/>
            <p:cNvSpPr/>
            <p:nvPr/>
          </p:nvSpPr>
          <p:spPr>
            <a:xfrm>
              <a:off x="1525338" y="2067855"/>
              <a:ext cx="68" cy="434"/>
            </a:xfrm>
            <a:custGeom>
              <a:rect b="b" l="l" r="r" t="t"/>
              <a:pathLst>
                <a:path extrusionOk="0" h="32" w="5">
                  <a:moveTo>
                    <a:pt x="4" y="0"/>
                  </a:moveTo>
                  <a:cubicBezTo>
                    <a:pt x="1" y="7"/>
                    <a:pt x="1" y="18"/>
                    <a:pt x="1" y="32"/>
                  </a:cubicBezTo>
                  <a:cubicBezTo>
                    <a:pt x="1" y="21"/>
                    <a:pt x="1" y="11"/>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5" name="Google Shape;5735;p95"/>
            <p:cNvSpPr/>
            <p:nvPr/>
          </p:nvSpPr>
          <p:spPr>
            <a:xfrm>
              <a:off x="1524483" y="2071983"/>
              <a:ext cx="163" cy="448"/>
            </a:xfrm>
            <a:custGeom>
              <a:rect b="b" l="l" r="r" t="t"/>
              <a:pathLst>
                <a:path extrusionOk="0" h="33" w="12">
                  <a:moveTo>
                    <a:pt x="11" y="1"/>
                  </a:moveTo>
                  <a:lnTo>
                    <a:pt x="1" y="32"/>
                  </a:lnTo>
                  <a:cubicBezTo>
                    <a:pt x="4" y="25"/>
                    <a:pt x="8" y="15"/>
                    <a:pt x="1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6" name="Google Shape;5736;p95"/>
            <p:cNvSpPr/>
            <p:nvPr/>
          </p:nvSpPr>
          <p:spPr>
            <a:xfrm>
              <a:off x="1523953" y="2073653"/>
              <a:ext cx="163" cy="339"/>
            </a:xfrm>
            <a:custGeom>
              <a:rect b="b" l="l" r="r" t="t"/>
              <a:pathLst>
                <a:path extrusionOk="0" h="25" w="12">
                  <a:moveTo>
                    <a:pt x="1" y="25"/>
                  </a:moveTo>
                  <a:cubicBezTo>
                    <a:pt x="4" y="18"/>
                    <a:pt x="8" y="11"/>
                    <a:pt x="12" y="0"/>
                  </a:cubicBezTo>
                  <a:cubicBezTo>
                    <a:pt x="8" y="11"/>
                    <a:pt x="4" y="18"/>
                    <a:pt x="1"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7" name="Google Shape;5737;p95"/>
            <p:cNvSpPr/>
            <p:nvPr/>
          </p:nvSpPr>
          <p:spPr>
            <a:xfrm>
              <a:off x="1523532" y="2074603"/>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8" name="Google Shape;5738;p95"/>
            <p:cNvSpPr/>
            <p:nvPr/>
          </p:nvSpPr>
          <p:spPr>
            <a:xfrm>
              <a:off x="1523573" y="2074413"/>
              <a:ext cx="163" cy="149"/>
            </a:xfrm>
            <a:custGeom>
              <a:rect b="b" l="l" r="r" t="t"/>
              <a:pathLst>
                <a:path extrusionOk="0" h="11" w="12">
                  <a:moveTo>
                    <a:pt x="1" y="11"/>
                  </a:moveTo>
                  <a:cubicBezTo>
                    <a:pt x="4" y="7"/>
                    <a:pt x="8" y="4"/>
                    <a:pt x="11" y="0"/>
                  </a:cubicBezTo>
                  <a:cubicBezTo>
                    <a:pt x="8" y="4"/>
                    <a:pt x="4" y="7"/>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9" name="Google Shape;5739;p95"/>
            <p:cNvSpPr/>
            <p:nvPr/>
          </p:nvSpPr>
          <p:spPr>
            <a:xfrm>
              <a:off x="1523763" y="2074074"/>
              <a:ext cx="163" cy="258"/>
            </a:xfrm>
            <a:custGeom>
              <a:rect b="b" l="l" r="r" t="t"/>
              <a:pathLst>
                <a:path extrusionOk="0" h="19" w="12">
                  <a:moveTo>
                    <a:pt x="1" y="18"/>
                  </a:moveTo>
                  <a:cubicBezTo>
                    <a:pt x="4" y="15"/>
                    <a:pt x="8" y="8"/>
                    <a:pt x="11" y="1"/>
                  </a:cubicBezTo>
                  <a:cubicBezTo>
                    <a:pt x="8" y="8"/>
                    <a:pt x="4" y="15"/>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0" name="Google Shape;5740;p95"/>
            <p:cNvSpPr/>
            <p:nvPr/>
          </p:nvSpPr>
          <p:spPr>
            <a:xfrm>
              <a:off x="1524347" y="2072608"/>
              <a:ext cx="95" cy="434"/>
            </a:xfrm>
            <a:custGeom>
              <a:rect b="b" l="l" r="r" t="t"/>
              <a:pathLst>
                <a:path extrusionOk="0" h="32" w="7">
                  <a:moveTo>
                    <a:pt x="0" y="32"/>
                  </a:moveTo>
                  <a:cubicBezTo>
                    <a:pt x="0" y="21"/>
                    <a:pt x="4" y="11"/>
                    <a:pt x="7" y="0"/>
                  </a:cubicBezTo>
                  <a:cubicBezTo>
                    <a:pt x="4" y="11"/>
                    <a:pt x="0" y="21"/>
                    <a:pt x="0"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1" name="Google Shape;5741;p95"/>
            <p:cNvSpPr/>
            <p:nvPr/>
          </p:nvSpPr>
          <p:spPr>
            <a:xfrm>
              <a:off x="1525107" y="2069281"/>
              <a:ext cx="54" cy="434"/>
            </a:xfrm>
            <a:custGeom>
              <a:rect b="b" l="l" r="r" t="t"/>
              <a:pathLst>
                <a:path extrusionOk="0" h="32" w="4">
                  <a:moveTo>
                    <a:pt x="0" y="32"/>
                  </a:moveTo>
                  <a:cubicBezTo>
                    <a:pt x="0" y="21"/>
                    <a:pt x="4" y="11"/>
                    <a:pt x="4" y="0"/>
                  </a:cubicBezTo>
                  <a:cubicBezTo>
                    <a:pt x="4" y="11"/>
                    <a:pt x="0" y="21"/>
                    <a:pt x="0"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2" name="Google Shape;5742;p95"/>
            <p:cNvSpPr/>
            <p:nvPr/>
          </p:nvSpPr>
          <p:spPr>
            <a:xfrm>
              <a:off x="1524822" y="2070707"/>
              <a:ext cx="95" cy="434"/>
            </a:xfrm>
            <a:custGeom>
              <a:rect b="b" l="l" r="r" t="t"/>
              <a:pathLst>
                <a:path extrusionOk="0" h="32" w="7">
                  <a:moveTo>
                    <a:pt x="7" y="0"/>
                  </a:moveTo>
                  <a:cubicBezTo>
                    <a:pt x="4" y="11"/>
                    <a:pt x="0" y="21"/>
                    <a:pt x="0" y="32"/>
                  </a:cubicBezTo>
                  <a:cubicBezTo>
                    <a:pt x="4" y="21"/>
                    <a:pt x="4" y="11"/>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3" name="Google Shape;5743;p95"/>
            <p:cNvSpPr/>
            <p:nvPr/>
          </p:nvSpPr>
          <p:spPr>
            <a:xfrm>
              <a:off x="1524958" y="2069987"/>
              <a:ext cx="109" cy="448"/>
            </a:xfrm>
            <a:custGeom>
              <a:rect b="b" l="l" r="r" t="t"/>
              <a:pathLst>
                <a:path extrusionOk="0" h="33" w="8">
                  <a:moveTo>
                    <a:pt x="8" y="1"/>
                  </a:moveTo>
                  <a:lnTo>
                    <a:pt x="8" y="1"/>
                  </a:lnTo>
                  <a:cubicBezTo>
                    <a:pt x="4" y="11"/>
                    <a:pt x="1" y="22"/>
                    <a:pt x="1" y="32"/>
                  </a:cubicBezTo>
                  <a:cubicBezTo>
                    <a:pt x="4" y="22"/>
                    <a:pt x="4" y="11"/>
                    <a:pt x="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4" name="Google Shape;5744;p95"/>
            <p:cNvSpPr/>
            <p:nvPr/>
          </p:nvSpPr>
          <p:spPr>
            <a:xfrm>
              <a:off x="1524673" y="2071372"/>
              <a:ext cx="109" cy="489"/>
            </a:xfrm>
            <a:custGeom>
              <a:rect b="b" l="l" r="r" t="t"/>
              <a:pathLst>
                <a:path extrusionOk="0" h="36" w="8">
                  <a:moveTo>
                    <a:pt x="8" y="0"/>
                  </a:moveTo>
                  <a:cubicBezTo>
                    <a:pt x="4" y="11"/>
                    <a:pt x="1" y="21"/>
                    <a:pt x="1" y="35"/>
                  </a:cubicBezTo>
                  <a:cubicBezTo>
                    <a:pt x="1" y="25"/>
                    <a:pt x="4" y="14"/>
                    <a:pt x="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5" name="Google Shape;5745;p95"/>
            <p:cNvSpPr/>
            <p:nvPr/>
          </p:nvSpPr>
          <p:spPr>
            <a:xfrm>
              <a:off x="1467063" y="1987667"/>
              <a:ext cx="204" cy="204"/>
            </a:xfrm>
            <a:custGeom>
              <a:rect b="b" l="l" r="r" t="t"/>
              <a:pathLst>
                <a:path extrusionOk="0" h="15" w="15">
                  <a:moveTo>
                    <a:pt x="0" y="14"/>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6" name="Google Shape;5746;p95"/>
            <p:cNvSpPr/>
            <p:nvPr/>
          </p:nvSpPr>
          <p:spPr>
            <a:xfrm>
              <a:off x="1467783" y="1986906"/>
              <a:ext cx="244" cy="299"/>
            </a:xfrm>
            <a:custGeom>
              <a:rect b="b" l="l" r="r" t="t"/>
              <a:pathLst>
                <a:path extrusionOk="0" h="22" w="18">
                  <a:moveTo>
                    <a:pt x="0" y="21"/>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7" name="Google Shape;5747;p95"/>
            <p:cNvSpPr/>
            <p:nvPr/>
          </p:nvSpPr>
          <p:spPr>
            <a:xfrm>
              <a:off x="1466724" y="1987993"/>
              <a:ext cx="204" cy="204"/>
            </a:xfrm>
            <a:custGeom>
              <a:rect b="b" l="l" r="r" t="t"/>
              <a:pathLst>
                <a:path extrusionOk="0" h="15" w="15">
                  <a:moveTo>
                    <a:pt x="1" y="15"/>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8" name="Google Shape;5748;p95"/>
            <p:cNvSpPr/>
            <p:nvPr/>
          </p:nvSpPr>
          <p:spPr>
            <a:xfrm>
              <a:off x="1467389" y="1987287"/>
              <a:ext cx="258" cy="244"/>
            </a:xfrm>
            <a:custGeom>
              <a:rect b="b" l="l" r="r" t="t"/>
              <a:pathLst>
                <a:path extrusionOk="0" h="18" w="19">
                  <a:moveTo>
                    <a:pt x="1" y="18"/>
                  </a:moveTo>
                  <a:lnTo>
                    <a:pt x="1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9" name="Google Shape;5749;p95"/>
            <p:cNvSpPr/>
            <p:nvPr/>
          </p:nvSpPr>
          <p:spPr>
            <a:xfrm>
              <a:off x="1468163" y="1986662"/>
              <a:ext cx="149" cy="163"/>
            </a:xfrm>
            <a:custGeom>
              <a:rect b="b" l="l" r="r" t="t"/>
              <a:pathLst>
                <a:path extrusionOk="0" h="12" w="11">
                  <a:moveTo>
                    <a:pt x="0" y="1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0" name="Google Shape;5750;p95"/>
            <p:cNvSpPr/>
            <p:nvPr/>
          </p:nvSpPr>
          <p:spPr>
            <a:xfrm>
              <a:off x="1469344" y="1985481"/>
              <a:ext cx="353" cy="299"/>
            </a:xfrm>
            <a:custGeom>
              <a:rect b="b" l="l" r="r" t="t"/>
              <a:pathLst>
                <a:path extrusionOk="0" h="22" w="26">
                  <a:moveTo>
                    <a:pt x="25" y="0"/>
                  </a:moveTo>
                  <a:cubicBezTo>
                    <a:pt x="15" y="7"/>
                    <a:pt x="8" y="14"/>
                    <a:pt x="1" y="21"/>
                  </a:cubicBezTo>
                  <a:cubicBezTo>
                    <a:pt x="8" y="14"/>
                    <a:pt x="18" y="7"/>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1" name="Google Shape;5751;p95"/>
            <p:cNvSpPr/>
            <p:nvPr/>
          </p:nvSpPr>
          <p:spPr>
            <a:xfrm>
              <a:off x="1465828" y="1988997"/>
              <a:ext cx="109" cy="109"/>
            </a:xfrm>
            <a:custGeom>
              <a:rect b="b" l="l" r="r" t="t"/>
              <a:pathLst>
                <a:path extrusionOk="0" h="8" w="8">
                  <a:moveTo>
                    <a:pt x="0" y="7"/>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2" name="Google Shape;5752;p95"/>
            <p:cNvSpPr/>
            <p:nvPr/>
          </p:nvSpPr>
          <p:spPr>
            <a:xfrm>
              <a:off x="1466059" y="1988658"/>
              <a:ext cx="204" cy="204"/>
            </a:xfrm>
            <a:custGeom>
              <a:rect b="b" l="l" r="r" t="t"/>
              <a:pathLst>
                <a:path extrusionOk="0" h="15" w="15">
                  <a:moveTo>
                    <a:pt x="1" y="15"/>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3" name="Google Shape;5753;p95"/>
            <p:cNvSpPr/>
            <p:nvPr/>
          </p:nvSpPr>
          <p:spPr>
            <a:xfrm>
              <a:off x="1466398" y="1988332"/>
              <a:ext cx="204" cy="204"/>
            </a:xfrm>
            <a:custGeom>
              <a:rect b="b" l="l" r="r" t="t"/>
              <a:pathLst>
                <a:path extrusionOk="0" h="15" w="15">
                  <a:moveTo>
                    <a:pt x="0" y="14"/>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4" name="Google Shape;5754;p95"/>
            <p:cNvSpPr/>
            <p:nvPr/>
          </p:nvSpPr>
          <p:spPr>
            <a:xfrm>
              <a:off x="1470010" y="1984476"/>
              <a:ext cx="258" cy="489"/>
            </a:xfrm>
            <a:custGeom>
              <a:rect b="b" l="l" r="r" t="t"/>
              <a:pathLst>
                <a:path extrusionOk="0" h="36" w="19">
                  <a:moveTo>
                    <a:pt x="1" y="36"/>
                  </a:moveTo>
                  <a:cubicBezTo>
                    <a:pt x="8" y="25"/>
                    <a:pt x="11" y="15"/>
                    <a:pt x="18" y="1"/>
                  </a:cubicBezTo>
                  <a:cubicBezTo>
                    <a:pt x="11" y="15"/>
                    <a:pt x="8" y="25"/>
                    <a:pt x="1" y="3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5" name="Google Shape;5755;p95"/>
            <p:cNvSpPr/>
            <p:nvPr/>
          </p:nvSpPr>
          <p:spPr>
            <a:xfrm>
              <a:off x="1468448" y="1986377"/>
              <a:ext cx="149" cy="163"/>
            </a:xfrm>
            <a:custGeom>
              <a:rect b="b" l="l" r="r" t="t"/>
              <a:pathLst>
                <a:path extrusionOk="0" h="12" w="11">
                  <a:moveTo>
                    <a:pt x="0" y="1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6" name="Google Shape;5756;p95"/>
            <p:cNvSpPr/>
            <p:nvPr/>
          </p:nvSpPr>
          <p:spPr>
            <a:xfrm>
              <a:off x="1469154" y="1985766"/>
              <a:ext cx="204" cy="149"/>
            </a:xfrm>
            <a:custGeom>
              <a:rect b="b" l="l" r="r" t="t"/>
              <a:pathLst>
                <a:path extrusionOk="0" h="11" w="15">
                  <a:moveTo>
                    <a:pt x="1" y="11"/>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7" name="Google Shape;5757;p95"/>
            <p:cNvSpPr/>
            <p:nvPr/>
          </p:nvSpPr>
          <p:spPr>
            <a:xfrm>
              <a:off x="1470295" y="1983811"/>
              <a:ext cx="204" cy="584"/>
            </a:xfrm>
            <a:custGeom>
              <a:rect b="b" l="l" r="r" t="t"/>
              <a:pathLst>
                <a:path extrusionOk="0" h="43" w="15">
                  <a:moveTo>
                    <a:pt x="1" y="43"/>
                  </a:moveTo>
                  <a:cubicBezTo>
                    <a:pt x="4" y="29"/>
                    <a:pt x="11" y="15"/>
                    <a:pt x="15" y="1"/>
                  </a:cubicBezTo>
                  <a:cubicBezTo>
                    <a:pt x="11" y="15"/>
                    <a:pt x="4" y="29"/>
                    <a:pt x="1" y="4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8" name="Google Shape;5758;p95"/>
            <p:cNvSpPr/>
            <p:nvPr/>
          </p:nvSpPr>
          <p:spPr>
            <a:xfrm>
              <a:off x="1469725" y="1985006"/>
              <a:ext cx="299" cy="394"/>
            </a:xfrm>
            <a:custGeom>
              <a:rect b="b" l="l" r="r" t="t"/>
              <a:pathLst>
                <a:path extrusionOk="0" h="29" w="22">
                  <a:moveTo>
                    <a:pt x="1" y="28"/>
                  </a:moveTo>
                  <a:cubicBezTo>
                    <a:pt x="8" y="18"/>
                    <a:pt x="15" y="11"/>
                    <a:pt x="22" y="0"/>
                  </a:cubicBezTo>
                  <a:cubicBezTo>
                    <a:pt x="15" y="11"/>
                    <a:pt x="8" y="18"/>
                    <a:pt x="1"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9" name="Google Shape;5759;p95"/>
            <p:cNvSpPr/>
            <p:nvPr/>
          </p:nvSpPr>
          <p:spPr>
            <a:xfrm>
              <a:off x="1468679" y="1986146"/>
              <a:ext cx="163" cy="149"/>
            </a:xfrm>
            <a:custGeom>
              <a:rect b="b" l="l" r="r" t="t"/>
              <a:pathLst>
                <a:path extrusionOk="0" h="11" w="12">
                  <a:moveTo>
                    <a:pt x="1" y="11"/>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0" name="Google Shape;5760;p95"/>
            <p:cNvSpPr/>
            <p:nvPr/>
          </p:nvSpPr>
          <p:spPr>
            <a:xfrm>
              <a:off x="1468964" y="1985956"/>
              <a:ext cx="163" cy="149"/>
            </a:xfrm>
            <a:custGeom>
              <a:rect b="b" l="l" r="r" t="t"/>
              <a:pathLst>
                <a:path extrusionOk="0" h="11" w="12">
                  <a:moveTo>
                    <a:pt x="1" y="11"/>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1" name="Google Shape;5761;p95"/>
            <p:cNvSpPr/>
            <p:nvPr/>
          </p:nvSpPr>
          <p:spPr>
            <a:xfrm>
              <a:off x="1527008" y="2118853"/>
              <a:ext cx="88322" cy="99360"/>
            </a:xfrm>
            <a:custGeom>
              <a:rect b="b" l="l" r="r" t="t"/>
              <a:pathLst>
                <a:path extrusionOk="0" h="7318" w="6505">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2" name="Google Shape;5762;p95"/>
            <p:cNvSpPr/>
            <p:nvPr/>
          </p:nvSpPr>
          <p:spPr>
            <a:xfrm>
              <a:off x="1596443" y="2164147"/>
              <a:ext cx="8812" cy="4820"/>
            </a:xfrm>
            <a:custGeom>
              <a:rect b="b" l="l" r="r" t="t"/>
              <a:pathLst>
                <a:path extrusionOk="0" h="355" w="649">
                  <a:moveTo>
                    <a:pt x="648" y="337"/>
                  </a:moveTo>
                  <a:cubicBezTo>
                    <a:pt x="134" y="354"/>
                    <a:pt x="11" y="165"/>
                    <a:pt x="1" y="1"/>
                  </a:cubicBezTo>
                  <a:cubicBezTo>
                    <a:pt x="11" y="165"/>
                    <a:pt x="134" y="354"/>
                    <a:pt x="648" y="33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3" name="Google Shape;5763;p95"/>
            <p:cNvSpPr/>
            <p:nvPr/>
          </p:nvSpPr>
          <p:spPr>
            <a:xfrm>
              <a:off x="1614230" y="2188587"/>
              <a:ext cx="54" cy="625"/>
            </a:xfrm>
            <a:custGeom>
              <a:rect b="b" l="l" r="r" t="t"/>
              <a:pathLst>
                <a:path extrusionOk="0" h="46" w="4">
                  <a:moveTo>
                    <a:pt x="0" y="0"/>
                  </a:moveTo>
                  <a:cubicBezTo>
                    <a:pt x="4" y="14"/>
                    <a:pt x="4" y="32"/>
                    <a:pt x="4" y="46"/>
                  </a:cubicBezTo>
                  <a:cubicBezTo>
                    <a:pt x="4" y="32"/>
                    <a:pt x="4" y="1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4" name="Google Shape;5764;p95"/>
            <p:cNvSpPr/>
            <p:nvPr/>
          </p:nvSpPr>
          <p:spPr>
            <a:xfrm>
              <a:off x="1584047" y="2146754"/>
              <a:ext cx="4616" cy="923"/>
            </a:xfrm>
            <a:custGeom>
              <a:rect b="b" l="l" r="r" t="t"/>
              <a:pathLst>
                <a:path extrusionOk="0" h="68" w="340">
                  <a:moveTo>
                    <a:pt x="340" y="60"/>
                  </a:moveTo>
                  <a:cubicBezTo>
                    <a:pt x="200" y="64"/>
                    <a:pt x="67" y="67"/>
                    <a:pt x="0" y="1"/>
                  </a:cubicBezTo>
                  <a:cubicBezTo>
                    <a:pt x="67" y="67"/>
                    <a:pt x="200" y="64"/>
                    <a:pt x="340" y="6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5" name="Google Shape;5765;p95"/>
            <p:cNvSpPr/>
            <p:nvPr/>
          </p:nvSpPr>
          <p:spPr>
            <a:xfrm>
              <a:off x="1612370" y="2190433"/>
              <a:ext cx="1724" cy="2349"/>
            </a:xfrm>
            <a:custGeom>
              <a:rect b="b" l="l" r="r" t="t"/>
              <a:pathLst>
                <a:path extrusionOk="0" h="173" w="127">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6" name="Google Shape;5766;p95"/>
            <p:cNvSpPr/>
            <p:nvPr/>
          </p:nvSpPr>
          <p:spPr>
            <a:xfrm>
              <a:off x="1614040" y="2189917"/>
              <a:ext cx="149" cy="530"/>
            </a:xfrm>
            <a:custGeom>
              <a:rect b="b" l="l" r="r" t="t"/>
              <a:pathLst>
                <a:path extrusionOk="0" h="39" w="11">
                  <a:moveTo>
                    <a:pt x="11" y="0"/>
                  </a:moveTo>
                  <a:cubicBezTo>
                    <a:pt x="7" y="11"/>
                    <a:pt x="4" y="25"/>
                    <a:pt x="0" y="39"/>
                  </a:cubicBezTo>
                  <a:cubicBezTo>
                    <a:pt x="4" y="25"/>
                    <a:pt x="7" y="11"/>
                    <a:pt x="1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7" name="Google Shape;5767;p95"/>
            <p:cNvSpPr/>
            <p:nvPr/>
          </p:nvSpPr>
          <p:spPr>
            <a:xfrm>
              <a:off x="1529140" y="2128031"/>
              <a:ext cx="163" cy="54"/>
            </a:xfrm>
            <a:custGeom>
              <a:rect b="b" l="l" r="r" t="t"/>
              <a:pathLst>
                <a:path extrusionOk="0" h="4" w="12">
                  <a:moveTo>
                    <a:pt x="11" y="4"/>
                  </a:moveTo>
                  <a:lnTo>
                    <a:pt x="1" y="0"/>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8" name="Google Shape;5768;p95"/>
            <p:cNvSpPr/>
            <p:nvPr/>
          </p:nvSpPr>
          <p:spPr>
            <a:xfrm>
              <a:off x="1614230" y="2189293"/>
              <a:ext cx="54" cy="489"/>
            </a:xfrm>
            <a:custGeom>
              <a:rect b="b" l="l" r="r" t="t"/>
              <a:pathLst>
                <a:path extrusionOk="0" h="36" w="4">
                  <a:moveTo>
                    <a:pt x="4" y="1"/>
                  </a:moveTo>
                  <a:cubicBezTo>
                    <a:pt x="4" y="15"/>
                    <a:pt x="0" y="25"/>
                    <a:pt x="0" y="36"/>
                  </a:cubicBezTo>
                  <a:cubicBezTo>
                    <a:pt x="0" y="25"/>
                    <a:pt x="4" y="15"/>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9" name="Google Shape;5769;p95"/>
            <p:cNvSpPr/>
            <p:nvPr/>
          </p:nvSpPr>
          <p:spPr>
            <a:xfrm>
              <a:off x="1529425" y="2128126"/>
              <a:ext cx="394" cy="149"/>
            </a:xfrm>
            <a:custGeom>
              <a:rect b="b" l="l" r="r" t="t"/>
              <a:pathLst>
                <a:path extrusionOk="0" h="11" w="29">
                  <a:moveTo>
                    <a:pt x="1" y="0"/>
                  </a:moveTo>
                  <a:lnTo>
                    <a:pt x="29"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0" name="Google Shape;5770;p95"/>
            <p:cNvSpPr/>
            <p:nvPr/>
          </p:nvSpPr>
          <p:spPr>
            <a:xfrm>
              <a:off x="1575290" y="2140807"/>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1" name="Google Shape;5771;p95"/>
            <p:cNvSpPr/>
            <p:nvPr/>
          </p:nvSpPr>
          <p:spPr>
            <a:xfrm>
              <a:off x="1615085" y="2180983"/>
              <a:ext cx="299" cy="2009"/>
            </a:xfrm>
            <a:custGeom>
              <a:rect b="b" l="l" r="r" t="t"/>
              <a:pathLst>
                <a:path extrusionOk="0" h="148" w="22">
                  <a:moveTo>
                    <a:pt x="21" y="0"/>
                  </a:moveTo>
                  <a:cubicBezTo>
                    <a:pt x="18" y="49"/>
                    <a:pt x="11" y="98"/>
                    <a:pt x="0" y="147"/>
                  </a:cubicBezTo>
                  <a:cubicBezTo>
                    <a:pt x="11" y="98"/>
                    <a:pt x="18" y="49"/>
                    <a:pt x="2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2" name="Google Shape;5772;p95"/>
            <p:cNvSpPr/>
            <p:nvPr/>
          </p:nvSpPr>
          <p:spPr>
            <a:xfrm>
              <a:off x="1595493" y="2161391"/>
              <a:ext cx="964" cy="2770"/>
            </a:xfrm>
            <a:custGeom>
              <a:rect b="b" l="l" r="r" t="t"/>
              <a:pathLst>
                <a:path extrusionOk="0" h="204" w="71">
                  <a:moveTo>
                    <a:pt x="1" y="1"/>
                  </a:moveTo>
                  <a:cubicBezTo>
                    <a:pt x="36" y="64"/>
                    <a:pt x="60" y="134"/>
                    <a:pt x="71" y="204"/>
                  </a:cubicBezTo>
                  <a:cubicBezTo>
                    <a:pt x="60" y="134"/>
                    <a:pt x="36" y="6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3" name="Google Shape;5773;p95"/>
            <p:cNvSpPr/>
            <p:nvPr/>
          </p:nvSpPr>
          <p:spPr>
            <a:xfrm>
              <a:off x="1543736" y="2212822"/>
              <a:ext cx="4711" cy="3775"/>
            </a:xfrm>
            <a:custGeom>
              <a:rect b="b" l="l" r="r" t="t"/>
              <a:pathLst>
                <a:path extrusionOk="0" h="278" w="347">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4" name="Google Shape;5774;p95"/>
            <p:cNvSpPr/>
            <p:nvPr/>
          </p:nvSpPr>
          <p:spPr>
            <a:xfrm>
              <a:off x="1568542" y="2210324"/>
              <a:ext cx="8092" cy="855"/>
            </a:xfrm>
            <a:custGeom>
              <a:rect b="b" l="l" r="r" t="t"/>
              <a:pathLst>
                <a:path extrusionOk="0" h="63" w="596">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5" name="Google Shape;5775;p95"/>
            <p:cNvSpPr/>
            <p:nvPr/>
          </p:nvSpPr>
          <p:spPr>
            <a:xfrm>
              <a:off x="1530375" y="2180128"/>
              <a:ext cx="163" cy="244"/>
            </a:xfrm>
            <a:custGeom>
              <a:rect b="b" l="l" r="r" t="t"/>
              <a:pathLst>
                <a:path extrusionOk="0" h="18" w="12">
                  <a:moveTo>
                    <a:pt x="11" y="18"/>
                  </a:moveTo>
                  <a:cubicBezTo>
                    <a:pt x="8" y="11"/>
                    <a:pt x="4" y="7"/>
                    <a:pt x="1" y="0"/>
                  </a:cubicBezTo>
                  <a:cubicBezTo>
                    <a:pt x="4" y="7"/>
                    <a:pt x="8" y="11"/>
                    <a:pt x="1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6" name="Google Shape;5776;p95"/>
            <p:cNvSpPr/>
            <p:nvPr/>
          </p:nvSpPr>
          <p:spPr>
            <a:xfrm>
              <a:off x="1527049" y="2176177"/>
              <a:ext cx="2675" cy="3340"/>
            </a:xfrm>
            <a:custGeom>
              <a:rect b="b" l="l" r="r" t="t"/>
              <a:pathLst>
                <a:path extrusionOk="0" h="246" w="197">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7" name="Google Shape;5777;p95"/>
            <p:cNvSpPr/>
            <p:nvPr/>
          </p:nvSpPr>
          <p:spPr>
            <a:xfrm>
              <a:off x="1540314" y="2216583"/>
              <a:ext cx="3435" cy="1629"/>
            </a:xfrm>
            <a:custGeom>
              <a:rect b="b" l="l" r="r" t="t"/>
              <a:pathLst>
                <a:path extrusionOk="0" h="120" w="253">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8" name="Google Shape;5778;p95"/>
            <p:cNvSpPr/>
            <p:nvPr/>
          </p:nvSpPr>
          <p:spPr>
            <a:xfrm>
              <a:off x="1530565" y="2180413"/>
              <a:ext cx="353" cy="489"/>
            </a:xfrm>
            <a:custGeom>
              <a:rect b="b" l="l" r="r" t="t"/>
              <a:pathLst>
                <a:path extrusionOk="0" h="36" w="26">
                  <a:moveTo>
                    <a:pt x="25" y="35"/>
                  </a:moveTo>
                  <a:cubicBezTo>
                    <a:pt x="18" y="25"/>
                    <a:pt x="11" y="11"/>
                    <a:pt x="1" y="0"/>
                  </a:cubicBezTo>
                  <a:cubicBezTo>
                    <a:pt x="11" y="11"/>
                    <a:pt x="18" y="25"/>
                    <a:pt x="25" y="3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9" name="Google Shape;5779;p95"/>
            <p:cNvSpPr/>
            <p:nvPr/>
          </p:nvSpPr>
          <p:spPr>
            <a:xfrm>
              <a:off x="1540260" y="2217819"/>
              <a:ext cx="14" cy="149"/>
            </a:xfrm>
            <a:custGeom>
              <a:rect b="b" l="l" r="r" t="t"/>
              <a:pathLst>
                <a:path extrusionOk="0" h="11" w="1">
                  <a:moveTo>
                    <a:pt x="1" y="11"/>
                  </a:moveTo>
                  <a:lnTo>
                    <a:pt x="1" y="0"/>
                  </a:lnTo>
                  <a:cubicBezTo>
                    <a:pt x="1" y="4"/>
                    <a:pt x="1" y="7"/>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0" name="Google Shape;5780;p95"/>
            <p:cNvSpPr/>
            <p:nvPr/>
          </p:nvSpPr>
          <p:spPr>
            <a:xfrm>
              <a:off x="1540124" y="2216149"/>
              <a:ext cx="109" cy="1018"/>
            </a:xfrm>
            <a:custGeom>
              <a:rect b="b" l="l" r="r" t="t"/>
              <a:pathLst>
                <a:path extrusionOk="0" h="75" w="8">
                  <a:moveTo>
                    <a:pt x="0" y="1"/>
                  </a:moveTo>
                  <a:cubicBezTo>
                    <a:pt x="4" y="25"/>
                    <a:pt x="4" y="50"/>
                    <a:pt x="7" y="74"/>
                  </a:cubicBezTo>
                  <a:cubicBezTo>
                    <a:pt x="7" y="50"/>
                    <a:pt x="4" y="2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1" name="Google Shape;5781;p95"/>
            <p:cNvSpPr/>
            <p:nvPr/>
          </p:nvSpPr>
          <p:spPr>
            <a:xfrm>
              <a:off x="1540219" y="2217289"/>
              <a:ext cx="54" cy="258"/>
            </a:xfrm>
            <a:custGeom>
              <a:rect b="b" l="l" r="r" t="t"/>
              <a:pathLst>
                <a:path extrusionOk="0" h="19" w="4">
                  <a:moveTo>
                    <a:pt x="4" y="1"/>
                  </a:moveTo>
                  <a:cubicBezTo>
                    <a:pt x="0" y="8"/>
                    <a:pt x="4" y="11"/>
                    <a:pt x="4" y="18"/>
                  </a:cubicBez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2" name="Google Shape;5782;p95"/>
            <p:cNvSpPr/>
            <p:nvPr/>
          </p:nvSpPr>
          <p:spPr>
            <a:xfrm>
              <a:off x="1533512" y="2195335"/>
              <a:ext cx="869" cy="2675"/>
            </a:xfrm>
            <a:custGeom>
              <a:rect b="b" l="l" r="r" t="t"/>
              <a:pathLst>
                <a:path extrusionOk="0" h="197" w="64">
                  <a:moveTo>
                    <a:pt x="60" y="0"/>
                  </a:moveTo>
                  <a:cubicBezTo>
                    <a:pt x="64" y="70"/>
                    <a:pt x="43" y="140"/>
                    <a:pt x="1" y="196"/>
                  </a:cubicBezTo>
                  <a:cubicBezTo>
                    <a:pt x="43" y="140"/>
                    <a:pt x="64" y="70"/>
                    <a:pt x="6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3" name="Google Shape;5783;p95"/>
            <p:cNvSpPr/>
            <p:nvPr/>
          </p:nvSpPr>
          <p:spPr>
            <a:xfrm>
              <a:off x="1530090" y="2179883"/>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4" name="Google Shape;5784;p95"/>
            <p:cNvSpPr/>
            <p:nvPr/>
          </p:nvSpPr>
          <p:spPr>
            <a:xfrm>
              <a:off x="1543355" y="2216108"/>
              <a:ext cx="1100" cy="720"/>
            </a:xfrm>
            <a:custGeom>
              <a:rect b="b" l="l" r="r" t="t"/>
              <a:pathLst>
                <a:path extrusionOk="0" h="53" w="81">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5" name="Google Shape;5785;p95"/>
            <p:cNvSpPr/>
            <p:nvPr/>
          </p:nvSpPr>
          <p:spPr>
            <a:xfrm>
              <a:off x="1579281" y="2208980"/>
              <a:ext cx="109" cy="299"/>
            </a:xfrm>
            <a:custGeom>
              <a:rect b="b" l="l" r="r" t="t"/>
              <a:pathLst>
                <a:path extrusionOk="0" h="22" w="8">
                  <a:moveTo>
                    <a:pt x="1" y="21"/>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6" name="Google Shape;5786;p95"/>
            <p:cNvSpPr/>
            <p:nvPr/>
          </p:nvSpPr>
          <p:spPr>
            <a:xfrm>
              <a:off x="1579376" y="2208641"/>
              <a:ext cx="109" cy="258"/>
            </a:xfrm>
            <a:custGeom>
              <a:rect b="b" l="l" r="r" t="t"/>
              <a:pathLst>
                <a:path extrusionOk="0" h="19" w="8">
                  <a:moveTo>
                    <a:pt x="1" y="18"/>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7" name="Google Shape;5787;p95"/>
            <p:cNvSpPr/>
            <p:nvPr/>
          </p:nvSpPr>
          <p:spPr>
            <a:xfrm>
              <a:off x="1576620" y="2210786"/>
              <a:ext cx="2105" cy="122"/>
            </a:xfrm>
            <a:custGeom>
              <a:rect b="b" l="l" r="r" t="t"/>
              <a:pathLst>
                <a:path extrusionOk="0" h="9" w="155">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8" name="Google Shape;5788;p95"/>
            <p:cNvSpPr/>
            <p:nvPr/>
          </p:nvSpPr>
          <p:spPr>
            <a:xfrm>
              <a:off x="1595588" y="2189958"/>
              <a:ext cx="5621" cy="1018"/>
            </a:xfrm>
            <a:custGeom>
              <a:rect b="b" l="l" r="r" t="t"/>
              <a:pathLst>
                <a:path extrusionOk="0" h="75" w="414">
                  <a:moveTo>
                    <a:pt x="414" y="1"/>
                  </a:moveTo>
                  <a:cubicBezTo>
                    <a:pt x="263" y="1"/>
                    <a:pt x="116" y="15"/>
                    <a:pt x="1" y="74"/>
                  </a:cubicBezTo>
                  <a:cubicBezTo>
                    <a:pt x="116" y="15"/>
                    <a:pt x="263" y="4"/>
                    <a:pt x="41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9" name="Google Shape;5789;p95"/>
            <p:cNvSpPr/>
            <p:nvPr/>
          </p:nvSpPr>
          <p:spPr>
            <a:xfrm>
              <a:off x="1611609" y="2192768"/>
              <a:ext cx="774" cy="299"/>
            </a:xfrm>
            <a:custGeom>
              <a:rect b="b" l="l" r="r" t="t"/>
              <a:pathLst>
                <a:path extrusionOk="0" h="22" w="57">
                  <a:moveTo>
                    <a:pt x="57" y="0"/>
                  </a:moveTo>
                  <a:cubicBezTo>
                    <a:pt x="39" y="11"/>
                    <a:pt x="18" y="18"/>
                    <a:pt x="1" y="21"/>
                  </a:cubicBezTo>
                  <a:cubicBezTo>
                    <a:pt x="15" y="21"/>
                    <a:pt x="29" y="18"/>
                    <a:pt x="43" y="11"/>
                  </a:cubicBezTo>
                  <a:lnTo>
                    <a:pt x="5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0" name="Google Shape;5790;p95"/>
            <p:cNvSpPr/>
            <p:nvPr/>
          </p:nvSpPr>
          <p:spPr>
            <a:xfrm>
              <a:off x="1579526" y="2208260"/>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1" name="Google Shape;5791;p95"/>
            <p:cNvSpPr/>
            <p:nvPr/>
          </p:nvSpPr>
          <p:spPr>
            <a:xfrm>
              <a:off x="1612180" y="2192619"/>
              <a:ext cx="394" cy="258"/>
            </a:xfrm>
            <a:custGeom>
              <a:rect b="b" l="l" r="r" t="t"/>
              <a:pathLst>
                <a:path extrusionOk="0" h="19" w="29">
                  <a:moveTo>
                    <a:pt x="29" y="1"/>
                  </a:moveTo>
                  <a:lnTo>
                    <a:pt x="29" y="1"/>
                  </a:lnTo>
                  <a:cubicBezTo>
                    <a:pt x="18" y="8"/>
                    <a:pt x="8" y="15"/>
                    <a:pt x="1" y="18"/>
                  </a:cubicBezTo>
                  <a:lnTo>
                    <a:pt x="15" y="11"/>
                  </a:lnTo>
                  <a:lnTo>
                    <a:pt x="2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2" name="Google Shape;5792;p95"/>
            <p:cNvSpPr/>
            <p:nvPr/>
          </p:nvSpPr>
          <p:spPr>
            <a:xfrm>
              <a:off x="1575385" y="2210636"/>
              <a:ext cx="1724" cy="204"/>
            </a:xfrm>
            <a:custGeom>
              <a:rect b="b" l="l" r="r" t="t"/>
              <a:pathLst>
                <a:path extrusionOk="0" h="15" w="127">
                  <a:moveTo>
                    <a:pt x="1" y="1"/>
                  </a:moveTo>
                  <a:lnTo>
                    <a:pt x="92" y="11"/>
                  </a:lnTo>
                  <a:lnTo>
                    <a:pt x="127" y="15"/>
                  </a:lnTo>
                  <a:lnTo>
                    <a:pt x="127" y="15"/>
                  </a:ln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3" name="Google Shape;5793;p95"/>
            <p:cNvSpPr/>
            <p:nvPr/>
          </p:nvSpPr>
          <p:spPr>
            <a:xfrm>
              <a:off x="1438877" y="2046607"/>
              <a:ext cx="93508" cy="136291"/>
            </a:xfrm>
            <a:custGeom>
              <a:rect b="b" l="l" r="r" t="t"/>
              <a:pathLst>
                <a:path extrusionOk="0" h="10038" w="6887">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4" name="Google Shape;5794;p95"/>
            <p:cNvSpPr/>
            <p:nvPr/>
          </p:nvSpPr>
          <p:spPr>
            <a:xfrm>
              <a:off x="1518685" y="2074223"/>
              <a:ext cx="244" cy="54"/>
            </a:xfrm>
            <a:custGeom>
              <a:rect b="b" l="l" r="r" t="t"/>
              <a:pathLst>
                <a:path extrusionOk="0" h="4" w="18">
                  <a:moveTo>
                    <a:pt x="0" y="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5" name="Google Shape;5795;p95"/>
            <p:cNvSpPr/>
            <p:nvPr/>
          </p:nvSpPr>
          <p:spPr>
            <a:xfrm>
              <a:off x="1517545" y="2074549"/>
              <a:ext cx="299" cy="163"/>
            </a:xfrm>
            <a:custGeom>
              <a:rect b="b" l="l" r="r" t="t"/>
              <a:pathLst>
                <a:path extrusionOk="0" h="12" w="22">
                  <a:moveTo>
                    <a:pt x="0" y="11"/>
                  </a:moveTo>
                  <a:lnTo>
                    <a:pt x="2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6" name="Google Shape;5796;p95"/>
            <p:cNvSpPr/>
            <p:nvPr/>
          </p:nvSpPr>
          <p:spPr>
            <a:xfrm>
              <a:off x="1518305" y="2074318"/>
              <a:ext cx="299" cy="54"/>
            </a:xfrm>
            <a:custGeom>
              <a:rect b="b" l="l" r="r" t="t"/>
              <a:pathLst>
                <a:path extrusionOk="0" h="4" w="22">
                  <a:moveTo>
                    <a:pt x="0" y="4"/>
                  </a:moveTo>
                  <a:lnTo>
                    <a:pt x="2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7" name="Google Shape;5797;p95"/>
            <p:cNvSpPr/>
            <p:nvPr/>
          </p:nvSpPr>
          <p:spPr>
            <a:xfrm>
              <a:off x="1517110" y="2074794"/>
              <a:ext cx="299" cy="204"/>
            </a:xfrm>
            <a:custGeom>
              <a:rect b="b" l="l" r="r" t="t"/>
              <a:pathLst>
                <a:path extrusionOk="0" h="15" w="22">
                  <a:moveTo>
                    <a:pt x="1" y="14"/>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8" name="Google Shape;5798;p95"/>
            <p:cNvSpPr/>
            <p:nvPr/>
          </p:nvSpPr>
          <p:spPr>
            <a:xfrm>
              <a:off x="1516594" y="2075024"/>
              <a:ext cx="434" cy="353"/>
            </a:xfrm>
            <a:custGeom>
              <a:rect b="b" l="l" r="r" t="t"/>
              <a:pathLst>
                <a:path extrusionOk="0" h="26" w="32">
                  <a:moveTo>
                    <a:pt x="0" y="25"/>
                  </a:moveTo>
                  <a:cubicBezTo>
                    <a:pt x="11" y="15"/>
                    <a:pt x="21" y="8"/>
                    <a:pt x="32" y="1"/>
                  </a:cubicBezTo>
                  <a:cubicBezTo>
                    <a:pt x="21" y="8"/>
                    <a:pt x="11" y="15"/>
                    <a:pt x="0"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9" name="Google Shape;5799;p95"/>
            <p:cNvSpPr/>
            <p:nvPr/>
          </p:nvSpPr>
          <p:spPr>
            <a:xfrm>
              <a:off x="1519065" y="2074223"/>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0" name="Google Shape;5800;p95"/>
            <p:cNvSpPr/>
            <p:nvPr/>
          </p:nvSpPr>
          <p:spPr>
            <a:xfrm>
              <a:off x="1504184" y="2079356"/>
              <a:ext cx="2349" cy="964"/>
            </a:xfrm>
            <a:custGeom>
              <a:rect b="b" l="l" r="r" t="t"/>
              <a:pathLst>
                <a:path extrusionOk="0" h="71" w="173">
                  <a:moveTo>
                    <a:pt x="1" y="70"/>
                  </a:moveTo>
                  <a:cubicBezTo>
                    <a:pt x="60" y="49"/>
                    <a:pt x="120" y="28"/>
                    <a:pt x="172" y="0"/>
                  </a:cubicBezTo>
                  <a:cubicBezTo>
                    <a:pt x="120" y="28"/>
                    <a:pt x="60" y="49"/>
                    <a:pt x="1" y="7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1" name="Google Shape;5801;p95"/>
            <p:cNvSpPr/>
            <p:nvPr/>
          </p:nvSpPr>
          <p:spPr>
            <a:xfrm>
              <a:off x="1517925" y="2074413"/>
              <a:ext cx="299" cy="109"/>
            </a:xfrm>
            <a:custGeom>
              <a:rect b="b" l="l" r="r" t="t"/>
              <a:pathLst>
                <a:path extrusionOk="0" h="8" w="22">
                  <a:moveTo>
                    <a:pt x="0" y="7"/>
                  </a:moveTo>
                  <a:lnTo>
                    <a:pt x="2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2" name="Google Shape;5802;p95"/>
            <p:cNvSpPr/>
            <p:nvPr/>
          </p:nvSpPr>
          <p:spPr>
            <a:xfrm>
              <a:off x="1522052" y="2182355"/>
              <a:ext cx="109" cy="68"/>
            </a:xfrm>
            <a:custGeom>
              <a:rect b="b" l="l" r="r" t="t"/>
              <a:pathLst>
                <a:path extrusionOk="0" h="5" w="8">
                  <a:moveTo>
                    <a:pt x="8"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3" name="Google Shape;5803;p95"/>
            <p:cNvSpPr/>
            <p:nvPr/>
          </p:nvSpPr>
          <p:spPr>
            <a:xfrm>
              <a:off x="1518305" y="2072988"/>
              <a:ext cx="394" cy="394"/>
            </a:xfrm>
            <a:custGeom>
              <a:rect b="b" l="l" r="r" t="t"/>
              <a:pathLst>
                <a:path extrusionOk="0" h="29" w="29">
                  <a:moveTo>
                    <a:pt x="28" y="28"/>
                  </a:moveTo>
                  <a:cubicBezTo>
                    <a:pt x="18" y="21"/>
                    <a:pt x="11" y="11"/>
                    <a:pt x="0" y="0"/>
                  </a:cubicBezTo>
                  <a:cubicBezTo>
                    <a:pt x="11" y="11"/>
                    <a:pt x="18" y="21"/>
                    <a:pt x="28"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4" name="Google Shape;5804;p95"/>
            <p:cNvSpPr/>
            <p:nvPr/>
          </p:nvSpPr>
          <p:spPr>
            <a:xfrm>
              <a:off x="1485176" y="2046227"/>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5" name="Google Shape;5805;p95"/>
            <p:cNvSpPr/>
            <p:nvPr/>
          </p:nvSpPr>
          <p:spPr>
            <a:xfrm>
              <a:off x="1485692" y="2046227"/>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6" name="Google Shape;5806;p95"/>
            <p:cNvSpPr/>
            <p:nvPr/>
          </p:nvSpPr>
          <p:spPr>
            <a:xfrm>
              <a:off x="1486411" y="204626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7" name="Google Shape;5807;p95"/>
            <p:cNvSpPr/>
            <p:nvPr/>
          </p:nvSpPr>
          <p:spPr>
            <a:xfrm>
              <a:off x="1486982" y="2046457"/>
              <a:ext cx="54" cy="14"/>
            </a:xfrm>
            <a:custGeom>
              <a:rect b="b" l="l" r="r" t="t"/>
              <a:pathLst>
                <a:path extrusionOk="0" h="1" w="4">
                  <a:moveTo>
                    <a:pt x="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8" name="Google Shape;5808;p95"/>
            <p:cNvSpPr/>
            <p:nvPr/>
          </p:nvSpPr>
          <p:spPr>
            <a:xfrm>
              <a:off x="1486506" y="2046322"/>
              <a:ext cx="109" cy="14"/>
            </a:xfrm>
            <a:custGeom>
              <a:rect b="b" l="l" r="r" t="t"/>
              <a:pathLst>
                <a:path extrusionOk="0" h="1" w="8">
                  <a:moveTo>
                    <a:pt x="7"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9" name="Google Shape;5809;p95"/>
            <p:cNvSpPr/>
            <p:nvPr/>
          </p:nvSpPr>
          <p:spPr>
            <a:xfrm>
              <a:off x="1486792" y="2046417"/>
              <a:ext cx="54" cy="14"/>
            </a:xfrm>
            <a:custGeom>
              <a:rect b="b" l="l" r="r" t="t"/>
              <a:pathLst>
                <a:path extrusionOk="0" h="1" w="4">
                  <a:moveTo>
                    <a:pt x="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0" name="Google Shape;5810;p95"/>
            <p:cNvSpPr/>
            <p:nvPr/>
          </p:nvSpPr>
          <p:spPr>
            <a:xfrm>
              <a:off x="1486887" y="2046457"/>
              <a:ext cx="54" cy="14"/>
            </a:xfrm>
            <a:custGeom>
              <a:rect b="b" l="l" r="r" t="t"/>
              <a:pathLst>
                <a:path extrusionOk="0" h="1" w="4">
                  <a:moveTo>
                    <a:pt x="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1" name="Google Shape;5811;p95"/>
            <p:cNvSpPr/>
            <p:nvPr/>
          </p:nvSpPr>
          <p:spPr>
            <a:xfrm>
              <a:off x="1517965" y="2072513"/>
              <a:ext cx="299" cy="434"/>
            </a:xfrm>
            <a:custGeom>
              <a:rect b="b" l="l" r="r" t="t"/>
              <a:pathLst>
                <a:path extrusionOk="0" h="32" w="22">
                  <a:moveTo>
                    <a:pt x="22" y="32"/>
                  </a:moveTo>
                  <a:cubicBezTo>
                    <a:pt x="15" y="21"/>
                    <a:pt x="8" y="11"/>
                    <a:pt x="1" y="0"/>
                  </a:cubicBezTo>
                  <a:cubicBezTo>
                    <a:pt x="8" y="11"/>
                    <a:pt x="15" y="21"/>
                    <a:pt x="22"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2" name="Google Shape;5812;p95"/>
            <p:cNvSpPr/>
            <p:nvPr/>
          </p:nvSpPr>
          <p:spPr>
            <a:xfrm>
              <a:off x="1484171" y="2046267"/>
              <a:ext cx="204" cy="14"/>
            </a:xfrm>
            <a:custGeom>
              <a:rect b="b" l="l" r="r" t="t"/>
              <a:pathLst>
                <a:path extrusionOk="0" h="1" w="15">
                  <a:moveTo>
                    <a:pt x="15"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3" name="Google Shape;5813;p95"/>
            <p:cNvSpPr/>
            <p:nvPr/>
          </p:nvSpPr>
          <p:spPr>
            <a:xfrm>
              <a:off x="1485407" y="2046227"/>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4" name="Google Shape;5814;p95"/>
            <p:cNvSpPr/>
            <p:nvPr/>
          </p:nvSpPr>
          <p:spPr>
            <a:xfrm>
              <a:off x="1483655" y="2046362"/>
              <a:ext cx="244" cy="14"/>
            </a:xfrm>
            <a:custGeom>
              <a:rect b="b" l="l" r="r" t="t"/>
              <a:pathLst>
                <a:path extrusionOk="0" h="1" w="18">
                  <a:moveTo>
                    <a:pt x="18"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5" name="Google Shape;5815;p95"/>
            <p:cNvSpPr/>
            <p:nvPr/>
          </p:nvSpPr>
          <p:spPr>
            <a:xfrm>
              <a:off x="1482800" y="2046417"/>
              <a:ext cx="584" cy="109"/>
            </a:xfrm>
            <a:custGeom>
              <a:rect b="b" l="l" r="r" t="t"/>
              <a:pathLst>
                <a:path extrusionOk="0" h="8" w="43">
                  <a:moveTo>
                    <a:pt x="0" y="7"/>
                  </a:moveTo>
                  <a:lnTo>
                    <a:pt x="4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6" name="Google Shape;5816;p95"/>
            <p:cNvSpPr/>
            <p:nvPr/>
          </p:nvSpPr>
          <p:spPr>
            <a:xfrm>
              <a:off x="1519201" y="2073789"/>
              <a:ext cx="543" cy="353"/>
            </a:xfrm>
            <a:custGeom>
              <a:rect b="b" l="l" r="r" t="t"/>
              <a:pathLst>
                <a:path extrusionOk="0" h="26" w="40">
                  <a:moveTo>
                    <a:pt x="39" y="25"/>
                  </a:moveTo>
                  <a:cubicBezTo>
                    <a:pt x="25" y="18"/>
                    <a:pt x="15" y="8"/>
                    <a:pt x="1" y="1"/>
                  </a:cubicBezTo>
                  <a:cubicBezTo>
                    <a:pt x="15" y="8"/>
                    <a:pt x="25" y="18"/>
                    <a:pt x="39"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7" name="Google Shape;5817;p95"/>
            <p:cNvSpPr/>
            <p:nvPr/>
          </p:nvSpPr>
          <p:spPr>
            <a:xfrm>
              <a:off x="1510606" y="2062248"/>
              <a:ext cx="1249" cy="299"/>
            </a:xfrm>
            <a:custGeom>
              <a:rect b="b" l="l" r="r" t="t"/>
              <a:pathLst>
                <a:path extrusionOk="0" h="22" w="92">
                  <a:moveTo>
                    <a:pt x="0" y="0"/>
                  </a:moveTo>
                  <a:cubicBezTo>
                    <a:pt x="32" y="0"/>
                    <a:pt x="63" y="7"/>
                    <a:pt x="91" y="21"/>
                  </a:cubicBezTo>
                  <a:cubicBezTo>
                    <a:pt x="63" y="7"/>
                    <a:pt x="32" y="0"/>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8" name="Google Shape;5818;p95"/>
            <p:cNvSpPr/>
            <p:nvPr/>
          </p:nvSpPr>
          <p:spPr>
            <a:xfrm>
              <a:off x="1518726" y="2073463"/>
              <a:ext cx="448" cy="299"/>
            </a:xfrm>
            <a:custGeom>
              <a:rect b="b" l="l" r="r" t="t"/>
              <a:pathLst>
                <a:path extrusionOk="0" h="22" w="33">
                  <a:moveTo>
                    <a:pt x="32" y="21"/>
                  </a:moveTo>
                  <a:cubicBezTo>
                    <a:pt x="22" y="14"/>
                    <a:pt x="11" y="7"/>
                    <a:pt x="1" y="0"/>
                  </a:cubicBezTo>
                  <a:cubicBezTo>
                    <a:pt x="11" y="7"/>
                    <a:pt x="22" y="14"/>
                    <a:pt x="32"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9" name="Google Shape;5819;p95"/>
            <p:cNvSpPr/>
            <p:nvPr/>
          </p:nvSpPr>
          <p:spPr>
            <a:xfrm>
              <a:off x="1484646" y="2046267"/>
              <a:ext cx="163" cy="14"/>
            </a:xfrm>
            <a:custGeom>
              <a:rect b="b" l="l" r="r" t="t"/>
              <a:pathLst>
                <a:path extrusionOk="0" h="1" w="12">
                  <a:moveTo>
                    <a:pt x="11"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0" name="Google Shape;5820;p95"/>
            <p:cNvSpPr/>
            <p:nvPr/>
          </p:nvSpPr>
          <p:spPr>
            <a:xfrm>
              <a:off x="1486642" y="2046362"/>
              <a:ext cx="109" cy="14"/>
            </a:xfrm>
            <a:custGeom>
              <a:rect b="b" l="l" r="r" t="t"/>
              <a:pathLst>
                <a:path extrusionOk="0" h="1" w="8">
                  <a:moveTo>
                    <a:pt x="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1" name="Google Shape;5821;p95"/>
            <p:cNvSpPr/>
            <p:nvPr/>
          </p:nvSpPr>
          <p:spPr>
            <a:xfrm>
              <a:off x="1526003" y="2172945"/>
              <a:ext cx="394" cy="299"/>
            </a:xfrm>
            <a:custGeom>
              <a:rect b="b" l="l" r="r" t="t"/>
              <a:pathLst>
                <a:path extrusionOk="0" h="22" w="29">
                  <a:moveTo>
                    <a:pt x="29" y="1"/>
                  </a:moveTo>
                  <a:cubicBezTo>
                    <a:pt x="18" y="8"/>
                    <a:pt x="11" y="15"/>
                    <a:pt x="1" y="22"/>
                  </a:cubicBezTo>
                  <a:cubicBezTo>
                    <a:pt x="11" y="15"/>
                    <a:pt x="18" y="8"/>
                    <a:pt x="2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2" name="Google Shape;5822;p95"/>
            <p:cNvSpPr/>
            <p:nvPr/>
          </p:nvSpPr>
          <p:spPr>
            <a:xfrm>
              <a:off x="1525677" y="2173325"/>
              <a:ext cx="299" cy="353"/>
            </a:xfrm>
            <a:custGeom>
              <a:rect b="b" l="l" r="r" t="t"/>
              <a:pathLst>
                <a:path extrusionOk="0" h="26" w="22">
                  <a:moveTo>
                    <a:pt x="0" y="25"/>
                  </a:moveTo>
                  <a:cubicBezTo>
                    <a:pt x="7" y="15"/>
                    <a:pt x="14" y="8"/>
                    <a:pt x="21" y="1"/>
                  </a:cubicBezTo>
                  <a:cubicBezTo>
                    <a:pt x="14" y="8"/>
                    <a:pt x="7" y="15"/>
                    <a:pt x="0"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3" name="Google Shape;5823;p95"/>
            <p:cNvSpPr/>
            <p:nvPr/>
          </p:nvSpPr>
          <p:spPr>
            <a:xfrm>
              <a:off x="1529425" y="213253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4" name="Google Shape;5824;p95"/>
            <p:cNvSpPr/>
            <p:nvPr/>
          </p:nvSpPr>
          <p:spPr>
            <a:xfrm>
              <a:off x="1527714" y="2129212"/>
              <a:ext cx="163" cy="299"/>
            </a:xfrm>
            <a:custGeom>
              <a:rect b="b" l="l" r="r" t="t"/>
              <a:pathLst>
                <a:path extrusionOk="0" h="22" w="12">
                  <a:moveTo>
                    <a:pt x="1" y="1"/>
                  </a:moveTo>
                  <a:lnTo>
                    <a:pt x="11"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5" name="Google Shape;5825;p95"/>
            <p:cNvSpPr/>
            <p:nvPr/>
          </p:nvSpPr>
          <p:spPr>
            <a:xfrm>
              <a:off x="1527049" y="2127787"/>
              <a:ext cx="163" cy="299"/>
            </a:xfrm>
            <a:custGeom>
              <a:rect b="b" l="l" r="r" t="t"/>
              <a:pathLst>
                <a:path extrusionOk="0" h="22" w="12">
                  <a:moveTo>
                    <a:pt x="1" y="1"/>
                  </a:moveTo>
                  <a:lnTo>
                    <a:pt x="11"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6" name="Google Shape;5826;p95"/>
            <p:cNvSpPr/>
            <p:nvPr/>
          </p:nvSpPr>
          <p:spPr>
            <a:xfrm>
              <a:off x="1527388" y="2128452"/>
              <a:ext cx="149" cy="353"/>
            </a:xfrm>
            <a:custGeom>
              <a:rect b="b" l="l" r="r" t="t"/>
              <a:pathLst>
                <a:path extrusionOk="0" h="26" w="11">
                  <a:moveTo>
                    <a:pt x="0" y="1"/>
                  </a:moveTo>
                  <a:lnTo>
                    <a:pt x="11"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7" name="Google Shape;5827;p95"/>
            <p:cNvSpPr/>
            <p:nvPr/>
          </p:nvSpPr>
          <p:spPr>
            <a:xfrm>
              <a:off x="1525202" y="2175661"/>
              <a:ext cx="54" cy="339"/>
            </a:xfrm>
            <a:custGeom>
              <a:rect b="b" l="l" r="r" t="t"/>
              <a:pathLst>
                <a:path extrusionOk="0" h="25" w="4">
                  <a:moveTo>
                    <a:pt x="0" y="0"/>
                  </a:moveTo>
                  <a:lnTo>
                    <a:pt x="0" y="25"/>
                  </a:lnTo>
                  <a:cubicBezTo>
                    <a:pt x="4" y="18"/>
                    <a:pt x="0"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8" name="Google Shape;5828;p95"/>
            <p:cNvSpPr/>
            <p:nvPr/>
          </p:nvSpPr>
          <p:spPr>
            <a:xfrm>
              <a:off x="1525243" y="2176041"/>
              <a:ext cx="14" cy="394"/>
            </a:xfrm>
            <a:custGeom>
              <a:rect b="b" l="l" r="r" t="t"/>
              <a:pathLst>
                <a:path extrusionOk="0" h="29" w="1">
                  <a:moveTo>
                    <a:pt x="1" y="0"/>
                  </a:moveTo>
                  <a:cubicBezTo>
                    <a:pt x="1" y="11"/>
                    <a:pt x="1" y="21"/>
                    <a:pt x="1" y="28"/>
                  </a:cubicBezTo>
                  <a:cubicBezTo>
                    <a:pt x="1" y="21"/>
                    <a:pt x="1"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9" name="Google Shape;5829;p95"/>
            <p:cNvSpPr/>
            <p:nvPr/>
          </p:nvSpPr>
          <p:spPr>
            <a:xfrm>
              <a:off x="1528094" y="2129973"/>
              <a:ext cx="163" cy="299"/>
            </a:xfrm>
            <a:custGeom>
              <a:rect b="b" l="l" r="r" t="t"/>
              <a:pathLst>
                <a:path extrusionOk="0" h="22" w="12">
                  <a:moveTo>
                    <a:pt x="1" y="1"/>
                  </a:moveTo>
                  <a:lnTo>
                    <a:pt x="11"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0" name="Google Shape;5830;p95"/>
            <p:cNvSpPr/>
            <p:nvPr/>
          </p:nvSpPr>
          <p:spPr>
            <a:xfrm>
              <a:off x="1525243" y="2174615"/>
              <a:ext cx="68" cy="434"/>
            </a:xfrm>
            <a:custGeom>
              <a:rect b="b" l="l" r="r" t="t"/>
              <a:pathLst>
                <a:path extrusionOk="0" h="32" w="5">
                  <a:moveTo>
                    <a:pt x="4" y="0"/>
                  </a:moveTo>
                  <a:cubicBezTo>
                    <a:pt x="4" y="11"/>
                    <a:pt x="1" y="21"/>
                    <a:pt x="1" y="32"/>
                  </a:cubicBezTo>
                  <a:cubicBezTo>
                    <a:pt x="1" y="21"/>
                    <a:pt x="4" y="11"/>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1" name="Google Shape;5831;p95"/>
            <p:cNvSpPr/>
            <p:nvPr/>
          </p:nvSpPr>
          <p:spPr>
            <a:xfrm>
              <a:off x="1525297" y="2174181"/>
              <a:ext cx="149" cy="394"/>
            </a:xfrm>
            <a:custGeom>
              <a:rect b="b" l="l" r="r" t="t"/>
              <a:pathLst>
                <a:path extrusionOk="0" h="29" w="11">
                  <a:moveTo>
                    <a:pt x="11" y="1"/>
                  </a:moveTo>
                  <a:cubicBezTo>
                    <a:pt x="7" y="8"/>
                    <a:pt x="4" y="18"/>
                    <a:pt x="0" y="29"/>
                  </a:cubicBezTo>
                  <a:cubicBezTo>
                    <a:pt x="4" y="18"/>
                    <a:pt x="7" y="8"/>
                    <a:pt x="1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2" name="Google Shape;5832;p95"/>
            <p:cNvSpPr/>
            <p:nvPr/>
          </p:nvSpPr>
          <p:spPr>
            <a:xfrm>
              <a:off x="1525433" y="2173706"/>
              <a:ext cx="204" cy="448"/>
            </a:xfrm>
            <a:custGeom>
              <a:rect b="b" l="l" r="r" t="t"/>
              <a:pathLst>
                <a:path extrusionOk="0" h="33" w="15">
                  <a:moveTo>
                    <a:pt x="15" y="1"/>
                  </a:moveTo>
                  <a:cubicBezTo>
                    <a:pt x="11" y="11"/>
                    <a:pt x="4" y="22"/>
                    <a:pt x="1" y="32"/>
                  </a:cubicBezTo>
                  <a:cubicBezTo>
                    <a:pt x="4" y="22"/>
                    <a:pt x="11" y="11"/>
                    <a:pt x="1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3" name="Google Shape;5833;p95"/>
            <p:cNvSpPr/>
            <p:nvPr/>
          </p:nvSpPr>
          <p:spPr>
            <a:xfrm>
              <a:off x="1528950" y="2131683"/>
              <a:ext cx="68" cy="109"/>
            </a:xfrm>
            <a:custGeom>
              <a:rect b="b" l="l" r="r" t="t"/>
              <a:pathLst>
                <a:path extrusionOk="0" h="8" w="5">
                  <a:moveTo>
                    <a:pt x="1" y="1"/>
                  </a:moveTo>
                  <a:lnTo>
                    <a:pt x="4"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4" name="Google Shape;5834;p95"/>
            <p:cNvSpPr/>
            <p:nvPr/>
          </p:nvSpPr>
          <p:spPr>
            <a:xfrm>
              <a:off x="1525202" y="2175131"/>
              <a:ext cx="54" cy="448"/>
            </a:xfrm>
            <a:custGeom>
              <a:rect b="b" l="l" r="r" t="t"/>
              <a:pathLst>
                <a:path extrusionOk="0" h="33" w="4">
                  <a:moveTo>
                    <a:pt x="0" y="1"/>
                  </a:moveTo>
                  <a:lnTo>
                    <a:pt x="0" y="32"/>
                  </a:lnTo>
                  <a:cubicBezTo>
                    <a:pt x="0" y="22"/>
                    <a:pt x="4" y="1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5" name="Google Shape;5835;p95"/>
            <p:cNvSpPr/>
            <p:nvPr/>
          </p:nvSpPr>
          <p:spPr>
            <a:xfrm>
              <a:off x="1528529" y="2130787"/>
              <a:ext cx="109" cy="244"/>
            </a:xfrm>
            <a:custGeom>
              <a:rect b="b" l="l" r="r" t="t"/>
              <a:pathLst>
                <a:path extrusionOk="0" h="18" w="8">
                  <a:moveTo>
                    <a:pt x="0" y="0"/>
                  </a:moveTo>
                  <a:lnTo>
                    <a:pt x="7"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6" name="Google Shape;5836;p95"/>
            <p:cNvSpPr/>
            <p:nvPr/>
          </p:nvSpPr>
          <p:spPr>
            <a:xfrm>
              <a:off x="1499201" y="1953967"/>
              <a:ext cx="99781" cy="84031"/>
            </a:xfrm>
            <a:custGeom>
              <a:rect b="b" l="l" r="r" t="t"/>
              <a:pathLst>
                <a:path extrusionOk="0" h="6189" w="7349">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7" name="Google Shape;5837;p95"/>
            <p:cNvSpPr/>
            <p:nvPr/>
          </p:nvSpPr>
          <p:spPr>
            <a:xfrm>
              <a:off x="1578575" y="2011862"/>
              <a:ext cx="4915" cy="1385"/>
            </a:xfrm>
            <a:custGeom>
              <a:rect b="b" l="l" r="r" t="t"/>
              <a:pathLst>
                <a:path extrusionOk="0" h="102" w="362">
                  <a:moveTo>
                    <a:pt x="0" y="102"/>
                  </a:moveTo>
                  <a:cubicBezTo>
                    <a:pt x="105" y="28"/>
                    <a:pt x="235" y="0"/>
                    <a:pt x="361" y="28"/>
                  </a:cubicBezTo>
                  <a:cubicBezTo>
                    <a:pt x="235" y="0"/>
                    <a:pt x="105" y="28"/>
                    <a:pt x="0" y="10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8" name="Google Shape;5838;p95"/>
            <p:cNvSpPr/>
            <p:nvPr/>
          </p:nvSpPr>
          <p:spPr>
            <a:xfrm>
              <a:off x="1547062" y="2032676"/>
              <a:ext cx="489" cy="774"/>
            </a:xfrm>
            <a:custGeom>
              <a:rect b="b" l="l" r="r" t="t"/>
              <a:pathLst>
                <a:path extrusionOk="0" h="57" w="36">
                  <a:moveTo>
                    <a:pt x="35" y="57"/>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9" name="Google Shape;5839;p95"/>
            <p:cNvSpPr/>
            <p:nvPr/>
          </p:nvSpPr>
          <p:spPr>
            <a:xfrm>
              <a:off x="1557381" y="2036817"/>
              <a:ext cx="625" cy="339"/>
            </a:xfrm>
            <a:custGeom>
              <a:rect b="b" l="l" r="r" t="t"/>
              <a:pathLst>
                <a:path extrusionOk="0" h="25" w="46">
                  <a:moveTo>
                    <a:pt x="0" y="0"/>
                  </a:moveTo>
                  <a:cubicBezTo>
                    <a:pt x="14" y="7"/>
                    <a:pt x="28" y="14"/>
                    <a:pt x="39" y="21"/>
                  </a:cubicBezTo>
                  <a:lnTo>
                    <a:pt x="46" y="25"/>
                  </a:lnTo>
                  <a:lnTo>
                    <a:pt x="39" y="21"/>
                  </a:lnTo>
                  <a:cubicBezTo>
                    <a:pt x="28" y="14"/>
                    <a:pt x="14"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0" name="Google Shape;5840;p95"/>
            <p:cNvSpPr/>
            <p:nvPr/>
          </p:nvSpPr>
          <p:spPr>
            <a:xfrm>
              <a:off x="1592316" y="2006960"/>
              <a:ext cx="1100" cy="1684"/>
            </a:xfrm>
            <a:custGeom>
              <a:rect b="b" l="l" r="r" t="t"/>
              <a:pathLst>
                <a:path extrusionOk="0" h="124" w="81">
                  <a:moveTo>
                    <a:pt x="74" y="15"/>
                  </a:moveTo>
                  <a:cubicBezTo>
                    <a:pt x="56" y="57"/>
                    <a:pt x="32" y="92"/>
                    <a:pt x="0" y="123"/>
                  </a:cubicBezTo>
                  <a:cubicBezTo>
                    <a:pt x="32" y="92"/>
                    <a:pt x="56" y="57"/>
                    <a:pt x="74" y="15"/>
                  </a:cubicBezTo>
                  <a:lnTo>
                    <a:pt x="81" y="1"/>
                  </a:lnTo>
                  <a:lnTo>
                    <a:pt x="8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1" name="Google Shape;5841;p95"/>
            <p:cNvSpPr/>
            <p:nvPr/>
          </p:nvSpPr>
          <p:spPr>
            <a:xfrm>
              <a:off x="1547537" y="2033436"/>
              <a:ext cx="2009" cy="2634"/>
            </a:xfrm>
            <a:custGeom>
              <a:rect b="b" l="l" r="r" t="t"/>
              <a:pathLst>
                <a:path extrusionOk="0" h="194" w="148">
                  <a:moveTo>
                    <a:pt x="0" y="1"/>
                  </a:moveTo>
                  <a:cubicBezTo>
                    <a:pt x="39" y="71"/>
                    <a:pt x="88" y="137"/>
                    <a:pt x="147" y="193"/>
                  </a:cubicBezTo>
                  <a:cubicBezTo>
                    <a:pt x="88" y="137"/>
                    <a:pt x="39" y="7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2" name="Google Shape;5842;p95"/>
            <p:cNvSpPr/>
            <p:nvPr/>
          </p:nvSpPr>
          <p:spPr>
            <a:xfrm>
              <a:off x="1546397" y="2031576"/>
              <a:ext cx="530" cy="869"/>
            </a:xfrm>
            <a:custGeom>
              <a:rect b="b" l="l" r="r" t="t"/>
              <a:pathLst>
                <a:path extrusionOk="0" h="64" w="39">
                  <a:moveTo>
                    <a:pt x="0" y="1"/>
                  </a:moveTo>
                  <a:lnTo>
                    <a:pt x="0" y="1"/>
                  </a:lnTo>
                  <a:cubicBezTo>
                    <a:pt x="14" y="26"/>
                    <a:pt x="28" y="43"/>
                    <a:pt x="39" y="64"/>
                  </a:cubicBezTo>
                  <a:cubicBezTo>
                    <a:pt x="28" y="43"/>
                    <a:pt x="14" y="22"/>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3" name="Google Shape;5843;p95"/>
            <p:cNvSpPr/>
            <p:nvPr/>
          </p:nvSpPr>
          <p:spPr>
            <a:xfrm>
              <a:off x="1545582" y="2030544"/>
              <a:ext cx="679" cy="910"/>
            </a:xfrm>
            <a:custGeom>
              <a:rect b="b" l="l" r="r" t="t"/>
              <a:pathLst>
                <a:path extrusionOk="0" h="67" w="50">
                  <a:moveTo>
                    <a:pt x="1" y="0"/>
                  </a:moveTo>
                  <a:cubicBezTo>
                    <a:pt x="18" y="21"/>
                    <a:pt x="36" y="46"/>
                    <a:pt x="50" y="66"/>
                  </a:cubicBezTo>
                  <a:cubicBezTo>
                    <a:pt x="36" y="42"/>
                    <a:pt x="18" y="2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4" name="Google Shape;5844;p95"/>
            <p:cNvSpPr/>
            <p:nvPr/>
          </p:nvSpPr>
          <p:spPr>
            <a:xfrm>
              <a:off x="1544822" y="2029580"/>
              <a:ext cx="774" cy="923"/>
            </a:xfrm>
            <a:custGeom>
              <a:rect b="b" l="l" r="r" t="t"/>
              <a:pathLst>
                <a:path extrusionOk="0" h="68" w="57">
                  <a:moveTo>
                    <a:pt x="1" y="1"/>
                  </a:moveTo>
                  <a:cubicBezTo>
                    <a:pt x="18" y="25"/>
                    <a:pt x="39" y="50"/>
                    <a:pt x="57" y="67"/>
                  </a:cubicBezTo>
                  <a:cubicBezTo>
                    <a:pt x="39" y="46"/>
                    <a:pt x="22" y="25"/>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5" name="Google Shape;5845;p95"/>
            <p:cNvSpPr/>
            <p:nvPr/>
          </p:nvSpPr>
          <p:spPr>
            <a:xfrm>
              <a:off x="1506941" y="1960376"/>
              <a:ext cx="109" cy="109"/>
            </a:xfrm>
            <a:custGeom>
              <a:rect b="b" l="l" r="r" t="t"/>
              <a:pathLst>
                <a:path extrusionOk="0" h="8" w="8">
                  <a:moveTo>
                    <a:pt x="8"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6" name="Google Shape;5846;p95"/>
            <p:cNvSpPr/>
            <p:nvPr/>
          </p:nvSpPr>
          <p:spPr>
            <a:xfrm>
              <a:off x="1508651" y="1958434"/>
              <a:ext cx="109" cy="109"/>
            </a:xfrm>
            <a:custGeom>
              <a:rect b="b" l="l" r="r" t="t"/>
              <a:pathLst>
                <a:path extrusionOk="0" h="8" w="8">
                  <a:moveTo>
                    <a:pt x="8" y="0"/>
                  </a:moveTo>
                  <a:lnTo>
                    <a:pt x="1" y="7"/>
                  </a:ln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7" name="Google Shape;5847;p95"/>
            <p:cNvSpPr/>
            <p:nvPr/>
          </p:nvSpPr>
          <p:spPr>
            <a:xfrm>
              <a:off x="1508271" y="1958624"/>
              <a:ext cx="299" cy="299"/>
            </a:xfrm>
            <a:custGeom>
              <a:rect b="b" l="l" r="r" t="t"/>
              <a:pathLst>
                <a:path extrusionOk="0" h="22" w="22">
                  <a:moveTo>
                    <a:pt x="1" y="21"/>
                  </a:moveTo>
                  <a:cubicBezTo>
                    <a:pt x="8" y="14"/>
                    <a:pt x="15" y="7"/>
                    <a:pt x="22" y="0"/>
                  </a:cubicBezTo>
                  <a:cubicBezTo>
                    <a:pt x="15" y="7"/>
                    <a:pt x="8" y="14"/>
                    <a:pt x="1"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8" name="Google Shape;5848;p95"/>
            <p:cNvSpPr/>
            <p:nvPr/>
          </p:nvSpPr>
          <p:spPr>
            <a:xfrm>
              <a:off x="1507280" y="1990084"/>
              <a:ext cx="3096" cy="1086"/>
            </a:xfrm>
            <a:custGeom>
              <a:rect b="b" l="l" r="r" t="t"/>
              <a:pathLst>
                <a:path extrusionOk="0" h="80" w="228">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9" name="Google Shape;5849;p95"/>
            <p:cNvSpPr/>
            <p:nvPr/>
          </p:nvSpPr>
          <p:spPr>
            <a:xfrm>
              <a:off x="1614271" y="1998868"/>
              <a:ext cx="28730" cy="30970"/>
            </a:xfrm>
            <a:custGeom>
              <a:rect b="b" l="l" r="r" t="t"/>
              <a:pathLst>
                <a:path extrusionOk="0" h="2281" w="2116">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0" name="Google Shape;5850;p95"/>
            <p:cNvSpPr/>
            <p:nvPr/>
          </p:nvSpPr>
          <p:spPr>
            <a:xfrm>
              <a:off x="1636321" y="2024163"/>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1" name="Google Shape;5851;p95"/>
            <p:cNvSpPr/>
            <p:nvPr/>
          </p:nvSpPr>
          <p:spPr>
            <a:xfrm>
              <a:off x="1639185" y="2024448"/>
              <a:ext cx="149" cy="68"/>
            </a:xfrm>
            <a:custGeom>
              <a:rect b="b" l="l" r="r" t="t"/>
              <a:pathLst>
                <a:path extrusionOk="0" h="5" w="11">
                  <a:moveTo>
                    <a:pt x="11"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2" name="Google Shape;5852;p95"/>
            <p:cNvSpPr/>
            <p:nvPr/>
          </p:nvSpPr>
          <p:spPr>
            <a:xfrm>
              <a:off x="1636796" y="2024163"/>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3" name="Google Shape;5853;p95"/>
            <p:cNvSpPr/>
            <p:nvPr/>
          </p:nvSpPr>
          <p:spPr>
            <a:xfrm>
              <a:off x="1638900" y="2024312"/>
              <a:ext cx="149" cy="109"/>
            </a:xfrm>
            <a:custGeom>
              <a:rect b="b" l="l" r="r" t="t"/>
              <a:pathLst>
                <a:path extrusionOk="0" h="8" w="11">
                  <a:moveTo>
                    <a:pt x="11"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4" name="Google Shape;5854;p95"/>
            <p:cNvSpPr/>
            <p:nvPr/>
          </p:nvSpPr>
          <p:spPr>
            <a:xfrm>
              <a:off x="1626871" y="202963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5" name="Google Shape;5855;p95"/>
            <p:cNvSpPr/>
            <p:nvPr/>
          </p:nvSpPr>
          <p:spPr>
            <a:xfrm>
              <a:off x="1639471" y="2024598"/>
              <a:ext cx="149" cy="109"/>
            </a:xfrm>
            <a:custGeom>
              <a:rect b="b" l="l" r="r" t="t"/>
              <a:pathLst>
                <a:path extrusionOk="0" h="8" w="11">
                  <a:moveTo>
                    <a:pt x="11"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6" name="Google Shape;5856;p95"/>
            <p:cNvSpPr/>
            <p:nvPr/>
          </p:nvSpPr>
          <p:spPr>
            <a:xfrm>
              <a:off x="1627441" y="2029255"/>
              <a:ext cx="530" cy="339"/>
            </a:xfrm>
            <a:custGeom>
              <a:rect b="b" l="l" r="r" t="t"/>
              <a:pathLst>
                <a:path extrusionOk="0" h="25" w="39">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7" name="Google Shape;5857;p95"/>
            <p:cNvSpPr/>
            <p:nvPr/>
          </p:nvSpPr>
          <p:spPr>
            <a:xfrm>
              <a:off x="1627156" y="2029580"/>
              <a:ext cx="109" cy="14"/>
            </a:xfrm>
            <a:custGeom>
              <a:rect b="b" l="l" r="r" t="t"/>
              <a:pathLst>
                <a:path extrusionOk="0" h="1" w="8">
                  <a:moveTo>
                    <a:pt x="7"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8" name="Google Shape;5858;p95"/>
            <p:cNvSpPr/>
            <p:nvPr/>
          </p:nvSpPr>
          <p:spPr>
            <a:xfrm>
              <a:off x="1638561" y="2024258"/>
              <a:ext cx="163" cy="68"/>
            </a:xfrm>
            <a:custGeom>
              <a:rect b="b" l="l" r="r" t="t"/>
              <a:pathLst>
                <a:path extrusionOk="0" h="5" w="12">
                  <a:moveTo>
                    <a:pt x="1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9" name="Google Shape;5859;p95"/>
            <p:cNvSpPr/>
            <p:nvPr/>
          </p:nvSpPr>
          <p:spPr>
            <a:xfrm>
              <a:off x="1637475" y="2024122"/>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0" name="Google Shape;5860;p95"/>
            <p:cNvSpPr/>
            <p:nvPr/>
          </p:nvSpPr>
          <p:spPr>
            <a:xfrm>
              <a:off x="1637230" y="202412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1" name="Google Shape;5861;p95"/>
            <p:cNvSpPr/>
            <p:nvPr/>
          </p:nvSpPr>
          <p:spPr>
            <a:xfrm>
              <a:off x="1638235" y="2024217"/>
              <a:ext cx="149" cy="14"/>
            </a:xfrm>
            <a:custGeom>
              <a:rect b="b" l="l" r="r" t="t"/>
              <a:pathLst>
                <a:path extrusionOk="0" h="1" w="11">
                  <a:moveTo>
                    <a:pt x="11"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2" name="Google Shape;5862;p95"/>
            <p:cNvSpPr/>
            <p:nvPr/>
          </p:nvSpPr>
          <p:spPr>
            <a:xfrm>
              <a:off x="1639756" y="2024788"/>
              <a:ext cx="109" cy="109"/>
            </a:xfrm>
            <a:custGeom>
              <a:rect b="b" l="l" r="r" t="t"/>
              <a:pathLst>
                <a:path extrusionOk="0" h="8" w="8">
                  <a:moveTo>
                    <a:pt x="0" y="0"/>
                  </a:moveTo>
                  <a:lnTo>
                    <a:pt x="7"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3" name="Google Shape;5863;p95"/>
            <p:cNvSpPr/>
            <p:nvPr/>
          </p:nvSpPr>
          <p:spPr>
            <a:xfrm>
              <a:off x="1637855" y="2024163"/>
              <a:ext cx="149" cy="14"/>
            </a:xfrm>
            <a:custGeom>
              <a:rect b="b" l="l" r="r" t="t"/>
              <a:pathLst>
                <a:path extrusionOk="0" h="1" w="11">
                  <a:moveTo>
                    <a:pt x="11"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4" name="Google Shape;5864;p95"/>
            <p:cNvSpPr/>
            <p:nvPr/>
          </p:nvSpPr>
          <p:spPr>
            <a:xfrm>
              <a:off x="1639946" y="2025018"/>
              <a:ext cx="149" cy="163"/>
            </a:xfrm>
            <a:custGeom>
              <a:rect b="b" l="l" r="r" t="t"/>
              <a:pathLst>
                <a:path extrusionOk="0" h="12" w="11">
                  <a:moveTo>
                    <a:pt x="11"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5" name="Google Shape;5865;p95"/>
            <p:cNvSpPr/>
            <p:nvPr/>
          </p:nvSpPr>
          <p:spPr>
            <a:xfrm>
              <a:off x="1589940" y="1981910"/>
              <a:ext cx="32613" cy="51690"/>
            </a:xfrm>
            <a:custGeom>
              <a:rect b="b" l="l" r="r" t="t"/>
              <a:pathLst>
                <a:path extrusionOk="0" h="3807" w="2402">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6" name="Google Shape;5866;p95"/>
            <p:cNvSpPr/>
            <p:nvPr/>
          </p:nvSpPr>
          <p:spPr>
            <a:xfrm>
              <a:off x="1596688" y="2004394"/>
              <a:ext cx="584" cy="54"/>
            </a:xfrm>
            <a:custGeom>
              <a:rect b="b" l="l" r="r" t="t"/>
              <a:pathLst>
                <a:path extrusionOk="0" h="4" w="43">
                  <a:moveTo>
                    <a:pt x="0" y="1"/>
                  </a:moveTo>
                  <a:cubicBezTo>
                    <a:pt x="14" y="1"/>
                    <a:pt x="28" y="1"/>
                    <a:pt x="42" y="4"/>
                  </a:cubicBezTo>
                  <a:cubicBezTo>
                    <a:pt x="28" y="1"/>
                    <a:pt x="14"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7" name="Google Shape;5867;p95"/>
            <p:cNvSpPr/>
            <p:nvPr/>
          </p:nvSpPr>
          <p:spPr>
            <a:xfrm>
              <a:off x="1594502" y="2005155"/>
              <a:ext cx="109" cy="163"/>
            </a:xfrm>
            <a:custGeom>
              <a:rect b="b" l="l" r="r" t="t"/>
              <a:pathLst>
                <a:path extrusionOk="0" h="12" w="8">
                  <a:moveTo>
                    <a:pt x="0" y="1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8" name="Google Shape;5868;p95"/>
            <p:cNvSpPr/>
            <p:nvPr/>
          </p:nvSpPr>
          <p:spPr>
            <a:xfrm>
              <a:off x="1621019" y="2028494"/>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9" name="Google Shape;5869;p95"/>
            <p:cNvSpPr/>
            <p:nvPr/>
          </p:nvSpPr>
          <p:spPr>
            <a:xfrm>
              <a:off x="1594638" y="2004394"/>
              <a:ext cx="1969" cy="774"/>
            </a:xfrm>
            <a:custGeom>
              <a:rect b="b" l="l" r="r" t="t"/>
              <a:pathLst>
                <a:path extrusionOk="0" h="57" w="145">
                  <a:moveTo>
                    <a:pt x="144" y="1"/>
                  </a:moveTo>
                  <a:cubicBezTo>
                    <a:pt x="92" y="1"/>
                    <a:pt x="39" y="18"/>
                    <a:pt x="1" y="57"/>
                  </a:cubicBezTo>
                  <a:cubicBezTo>
                    <a:pt x="39" y="18"/>
                    <a:pt x="92" y="1"/>
                    <a:pt x="14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0" name="Google Shape;5870;p95"/>
            <p:cNvSpPr/>
            <p:nvPr/>
          </p:nvSpPr>
          <p:spPr>
            <a:xfrm>
              <a:off x="1621494" y="2028535"/>
              <a:ext cx="204" cy="14"/>
            </a:xfrm>
            <a:custGeom>
              <a:rect b="b" l="l" r="r" t="t"/>
              <a:pathLst>
                <a:path extrusionOk="0" h="1" w="15">
                  <a:moveTo>
                    <a:pt x="15"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1" name="Google Shape;5871;p95"/>
            <p:cNvSpPr/>
            <p:nvPr/>
          </p:nvSpPr>
          <p:spPr>
            <a:xfrm>
              <a:off x="1619878" y="2028589"/>
              <a:ext cx="353" cy="54"/>
            </a:xfrm>
            <a:custGeom>
              <a:rect b="b" l="l" r="r" t="t"/>
              <a:pathLst>
                <a:path extrusionOk="0" h="4" w="26">
                  <a:moveTo>
                    <a:pt x="25"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2" name="Google Shape;5872;p95"/>
            <p:cNvSpPr/>
            <p:nvPr/>
          </p:nvSpPr>
          <p:spPr>
            <a:xfrm>
              <a:off x="1619362" y="2028684"/>
              <a:ext cx="434" cy="149"/>
            </a:xfrm>
            <a:custGeom>
              <a:rect b="b" l="l" r="r" t="t"/>
              <a:pathLst>
                <a:path extrusionOk="0" h="11" w="32">
                  <a:moveTo>
                    <a:pt x="32" y="0"/>
                  </a:moveTo>
                  <a:cubicBezTo>
                    <a:pt x="21" y="4"/>
                    <a:pt x="11" y="7"/>
                    <a:pt x="0" y="11"/>
                  </a:cubicBezTo>
                  <a:cubicBezTo>
                    <a:pt x="11" y="7"/>
                    <a:pt x="21" y="4"/>
                    <a:pt x="3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3" name="Google Shape;5873;p95"/>
            <p:cNvSpPr/>
            <p:nvPr/>
          </p:nvSpPr>
          <p:spPr>
            <a:xfrm>
              <a:off x="1620353" y="2028494"/>
              <a:ext cx="448" cy="54"/>
            </a:xfrm>
            <a:custGeom>
              <a:rect b="b" l="l" r="r" t="t"/>
              <a:pathLst>
                <a:path extrusionOk="0" h="4" w="33">
                  <a:moveTo>
                    <a:pt x="32" y="0"/>
                  </a:moveTo>
                  <a:cubicBezTo>
                    <a:pt x="22" y="0"/>
                    <a:pt x="11" y="0"/>
                    <a:pt x="1" y="4"/>
                  </a:cubicBezTo>
                  <a:cubicBezTo>
                    <a:pt x="11" y="4"/>
                    <a:pt x="22" y="4"/>
                    <a:pt x="3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4" name="Google Shape;5874;p95"/>
            <p:cNvSpPr/>
            <p:nvPr/>
          </p:nvSpPr>
          <p:spPr>
            <a:xfrm>
              <a:off x="1618507" y="2029160"/>
              <a:ext cx="394" cy="299"/>
            </a:xfrm>
            <a:custGeom>
              <a:rect b="b" l="l" r="r" t="t"/>
              <a:pathLst>
                <a:path extrusionOk="0" h="22" w="29">
                  <a:moveTo>
                    <a:pt x="28" y="0"/>
                  </a:moveTo>
                  <a:cubicBezTo>
                    <a:pt x="18" y="7"/>
                    <a:pt x="7" y="14"/>
                    <a:pt x="0" y="21"/>
                  </a:cubicBezTo>
                  <a:cubicBezTo>
                    <a:pt x="7" y="14"/>
                    <a:pt x="18" y="7"/>
                    <a:pt x="2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5" name="Google Shape;5875;p95"/>
            <p:cNvSpPr/>
            <p:nvPr/>
          </p:nvSpPr>
          <p:spPr>
            <a:xfrm>
              <a:off x="1618928" y="2028874"/>
              <a:ext cx="353" cy="204"/>
            </a:xfrm>
            <a:custGeom>
              <a:rect b="b" l="l" r="r" t="t"/>
              <a:pathLst>
                <a:path extrusionOk="0" h="15" w="26">
                  <a:moveTo>
                    <a:pt x="25" y="0"/>
                  </a:moveTo>
                  <a:cubicBezTo>
                    <a:pt x="18" y="4"/>
                    <a:pt x="8" y="7"/>
                    <a:pt x="1" y="14"/>
                  </a:cubicBezTo>
                  <a:cubicBezTo>
                    <a:pt x="8" y="7"/>
                    <a:pt x="18" y="4"/>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6" name="Google Shape;5876;p95"/>
            <p:cNvSpPr/>
            <p:nvPr/>
          </p:nvSpPr>
          <p:spPr>
            <a:xfrm>
              <a:off x="1622254" y="2028630"/>
              <a:ext cx="109" cy="14"/>
            </a:xfrm>
            <a:custGeom>
              <a:rect b="b" l="l" r="r" t="t"/>
              <a:pathLst>
                <a:path extrusionOk="0" h="1" w="8">
                  <a:moveTo>
                    <a:pt x="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7" name="Google Shape;5877;p95"/>
            <p:cNvSpPr/>
            <p:nvPr/>
          </p:nvSpPr>
          <p:spPr>
            <a:xfrm>
              <a:off x="1599444" y="1983621"/>
              <a:ext cx="149" cy="204"/>
            </a:xfrm>
            <a:custGeom>
              <a:rect b="b" l="l" r="r" t="t"/>
              <a:pathLst>
                <a:path extrusionOk="0" h="15" w="11">
                  <a:moveTo>
                    <a:pt x="0" y="15"/>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8" name="Google Shape;5878;p95"/>
            <p:cNvSpPr/>
            <p:nvPr/>
          </p:nvSpPr>
          <p:spPr>
            <a:xfrm>
              <a:off x="1591365" y="2001489"/>
              <a:ext cx="244" cy="299"/>
            </a:xfrm>
            <a:custGeom>
              <a:rect b="b" l="l" r="r" t="t"/>
              <a:pathLst>
                <a:path extrusionOk="0" h="22" w="18">
                  <a:moveTo>
                    <a:pt x="18" y="22"/>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9" name="Google Shape;5879;p95"/>
            <p:cNvSpPr/>
            <p:nvPr/>
          </p:nvSpPr>
          <p:spPr>
            <a:xfrm>
              <a:off x="1594067" y="2004869"/>
              <a:ext cx="258" cy="394"/>
            </a:xfrm>
            <a:custGeom>
              <a:rect b="b" l="l" r="r" t="t"/>
              <a:pathLst>
                <a:path extrusionOk="0" h="29" w="19">
                  <a:moveTo>
                    <a:pt x="18" y="29"/>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0" name="Google Shape;5880;p95"/>
            <p:cNvSpPr/>
            <p:nvPr/>
          </p:nvSpPr>
          <p:spPr>
            <a:xfrm>
              <a:off x="1599064" y="1984055"/>
              <a:ext cx="149" cy="204"/>
            </a:xfrm>
            <a:custGeom>
              <a:rect b="b" l="l" r="r" t="t"/>
              <a:pathLst>
                <a:path extrusionOk="0" h="15" w="11">
                  <a:moveTo>
                    <a:pt x="0" y="1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1" name="Google Shape;5881;p95"/>
            <p:cNvSpPr/>
            <p:nvPr/>
          </p:nvSpPr>
          <p:spPr>
            <a:xfrm>
              <a:off x="1599824" y="1983105"/>
              <a:ext cx="149" cy="204"/>
            </a:xfrm>
            <a:custGeom>
              <a:rect b="b" l="l" r="r" t="t"/>
              <a:pathLst>
                <a:path extrusionOk="0" h="15" w="11">
                  <a:moveTo>
                    <a:pt x="0" y="1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2" name="Google Shape;5882;p95"/>
            <p:cNvSpPr/>
            <p:nvPr/>
          </p:nvSpPr>
          <p:spPr>
            <a:xfrm>
              <a:off x="1593266" y="2003824"/>
              <a:ext cx="299" cy="394"/>
            </a:xfrm>
            <a:custGeom>
              <a:rect b="b" l="l" r="r" t="t"/>
              <a:pathLst>
                <a:path extrusionOk="0" h="29" w="22">
                  <a:moveTo>
                    <a:pt x="21" y="29"/>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3" name="Google Shape;5883;p95"/>
            <p:cNvSpPr/>
            <p:nvPr/>
          </p:nvSpPr>
          <p:spPr>
            <a:xfrm>
              <a:off x="1591936" y="2002154"/>
              <a:ext cx="244" cy="299"/>
            </a:xfrm>
            <a:custGeom>
              <a:rect b="b" l="l" r="r" t="t"/>
              <a:pathLst>
                <a:path extrusionOk="0" h="22" w="18">
                  <a:moveTo>
                    <a:pt x="18" y="22"/>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4" name="Google Shape;5884;p95"/>
            <p:cNvSpPr/>
            <p:nvPr/>
          </p:nvSpPr>
          <p:spPr>
            <a:xfrm>
              <a:off x="1590890" y="2000973"/>
              <a:ext cx="204" cy="204"/>
            </a:xfrm>
            <a:custGeom>
              <a:rect b="b" l="l" r="r" t="t"/>
              <a:pathLst>
                <a:path extrusionOk="0" h="15" w="15">
                  <a:moveTo>
                    <a:pt x="14"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5" name="Google Shape;5885;p95"/>
            <p:cNvSpPr/>
            <p:nvPr/>
          </p:nvSpPr>
          <p:spPr>
            <a:xfrm>
              <a:off x="1598344" y="1984815"/>
              <a:ext cx="109" cy="109"/>
            </a:xfrm>
            <a:custGeom>
              <a:rect b="b" l="l" r="r" t="t"/>
              <a:pathLst>
                <a:path extrusionOk="0" h="8" w="8">
                  <a:moveTo>
                    <a:pt x="1" y="7"/>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6" name="Google Shape;5886;p95"/>
            <p:cNvSpPr/>
            <p:nvPr/>
          </p:nvSpPr>
          <p:spPr>
            <a:xfrm>
              <a:off x="1592547" y="2002914"/>
              <a:ext cx="299" cy="394"/>
            </a:xfrm>
            <a:custGeom>
              <a:rect b="b" l="l" r="r" t="t"/>
              <a:pathLst>
                <a:path extrusionOk="0" h="29" w="22">
                  <a:moveTo>
                    <a:pt x="22" y="29"/>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7" name="Google Shape;5887;p95"/>
            <p:cNvSpPr/>
            <p:nvPr/>
          </p:nvSpPr>
          <p:spPr>
            <a:xfrm>
              <a:off x="1595303" y="1987287"/>
              <a:ext cx="353" cy="584"/>
            </a:xfrm>
            <a:custGeom>
              <a:rect b="b" l="l" r="r" t="t"/>
              <a:pathLst>
                <a:path extrusionOk="0" h="43" w="26">
                  <a:moveTo>
                    <a:pt x="1" y="42"/>
                  </a:moveTo>
                  <a:cubicBezTo>
                    <a:pt x="8" y="28"/>
                    <a:pt x="15" y="11"/>
                    <a:pt x="25" y="0"/>
                  </a:cubicBezTo>
                  <a:cubicBezTo>
                    <a:pt x="15" y="11"/>
                    <a:pt x="8" y="28"/>
                    <a:pt x="1" y="4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8" name="Google Shape;5888;p95"/>
            <p:cNvSpPr/>
            <p:nvPr/>
          </p:nvSpPr>
          <p:spPr>
            <a:xfrm>
              <a:off x="1600245" y="1982534"/>
              <a:ext cx="109" cy="204"/>
            </a:xfrm>
            <a:custGeom>
              <a:rect b="b" l="l" r="r" t="t"/>
              <a:pathLst>
                <a:path extrusionOk="0" h="15" w="8">
                  <a:moveTo>
                    <a:pt x="1" y="14"/>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9" name="Google Shape;5889;p95"/>
            <p:cNvSpPr/>
            <p:nvPr/>
          </p:nvSpPr>
          <p:spPr>
            <a:xfrm>
              <a:off x="1598684" y="1984476"/>
              <a:ext cx="149" cy="163"/>
            </a:xfrm>
            <a:custGeom>
              <a:rect b="b" l="l" r="r" t="t"/>
              <a:pathLst>
                <a:path extrusionOk="0" h="12" w="11">
                  <a:moveTo>
                    <a:pt x="11"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0" name="Google Shape;5890;p95"/>
            <p:cNvSpPr/>
            <p:nvPr/>
          </p:nvSpPr>
          <p:spPr>
            <a:xfrm>
              <a:off x="1596498" y="1985101"/>
              <a:ext cx="1534" cy="1195"/>
            </a:xfrm>
            <a:custGeom>
              <a:rect b="b" l="l" r="r" t="t"/>
              <a:pathLst>
                <a:path extrusionOk="0" h="88" w="113">
                  <a:moveTo>
                    <a:pt x="112" y="0"/>
                  </a:moveTo>
                  <a:lnTo>
                    <a:pt x="112" y="0"/>
                  </a:lnTo>
                  <a:cubicBezTo>
                    <a:pt x="74" y="25"/>
                    <a:pt x="35" y="56"/>
                    <a:pt x="0" y="88"/>
                  </a:cubicBezTo>
                  <a:cubicBezTo>
                    <a:pt x="35" y="56"/>
                    <a:pt x="74" y="25"/>
                    <a:pt x="11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1" name="Google Shape;5891;p95"/>
            <p:cNvSpPr/>
            <p:nvPr/>
          </p:nvSpPr>
          <p:spPr>
            <a:xfrm>
              <a:off x="1590456" y="2000538"/>
              <a:ext cx="163" cy="109"/>
            </a:xfrm>
            <a:custGeom>
              <a:rect b="b" l="l" r="r" t="t"/>
              <a:pathLst>
                <a:path extrusionOk="0" h="8" w="12">
                  <a:moveTo>
                    <a:pt x="1" y="1"/>
                  </a:moveTo>
                  <a:lnTo>
                    <a:pt x="1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2" name="Google Shape;5892;p95"/>
            <p:cNvSpPr/>
            <p:nvPr/>
          </p:nvSpPr>
          <p:spPr>
            <a:xfrm>
              <a:off x="1619783" y="1999968"/>
              <a:ext cx="109" cy="353"/>
            </a:xfrm>
            <a:custGeom>
              <a:rect b="b" l="l" r="r" t="t"/>
              <a:pathLst>
                <a:path extrusionOk="0" h="26" w="8">
                  <a:moveTo>
                    <a:pt x="8" y="1"/>
                  </a:moveTo>
                  <a:lnTo>
                    <a:pt x="1"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3" name="Google Shape;5893;p95"/>
            <p:cNvSpPr/>
            <p:nvPr/>
          </p:nvSpPr>
          <p:spPr>
            <a:xfrm>
              <a:off x="1619213" y="2003783"/>
              <a:ext cx="68" cy="190"/>
            </a:xfrm>
            <a:custGeom>
              <a:rect b="b" l="l" r="r" t="t"/>
              <a:pathLst>
                <a:path extrusionOk="0" h="14" w="5">
                  <a:moveTo>
                    <a:pt x="1" y="0"/>
                  </a:moveTo>
                  <a:cubicBezTo>
                    <a:pt x="1" y="4"/>
                    <a:pt x="1" y="11"/>
                    <a:pt x="4" y="14"/>
                  </a:cubicBezTo>
                  <a:cubicBezTo>
                    <a:pt x="4" y="11"/>
                    <a:pt x="1"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4" name="Google Shape;5894;p95"/>
            <p:cNvSpPr/>
            <p:nvPr/>
          </p:nvSpPr>
          <p:spPr>
            <a:xfrm>
              <a:off x="1619267" y="2001964"/>
              <a:ext cx="54" cy="299"/>
            </a:xfrm>
            <a:custGeom>
              <a:rect b="b" l="l" r="r" t="t"/>
              <a:pathLst>
                <a:path extrusionOk="0" h="22" w="4">
                  <a:moveTo>
                    <a:pt x="4" y="1"/>
                  </a:moveTo>
                  <a:cubicBezTo>
                    <a:pt x="0" y="11"/>
                    <a:pt x="0" y="18"/>
                    <a:pt x="0" y="22"/>
                  </a:cubicBezTo>
                  <a:cubicBezTo>
                    <a:pt x="0" y="18"/>
                    <a:pt x="4" y="8"/>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5" name="Google Shape;5895;p95"/>
            <p:cNvSpPr/>
            <p:nvPr/>
          </p:nvSpPr>
          <p:spPr>
            <a:xfrm>
              <a:off x="1619362" y="2001353"/>
              <a:ext cx="109" cy="299"/>
            </a:xfrm>
            <a:custGeom>
              <a:rect b="b" l="l" r="r" t="t"/>
              <a:pathLst>
                <a:path extrusionOk="0" h="22" w="8">
                  <a:moveTo>
                    <a:pt x="7" y="0"/>
                  </a:moveTo>
                  <a:lnTo>
                    <a:pt x="0" y="21"/>
                  </a:lnTo>
                  <a:cubicBezTo>
                    <a:pt x="4" y="14"/>
                    <a:pt x="7" y="7"/>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6" name="Google Shape;5896;p95"/>
            <p:cNvSpPr/>
            <p:nvPr/>
          </p:nvSpPr>
          <p:spPr>
            <a:xfrm>
              <a:off x="1619552" y="2000688"/>
              <a:ext cx="109" cy="299"/>
            </a:xfrm>
            <a:custGeom>
              <a:rect b="b" l="l" r="r" t="t"/>
              <a:pathLst>
                <a:path extrusionOk="0" h="22" w="8">
                  <a:moveTo>
                    <a:pt x="7" y="0"/>
                  </a:moveTo>
                  <a:lnTo>
                    <a:pt x="0"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7" name="Google Shape;5897;p95"/>
            <p:cNvSpPr/>
            <p:nvPr/>
          </p:nvSpPr>
          <p:spPr>
            <a:xfrm>
              <a:off x="1619172" y="2003199"/>
              <a:ext cx="14" cy="258"/>
            </a:xfrm>
            <a:custGeom>
              <a:rect b="b" l="l" r="r" t="t"/>
              <a:pathLst>
                <a:path extrusionOk="0" h="19" w="1">
                  <a:moveTo>
                    <a:pt x="0" y="18"/>
                  </a:moveTo>
                  <a:lnTo>
                    <a:pt x="0" y="1"/>
                  </a:lnTo>
                  <a:cubicBezTo>
                    <a:pt x="0" y="8"/>
                    <a:pt x="0" y="11"/>
                    <a:pt x="0"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8" name="Google Shape;5898;p95"/>
            <p:cNvSpPr/>
            <p:nvPr/>
          </p:nvSpPr>
          <p:spPr>
            <a:xfrm>
              <a:off x="1620598" y="2025073"/>
              <a:ext cx="394" cy="774"/>
            </a:xfrm>
            <a:custGeom>
              <a:rect b="b" l="l" r="r" t="t"/>
              <a:pathLst>
                <a:path extrusionOk="0" h="57" w="29">
                  <a:moveTo>
                    <a:pt x="0" y="0"/>
                  </a:moveTo>
                  <a:lnTo>
                    <a:pt x="28" y="5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9" name="Google Shape;5899;p95"/>
            <p:cNvSpPr/>
            <p:nvPr/>
          </p:nvSpPr>
          <p:spPr>
            <a:xfrm>
              <a:off x="1619118" y="2022031"/>
              <a:ext cx="258" cy="530"/>
            </a:xfrm>
            <a:custGeom>
              <a:rect b="b" l="l" r="r" t="t"/>
              <a:pathLst>
                <a:path extrusionOk="0" h="39" w="19">
                  <a:moveTo>
                    <a:pt x="1" y="0"/>
                  </a:moveTo>
                  <a:cubicBezTo>
                    <a:pt x="8" y="11"/>
                    <a:pt x="11" y="25"/>
                    <a:pt x="18" y="39"/>
                  </a:cubicBezTo>
                  <a:cubicBezTo>
                    <a:pt x="11" y="25"/>
                    <a:pt x="8"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0" name="Google Shape;5900;p95"/>
            <p:cNvSpPr/>
            <p:nvPr/>
          </p:nvSpPr>
          <p:spPr>
            <a:xfrm>
              <a:off x="1622118" y="2027924"/>
              <a:ext cx="339" cy="584"/>
            </a:xfrm>
            <a:custGeom>
              <a:rect b="b" l="l" r="r" t="t"/>
              <a:pathLst>
                <a:path extrusionOk="0" h="43" w="25">
                  <a:moveTo>
                    <a:pt x="0" y="0"/>
                  </a:moveTo>
                  <a:lnTo>
                    <a:pt x="25" y="4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1" name="Google Shape;5901;p95"/>
            <p:cNvSpPr/>
            <p:nvPr/>
          </p:nvSpPr>
          <p:spPr>
            <a:xfrm>
              <a:off x="1619172" y="2002588"/>
              <a:ext cx="54" cy="299"/>
            </a:xfrm>
            <a:custGeom>
              <a:rect b="b" l="l" r="r" t="t"/>
              <a:pathLst>
                <a:path extrusionOk="0" h="22" w="4">
                  <a:moveTo>
                    <a:pt x="4" y="0"/>
                  </a:moveTo>
                  <a:cubicBezTo>
                    <a:pt x="0" y="7"/>
                    <a:pt x="0" y="14"/>
                    <a:pt x="4" y="21"/>
                  </a:cubicBez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2" name="Google Shape;5902;p95"/>
            <p:cNvSpPr/>
            <p:nvPr/>
          </p:nvSpPr>
          <p:spPr>
            <a:xfrm>
              <a:off x="1619742" y="2023403"/>
              <a:ext cx="299" cy="584"/>
            </a:xfrm>
            <a:custGeom>
              <a:rect b="b" l="l" r="r" t="t"/>
              <a:pathLst>
                <a:path extrusionOk="0" h="43" w="22">
                  <a:moveTo>
                    <a:pt x="0" y="1"/>
                  </a:moveTo>
                  <a:lnTo>
                    <a:pt x="21" y="43"/>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3" name="Google Shape;5903;p95"/>
            <p:cNvSpPr/>
            <p:nvPr/>
          </p:nvSpPr>
          <p:spPr>
            <a:xfrm>
              <a:off x="1621548" y="2026879"/>
              <a:ext cx="434" cy="815"/>
            </a:xfrm>
            <a:custGeom>
              <a:rect b="b" l="l" r="r" t="t"/>
              <a:pathLst>
                <a:path extrusionOk="0" h="60" w="32">
                  <a:moveTo>
                    <a:pt x="0" y="0"/>
                  </a:moveTo>
                  <a:lnTo>
                    <a:pt x="32" y="6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4" name="Google Shape;5904;p95"/>
            <p:cNvSpPr/>
            <p:nvPr/>
          </p:nvSpPr>
          <p:spPr>
            <a:xfrm>
              <a:off x="1621073" y="2025928"/>
              <a:ext cx="394" cy="774"/>
            </a:xfrm>
            <a:custGeom>
              <a:rect b="b" l="l" r="r" t="t"/>
              <a:pathLst>
                <a:path extrusionOk="0" h="57" w="29">
                  <a:moveTo>
                    <a:pt x="0" y="0"/>
                  </a:moveTo>
                  <a:lnTo>
                    <a:pt x="28" y="5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5" name="Google Shape;5905;p95"/>
            <p:cNvSpPr/>
            <p:nvPr/>
          </p:nvSpPr>
          <p:spPr>
            <a:xfrm>
              <a:off x="1620123" y="2024122"/>
              <a:ext cx="394" cy="774"/>
            </a:xfrm>
            <a:custGeom>
              <a:rect b="b" l="l" r="r" t="t"/>
              <a:pathLst>
                <a:path extrusionOk="0" h="57" w="29">
                  <a:moveTo>
                    <a:pt x="0" y="0"/>
                  </a:moveTo>
                  <a:lnTo>
                    <a:pt x="28" y="5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6" name="Google Shape;5906;p95"/>
            <p:cNvSpPr/>
            <p:nvPr/>
          </p:nvSpPr>
          <p:spPr>
            <a:xfrm>
              <a:off x="1619403" y="2022642"/>
              <a:ext cx="299" cy="638"/>
            </a:xfrm>
            <a:custGeom>
              <a:rect b="b" l="l" r="r" t="t"/>
              <a:pathLst>
                <a:path extrusionOk="0" h="47" w="22">
                  <a:moveTo>
                    <a:pt x="1" y="1"/>
                  </a:moveTo>
                  <a:cubicBezTo>
                    <a:pt x="8" y="15"/>
                    <a:pt x="15" y="32"/>
                    <a:pt x="22" y="46"/>
                  </a:cubicBezTo>
                  <a:cubicBezTo>
                    <a:pt x="15" y="32"/>
                    <a:pt x="8" y="15"/>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7" name="Google Shape;5907;p95"/>
            <p:cNvSpPr/>
            <p:nvPr/>
          </p:nvSpPr>
          <p:spPr>
            <a:xfrm>
              <a:off x="1619457" y="2004449"/>
              <a:ext cx="14" cy="54"/>
            </a:xfrm>
            <a:custGeom>
              <a:rect b="b" l="l" r="r" t="t"/>
              <a:pathLst>
                <a:path extrusionOk="0" h="4" w="1">
                  <a:moveTo>
                    <a:pt x="0" y="4"/>
                  </a:moveTo>
                  <a:lnTo>
                    <a:pt x="0" y="0"/>
                  </a:ln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8" name="Google Shape;5908;p95"/>
            <p:cNvSpPr/>
            <p:nvPr/>
          </p:nvSpPr>
          <p:spPr>
            <a:xfrm>
              <a:off x="1641466" y="2001964"/>
              <a:ext cx="20488" cy="25689"/>
            </a:xfrm>
            <a:custGeom>
              <a:rect b="b" l="l" r="r" t="t"/>
              <a:pathLst>
                <a:path extrusionOk="0" h="1892" w="1509">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9" name="Google Shape;5909;p95"/>
            <p:cNvSpPr/>
            <p:nvPr/>
          </p:nvSpPr>
          <p:spPr>
            <a:xfrm>
              <a:off x="1659470" y="2015473"/>
              <a:ext cx="258" cy="299"/>
            </a:xfrm>
            <a:custGeom>
              <a:rect b="b" l="l" r="r" t="t"/>
              <a:pathLst>
                <a:path extrusionOk="0" h="22" w="19">
                  <a:moveTo>
                    <a:pt x="18" y="0"/>
                  </a:moveTo>
                  <a:lnTo>
                    <a:pt x="1"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0" name="Google Shape;5910;p95"/>
            <p:cNvSpPr/>
            <p:nvPr/>
          </p:nvSpPr>
          <p:spPr>
            <a:xfrm>
              <a:off x="1656714" y="2018936"/>
              <a:ext cx="163" cy="258"/>
            </a:xfrm>
            <a:custGeom>
              <a:rect b="b" l="l" r="r" t="t"/>
              <a:pathLst>
                <a:path extrusionOk="0" h="19" w="12">
                  <a:moveTo>
                    <a:pt x="11" y="1"/>
                  </a:moveTo>
                  <a:lnTo>
                    <a:pt x="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1" name="Google Shape;5911;p95"/>
            <p:cNvSpPr/>
            <p:nvPr/>
          </p:nvSpPr>
          <p:spPr>
            <a:xfrm>
              <a:off x="1660760" y="2014143"/>
              <a:ext cx="149" cy="204"/>
            </a:xfrm>
            <a:custGeom>
              <a:rect b="b" l="l" r="r" t="t"/>
              <a:pathLst>
                <a:path extrusionOk="0" h="15" w="11">
                  <a:moveTo>
                    <a:pt x="11" y="0"/>
                  </a:moveTo>
                  <a:lnTo>
                    <a:pt x="0"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2" name="Google Shape;5912;p95"/>
            <p:cNvSpPr/>
            <p:nvPr/>
          </p:nvSpPr>
          <p:spPr>
            <a:xfrm>
              <a:off x="1654487" y="2022412"/>
              <a:ext cx="204" cy="339"/>
            </a:xfrm>
            <a:custGeom>
              <a:rect b="b" l="l" r="r" t="t"/>
              <a:pathLst>
                <a:path extrusionOk="0" h="25" w="15">
                  <a:moveTo>
                    <a:pt x="14" y="0"/>
                  </a:moveTo>
                  <a:lnTo>
                    <a:pt x="0"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3" name="Google Shape;5913;p95"/>
            <p:cNvSpPr/>
            <p:nvPr/>
          </p:nvSpPr>
          <p:spPr>
            <a:xfrm>
              <a:off x="1660095" y="2014808"/>
              <a:ext cx="244" cy="244"/>
            </a:xfrm>
            <a:custGeom>
              <a:rect b="b" l="l" r="r" t="t"/>
              <a:pathLst>
                <a:path extrusionOk="0" h="18" w="18">
                  <a:moveTo>
                    <a:pt x="18" y="0"/>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4" name="Google Shape;5914;p95"/>
            <p:cNvSpPr/>
            <p:nvPr/>
          </p:nvSpPr>
          <p:spPr>
            <a:xfrm>
              <a:off x="1655478" y="2020646"/>
              <a:ext cx="204" cy="394"/>
            </a:xfrm>
            <a:custGeom>
              <a:rect b="b" l="l" r="r" t="t"/>
              <a:pathLst>
                <a:path extrusionOk="0" h="29" w="15">
                  <a:moveTo>
                    <a:pt x="15" y="1"/>
                  </a:moveTo>
                  <a:lnTo>
                    <a:pt x="1"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5" name="Google Shape;5915;p95"/>
            <p:cNvSpPr/>
            <p:nvPr/>
          </p:nvSpPr>
          <p:spPr>
            <a:xfrm>
              <a:off x="1654962" y="2021556"/>
              <a:ext cx="204" cy="339"/>
            </a:xfrm>
            <a:custGeom>
              <a:rect b="b" l="l" r="r" t="t"/>
              <a:pathLst>
                <a:path extrusionOk="0" h="25" w="15">
                  <a:moveTo>
                    <a:pt x="14" y="0"/>
                  </a:moveTo>
                  <a:lnTo>
                    <a:pt x="0"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6" name="Google Shape;5916;p95"/>
            <p:cNvSpPr/>
            <p:nvPr/>
          </p:nvSpPr>
          <p:spPr>
            <a:xfrm>
              <a:off x="1656049" y="2019791"/>
              <a:ext cx="258" cy="353"/>
            </a:xfrm>
            <a:custGeom>
              <a:rect b="b" l="l" r="r" t="t"/>
              <a:pathLst>
                <a:path extrusionOk="0" h="26" w="19">
                  <a:moveTo>
                    <a:pt x="18" y="1"/>
                  </a:moveTo>
                  <a:lnTo>
                    <a:pt x="1"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7" name="Google Shape;5917;p95"/>
            <p:cNvSpPr/>
            <p:nvPr/>
          </p:nvSpPr>
          <p:spPr>
            <a:xfrm>
              <a:off x="1645933" y="2026634"/>
              <a:ext cx="4711" cy="774"/>
            </a:xfrm>
            <a:custGeom>
              <a:rect b="b" l="l" r="r" t="t"/>
              <a:pathLst>
                <a:path extrusionOk="0" h="57" w="347">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8" name="Google Shape;5918;p95"/>
            <p:cNvSpPr/>
            <p:nvPr/>
          </p:nvSpPr>
          <p:spPr>
            <a:xfrm>
              <a:off x="1658194" y="2017035"/>
              <a:ext cx="204" cy="258"/>
            </a:xfrm>
            <a:custGeom>
              <a:rect b="b" l="l" r="r" t="t"/>
              <a:pathLst>
                <a:path extrusionOk="0" h="19" w="15">
                  <a:moveTo>
                    <a:pt x="14" y="1"/>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9" name="Google Shape;5919;p95"/>
            <p:cNvSpPr/>
            <p:nvPr/>
          </p:nvSpPr>
          <p:spPr>
            <a:xfrm>
              <a:off x="1645268" y="2027395"/>
              <a:ext cx="489" cy="109"/>
            </a:xfrm>
            <a:custGeom>
              <a:rect b="b" l="l" r="r" t="t"/>
              <a:pathLst>
                <a:path extrusionOk="0" h="8" w="36">
                  <a:moveTo>
                    <a:pt x="35"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0" name="Google Shape;5920;p95"/>
            <p:cNvSpPr/>
            <p:nvPr/>
          </p:nvSpPr>
          <p:spPr>
            <a:xfrm>
              <a:off x="1658859" y="2016234"/>
              <a:ext cx="244" cy="299"/>
            </a:xfrm>
            <a:custGeom>
              <a:rect b="b" l="l" r="r" t="t"/>
              <a:pathLst>
                <a:path extrusionOk="0" h="22" w="18">
                  <a:moveTo>
                    <a:pt x="18" y="0"/>
                  </a:moveTo>
                  <a:lnTo>
                    <a:pt x="0"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1" name="Google Shape;5921;p95"/>
            <p:cNvSpPr/>
            <p:nvPr/>
          </p:nvSpPr>
          <p:spPr>
            <a:xfrm>
              <a:off x="1661371" y="2013613"/>
              <a:ext cx="109" cy="109"/>
            </a:xfrm>
            <a:custGeom>
              <a:rect b="b" l="l" r="r" t="t"/>
              <a:pathLst>
                <a:path extrusionOk="0" h="8" w="8">
                  <a:moveTo>
                    <a:pt x="8"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2" name="Google Shape;5922;p95"/>
            <p:cNvSpPr/>
            <p:nvPr/>
          </p:nvSpPr>
          <p:spPr>
            <a:xfrm>
              <a:off x="1654107" y="2023308"/>
              <a:ext cx="149" cy="299"/>
            </a:xfrm>
            <a:custGeom>
              <a:rect b="b" l="l" r="r" t="t"/>
              <a:pathLst>
                <a:path extrusionOk="0" h="22" w="11">
                  <a:moveTo>
                    <a:pt x="11" y="1"/>
                  </a:moveTo>
                  <a:cubicBezTo>
                    <a:pt x="7" y="8"/>
                    <a:pt x="4" y="15"/>
                    <a:pt x="0" y="22"/>
                  </a:cubicBezTo>
                  <a:cubicBezTo>
                    <a:pt x="4" y="15"/>
                    <a:pt x="7" y="8"/>
                    <a:pt x="1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3" name="Google Shape;5923;p95"/>
            <p:cNvSpPr/>
            <p:nvPr/>
          </p:nvSpPr>
          <p:spPr>
            <a:xfrm>
              <a:off x="1641697" y="2026919"/>
              <a:ext cx="3476" cy="733"/>
            </a:xfrm>
            <a:custGeom>
              <a:rect b="b" l="l" r="r" t="t"/>
              <a:pathLst>
                <a:path extrusionOk="0" h="54" w="256">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4" name="Google Shape;5924;p95"/>
            <p:cNvSpPr/>
            <p:nvPr/>
          </p:nvSpPr>
          <p:spPr>
            <a:xfrm>
              <a:off x="1643123" y="2023688"/>
              <a:ext cx="68" cy="163"/>
            </a:xfrm>
            <a:custGeom>
              <a:rect b="b" l="l" r="r" t="t"/>
              <a:pathLst>
                <a:path extrusionOk="0" h="12" w="5">
                  <a:moveTo>
                    <a:pt x="1" y="1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5" name="Google Shape;5925;p95"/>
            <p:cNvSpPr/>
            <p:nvPr/>
          </p:nvSpPr>
          <p:spPr>
            <a:xfrm>
              <a:off x="1643082" y="2023837"/>
              <a:ext cx="54" cy="54"/>
            </a:xfrm>
            <a:custGeom>
              <a:rect b="b" l="l" r="r" t="t"/>
              <a:pathLst>
                <a:path extrusionOk="0" h="4" w="4">
                  <a:moveTo>
                    <a:pt x="0" y="4"/>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6" name="Google Shape;5926;p95"/>
            <p:cNvSpPr/>
            <p:nvPr/>
          </p:nvSpPr>
          <p:spPr>
            <a:xfrm>
              <a:off x="1642458" y="2013097"/>
              <a:ext cx="1344" cy="8798"/>
            </a:xfrm>
            <a:custGeom>
              <a:rect b="b" l="l" r="r" t="t"/>
              <a:pathLst>
                <a:path extrusionOk="0" h="648" w="99">
                  <a:moveTo>
                    <a:pt x="1" y="1"/>
                  </a:moveTo>
                  <a:lnTo>
                    <a:pt x="1" y="1"/>
                  </a:lnTo>
                  <a:cubicBezTo>
                    <a:pt x="74" y="183"/>
                    <a:pt x="95" y="473"/>
                    <a:pt x="85" y="648"/>
                  </a:cubicBezTo>
                  <a:cubicBezTo>
                    <a:pt x="99" y="473"/>
                    <a:pt x="74" y="183"/>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7" name="Google Shape;5927;p95"/>
            <p:cNvSpPr/>
            <p:nvPr/>
          </p:nvSpPr>
          <p:spPr>
            <a:xfrm>
              <a:off x="1644128" y="2004353"/>
              <a:ext cx="14" cy="54"/>
            </a:xfrm>
            <a:custGeom>
              <a:rect b="b" l="l" r="r" t="t"/>
              <a:pathLst>
                <a:path extrusionOk="0" h="4" w="1">
                  <a:moveTo>
                    <a:pt x="0"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8" name="Google Shape;5928;p95"/>
            <p:cNvSpPr/>
            <p:nvPr/>
          </p:nvSpPr>
          <p:spPr>
            <a:xfrm>
              <a:off x="1644358" y="2003783"/>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9" name="Google Shape;5929;p95"/>
            <p:cNvSpPr/>
            <p:nvPr/>
          </p:nvSpPr>
          <p:spPr>
            <a:xfrm>
              <a:off x="1644834" y="2002059"/>
              <a:ext cx="109" cy="258"/>
            </a:xfrm>
            <a:custGeom>
              <a:rect b="b" l="l" r="r" t="t"/>
              <a:pathLst>
                <a:path extrusionOk="0" h="19" w="8">
                  <a:moveTo>
                    <a:pt x="1" y="18"/>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0" name="Google Shape;5930;p95"/>
            <p:cNvSpPr/>
            <p:nvPr/>
          </p:nvSpPr>
          <p:spPr>
            <a:xfrm>
              <a:off x="1644033" y="2004544"/>
              <a:ext cx="14" cy="54"/>
            </a:xfrm>
            <a:custGeom>
              <a:rect b="b" l="l" r="r" t="t"/>
              <a:pathLst>
                <a:path extrusionOk="0" h="4" w="1">
                  <a:moveTo>
                    <a:pt x="0"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1" name="Google Shape;5931;p95"/>
            <p:cNvSpPr/>
            <p:nvPr/>
          </p:nvSpPr>
          <p:spPr>
            <a:xfrm>
              <a:off x="1643028" y="2023878"/>
              <a:ext cx="68" cy="109"/>
            </a:xfrm>
            <a:custGeom>
              <a:rect b="b" l="l" r="r" t="t"/>
              <a:pathLst>
                <a:path extrusionOk="0" h="8" w="5">
                  <a:moveTo>
                    <a:pt x="1"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2" name="Google Shape;5932;p95"/>
            <p:cNvSpPr/>
            <p:nvPr/>
          </p:nvSpPr>
          <p:spPr>
            <a:xfrm>
              <a:off x="1643693" y="2005114"/>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3" name="Google Shape;5933;p95"/>
            <p:cNvSpPr/>
            <p:nvPr/>
          </p:nvSpPr>
          <p:spPr>
            <a:xfrm>
              <a:off x="1644453" y="2003389"/>
              <a:ext cx="68" cy="109"/>
            </a:xfrm>
            <a:custGeom>
              <a:rect b="b" l="l" r="r" t="t"/>
              <a:pathLst>
                <a:path extrusionOk="0" h="8" w="5">
                  <a:moveTo>
                    <a:pt x="1"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4" name="Google Shape;5934;p95"/>
            <p:cNvSpPr/>
            <p:nvPr/>
          </p:nvSpPr>
          <p:spPr>
            <a:xfrm>
              <a:off x="1642607" y="2024598"/>
              <a:ext cx="54" cy="109"/>
            </a:xfrm>
            <a:custGeom>
              <a:rect b="b" l="l" r="r" t="t"/>
              <a:pathLst>
                <a:path extrusionOk="0" h="8" w="4">
                  <a:moveTo>
                    <a:pt x="0"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5" name="Google Shape;5935;p95"/>
            <p:cNvSpPr/>
            <p:nvPr/>
          </p:nvSpPr>
          <p:spPr>
            <a:xfrm>
              <a:off x="1642987" y="2024027"/>
              <a:ext cx="54" cy="54"/>
            </a:xfrm>
            <a:custGeom>
              <a:rect b="b" l="l" r="r" t="t"/>
              <a:pathLst>
                <a:path extrusionOk="0" h="4" w="4">
                  <a:moveTo>
                    <a:pt x="0" y="4"/>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6" name="Google Shape;5936;p95"/>
            <p:cNvSpPr/>
            <p:nvPr/>
          </p:nvSpPr>
          <p:spPr>
            <a:xfrm>
              <a:off x="1642702" y="2024407"/>
              <a:ext cx="109" cy="109"/>
            </a:xfrm>
            <a:custGeom>
              <a:rect b="b" l="l" r="r" t="t"/>
              <a:pathLst>
                <a:path extrusionOk="0" h="8" w="8">
                  <a:moveTo>
                    <a:pt x="0" y="7"/>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7" name="Google Shape;5937;p95"/>
            <p:cNvSpPr/>
            <p:nvPr/>
          </p:nvSpPr>
          <p:spPr>
            <a:xfrm>
              <a:off x="1643652" y="2005209"/>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8" name="Google Shape;5938;p95"/>
            <p:cNvSpPr/>
            <p:nvPr/>
          </p:nvSpPr>
          <p:spPr>
            <a:xfrm>
              <a:off x="1642838" y="2024258"/>
              <a:ext cx="68" cy="109"/>
            </a:xfrm>
            <a:custGeom>
              <a:rect b="b" l="l" r="r" t="t"/>
              <a:pathLst>
                <a:path extrusionOk="0" h="8" w="5">
                  <a:moveTo>
                    <a:pt x="1"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9" name="Google Shape;5939;p95"/>
            <p:cNvSpPr/>
            <p:nvPr/>
          </p:nvSpPr>
          <p:spPr>
            <a:xfrm>
              <a:off x="1643408" y="2021882"/>
              <a:ext cx="163" cy="1113"/>
            </a:xfrm>
            <a:custGeom>
              <a:rect b="b" l="l" r="r" t="t"/>
              <a:pathLst>
                <a:path extrusionOk="0" h="82" w="12">
                  <a:moveTo>
                    <a:pt x="1" y="81"/>
                  </a:moveTo>
                  <a:cubicBezTo>
                    <a:pt x="4" y="53"/>
                    <a:pt x="11" y="29"/>
                    <a:pt x="11" y="1"/>
                  </a:cubicBezTo>
                  <a:cubicBezTo>
                    <a:pt x="11" y="29"/>
                    <a:pt x="4" y="53"/>
                    <a:pt x="1" y="8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0" name="Google Shape;5940;p95"/>
            <p:cNvSpPr/>
            <p:nvPr/>
          </p:nvSpPr>
          <p:spPr>
            <a:xfrm>
              <a:off x="1644698" y="2002588"/>
              <a:ext cx="109" cy="204"/>
            </a:xfrm>
            <a:custGeom>
              <a:rect b="b" l="l" r="r" t="t"/>
              <a:pathLst>
                <a:path extrusionOk="0" h="15" w="8">
                  <a:moveTo>
                    <a:pt x="0" y="14"/>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1" name="Google Shape;5941;p95"/>
            <p:cNvSpPr/>
            <p:nvPr/>
          </p:nvSpPr>
          <p:spPr>
            <a:xfrm>
              <a:off x="1643937" y="2004734"/>
              <a:ext cx="14" cy="54"/>
            </a:xfrm>
            <a:custGeom>
              <a:rect b="b" l="l" r="r" t="t"/>
              <a:pathLst>
                <a:path extrusionOk="0" h="4" w="1">
                  <a:moveTo>
                    <a:pt x="0"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2" name="Google Shape;5942;p95"/>
            <p:cNvSpPr/>
            <p:nvPr/>
          </p:nvSpPr>
          <p:spPr>
            <a:xfrm>
              <a:off x="1642267" y="202520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3" name="Google Shape;5943;p95"/>
            <p:cNvSpPr/>
            <p:nvPr/>
          </p:nvSpPr>
          <p:spPr>
            <a:xfrm>
              <a:off x="1644603" y="2003009"/>
              <a:ext cx="54" cy="163"/>
            </a:xfrm>
            <a:custGeom>
              <a:rect b="b" l="l" r="r" t="t"/>
              <a:pathLst>
                <a:path extrusionOk="0" h="12" w="4">
                  <a:moveTo>
                    <a:pt x="0" y="1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4" name="Google Shape;5944;p95"/>
            <p:cNvSpPr/>
            <p:nvPr/>
          </p:nvSpPr>
          <p:spPr>
            <a:xfrm>
              <a:off x="1642892" y="2024122"/>
              <a:ext cx="109" cy="109"/>
            </a:xfrm>
            <a:custGeom>
              <a:rect b="b" l="l" r="r" t="t"/>
              <a:pathLst>
                <a:path extrusionOk="0" h="8" w="8">
                  <a:moveTo>
                    <a:pt x="0" y="7"/>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5" name="Google Shape;5945;p95"/>
            <p:cNvSpPr/>
            <p:nvPr/>
          </p:nvSpPr>
          <p:spPr>
            <a:xfrm>
              <a:off x="1643598" y="2005250"/>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6" name="Google Shape;5946;p95"/>
            <p:cNvSpPr/>
            <p:nvPr/>
          </p:nvSpPr>
          <p:spPr>
            <a:xfrm>
              <a:off x="1643842" y="2004869"/>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7" name="Google Shape;5947;p95"/>
            <p:cNvSpPr/>
            <p:nvPr/>
          </p:nvSpPr>
          <p:spPr>
            <a:xfrm>
              <a:off x="1642458" y="2024883"/>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8" name="Google Shape;5948;p95"/>
            <p:cNvSpPr/>
            <p:nvPr/>
          </p:nvSpPr>
          <p:spPr>
            <a:xfrm>
              <a:off x="1643747" y="2004964"/>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9" name="Google Shape;5949;p95"/>
            <p:cNvSpPr/>
            <p:nvPr/>
          </p:nvSpPr>
          <p:spPr>
            <a:xfrm>
              <a:off x="1415781" y="1868483"/>
              <a:ext cx="74445" cy="23055"/>
            </a:xfrm>
            <a:custGeom>
              <a:rect b="b" l="l" r="r" t="t"/>
              <a:pathLst>
                <a:path extrusionOk="0" h="1698" w="5483">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0" name="Google Shape;5950;p95"/>
            <p:cNvSpPr/>
            <p:nvPr/>
          </p:nvSpPr>
          <p:spPr>
            <a:xfrm>
              <a:off x="1460410" y="1905007"/>
              <a:ext cx="815" cy="434"/>
            </a:xfrm>
            <a:custGeom>
              <a:rect b="b" l="l" r="r" t="t"/>
              <a:pathLst>
                <a:path extrusionOk="0" h="32" w="60">
                  <a:moveTo>
                    <a:pt x="56" y="0"/>
                  </a:moveTo>
                  <a:lnTo>
                    <a:pt x="0" y="32"/>
                  </a:lnTo>
                  <a:lnTo>
                    <a:pt x="0" y="32"/>
                  </a:lnTo>
                  <a:lnTo>
                    <a:pt x="6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1" name="Google Shape;5951;p95"/>
            <p:cNvSpPr/>
            <p:nvPr/>
          </p:nvSpPr>
          <p:spPr>
            <a:xfrm>
              <a:off x="1461402" y="1905075"/>
              <a:ext cx="13333" cy="3286"/>
            </a:xfrm>
            <a:custGeom>
              <a:rect b="b" l="l" r="r" t="t"/>
              <a:pathLst>
                <a:path extrusionOk="0" h="242" w="982">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2" name="Google Shape;5952;p95"/>
            <p:cNvSpPr/>
            <p:nvPr/>
          </p:nvSpPr>
          <p:spPr>
            <a:xfrm>
              <a:off x="1545446" y="1904002"/>
              <a:ext cx="11039" cy="3720"/>
            </a:xfrm>
            <a:custGeom>
              <a:rect b="b" l="l" r="r" t="t"/>
              <a:pathLst>
                <a:path extrusionOk="0" h="274" w="813">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3" name="Google Shape;5953;p95"/>
            <p:cNvSpPr/>
            <p:nvPr/>
          </p:nvSpPr>
          <p:spPr>
            <a:xfrm>
              <a:off x="1591976" y="2466518"/>
              <a:ext cx="8907" cy="7115"/>
            </a:xfrm>
            <a:custGeom>
              <a:rect b="b" l="l" r="r" t="t"/>
              <a:pathLst>
                <a:path extrusionOk="0" h="524" w="656">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4" name="Google Shape;5954;p95"/>
            <p:cNvSpPr/>
            <p:nvPr/>
          </p:nvSpPr>
          <p:spPr>
            <a:xfrm>
              <a:off x="1602621" y="2468718"/>
              <a:ext cx="10862" cy="5540"/>
            </a:xfrm>
            <a:custGeom>
              <a:rect b="b" l="l" r="r" t="t"/>
              <a:pathLst>
                <a:path extrusionOk="0" h="408" w="80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5" name="Google Shape;5955;p95"/>
            <p:cNvSpPr/>
            <p:nvPr/>
          </p:nvSpPr>
          <p:spPr>
            <a:xfrm>
              <a:off x="1441633" y="2034672"/>
              <a:ext cx="41181" cy="45838"/>
            </a:xfrm>
            <a:custGeom>
              <a:rect b="b" l="l" r="r" t="t"/>
              <a:pathLst>
                <a:path extrusionOk="0" h="3376" w="3033">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6" name="Google Shape;5956;p95"/>
            <p:cNvSpPr/>
            <p:nvPr/>
          </p:nvSpPr>
          <p:spPr>
            <a:xfrm>
              <a:off x="1464633" y="2038813"/>
              <a:ext cx="163" cy="14"/>
            </a:xfrm>
            <a:custGeom>
              <a:rect b="b" l="l" r="r" t="t"/>
              <a:pathLst>
                <a:path extrusionOk="0" h="1" w="12">
                  <a:moveTo>
                    <a:pt x="1"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7" name="Google Shape;5957;p95"/>
            <p:cNvSpPr/>
            <p:nvPr/>
          </p:nvSpPr>
          <p:spPr>
            <a:xfrm>
              <a:off x="1462501" y="2038053"/>
              <a:ext cx="149" cy="109"/>
            </a:xfrm>
            <a:custGeom>
              <a:rect b="b" l="l" r="r" t="t"/>
              <a:pathLst>
                <a:path extrusionOk="0" h="8" w="11">
                  <a:moveTo>
                    <a:pt x="0" y="0"/>
                  </a:moveTo>
                  <a:lnTo>
                    <a:pt x="1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8" name="Google Shape;5958;p95"/>
            <p:cNvSpPr/>
            <p:nvPr/>
          </p:nvSpPr>
          <p:spPr>
            <a:xfrm>
              <a:off x="1475767" y="2042140"/>
              <a:ext cx="244" cy="244"/>
            </a:xfrm>
            <a:custGeom>
              <a:rect b="b" l="l" r="r" t="t"/>
              <a:pathLst>
                <a:path extrusionOk="0" h="18" w="18">
                  <a:moveTo>
                    <a:pt x="0" y="18"/>
                  </a:moveTo>
                  <a:cubicBezTo>
                    <a:pt x="7" y="11"/>
                    <a:pt x="11" y="7"/>
                    <a:pt x="18" y="0"/>
                  </a:cubicBezTo>
                  <a:cubicBezTo>
                    <a:pt x="11" y="7"/>
                    <a:pt x="7" y="11"/>
                    <a:pt x="0"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9" name="Google Shape;5959;p95"/>
            <p:cNvSpPr/>
            <p:nvPr/>
          </p:nvSpPr>
          <p:spPr>
            <a:xfrm>
              <a:off x="1463112" y="2038338"/>
              <a:ext cx="204" cy="54"/>
            </a:xfrm>
            <a:custGeom>
              <a:rect b="b" l="l" r="r" t="t"/>
              <a:pathLst>
                <a:path extrusionOk="0" h="4" w="15">
                  <a:moveTo>
                    <a:pt x="1" y="0"/>
                  </a:move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0" name="Google Shape;5960;p95"/>
            <p:cNvSpPr/>
            <p:nvPr/>
          </p:nvSpPr>
          <p:spPr>
            <a:xfrm>
              <a:off x="1464158" y="2038718"/>
              <a:ext cx="204" cy="54"/>
            </a:xfrm>
            <a:custGeom>
              <a:rect b="b" l="l" r="r" t="t"/>
              <a:pathLst>
                <a:path extrusionOk="0" h="4" w="15">
                  <a:moveTo>
                    <a:pt x="1" y="0"/>
                  </a:move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1" name="Google Shape;5961;p95"/>
            <p:cNvSpPr/>
            <p:nvPr/>
          </p:nvSpPr>
          <p:spPr>
            <a:xfrm>
              <a:off x="1463642" y="2038569"/>
              <a:ext cx="204" cy="68"/>
            </a:xfrm>
            <a:custGeom>
              <a:rect b="b" l="l" r="r" t="t"/>
              <a:pathLst>
                <a:path extrusionOk="0" h="5" w="15">
                  <a:moveTo>
                    <a:pt x="0" y="1"/>
                  </a:moveTo>
                  <a:lnTo>
                    <a:pt x="1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2" name="Google Shape;5962;p95"/>
            <p:cNvSpPr/>
            <p:nvPr/>
          </p:nvSpPr>
          <p:spPr>
            <a:xfrm>
              <a:off x="1478048" y="2043891"/>
              <a:ext cx="149" cy="163"/>
            </a:xfrm>
            <a:custGeom>
              <a:rect b="b" l="l" r="r" t="t"/>
              <a:pathLst>
                <a:path extrusionOk="0" h="12" w="11">
                  <a:moveTo>
                    <a:pt x="0" y="1"/>
                  </a:moveTo>
                  <a:lnTo>
                    <a:pt x="1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3" name="Google Shape;5963;p95"/>
            <p:cNvSpPr/>
            <p:nvPr/>
          </p:nvSpPr>
          <p:spPr>
            <a:xfrm>
              <a:off x="1478428" y="2044326"/>
              <a:ext cx="1670" cy="1819"/>
            </a:xfrm>
            <a:custGeom>
              <a:rect b="b" l="l" r="r" t="t"/>
              <a:pathLst>
                <a:path extrusionOk="0" h="134" w="123">
                  <a:moveTo>
                    <a:pt x="0" y="1"/>
                  </a:moveTo>
                  <a:lnTo>
                    <a:pt x="0" y="1"/>
                  </a:lnTo>
                  <a:cubicBezTo>
                    <a:pt x="49" y="49"/>
                    <a:pt x="91" y="98"/>
                    <a:pt x="116" y="130"/>
                  </a:cubicBezTo>
                  <a:lnTo>
                    <a:pt x="123" y="133"/>
                  </a:lnTo>
                  <a:cubicBezTo>
                    <a:pt x="98" y="105"/>
                    <a:pt x="53" y="53"/>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4" name="Google Shape;5964;p95"/>
            <p:cNvSpPr/>
            <p:nvPr/>
          </p:nvSpPr>
          <p:spPr>
            <a:xfrm>
              <a:off x="1459026" y="2036152"/>
              <a:ext cx="204" cy="109"/>
            </a:xfrm>
            <a:custGeom>
              <a:rect b="b" l="l" r="r" t="t"/>
              <a:pathLst>
                <a:path extrusionOk="0" h="8" w="15">
                  <a:moveTo>
                    <a:pt x="1" y="0"/>
                  </a:moveTo>
                  <a:lnTo>
                    <a:pt x="15"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5" name="Google Shape;5965;p95"/>
            <p:cNvSpPr/>
            <p:nvPr/>
          </p:nvSpPr>
          <p:spPr>
            <a:xfrm>
              <a:off x="1457559" y="2035147"/>
              <a:ext cx="244" cy="163"/>
            </a:xfrm>
            <a:custGeom>
              <a:rect b="b" l="l" r="r" t="t"/>
              <a:pathLst>
                <a:path extrusionOk="0" h="12" w="18">
                  <a:moveTo>
                    <a:pt x="0" y="1"/>
                  </a:moveTo>
                  <a:lnTo>
                    <a:pt x="1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6" name="Google Shape;5966;p95"/>
            <p:cNvSpPr/>
            <p:nvPr/>
          </p:nvSpPr>
          <p:spPr>
            <a:xfrm>
              <a:off x="1458265" y="2035622"/>
              <a:ext cx="163" cy="109"/>
            </a:xfrm>
            <a:custGeom>
              <a:rect b="b" l="l" r="r" t="t"/>
              <a:pathLst>
                <a:path extrusionOk="0" h="8" w="12">
                  <a:moveTo>
                    <a:pt x="1" y="1"/>
                  </a:moveTo>
                  <a:lnTo>
                    <a:pt x="1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7" name="Google Shape;5967;p95"/>
            <p:cNvSpPr/>
            <p:nvPr/>
          </p:nvSpPr>
          <p:spPr>
            <a:xfrm>
              <a:off x="1477192" y="2043090"/>
              <a:ext cx="434" cy="394"/>
            </a:xfrm>
            <a:custGeom>
              <a:rect b="b" l="l" r="r" t="t"/>
              <a:pathLst>
                <a:path extrusionOk="0" h="29" w="32">
                  <a:moveTo>
                    <a:pt x="0" y="0"/>
                  </a:moveTo>
                  <a:lnTo>
                    <a:pt x="32"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8" name="Google Shape;5968;p95"/>
            <p:cNvSpPr/>
            <p:nvPr/>
          </p:nvSpPr>
          <p:spPr>
            <a:xfrm>
              <a:off x="1460356" y="2036912"/>
              <a:ext cx="258" cy="204"/>
            </a:xfrm>
            <a:custGeom>
              <a:rect b="b" l="l" r="r" t="t"/>
              <a:pathLst>
                <a:path extrusionOk="0" h="15" w="19">
                  <a:moveTo>
                    <a:pt x="1" y="0"/>
                  </a:moveTo>
                  <a:lnTo>
                    <a:pt x="18"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9" name="Google Shape;5969;p95"/>
            <p:cNvSpPr/>
            <p:nvPr/>
          </p:nvSpPr>
          <p:spPr>
            <a:xfrm>
              <a:off x="1456935" y="2034726"/>
              <a:ext cx="258" cy="204"/>
            </a:xfrm>
            <a:custGeom>
              <a:rect b="b" l="l" r="r" t="t"/>
              <a:pathLst>
                <a:path extrusionOk="0" h="15" w="19">
                  <a:moveTo>
                    <a:pt x="1" y="0"/>
                  </a:moveTo>
                  <a:lnTo>
                    <a:pt x="18"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0" name="Google Shape;5970;p95"/>
            <p:cNvSpPr/>
            <p:nvPr/>
          </p:nvSpPr>
          <p:spPr>
            <a:xfrm>
              <a:off x="1459691" y="2036532"/>
              <a:ext cx="258" cy="149"/>
            </a:xfrm>
            <a:custGeom>
              <a:rect b="b" l="l" r="r" t="t"/>
              <a:pathLst>
                <a:path extrusionOk="0" h="11" w="19">
                  <a:moveTo>
                    <a:pt x="1" y="0"/>
                  </a:moveTo>
                  <a:lnTo>
                    <a:pt x="1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1" name="Google Shape;5971;p95"/>
            <p:cNvSpPr/>
            <p:nvPr/>
          </p:nvSpPr>
          <p:spPr>
            <a:xfrm>
              <a:off x="1461021" y="2037293"/>
              <a:ext cx="258" cy="149"/>
            </a:xfrm>
            <a:custGeom>
              <a:rect b="b" l="l" r="r" t="t"/>
              <a:pathLst>
                <a:path extrusionOk="0" h="11" w="19">
                  <a:moveTo>
                    <a:pt x="1" y="0"/>
                  </a:moveTo>
                  <a:lnTo>
                    <a:pt x="1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2" name="Google Shape;5972;p95"/>
            <p:cNvSpPr/>
            <p:nvPr/>
          </p:nvSpPr>
          <p:spPr>
            <a:xfrm>
              <a:off x="1461687" y="2037673"/>
              <a:ext cx="204" cy="109"/>
            </a:xfrm>
            <a:custGeom>
              <a:rect b="b" l="l" r="r" t="t"/>
              <a:pathLst>
                <a:path extrusionOk="0" h="8" w="15">
                  <a:moveTo>
                    <a:pt x="1" y="0"/>
                  </a:moveTo>
                  <a:lnTo>
                    <a:pt x="15"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3" name="Google Shape;5973;p95"/>
            <p:cNvSpPr/>
            <p:nvPr/>
          </p:nvSpPr>
          <p:spPr>
            <a:xfrm>
              <a:off x="1452522" y="2077971"/>
              <a:ext cx="299" cy="394"/>
            </a:xfrm>
            <a:custGeom>
              <a:rect b="b" l="l" r="r" t="t"/>
              <a:pathLst>
                <a:path extrusionOk="0" h="29" w="22">
                  <a:moveTo>
                    <a:pt x="0" y="1"/>
                  </a:moveTo>
                  <a:lnTo>
                    <a:pt x="0" y="1"/>
                  </a:lnTo>
                  <a:cubicBezTo>
                    <a:pt x="7" y="11"/>
                    <a:pt x="14" y="18"/>
                    <a:pt x="21" y="29"/>
                  </a:cubicBezTo>
                  <a:cubicBezTo>
                    <a:pt x="14" y="18"/>
                    <a:pt x="7"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4" name="Google Shape;5974;p95"/>
            <p:cNvSpPr/>
            <p:nvPr/>
          </p:nvSpPr>
          <p:spPr>
            <a:xfrm>
              <a:off x="1480084" y="2046131"/>
              <a:ext cx="733" cy="815"/>
            </a:xfrm>
            <a:custGeom>
              <a:rect b="b" l="l" r="r" t="t"/>
              <a:pathLst>
                <a:path extrusionOk="0" h="60" w="54">
                  <a:moveTo>
                    <a:pt x="1" y="0"/>
                  </a:moveTo>
                  <a:lnTo>
                    <a:pt x="25" y="28"/>
                  </a:lnTo>
                  <a:lnTo>
                    <a:pt x="53" y="60"/>
                  </a:lnTo>
                  <a:lnTo>
                    <a:pt x="15" y="14"/>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5" name="Google Shape;5975;p95"/>
            <p:cNvSpPr/>
            <p:nvPr/>
          </p:nvSpPr>
          <p:spPr>
            <a:xfrm>
              <a:off x="1449100" y="2076925"/>
              <a:ext cx="530" cy="109"/>
            </a:xfrm>
            <a:custGeom>
              <a:rect b="b" l="l" r="r" t="t"/>
              <a:pathLst>
                <a:path extrusionOk="0" h="8" w="39">
                  <a:moveTo>
                    <a:pt x="39"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6" name="Google Shape;5976;p95"/>
            <p:cNvSpPr/>
            <p:nvPr/>
          </p:nvSpPr>
          <p:spPr>
            <a:xfrm>
              <a:off x="1446724" y="2070462"/>
              <a:ext cx="149" cy="204"/>
            </a:xfrm>
            <a:custGeom>
              <a:rect b="b" l="l" r="r" t="t"/>
              <a:pathLst>
                <a:path extrusionOk="0" h="15" w="11">
                  <a:moveTo>
                    <a:pt x="11"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7" name="Google Shape;5977;p95"/>
            <p:cNvSpPr/>
            <p:nvPr/>
          </p:nvSpPr>
          <p:spPr>
            <a:xfrm>
              <a:off x="1451897" y="2077400"/>
              <a:ext cx="258" cy="204"/>
            </a:xfrm>
            <a:custGeom>
              <a:rect b="b" l="l" r="r" t="t"/>
              <a:pathLst>
                <a:path extrusionOk="0" h="15" w="19">
                  <a:moveTo>
                    <a:pt x="18"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8" name="Google Shape;5978;p95"/>
            <p:cNvSpPr/>
            <p:nvPr/>
          </p:nvSpPr>
          <p:spPr>
            <a:xfrm>
              <a:off x="1447390" y="2071698"/>
              <a:ext cx="54" cy="163"/>
            </a:xfrm>
            <a:custGeom>
              <a:rect b="b" l="l" r="r" t="t"/>
              <a:pathLst>
                <a:path extrusionOk="0" h="12" w="4">
                  <a:moveTo>
                    <a:pt x="0" y="1"/>
                  </a:moveTo>
                  <a:lnTo>
                    <a:pt x="0" y="1"/>
                  </a:lnTo>
                  <a:cubicBezTo>
                    <a:pt x="0" y="4"/>
                    <a:pt x="4" y="11"/>
                    <a:pt x="4" y="11"/>
                  </a:cubicBezTo>
                  <a:cubicBezTo>
                    <a:pt x="4" y="8"/>
                    <a:pt x="0"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9" name="Google Shape;5979;p95"/>
            <p:cNvSpPr/>
            <p:nvPr/>
          </p:nvSpPr>
          <p:spPr>
            <a:xfrm>
              <a:off x="1447104" y="2071087"/>
              <a:ext cx="109" cy="204"/>
            </a:xfrm>
            <a:custGeom>
              <a:rect b="b" l="l" r="r" t="t"/>
              <a:pathLst>
                <a:path extrusionOk="0" h="15" w="8">
                  <a:moveTo>
                    <a:pt x="7"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0" name="Google Shape;5980;p95"/>
            <p:cNvSpPr/>
            <p:nvPr/>
          </p:nvSpPr>
          <p:spPr>
            <a:xfrm>
              <a:off x="1447580" y="2072933"/>
              <a:ext cx="14" cy="204"/>
            </a:xfrm>
            <a:custGeom>
              <a:rect b="b" l="l" r="r" t="t"/>
              <a:pathLst>
                <a:path extrusionOk="0" h="15" w="1">
                  <a:moveTo>
                    <a:pt x="0"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1" name="Google Shape;5981;p95"/>
            <p:cNvSpPr/>
            <p:nvPr/>
          </p:nvSpPr>
          <p:spPr>
            <a:xfrm>
              <a:off x="1482705" y="2049974"/>
              <a:ext cx="54" cy="68"/>
            </a:xfrm>
            <a:custGeom>
              <a:rect b="b" l="l" r="r" t="t"/>
              <a:pathLst>
                <a:path extrusionOk="0" h="5" w="4">
                  <a:moveTo>
                    <a:pt x="4"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2" name="Google Shape;5982;p95"/>
            <p:cNvSpPr/>
            <p:nvPr/>
          </p:nvSpPr>
          <p:spPr>
            <a:xfrm>
              <a:off x="1452807" y="2078351"/>
              <a:ext cx="1534" cy="1819"/>
            </a:xfrm>
            <a:custGeom>
              <a:rect b="b" l="l" r="r" t="t"/>
              <a:pathLst>
                <a:path extrusionOk="0" h="134" w="113">
                  <a:moveTo>
                    <a:pt x="0" y="1"/>
                  </a:moveTo>
                  <a:lnTo>
                    <a:pt x="0" y="1"/>
                  </a:lnTo>
                  <a:cubicBezTo>
                    <a:pt x="35" y="50"/>
                    <a:pt x="70" y="92"/>
                    <a:pt x="112" y="134"/>
                  </a:cubicBezTo>
                  <a:cubicBezTo>
                    <a:pt x="70" y="92"/>
                    <a:pt x="35" y="46"/>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3" name="Google Shape;5983;p95"/>
            <p:cNvSpPr/>
            <p:nvPr/>
          </p:nvSpPr>
          <p:spPr>
            <a:xfrm>
              <a:off x="1482460" y="2050313"/>
              <a:ext cx="68" cy="54"/>
            </a:xfrm>
            <a:custGeom>
              <a:rect b="b" l="l" r="r" t="t"/>
              <a:pathLst>
                <a:path extrusionOk="0" h="4" w="5">
                  <a:moveTo>
                    <a:pt x="4"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4" name="Google Shape;5984;p95"/>
            <p:cNvSpPr/>
            <p:nvPr/>
          </p:nvSpPr>
          <p:spPr>
            <a:xfrm>
              <a:off x="1482610" y="2050123"/>
              <a:ext cx="54" cy="109"/>
            </a:xfrm>
            <a:custGeom>
              <a:rect b="b" l="l" r="r" t="t"/>
              <a:pathLst>
                <a:path extrusionOk="0" h="8" w="4">
                  <a:moveTo>
                    <a:pt x="4"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5" name="Google Shape;5985;p95"/>
            <p:cNvSpPr/>
            <p:nvPr/>
          </p:nvSpPr>
          <p:spPr>
            <a:xfrm>
              <a:off x="1447390" y="2073463"/>
              <a:ext cx="54" cy="149"/>
            </a:xfrm>
            <a:custGeom>
              <a:rect b="b" l="l" r="r" t="t"/>
              <a:pathLst>
                <a:path extrusionOk="0" h="11" w="4">
                  <a:moveTo>
                    <a:pt x="4" y="0"/>
                  </a:moveTo>
                  <a:lnTo>
                    <a:pt x="4" y="0"/>
                  </a:lnTo>
                  <a:cubicBezTo>
                    <a:pt x="4" y="4"/>
                    <a:pt x="0" y="7"/>
                    <a:pt x="0" y="11"/>
                  </a:cubicBezTo>
                  <a:cubicBezTo>
                    <a:pt x="4" y="7"/>
                    <a:pt x="4" y="4"/>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6" name="Google Shape;5986;p95"/>
            <p:cNvSpPr/>
            <p:nvPr/>
          </p:nvSpPr>
          <p:spPr>
            <a:xfrm>
              <a:off x="1481320" y="2047598"/>
              <a:ext cx="1453" cy="2295"/>
            </a:xfrm>
            <a:custGeom>
              <a:rect b="b" l="l" r="r" t="t"/>
              <a:pathLst>
                <a:path extrusionOk="0" h="169" w="107">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7" name="Google Shape;5987;p95"/>
            <p:cNvSpPr/>
            <p:nvPr/>
          </p:nvSpPr>
          <p:spPr>
            <a:xfrm>
              <a:off x="1451571" y="2077170"/>
              <a:ext cx="299" cy="204"/>
            </a:xfrm>
            <a:custGeom>
              <a:rect b="b" l="l" r="r" t="t"/>
              <a:pathLst>
                <a:path extrusionOk="0" h="15" w="22">
                  <a:moveTo>
                    <a:pt x="21" y="14"/>
                  </a:moveTo>
                  <a:cubicBezTo>
                    <a:pt x="14" y="7"/>
                    <a:pt x="7" y="4"/>
                    <a:pt x="0" y="0"/>
                  </a:cubicBezTo>
                  <a:cubicBezTo>
                    <a:pt x="7" y="4"/>
                    <a:pt x="14" y="7"/>
                    <a:pt x="21"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8" name="Google Shape;5988;p95"/>
            <p:cNvSpPr/>
            <p:nvPr/>
          </p:nvSpPr>
          <p:spPr>
            <a:xfrm>
              <a:off x="1450947" y="2076980"/>
              <a:ext cx="204" cy="54"/>
            </a:xfrm>
            <a:custGeom>
              <a:rect b="b" l="l" r="r" t="t"/>
              <a:pathLst>
                <a:path extrusionOk="0" h="4" w="15">
                  <a:moveTo>
                    <a:pt x="15"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9" name="Google Shape;5989;p95"/>
            <p:cNvSpPr/>
            <p:nvPr/>
          </p:nvSpPr>
          <p:spPr>
            <a:xfrm>
              <a:off x="1452237" y="2077645"/>
              <a:ext cx="204" cy="244"/>
            </a:xfrm>
            <a:custGeom>
              <a:rect b="b" l="l" r="r" t="t"/>
              <a:pathLst>
                <a:path extrusionOk="0" h="18" w="15">
                  <a:moveTo>
                    <a:pt x="0" y="0"/>
                  </a:moveTo>
                  <a:lnTo>
                    <a:pt x="14"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0" name="Google Shape;5990;p95"/>
            <p:cNvSpPr/>
            <p:nvPr/>
          </p:nvSpPr>
          <p:spPr>
            <a:xfrm>
              <a:off x="1449671" y="2076884"/>
              <a:ext cx="625" cy="54"/>
            </a:xfrm>
            <a:custGeom>
              <a:rect b="b" l="l" r="r" t="t"/>
              <a:pathLst>
                <a:path extrusionOk="0" h="4" w="46">
                  <a:moveTo>
                    <a:pt x="46" y="0"/>
                  </a:moveTo>
                  <a:cubicBezTo>
                    <a:pt x="28" y="0"/>
                    <a:pt x="14" y="0"/>
                    <a:pt x="0" y="4"/>
                  </a:cubicBezTo>
                  <a:cubicBezTo>
                    <a:pt x="14" y="0"/>
                    <a:pt x="28" y="0"/>
                    <a:pt x="4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1" name="Google Shape;5991;p95"/>
            <p:cNvSpPr/>
            <p:nvPr/>
          </p:nvSpPr>
          <p:spPr>
            <a:xfrm>
              <a:off x="1450621" y="2076884"/>
              <a:ext cx="244" cy="54"/>
            </a:xfrm>
            <a:custGeom>
              <a:rect b="b" l="l" r="r" t="t"/>
              <a:pathLst>
                <a:path extrusionOk="0" h="4" w="18">
                  <a:moveTo>
                    <a:pt x="18"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2" name="Google Shape;5992;p95"/>
            <p:cNvSpPr/>
            <p:nvPr/>
          </p:nvSpPr>
          <p:spPr>
            <a:xfrm>
              <a:off x="1451286" y="2077075"/>
              <a:ext cx="204" cy="54"/>
            </a:xfrm>
            <a:custGeom>
              <a:rect b="b" l="l" r="r" t="t"/>
              <a:pathLst>
                <a:path extrusionOk="0" h="4" w="15">
                  <a:moveTo>
                    <a:pt x="14"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3" name="Google Shape;5993;p95"/>
            <p:cNvSpPr/>
            <p:nvPr/>
          </p:nvSpPr>
          <p:spPr>
            <a:xfrm>
              <a:off x="1450336" y="2076884"/>
              <a:ext cx="204" cy="14"/>
            </a:xfrm>
            <a:custGeom>
              <a:rect b="b" l="l" r="r" t="t"/>
              <a:pathLst>
                <a:path extrusionOk="0" h="1" w="15">
                  <a:moveTo>
                    <a:pt x="0" y="0"/>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4" name="Google Shape;5994;p95"/>
            <p:cNvSpPr/>
            <p:nvPr/>
          </p:nvSpPr>
          <p:spPr>
            <a:xfrm>
              <a:off x="1447580" y="2072417"/>
              <a:ext cx="14" cy="149"/>
            </a:xfrm>
            <a:custGeom>
              <a:rect b="b" l="l" r="r" t="t"/>
              <a:pathLst>
                <a:path extrusionOk="0" h="11" w="1">
                  <a:moveTo>
                    <a:pt x="0"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5" name="Google Shape;5995;p95"/>
            <p:cNvSpPr/>
            <p:nvPr/>
          </p:nvSpPr>
          <p:spPr>
            <a:xfrm>
              <a:off x="1480899" y="2047082"/>
              <a:ext cx="339" cy="339"/>
            </a:xfrm>
            <a:custGeom>
              <a:rect b="b" l="l" r="r" t="t"/>
              <a:pathLst>
                <a:path extrusionOk="0" h="25" w="25">
                  <a:moveTo>
                    <a:pt x="0" y="0"/>
                  </a:moveTo>
                  <a:lnTo>
                    <a:pt x="25"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6" name="Google Shape;5996;p95"/>
            <p:cNvSpPr/>
            <p:nvPr/>
          </p:nvSpPr>
          <p:spPr>
            <a:xfrm>
              <a:off x="1479989" y="2046077"/>
              <a:ext cx="299" cy="299"/>
            </a:xfrm>
            <a:custGeom>
              <a:rect b="b" l="l" r="r" t="t"/>
              <a:pathLst>
                <a:path extrusionOk="0" h="22" w="22">
                  <a:moveTo>
                    <a:pt x="8" y="4"/>
                  </a:moveTo>
                  <a:lnTo>
                    <a:pt x="1" y="1"/>
                  </a:lnTo>
                  <a:lnTo>
                    <a:pt x="8" y="4"/>
                  </a:lnTo>
                  <a:lnTo>
                    <a:pt x="22"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7" name="Google Shape;5997;p95"/>
            <p:cNvSpPr/>
            <p:nvPr/>
          </p:nvSpPr>
          <p:spPr>
            <a:xfrm>
              <a:off x="1504429" y="1192826"/>
              <a:ext cx="453000" cy="337170"/>
            </a:xfrm>
            <a:custGeom>
              <a:rect b="b" l="l" r="r" t="t"/>
              <a:pathLst>
                <a:path extrusionOk="0" h="24833" w="33364">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8" name="Google Shape;5998;p95"/>
            <p:cNvSpPr/>
            <p:nvPr/>
          </p:nvSpPr>
          <p:spPr>
            <a:xfrm>
              <a:off x="1636850" y="1405097"/>
              <a:ext cx="21547" cy="12491"/>
            </a:xfrm>
            <a:custGeom>
              <a:rect b="b" l="l" r="r" t="t"/>
              <a:pathLst>
                <a:path extrusionOk="0" h="920" w="1587">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9" name="Google Shape;5999;p95"/>
            <p:cNvSpPr/>
            <p:nvPr/>
          </p:nvSpPr>
          <p:spPr>
            <a:xfrm>
              <a:off x="1089269" y="1627361"/>
              <a:ext cx="38085" cy="22688"/>
            </a:xfrm>
            <a:custGeom>
              <a:rect b="b" l="l" r="r" t="t"/>
              <a:pathLst>
                <a:path extrusionOk="0" h="1671" w="2805">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0" name="Google Shape;6000;p95"/>
            <p:cNvSpPr/>
            <p:nvPr/>
          </p:nvSpPr>
          <p:spPr>
            <a:xfrm>
              <a:off x="1108006" y="1344093"/>
              <a:ext cx="76156" cy="49612"/>
            </a:xfrm>
            <a:custGeom>
              <a:rect b="b" l="l" r="r" t="t"/>
              <a:pathLst>
                <a:path extrusionOk="0" h="3654" w="5609">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1" name="Google Shape;6001;p95"/>
            <p:cNvSpPr/>
            <p:nvPr/>
          </p:nvSpPr>
          <p:spPr>
            <a:xfrm>
              <a:off x="1158773" y="1355960"/>
              <a:ext cx="133616" cy="70277"/>
            </a:xfrm>
            <a:custGeom>
              <a:rect b="b" l="l" r="r" t="t"/>
              <a:pathLst>
                <a:path extrusionOk="0" h="5176" w="9841">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2" name="Google Shape;6002;p95"/>
            <p:cNvSpPr/>
            <p:nvPr/>
          </p:nvSpPr>
          <p:spPr>
            <a:xfrm>
              <a:off x="1158243" y="1321487"/>
              <a:ext cx="9857" cy="6436"/>
            </a:xfrm>
            <a:custGeom>
              <a:rect b="b" l="l" r="r" t="t"/>
              <a:pathLst>
                <a:path extrusionOk="0" h="474" w="726">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3" name="Google Shape;6003;p95"/>
            <p:cNvSpPr/>
            <p:nvPr/>
          </p:nvSpPr>
          <p:spPr>
            <a:xfrm>
              <a:off x="1130627" y="1298310"/>
              <a:ext cx="52871" cy="25947"/>
            </a:xfrm>
            <a:custGeom>
              <a:rect b="b" l="l" r="r" t="t"/>
              <a:pathLst>
                <a:path extrusionOk="0" h="1911" w="3894">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4" name="Google Shape;6004;p95"/>
            <p:cNvSpPr/>
            <p:nvPr/>
          </p:nvSpPr>
          <p:spPr>
            <a:xfrm>
              <a:off x="1171549" y="1310367"/>
              <a:ext cx="86380" cy="35437"/>
            </a:xfrm>
            <a:custGeom>
              <a:rect b="b" l="l" r="r" t="t"/>
              <a:pathLst>
                <a:path extrusionOk="0" h="2610" w="6362">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5" name="Google Shape;6005;p95"/>
            <p:cNvSpPr/>
            <p:nvPr/>
          </p:nvSpPr>
          <p:spPr>
            <a:xfrm>
              <a:off x="1190001" y="1292064"/>
              <a:ext cx="7943" cy="3136"/>
            </a:xfrm>
            <a:custGeom>
              <a:rect b="b" l="l" r="r" t="t"/>
              <a:pathLst>
                <a:path extrusionOk="0" h="231" w="585">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6" name="Google Shape;6006;p95"/>
            <p:cNvSpPr/>
            <p:nvPr/>
          </p:nvSpPr>
          <p:spPr>
            <a:xfrm>
              <a:off x="1203443" y="1290258"/>
              <a:ext cx="23829" cy="10971"/>
            </a:xfrm>
            <a:custGeom>
              <a:rect b="b" l="l" r="r" t="t"/>
              <a:pathLst>
                <a:path extrusionOk="0" h="808" w="1755">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7" name="Google Shape;6007;p95"/>
            <p:cNvSpPr/>
            <p:nvPr/>
          </p:nvSpPr>
          <p:spPr>
            <a:xfrm>
              <a:off x="1201067" y="1279519"/>
              <a:ext cx="29300" cy="6789"/>
            </a:xfrm>
            <a:custGeom>
              <a:rect b="b" l="l" r="r" t="t"/>
              <a:pathLst>
                <a:path extrusionOk="0" h="500" w="2158">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8" name="Google Shape;6008;p95"/>
            <p:cNvSpPr/>
            <p:nvPr/>
          </p:nvSpPr>
          <p:spPr>
            <a:xfrm>
              <a:off x="1259015" y="1268100"/>
              <a:ext cx="46978" cy="24073"/>
            </a:xfrm>
            <a:custGeom>
              <a:rect b="b" l="l" r="r" t="t"/>
              <a:pathLst>
                <a:path extrusionOk="0" h="1773" w="346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9" name="Google Shape;6009;p95"/>
            <p:cNvSpPr/>
            <p:nvPr/>
          </p:nvSpPr>
          <p:spPr>
            <a:xfrm>
              <a:off x="1256395" y="1294400"/>
              <a:ext cx="10332" cy="9328"/>
            </a:xfrm>
            <a:custGeom>
              <a:rect b="b" l="l" r="r" t="t"/>
              <a:pathLst>
                <a:path extrusionOk="0" h="687" w="761">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0" name="Google Shape;6010;p95"/>
            <p:cNvSpPr/>
            <p:nvPr/>
          </p:nvSpPr>
          <p:spPr>
            <a:xfrm>
              <a:off x="1300753" y="1256369"/>
              <a:ext cx="8703" cy="4698"/>
            </a:xfrm>
            <a:custGeom>
              <a:rect b="b" l="l" r="r" t="t"/>
              <a:pathLst>
                <a:path extrusionOk="0" h="346" w="641">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1" name="Google Shape;6011;p95"/>
            <p:cNvSpPr/>
            <p:nvPr/>
          </p:nvSpPr>
          <p:spPr>
            <a:xfrm>
              <a:off x="1265858" y="1330814"/>
              <a:ext cx="6626" cy="4901"/>
            </a:xfrm>
            <a:custGeom>
              <a:rect b="b" l="l" r="r" t="t"/>
              <a:pathLst>
                <a:path extrusionOk="0" h="361" w="488">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2" name="Google Shape;6012;p95"/>
            <p:cNvSpPr/>
            <p:nvPr/>
          </p:nvSpPr>
          <p:spPr>
            <a:xfrm>
              <a:off x="1266945" y="1309756"/>
              <a:ext cx="52260" cy="27454"/>
            </a:xfrm>
            <a:custGeom>
              <a:rect b="b" l="l" r="r" t="t"/>
              <a:pathLst>
                <a:path extrusionOk="0" h="2022" w="3849">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3" name="Google Shape;6013;p95"/>
            <p:cNvSpPr/>
            <p:nvPr/>
          </p:nvSpPr>
          <p:spPr>
            <a:xfrm>
              <a:off x="1309917" y="1312268"/>
              <a:ext cx="923" cy="109"/>
            </a:xfrm>
            <a:custGeom>
              <a:rect b="b" l="l" r="r" t="t"/>
              <a:pathLst>
                <a:path extrusionOk="0" h="8" w="68">
                  <a:moveTo>
                    <a:pt x="1" y="1"/>
                  </a:moveTo>
                  <a:lnTo>
                    <a:pt x="64" y="8"/>
                  </a:lnTo>
                  <a:cubicBezTo>
                    <a:pt x="64" y="8"/>
                    <a:pt x="64" y="4"/>
                    <a:pt x="67" y="4"/>
                  </a:cubicBez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4" name="Google Shape;6014;p95"/>
            <p:cNvSpPr/>
            <p:nvPr/>
          </p:nvSpPr>
          <p:spPr>
            <a:xfrm>
              <a:off x="1314344" y="1277224"/>
              <a:ext cx="23109" cy="14718"/>
            </a:xfrm>
            <a:custGeom>
              <a:rect b="b" l="l" r="r" t="t"/>
              <a:pathLst>
                <a:path extrusionOk="0" h="1084" w="1702">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5" name="Google Shape;6015;p95"/>
            <p:cNvSpPr/>
            <p:nvPr/>
          </p:nvSpPr>
          <p:spPr>
            <a:xfrm>
              <a:off x="1329265" y="1294739"/>
              <a:ext cx="19973" cy="4548"/>
            </a:xfrm>
            <a:custGeom>
              <a:rect b="b" l="l" r="r" t="t"/>
              <a:pathLst>
                <a:path extrusionOk="0" h="335" w="1471">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6" name="Google Shape;6016;p95"/>
            <p:cNvSpPr/>
            <p:nvPr/>
          </p:nvSpPr>
          <p:spPr>
            <a:xfrm>
              <a:off x="1324934" y="1329592"/>
              <a:ext cx="24684" cy="12138"/>
            </a:xfrm>
            <a:custGeom>
              <a:rect b="b" l="l" r="r" t="t"/>
              <a:pathLst>
                <a:path extrusionOk="0" h="894" w="1818">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7" name="Google Shape;6017;p95"/>
            <p:cNvSpPr/>
            <p:nvPr/>
          </p:nvSpPr>
          <p:spPr>
            <a:xfrm>
              <a:off x="1281500" y="1350040"/>
              <a:ext cx="45593" cy="39266"/>
            </a:xfrm>
            <a:custGeom>
              <a:rect b="b" l="l" r="r" t="t"/>
              <a:pathLst>
                <a:path extrusionOk="0" h="2892" w="3358">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8" name="Google Shape;6018;p95"/>
            <p:cNvSpPr/>
            <p:nvPr/>
          </p:nvSpPr>
          <p:spPr>
            <a:xfrm>
              <a:off x="1325029" y="1306674"/>
              <a:ext cx="126216" cy="36999"/>
            </a:xfrm>
            <a:custGeom>
              <a:rect b="b" l="l" r="r" t="t"/>
              <a:pathLst>
                <a:path extrusionOk="0" h="2725" w="9296">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9" name="Google Shape;6019;p95"/>
            <p:cNvSpPr/>
            <p:nvPr/>
          </p:nvSpPr>
          <p:spPr>
            <a:xfrm>
              <a:off x="1366386" y="1297251"/>
              <a:ext cx="10237" cy="5092"/>
            </a:xfrm>
            <a:custGeom>
              <a:rect b="b" l="l" r="r" t="t"/>
              <a:pathLst>
                <a:path extrusionOk="0" h="375" w="754">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0" name="Google Shape;6020;p95"/>
            <p:cNvSpPr/>
            <p:nvPr/>
          </p:nvSpPr>
          <p:spPr>
            <a:xfrm>
              <a:off x="1325409" y="1232744"/>
              <a:ext cx="83529" cy="54948"/>
            </a:xfrm>
            <a:custGeom>
              <a:rect b="b" l="l" r="r" t="t"/>
              <a:pathLst>
                <a:path extrusionOk="0" h="4047" w="6152">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1" name="Google Shape;6021;p95"/>
            <p:cNvSpPr/>
            <p:nvPr/>
          </p:nvSpPr>
          <p:spPr>
            <a:xfrm>
              <a:off x="1360263" y="1200633"/>
              <a:ext cx="230111" cy="117201"/>
            </a:xfrm>
            <a:custGeom>
              <a:rect b="b" l="l" r="r" t="t"/>
              <a:pathLst>
                <a:path extrusionOk="0" h="8632" w="16948">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2" name="Google Shape;6022;p95"/>
            <p:cNvSpPr/>
            <p:nvPr/>
          </p:nvSpPr>
          <p:spPr>
            <a:xfrm>
              <a:off x="1448150" y="1504498"/>
              <a:ext cx="5567" cy="6476"/>
            </a:xfrm>
            <a:custGeom>
              <a:rect b="b" l="l" r="r" t="t"/>
              <a:pathLst>
                <a:path extrusionOk="0" h="477" w="41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3" name="Google Shape;6023;p95"/>
            <p:cNvSpPr/>
            <p:nvPr/>
          </p:nvSpPr>
          <p:spPr>
            <a:xfrm>
              <a:off x="1420818" y="1496650"/>
              <a:ext cx="12410" cy="7807"/>
            </a:xfrm>
            <a:custGeom>
              <a:rect b="b" l="l" r="r" t="t"/>
              <a:pathLst>
                <a:path extrusionOk="0" h="575" w="914">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4" name="Google Shape;6024;p95"/>
            <p:cNvSpPr/>
            <p:nvPr/>
          </p:nvSpPr>
          <p:spPr>
            <a:xfrm>
              <a:off x="1395483" y="1461851"/>
              <a:ext cx="49110" cy="30699"/>
            </a:xfrm>
            <a:custGeom>
              <a:rect b="b" l="l" r="r" t="t"/>
              <a:pathLst>
                <a:path extrusionOk="0" h="2261" w="3617">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5" name="Google Shape;6025;p95"/>
            <p:cNvSpPr/>
            <p:nvPr/>
          </p:nvSpPr>
          <p:spPr>
            <a:xfrm>
              <a:off x="1373895" y="1355132"/>
              <a:ext cx="215339" cy="153181"/>
            </a:xfrm>
            <a:custGeom>
              <a:rect b="b" l="l" r="r" t="t"/>
              <a:pathLst>
                <a:path extrusionOk="0" h="11282" w="1586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6" name="Google Shape;6026;p95"/>
            <p:cNvSpPr/>
            <p:nvPr/>
          </p:nvSpPr>
          <p:spPr>
            <a:xfrm>
              <a:off x="1468014" y="1430297"/>
              <a:ext cx="17841" cy="12722"/>
            </a:xfrm>
            <a:custGeom>
              <a:rect b="b" l="l" r="r" t="t"/>
              <a:pathLst>
                <a:path extrusionOk="0" h="937" w="1314">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7" name="Google Shape;6027;p95"/>
            <p:cNvSpPr/>
            <p:nvPr/>
          </p:nvSpPr>
          <p:spPr>
            <a:xfrm>
              <a:off x="1442393" y="1355322"/>
              <a:ext cx="32667" cy="14188"/>
            </a:xfrm>
            <a:custGeom>
              <a:rect b="b" l="l" r="r" t="t"/>
              <a:pathLst>
                <a:path extrusionOk="0" h="1045" w="2406">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8" name="Google Shape;6028;p95"/>
            <p:cNvSpPr/>
            <p:nvPr/>
          </p:nvSpPr>
          <p:spPr>
            <a:xfrm>
              <a:off x="1605052" y="1620450"/>
              <a:ext cx="47684" cy="43136"/>
            </a:xfrm>
            <a:custGeom>
              <a:rect b="b" l="l" r="r" t="t"/>
              <a:pathLst>
                <a:path extrusionOk="0" h="3177" w="3512">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9" name="Google Shape;6029;p95"/>
            <p:cNvSpPr/>
            <p:nvPr/>
          </p:nvSpPr>
          <p:spPr>
            <a:xfrm>
              <a:off x="1053479" y="1595277"/>
              <a:ext cx="11704" cy="15777"/>
            </a:xfrm>
            <a:custGeom>
              <a:rect b="b" l="l" r="r" t="t"/>
              <a:pathLst>
                <a:path extrusionOk="0" h="1162" w="862">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0" name="Google Shape;6030;p95"/>
            <p:cNvSpPr/>
            <p:nvPr/>
          </p:nvSpPr>
          <p:spPr>
            <a:xfrm>
              <a:off x="1341580" y="1422123"/>
              <a:ext cx="1439" cy="2009"/>
            </a:xfrm>
            <a:custGeom>
              <a:rect b="b" l="l" r="r" t="t"/>
              <a:pathLst>
                <a:path extrusionOk="0" h="148" w="106">
                  <a:moveTo>
                    <a:pt x="105" y="0"/>
                  </a:moveTo>
                  <a:lnTo>
                    <a:pt x="77" y="32"/>
                  </a:lnTo>
                  <a:cubicBezTo>
                    <a:pt x="32" y="81"/>
                    <a:pt x="0" y="116"/>
                    <a:pt x="0" y="147"/>
                  </a:cubicBezTo>
                  <a:cubicBezTo>
                    <a:pt x="42" y="102"/>
                    <a:pt x="77" y="53"/>
                    <a:pt x="10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1" name="Google Shape;6031;p95"/>
            <p:cNvSpPr/>
            <p:nvPr/>
          </p:nvSpPr>
          <p:spPr>
            <a:xfrm>
              <a:off x="993779" y="1350298"/>
              <a:ext cx="636812" cy="355798"/>
            </a:xfrm>
            <a:custGeom>
              <a:rect b="b" l="l" r="r" t="t"/>
              <a:pathLst>
                <a:path extrusionOk="0" h="26205" w="46902">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2" name="Google Shape;6032;p95"/>
            <p:cNvSpPr/>
            <p:nvPr/>
          </p:nvSpPr>
          <p:spPr>
            <a:xfrm>
              <a:off x="890970" y="1547688"/>
              <a:ext cx="18547" cy="17176"/>
            </a:xfrm>
            <a:custGeom>
              <a:rect b="b" l="l" r="r" t="t"/>
              <a:pathLst>
                <a:path extrusionOk="0" h="1265" w="1366">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3" name="Google Shape;6033;p95"/>
            <p:cNvSpPr/>
            <p:nvPr/>
          </p:nvSpPr>
          <p:spPr>
            <a:xfrm>
              <a:off x="797896" y="1528258"/>
              <a:ext cx="11229" cy="5064"/>
            </a:xfrm>
            <a:custGeom>
              <a:rect b="b" l="l" r="r" t="t"/>
              <a:pathLst>
                <a:path extrusionOk="0" h="373" w="827">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4" name="Google Shape;6034;p95"/>
            <p:cNvSpPr/>
            <p:nvPr/>
          </p:nvSpPr>
          <p:spPr>
            <a:xfrm>
              <a:off x="793334" y="1391519"/>
              <a:ext cx="283403" cy="195652"/>
            </a:xfrm>
            <a:custGeom>
              <a:rect b="b" l="l" r="r" t="t"/>
              <a:pathLst>
                <a:path extrusionOk="0" h="14410" w="20873">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5" name="Google Shape;6035;p95"/>
            <p:cNvSpPr/>
            <p:nvPr/>
          </p:nvSpPr>
          <p:spPr>
            <a:xfrm>
              <a:off x="815819" y="1587293"/>
              <a:ext cx="9518" cy="3435"/>
            </a:xfrm>
            <a:custGeom>
              <a:rect b="b" l="l" r="r" t="t"/>
              <a:pathLst>
                <a:path extrusionOk="0" h="253" w="701">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6" name="Google Shape;6036;p95"/>
            <p:cNvSpPr/>
            <p:nvPr/>
          </p:nvSpPr>
          <p:spPr>
            <a:xfrm>
              <a:off x="1116791" y="1641060"/>
              <a:ext cx="428519" cy="210818"/>
            </a:xfrm>
            <a:custGeom>
              <a:rect b="b" l="l" r="r" t="t"/>
              <a:pathLst>
                <a:path extrusionOk="0" h="15527" w="31561">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7" name="Google Shape;6037;p95"/>
            <p:cNvSpPr/>
            <p:nvPr/>
          </p:nvSpPr>
          <p:spPr>
            <a:xfrm>
              <a:off x="797231" y="1596418"/>
              <a:ext cx="3625" cy="3965"/>
            </a:xfrm>
            <a:custGeom>
              <a:rect b="b" l="l" r="r" t="t"/>
              <a:pathLst>
                <a:path extrusionOk="0" h="292" w="267">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8" name="Google Shape;6038;p95"/>
            <p:cNvSpPr/>
            <p:nvPr/>
          </p:nvSpPr>
          <p:spPr>
            <a:xfrm>
              <a:off x="950901" y="1525692"/>
              <a:ext cx="2824" cy="1738"/>
            </a:xfrm>
            <a:custGeom>
              <a:rect b="b" l="l" r="r" t="t"/>
              <a:pathLst>
                <a:path extrusionOk="0" h="128" w="208">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9" name="Google Shape;6039;p95"/>
            <p:cNvSpPr/>
            <p:nvPr/>
          </p:nvSpPr>
          <p:spPr>
            <a:xfrm>
              <a:off x="1054294" y="1571136"/>
              <a:ext cx="3571" cy="2200"/>
            </a:xfrm>
            <a:custGeom>
              <a:rect b="b" l="l" r="r" t="t"/>
              <a:pathLst>
                <a:path extrusionOk="0" h="162" w="263">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0" name="Google Shape;6040;p95"/>
            <p:cNvSpPr/>
            <p:nvPr/>
          </p:nvSpPr>
          <p:spPr>
            <a:xfrm>
              <a:off x="1293570" y="1816780"/>
              <a:ext cx="1290" cy="1113"/>
            </a:xfrm>
            <a:custGeom>
              <a:rect b="b" l="l" r="r" t="t"/>
              <a:pathLst>
                <a:path extrusionOk="0" h="82" w="95">
                  <a:moveTo>
                    <a:pt x="95" y="81"/>
                  </a:moveTo>
                  <a:cubicBezTo>
                    <a:pt x="67" y="50"/>
                    <a:pt x="35" y="25"/>
                    <a:pt x="0" y="1"/>
                  </a:cubicBezTo>
                  <a:cubicBezTo>
                    <a:pt x="35" y="25"/>
                    <a:pt x="67" y="50"/>
                    <a:pt x="95" y="8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1" name="Google Shape;6041;p95"/>
            <p:cNvSpPr/>
            <p:nvPr/>
          </p:nvSpPr>
          <p:spPr>
            <a:xfrm>
              <a:off x="1278743" y="1812694"/>
              <a:ext cx="14786" cy="4100"/>
            </a:xfrm>
            <a:custGeom>
              <a:rect b="b" l="l" r="r" t="t"/>
              <a:pathLst>
                <a:path extrusionOk="0" h="302" w="1089">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2" name="Google Shape;6042;p95"/>
            <p:cNvSpPr/>
            <p:nvPr/>
          </p:nvSpPr>
          <p:spPr>
            <a:xfrm>
              <a:off x="1173314" y="1789354"/>
              <a:ext cx="16741" cy="2254"/>
            </a:xfrm>
            <a:custGeom>
              <a:rect b="b" l="l" r="r" t="t"/>
              <a:pathLst>
                <a:path extrusionOk="0" h="166" w="1233">
                  <a:moveTo>
                    <a:pt x="0" y="165"/>
                  </a:moveTo>
                  <a:lnTo>
                    <a:pt x="1233"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3" name="Google Shape;6043;p95"/>
            <p:cNvSpPr/>
            <p:nvPr/>
          </p:nvSpPr>
          <p:spPr>
            <a:xfrm>
              <a:off x="1317141" y="1844302"/>
              <a:ext cx="448" cy="14"/>
            </a:xfrm>
            <a:custGeom>
              <a:rect b="b" l="l" r="r" t="t"/>
              <a:pathLst>
                <a:path extrusionOk="0" h="1" w="33">
                  <a:moveTo>
                    <a:pt x="32" y="1"/>
                  </a:moveTo>
                  <a:cubicBezTo>
                    <a:pt x="22" y="1"/>
                    <a:pt x="11" y="1"/>
                    <a:pt x="1" y="1"/>
                  </a:cubicBezTo>
                  <a:cubicBezTo>
                    <a:pt x="11" y="1"/>
                    <a:pt x="22" y="1"/>
                    <a:pt x="3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4" name="Google Shape;6044;p95"/>
            <p:cNvSpPr/>
            <p:nvPr/>
          </p:nvSpPr>
          <p:spPr>
            <a:xfrm>
              <a:off x="1318906" y="1844641"/>
              <a:ext cx="339" cy="149"/>
            </a:xfrm>
            <a:custGeom>
              <a:rect b="b" l="l" r="r" t="t"/>
              <a:pathLst>
                <a:path extrusionOk="0" h="11" w="25">
                  <a:moveTo>
                    <a:pt x="25"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5" name="Google Shape;6045;p95"/>
            <p:cNvSpPr/>
            <p:nvPr/>
          </p:nvSpPr>
          <p:spPr>
            <a:xfrm>
              <a:off x="1317765" y="1844302"/>
              <a:ext cx="299" cy="68"/>
            </a:xfrm>
            <a:custGeom>
              <a:rect b="b" l="l" r="r" t="t"/>
              <a:pathLst>
                <a:path extrusionOk="0" h="5" w="22">
                  <a:moveTo>
                    <a:pt x="21"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6" name="Google Shape;6046;p95"/>
            <p:cNvSpPr/>
            <p:nvPr/>
          </p:nvSpPr>
          <p:spPr>
            <a:xfrm>
              <a:off x="1278173" y="1815545"/>
              <a:ext cx="584" cy="964"/>
            </a:xfrm>
            <a:custGeom>
              <a:rect b="b" l="l" r="r" t="t"/>
              <a:pathLst>
                <a:path extrusionOk="0" h="71" w="43">
                  <a:moveTo>
                    <a:pt x="42" y="1"/>
                  </a:moveTo>
                  <a:cubicBezTo>
                    <a:pt x="28" y="25"/>
                    <a:pt x="14" y="46"/>
                    <a:pt x="0" y="71"/>
                  </a:cubicBezTo>
                  <a:cubicBezTo>
                    <a:pt x="14" y="46"/>
                    <a:pt x="28" y="25"/>
                    <a:pt x="4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7" name="Google Shape;6047;p95"/>
            <p:cNvSpPr/>
            <p:nvPr/>
          </p:nvSpPr>
          <p:spPr>
            <a:xfrm>
              <a:off x="1252838" y="1797147"/>
              <a:ext cx="244" cy="258"/>
            </a:xfrm>
            <a:custGeom>
              <a:rect b="b" l="l" r="r" t="t"/>
              <a:pathLst>
                <a:path extrusionOk="0" h="19" w="18">
                  <a:moveTo>
                    <a:pt x="0" y="1"/>
                  </a:moveTo>
                  <a:lnTo>
                    <a:pt x="18"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8" name="Google Shape;6048;p95"/>
            <p:cNvSpPr/>
            <p:nvPr/>
          </p:nvSpPr>
          <p:spPr>
            <a:xfrm>
              <a:off x="1318240" y="1844397"/>
              <a:ext cx="299" cy="109"/>
            </a:xfrm>
            <a:custGeom>
              <a:rect b="b" l="l" r="r" t="t"/>
              <a:pathLst>
                <a:path extrusionOk="0" h="8" w="22">
                  <a:moveTo>
                    <a:pt x="21"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9" name="Google Shape;6049;p95"/>
            <p:cNvSpPr/>
            <p:nvPr/>
          </p:nvSpPr>
          <p:spPr>
            <a:xfrm>
              <a:off x="1294846" y="1817880"/>
              <a:ext cx="1018" cy="1249"/>
            </a:xfrm>
            <a:custGeom>
              <a:rect b="b" l="l" r="r" t="t"/>
              <a:pathLst>
                <a:path extrusionOk="0" h="92" w="75">
                  <a:moveTo>
                    <a:pt x="74" y="91"/>
                  </a:moveTo>
                  <a:cubicBezTo>
                    <a:pt x="53" y="60"/>
                    <a:pt x="29" y="28"/>
                    <a:pt x="1" y="0"/>
                  </a:cubicBezTo>
                  <a:cubicBezTo>
                    <a:pt x="29" y="28"/>
                    <a:pt x="53" y="60"/>
                    <a:pt x="74" y="9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0" name="Google Shape;6050;p95"/>
            <p:cNvSpPr/>
            <p:nvPr/>
          </p:nvSpPr>
          <p:spPr>
            <a:xfrm>
              <a:off x="1122833" y="165189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1" name="Google Shape;6051;p95"/>
            <p:cNvSpPr/>
            <p:nvPr/>
          </p:nvSpPr>
          <p:spPr>
            <a:xfrm>
              <a:off x="1124734" y="1651746"/>
              <a:ext cx="530" cy="68"/>
            </a:xfrm>
            <a:custGeom>
              <a:rect b="b" l="l" r="r" t="t"/>
              <a:pathLst>
                <a:path extrusionOk="0" h="5" w="39">
                  <a:moveTo>
                    <a:pt x="0" y="4"/>
                  </a:moveTo>
                  <a:lnTo>
                    <a:pt x="3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2" name="Google Shape;6052;p95"/>
            <p:cNvSpPr/>
            <p:nvPr/>
          </p:nvSpPr>
          <p:spPr>
            <a:xfrm>
              <a:off x="1125969" y="1651556"/>
              <a:ext cx="489" cy="109"/>
            </a:xfrm>
            <a:custGeom>
              <a:rect b="b" l="l" r="r" t="t"/>
              <a:pathLst>
                <a:path extrusionOk="0" h="8" w="36">
                  <a:moveTo>
                    <a:pt x="0" y="8"/>
                  </a:moveTo>
                  <a:lnTo>
                    <a:pt x="3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3" name="Google Shape;6053;p95"/>
            <p:cNvSpPr/>
            <p:nvPr/>
          </p:nvSpPr>
          <p:spPr>
            <a:xfrm>
              <a:off x="1117076" y="1651515"/>
              <a:ext cx="448" cy="54"/>
            </a:xfrm>
            <a:custGeom>
              <a:rect b="b" l="l" r="r" t="t"/>
              <a:pathLst>
                <a:path extrusionOk="0" h="4" w="33">
                  <a:moveTo>
                    <a:pt x="1" y="0"/>
                  </a:moveTo>
                  <a:lnTo>
                    <a:pt x="32"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4" name="Google Shape;6054;p95"/>
            <p:cNvSpPr/>
            <p:nvPr/>
          </p:nvSpPr>
          <p:spPr>
            <a:xfrm>
              <a:off x="1120783" y="1651841"/>
              <a:ext cx="394" cy="14"/>
            </a:xfrm>
            <a:custGeom>
              <a:rect b="b" l="l" r="r" t="t"/>
              <a:pathLst>
                <a:path extrusionOk="0" h="1" w="29">
                  <a:moveTo>
                    <a:pt x="1" y="1"/>
                  </a:moveTo>
                  <a:lnTo>
                    <a:pt x="2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5" name="Google Shape;6055;p95"/>
            <p:cNvSpPr/>
            <p:nvPr/>
          </p:nvSpPr>
          <p:spPr>
            <a:xfrm>
              <a:off x="1123539" y="1651895"/>
              <a:ext cx="543" cy="14"/>
            </a:xfrm>
            <a:custGeom>
              <a:rect b="b" l="l" r="r" t="t"/>
              <a:pathLst>
                <a:path extrusionOk="0" h="1" w="40">
                  <a:moveTo>
                    <a:pt x="1" y="0"/>
                  </a:moveTo>
                  <a:lnTo>
                    <a:pt x="3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6" name="Google Shape;6056;p95"/>
            <p:cNvSpPr/>
            <p:nvPr/>
          </p:nvSpPr>
          <p:spPr>
            <a:xfrm>
              <a:off x="1119072" y="1651705"/>
              <a:ext cx="163" cy="14"/>
            </a:xfrm>
            <a:custGeom>
              <a:rect b="b" l="l" r="r" t="t"/>
              <a:pathLst>
                <a:path extrusionOk="0" h="1" w="12">
                  <a:moveTo>
                    <a:pt x="1"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7" name="Google Shape;6057;p95"/>
            <p:cNvSpPr/>
            <p:nvPr/>
          </p:nvSpPr>
          <p:spPr>
            <a:xfrm>
              <a:off x="1543206" y="1679322"/>
              <a:ext cx="258" cy="434"/>
            </a:xfrm>
            <a:custGeom>
              <a:rect b="b" l="l" r="r" t="t"/>
              <a:pathLst>
                <a:path extrusionOk="0" h="32" w="19">
                  <a:moveTo>
                    <a:pt x="1" y="0"/>
                  </a:moveTo>
                  <a:lnTo>
                    <a:pt x="18"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8" name="Google Shape;6058;p95"/>
            <p:cNvSpPr/>
            <p:nvPr/>
          </p:nvSpPr>
          <p:spPr>
            <a:xfrm>
              <a:off x="1543736" y="1680177"/>
              <a:ext cx="299" cy="434"/>
            </a:xfrm>
            <a:custGeom>
              <a:rect b="b" l="l" r="r" t="t"/>
              <a:pathLst>
                <a:path extrusionOk="0" h="32" w="22">
                  <a:moveTo>
                    <a:pt x="0" y="0"/>
                  </a:moveTo>
                  <a:lnTo>
                    <a:pt x="21"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9" name="Google Shape;6059;p95"/>
            <p:cNvSpPr/>
            <p:nvPr/>
          </p:nvSpPr>
          <p:spPr>
            <a:xfrm>
              <a:off x="1542731" y="1678507"/>
              <a:ext cx="258" cy="394"/>
            </a:xfrm>
            <a:custGeom>
              <a:rect b="b" l="l" r="r" t="t"/>
              <a:pathLst>
                <a:path extrusionOk="0" h="29" w="19">
                  <a:moveTo>
                    <a:pt x="1" y="1"/>
                  </a:moveTo>
                  <a:lnTo>
                    <a:pt x="18"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0" name="Google Shape;6060;p95"/>
            <p:cNvSpPr/>
            <p:nvPr/>
          </p:nvSpPr>
          <p:spPr>
            <a:xfrm>
              <a:off x="1544251" y="1681032"/>
              <a:ext cx="299" cy="394"/>
            </a:xfrm>
            <a:custGeom>
              <a:rect b="b" l="l" r="r" t="t"/>
              <a:pathLst>
                <a:path extrusionOk="0" h="29" w="22">
                  <a:moveTo>
                    <a:pt x="1" y="0"/>
                  </a:moveTo>
                  <a:lnTo>
                    <a:pt x="22"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1" name="Google Shape;6061;p95"/>
            <p:cNvSpPr/>
            <p:nvPr/>
          </p:nvSpPr>
          <p:spPr>
            <a:xfrm>
              <a:off x="1544876" y="1681888"/>
              <a:ext cx="299" cy="394"/>
            </a:xfrm>
            <a:custGeom>
              <a:rect b="b" l="l" r="r" t="t"/>
              <a:pathLst>
                <a:path extrusionOk="0" h="29" w="22">
                  <a:moveTo>
                    <a:pt x="0" y="0"/>
                  </a:moveTo>
                  <a:lnTo>
                    <a:pt x="21"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2" name="Google Shape;6062;p95"/>
            <p:cNvSpPr/>
            <p:nvPr/>
          </p:nvSpPr>
          <p:spPr>
            <a:xfrm>
              <a:off x="1478333" y="1688541"/>
              <a:ext cx="530" cy="434"/>
            </a:xfrm>
            <a:custGeom>
              <a:rect b="b" l="l" r="r" t="t"/>
              <a:pathLst>
                <a:path extrusionOk="0" h="32" w="39">
                  <a:moveTo>
                    <a:pt x="0" y="32"/>
                  </a:moveTo>
                  <a:lnTo>
                    <a:pt x="3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3" name="Google Shape;6063;p95"/>
            <p:cNvSpPr/>
            <p:nvPr/>
          </p:nvSpPr>
          <p:spPr>
            <a:xfrm>
              <a:off x="1478944" y="1688011"/>
              <a:ext cx="489" cy="448"/>
            </a:xfrm>
            <a:custGeom>
              <a:rect b="b" l="l" r="r" t="t"/>
              <a:pathLst>
                <a:path extrusionOk="0" h="33" w="36">
                  <a:moveTo>
                    <a:pt x="1" y="32"/>
                  </a:moveTo>
                  <a:lnTo>
                    <a:pt x="36"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4" name="Google Shape;6064;p95"/>
            <p:cNvSpPr/>
            <p:nvPr/>
          </p:nvSpPr>
          <p:spPr>
            <a:xfrm>
              <a:off x="1542310" y="1677706"/>
              <a:ext cx="244" cy="434"/>
            </a:xfrm>
            <a:custGeom>
              <a:rect b="b" l="l" r="r" t="t"/>
              <a:pathLst>
                <a:path extrusionOk="0" h="32" w="18">
                  <a:moveTo>
                    <a:pt x="0" y="0"/>
                  </a:moveTo>
                  <a:lnTo>
                    <a:pt x="18"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5" name="Google Shape;6065;p95"/>
            <p:cNvSpPr/>
            <p:nvPr/>
          </p:nvSpPr>
          <p:spPr>
            <a:xfrm>
              <a:off x="1539689" y="1670714"/>
              <a:ext cx="109" cy="353"/>
            </a:xfrm>
            <a:custGeom>
              <a:rect b="b" l="l" r="r" t="t"/>
              <a:pathLst>
                <a:path extrusionOk="0" h="26" w="8">
                  <a:moveTo>
                    <a:pt x="1" y="1"/>
                  </a:moveTo>
                  <a:lnTo>
                    <a:pt x="8"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6" name="Google Shape;6066;p95"/>
            <p:cNvSpPr/>
            <p:nvPr/>
          </p:nvSpPr>
          <p:spPr>
            <a:xfrm>
              <a:off x="1539975" y="1671949"/>
              <a:ext cx="163" cy="394"/>
            </a:xfrm>
            <a:custGeom>
              <a:rect b="b" l="l" r="r" t="t"/>
              <a:pathLst>
                <a:path extrusionOk="0" h="29" w="12">
                  <a:moveTo>
                    <a:pt x="1" y="1"/>
                  </a:moveTo>
                  <a:lnTo>
                    <a:pt x="11"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7" name="Google Shape;6067;p95"/>
            <p:cNvSpPr/>
            <p:nvPr/>
          </p:nvSpPr>
          <p:spPr>
            <a:xfrm>
              <a:off x="1477667" y="1689111"/>
              <a:ext cx="584" cy="489"/>
            </a:xfrm>
            <a:custGeom>
              <a:rect b="b" l="l" r="r" t="t"/>
              <a:pathLst>
                <a:path extrusionOk="0" h="36" w="43">
                  <a:moveTo>
                    <a:pt x="0" y="35"/>
                  </a:moveTo>
                  <a:lnTo>
                    <a:pt x="4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8" name="Google Shape;6068;p95"/>
            <p:cNvSpPr/>
            <p:nvPr/>
          </p:nvSpPr>
          <p:spPr>
            <a:xfrm>
              <a:off x="1034661" y="1534586"/>
              <a:ext cx="679" cy="109"/>
            </a:xfrm>
            <a:custGeom>
              <a:rect b="b" l="l" r="r" t="t"/>
              <a:pathLst>
                <a:path extrusionOk="0" h="8" w="50">
                  <a:moveTo>
                    <a:pt x="0" y="0"/>
                  </a:moveTo>
                  <a:cubicBezTo>
                    <a:pt x="18" y="4"/>
                    <a:pt x="32" y="4"/>
                    <a:pt x="49" y="7"/>
                  </a:cubicBezTo>
                  <a:cubicBezTo>
                    <a:pt x="32" y="4"/>
                    <a:pt x="18"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9" name="Google Shape;6069;p95"/>
            <p:cNvSpPr/>
            <p:nvPr/>
          </p:nvSpPr>
          <p:spPr>
            <a:xfrm>
              <a:off x="1540165" y="1672614"/>
              <a:ext cx="163" cy="394"/>
            </a:xfrm>
            <a:custGeom>
              <a:rect b="b" l="l" r="r" t="t"/>
              <a:pathLst>
                <a:path extrusionOk="0" h="29" w="12">
                  <a:moveTo>
                    <a:pt x="1" y="1"/>
                  </a:moveTo>
                  <a:lnTo>
                    <a:pt x="11"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0" name="Google Shape;6070;p95"/>
            <p:cNvSpPr/>
            <p:nvPr/>
          </p:nvSpPr>
          <p:spPr>
            <a:xfrm>
              <a:off x="1035462" y="1534721"/>
              <a:ext cx="638" cy="163"/>
            </a:xfrm>
            <a:custGeom>
              <a:rect b="b" l="l" r="r" t="t"/>
              <a:pathLst>
                <a:path extrusionOk="0" h="12" w="47">
                  <a:moveTo>
                    <a:pt x="1" y="1"/>
                  </a:moveTo>
                  <a:cubicBezTo>
                    <a:pt x="18" y="1"/>
                    <a:pt x="32" y="4"/>
                    <a:pt x="46" y="11"/>
                  </a:cubicBezTo>
                  <a:cubicBezTo>
                    <a:pt x="32" y="4"/>
                    <a:pt x="18"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1" name="Google Shape;6071;p95"/>
            <p:cNvSpPr/>
            <p:nvPr/>
          </p:nvSpPr>
          <p:spPr>
            <a:xfrm>
              <a:off x="1539839" y="1671338"/>
              <a:ext cx="109" cy="339"/>
            </a:xfrm>
            <a:custGeom>
              <a:rect b="b" l="l" r="r" t="t"/>
              <a:pathLst>
                <a:path extrusionOk="0" h="25" w="8">
                  <a:moveTo>
                    <a:pt x="0" y="0"/>
                  </a:moveTo>
                  <a:lnTo>
                    <a:pt x="7"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2" name="Google Shape;6072;p95"/>
            <p:cNvSpPr/>
            <p:nvPr/>
          </p:nvSpPr>
          <p:spPr>
            <a:xfrm>
              <a:off x="1539554" y="1670103"/>
              <a:ext cx="109" cy="339"/>
            </a:xfrm>
            <a:custGeom>
              <a:rect b="b" l="l" r="r" t="t"/>
              <a:pathLst>
                <a:path extrusionOk="0" h="25" w="8">
                  <a:moveTo>
                    <a:pt x="0" y="0"/>
                  </a:moveTo>
                  <a:cubicBezTo>
                    <a:pt x="0" y="7"/>
                    <a:pt x="4" y="18"/>
                    <a:pt x="7" y="25"/>
                  </a:cubicBezTo>
                  <a:cubicBezTo>
                    <a:pt x="4" y="18"/>
                    <a:pt x="4"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3" name="Google Shape;6073;p95"/>
            <p:cNvSpPr/>
            <p:nvPr/>
          </p:nvSpPr>
          <p:spPr>
            <a:xfrm>
              <a:off x="1033710" y="1534531"/>
              <a:ext cx="815" cy="68"/>
            </a:xfrm>
            <a:custGeom>
              <a:rect b="b" l="l" r="r" t="t"/>
              <a:pathLst>
                <a:path extrusionOk="0" h="5" w="60">
                  <a:moveTo>
                    <a:pt x="0" y="1"/>
                  </a:moveTo>
                  <a:cubicBezTo>
                    <a:pt x="18" y="1"/>
                    <a:pt x="39" y="1"/>
                    <a:pt x="60" y="4"/>
                  </a:cubicBezTo>
                  <a:cubicBezTo>
                    <a:pt x="39" y="1"/>
                    <a:pt x="21"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4" name="Google Shape;6074;p95"/>
            <p:cNvSpPr/>
            <p:nvPr/>
          </p:nvSpPr>
          <p:spPr>
            <a:xfrm>
              <a:off x="1541210" y="1675425"/>
              <a:ext cx="204" cy="434"/>
            </a:xfrm>
            <a:custGeom>
              <a:rect b="b" l="l" r="r" t="t"/>
              <a:pathLst>
                <a:path extrusionOk="0" h="32" w="15">
                  <a:moveTo>
                    <a:pt x="1" y="0"/>
                  </a:moveTo>
                  <a:lnTo>
                    <a:pt x="15"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5" name="Google Shape;6075;p95"/>
            <p:cNvSpPr/>
            <p:nvPr/>
          </p:nvSpPr>
          <p:spPr>
            <a:xfrm>
              <a:off x="1541550" y="1676185"/>
              <a:ext cx="204" cy="394"/>
            </a:xfrm>
            <a:custGeom>
              <a:rect b="b" l="l" r="r" t="t"/>
              <a:pathLst>
                <a:path extrusionOk="0" h="29" w="15">
                  <a:moveTo>
                    <a:pt x="0" y="0"/>
                  </a:moveTo>
                  <a:lnTo>
                    <a:pt x="14"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6" name="Google Shape;6076;p95"/>
            <p:cNvSpPr/>
            <p:nvPr/>
          </p:nvSpPr>
          <p:spPr>
            <a:xfrm>
              <a:off x="1540884" y="1674705"/>
              <a:ext cx="204" cy="394"/>
            </a:xfrm>
            <a:custGeom>
              <a:rect b="b" l="l" r="r" t="t"/>
              <a:pathLst>
                <a:path extrusionOk="0" h="29" w="15">
                  <a:moveTo>
                    <a:pt x="0" y="1"/>
                  </a:moveTo>
                  <a:lnTo>
                    <a:pt x="14"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7" name="Google Shape;6077;p95"/>
            <p:cNvSpPr/>
            <p:nvPr/>
          </p:nvSpPr>
          <p:spPr>
            <a:xfrm>
              <a:off x="1540640" y="1673999"/>
              <a:ext cx="163" cy="394"/>
            </a:xfrm>
            <a:custGeom>
              <a:rect b="b" l="l" r="r" t="t"/>
              <a:pathLst>
                <a:path extrusionOk="0" h="29" w="12">
                  <a:moveTo>
                    <a:pt x="1" y="0"/>
                  </a:moveTo>
                  <a:lnTo>
                    <a:pt x="11"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8" name="Google Shape;6078;p95"/>
            <p:cNvSpPr/>
            <p:nvPr/>
          </p:nvSpPr>
          <p:spPr>
            <a:xfrm>
              <a:off x="1541930" y="1676946"/>
              <a:ext cx="204" cy="434"/>
            </a:xfrm>
            <a:custGeom>
              <a:rect b="b" l="l" r="r" t="t"/>
              <a:pathLst>
                <a:path extrusionOk="0" h="32" w="15">
                  <a:moveTo>
                    <a:pt x="0" y="0"/>
                  </a:moveTo>
                  <a:lnTo>
                    <a:pt x="14"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9" name="Google Shape;6079;p95"/>
            <p:cNvSpPr/>
            <p:nvPr/>
          </p:nvSpPr>
          <p:spPr>
            <a:xfrm>
              <a:off x="1540409" y="1673280"/>
              <a:ext cx="149" cy="394"/>
            </a:xfrm>
            <a:custGeom>
              <a:rect b="b" l="l" r="r" t="t"/>
              <a:pathLst>
                <a:path extrusionOk="0" h="29" w="11">
                  <a:moveTo>
                    <a:pt x="0" y="1"/>
                  </a:moveTo>
                  <a:lnTo>
                    <a:pt x="11" y="2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0" name="Google Shape;6080;p95"/>
            <p:cNvSpPr/>
            <p:nvPr/>
          </p:nvSpPr>
          <p:spPr>
            <a:xfrm>
              <a:off x="1015408" y="1537953"/>
              <a:ext cx="964" cy="1303"/>
            </a:xfrm>
            <a:custGeom>
              <a:rect b="b" l="l" r="r" t="t"/>
              <a:pathLst>
                <a:path extrusionOk="0" h="96" w="71">
                  <a:moveTo>
                    <a:pt x="0" y="1"/>
                  </a:moveTo>
                  <a:cubicBezTo>
                    <a:pt x="25" y="36"/>
                    <a:pt x="49" y="67"/>
                    <a:pt x="70" y="95"/>
                  </a:cubicBezTo>
                  <a:cubicBezTo>
                    <a:pt x="49" y="67"/>
                    <a:pt x="25" y="36"/>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1" name="Google Shape;6081;p95"/>
            <p:cNvSpPr/>
            <p:nvPr/>
          </p:nvSpPr>
          <p:spPr>
            <a:xfrm>
              <a:off x="1036181" y="1534871"/>
              <a:ext cx="964" cy="434"/>
            </a:xfrm>
            <a:custGeom>
              <a:rect b="b" l="l" r="r" t="t"/>
              <a:pathLst>
                <a:path extrusionOk="0" h="32" w="71">
                  <a:moveTo>
                    <a:pt x="0" y="0"/>
                  </a:moveTo>
                  <a:lnTo>
                    <a:pt x="0" y="0"/>
                  </a:lnTo>
                  <a:cubicBezTo>
                    <a:pt x="14" y="7"/>
                    <a:pt x="28" y="11"/>
                    <a:pt x="42" y="18"/>
                  </a:cubicBezTo>
                  <a:cubicBezTo>
                    <a:pt x="53" y="21"/>
                    <a:pt x="60" y="28"/>
                    <a:pt x="70" y="32"/>
                  </a:cubicBezTo>
                  <a:cubicBezTo>
                    <a:pt x="49" y="18"/>
                    <a:pt x="25"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2" name="Google Shape;6082;p95"/>
            <p:cNvSpPr/>
            <p:nvPr/>
          </p:nvSpPr>
          <p:spPr>
            <a:xfrm>
              <a:off x="1072257" y="1586153"/>
              <a:ext cx="869" cy="638"/>
            </a:xfrm>
            <a:custGeom>
              <a:rect b="b" l="l" r="r" t="t"/>
              <a:pathLst>
                <a:path extrusionOk="0" h="47" w="64">
                  <a:moveTo>
                    <a:pt x="0" y="46"/>
                  </a:moveTo>
                  <a:lnTo>
                    <a:pt x="6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3" name="Google Shape;6083;p95"/>
            <p:cNvSpPr/>
            <p:nvPr/>
          </p:nvSpPr>
          <p:spPr>
            <a:xfrm>
              <a:off x="1073357" y="1585447"/>
              <a:ext cx="774" cy="530"/>
            </a:xfrm>
            <a:custGeom>
              <a:rect b="b" l="l" r="r" t="t"/>
              <a:pathLst>
                <a:path extrusionOk="0" h="39" w="57">
                  <a:moveTo>
                    <a:pt x="56" y="0"/>
                  </a:moveTo>
                  <a:lnTo>
                    <a:pt x="0" y="3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4" name="Google Shape;6084;p95"/>
            <p:cNvSpPr/>
            <p:nvPr/>
          </p:nvSpPr>
          <p:spPr>
            <a:xfrm>
              <a:off x="1075257" y="1584116"/>
              <a:ext cx="774" cy="530"/>
            </a:xfrm>
            <a:custGeom>
              <a:rect b="b" l="l" r="r" t="t"/>
              <a:pathLst>
                <a:path extrusionOk="0" h="39" w="57">
                  <a:moveTo>
                    <a:pt x="56" y="0"/>
                  </a:moveTo>
                  <a:lnTo>
                    <a:pt x="0" y="3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5" name="Google Shape;6085;p95"/>
            <p:cNvSpPr/>
            <p:nvPr/>
          </p:nvSpPr>
          <p:spPr>
            <a:xfrm>
              <a:off x="1006379" y="1526928"/>
              <a:ext cx="1385" cy="3055"/>
            </a:xfrm>
            <a:custGeom>
              <a:rect b="b" l="l" r="r" t="t"/>
              <a:pathLst>
                <a:path extrusionOk="0" h="225" w="102">
                  <a:moveTo>
                    <a:pt x="0" y="1"/>
                  </a:moveTo>
                  <a:cubicBezTo>
                    <a:pt x="70" y="50"/>
                    <a:pt x="102" y="158"/>
                    <a:pt x="102" y="225"/>
                  </a:cubicBezTo>
                  <a:cubicBezTo>
                    <a:pt x="102" y="158"/>
                    <a:pt x="70" y="46"/>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6" name="Google Shape;6086;p95"/>
            <p:cNvSpPr/>
            <p:nvPr/>
          </p:nvSpPr>
          <p:spPr>
            <a:xfrm>
              <a:off x="1074348" y="1584822"/>
              <a:ext cx="679" cy="448"/>
            </a:xfrm>
            <a:custGeom>
              <a:rect b="b" l="l" r="r" t="t"/>
              <a:pathLst>
                <a:path extrusionOk="0" h="33" w="50">
                  <a:moveTo>
                    <a:pt x="50" y="1"/>
                  </a:moveTo>
                  <a:lnTo>
                    <a:pt x="1"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7" name="Google Shape;6087;p95"/>
            <p:cNvSpPr/>
            <p:nvPr/>
          </p:nvSpPr>
          <p:spPr>
            <a:xfrm>
              <a:off x="1417248" y="1669913"/>
              <a:ext cx="204" cy="149"/>
            </a:xfrm>
            <a:custGeom>
              <a:rect b="b" l="l" r="r" t="t"/>
              <a:pathLst>
                <a:path extrusionOk="0" h="11" w="15">
                  <a:moveTo>
                    <a:pt x="15"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8" name="Google Shape;6088;p95"/>
            <p:cNvSpPr/>
            <p:nvPr/>
          </p:nvSpPr>
          <p:spPr>
            <a:xfrm>
              <a:off x="1416677" y="1669532"/>
              <a:ext cx="68" cy="14"/>
            </a:xfrm>
            <a:custGeom>
              <a:rect b="b" l="l" r="r" t="t"/>
              <a:pathLst>
                <a:path extrusionOk="0" h="1" w="5">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9" name="Google Shape;6089;p95"/>
            <p:cNvSpPr/>
            <p:nvPr/>
          </p:nvSpPr>
          <p:spPr>
            <a:xfrm>
              <a:off x="1341010" y="1647374"/>
              <a:ext cx="2485" cy="1208"/>
            </a:xfrm>
            <a:custGeom>
              <a:rect b="b" l="l" r="r" t="t"/>
              <a:pathLst>
                <a:path extrusionOk="0" h="89" w="183">
                  <a:moveTo>
                    <a:pt x="182" y="88"/>
                  </a:moveTo>
                  <a:cubicBezTo>
                    <a:pt x="123" y="57"/>
                    <a:pt x="63" y="25"/>
                    <a:pt x="0" y="1"/>
                  </a:cubicBezTo>
                  <a:cubicBezTo>
                    <a:pt x="63" y="25"/>
                    <a:pt x="123" y="57"/>
                    <a:pt x="182" y="8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0" name="Google Shape;6090;p95"/>
            <p:cNvSpPr/>
            <p:nvPr/>
          </p:nvSpPr>
          <p:spPr>
            <a:xfrm>
              <a:off x="992313" y="1527457"/>
              <a:ext cx="5187" cy="2580"/>
            </a:xfrm>
            <a:custGeom>
              <a:rect b="b" l="l" r="r" t="t"/>
              <a:pathLst>
                <a:path extrusionOk="0" h="190" w="382">
                  <a:moveTo>
                    <a:pt x="382" y="49"/>
                  </a:moveTo>
                  <a:cubicBezTo>
                    <a:pt x="266" y="189"/>
                    <a:pt x="28" y="21"/>
                    <a:pt x="0" y="0"/>
                  </a:cubicBezTo>
                  <a:cubicBezTo>
                    <a:pt x="28" y="21"/>
                    <a:pt x="266" y="189"/>
                    <a:pt x="382" y="4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1" name="Google Shape;6091;p95"/>
            <p:cNvSpPr/>
            <p:nvPr/>
          </p:nvSpPr>
          <p:spPr>
            <a:xfrm>
              <a:off x="1416012" y="1669057"/>
              <a:ext cx="109" cy="54"/>
            </a:xfrm>
            <a:custGeom>
              <a:rect b="b" l="l" r="r" t="t"/>
              <a:pathLst>
                <a:path extrusionOk="0" h="4" w="8">
                  <a:moveTo>
                    <a:pt x="8"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2" name="Google Shape;6092;p95"/>
            <p:cNvSpPr/>
            <p:nvPr/>
          </p:nvSpPr>
          <p:spPr>
            <a:xfrm>
              <a:off x="1417872" y="1670333"/>
              <a:ext cx="54" cy="109"/>
            </a:xfrm>
            <a:custGeom>
              <a:rect b="b" l="l" r="r" t="t"/>
              <a:pathLst>
                <a:path extrusionOk="0" h="8" w="4">
                  <a:moveTo>
                    <a:pt x="0" y="1"/>
                  </a:moveTo>
                  <a:lnTo>
                    <a:pt x="4" y="8"/>
                  </a:lnTo>
                  <a:lnTo>
                    <a:pt x="4"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3" name="Google Shape;6093;p95"/>
            <p:cNvSpPr/>
            <p:nvPr/>
          </p:nvSpPr>
          <p:spPr>
            <a:xfrm>
              <a:off x="1037458" y="1535536"/>
              <a:ext cx="68" cy="54"/>
            </a:xfrm>
            <a:custGeom>
              <a:rect b="b" l="l" r="r" t="t"/>
              <a:pathLst>
                <a:path extrusionOk="0" h="4" w="5">
                  <a:moveTo>
                    <a:pt x="1" y="0"/>
                  </a:move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4" name="Google Shape;6094;p95"/>
            <p:cNvSpPr/>
            <p:nvPr/>
          </p:nvSpPr>
          <p:spPr>
            <a:xfrm>
              <a:off x="1037173" y="1535292"/>
              <a:ext cx="204" cy="163"/>
            </a:xfrm>
            <a:custGeom>
              <a:rect b="b" l="l" r="r" t="t"/>
              <a:pathLst>
                <a:path extrusionOk="0" h="12" w="15">
                  <a:moveTo>
                    <a:pt x="1" y="1"/>
                  </a:moveTo>
                  <a:cubicBezTo>
                    <a:pt x="4" y="4"/>
                    <a:pt x="8" y="8"/>
                    <a:pt x="15" y="11"/>
                  </a:cubicBez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5" name="Google Shape;6095;p95"/>
            <p:cNvSpPr/>
            <p:nvPr/>
          </p:nvSpPr>
          <p:spPr>
            <a:xfrm>
              <a:off x="1074443" y="1580355"/>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6" name="Google Shape;6096;p95"/>
            <p:cNvSpPr/>
            <p:nvPr/>
          </p:nvSpPr>
          <p:spPr>
            <a:xfrm>
              <a:off x="1370853" y="1652846"/>
              <a:ext cx="4766" cy="1385"/>
            </a:xfrm>
            <a:custGeom>
              <a:rect b="b" l="l" r="r" t="t"/>
              <a:pathLst>
                <a:path extrusionOk="0" h="102" w="351">
                  <a:moveTo>
                    <a:pt x="1" y="0"/>
                  </a:moveTo>
                  <a:cubicBezTo>
                    <a:pt x="120" y="25"/>
                    <a:pt x="235" y="60"/>
                    <a:pt x="351" y="102"/>
                  </a:cubicBezTo>
                  <a:lnTo>
                    <a:pt x="351" y="102"/>
                  </a:lnTo>
                  <a:cubicBezTo>
                    <a:pt x="235" y="60"/>
                    <a:pt x="120" y="25"/>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7" name="Google Shape;6097;p95"/>
            <p:cNvSpPr/>
            <p:nvPr/>
          </p:nvSpPr>
          <p:spPr>
            <a:xfrm>
              <a:off x="1132813" y="1645052"/>
              <a:ext cx="202889" cy="1100"/>
            </a:xfrm>
            <a:custGeom>
              <a:rect b="b" l="l" r="r" t="t"/>
              <a:pathLst>
                <a:path extrusionOk="0" h="81" w="14943">
                  <a:moveTo>
                    <a:pt x="1" y="81"/>
                  </a:moveTo>
                  <a:lnTo>
                    <a:pt x="1494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8" name="Google Shape;6098;p95"/>
            <p:cNvSpPr/>
            <p:nvPr/>
          </p:nvSpPr>
          <p:spPr>
            <a:xfrm>
              <a:off x="1415496" y="1668718"/>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9" name="Google Shape;6099;p95"/>
            <p:cNvSpPr/>
            <p:nvPr/>
          </p:nvSpPr>
          <p:spPr>
            <a:xfrm>
              <a:off x="1075678" y="1581930"/>
              <a:ext cx="1113" cy="1439"/>
            </a:xfrm>
            <a:custGeom>
              <a:rect b="b" l="l" r="r" t="t"/>
              <a:pathLst>
                <a:path extrusionOk="0" h="106" w="82">
                  <a:moveTo>
                    <a:pt x="1" y="0"/>
                  </a:moveTo>
                  <a:cubicBezTo>
                    <a:pt x="36" y="35"/>
                    <a:pt x="78" y="81"/>
                    <a:pt x="78" y="105"/>
                  </a:cubicBezTo>
                  <a:cubicBezTo>
                    <a:pt x="81" y="81"/>
                    <a:pt x="36" y="35"/>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0" name="Google Shape;6100;p95"/>
            <p:cNvSpPr/>
            <p:nvPr/>
          </p:nvSpPr>
          <p:spPr>
            <a:xfrm>
              <a:off x="1457410" y="1699376"/>
              <a:ext cx="14" cy="204"/>
            </a:xfrm>
            <a:custGeom>
              <a:rect b="b" l="l" r="r" t="t"/>
              <a:pathLst>
                <a:path extrusionOk="0" h="15" w="1">
                  <a:moveTo>
                    <a:pt x="1" y="1"/>
                  </a:moveTo>
                  <a:lnTo>
                    <a:pt x="1" y="15"/>
                  </a:lnTo>
                  <a:cubicBezTo>
                    <a:pt x="1" y="11"/>
                    <a:pt x="1"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1" name="Google Shape;6101;p95"/>
            <p:cNvSpPr/>
            <p:nvPr/>
          </p:nvSpPr>
          <p:spPr>
            <a:xfrm>
              <a:off x="1456649" y="1702091"/>
              <a:ext cx="163" cy="149"/>
            </a:xfrm>
            <a:custGeom>
              <a:rect b="b" l="l" r="r" t="t"/>
              <a:pathLst>
                <a:path extrusionOk="0" h="11" w="12">
                  <a:moveTo>
                    <a:pt x="11"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2" name="Google Shape;6102;p95"/>
            <p:cNvSpPr/>
            <p:nvPr/>
          </p:nvSpPr>
          <p:spPr>
            <a:xfrm>
              <a:off x="1457152" y="1701467"/>
              <a:ext cx="136" cy="163"/>
            </a:xfrm>
            <a:custGeom>
              <a:rect b="b" l="l" r="r" t="t"/>
              <a:pathLst>
                <a:path extrusionOk="0" h="12" w="10">
                  <a:moveTo>
                    <a:pt x="9" y="1"/>
                  </a:moveTo>
                  <a:cubicBezTo>
                    <a:pt x="6" y="4"/>
                    <a:pt x="1" y="12"/>
                    <a:pt x="1" y="12"/>
                  </a:cubicBezTo>
                  <a:cubicBezTo>
                    <a:pt x="2" y="12"/>
                    <a:pt x="2" y="12"/>
                    <a:pt x="2" y="11"/>
                  </a:cubicBezTo>
                  <a:cubicBezTo>
                    <a:pt x="6" y="8"/>
                    <a:pt x="9" y="4"/>
                    <a:pt x="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3" name="Google Shape;6103;p95"/>
            <p:cNvSpPr/>
            <p:nvPr/>
          </p:nvSpPr>
          <p:spPr>
            <a:xfrm>
              <a:off x="1456935" y="1701806"/>
              <a:ext cx="163" cy="109"/>
            </a:xfrm>
            <a:custGeom>
              <a:rect b="b" l="l" r="r" t="t"/>
              <a:pathLst>
                <a:path extrusionOk="0" h="8" w="12">
                  <a:moveTo>
                    <a:pt x="11"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4" name="Google Shape;6104;p95"/>
            <p:cNvSpPr/>
            <p:nvPr/>
          </p:nvSpPr>
          <p:spPr>
            <a:xfrm>
              <a:off x="1457464" y="1700095"/>
              <a:ext cx="14" cy="204"/>
            </a:xfrm>
            <a:custGeom>
              <a:rect b="b" l="l" r="r" t="t"/>
              <a:pathLst>
                <a:path extrusionOk="0" h="15" w="1">
                  <a:moveTo>
                    <a:pt x="0" y="0"/>
                  </a:moveTo>
                  <a:lnTo>
                    <a:pt x="0" y="14"/>
                  </a:lnTo>
                  <a:cubicBezTo>
                    <a:pt x="0" y="11"/>
                    <a:pt x="0"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5" name="Google Shape;6105;p95"/>
            <p:cNvSpPr/>
            <p:nvPr/>
          </p:nvSpPr>
          <p:spPr>
            <a:xfrm>
              <a:off x="1457369" y="1701181"/>
              <a:ext cx="54" cy="122"/>
            </a:xfrm>
            <a:custGeom>
              <a:rect b="b" l="l" r="r" t="t"/>
              <a:pathLst>
                <a:path extrusionOk="0" h="9" w="4">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6" name="Google Shape;6106;p95"/>
            <p:cNvSpPr/>
            <p:nvPr/>
          </p:nvSpPr>
          <p:spPr>
            <a:xfrm>
              <a:off x="1539174" y="1665921"/>
              <a:ext cx="14" cy="285"/>
            </a:xfrm>
            <a:custGeom>
              <a:rect b="b" l="l" r="r" t="t"/>
              <a:pathLst>
                <a:path extrusionOk="0" h="21" w="1">
                  <a:moveTo>
                    <a:pt x="0" y="2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7" name="Google Shape;6107;p95"/>
            <p:cNvSpPr/>
            <p:nvPr/>
          </p:nvSpPr>
          <p:spPr>
            <a:xfrm>
              <a:off x="1536512" y="1661494"/>
              <a:ext cx="2865" cy="530"/>
            </a:xfrm>
            <a:custGeom>
              <a:rect b="b" l="l" r="r" t="t"/>
              <a:pathLst>
                <a:path extrusionOk="0" h="39" w="211">
                  <a:moveTo>
                    <a:pt x="0" y="0"/>
                  </a:moveTo>
                  <a:lnTo>
                    <a:pt x="0" y="0"/>
                  </a:lnTo>
                  <a:cubicBezTo>
                    <a:pt x="81" y="7"/>
                    <a:pt x="196" y="14"/>
                    <a:pt x="210" y="39"/>
                  </a:cubicBezTo>
                  <a:cubicBezTo>
                    <a:pt x="196" y="14"/>
                    <a:pt x="81"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8" name="Google Shape;6108;p95"/>
            <p:cNvSpPr/>
            <p:nvPr/>
          </p:nvSpPr>
          <p:spPr>
            <a:xfrm>
              <a:off x="1477423" y="1689681"/>
              <a:ext cx="163" cy="109"/>
            </a:xfrm>
            <a:custGeom>
              <a:rect b="b" l="l" r="r" t="t"/>
              <a:pathLst>
                <a:path extrusionOk="0" h="8" w="12">
                  <a:moveTo>
                    <a:pt x="1" y="7"/>
                  </a:moveTo>
                  <a:lnTo>
                    <a:pt x="1" y="7"/>
                  </a:ln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9" name="Google Shape;6109;p95"/>
            <p:cNvSpPr/>
            <p:nvPr/>
          </p:nvSpPr>
          <p:spPr>
            <a:xfrm>
              <a:off x="1428843" y="1703327"/>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0" name="Google Shape;6110;p95"/>
            <p:cNvSpPr/>
            <p:nvPr/>
          </p:nvSpPr>
          <p:spPr>
            <a:xfrm>
              <a:off x="1428897" y="1704223"/>
              <a:ext cx="54" cy="258"/>
            </a:xfrm>
            <a:custGeom>
              <a:rect b="b" l="l" r="r" t="t"/>
              <a:pathLst>
                <a:path extrusionOk="0" h="19" w="4">
                  <a:moveTo>
                    <a:pt x="4" y="1"/>
                  </a:moveTo>
                  <a:cubicBezTo>
                    <a:pt x="0" y="8"/>
                    <a:pt x="0" y="11"/>
                    <a:pt x="4" y="18"/>
                  </a:cubicBez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1" name="Google Shape;6111;p95"/>
            <p:cNvSpPr/>
            <p:nvPr/>
          </p:nvSpPr>
          <p:spPr>
            <a:xfrm>
              <a:off x="1428992" y="1705038"/>
              <a:ext cx="109" cy="244"/>
            </a:xfrm>
            <a:custGeom>
              <a:rect b="b" l="l" r="r" t="t"/>
              <a:pathLst>
                <a:path extrusionOk="0" h="18" w="8">
                  <a:moveTo>
                    <a:pt x="0" y="0"/>
                  </a:moveTo>
                  <a:lnTo>
                    <a:pt x="0" y="0"/>
                  </a:lnTo>
                  <a:cubicBezTo>
                    <a:pt x="4" y="7"/>
                    <a:pt x="4" y="14"/>
                    <a:pt x="7" y="18"/>
                  </a:cubicBezTo>
                  <a:cubicBezTo>
                    <a:pt x="7" y="14"/>
                    <a:pt x="4"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2" name="Google Shape;6112;p95"/>
            <p:cNvSpPr/>
            <p:nvPr/>
          </p:nvSpPr>
          <p:spPr>
            <a:xfrm>
              <a:off x="1456269" y="1702376"/>
              <a:ext cx="163" cy="149"/>
            </a:xfrm>
            <a:custGeom>
              <a:rect b="b" l="l" r="r" t="t"/>
              <a:pathLst>
                <a:path extrusionOk="0" h="11" w="12">
                  <a:moveTo>
                    <a:pt x="11"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3" name="Google Shape;6113;p95"/>
            <p:cNvSpPr/>
            <p:nvPr/>
          </p:nvSpPr>
          <p:spPr>
            <a:xfrm>
              <a:off x="1429223" y="1705893"/>
              <a:ext cx="68" cy="149"/>
            </a:xfrm>
            <a:custGeom>
              <a:rect b="b" l="l" r="r" t="t"/>
              <a:pathLst>
                <a:path extrusionOk="0" h="11" w="5">
                  <a:moveTo>
                    <a:pt x="1" y="0"/>
                  </a:moveTo>
                  <a:lnTo>
                    <a:pt x="1" y="0"/>
                  </a:lnTo>
                  <a:cubicBezTo>
                    <a:pt x="1" y="4"/>
                    <a:pt x="4" y="7"/>
                    <a:pt x="4" y="11"/>
                  </a:cubicBezTo>
                  <a:cubicBezTo>
                    <a:pt x="4" y="7"/>
                    <a:pt x="4"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4" name="Google Shape;6114;p95"/>
            <p:cNvSpPr/>
            <p:nvPr/>
          </p:nvSpPr>
          <p:spPr>
            <a:xfrm>
              <a:off x="1428897" y="1702227"/>
              <a:ext cx="54" cy="258"/>
            </a:xfrm>
            <a:custGeom>
              <a:rect b="b" l="l" r="r" t="t"/>
              <a:pathLst>
                <a:path extrusionOk="0" h="19" w="4">
                  <a:moveTo>
                    <a:pt x="0" y="1"/>
                  </a:moveTo>
                  <a:lnTo>
                    <a:pt x="0" y="18"/>
                  </a:lnTo>
                  <a:cubicBezTo>
                    <a:pt x="0" y="15"/>
                    <a:pt x="4"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5" name="Google Shape;6115;p95"/>
            <p:cNvSpPr/>
            <p:nvPr/>
          </p:nvSpPr>
          <p:spPr>
            <a:xfrm>
              <a:off x="1455794" y="1702702"/>
              <a:ext cx="204" cy="163"/>
            </a:xfrm>
            <a:custGeom>
              <a:rect b="b" l="l" r="r" t="t"/>
              <a:pathLst>
                <a:path extrusionOk="0" h="12" w="15">
                  <a:moveTo>
                    <a:pt x="15"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6" name="Google Shape;6116;p95"/>
            <p:cNvSpPr/>
            <p:nvPr/>
          </p:nvSpPr>
          <p:spPr>
            <a:xfrm>
              <a:off x="1429562" y="1706653"/>
              <a:ext cx="109" cy="204"/>
            </a:xfrm>
            <a:custGeom>
              <a:rect b="b" l="l" r="r" t="t"/>
              <a:pathLst>
                <a:path extrusionOk="0" h="15" w="8">
                  <a:moveTo>
                    <a:pt x="0" y="0"/>
                  </a:moveTo>
                  <a:cubicBezTo>
                    <a:pt x="4" y="7"/>
                    <a:pt x="4" y="11"/>
                    <a:pt x="7" y="14"/>
                  </a:cubicBezTo>
                  <a:cubicBezTo>
                    <a:pt x="7" y="11"/>
                    <a:pt x="4"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7" name="Google Shape;6117;p95"/>
            <p:cNvSpPr/>
            <p:nvPr/>
          </p:nvSpPr>
          <p:spPr>
            <a:xfrm>
              <a:off x="1455224" y="1703042"/>
              <a:ext cx="258" cy="149"/>
            </a:xfrm>
            <a:custGeom>
              <a:rect b="b" l="l" r="r" t="t"/>
              <a:pathLst>
                <a:path extrusionOk="0" h="11" w="19">
                  <a:moveTo>
                    <a:pt x="18"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8" name="Google Shape;6118;p95"/>
            <p:cNvSpPr/>
            <p:nvPr/>
          </p:nvSpPr>
          <p:spPr>
            <a:xfrm>
              <a:off x="1482080" y="1685595"/>
              <a:ext cx="299" cy="244"/>
            </a:xfrm>
            <a:custGeom>
              <a:rect b="b" l="l" r="r" t="t"/>
              <a:pathLst>
                <a:path extrusionOk="0" h="18" w="22">
                  <a:moveTo>
                    <a:pt x="1" y="18"/>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9" name="Google Shape;6119;p95"/>
            <p:cNvSpPr/>
            <p:nvPr/>
          </p:nvSpPr>
          <p:spPr>
            <a:xfrm>
              <a:off x="1539174" y="1665486"/>
              <a:ext cx="14" cy="244"/>
            </a:xfrm>
            <a:custGeom>
              <a:rect b="b" l="l" r="r" t="t"/>
              <a:pathLst>
                <a:path extrusionOk="0" h="18" w="1">
                  <a:moveTo>
                    <a:pt x="0" y="0"/>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0" name="Google Shape;6120;p95"/>
            <p:cNvSpPr/>
            <p:nvPr/>
          </p:nvSpPr>
          <p:spPr>
            <a:xfrm>
              <a:off x="1539174" y="1666871"/>
              <a:ext cx="54" cy="299"/>
            </a:xfrm>
            <a:custGeom>
              <a:rect b="b" l="l" r="r" t="t"/>
              <a:pathLst>
                <a:path extrusionOk="0" h="22" w="4">
                  <a:moveTo>
                    <a:pt x="0" y="0"/>
                  </a:moveTo>
                  <a:lnTo>
                    <a:pt x="0" y="21"/>
                  </a:lnTo>
                  <a:cubicBezTo>
                    <a:pt x="4" y="14"/>
                    <a:pt x="4"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1" name="Google Shape;6121;p95"/>
            <p:cNvSpPr/>
            <p:nvPr/>
          </p:nvSpPr>
          <p:spPr>
            <a:xfrm>
              <a:off x="1539174" y="1666396"/>
              <a:ext cx="14" cy="299"/>
            </a:xfrm>
            <a:custGeom>
              <a:rect b="b" l="l" r="r" t="t"/>
              <a:pathLst>
                <a:path extrusionOk="0" h="22" w="1">
                  <a:moveTo>
                    <a:pt x="0" y="0"/>
                  </a:moveTo>
                  <a:lnTo>
                    <a:pt x="0"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2" name="Google Shape;6122;p95"/>
            <p:cNvSpPr/>
            <p:nvPr/>
          </p:nvSpPr>
          <p:spPr>
            <a:xfrm>
              <a:off x="1485217" y="1683409"/>
              <a:ext cx="163" cy="109"/>
            </a:xfrm>
            <a:custGeom>
              <a:rect b="b" l="l" r="r" t="t"/>
              <a:pathLst>
                <a:path extrusionOk="0" h="8" w="12">
                  <a:moveTo>
                    <a:pt x="1" y="7"/>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3" name="Google Shape;6123;p95"/>
            <p:cNvSpPr/>
            <p:nvPr/>
          </p:nvSpPr>
          <p:spPr>
            <a:xfrm>
              <a:off x="1485407" y="1683354"/>
              <a:ext cx="109" cy="68"/>
            </a:xfrm>
            <a:custGeom>
              <a:rect b="b" l="l" r="r" t="t"/>
              <a:pathLst>
                <a:path extrusionOk="0" h="5" w="8">
                  <a:moveTo>
                    <a:pt x="1" y="4"/>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4" name="Google Shape;6124;p95"/>
            <p:cNvSpPr/>
            <p:nvPr/>
          </p:nvSpPr>
          <p:spPr>
            <a:xfrm>
              <a:off x="1480139" y="1687115"/>
              <a:ext cx="394" cy="339"/>
            </a:xfrm>
            <a:custGeom>
              <a:rect b="b" l="l" r="r" t="t"/>
              <a:pathLst>
                <a:path extrusionOk="0" h="25" w="29">
                  <a:moveTo>
                    <a:pt x="0" y="25"/>
                  </a:moveTo>
                  <a:lnTo>
                    <a:pt x="2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5" name="Google Shape;6125;p95"/>
            <p:cNvSpPr/>
            <p:nvPr/>
          </p:nvSpPr>
          <p:spPr>
            <a:xfrm>
              <a:off x="1539174" y="1665052"/>
              <a:ext cx="14" cy="299"/>
            </a:xfrm>
            <a:custGeom>
              <a:rect b="b" l="l" r="r" t="t"/>
              <a:pathLst>
                <a:path extrusionOk="0" h="22" w="1">
                  <a:moveTo>
                    <a:pt x="0" y="1"/>
                  </a:moveTo>
                  <a:lnTo>
                    <a:pt x="0" y="22"/>
                  </a:lnTo>
                  <a:cubicBezTo>
                    <a:pt x="0" y="15"/>
                    <a:pt x="0"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6" name="Google Shape;6126;p95"/>
            <p:cNvSpPr/>
            <p:nvPr/>
          </p:nvSpPr>
          <p:spPr>
            <a:xfrm>
              <a:off x="1485556" y="1683259"/>
              <a:ext cx="109" cy="68"/>
            </a:xfrm>
            <a:custGeom>
              <a:rect b="b" l="l" r="r" t="t"/>
              <a:pathLst>
                <a:path extrusionOk="0" h="5" w="8">
                  <a:moveTo>
                    <a:pt x="0" y="4"/>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7" name="Google Shape;6127;p95"/>
            <p:cNvSpPr/>
            <p:nvPr/>
          </p:nvSpPr>
          <p:spPr>
            <a:xfrm>
              <a:off x="1483845" y="1684264"/>
              <a:ext cx="244" cy="204"/>
            </a:xfrm>
            <a:custGeom>
              <a:rect b="b" l="l" r="r" t="t"/>
              <a:pathLst>
                <a:path extrusionOk="0" h="15" w="18">
                  <a:moveTo>
                    <a:pt x="0" y="1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8" name="Google Shape;6128;p95"/>
            <p:cNvSpPr/>
            <p:nvPr/>
          </p:nvSpPr>
          <p:spPr>
            <a:xfrm>
              <a:off x="1484646" y="1683789"/>
              <a:ext cx="204" cy="109"/>
            </a:xfrm>
            <a:custGeom>
              <a:rect b="b" l="l" r="r" t="t"/>
              <a:pathLst>
                <a:path extrusionOk="0" h="8" w="15">
                  <a:moveTo>
                    <a:pt x="1" y="7"/>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9" name="Google Shape;6129;p95"/>
            <p:cNvSpPr/>
            <p:nvPr/>
          </p:nvSpPr>
          <p:spPr>
            <a:xfrm>
              <a:off x="1484415" y="1683924"/>
              <a:ext cx="204" cy="163"/>
            </a:xfrm>
            <a:custGeom>
              <a:rect b="b" l="l" r="r" t="t"/>
              <a:pathLst>
                <a:path extrusionOk="0" h="12" w="15">
                  <a:moveTo>
                    <a:pt x="0" y="1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0" name="Google Shape;6130;p95"/>
            <p:cNvSpPr/>
            <p:nvPr/>
          </p:nvSpPr>
          <p:spPr>
            <a:xfrm>
              <a:off x="1484130" y="1684115"/>
              <a:ext cx="244" cy="163"/>
            </a:xfrm>
            <a:custGeom>
              <a:rect b="b" l="l" r="r" t="t"/>
              <a:pathLst>
                <a:path extrusionOk="0" h="12" w="18">
                  <a:moveTo>
                    <a:pt x="0" y="1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1" name="Google Shape;6131;p95"/>
            <p:cNvSpPr/>
            <p:nvPr/>
          </p:nvSpPr>
          <p:spPr>
            <a:xfrm>
              <a:off x="1485026" y="1683544"/>
              <a:ext cx="204" cy="109"/>
            </a:xfrm>
            <a:custGeom>
              <a:rect b="b" l="l" r="r" t="t"/>
              <a:pathLst>
                <a:path extrusionOk="0" h="8" w="15">
                  <a:moveTo>
                    <a:pt x="1" y="8"/>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2" name="Google Shape;6132;p95"/>
            <p:cNvSpPr/>
            <p:nvPr/>
          </p:nvSpPr>
          <p:spPr>
            <a:xfrm>
              <a:off x="1539309" y="1668392"/>
              <a:ext cx="68" cy="339"/>
            </a:xfrm>
            <a:custGeom>
              <a:rect b="b" l="l" r="r" t="t"/>
              <a:pathLst>
                <a:path extrusionOk="0" h="25" w="5">
                  <a:moveTo>
                    <a:pt x="1" y="0"/>
                  </a:moveTo>
                  <a:cubicBezTo>
                    <a:pt x="1" y="7"/>
                    <a:pt x="1" y="18"/>
                    <a:pt x="4" y="25"/>
                  </a:cubicBezTo>
                  <a:cubicBezTo>
                    <a:pt x="1" y="18"/>
                    <a:pt x="1"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3" name="Google Shape;6133;p95"/>
            <p:cNvSpPr/>
            <p:nvPr/>
          </p:nvSpPr>
          <p:spPr>
            <a:xfrm>
              <a:off x="1539214" y="1667346"/>
              <a:ext cx="14" cy="299"/>
            </a:xfrm>
            <a:custGeom>
              <a:rect b="b" l="l" r="r" t="t"/>
              <a:pathLst>
                <a:path extrusionOk="0" h="22" w="1">
                  <a:moveTo>
                    <a:pt x="1" y="0"/>
                  </a:moveTo>
                  <a:lnTo>
                    <a:pt x="1" y="21"/>
                  </a:lnTo>
                  <a:cubicBezTo>
                    <a:pt x="1" y="14"/>
                    <a:pt x="1"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4" name="Google Shape;6134;p95"/>
            <p:cNvSpPr/>
            <p:nvPr/>
          </p:nvSpPr>
          <p:spPr>
            <a:xfrm>
              <a:off x="1484836" y="1683639"/>
              <a:ext cx="204" cy="109"/>
            </a:xfrm>
            <a:custGeom>
              <a:rect b="b" l="l" r="r" t="t"/>
              <a:pathLst>
                <a:path extrusionOk="0" h="8" w="15">
                  <a:moveTo>
                    <a:pt x="1" y="8"/>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5" name="Google Shape;6135;p95"/>
            <p:cNvSpPr/>
            <p:nvPr/>
          </p:nvSpPr>
          <p:spPr>
            <a:xfrm>
              <a:off x="1485692" y="1683164"/>
              <a:ext cx="109" cy="109"/>
            </a:xfrm>
            <a:custGeom>
              <a:rect b="b" l="l" r="r" t="t"/>
              <a:pathLst>
                <a:path extrusionOk="0" h="8" w="8">
                  <a:moveTo>
                    <a:pt x="1" y="8"/>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6" name="Google Shape;6136;p95"/>
            <p:cNvSpPr/>
            <p:nvPr/>
          </p:nvSpPr>
          <p:spPr>
            <a:xfrm>
              <a:off x="1539269" y="1667862"/>
              <a:ext cx="14" cy="299"/>
            </a:xfrm>
            <a:custGeom>
              <a:rect b="b" l="l" r="r" t="t"/>
              <a:pathLst>
                <a:path extrusionOk="0" h="22" w="1">
                  <a:moveTo>
                    <a:pt x="0" y="1"/>
                  </a:moveTo>
                  <a:lnTo>
                    <a:pt x="0" y="22"/>
                  </a:lnTo>
                  <a:cubicBezTo>
                    <a:pt x="0" y="15"/>
                    <a:pt x="0"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7" name="Google Shape;6137;p95"/>
            <p:cNvSpPr/>
            <p:nvPr/>
          </p:nvSpPr>
          <p:spPr>
            <a:xfrm>
              <a:off x="1485787" y="1683164"/>
              <a:ext cx="109" cy="68"/>
            </a:xfrm>
            <a:custGeom>
              <a:rect b="b" l="l" r="r" t="t"/>
              <a:pathLst>
                <a:path extrusionOk="0" h="5" w="8">
                  <a:moveTo>
                    <a:pt x="1" y="4"/>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8" name="Google Shape;6138;p95"/>
            <p:cNvSpPr/>
            <p:nvPr/>
          </p:nvSpPr>
          <p:spPr>
            <a:xfrm>
              <a:off x="1539269" y="1663300"/>
              <a:ext cx="54" cy="584"/>
            </a:xfrm>
            <a:custGeom>
              <a:rect b="b" l="l" r="r" t="t"/>
              <a:pathLst>
                <a:path extrusionOk="0" h="43" w="4">
                  <a:moveTo>
                    <a:pt x="4" y="0"/>
                  </a:moveTo>
                  <a:cubicBezTo>
                    <a:pt x="0" y="14"/>
                    <a:pt x="0" y="28"/>
                    <a:pt x="0" y="42"/>
                  </a:cubicBezTo>
                  <a:cubicBezTo>
                    <a:pt x="0" y="28"/>
                    <a:pt x="4" y="14"/>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9" name="Google Shape;6139;p95"/>
            <p:cNvSpPr/>
            <p:nvPr/>
          </p:nvSpPr>
          <p:spPr>
            <a:xfrm>
              <a:off x="1539269" y="1663911"/>
              <a:ext cx="14" cy="299"/>
            </a:xfrm>
            <a:custGeom>
              <a:rect b="b" l="l" r="r" t="t"/>
              <a:pathLst>
                <a:path extrusionOk="0" h="22" w="1">
                  <a:moveTo>
                    <a:pt x="0" y="1"/>
                  </a:moveTo>
                  <a:lnTo>
                    <a:pt x="0"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0" name="Google Shape;6140;p95"/>
            <p:cNvSpPr/>
            <p:nvPr/>
          </p:nvSpPr>
          <p:spPr>
            <a:xfrm>
              <a:off x="1529099" y="1659634"/>
              <a:ext cx="244" cy="68"/>
            </a:xfrm>
            <a:custGeom>
              <a:rect b="b" l="l" r="r" t="t"/>
              <a:pathLst>
                <a:path extrusionOk="0" h="5" w="18">
                  <a:moveTo>
                    <a:pt x="0" y="4"/>
                  </a:moveTo>
                  <a:cubicBezTo>
                    <a:pt x="4" y="1"/>
                    <a:pt x="11" y="1"/>
                    <a:pt x="18" y="1"/>
                  </a:cubicBezTo>
                  <a:cubicBezTo>
                    <a:pt x="11" y="1"/>
                    <a:pt x="4" y="1"/>
                    <a:pt x="0"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1" name="Google Shape;6141;p95"/>
            <p:cNvSpPr/>
            <p:nvPr/>
          </p:nvSpPr>
          <p:spPr>
            <a:xfrm>
              <a:off x="1482460" y="1685309"/>
              <a:ext cx="299" cy="204"/>
            </a:xfrm>
            <a:custGeom>
              <a:rect b="b" l="l" r="r" t="t"/>
              <a:pathLst>
                <a:path extrusionOk="0" h="15" w="22">
                  <a:moveTo>
                    <a:pt x="1" y="14"/>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2" name="Google Shape;6142;p95"/>
            <p:cNvSpPr/>
            <p:nvPr/>
          </p:nvSpPr>
          <p:spPr>
            <a:xfrm>
              <a:off x="1482840" y="1685024"/>
              <a:ext cx="299" cy="204"/>
            </a:xfrm>
            <a:custGeom>
              <a:rect b="b" l="l" r="r" t="t"/>
              <a:pathLst>
                <a:path extrusionOk="0" h="15" w="22">
                  <a:moveTo>
                    <a:pt x="1" y="14"/>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3" name="Google Shape;6143;p95"/>
            <p:cNvSpPr/>
            <p:nvPr/>
          </p:nvSpPr>
          <p:spPr>
            <a:xfrm>
              <a:off x="1481605" y="1685975"/>
              <a:ext cx="353" cy="244"/>
            </a:xfrm>
            <a:custGeom>
              <a:rect b="b" l="l" r="r" t="t"/>
              <a:pathLst>
                <a:path extrusionOk="0" h="18" w="26">
                  <a:moveTo>
                    <a:pt x="1" y="18"/>
                  </a:moveTo>
                  <a:lnTo>
                    <a:pt x="2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4" name="Google Shape;6144;p95"/>
            <p:cNvSpPr/>
            <p:nvPr/>
          </p:nvSpPr>
          <p:spPr>
            <a:xfrm>
              <a:off x="1539214" y="1664672"/>
              <a:ext cx="14" cy="258"/>
            </a:xfrm>
            <a:custGeom>
              <a:rect b="b" l="l" r="r" t="t"/>
              <a:pathLst>
                <a:path extrusionOk="0" h="19" w="1">
                  <a:moveTo>
                    <a:pt x="1" y="1"/>
                  </a:moveTo>
                  <a:lnTo>
                    <a:pt x="1" y="18"/>
                  </a:lnTo>
                  <a:cubicBezTo>
                    <a:pt x="1" y="11"/>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5" name="Google Shape;6145;p95"/>
            <p:cNvSpPr/>
            <p:nvPr/>
          </p:nvSpPr>
          <p:spPr>
            <a:xfrm>
              <a:off x="1539214" y="1664291"/>
              <a:ext cx="14" cy="258"/>
            </a:xfrm>
            <a:custGeom>
              <a:rect b="b" l="l" r="r" t="t"/>
              <a:pathLst>
                <a:path extrusionOk="0" h="19" w="1">
                  <a:moveTo>
                    <a:pt x="1" y="1"/>
                  </a:moveTo>
                  <a:lnTo>
                    <a:pt x="1" y="18"/>
                  </a:lnTo>
                  <a:cubicBezTo>
                    <a:pt x="1" y="11"/>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6" name="Google Shape;6146;p95"/>
            <p:cNvSpPr/>
            <p:nvPr/>
          </p:nvSpPr>
          <p:spPr>
            <a:xfrm>
              <a:off x="1479568" y="1687536"/>
              <a:ext cx="434" cy="394"/>
            </a:xfrm>
            <a:custGeom>
              <a:rect b="b" l="l" r="r" t="t"/>
              <a:pathLst>
                <a:path extrusionOk="0" h="29" w="32">
                  <a:moveTo>
                    <a:pt x="0" y="29"/>
                  </a:moveTo>
                  <a:lnTo>
                    <a:pt x="3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7" name="Google Shape;6147;p95"/>
            <p:cNvSpPr/>
            <p:nvPr/>
          </p:nvSpPr>
          <p:spPr>
            <a:xfrm>
              <a:off x="1485882" y="1683123"/>
              <a:ext cx="109" cy="54"/>
            </a:xfrm>
            <a:custGeom>
              <a:rect b="b" l="l" r="r" t="t"/>
              <a:pathLst>
                <a:path extrusionOk="0" h="4" w="8">
                  <a:moveTo>
                    <a:pt x="1" y="4"/>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8" name="Google Shape;6148;p95"/>
            <p:cNvSpPr/>
            <p:nvPr/>
          </p:nvSpPr>
          <p:spPr>
            <a:xfrm>
              <a:off x="1486167" y="1683028"/>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9" name="Google Shape;6149;p95"/>
            <p:cNvSpPr/>
            <p:nvPr/>
          </p:nvSpPr>
          <p:spPr>
            <a:xfrm>
              <a:off x="1485977" y="1683123"/>
              <a:ext cx="68" cy="14"/>
            </a:xfrm>
            <a:custGeom>
              <a:rect b="b" l="l" r="r" t="t"/>
              <a:pathLst>
                <a:path extrusionOk="0" h="1" w="5">
                  <a:moveTo>
                    <a:pt x="1"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0" name="Google Shape;6150;p95"/>
            <p:cNvSpPr/>
            <p:nvPr/>
          </p:nvSpPr>
          <p:spPr>
            <a:xfrm>
              <a:off x="1481184" y="1686301"/>
              <a:ext cx="339" cy="299"/>
            </a:xfrm>
            <a:custGeom>
              <a:rect b="b" l="l" r="r" t="t"/>
              <a:pathLst>
                <a:path extrusionOk="0" h="22" w="25">
                  <a:moveTo>
                    <a:pt x="0" y="22"/>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1" name="Google Shape;6151;p95"/>
            <p:cNvSpPr/>
            <p:nvPr/>
          </p:nvSpPr>
          <p:spPr>
            <a:xfrm>
              <a:off x="1486031" y="1683069"/>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2" name="Google Shape;6152;p95"/>
            <p:cNvSpPr/>
            <p:nvPr/>
          </p:nvSpPr>
          <p:spPr>
            <a:xfrm>
              <a:off x="1486072" y="1683069"/>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3" name="Google Shape;6153;p95"/>
            <p:cNvSpPr/>
            <p:nvPr/>
          </p:nvSpPr>
          <p:spPr>
            <a:xfrm>
              <a:off x="1480654" y="1686681"/>
              <a:ext cx="394" cy="353"/>
            </a:xfrm>
            <a:custGeom>
              <a:rect b="b" l="l" r="r" t="t"/>
              <a:pathLst>
                <a:path extrusionOk="0" h="26" w="29">
                  <a:moveTo>
                    <a:pt x="1" y="25"/>
                  </a:moveTo>
                  <a:lnTo>
                    <a:pt x="2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4" name="Google Shape;6154;p95"/>
            <p:cNvSpPr/>
            <p:nvPr/>
          </p:nvSpPr>
          <p:spPr>
            <a:xfrm>
              <a:off x="1483221" y="1684739"/>
              <a:ext cx="258" cy="204"/>
            </a:xfrm>
            <a:custGeom>
              <a:rect b="b" l="l" r="r" t="t"/>
              <a:pathLst>
                <a:path extrusionOk="0" h="15" w="19">
                  <a:moveTo>
                    <a:pt x="1" y="1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5" name="Google Shape;6155;p95"/>
            <p:cNvSpPr/>
            <p:nvPr/>
          </p:nvSpPr>
          <p:spPr>
            <a:xfrm>
              <a:off x="1539364" y="1668962"/>
              <a:ext cx="54" cy="339"/>
            </a:xfrm>
            <a:custGeom>
              <a:rect b="b" l="l" r="r" t="t"/>
              <a:pathLst>
                <a:path extrusionOk="0" h="25" w="4">
                  <a:moveTo>
                    <a:pt x="0" y="0"/>
                  </a:moveTo>
                  <a:cubicBezTo>
                    <a:pt x="0" y="7"/>
                    <a:pt x="4" y="14"/>
                    <a:pt x="4" y="25"/>
                  </a:cubicBezTo>
                  <a:cubicBezTo>
                    <a:pt x="4" y="14"/>
                    <a:pt x="4"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6" name="Google Shape;6156;p95"/>
            <p:cNvSpPr/>
            <p:nvPr/>
          </p:nvSpPr>
          <p:spPr>
            <a:xfrm>
              <a:off x="1483560" y="1684495"/>
              <a:ext cx="244" cy="204"/>
            </a:xfrm>
            <a:custGeom>
              <a:rect b="b" l="l" r="r" t="t"/>
              <a:pathLst>
                <a:path extrusionOk="0" h="15" w="18">
                  <a:moveTo>
                    <a:pt x="0" y="15"/>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7" name="Google Shape;6157;p95"/>
            <p:cNvSpPr/>
            <p:nvPr/>
          </p:nvSpPr>
          <p:spPr>
            <a:xfrm>
              <a:off x="1539459" y="1669532"/>
              <a:ext cx="54" cy="339"/>
            </a:xfrm>
            <a:custGeom>
              <a:rect b="b" l="l" r="r" t="t"/>
              <a:pathLst>
                <a:path extrusionOk="0" h="25" w="4">
                  <a:moveTo>
                    <a:pt x="0" y="0"/>
                  </a:moveTo>
                  <a:lnTo>
                    <a:pt x="4"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8" name="Google Shape;6158;p95"/>
            <p:cNvSpPr/>
            <p:nvPr/>
          </p:nvSpPr>
          <p:spPr>
            <a:xfrm>
              <a:off x="1979940" y="1694338"/>
              <a:ext cx="92083" cy="65769"/>
            </a:xfrm>
            <a:custGeom>
              <a:rect b="b" l="l" r="r" t="t"/>
              <a:pathLst>
                <a:path extrusionOk="0" h="4844" w="6782">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9" name="Google Shape;6159;p95"/>
            <p:cNvSpPr/>
            <p:nvPr/>
          </p:nvSpPr>
          <p:spPr>
            <a:xfrm>
              <a:off x="2067501" y="1729043"/>
              <a:ext cx="4956" cy="3069"/>
            </a:xfrm>
            <a:custGeom>
              <a:rect b="b" l="l" r="r" t="t"/>
              <a:pathLst>
                <a:path extrusionOk="0" h="226" w="365">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0" name="Google Shape;6160;p95"/>
            <p:cNvSpPr/>
            <p:nvPr/>
          </p:nvSpPr>
          <p:spPr>
            <a:xfrm>
              <a:off x="1993626" y="1750237"/>
              <a:ext cx="68" cy="149"/>
            </a:xfrm>
            <a:custGeom>
              <a:rect b="b" l="l" r="r" t="t"/>
              <a:pathLst>
                <a:path extrusionOk="0" h="11" w="5">
                  <a:moveTo>
                    <a:pt x="4"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1" name="Google Shape;6161;p95"/>
            <p:cNvSpPr/>
            <p:nvPr/>
          </p:nvSpPr>
          <p:spPr>
            <a:xfrm>
              <a:off x="1993870" y="1750767"/>
              <a:ext cx="204" cy="394"/>
            </a:xfrm>
            <a:custGeom>
              <a:rect b="b" l="l" r="r" t="t"/>
              <a:pathLst>
                <a:path extrusionOk="0" h="29" w="15">
                  <a:moveTo>
                    <a:pt x="14" y="28"/>
                  </a:moveTo>
                  <a:lnTo>
                    <a:pt x="14" y="28"/>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2" name="Google Shape;6162;p95"/>
            <p:cNvSpPr/>
            <p:nvPr/>
          </p:nvSpPr>
          <p:spPr>
            <a:xfrm>
              <a:off x="1993490" y="1749762"/>
              <a:ext cx="14" cy="109"/>
            </a:xfrm>
            <a:custGeom>
              <a:rect b="b" l="l" r="r" t="t"/>
              <a:pathLst>
                <a:path extrusionOk="0" h="8" w="1">
                  <a:moveTo>
                    <a:pt x="0"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3" name="Google Shape;6163;p95"/>
            <p:cNvSpPr/>
            <p:nvPr/>
          </p:nvSpPr>
          <p:spPr>
            <a:xfrm>
              <a:off x="1993490" y="1749898"/>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4" name="Google Shape;6164;p95"/>
            <p:cNvSpPr/>
            <p:nvPr/>
          </p:nvSpPr>
          <p:spPr>
            <a:xfrm>
              <a:off x="1993436" y="1749667"/>
              <a:ext cx="14" cy="109"/>
            </a:xfrm>
            <a:custGeom>
              <a:rect b="b" l="l" r="r" t="t"/>
              <a:pathLst>
                <a:path extrusionOk="0" h="8" w="1">
                  <a:moveTo>
                    <a:pt x="1" y="7"/>
                  </a:moveTo>
                  <a:lnTo>
                    <a:pt x="1" y="0"/>
                  </a:lnTo>
                  <a:cubicBezTo>
                    <a:pt x="1" y="4"/>
                    <a:pt x="1" y="4"/>
                    <a:pt x="1"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5" name="Google Shape;6165;p95"/>
            <p:cNvSpPr/>
            <p:nvPr/>
          </p:nvSpPr>
          <p:spPr>
            <a:xfrm>
              <a:off x="1983552" y="1708690"/>
              <a:ext cx="68" cy="68"/>
            </a:xfrm>
            <a:custGeom>
              <a:rect b="b" l="l" r="r" t="t"/>
              <a:pathLst>
                <a:path extrusionOk="0" h="5" w="5">
                  <a:moveTo>
                    <a:pt x="1" y="1"/>
                  </a:moveTo>
                  <a:lnTo>
                    <a:pt x="1" y="4"/>
                  </a:ln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6" name="Google Shape;6166;p95"/>
            <p:cNvSpPr/>
            <p:nvPr/>
          </p:nvSpPr>
          <p:spPr>
            <a:xfrm>
              <a:off x="1993721" y="1750481"/>
              <a:ext cx="163" cy="244"/>
            </a:xfrm>
            <a:custGeom>
              <a:rect b="b" l="l" r="r" t="t"/>
              <a:pathLst>
                <a:path extrusionOk="0" h="18" w="12">
                  <a:moveTo>
                    <a:pt x="11" y="1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7" name="Google Shape;6167;p95"/>
            <p:cNvSpPr/>
            <p:nvPr/>
          </p:nvSpPr>
          <p:spPr>
            <a:xfrm>
              <a:off x="1993531" y="1750047"/>
              <a:ext cx="68" cy="109"/>
            </a:xfrm>
            <a:custGeom>
              <a:rect b="b" l="l" r="r" t="t"/>
              <a:pathLst>
                <a:path extrusionOk="0" h="8" w="5">
                  <a:moveTo>
                    <a:pt x="4"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8" name="Google Shape;6168;p95"/>
            <p:cNvSpPr/>
            <p:nvPr/>
          </p:nvSpPr>
          <p:spPr>
            <a:xfrm>
              <a:off x="1983647" y="1708500"/>
              <a:ext cx="204" cy="204"/>
            </a:xfrm>
            <a:custGeom>
              <a:rect b="b" l="l" r="r" t="t"/>
              <a:pathLst>
                <a:path extrusionOk="0" h="15" w="15">
                  <a:moveTo>
                    <a:pt x="15" y="1"/>
                  </a:moveTo>
                  <a:cubicBezTo>
                    <a:pt x="11" y="4"/>
                    <a:pt x="8" y="11"/>
                    <a:pt x="1" y="15"/>
                  </a:cubicBezTo>
                  <a:cubicBezTo>
                    <a:pt x="8" y="11"/>
                    <a:pt x="11" y="4"/>
                    <a:pt x="1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9" name="Google Shape;6169;p95"/>
            <p:cNvSpPr/>
            <p:nvPr/>
          </p:nvSpPr>
          <p:spPr>
            <a:xfrm>
              <a:off x="2035703" y="1698520"/>
              <a:ext cx="204" cy="109"/>
            </a:xfrm>
            <a:custGeom>
              <a:rect b="b" l="l" r="r" t="t"/>
              <a:pathLst>
                <a:path extrusionOk="0" h="8" w="15">
                  <a:moveTo>
                    <a:pt x="0" y="1"/>
                  </a:moveTo>
                  <a:lnTo>
                    <a:pt x="14"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0" name="Google Shape;6170;p95"/>
            <p:cNvSpPr/>
            <p:nvPr/>
          </p:nvSpPr>
          <p:spPr>
            <a:xfrm>
              <a:off x="2065505" y="1706314"/>
              <a:ext cx="204" cy="14"/>
            </a:xfrm>
            <a:custGeom>
              <a:rect b="b" l="l" r="r" t="t"/>
              <a:pathLst>
                <a:path extrusionOk="0" h="1" w="15">
                  <a:moveTo>
                    <a:pt x="0" y="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1" name="Google Shape;6171;p95"/>
            <p:cNvSpPr/>
            <p:nvPr/>
          </p:nvSpPr>
          <p:spPr>
            <a:xfrm>
              <a:off x="2066266" y="1706409"/>
              <a:ext cx="244" cy="14"/>
            </a:xfrm>
            <a:custGeom>
              <a:rect b="b" l="l" r="r" t="t"/>
              <a:pathLst>
                <a:path extrusionOk="0" h="1" w="18">
                  <a:moveTo>
                    <a:pt x="0" y="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2" name="Google Shape;6172;p95"/>
            <p:cNvSpPr/>
            <p:nvPr/>
          </p:nvSpPr>
          <p:spPr>
            <a:xfrm>
              <a:off x="2067257" y="1706463"/>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3" name="Google Shape;6173;p95"/>
            <p:cNvSpPr/>
            <p:nvPr/>
          </p:nvSpPr>
          <p:spPr>
            <a:xfrm>
              <a:off x="2068357" y="1706504"/>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4" name="Google Shape;6174;p95"/>
            <p:cNvSpPr/>
            <p:nvPr/>
          </p:nvSpPr>
          <p:spPr>
            <a:xfrm>
              <a:off x="2071819" y="170640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5" name="Google Shape;6175;p95"/>
            <p:cNvSpPr/>
            <p:nvPr/>
          </p:nvSpPr>
          <p:spPr>
            <a:xfrm>
              <a:off x="2145164" y="1665201"/>
              <a:ext cx="22919" cy="11663"/>
            </a:xfrm>
            <a:custGeom>
              <a:rect b="b" l="l" r="r" t="t"/>
              <a:pathLst>
                <a:path extrusionOk="0" h="859" w="1688">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6" name="Google Shape;6176;p95"/>
            <p:cNvSpPr/>
            <p:nvPr/>
          </p:nvSpPr>
          <p:spPr>
            <a:xfrm>
              <a:off x="2165463" y="1668718"/>
              <a:ext cx="54" cy="14"/>
            </a:xfrm>
            <a:custGeom>
              <a:rect b="b" l="l" r="r" t="t"/>
              <a:pathLst>
                <a:path extrusionOk="0" h="1" w="4">
                  <a:moveTo>
                    <a:pt x="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7" name="Google Shape;6177;p95"/>
            <p:cNvSpPr/>
            <p:nvPr/>
          </p:nvSpPr>
          <p:spPr>
            <a:xfrm>
              <a:off x="2165028" y="1668908"/>
              <a:ext cx="163" cy="109"/>
            </a:xfrm>
            <a:custGeom>
              <a:rect b="b" l="l" r="r" t="t"/>
              <a:pathLst>
                <a:path extrusionOk="0" h="8" w="12">
                  <a:moveTo>
                    <a:pt x="1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8" name="Google Shape;6178;p95"/>
            <p:cNvSpPr/>
            <p:nvPr/>
          </p:nvSpPr>
          <p:spPr>
            <a:xfrm>
              <a:off x="2167880" y="1666776"/>
              <a:ext cx="204" cy="149"/>
            </a:xfrm>
            <a:custGeom>
              <a:rect b="b" l="l" r="r" t="t"/>
              <a:pathLst>
                <a:path extrusionOk="0" h="11" w="15">
                  <a:moveTo>
                    <a:pt x="1" y="11"/>
                  </a:moveTo>
                  <a:lnTo>
                    <a:pt x="15" y="0"/>
                  </a:ln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9" name="Google Shape;6179;p95"/>
            <p:cNvSpPr/>
            <p:nvPr/>
          </p:nvSpPr>
          <p:spPr>
            <a:xfrm>
              <a:off x="2167404" y="1667197"/>
              <a:ext cx="163" cy="163"/>
            </a:xfrm>
            <a:custGeom>
              <a:rect b="b" l="l" r="r" t="t"/>
              <a:pathLst>
                <a:path extrusionOk="0" h="12" w="12">
                  <a:moveTo>
                    <a:pt x="11"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0" name="Google Shape;6180;p95"/>
            <p:cNvSpPr/>
            <p:nvPr/>
          </p:nvSpPr>
          <p:spPr>
            <a:xfrm>
              <a:off x="2151437" y="1676701"/>
              <a:ext cx="394" cy="68"/>
            </a:xfrm>
            <a:custGeom>
              <a:rect b="b" l="l" r="r" t="t"/>
              <a:pathLst>
                <a:path extrusionOk="0" h="5" w="29">
                  <a:moveTo>
                    <a:pt x="29"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1" name="Google Shape;6181;p95"/>
            <p:cNvSpPr/>
            <p:nvPr/>
          </p:nvSpPr>
          <p:spPr>
            <a:xfrm>
              <a:off x="2152917" y="1676470"/>
              <a:ext cx="339" cy="109"/>
            </a:xfrm>
            <a:custGeom>
              <a:rect b="b" l="l" r="r" t="t"/>
              <a:pathLst>
                <a:path extrusionOk="0" h="8" w="25">
                  <a:moveTo>
                    <a:pt x="25"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2" name="Google Shape;6182;p95"/>
            <p:cNvSpPr/>
            <p:nvPr/>
          </p:nvSpPr>
          <p:spPr>
            <a:xfrm>
              <a:off x="2152198" y="1676606"/>
              <a:ext cx="394" cy="68"/>
            </a:xfrm>
            <a:custGeom>
              <a:rect b="b" l="l" r="r" t="t"/>
              <a:pathLst>
                <a:path extrusionOk="0" h="5" w="29">
                  <a:moveTo>
                    <a:pt x="29"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3" name="Google Shape;6183;p95"/>
            <p:cNvSpPr/>
            <p:nvPr/>
          </p:nvSpPr>
          <p:spPr>
            <a:xfrm>
              <a:off x="2150962" y="1676851"/>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4" name="Google Shape;6184;p95"/>
            <p:cNvSpPr/>
            <p:nvPr/>
          </p:nvSpPr>
          <p:spPr>
            <a:xfrm>
              <a:off x="2154913" y="1676036"/>
              <a:ext cx="299" cy="109"/>
            </a:xfrm>
            <a:custGeom>
              <a:rect b="b" l="l" r="r" t="t"/>
              <a:pathLst>
                <a:path extrusionOk="0" h="8" w="22">
                  <a:moveTo>
                    <a:pt x="21"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5" name="Google Shape;6185;p95"/>
            <p:cNvSpPr/>
            <p:nvPr/>
          </p:nvSpPr>
          <p:spPr>
            <a:xfrm>
              <a:off x="2153528" y="1676375"/>
              <a:ext cx="299" cy="54"/>
            </a:xfrm>
            <a:custGeom>
              <a:rect b="b" l="l" r="r" t="t"/>
              <a:pathLst>
                <a:path extrusionOk="0" h="4" w="22">
                  <a:moveTo>
                    <a:pt x="22"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6" name="Google Shape;6186;p95"/>
            <p:cNvSpPr/>
            <p:nvPr/>
          </p:nvSpPr>
          <p:spPr>
            <a:xfrm>
              <a:off x="2154098" y="1676280"/>
              <a:ext cx="258" cy="54"/>
            </a:xfrm>
            <a:custGeom>
              <a:rect b="b" l="l" r="r" t="t"/>
              <a:pathLst>
                <a:path extrusionOk="0" h="4" w="19">
                  <a:moveTo>
                    <a:pt x="18"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7" name="Google Shape;6187;p95"/>
            <p:cNvSpPr/>
            <p:nvPr/>
          </p:nvSpPr>
          <p:spPr>
            <a:xfrm>
              <a:off x="2154533" y="1676131"/>
              <a:ext cx="244" cy="109"/>
            </a:xfrm>
            <a:custGeom>
              <a:rect b="b" l="l" r="r" t="t"/>
              <a:pathLst>
                <a:path extrusionOk="0" h="8" w="18">
                  <a:moveTo>
                    <a:pt x="18"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8" name="Google Shape;6188;p95"/>
            <p:cNvSpPr/>
            <p:nvPr/>
          </p:nvSpPr>
          <p:spPr>
            <a:xfrm>
              <a:off x="2164703" y="1669098"/>
              <a:ext cx="149" cy="68"/>
            </a:xfrm>
            <a:custGeom>
              <a:rect b="b" l="l" r="r" t="t"/>
              <a:pathLst>
                <a:path extrusionOk="0" h="5" w="11">
                  <a:moveTo>
                    <a:pt x="11"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9" name="Google Shape;6189;p95"/>
            <p:cNvSpPr/>
            <p:nvPr/>
          </p:nvSpPr>
          <p:spPr>
            <a:xfrm>
              <a:off x="2145450" y="1667387"/>
              <a:ext cx="1018" cy="109"/>
            </a:xfrm>
            <a:custGeom>
              <a:rect b="b" l="l" r="r" t="t"/>
              <a:pathLst>
                <a:path extrusionOk="0" h="8" w="75">
                  <a:moveTo>
                    <a:pt x="1" y="1"/>
                  </a:moveTo>
                  <a:lnTo>
                    <a:pt x="74" y="8"/>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0" name="Google Shape;6190;p95"/>
            <p:cNvSpPr/>
            <p:nvPr/>
          </p:nvSpPr>
          <p:spPr>
            <a:xfrm>
              <a:off x="2166888" y="1665201"/>
              <a:ext cx="299" cy="149"/>
            </a:xfrm>
            <a:custGeom>
              <a:rect b="b" l="l" r="r" t="t"/>
              <a:pathLst>
                <a:path extrusionOk="0" h="11" w="22">
                  <a:moveTo>
                    <a:pt x="0" y="11"/>
                  </a:moveTo>
                  <a:lnTo>
                    <a:pt x="18" y="0"/>
                  </a:lnTo>
                  <a:lnTo>
                    <a:pt x="21" y="7"/>
                  </a:ln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1" name="Google Shape;6191;p95"/>
            <p:cNvSpPr/>
            <p:nvPr/>
          </p:nvSpPr>
          <p:spPr>
            <a:xfrm>
              <a:off x="2146590" y="1667482"/>
              <a:ext cx="964" cy="68"/>
            </a:xfrm>
            <a:custGeom>
              <a:rect b="b" l="l" r="r" t="t"/>
              <a:pathLst>
                <a:path extrusionOk="0" h="5" w="71">
                  <a:moveTo>
                    <a:pt x="7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2" name="Google Shape;6192;p95"/>
            <p:cNvSpPr/>
            <p:nvPr/>
          </p:nvSpPr>
          <p:spPr>
            <a:xfrm>
              <a:off x="2167174" y="1665296"/>
              <a:ext cx="720" cy="1154"/>
            </a:xfrm>
            <a:custGeom>
              <a:rect b="b" l="l" r="r" t="t"/>
              <a:pathLst>
                <a:path extrusionOk="0" h="85" w="53">
                  <a:moveTo>
                    <a:pt x="0" y="0"/>
                  </a:moveTo>
                  <a:cubicBezTo>
                    <a:pt x="14" y="21"/>
                    <a:pt x="35" y="53"/>
                    <a:pt x="53" y="85"/>
                  </a:cubicBezTo>
                  <a:cubicBezTo>
                    <a:pt x="35" y="53"/>
                    <a:pt x="18" y="21"/>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3" name="Google Shape;6193;p95"/>
            <p:cNvSpPr/>
            <p:nvPr/>
          </p:nvSpPr>
          <p:spPr>
            <a:xfrm>
              <a:off x="2167934" y="1666532"/>
              <a:ext cx="149" cy="258"/>
            </a:xfrm>
            <a:custGeom>
              <a:rect b="b" l="l" r="r" t="t"/>
              <a:pathLst>
                <a:path extrusionOk="0" h="19" w="11">
                  <a:moveTo>
                    <a:pt x="11" y="18"/>
                  </a:moveTo>
                  <a:lnTo>
                    <a:pt x="11" y="18"/>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4" name="Google Shape;6194;p95"/>
            <p:cNvSpPr/>
            <p:nvPr/>
          </p:nvSpPr>
          <p:spPr>
            <a:xfrm>
              <a:off x="2167119" y="1665201"/>
              <a:ext cx="109" cy="109"/>
            </a:xfrm>
            <a:custGeom>
              <a:rect b="b" l="l" r="r" t="t"/>
              <a:pathLst>
                <a:path extrusionOk="0" h="8" w="8">
                  <a:moveTo>
                    <a:pt x="1" y="0"/>
                  </a:moveTo>
                  <a:lnTo>
                    <a:pt x="1" y="0"/>
                  </a:lnTo>
                  <a:lnTo>
                    <a:pt x="8" y="7"/>
                  </a:lnTo>
                  <a:lnTo>
                    <a:pt x="8"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5" name="Google Shape;6195;p95"/>
            <p:cNvSpPr/>
            <p:nvPr/>
          </p:nvSpPr>
          <p:spPr>
            <a:xfrm>
              <a:off x="2196637" y="1711826"/>
              <a:ext cx="45172" cy="43706"/>
            </a:xfrm>
            <a:custGeom>
              <a:rect b="b" l="l" r="r" t="t"/>
              <a:pathLst>
                <a:path extrusionOk="0" h="3219" w="3327">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6" name="Google Shape;6196;p95"/>
            <p:cNvSpPr/>
            <p:nvPr/>
          </p:nvSpPr>
          <p:spPr>
            <a:xfrm>
              <a:off x="2220411" y="1765512"/>
              <a:ext cx="17176" cy="3557"/>
            </a:xfrm>
            <a:custGeom>
              <a:rect b="b" l="l" r="r" t="t"/>
              <a:pathLst>
                <a:path extrusionOk="0" h="262" w="1265">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7" name="Google Shape;6197;p95"/>
            <p:cNvSpPr/>
            <p:nvPr/>
          </p:nvSpPr>
          <p:spPr>
            <a:xfrm>
              <a:off x="2239039" y="1718289"/>
              <a:ext cx="109" cy="163"/>
            </a:xfrm>
            <a:custGeom>
              <a:rect b="b" l="l" r="r" t="t"/>
              <a:pathLst>
                <a:path extrusionOk="0" h="12" w="8">
                  <a:moveTo>
                    <a:pt x="8"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8" name="Google Shape;6198;p95"/>
            <p:cNvSpPr/>
            <p:nvPr/>
          </p:nvSpPr>
          <p:spPr>
            <a:xfrm>
              <a:off x="2241701" y="1713591"/>
              <a:ext cx="68" cy="489"/>
            </a:xfrm>
            <a:custGeom>
              <a:rect b="b" l="l" r="r" t="t"/>
              <a:pathLst>
                <a:path extrusionOk="0" h="36" w="5">
                  <a:moveTo>
                    <a:pt x="1" y="0"/>
                  </a:moveTo>
                  <a:cubicBezTo>
                    <a:pt x="1" y="11"/>
                    <a:pt x="1" y="25"/>
                    <a:pt x="4" y="35"/>
                  </a:cubicBezTo>
                  <a:cubicBezTo>
                    <a:pt x="1" y="25"/>
                    <a:pt x="1"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9" name="Google Shape;6199;p95"/>
            <p:cNvSpPr/>
            <p:nvPr/>
          </p:nvSpPr>
          <p:spPr>
            <a:xfrm>
              <a:off x="2239515" y="1717529"/>
              <a:ext cx="68" cy="299"/>
            </a:xfrm>
            <a:custGeom>
              <a:rect b="b" l="l" r="r" t="t"/>
              <a:pathLst>
                <a:path extrusionOk="0" h="22" w="5">
                  <a:moveTo>
                    <a:pt x="4" y="1"/>
                  </a:moveTo>
                  <a:cubicBezTo>
                    <a:pt x="4" y="8"/>
                    <a:pt x="1" y="15"/>
                    <a:pt x="1" y="22"/>
                  </a:cubicBezTo>
                  <a:cubicBezTo>
                    <a:pt x="1" y="15"/>
                    <a:pt x="4" y="8"/>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0" name="Google Shape;6200;p95"/>
            <p:cNvSpPr/>
            <p:nvPr/>
          </p:nvSpPr>
          <p:spPr>
            <a:xfrm>
              <a:off x="2241415" y="1712397"/>
              <a:ext cx="109" cy="394"/>
            </a:xfrm>
            <a:custGeom>
              <a:rect b="b" l="l" r="r" t="t"/>
              <a:pathLst>
                <a:path extrusionOk="0" h="29" w="8">
                  <a:moveTo>
                    <a:pt x="1" y="1"/>
                  </a:moveTo>
                  <a:cubicBezTo>
                    <a:pt x="4" y="11"/>
                    <a:pt x="8" y="22"/>
                    <a:pt x="8" y="29"/>
                  </a:cubicBezTo>
                  <a:cubicBezTo>
                    <a:pt x="8" y="22"/>
                    <a:pt x="4"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1" name="Google Shape;6201;p95"/>
            <p:cNvSpPr/>
            <p:nvPr/>
          </p:nvSpPr>
          <p:spPr>
            <a:xfrm>
              <a:off x="2241415" y="1712166"/>
              <a:ext cx="14" cy="109"/>
            </a:xfrm>
            <a:custGeom>
              <a:rect b="b" l="l" r="r" t="t"/>
              <a:pathLst>
                <a:path extrusionOk="0" h="8" w="1">
                  <a:moveTo>
                    <a:pt x="1" y="7"/>
                  </a:moveTo>
                  <a:lnTo>
                    <a:pt x="1" y="0"/>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2" name="Google Shape;6202;p95"/>
            <p:cNvSpPr/>
            <p:nvPr/>
          </p:nvSpPr>
          <p:spPr>
            <a:xfrm>
              <a:off x="2239324" y="1717963"/>
              <a:ext cx="109" cy="149"/>
            </a:xfrm>
            <a:custGeom>
              <a:rect b="b" l="l" r="r" t="t"/>
              <a:pathLst>
                <a:path extrusionOk="0" h="11" w="8">
                  <a:moveTo>
                    <a:pt x="8" y="0"/>
                  </a:moveTo>
                  <a:lnTo>
                    <a:pt x="8" y="0"/>
                  </a:lnTo>
                  <a:cubicBezTo>
                    <a:pt x="4" y="4"/>
                    <a:pt x="4" y="7"/>
                    <a:pt x="1" y="11"/>
                  </a:cubicBezTo>
                  <a:cubicBezTo>
                    <a:pt x="4" y="7"/>
                    <a:pt x="8" y="4"/>
                    <a:pt x="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3" name="Google Shape;6203;p95"/>
            <p:cNvSpPr/>
            <p:nvPr/>
          </p:nvSpPr>
          <p:spPr>
            <a:xfrm>
              <a:off x="2238618" y="1718764"/>
              <a:ext cx="149" cy="163"/>
            </a:xfrm>
            <a:custGeom>
              <a:rect b="b" l="l" r="r" t="t"/>
              <a:pathLst>
                <a:path extrusionOk="0" h="12" w="11">
                  <a:moveTo>
                    <a:pt x="0" y="1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4" name="Google Shape;6204;p95"/>
            <p:cNvSpPr/>
            <p:nvPr/>
          </p:nvSpPr>
          <p:spPr>
            <a:xfrm>
              <a:off x="2241605" y="1713062"/>
              <a:ext cx="68" cy="353"/>
            </a:xfrm>
            <a:custGeom>
              <a:rect b="b" l="l" r="r" t="t"/>
              <a:pathLst>
                <a:path extrusionOk="0" h="26" w="5">
                  <a:moveTo>
                    <a:pt x="1" y="1"/>
                  </a:moveTo>
                  <a:cubicBezTo>
                    <a:pt x="1" y="8"/>
                    <a:pt x="4" y="15"/>
                    <a:pt x="4" y="25"/>
                  </a:cubicBezTo>
                  <a:cubicBezTo>
                    <a:pt x="4" y="15"/>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5" name="Google Shape;6205;p95"/>
            <p:cNvSpPr/>
            <p:nvPr/>
          </p:nvSpPr>
          <p:spPr>
            <a:xfrm>
              <a:off x="2196637" y="1727427"/>
              <a:ext cx="1398" cy="2620"/>
            </a:xfrm>
            <a:custGeom>
              <a:rect b="b" l="l" r="r" t="t"/>
              <a:pathLst>
                <a:path extrusionOk="0" h="193" w="103">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6" name="Google Shape;6206;p95"/>
            <p:cNvSpPr/>
            <p:nvPr/>
          </p:nvSpPr>
          <p:spPr>
            <a:xfrm>
              <a:off x="2199054" y="1726762"/>
              <a:ext cx="68" cy="122"/>
            </a:xfrm>
            <a:custGeom>
              <a:rect b="b" l="l" r="r" t="t"/>
              <a:pathLst>
                <a:path extrusionOk="0" h="9" w="5">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7" name="Google Shape;6207;p95"/>
            <p:cNvSpPr/>
            <p:nvPr/>
          </p:nvSpPr>
          <p:spPr>
            <a:xfrm>
              <a:off x="2199447" y="1726178"/>
              <a:ext cx="81" cy="122"/>
            </a:xfrm>
            <a:custGeom>
              <a:rect b="b" l="l" r="r" t="t"/>
              <a:pathLst>
                <a:path extrusionOk="0" h="9" w="6">
                  <a:moveTo>
                    <a:pt x="5" y="0"/>
                  </a:moveTo>
                  <a:cubicBezTo>
                    <a:pt x="5" y="0"/>
                    <a:pt x="5" y="0"/>
                    <a:pt x="4" y="1"/>
                  </a:cubicBezTo>
                  <a:cubicBezTo>
                    <a:pt x="0" y="5"/>
                    <a:pt x="0" y="5"/>
                    <a:pt x="0" y="8"/>
                  </a:cubicBezTo>
                  <a:cubicBezTo>
                    <a:pt x="0" y="5"/>
                    <a:pt x="5" y="0"/>
                    <a:pt x="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8" name="Google Shape;6208;p95"/>
            <p:cNvSpPr/>
            <p:nvPr/>
          </p:nvSpPr>
          <p:spPr>
            <a:xfrm>
              <a:off x="2199542" y="1725947"/>
              <a:ext cx="14" cy="109"/>
            </a:xfrm>
            <a:custGeom>
              <a:rect b="b" l="l" r="r" t="t"/>
              <a:pathLst>
                <a:path extrusionOk="0" h="8" w="1">
                  <a:moveTo>
                    <a:pt x="0"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9" name="Google Shape;6209;p95"/>
            <p:cNvSpPr/>
            <p:nvPr/>
          </p:nvSpPr>
          <p:spPr>
            <a:xfrm>
              <a:off x="2199257" y="1726463"/>
              <a:ext cx="109" cy="122"/>
            </a:xfrm>
            <a:custGeom>
              <a:rect b="b" l="l" r="r" t="t"/>
              <a:pathLst>
                <a:path extrusionOk="0" h="9" w="8">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0" name="Google Shape;6210;p95"/>
            <p:cNvSpPr/>
            <p:nvPr/>
          </p:nvSpPr>
          <p:spPr>
            <a:xfrm>
              <a:off x="2200534" y="1723815"/>
              <a:ext cx="109" cy="149"/>
            </a:xfrm>
            <a:custGeom>
              <a:rect b="b" l="l" r="r" t="t"/>
              <a:pathLst>
                <a:path extrusionOk="0" h="11" w="8">
                  <a:moveTo>
                    <a:pt x="1" y="11"/>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1" name="Google Shape;6211;p95"/>
            <p:cNvSpPr/>
            <p:nvPr/>
          </p:nvSpPr>
          <p:spPr>
            <a:xfrm>
              <a:off x="2198728" y="1727033"/>
              <a:ext cx="163" cy="68"/>
            </a:xfrm>
            <a:custGeom>
              <a:rect b="b" l="l" r="r" t="t"/>
              <a:pathLst>
                <a:path extrusionOk="0" h="5" w="12">
                  <a:moveTo>
                    <a:pt x="11" y="0"/>
                  </a:moveTo>
                  <a:cubicBezTo>
                    <a:pt x="9" y="0"/>
                    <a:pt x="4" y="5"/>
                    <a:pt x="1" y="5"/>
                  </a:cubicBezTo>
                  <a:cubicBezTo>
                    <a:pt x="4" y="5"/>
                    <a:pt x="8" y="1"/>
                    <a:pt x="11" y="1"/>
                  </a:cubicBezTo>
                  <a:cubicBezTo>
                    <a:pt x="11" y="0"/>
                    <a:pt x="11" y="0"/>
                    <a:pt x="1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2" name="Google Shape;6212;p95"/>
            <p:cNvSpPr/>
            <p:nvPr/>
          </p:nvSpPr>
          <p:spPr>
            <a:xfrm>
              <a:off x="2198348" y="1727277"/>
              <a:ext cx="109" cy="68"/>
            </a:xfrm>
            <a:custGeom>
              <a:rect b="b" l="l" r="r" t="t"/>
              <a:pathLst>
                <a:path extrusionOk="0" h="5" w="8">
                  <a:moveTo>
                    <a:pt x="1" y="4"/>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3" name="Google Shape;6213;p95"/>
            <p:cNvSpPr/>
            <p:nvPr/>
          </p:nvSpPr>
          <p:spPr>
            <a:xfrm>
              <a:off x="2202733" y="1720149"/>
              <a:ext cx="109" cy="299"/>
            </a:xfrm>
            <a:custGeom>
              <a:rect b="b" l="l" r="r" t="t"/>
              <a:pathLst>
                <a:path extrusionOk="0" h="22" w="8">
                  <a:moveTo>
                    <a:pt x="7" y="0"/>
                  </a:moveTo>
                  <a:cubicBezTo>
                    <a:pt x="4" y="7"/>
                    <a:pt x="4" y="14"/>
                    <a:pt x="0" y="21"/>
                  </a:cubicBezTo>
                  <a:cubicBezTo>
                    <a:pt x="4" y="14"/>
                    <a:pt x="7" y="7"/>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4" name="Google Shape;6214;p95"/>
            <p:cNvSpPr/>
            <p:nvPr/>
          </p:nvSpPr>
          <p:spPr>
            <a:xfrm>
              <a:off x="2202489" y="1720624"/>
              <a:ext cx="163" cy="394"/>
            </a:xfrm>
            <a:custGeom>
              <a:rect b="b" l="l" r="r" t="t"/>
              <a:pathLst>
                <a:path extrusionOk="0" h="29" w="12">
                  <a:moveTo>
                    <a:pt x="1" y="28"/>
                  </a:moveTo>
                  <a:cubicBezTo>
                    <a:pt x="4" y="18"/>
                    <a:pt x="8" y="11"/>
                    <a:pt x="11" y="0"/>
                  </a:cubicBezTo>
                  <a:cubicBezTo>
                    <a:pt x="8" y="11"/>
                    <a:pt x="4" y="18"/>
                    <a:pt x="1"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5" name="Google Shape;6215;p95"/>
            <p:cNvSpPr/>
            <p:nvPr/>
          </p:nvSpPr>
          <p:spPr>
            <a:xfrm>
              <a:off x="2202163" y="1721154"/>
              <a:ext cx="204" cy="434"/>
            </a:xfrm>
            <a:custGeom>
              <a:rect b="b" l="l" r="r" t="t"/>
              <a:pathLst>
                <a:path extrusionOk="0" h="32" w="15">
                  <a:moveTo>
                    <a:pt x="14" y="0"/>
                  </a:moveTo>
                  <a:cubicBezTo>
                    <a:pt x="11" y="11"/>
                    <a:pt x="4" y="21"/>
                    <a:pt x="0" y="31"/>
                  </a:cubicBezTo>
                  <a:cubicBezTo>
                    <a:pt x="7" y="21"/>
                    <a:pt x="11" y="11"/>
                    <a:pt x="1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6" name="Google Shape;6216;p95"/>
            <p:cNvSpPr/>
            <p:nvPr/>
          </p:nvSpPr>
          <p:spPr>
            <a:xfrm>
              <a:off x="2201402" y="1722485"/>
              <a:ext cx="244" cy="339"/>
            </a:xfrm>
            <a:custGeom>
              <a:rect b="b" l="l" r="r" t="t"/>
              <a:pathLst>
                <a:path extrusionOk="0" h="25" w="18">
                  <a:moveTo>
                    <a:pt x="0" y="25"/>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7" name="Google Shape;6217;p95"/>
            <p:cNvSpPr/>
            <p:nvPr/>
          </p:nvSpPr>
          <p:spPr>
            <a:xfrm>
              <a:off x="2201783" y="1721806"/>
              <a:ext cx="244" cy="394"/>
            </a:xfrm>
            <a:custGeom>
              <a:rect b="b" l="l" r="r" t="t"/>
              <a:pathLst>
                <a:path extrusionOk="0" h="29" w="18">
                  <a:moveTo>
                    <a:pt x="18" y="1"/>
                  </a:moveTo>
                  <a:cubicBezTo>
                    <a:pt x="14" y="8"/>
                    <a:pt x="7" y="19"/>
                    <a:pt x="0" y="29"/>
                  </a:cubicBezTo>
                  <a:cubicBezTo>
                    <a:pt x="7" y="19"/>
                    <a:pt x="14" y="11"/>
                    <a:pt x="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8" name="Google Shape;6218;p95"/>
            <p:cNvSpPr/>
            <p:nvPr/>
          </p:nvSpPr>
          <p:spPr>
            <a:xfrm>
              <a:off x="2200968" y="1723150"/>
              <a:ext cx="149" cy="299"/>
            </a:xfrm>
            <a:custGeom>
              <a:rect b="b" l="l" r="r" t="t"/>
              <a:pathLst>
                <a:path extrusionOk="0" h="22" w="11">
                  <a:moveTo>
                    <a:pt x="1" y="21"/>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9" name="Google Shape;6219;p95"/>
            <p:cNvSpPr/>
            <p:nvPr/>
          </p:nvSpPr>
          <p:spPr>
            <a:xfrm>
              <a:off x="2226344" y="1713917"/>
              <a:ext cx="258" cy="14"/>
            </a:xfrm>
            <a:custGeom>
              <a:rect b="b" l="l" r="r" t="t"/>
              <a:pathLst>
                <a:path extrusionOk="0" h="1" w="19">
                  <a:moveTo>
                    <a:pt x="1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0" name="Google Shape;6220;p95"/>
            <p:cNvSpPr/>
            <p:nvPr/>
          </p:nvSpPr>
          <p:spPr>
            <a:xfrm>
              <a:off x="2225964" y="1713917"/>
              <a:ext cx="299" cy="14"/>
            </a:xfrm>
            <a:custGeom>
              <a:rect b="b" l="l" r="r" t="t"/>
              <a:pathLst>
                <a:path extrusionOk="0" h="1" w="22">
                  <a:moveTo>
                    <a:pt x="22"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1" name="Google Shape;6221;p95"/>
            <p:cNvSpPr/>
            <p:nvPr/>
          </p:nvSpPr>
          <p:spPr>
            <a:xfrm>
              <a:off x="2225543" y="1713876"/>
              <a:ext cx="299" cy="14"/>
            </a:xfrm>
            <a:custGeom>
              <a:rect b="b" l="l" r="r" t="t"/>
              <a:pathLst>
                <a:path extrusionOk="0" h="1" w="22">
                  <a:moveTo>
                    <a:pt x="21"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2" name="Google Shape;6222;p95"/>
            <p:cNvSpPr/>
            <p:nvPr/>
          </p:nvSpPr>
          <p:spPr>
            <a:xfrm>
              <a:off x="2222882" y="171382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3" name="Google Shape;6223;p95"/>
            <p:cNvSpPr/>
            <p:nvPr/>
          </p:nvSpPr>
          <p:spPr>
            <a:xfrm>
              <a:off x="2226915" y="1714012"/>
              <a:ext cx="204" cy="68"/>
            </a:xfrm>
            <a:custGeom>
              <a:rect b="b" l="l" r="r" t="t"/>
              <a:pathLst>
                <a:path extrusionOk="0" h="5" w="15">
                  <a:moveTo>
                    <a:pt x="15"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4" name="Google Shape;6224;p95"/>
            <p:cNvSpPr/>
            <p:nvPr/>
          </p:nvSpPr>
          <p:spPr>
            <a:xfrm>
              <a:off x="2223588" y="171382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5" name="Google Shape;6225;p95"/>
            <p:cNvSpPr/>
            <p:nvPr/>
          </p:nvSpPr>
          <p:spPr>
            <a:xfrm>
              <a:off x="2225014" y="1713822"/>
              <a:ext cx="353" cy="14"/>
            </a:xfrm>
            <a:custGeom>
              <a:rect b="b" l="l" r="r" t="t"/>
              <a:pathLst>
                <a:path extrusionOk="0" h="1" w="26">
                  <a:moveTo>
                    <a:pt x="25"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6" name="Google Shape;6226;p95"/>
            <p:cNvSpPr/>
            <p:nvPr/>
          </p:nvSpPr>
          <p:spPr>
            <a:xfrm>
              <a:off x="2224824" y="171382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7" name="Google Shape;6227;p95"/>
            <p:cNvSpPr/>
            <p:nvPr/>
          </p:nvSpPr>
          <p:spPr>
            <a:xfrm>
              <a:off x="2226684" y="1713972"/>
              <a:ext cx="204" cy="14"/>
            </a:xfrm>
            <a:custGeom>
              <a:rect b="b" l="l" r="r" t="t"/>
              <a:pathLst>
                <a:path extrusionOk="0" h="1" w="15">
                  <a:moveTo>
                    <a:pt x="1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8" name="Google Shape;6228;p95"/>
            <p:cNvSpPr/>
            <p:nvPr/>
          </p:nvSpPr>
          <p:spPr>
            <a:xfrm>
              <a:off x="2240845" y="1712206"/>
              <a:ext cx="258" cy="68"/>
            </a:xfrm>
            <a:custGeom>
              <a:rect b="b" l="l" r="r" t="t"/>
              <a:pathLst>
                <a:path extrusionOk="0" h="5" w="19">
                  <a:moveTo>
                    <a:pt x="18"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9" name="Google Shape;6229;p95"/>
            <p:cNvSpPr/>
            <p:nvPr/>
          </p:nvSpPr>
          <p:spPr>
            <a:xfrm>
              <a:off x="2240370" y="1712301"/>
              <a:ext cx="353" cy="68"/>
            </a:xfrm>
            <a:custGeom>
              <a:rect b="b" l="l" r="r" t="t"/>
              <a:pathLst>
                <a:path extrusionOk="0" h="5" w="26">
                  <a:moveTo>
                    <a:pt x="25"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0" name="Google Shape;6230;p95"/>
            <p:cNvSpPr/>
            <p:nvPr/>
          </p:nvSpPr>
          <p:spPr>
            <a:xfrm>
              <a:off x="2241225" y="1712166"/>
              <a:ext cx="163" cy="14"/>
            </a:xfrm>
            <a:custGeom>
              <a:rect b="b" l="l" r="r" t="t"/>
              <a:pathLst>
                <a:path extrusionOk="0" h="1" w="12">
                  <a:moveTo>
                    <a:pt x="11" y="0"/>
                  </a:moveTo>
                  <a:lnTo>
                    <a:pt x="11" y="0"/>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1" name="Google Shape;6231;p95"/>
            <p:cNvSpPr/>
            <p:nvPr/>
          </p:nvSpPr>
          <p:spPr>
            <a:xfrm>
              <a:off x="2239379" y="1712682"/>
              <a:ext cx="149" cy="109"/>
            </a:xfrm>
            <a:custGeom>
              <a:rect b="b" l="l" r="r" t="t"/>
              <a:pathLst>
                <a:path extrusionOk="0" h="8" w="11">
                  <a:moveTo>
                    <a:pt x="11"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2" name="Google Shape;6232;p95"/>
            <p:cNvSpPr/>
            <p:nvPr/>
          </p:nvSpPr>
          <p:spPr>
            <a:xfrm>
              <a:off x="2240044" y="1712397"/>
              <a:ext cx="244" cy="68"/>
            </a:xfrm>
            <a:custGeom>
              <a:rect b="b" l="l" r="r" t="t"/>
              <a:pathLst>
                <a:path extrusionOk="0" h="5" w="18">
                  <a:moveTo>
                    <a:pt x="18"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3" name="Google Shape;6233;p95"/>
            <p:cNvSpPr/>
            <p:nvPr/>
          </p:nvSpPr>
          <p:spPr>
            <a:xfrm>
              <a:off x="2227159" y="1714067"/>
              <a:ext cx="149" cy="54"/>
            </a:xfrm>
            <a:custGeom>
              <a:rect b="b" l="l" r="r" t="t"/>
              <a:pathLst>
                <a:path extrusionOk="0" h="4" w="11">
                  <a:moveTo>
                    <a:pt x="11"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4" name="Google Shape;6234;p95"/>
            <p:cNvSpPr/>
            <p:nvPr/>
          </p:nvSpPr>
          <p:spPr>
            <a:xfrm>
              <a:off x="2239800" y="1712492"/>
              <a:ext cx="163" cy="68"/>
            </a:xfrm>
            <a:custGeom>
              <a:rect b="b" l="l" r="r" t="t"/>
              <a:pathLst>
                <a:path extrusionOk="0" h="5" w="12">
                  <a:moveTo>
                    <a:pt x="11"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5" name="Google Shape;6235;p95"/>
            <p:cNvSpPr/>
            <p:nvPr/>
          </p:nvSpPr>
          <p:spPr>
            <a:xfrm>
              <a:off x="2239569" y="1712587"/>
              <a:ext cx="149" cy="68"/>
            </a:xfrm>
            <a:custGeom>
              <a:rect b="b" l="l" r="r" t="t"/>
              <a:pathLst>
                <a:path extrusionOk="0" h="5" w="11">
                  <a:moveTo>
                    <a:pt x="11"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6" name="Google Shape;6236;p95"/>
            <p:cNvSpPr/>
            <p:nvPr/>
          </p:nvSpPr>
          <p:spPr>
            <a:xfrm>
              <a:off x="2223873" y="171382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7" name="Google Shape;6237;p95"/>
            <p:cNvSpPr/>
            <p:nvPr/>
          </p:nvSpPr>
          <p:spPr>
            <a:xfrm>
              <a:off x="2218320" y="1714067"/>
              <a:ext cx="394" cy="14"/>
            </a:xfrm>
            <a:custGeom>
              <a:rect b="b" l="l" r="r" t="t"/>
              <a:pathLst>
                <a:path extrusionOk="0" h="1" w="29">
                  <a:moveTo>
                    <a:pt x="0" y="0"/>
                  </a:moveTo>
                  <a:lnTo>
                    <a:pt x="2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8" name="Google Shape;6238;p95"/>
            <p:cNvSpPr/>
            <p:nvPr/>
          </p:nvSpPr>
          <p:spPr>
            <a:xfrm>
              <a:off x="2221742" y="1713822"/>
              <a:ext cx="394" cy="14"/>
            </a:xfrm>
            <a:custGeom>
              <a:rect b="b" l="l" r="r" t="t"/>
              <a:pathLst>
                <a:path extrusionOk="0" h="1" w="29">
                  <a:moveTo>
                    <a:pt x="28"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9" name="Google Shape;6239;p95"/>
            <p:cNvSpPr/>
            <p:nvPr/>
          </p:nvSpPr>
          <p:spPr>
            <a:xfrm>
              <a:off x="2236188" y="1713157"/>
              <a:ext cx="3245" cy="2349"/>
            </a:xfrm>
            <a:custGeom>
              <a:rect b="b" l="l" r="r" t="t"/>
              <a:pathLst>
                <a:path extrusionOk="0" h="173" w="239">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0" name="Google Shape;6240;p95"/>
            <p:cNvSpPr/>
            <p:nvPr/>
          </p:nvSpPr>
          <p:spPr>
            <a:xfrm>
              <a:off x="2218985" y="1713972"/>
              <a:ext cx="625" cy="54"/>
            </a:xfrm>
            <a:custGeom>
              <a:rect b="b" l="l" r="r" t="t"/>
              <a:pathLst>
                <a:path extrusionOk="0" h="4" w="46">
                  <a:moveTo>
                    <a:pt x="46"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1" name="Google Shape;6241;p95"/>
            <p:cNvSpPr/>
            <p:nvPr/>
          </p:nvSpPr>
          <p:spPr>
            <a:xfrm>
              <a:off x="2219977" y="1713917"/>
              <a:ext cx="543" cy="14"/>
            </a:xfrm>
            <a:custGeom>
              <a:rect b="b" l="l" r="r" t="t"/>
              <a:pathLst>
                <a:path extrusionOk="0" h="1" w="40">
                  <a:moveTo>
                    <a:pt x="39"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2" name="Google Shape;6242;p95"/>
            <p:cNvSpPr/>
            <p:nvPr/>
          </p:nvSpPr>
          <p:spPr>
            <a:xfrm>
              <a:off x="2220886" y="1713876"/>
              <a:ext cx="489" cy="14"/>
            </a:xfrm>
            <a:custGeom>
              <a:rect b="b" l="l" r="r" t="t"/>
              <a:pathLst>
                <a:path extrusionOk="0" h="1" w="36">
                  <a:moveTo>
                    <a:pt x="35"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3" name="Google Shape;6243;p95"/>
            <p:cNvSpPr/>
            <p:nvPr/>
          </p:nvSpPr>
          <p:spPr>
            <a:xfrm>
              <a:off x="2206005" y="1719905"/>
              <a:ext cx="679" cy="68"/>
            </a:xfrm>
            <a:custGeom>
              <a:rect b="b" l="l" r="r" t="t"/>
              <a:pathLst>
                <a:path extrusionOk="0" h="5" w="50">
                  <a:moveTo>
                    <a:pt x="15" y="1"/>
                  </a:moveTo>
                  <a:lnTo>
                    <a:pt x="1" y="4"/>
                  </a:lnTo>
                  <a:cubicBezTo>
                    <a:pt x="18" y="4"/>
                    <a:pt x="32" y="1"/>
                    <a:pt x="5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4" name="Google Shape;6244;p95"/>
            <p:cNvSpPr/>
            <p:nvPr/>
          </p:nvSpPr>
          <p:spPr>
            <a:xfrm>
              <a:off x="2202923" y="1719973"/>
              <a:ext cx="1480" cy="41"/>
            </a:xfrm>
            <a:custGeom>
              <a:rect b="b" l="l" r="r" t="t"/>
              <a:pathLst>
                <a:path extrusionOk="0" h="3" w="109">
                  <a:moveTo>
                    <a:pt x="54" y="0"/>
                  </a:moveTo>
                  <a:cubicBezTo>
                    <a:pt x="36" y="0"/>
                    <a:pt x="18" y="1"/>
                    <a:pt x="0" y="3"/>
                  </a:cubicBezTo>
                  <a:lnTo>
                    <a:pt x="109" y="3"/>
                  </a:lnTo>
                  <a:cubicBezTo>
                    <a:pt x="91" y="1"/>
                    <a:pt x="73" y="0"/>
                    <a:pt x="5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5" name="Google Shape;6245;p95"/>
            <p:cNvSpPr/>
            <p:nvPr/>
          </p:nvSpPr>
          <p:spPr>
            <a:xfrm>
              <a:off x="2205204" y="1719959"/>
              <a:ext cx="625" cy="14"/>
            </a:xfrm>
            <a:custGeom>
              <a:rect b="b" l="l" r="r" t="t"/>
              <a:pathLst>
                <a:path extrusionOk="0" h="1" w="46">
                  <a:moveTo>
                    <a:pt x="25" y="0"/>
                  </a:moveTo>
                  <a:lnTo>
                    <a:pt x="46" y="0"/>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6" name="Google Shape;6246;p95"/>
            <p:cNvSpPr/>
            <p:nvPr/>
          </p:nvSpPr>
          <p:spPr>
            <a:xfrm>
              <a:off x="2206725" y="1719715"/>
              <a:ext cx="720" cy="163"/>
            </a:xfrm>
            <a:custGeom>
              <a:rect b="b" l="l" r="r" t="t"/>
              <a:pathLst>
                <a:path extrusionOk="0" h="12" w="53">
                  <a:moveTo>
                    <a:pt x="53" y="1"/>
                  </a:moveTo>
                  <a:cubicBezTo>
                    <a:pt x="35" y="4"/>
                    <a:pt x="18" y="8"/>
                    <a:pt x="0" y="11"/>
                  </a:cubicBezTo>
                  <a:cubicBezTo>
                    <a:pt x="18" y="8"/>
                    <a:pt x="35" y="4"/>
                    <a:pt x="5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7" name="Google Shape;6247;p95"/>
            <p:cNvSpPr/>
            <p:nvPr/>
          </p:nvSpPr>
          <p:spPr>
            <a:xfrm>
              <a:off x="2285094" y="1766163"/>
              <a:ext cx="11622" cy="5675"/>
            </a:xfrm>
            <a:custGeom>
              <a:rect b="b" l="l" r="r" t="t"/>
              <a:pathLst>
                <a:path extrusionOk="0" h="418" w="856">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8" name="Google Shape;6248;p95"/>
            <p:cNvSpPr/>
            <p:nvPr/>
          </p:nvSpPr>
          <p:spPr>
            <a:xfrm>
              <a:off x="1868957" y="1453664"/>
              <a:ext cx="77052" cy="36456"/>
            </a:xfrm>
            <a:custGeom>
              <a:rect b="b" l="l" r="r" t="t"/>
              <a:pathLst>
                <a:path extrusionOk="0" h="2685" w="5675">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9" name="Google Shape;6249;p95"/>
            <p:cNvSpPr/>
            <p:nvPr/>
          </p:nvSpPr>
          <p:spPr>
            <a:xfrm>
              <a:off x="1971712" y="1589955"/>
              <a:ext cx="30821" cy="28486"/>
            </a:xfrm>
            <a:custGeom>
              <a:rect b="b" l="l" r="r" t="t"/>
              <a:pathLst>
                <a:path extrusionOk="0" h="2098" w="227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0" name="Google Shape;6250;p95"/>
            <p:cNvSpPr/>
            <p:nvPr/>
          </p:nvSpPr>
          <p:spPr>
            <a:xfrm>
              <a:off x="1984936" y="1583342"/>
              <a:ext cx="6422" cy="5010"/>
            </a:xfrm>
            <a:custGeom>
              <a:rect b="b" l="l" r="r" t="t"/>
              <a:pathLst>
                <a:path extrusionOk="0" h="369" w="473">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1" name="Google Shape;6251;p95"/>
            <p:cNvSpPr/>
            <p:nvPr/>
          </p:nvSpPr>
          <p:spPr>
            <a:xfrm>
              <a:off x="1999193" y="1543044"/>
              <a:ext cx="61805" cy="90508"/>
            </a:xfrm>
            <a:custGeom>
              <a:rect b="b" l="l" r="r" t="t"/>
              <a:pathLst>
                <a:path extrusionOk="0" h="6666" w="4552">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2" name="Google Shape;6252;p95"/>
            <p:cNvSpPr/>
            <p:nvPr/>
          </p:nvSpPr>
          <p:spPr>
            <a:xfrm>
              <a:off x="1996287" y="1548177"/>
              <a:ext cx="3965" cy="4861"/>
            </a:xfrm>
            <a:custGeom>
              <a:rect b="b" l="l" r="r" t="t"/>
              <a:pathLst>
                <a:path extrusionOk="0" h="358" w="292">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3" name="Google Shape;6253;p95"/>
            <p:cNvSpPr/>
            <p:nvPr/>
          </p:nvSpPr>
          <p:spPr>
            <a:xfrm>
              <a:off x="1989118" y="1581876"/>
              <a:ext cx="16646" cy="10848"/>
            </a:xfrm>
            <a:custGeom>
              <a:rect b="b" l="l" r="r" t="t"/>
              <a:pathLst>
                <a:path extrusionOk="0" h="799" w="1226">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4" name="Google Shape;6254;p95"/>
            <p:cNvSpPr/>
            <p:nvPr/>
          </p:nvSpPr>
          <p:spPr>
            <a:xfrm>
              <a:off x="2038310" y="1522800"/>
              <a:ext cx="2009" cy="5621"/>
            </a:xfrm>
            <a:custGeom>
              <a:rect b="b" l="l" r="r" t="t"/>
              <a:pathLst>
                <a:path extrusionOk="0" h="414" w="148">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5" name="Google Shape;6255;p95"/>
            <p:cNvSpPr/>
            <p:nvPr/>
          </p:nvSpPr>
          <p:spPr>
            <a:xfrm>
              <a:off x="1993015" y="1584252"/>
              <a:ext cx="149" cy="543"/>
            </a:xfrm>
            <a:custGeom>
              <a:rect b="b" l="l" r="r" t="t"/>
              <a:pathLst>
                <a:path extrusionOk="0" h="40" w="11">
                  <a:moveTo>
                    <a:pt x="11" y="1"/>
                  </a:moveTo>
                  <a:cubicBezTo>
                    <a:pt x="7" y="11"/>
                    <a:pt x="4" y="25"/>
                    <a:pt x="0" y="39"/>
                  </a:cubicBezTo>
                  <a:cubicBezTo>
                    <a:pt x="7" y="25"/>
                    <a:pt x="11" y="11"/>
                    <a:pt x="1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6" name="Google Shape;6256;p95"/>
            <p:cNvSpPr/>
            <p:nvPr/>
          </p:nvSpPr>
          <p:spPr>
            <a:xfrm>
              <a:off x="1992105" y="1586533"/>
              <a:ext cx="258" cy="489"/>
            </a:xfrm>
            <a:custGeom>
              <a:rect b="b" l="l" r="r" t="t"/>
              <a:pathLst>
                <a:path extrusionOk="0" h="36" w="19">
                  <a:moveTo>
                    <a:pt x="1" y="36"/>
                  </a:moveTo>
                  <a:cubicBezTo>
                    <a:pt x="8" y="22"/>
                    <a:pt x="11" y="11"/>
                    <a:pt x="18" y="1"/>
                  </a:cubicBezTo>
                  <a:cubicBezTo>
                    <a:pt x="11" y="11"/>
                    <a:pt x="8" y="22"/>
                    <a:pt x="1" y="3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7" name="Google Shape;6257;p95"/>
            <p:cNvSpPr/>
            <p:nvPr/>
          </p:nvSpPr>
          <p:spPr>
            <a:xfrm>
              <a:off x="1992866" y="1584782"/>
              <a:ext cx="163" cy="489"/>
            </a:xfrm>
            <a:custGeom>
              <a:rect b="b" l="l" r="r" t="t"/>
              <a:pathLst>
                <a:path extrusionOk="0" h="36" w="12">
                  <a:moveTo>
                    <a:pt x="11" y="0"/>
                  </a:moveTo>
                  <a:cubicBezTo>
                    <a:pt x="8" y="11"/>
                    <a:pt x="4" y="25"/>
                    <a:pt x="1" y="35"/>
                  </a:cubicBezTo>
                  <a:cubicBezTo>
                    <a:pt x="4" y="25"/>
                    <a:pt x="11" y="11"/>
                    <a:pt x="1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8" name="Google Shape;6258;p95"/>
            <p:cNvSpPr/>
            <p:nvPr/>
          </p:nvSpPr>
          <p:spPr>
            <a:xfrm>
              <a:off x="1991820" y="1587063"/>
              <a:ext cx="299" cy="434"/>
            </a:xfrm>
            <a:custGeom>
              <a:rect b="b" l="l" r="r" t="t"/>
              <a:pathLst>
                <a:path extrusionOk="0" h="32" w="22">
                  <a:moveTo>
                    <a:pt x="22" y="0"/>
                  </a:moveTo>
                  <a:cubicBezTo>
                    <a:pt x="11" y="11"/>
                    <a:pt x="4" y="21"/>
                    <a:pt x="1" y="32"/>
                  </a:cubicBezTo>
                  <a:cubicBezTo>
                    <a:pt x="8" y="21"/>
                    <a:pt x="15" y="11"/>
                    <a:pt x="2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9" name="Google Shape;6259;p95"/>
            <p:cNvSpPr/>
            <p:nvPr/>
          </p:nvSpPr>
          <p:spPr>
            <a:xfrm>
              <a:off x="1992390" y="1585963"/>
              <a:ext cx="258" cy="489"/>
            </a:xfrm>
            <a:custGeom>
              <a:rect b="b" l="l" r="r" t="t"/>
              <a:pathLst>
                <a:path extrusionOk="0" h="36" w="19">
                  <a:moveTo>
                    <a:pt x="18" y="1"/>
                  </a:moveTo>
                  <a:cubicBezTo>
                    <a:pt x="11" y="11"/>
                    <a:pt x="4" y="25"/>
                    <a:pt x="1" y="36"/>
                  </a:cubicBezTo>
                  <a:cubicBezTo>
                    <a:pt x="8" y="25"/>
                    <a:pt x="11" y="11"/>
                    <a:pt x="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0" name="Google Shape;6260;p95"/>
            <p:cNvSpPr/>
            <p:nvPr/>
          </p:nvSpPr>
          <p:spPr>
            <a:xfrm>
              <a:off x="1992635" y="1585352"/>
              <a:ext cx="204" cy="530"/>
            </a:xfrm>
            <a:custGeom>
              <a:rect b="b" l="l" r="r" t="t"/>
              <a:pathLst>
                <a:path extrusionOk="0" h="39" w="15">
                  <a:moveTo>
                    <a:pt x="0" y="39"/>
                  </a:moveTo>
                  <a:cubicBezTo>
                    <a:pt x="7" y="25"/>
                    <a:pt x="11" y="14"/>
                    <a:pt x="14" y="0"/>
                  </a:cubicBezTo>
                  <a:cubicBezTo>
                    <a:pt x="11" y="14"/>
                    <a:pt x="7" y="25"/>
                    <a:pt x="0" y="3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1" name="Google Shape;6261;p95"/>
            <p:cNvSpPr/>
            <p:nvPr/>
          </p:nvSpPr>
          <p:spPr>
            <a:xfrm>
              <a:off x="1998432" y="1591000"/>
              <a:ext cx="434" cy="489"/>
            </a:xfrm>
            <a:custGeom>
              <a:rect b="b" l="l" r="r" t="t"/>
              <a:pathLst>
                <a:path extrusionOk="0" h="36" w="32">
                  <a:moveTo>
                    <a:pt x="0" y="1"/>
                  </a:moveTo>
                  <a:lnTo>
                    <a:pt x="0" y="1"/>
                  </a:lnTo>
                  <a:cubicBezTo>
                    <a:pt x="11" y="11"/>
                    <a:pt x="18" y="25"/>
                    <a:pt x="32" y="36"/>
                  </a:cubicBezTo>
                  <a:cubicBezTo>
                    <a:pt x="21" y="25"/>
                    <a:pt x="11" y="1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2" name="Google Shape;6262;p95"/>
            <p:cNvSpPr/>
            <p:nvPr/>
          </p:nvSpPr>
          <p:spPr>
            <a:xfrm>
              <a:off x="1999478" y="1592046"/>
              <a:ext cx="530" cy="489"/>
            </a:xfrm>
            <a:custGeom>
              <a:rect b="b" l="l" r="r" t="t"/>
              <a:pathLst>
                <a:path extrusionOk="0" h="36" w="39">
                  <a:moveTo>
                    <a:pt x="39" y="36"/>
                  </a:moveTo>
                  <a:lnTo>
                    <a:pt x="39" y="36"/>
                  </a:lnTo>
                  <a:cubicBezTo>
                    <a:pt x="25" y="25"/>
                    <a:pt x="11" y="15"/>
                    <a:pt x="0" y="1"/>
                  </a:cubicBezTo>
                  <a:cubicBezTo>
                    <a:pt x="11" y="15"/>
                    <a:pt x="25" y="25"/>
                    <a:pt x="39" y="3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3" name="Google Shape;6263;p95"/>
            <p:cNvSpPr/>
            <p:nvPr/>
          </p:nvSpPr>
          <p:spPr>
            <a:xfrm>
              <a:off x="1990965" y="1588013"/>
              <a:ext cx="394" cy="339"/>
            </a:xfrm>
            <a:custGeom>
              <a:rect b="b" l="l" r="r" t="t"/>
              <a:pathLst>
                <a:path extrusionOk="0" h="25" w="29">
                  <a:moveTo>
                    <a:pt x="1" y="25"/>
                  </a:moveTo>
                  <a:cubicBezTo>
                    <a:pt x="11" y="18"/>
                    <a:pt x="18" y="7"/>
                    <a:pt x="29" y="0"/>
                  </a:cubicBezTo>
                  <a:cubicBezTo>
                    <a:pt x="18" y="7"/>
                    <a:pt x="11" y="18"/>
                    <a:pt x="1"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4" name="Google Shape;6264;p95"/>
            <p:cNvSpPr/>
            <p:nvPr/>
          </p:nvSpPr>
          <p:spPr>
            <a:xfrm>
              <a:off x="1998948" y="1591570"/>
              <a:ext cx="394" cy="394"/>
            </a:xfrm>
            <a:custGeom>
              <a:rect b="b" l="l" r="r" t="t"/>
              <a:pathLst>
                <a:path extrusionOk="0" h="29" w="29">
                  <a:moveTo>
                    <a:pt x="29" y="29"/>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5" name="Google Shape;6265;p95"/>
            <p:cNvSpPr/>
            <p:nvPr/>
          </p:nvSpPr>
          <p:spPr>
            <a:xfrm>
              <a:off x="1991399" y="1587579"/>
              <a:ext cx="339" cy="394"/>
            </a:xfrm>
            <a:custGeom>
              <a:rect b="b" l="l" r="r" t="t"/>
              <a:pathLst>
                <a:path extrusionOk="0" h="29" w="25">
                  <a:moveTo>
                    <a:pt x="25" y="1"/>
                  </a:moveTo>
                  <a:cubicBezTo>
                    <a:pt x="18" y="11"/>
                    <a:pt x="11" y="18"/>
                    <a:pt x="0" y="29"/>
                  </a:cubicBezTo>
                  <a:cubicBezTo>
                    <a:pt x="11" y="18"/>
                    <a:pt x="18" y="11"/>
                    <a:pt x="2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6" name="Google Shape;6266;p95"/>
            <p:cNvSpPr/>
            <p:nvPr/>
          </p:nvSpPr>
          <p:spPr>
            <a:xfrm>
              <a:off x="2108940" y="1555794"/>
              <a:ext cx="19932" cy="28906"/>
            </a:xfrm>
            <a:custGeom>
              <a:rect b="b" l="l" r="r" t="t"/>
              <a:pathLst>
                <a:path extrusionOk="0" h="2129" w="1468">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7" name="Google Shape;6267;p95"/>
            <p:cNvSpPr/>
            <p:nvPr/>
          </p:nvSpPr>
          <p:spPr>
            <a:xfrm>
              <a:off x="2132850" y="1574558"/>
              <a:ext cx="8948" cy="12288"/>
            </a:xfrm>
            <a:custGeom>
              <a:rect b="b" l="l" r="r" t="t"/>
              <a:pathLst>
                <a:path extrusionOk="0" h="905" w="659">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8" name="Google Shape;6268;p95"/>
            <p:cNvSpPr/>
            <p:nvPr/>
          </p:nvSpPr>
          <p:spPr>
            <a:xfrm>
              <a:off x="2116217" y="1584537"/>
              <a:ext cx="244" cy="14"/>
            </a:xfrm>
            <a:custGeom>
              <a:rect b="b" l="l" r="r" t="t"/>
              <a:pathLst>
                <a:path extrusionOk="0" h="1" w="18">
                  <a:moveTo>
                    <a:pt x="1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9" name="Google Shape;6269;p95"/>
            <p:cNvSpPr/>
            <p:nvPr/>
          </p:nvSpPr>
          <p:spPr>
            <a:xfrm>
              <a:off x="2117168" y="1584632"/>
              <a:ext cx="258" cy="14"/>
            </a:xfrm>
            <a:custGeom>
              <a:rect b="b" l="l" r="r" t="t"/>
              <a:pathLst>
                <a:path extrusionOk="0" h="1" w="19">
                  <a:moveTo>
                    <a:pt x="1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0" name="Google Shape;6270;p95"/>
            <p:cNvSpPr/>
            <p:nvPr/>
          </p:nvSpPr>
          <p:spPr>
            <a:xfrm>
              <a:off x="2115267" y="1584496"/>
              <a:ext cx="244" cy="14"/>
            </a:xfrm>
            <a:custGeom>
              <a:rect b="b" l="l" r="r" t="t"/>
              <a:pathLst>
                <a:path extrusionOk="0" h="1" w="18">
                  <a:moveTo>
                    <a:pt x="18"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1" name="Google Shape;6271;p95"/>
            <p:cNvSpPr/>
            <p:nvPr/>
          </p:nvSpPr>
          <p:spPr>
            <a:xfrm>
              <a:off x="2115742" y="1584537"/>
              <a:ext cx="244" cy="14"/>
            </a:xfrm>
            <a:custGeom>
              <a:rect b="b" l="l" r="r" t="t"/>
              <a:pathLst>
                <a:path extrusionOk="0" h="1" w="18">
                  <a:moveTo>
                    <a:pt x="18"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2" name="Google Shape;6272;p95"/>
            <p:cNvSpPr/>
            <p:nvPr/>
          </p:nvSpPr>
          <p:spPr>
            <a:xfrm>
              <a:off x="2114357" y="1584442"/>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3" name="Google Shape;6273;p95"/>
            <p:cNvSpPr/>
            <p:nvPr/>
          </p:nvSpPr>
          <p:spPr>
            <a:xfrm>
              <a:off x="2115022" y="1584496"/>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4" name="Google Shape;6274;p95"/>
            <p:cNvSpPr/>
            <p:nvPr/>
          </p:nvSpPr>
          <p:spPr>
            <a:xfrm>
              <a:off x="2117643" y="1584687"/>
              <a:ext cx="258" cy="14"/>
            </a:xfrm>
            <a:custGeom>
              <a:rect b="b" l="l" r="r" t="t"/>
              <a:pathLst>
                <a:path extrusionOk="0" h="1" w="19">
                  <a:moveTo>
                    <a:pt x="1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5" name="Google Shape;6275;p95"/>
            <p:cNvSpPr/>
            <p:nvPr/>
          </p:nvSpPr>
          <p:spPr>
            <a:xfrm>
              <a:off x="2120263" y="1585162"/>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6" name="Google Shape;6276;p95"/>
            <p:cNvSpPr/>
            <p:nvPr/>
          </p:nvSpPr>
          <p:spPr>
            <a:xfrm>
              <a:off x="2120874" y="158516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7" name="Google Shape;6277;p95"/>
            <p:cNvSpPr/>
            <p:nvPr/>
          </p:nvSpPr>
          <p:spPr>
            <a:xfrm>
              <a:off x="2120399" y="158516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8" name="Google Shape;6278;p95"/>
            <p:cNvSpPr/>
            <p:nvPr/>
          </p:nvSpPr>
          <p:spPr>
            <a:xfrm>
              <a:off x="2118118" y="1584727"/>
              <a:ext cx="204" cy="14"/>
            </a:xfrm>
            <a:custGeom>
              <a:rect b="b" l="l" r="r" t="t"/>
              <a:pathLst>
                <a:path extrusionOk="0" h="1" w="15">
                  <a:moveTo>
                    <a:pt x="15"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9" name="Google Shape;6279;p95"/>
            <p:cNvSpPr/>
            <p:nvPr/>
          </p:nvSpPr>
          <p:spPr>
            <a:xfrm>
              <a:off x="2118553" y="1584782"/>
              <a:ext cx="204" cy="14"/>
            </a:xfrm>
            <a:custGeom>
              <a:rect b="b" l="l" r="r" t="t"/>
              <a:pathLst>
                <a:path extrusionOk="0" h="1" w="15">
                  <a:moveTo>
                    <a:pt x="1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0" name="Google Shape;6280;p95"/>
            <p:cNvSpPr/>
            <p:nvPr/>
          </p:nvSpPr>
          <p:spPr>
            <a:xfrm>
              <a:off x="2118973" y="1584877"/>
              <a:ext cx="163" cy="14"/>
            </a:xfrm>
            <a:custGeom>
              <a:rect b="b" l="l" r="r" t="t"/>
              <a:pathLst>
                <a:path extrusionOk="0" h="1" w="12">
                  <a:moveTo>
                    <a:pt x="1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1" name="Google Shape;6281;p95"/>
            <p:cNvSpPr/>
            <p:nvPr/>
          </p:nvSpPr>
          <p:spPr>
            <a:xfrm>
              <a:off x="2119408" y="1584917"/>
              <a:ext cx="149" cy="14"/>
            </a:xfrm>
            <a:custGeom>
              <a:rect b="b" l="l" r="r" t="t"/>
              <a:pathLst>
                <a:path extrusionOk="0" h="1" w="11">
                  <a:moveTo>
                    <a:pt x="11"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2" name="Google Shape;6282;p95"/>
            <p:cNvSpPr/>
            <p:nvPr/>
          </p:nvSpPr>
          <p:spPr>
            <a:xfrm>
              <a:off x="2116692" y="1584632"/>
              <a:ext cx="258" cy="14"/>
            </a:xfrm>
            <a:custGeom>
              <a:rect b="b" l="l" r="r" t="t"/>
              <a:pathLst>
                <a:path extrusionOk="0" h="1" w="19">
                  <a:moveTo>
                    <a:pt x="1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3" name="Google Shape;6283;p95"/>
            <p:cNvSpPr/>
            <p:nvPr/>
          </p:nvSpPr>
          <p:spPr>
            <a:xfrm>
              <a:off x="2119734" y="1585012"/>
              <a:ext cx="163" cy="14"/>
            </a:xfrm>
            <a:custGeom>
              <a:rect b="b" l="l" r="r" t="t"/>
              <a:pathLst>
                <a:path extrusionOk="0" h="1" w="12">
                  <a:moveTo>
                    <a:pt x="11"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4" name="Google Shape;6284;p95"/>
            <p:cNvSpPr/>
            <p:nvPr/>
          </p:nvSpPr>
          <p:spPr>
            <a:xfrm>
              <a:off x="2113936" y="158444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5" name="Google Shape;6285;p95"/>
            <p:cNvSpPr/>
            <p:nvPr/>
          </p:nvSpPr>
          <p:spPr>
            <a:xfrm>
              <a:off x="2120644" y="1585162"/>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6" name="Google Shape;6286;p95"/>
            <p:cNvSpPr/>
            <p:nvPr/>
          </p:nvSpPr>
          <p:spPr>
            <a:xfrm>
              <a:off x="2182285" y="1554259"/>
              <a:ext cx="4766" cy="7617"/>
            </a:xfrm>
            <a:custGeom>
              <a:rect b="b" l="l" r="r" t="t"/>
              <a:pathLst>
                <a:path extrusionOk="0" h="561" w="351">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7" name="Google Shape;6287;p95"/>
            <p:cNvSpPr/>
            <p:nvPr/>
          </p:nvSpPr>
          <p:spPr>
            <a:xfrm>
              <a:off x="2133094" y="1420616"/>
              <a:ext cx="90752" cy="158463"/>
            </a:xfrm>
            <a:custGeom>
              <a:rect b="b" l="l" r="r" t="t"/>
              <a:pathLst>
                <a:path extrusionOk="0" h="11671" w="6684">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8" name="Google Shape;6288;p95"/>
            <p:cNvSpPr/>
            <p:nvPr/>
          </p:nvSpPr>
          <p:spPr>
            <a:xfrm>
              <a:off x="2223833" y="1459339"/>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9" name="Google Shape;6289;p95"/>
            <p:cNvSpPr/>
            <p:nvPr/>
          </p:nvSpPr>
          <p:spPr>
            <a:xfrm>
              <a:off x="2221022" y="1454248"/>
              <a:ext cx="109" cy="204"/>
            </a:xfrm>
            <a:custGeom>
              <a:rect b="b" l="l" r="r" t="t"/>
              <a:pathLst>
                <a:path extrusionOk="0" h="15" w="8">
                  <a:moveTo>
                    <a:pt x="1" y="1"/>
                  </a:moveTo>
                  <a:cubicBezTo>
                    <a:pt x="1" y="4"/>
                    <a:pt x="4" y="11"/>
                    <a:pt x="8" y="15"/>
                  </a:cubicBezTo>
                  <a:cubicBezTo>
                    <a:pt x="4" y="11"/>
                    <a:pt x="4"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0" name="Google Shape;6290;p95"/>
            <p:cNvSpPr/>
            <p:nvPr/>
          </p:nvSpPr>
          <p:spPr>
            <a:xfrm>
              <a:off x="2221782" y="1455673"/>
              <a:ext cx="204" cy="258"/>
            </a:xfrm>
            <a:custGeom>
              <a:rect b="b" l="l" r="r" t="t"/>
              <a:pathLst>
                <a:path extrusionOk="0" h="19" w="15">
                  <a:moveTo>
                    <a:pt x="1" y="1"/>
                  </a:moveTo>
                  <a:lnTo>
                    <a:pt x="15"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1" name="Google Shape;6291;p95"/>
            <p:cNvSpPr/>
            <p:nvPr/>
          </p:nvSpPr>
          <p:spPr>
            <a:xfrm>
              <a:off x="2221552" y="1455347"/>
              <a:ext cx="204" cy="244"/>
            </a:xfrm>
            <a:custGeom>
              <a:rect b="b" l="l" r="r" t="t"/>
              <a:pathLst>
                <a:path extrusionOk="0" h="18" w="15">
                  <a:moveTo>
                    <a:pt x="0" y="0"/>
                  </a:moveTo>
                  <a:lnTo>
                    <a:pt x="14"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2" name="Google Shape;6292;p95"/>
            <p:cNvSpPr/>
            <p:nvPr/>
          </p:nvSpPr>
          <p:spPr>
            <a:xfrm>
              <a:off x="2221171" y="1454587"/>
              <a:ext cx="109" cy="244"/>
            </a:xfrm>
            <a:custGeom>
              <a:rect b="b" l="l" r="r" t="t"/>
              <a:pathLst>
                <a:path extrusionOk="0" h="18" w="8">
                  <a:moveTo>
                    <a:pt x="0" y="0"/>
                  </a:moveTo>
                  <a:cubicBezTo>
                    <a:pt x="4" y="7"/>
                    <a:pt x="7" y="14"/>
                    <a:pt x="7" y="18"/>
                  </a:cubicBezTo>
                  <a:cubicBezTo>
                    <a:pt x="7" y="11"/>
                    <a:pt x="4"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3" name="Google Shape;6293;p95"/>
            <p:cNvSpPr/>
            <p:nvPr/>
          </p:nvSpPr>
          <p:spPr>
            <a:xfrm>
              <a:off x="2223737" y="1458864"/>
              <a:ext cx="109" cy="339"/>
            </a:xfrm>
            <a:custGeom>
              <a:rect b="b" l="l" r="r" t="t"/>
              <a:pathLst>
                <a:path extrusionOk="0" h="25" w="8">
                  <a:moveTo>
                    <a:pt x="0" y="0"/>
                  </a:moveTo>
                  <a:cubicBezTo>
                    <a:pt x="0" y="7"/>
                    <a:pt x="4" y="14"/>
                    <a:pt x="7" y="25"/>
                  </a:cubicBezTo>
                  <a:cubicBezTo>
                    <a:pt x="4" y="14"/>
                    <a:pt x="4"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4" name="Google Shape;6294;p95"/>
            <p:cNvSpPr/>
            <p:nvPr/>
          </p:nvSpPr>
          <p:spPr>
            <a:xfrm>
              <a:off x="2221361" y="1454967"/>
              <a:ext cx="149" cy="244"/>
            </a:xfrm>
            <a:custGeom>
              <a:rect b="b" l="l" r="r" t="t"/>
              <a:pathLst>
                <a:path extrusionOk="0" h="18" w="11">
                  <a:moveTo>
                    <a:pt x="0" y="0"/>
                  </a:moveTo>
                  <a:lnTo>
                    <a:pt x="1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5" name="Google Shape;6295;p95"/>
            <p:cNvSpPr/>
            <p:nvPr/>
          </p:nvSpPr>
          <p:spPr>
            <a:xfrm>
              <a:off x="2223642" y="1458429"/>
              <a:ext cx="109" cy="258"/>
            </a:xfrm>
            <a:custGeom>
              <a:rect b="b" l="l" r="r" t="t"/>
              <a:pathLst>
                <a:path extrusionOk="0" h="19" w="8">
                  <a:moveTo>
                    <a:pt x="0" y="1"/>
                  </a:moveTo>
                  <a:lnTo>
                    <a:pt x="7"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6" name="Google Shape;6296;p95"/>
            <p:cNvSpPr/>
            <p:nvPr/>
          </p:nvSpPr>
          <p:spPr>
            <a:xfrm>
              <a:off x="2222692" y="1456868"/>
              <a:ext cx="204" cy="204"/>
            </a:xfrm>
            <a:custGeom>
              <a:rect b="b" l="l" r="r" t="t"/>
              <a:pathLst>
                <a:path extrusionOk="0" h="15" w="15">
                  <a:moveTo>
                    <a:pt x="0" y="0"/>
                  </a:moveTo>
                  <a:lnTo>
                    <a:pt x="14"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7" name="Google Shape;6297;p95"/>
            <p:cNvSpPr/>
            <p:nvPr/>
          </p:nvSpPr>
          <p:spPr>
            <a:xfrm>
              <a:off x="2222502" y="1456583"/>
              <a:ext cx="204" cy="244"/>
            </a:xfrm>
            <a:custGeom>
              <a:rect b="b" l="l" r="r" t="t"/>
              <a:pathLst>
                <a:path extrusionOk="0" h="18" w="15">
                  <a:moveTo>
                    <a:pt x="0" y="0"/>
                  </a:moveTo>
                  <a:lnTo>
                    <a:pt x="14"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8" name="Google Shape;6298;p95"/>
            <p:cNvSpPr/>
            <p:nvPr/>
          </p:nvSpPr>
          <p:spPr>
            <a:xfrm>
              <a:off x="2223547" y="1458008"/>
              <a:ext cx="109" cy="299"/>
            </a:xfrm>
            <a:custGeom>
              <a:rect b="b" l="l" r="r" t="t"/>
              <a:pathLst>
                <a:path extrusionOk="0" h="22" w="8">
                  <a:moveTo>
                    <a:pt x="0" y="0"/>
                  </a:moveTo>
                  <a:cubicBezTo>
                    <a:pt x="0" y="7"/>
                    <a:pt x="4" y="14"/>
                    <a:pt x="7" y="21"/>
                  </a:cubicBezTo>
                  <a:cubicBezTo>
                    <a:pt x="4" y="14"/>
                    <a:pt x="0"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9" name="Google Shape;6299;p95"/>
            <p:cNvSpPr/>
            <p:nvPr/>
          </p:nvSpPr>
          <p:spPr>
            <a:xfrm>
              <a:off x="2223303" y="1457574"/>
              <a:ext cx="68" cy="109"/>
            </a:xfrm>
            <a:custGeom>
              <a:rect b="b" l="l" r="r" t="t"/>
              <a:pathLst>
                <a:path extrusionOk="0" h="8" w="5">
                  <a:moveTo>
                    <a:pt x="1" y="1"/>
                  </a:moveTo>
                  <a:lnTo>
                    <a:pt x="4"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0" name="Google Shape;6300;p95"/>
            <p:cNvSpPr/>
            <p:nvPr/>
          </p:nvSpPr>
          <p:spPr>
            <a:xfrm>
              <a:off x="2222258" y="1456338"/>
              <a:ext cx="204" cy="258"/>
            </a:xfrm>
            <a:custGeom>
              <a:rect b="b" l="l" r="r" t="t"/>
              <a:pathLst>
                <a:path extrusionOk="0" h="19" w="15">
                  <a:moveTo>
                    <a:pt x="1" y="1"/>
                  </a:moveTo>
                  <a:lnTo>
                    <a:pt x="15"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1" name="Google Shape;6301;p95"/>
            <p:cNvSpPr/>
            <p:nvPr/>
          </p:nvSpPr>
          <p:spPr>
            <a:xfrm>
              <a:off x="2220927" y="1453922"/>
              <a:ext cx="68" cy="204"/>
            </a:xfrm>
            <a:custGeom>
              <a:rect b="b" l="l" r="r" t="t"/>
              <a:pathLst>
                <a:path extrusionOk="0" h="15" w="5">
                  <a:moveTo>
                    <a:pt x="1" y="0"/>
                  </a:moveTo>
                  <a:cubicBezTo>
                    <a:pt x="1" y="4"/>
                    <a:pt x="4" y="7"/>
                    <a:pt x="4" y="14"/>
                  </a:cubicBezTo>
                  <a:cubicBezTo>
                    <a:pt x="4" y="7"/>
                    <a:pt x="1" y="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2" name="Google Shape;6302;p95"/>
            <p:cNvSpPr/>
            <p:nvPr/>
          </p:nvSpPr>
          <p:spPr>
            <a:xfrm>
              <a:off x="2223398" y="1457764"/>
              <a:ext cx="109" cy="163"/>
            </a:xfrm>
            <a:custGeom>
              <a:rect b="b" l="l" r="r" t="t"/>
              <a:pathLst>
                <a:path extrusionOk="0" h="12" w="8">
                  <a:moveTo>
                    <a:pt x="1" y="1"/>
                  </a:moveTo>
                  <a:lnTo>
                    <a:pt x="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3" name="Google Shape;6303;p95"/>
            <p:cNvSpPr/>
            <p:nvPr/>
          </p:nvSpPr>
          <p:spPr>
            <a:xfrm>
              <a:off x="2222882" y="1457058"/>
              <a:ext cx="339" cy="339"/>
            </a:xfrm>
            <a:custGeom>
              <a:rect b="b" l="l" r="r" t="t"/>
              <a:pathLst>
                <a:path extrusionOk="0" h="25" w="25">
                  <a:moveTo>
                    <a:pt x="0" y="0"/>
                  </a:moveTo>
                  <a:cubicBezTo>
                    <a:pt x="14" y="14"/>
                    <a:pt x="21" y="25"/>
                    <a:pt x="25" y="25"/>
                  </a:cubicBezTo>
                  <a:cubicBezTo>
                    <a:pt x="25" y="25"/>
                    <a:pt x="14" y="1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4" name="Google Shape;6304;p95"/>
            <p:cNvSpPr/>
            <p:nvPr/>
          </p:nvSpPr>
          <p:spPr>
            <a:xfrm>
              <a:off x="2220886" y="1453202"/>
              <a:ext cx="14" cy="109"/>
            </a:xfrm>
            <a:custGeom>
              <a:rect b="b" l="l" r="r" t="t"/>
              <a:pathLst>
                <a:path extrusionOk="0" h="8" w="1">
                  <a:moveTo>
                    <a:pt x="0" y="1"/>
                  </a:moveTo>
                  <a:lnTo>
                    <a:pt x="0" y="8"/>
                  </a:lnTo>
                  <a:cubicBezTo>
                    <a:pt x="0" y="8"/>
                    <a:pt x="0"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5" name="Google Shape;6305;p95"/>
            <p:cNvSpPr/>
            <p:nvPr/>
          </p:nvSpPr>
          <p:spPr>
            <a:xfrm>
              <a:off x="2222027" y="1456013"/>
              <a:ext cx="204" cy="244"/>
            </a:xfrm>
            <a:custGeom>
              <a:rect b="b" l="l" r="r" t="t"/>
              <a:pathLst>
                <a:path extrusionOk="0" h="18" w="15">
                  <a:moveTo>
                    <a:pt x="0" y="0"/>
                  </a:moveTo>
                  <a:lnTo>
                    <a:pt x="14"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6" name="Google Shape;6306;p95"/>
            <p:cNvSpPr/>
            <p:nvPr/>
          </p:nvSpPr>
          <p:spPr>
            <a:xfrm>
              <a:off x="2220886" y="1453541"/>
              <a:ext cx="14" cy="149"/>
            </a:xfrm>
            <a:custGeom>
              <a:rect b="b" l="l" r="r" t="t"/>
              <a:pathLst>
                <a:path extrusionOk="0" h="11" w="1">
                  <a:moveTo>
                    <a:pt x="0" y="11"/>
                  </a:moveTo>
                  <a:lnTo>
                    <a:pt x="0" y="0"/>
                  </a:lnTo>
                  <a:cubicBezTo>
                    <a:pt x="0" y="4"/>
                    <a:pt x="0" y="7"/>
                    <a:pt x="0"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7" name="Google Shape;6307;p95"/>
            <p:cNvSpPr/>
            <p:nvPr/>
          </p:nvSpPr>
          <p:spPr>
            <a:xfrm>
              <a:off x="2201498" y="1421268"/>
              <a:ext cx="6667" cy="5146"/>
            </a:xfrm>
            <a:custGeom>
              <a:rect b="b" l="l" r="r" t="t"/>
              <a:pathLst>
                <a:path extrusionOk="0" h="379" w="491">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8" name="Google Shape;6308;p95"/>
            <p:cNvSpPr/>
            <p:nvPr/>
          </p:nvSpPr>
          <p:spPr>
            <a:xfrm>
              <a:off x="2212618" y="1541442"/>
              <a:ext cx="2580" cy="489"/>
            </a:xfrm>
            <a:custGeom>
              <a:rect b="b" l="l" r="r" t="t"/>
              <a:pathLst>
                <a:path extrusionOk="0" h="36" w="19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9" name="Google Shape;6309;p95"/>
            <p:cNvSpPr/>
            <p:nvPr/>
          </p:nvSpPr>
          <p:spPr>
            <a:xfrm>
              <a:off x="2219746" y="1534599"/>
              <a:ext cx="33333" cy="20244"/>
            </a:xfrm>
            <a:custGeom>
              <a:rect b="b" l="l" r="r" t="t"/>
              <a:pathLst>
                <a:path extrusionOk="0" h="1491" w="2455">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0" name="Google Shape;6310;p95"/>
            <p:cNvSpPr/>
            <p:nvPr/>
          </p:nvSpPr>
          <p:spPr>
            <a:xfrm>
              <a:off x="2210051" y="1545190"/>
              <a:ext cx="7047" cy="5092"/>
            </a:xfrm>
            <a:custGeom>
              <a:rect b="b" l="l" r="r" t="t"/>
              <a:pathLst>
                <a:path extrusionOk="0" h="375" w="519">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1" name="Google Shape;6311;p95"/>
            <p:cNvSpPr/>
            <p:nvPr/>
          </p:nvSpPr>
          <p:spPr>
            <a:xfrm>
              <a:off x="2234002" y="1549982"/>
              <a:ext cx="258" cy="14"/>
            </a:xfrm>
            <a:custGeom>
              <a:rect b="b" l="l" r="r" t="t"/>
              <a:pathLst>
                <a:path extrusionOk="0" h="1" w="19">
                  <a:moveTo>
                    <a:pt x="1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2" name="Google Shape;6312;p95"/>
            <p:cNvSpPr/>
            <p:nvPr/>
          </p:nvSpPr>
          <p:spPr>
            <a:xfrm>
              <a:off x="2234342" y="1550023"/>
              <a:ext cx="149" cy="14"/>
            </a:xfrm>
            <a:custGeom>
              <a:rect b="b" l="l" r="r" t="t"/>
              <a:pathLst>
                <a:path extrusionOk="0" h="1" w="11">
                  <a:moveTo>
                    <a:pt x="11"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3" name="Google Shape;6313;p95"/>
            <p:cNvSpPr/>
            <p:nvPr/>
          </p:nvSpPr>
          <p:spPr>
            <a:xfrm>
              <a:off x="2234722" y="1550118"/>
              <a:ext cx="149" cy="68"/>
            </a:xfrm>
            <a:custGeom>
              <a:rect b="b" l="l" r="r" t="t"/>
              <a:pathLst>
                <a:path extrusionOk="0" h="5" w="11">
                  <a:moveTo>
                    <a:pt x="11"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4" name="Google Shape;6314;p95"/>
            <p:cNvSpPr/>
            <p:nvPr/>
          </p:nvSpPr>
          <p:spPr>
            <a:xfrm>
              <a:off x="2234572" y="1550077"/>
              <a:ext cx="109" cy="14"/>
            </a:xfrm>
            <a:custGeom>
              <a:rect b="b" l="l" r="r" t="t"/>
              <a:pathLst>
                <a:path extrusionOk="0" h="1" w="8">
                  <a:moveTo>
                    <a:pt x="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5" name="Google Shape;6315;p95"/>
            <p:cNvSpPr/>
            <p:nvPr/>
          </p:nvSpPr>
          <p:spPr>
            <a:xfrm>
              <a:off x="2229630" y="1549982"/>
              <a:ext cx="733" cy="54"/>
            </a:xfrm>
            <a:custGeom>
              <a:rect b="b" l="l" r="r" t="t"/>
              <a:pathLst>
                <a:path extrusionOk="0" h="4" w="54">
                  <a:moveTo>
                    <a:pt x="53"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6" name="Google Shape;6316;p95"/>
            <p:cNvSpPr/>
            <p:nvPr/>
          </p:nvSpPr>
          <p:spPr>
            <a:xfrm>
              <a:off x="2245652" y="1554599"/>
              <a:ext cx="530" cy="54"/>
            </a:xfrm>
            <a:custGeom>
              <a:rect b="b" l="l" r="r" t="t"/>
              <a:pathLst>
                <a:path extrusionOk="0" h="4" w="39">
                  <a:moveTo>
                    <a:pt x="39"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7" name="Google Shape;6317;p95"/>
            <p:cNvSpPr/>
            <p:nvPr/>
          </p:nvSpPr>
          <p:spPr>
            <a:xfrm>
              <a:off x="2244986" y="1554544"/>
              <a:ext cx="489" cy="68"/>
            </a:xfrm>
            <a:custGeom>
              <a:rect b="b" l="l" r="r" t="t"/>
              <a:pathLst>
                <a:path extrusionOk="0" h="5" w="36">
                  <a:moveTo>
                    <a:pt x="35"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8" name="Google Shape;6318;p95"/>
            <p:cNvSpPr/>
            <p:nvPr/>
          </p:nvSpPr>
          <p:spPr>
            <a:xfrm>
              <a:off x="2235102" y="1550213"/>
              <a:ext cx="109" cy="68"/>
            </a:xfrm>
            <a:custGeom>
              <a:rect b="b" l="l" r="r" t="t"/>
              <a:pathLst>
                <a:path extrusionOk="0" h="5" w="8">
                  <a:moveTo>
                    <a:pt x="7"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9" name="Google Shape;6319;p95"/>
            <p:cNvSpPr/>
            <p:nvPr/>
          </p:nvSpPr>
          <p:spPr>
            <a:xfrm>
              <a:off x="2244416" y="1554544"/>
              <a:ext cx="434" cy="14"/>
            </a:xfrm>
            <a:custGeom>
              <a:rect b="b" l="l" r="r" t="t"/>
              <a:pathLst>
                <a:path extrusionOk="0" h="1" w="32">
                  <a:moveTo>
                    <a:pt x="32"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0" name="Google Shape;6320;p95"/>
            <p:cNvSpPr/>
            <p:nvPr/>
          </p:nvSpPr>
          <p:spPr>
            <a:xfrm>
              <a:off x="2233622" y="1549982"/>
              <a:ext cx="299" cy="14"/>
            </a:xfrm>
            <a:custGeom>
              <a:rect b="b" l="l" r="r" t="t"/>
              <a:pathLst>
                <a:path extrusionOk="0" h="1" w="22">
                  <a:moveTo>
                    <a:pt x="22"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1" name="Google Shape;6321;p95"/>
            <p:cNvSpPr/>
            <p:nvPr/>
          </p:nvSpPr>
          <p:spPr>
            <a:xfrm>
              <a:off x="2247267" y="1554789"/>
              <a:ext cx="584" cy="54"/>
            </a:xfrm>
            <a:custGeom>
              <a:rect b="b" l="l" r="r" t="t"/>
              <a:pathLst>
                <a:path extrusionOk="0" h="4" w="43">
                  <a:moveTo>
                    <a:pt x="42"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2" name="Google Shape;6322;p95"/>
            <p:cNvSpPr/>
            <p:nvPr/>
          </p:nvSpPr>
          <p:spPr>
            <a:xfrm>
              <a:off x="2246412" y="1554694"/>
              <a:ext cx="584" cy="54"/>
            </a:xfrm>
            <a:custGeom>
              <a:rect b="b" l="l" r="r" t="t"/>
              <a:pathLst>
                <a:path extrusionOk="0" h="4" w="43">
                  <a:moveTo>
                    <a:pt x="42"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3" name="Google Shape;6323;p95"/>
            <p:cNvSpPr/>
            <p:nvPr/>
          </p:nvSpPr>
          <p:spPr>
            <a:xfrm>
              <a:off x="2243941" y="1554504"/>
              <a:ext cx="339" cy="14"/>
            </a:xfrm>
            <a:custGeom>
              <a:rect b="b" l="l" r="r" t="t"/>
              <a:pathLst>
                <a:path extrusionOk="0" h="1" w="25">
                  <a:moveTo>
                    <a:pt x="25"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4" name="Google Shape;6324;p95"/>
            <p:cNvSpPr/>
            <p:nvPr/>
          </p:nvSpPr>
          <p:spPr>
            <a:xfrm>
              <a:off x="2242420" y="1554504"/>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5" name="Google Shape;6325;p95"/>
            <p:cNvSpPr/>
            <p:nvPr/>
          </p:nvSpPr>
          <p:spPr>
            <a:xfrm>
              <a:off x="2242230" y="1554504"/>
              <a:ext cx="54" cy="14"/>
            </a:xfrm>
            <a:custGeom>
              <a:rect b="b" l="l" r="r" t="t"/>
              <a:pathLst>
                <a:path extrusionOk="0" h="1" w="4">
                  <a:moveTo>
                    <a:pt x="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6" name="Google Shape;6326;p95"/>
            <p:cNvSpPr/>
            <p:nvPr/>
          </p:nvSpPr>
          <p:spPr>
            <a:xfrm>
              <a:off x="2228530" y="1550023"/>
              <a:ext cx="964" cy="109"/>
            </a:xfrm>
            <a:custGeom>
              <a:rect b="b" l="l" r="r" t="t"/>
              <a:pathLst>
                <a:path extrusionOk="0" h="8" w="71">
                  <a:moveTo>
                    <a:pt x="1" y="8"/>
                  </a:moveTo>
                  <a:lnTo>
                    <a:pt x="7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7" name="Google Shape;6327;p95"/>
            <p:cNvSpPr/>
            <p:nvPr/>
          </p:nvSpPr>
          <p:spPr>
            <a:xfrm>
              <a:off x="2243506" y="1554449"/>
              <a:ext cx="299" cy="14"/>
            </a:xfrm>
            <a:custGeom>
              <a:rect b="b" l="l" r="r" t="t"/>
              <a:pathLst>
                <a:path extrusionOk="0" h="1" w="22">
                  <a:moveTo>
                    <a:pt x="22"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8" name="Google Shape;6328;p95"/>
            <p:cNvSpPr/>
            <p:nvPr/>
          </p:nvSpPr>
          <p:spPr>
            <a:xfrm>
              <a:off x="2242841" y="155444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9" name="Google Shape;6329;p95"/>
            <p:cNvSpPr/>
            <p:nvPr/>
          </p:nvSpPr>
          <p:spPr>
            <a:xfrm>
              <a:off x="2242610" y="1554449"/>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0" name="Google Shape;6330;p95"/>
            <p:cNvSpPr/>
            <p:nvPr/>
          </p:nvSpPr>
          <p:spPr>
            <a:xfrm>
              <a:off x="2232441" y="1549928"/>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1" name="Google Shape;6331;p95"/>
            <p:cNvSpPr/>
            <p:nvPr/>
          </p:nvSpPr>
          <p:spPr>
            <a:xfrm>
              <a:off x="2242081" y="1554544"/>
              <a:ext cx="68" cy="14"/>
            </a:xfrm>
            <a:custGeom>
              <a:rect b="b" l="l" r="r" t="t"/>
              <a:pathLst>
                <a:path extrusionOk="0" h="1" w="5">
                  <a:moveTo>
                    <a:pt x="4"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2" name="Google Shape;6332;p95"/>
            <p:cNvSpPr/>
            <p:nvPr/>
          </p:nvSpPr>
          <p:spPr>
            <a:xfrm>
              <a:off x="2243126" y="155444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3" name="Google Shape;6333;p95"/>
            <p:cNvSpPr/>
            <p:nvPr/>
          </p:nvSpPr>
          <p:spPr>
            <a:xfrm>
              <a:off x="2230581" y="1549928"/>
              <a:ext cx="584" cy="14"/>
            </a:xfrm>
            <a:custGeom>
              <a:rect b="b" l="l" r="r" t="t"/>
              <a:pathLst>
                <a:path extrusionOk="0" h="1" w="43">
                  <a:moveTo>
                    <a:pt x="43"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4" name="Google Shape;6334;p95"/>
            <p:cNvSpPr/>
            <p:nvPr/>
          </p:nvSpPr>
          <p:spPr>
            <a:xfrm>
              <a:off x="2234912" y="1550118"/>
              <a:ext cx="109" cy="68"/>
            </a:xfrm>
            <a:custGeom>
              <a:rect b="b" l="l" r="r" t="t"/>
              <a:pathLst>
                <a:path extrusionOk="0" h="5" w="8">
                  <a:moveTo>
                    <a:pt x="7"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5" name="Google Shape;6335;p95"/>
            <p:cNvSpPr/>
            <p:nvPr/>
          </p:nvSpPr>
          <p:spPr>
            <a:xfrm>
              <a:off x="2233011" y="1549928"/>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6" name="Google Shape;6336;p95"/>
            <p:cNvSpPr/>
            <p:nvPr/>
          </p:nvSpPr>
          <p:spPr>
            <a:xfrm>
              <a:off x="2231436" y="1549928"/>
              <a:ext cx="448" cy="14"/>
            </a:xfrm>
            <a:custGeom>
              <a:rect b="b" l="l" r="r" t="t"/>
              <a:pathLst>
                <a:path extrusionOk="0" h="1" w="33">
                  <a:moveTo>
                    <a:pt x="32"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7" name="Google Shape;6337;p95"/>
            <p:cNvSpPr/>
            <p:nvPr/>
          </p:nvSpPr>
          <p:spPr>
            <a:xfrm>
              <a:off x="2235197" y="1550308"/>
              <a:ext cx="54" cy="14"/>
            </a:xfrm>
            <a:custGeom>
              <a:rect b="b" l="l" r="r" t="t"/>
              <a:pathLst>
                <a:path extrusionOk="0" h="1" w="4">
                  <a:moveTo>
                    <a:pt x="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8" name="Google Shape;6338;p95"/>
            <p:cNvSpPr/>
            <p:nvPr/>
          </p:nvSpPr>
          <p:spPr>
            <a:xfrm>
              <a:off x="2242040" y="1554544"/>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9" name="Google Shape;6339;p95"/>
            <p:cNvSpPr/>
            <p:nvPr/>
          </p:nvSpPr>
          <p:spPr>
            <a:xfrm>
              <a:off x="2233486" y="1549928"/>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0" name="Google Shape;6340;p95"/>
            <p:cNvSpPr/>
            <p:nvPr/>
          </p:nvSpPr>
          <p:spPr>
            <a:xfrm>
              <a:off x="2235007" y="1550173"/>
              <a:ext cx="109" cy="54"/>
            </a:xfrm>
            <a:custGeom>
              <a:rect b="b" l="l" r="r" t="t"/>
              <a:pathLst>
                <a:path extrusionOk="0" h="4" w="8">
                  <a:moveTo>
                    <a:pt x="7"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1" name="Google Shape;6341;p95"/>
            <p:cNvSpPr/>
            <p:nvPr/>
          </p:nvSpPr>
          <p:spPr>
            <a:xfrm>
              <a:off x="2295603" y="2007327"/>
              <a:ext cx="56822" cy="70087"/>
            </a:xfrm>
            <a:custGeom>
              <a:rect b="b" l="l" r="r" t="t"/>
              <a:pathLst>
                <a:path extrusionOk="0" h="5162" w="4185">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2" name="Google Shape;6342;p95"/>
            <p:cNvSpPr/>
            <p:nvPr/>
          </p:nvSpPr>
          <p:spPr>
            <a:xfrm>
              <a:off x="2349886" y="2013858"/>
              <a:ext cx="2254" cy="3286"/>
            </a:xfrm>
            <a:custGeom>
              <a:rect b="b" l="l" r="r" t="t"/>
              <a:pathLst>
                <a:path extrusionOk="0" h="242" w="166">
                  <a:moveTo>
                    <a:pt x="1" y="242"/>
                  </a:moveTo>
                  <a:lnTo>
                    <a:pt x="165" y="0"/>
                  </a:lnTo>
                  <a:lnTo>
                    <a:pt x="16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3" name="Google Shape;6343;p95"/>
            <p:cNvSpPr/>
            <p:nvPr/>
          </p:nvSpPr>
          <p:spPr>
            <a:xfrm>
              <a:off x="2308149" y="2009201"/>
              <a:ext cx="964" cy="394"/>
            </a:xfrm>
            <a:custGeom>
              <a:rect b="b" l="l" r="r" t="t"/>
              <a:pathLst>
                <a:path extrusionOk="0" h="29" w="71">
                  <a:moveTo>
                    <a:pt x="1" y="0"/>
                  </a:moveTo>
                  <a:lnTo>
                    <a:pt x="71" y="28"/>
                  </a:lnTo>
                  <a:lnTo>
                    <a:pt x="53" y="21"/>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4" name="Google Shape;6344;p95"/>
            <p:cNvSpPr/>
            <p:nvPr/>
          </p:nvSpPr>
          <p:spPr>
            <a:xfrm>
              <a:off x="2302310" y="2007341"/>
              <a:ext cx="3530" cy="448"/>
            </a:xfrm>
            <a:custGeom>
              <a:rect b="b" l="l" r="r" t="t"/>
              <a:pathLst>
                <a:path extrusionOk="0" h="33" w="26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5" name="Google Shape;6345;p95"/>
            <p:cNvSpPr/>
            <p:nvPr/>
          </p:nvSpPr>
          <p:spPr>
            <a:xfrm>
              <a:off x="2296513" y="2011767"/>
              <a:ext cx="54" cy="54"/>
            </a:xfrm>
            <a:custGeom>
              <a:rect b="b" l="l" r="r" t="t"/>
              <a:pathLst>
                <a:path extrusionOk="0" h="4" w="4">
                  <a:moveTo>
                    <a:pt x="4"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6" name="Google Shape;6346;p95"/>
            <p:cNvSpPr/>
            <p:nvPr/>
          </p:nvSpPr>
          <p:spPr>
            <a:xfrm>
              <a:off x="2296649" y="2011522"/>
              <a:ext cx="68" cy="109"/>
            </a:xfrm>
            <a:custGeom>
              <a:rect b="b" l="l" r="r" t="t"/>
              <a:pathLst>
                <a:path extrusionOk="0" h="8" w="5">
                  <a:moveTo>
                    <a:pt x="4"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7" name="Google Shape;6347;p95"/>
            <p:cNvSpPr/>
            <p:nvPr/>
          </p:nvSpPr>
          <p:spPr>
            <a:xfrm>
              <a:off x="2296798" y="2011237"/>
              <a:ext cx="109" cy="122"/>
            </a:xfrm>
            <a:custGeom>
              <a:rect b="b" l="l" r="r" t="t"/>
              <a:pathLst>
                <a:path extrusionOk="0" h="9" w="8">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8" name="Google Shape;6348;p95"/>
            <p:cNvSpPr/>
            <p:nvPr/>
          </p:nvSpPr>
          <p:spPr>
            <a:xfrm>
              <a:off x="2296934" y="2010857"/>
              <a:ext cx="68" cy="299"/>
            </a:xfrm>
            <a:custGeom>
              <a:rect b="b" l="l" r="r" t="t"/>
              <a:pathLst>
                <a:path extrusionOk="0" h="22" w="5">
                  <a:moveTo>
                    <a:pt x="4" y="1"/>
                  </a:moveTo>
                  <a:cubicBezTo>
                    <a:pt x="4" y="8"/>
                    <a:pt x="1" y="15"/>
                    <a:pt x="1" y="22"/>
                  </a:cubicBezTo>
                  <a:cubicBezTo>
                    <a:pt x="1" y="15"/>
                    <a:pt x="4" y="8"/>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9" name="Google Shape;6349;p95"/>
            <p:cNvSpPr/>
            <p:nvPr/>
          </p:nvSpPr>
          <p:spPr>
            <a:xfrm>
              <a:off x="2306248" y="2008196"/>
              <a:ext cx="68" cy="68"/>
            </a:xfrm>
            <a:custGeom>
              <a:rect b="b" l="l" r="r" t="t"/>
              <a:pathLst>
                <a:path extrusionOk="0" h="5" w="5">
                  <a:moveTo>
                    <a:pt x="4"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0" name="Google Shape;6350;p95"/>
            <p:cNvSpPr/>
            <p:nvPr/>
          </p:nvSpPr>
          <p:spPr>
            <a:xfrm>
              <a:off x="2336336" y="2018080"/>
              <a:ext cx="109" cy="14"/>
            </a:xfrm>
            <a:custGeom>
              <a:rect b="b" l="l" r="r" t="t"/>
              <a:pathLst>
                <a:path extrusionOk="0" h="1" w="8">
                  <a:moveTo>
                    <a:pt x="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1" name="Google Shape;6351;p95"/>
            <p:cNvSpPr/>
            <p:nvPr/>
          </p:nvSpPr>
          <p:spPr>
            <a:xfrm>
              <a:off x="2336675" y="2017890"/>
              <a:ext cx="54" cy="68"/>
            </a:xfrm>
            <a:custGeom>
              <a:rect b="b" l="l" r="r" t="t"/>
              <a:pathLst>
                <a:path extrusionOk="0" h="5" w="4">
                  <a:moveTo>
                    <a:pt x="4"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2" name="Google Shape;6352;p95"/>
            <p:cNvSpPr/>
            <p:nvPr/>
          </p:nvSpPr>
          <p:spPr>
            <a:xfrm>
              <a:off x="2348270" y="2014333"/>
              <a:ext cx="1398" cy="244"/>
            </a:xfrm>
            <a:custGeom>
              <a:rect b="b" l="l" r="r" t="t"/>
              <a:pathLst>
                <a:path extrusionOk="0" h="18" w="103">
                  <a:moveTo>
                    <a:pt x="102" y="18"/>
                  </a:moveTo>
                  <a:cubicBezTo>
                    <a:pt x="67" y="18"/>
                    <a:pt x="32" y="11"/>
                    <a:pt x="1" y="0"/>
                  </a:cubicBezTo>
                  <a:cubicBezTo>
                    <a:pt x="32" y="11"/>
                    <a:pt x="67" y="18"/>
                    <a:pt x="102"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3" name="Google Shape;6353;p95"/>
            <p:cNvSpPr/>
            <p:nvPr/>
          </p:nvSpPr>
          <p:spPr>
            <a:xfrm>
              <a:off x="2335765" y="201823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4" name="Google Shape;6354;p95"/>
            <p:cNvSpPr/>
            <p:nvPr/>
          </p:nvSpPr>
          <p:spPr>
            <a:xfrm>
              <a:off x="2335480" y="2018230"/>
              <a:ext cx="163" cy="14"/>
            </a:xfrm>
            <a:custGeom>
              <a:rect b="b" l="l" r="r" t="t"/>
              <a:pathLst>
                <a:path extrusionOk="0" h="1" w="12">
                  <a:moveTo>
                    <a:pt x="1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5" name="Google Shape;6355;p95"/>
            <p:cNvSpPr/>
            <p:nvPr/>
          </p:nvSpPr>
          <p:spPr>
            <a:xfrm>
              <a:off x="2335249" y="2018135"/>
              <a:ext cx="149" cy="54"/>
            </a:xfrm>
            <a:custGeom>
              <a:rect b="b" l="l" r="r" t="t"/>
              <a:pathLst>
                <a:path extrusionOk="0" h="4" w="11">
                  <a:moveTo>
                    <a:pt x="11"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6" name="Google Shape;6356;p95"/>
            <p:cNvSpPr/>
            <p:nvPr/>
          </p:nvSpPr>
          <p:spPr>
            <a:xfrm>
              <a:off x="2336051" y="2018175"/>
              <a:ext cx="109" cy="14"/>
            </a:xfrm>
            <a:custGeom>
              <a:rect b="b" l="l" r="r" t="t"/>
              <a:pathLst>
                <a:path extrusionOk="0" h="1" w="8">
                  <a:moveTo>
                    <a:pt x="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7" name="Google Shape;6357;p95"/>
            <p:cNvSpPr/>
            <p:nvPr/>
          </p:nvSpPr>
          <p:spPr>
            <a:xfrm>
              <a:off x="2335059" y="2017985"/>
              <a:ext cx="204" cy="109"/>
            </a:xfrm>
            <a:custGeom>
              <a:rect b="b" l="l" r="r" t="t"/>
              <a:pathLst>
                <a:path extrusionOk="0" h="8" w="15">
                  <a:moveTo>
                    <a:pt x="14"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8" name="Google Shape;6358;p95"/>
            <p:cNvSpPr/>
            <p:nvPr/>
          </p:nvSpPr>
          <p:spPr>
            <a:xfrm>
              <a:off x="2337816" y="2016804"/>
              <a:ext cx="54" cy="109"/>
            </a:xfrm>
            <a:custGeom>
              <a:rect b="b" l="l" r="r" t="t"/>
              <a:pathLst>
                <a:path extrusionOk="0" h="8" w="4">
                  <a:moveTo>
                    <a:pt x="4"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9" name="Google Shape;6359;p95"/>
            <p:cNvSpPr/>
            <p:nvPr/>
          </p:nvSpPr>
          <p:spPr>
            <a:xfrm>
              <a:off x="2337245" y="2017415"/>
              <a:ext cx="109" cy="68"/>
            </a:xfrm>
            <a:custGeom>
              <a:rect b="b" l="l" r="r" t="t"/>
              <a:pathLst>
                <a:path extrusionOk="0" h="5" w="8">
                  <a:moveTo>
                    <a:pt x="7"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0" name="Google Shape;6360;p95"/>
            <p:cNvSpPr/>
            <p:nvPr/>
          </p:nvSpPr>
          <p:spPr>
            <a:xfrm>
              <a:off x="2337571" y="2017184"/>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1" name="Google Shape;6361;p95"/>
            <p:cNvSpPr/>
            <p:nvPr/>
          </p:nvSpPr>
          <p:spPr>
            <a:xfrm>
              <a:off x="2336960" y="2017700"/>
              <a:ext cx="54" cy="68"/>
            </a:xfrm>
            <a:custGeom>
              <a:rect b="b" l="l" r="r" t="t"/>
              <a:pathLst>
                <a:path extrusionOk="0" h="5" w="4">
                  <a:moveTo>
                    <a:pt x="4"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2" name="Google Shape;6362;p95"/>
            <p:cNvSpPr/>
            <p:nvPr/>
          </p:nvSpPr>
          <p:spPr>
            <a:xfrm>
              <a:off x="2307388" y="2008861"/>
              <a:ext cx="584" cy="258"/>
            </a:xfrm>
            <a:custGeom>
              <a:rect b="b" l="l" r="r" t="t"/>
              <a:pathLst>
                <a:path extrusionOk="0" h="19" w="43">
                  <a:moveTo>
                    <a:pt x="1" y="1"/>
                  </a:moveTo>
                  <a:lnTo>
                    <a:pt x="1" y="4"/>
                  </a:lnTo>
                  <a:lnTo>
                    <a:pt x="43" y="18"/>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3" name="Google Shape;6363;p95"/>
            <p:cNvSpPr/>
            <p:nvPr/>
          </p:nvSpPr>
          <p:spPr>
            <a:xfrm>
              <a:off x="2324170" y="2015704"/>
              <a:ext cx="1303" cy="584"/>
            </a:xfrm>
            <a:custGeom>
              <a:rect b="b" l="l" r="r" t="t"/>
              <a:pathLst>
                <a:path extrusionOk="0" h="43" w="96">
                  <a:moveTo>
                    <a:pt x="1" y="1"/>
                  </a:moveTo>
                  <a:lnTo>
                    <a:pt x="1" y="1"/>
                  </a:lnTo>
                  <a:cubicBezTo>
                    <a:pt x="32" y="22"/>
                    <a:pt x="64" y="32"/>
                    <a:pt x="95" y="43"/>
                  </a:cubicBezTo>
                  <a:cubicBezTo>
                    <a:pt x="64" y="32"/>
                    <a:pt x="36" y="1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4" name="Google Shape;6364;p95"/>
            <p:cNvSpPr/>
            <p:nvPr/>
          </p:nvSpPr>
          <p:spPr>
            <a:xfrm>
              <a:off x="2310050" y="2009961"/>
              <a:ext cx="299" cy="149"/>
            </a:xfrm>
            <a:custGeom>
              <a:rect b="b" l="l" r="r" t="t"/>
              <a:pathLst>
                <a:path extrusionOk="0" h="11" w="22">
                  <a:moveTo>
                    <a:pt x="22"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5" name="Google Shape;6365;p95"/>
            <p:cNvSpPr/>
            <p:nvPr/>
          </p:nvSpPr>
          <p:spPr>
            <a:xfrm>
              <a:off x="2351651" y="2013953"/>
              <a:ext cx="149" cy="54"/>
            </a:xfrm>
            <a:custGeom>
              <a:rect b="b" l="l" r="r" t="t"/>
              <a:pathLst>
                <a:path extrusionOk="0" h="4" w="11">
                  <a:moveTo>
                    <a:pt x="11"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6" name="Google Shape;6366;p95"/>
            <p:cNvSpPr/>
            <p:nvPr/>
          </p:nvSpPr>
          <p:spPr>
            <a:xfrm>
              <a:off x="2314001" y="2010626"/>
              <a:ext cx="10183" cy="5092"/>
            </a:xfrm>
            <a:custGeom>
              <a:rect b="b" l="l" r="r" t="t"/>
              <a:pathLst>
                <a:path extrusionOk="0" h="375" w="75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7" name="Google Shape;6367;p95"/>
            <p:cNvSpPr/>
            <p:nvPr/>
          </p:nvSpPr>
          <p:spPr>
            <a:xfrm>
              <a:off x="2352072" y="2013858"/>
              <a:ext cx="68" cy="14"/>
            </a:xfrm>
            <a:custGeom>
              <a:rect b="b" l="l" r="r" t="t"/>
              <a:pathLst>
                <a:path extrusionOk="0" h="1" w="5">
                  <a:moveTo>
                    <a:pt x="4" y="0"/>
                  </a:moveTo>
                  <a:lnTo>
                    <a:pt x="4" y="0"/>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8" name="Google Shape;6368;p95"/>
            <p:cNvSpPr/>
            <p:nvPr/>
          </p:nvSpPr>
          <p:spPr>
            <a:xfrm>
              <a:off x="2351027" y="2014143"/>
              <a:ext cx="109" cy="14"/>
            </a:xfrm>
            <a:custGeom>
              <a:rect b="b" l="l" r="r" t="t"/>
              <a:pathLst>
                <a:path extrusionOk="0" h="1" w="8">
                  <a:moveTo>
                    <a:pt x="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9" name="Google Shape;6369;p95"/>
            <p:cNvSpPr/>
            <p:nvPr/>
          </p:nvSpPr>
          <p:spPr>
            <a:xfrm>
              <a:off x="2351312" y="2014048"/>
              <a:ext cx="109" cy="54"/>
            </a:xfrm>
            <a:custGeom>
              <a:rect b="b" l="l" r="r" t="t"/>
              <a:pathLst>
                <a:path extrusionOk="0" h="4" w="8">
                  <a:moveTo>
                    <a:pt x="8"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0" name="Google Shape;6370;p95"/>
            <p:cNvSpPr/>
            <p:nvPr/>
          </p:nvSpPr>
          <p:spPr>
            <a:xfrm>
              <a:off x="2263574" y="2013192"/>
              <a:ext cx="38180" cy="39646"/>
            </a:xfrm>
            <a:custGeom>
              <a:rect b="b" l="l" r="r" t="t"/>
              <a:pathLst>
                <a:path extrusionOk="0" h="2920" w="2812">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1" name="Google Shape;6371;p95"/>
            <p:cNvSpPr/>
            <p:nvPr/>
          </p:nvSpPr>
          <p:spPr>
            <a:xfrm>
              <a:off x="2263710" y="2052689"/>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2" name="Google Shape;6372;p95"/>
            <p:cNvSpPr/>
            <p:nvPr/>
          </p:nvSpPr>
          <p:spPr>
            <a:xfrm>
              <a:off x="2264144" y="2052540"/>
              <a:ext cx="109" cy="68"/>
            </a:xfrm>
            <a:custGeom>
              <a:rect b="b" l="l" r="r" t="t"/>
              <a:pathLst>
                <a:path extrusionOk="0" h="5" w="8">
                  <a:moveTo>
                    <a:pt x="0" y="4"/>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3" name="Google Shape;6373;p95"/>
            <p:cNvSpPr/>
            <p:nvPr/>
          </p:nvSpPr>
          <p:spPr>
            <a:xfrm>
              <a:off x="2265135" y="2052024"/>
              <a:ext cx="299" cy="149"/>
            </a:xfrm>
            <a:custGeom>
              <a:rect b="b" l="l" r="r" t="t"/>
              <a:pathLst>
                <a:path extrusionOk="0" h="11" w="22">
                  <a:moveTo>
                    <a:pt x="1" y="11"/>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4" name="Google Shape;6374;p95"/>
            <p:cNvSpPr/>
            <p:nvPr/>
          </p:nvSpPr>
          <p:spPr>
            <a:xfrm>
              <a:off x="2264524" y="2052404"/>
              <a:ext cx="109" cy="54"/>
            </a:xfrm>
            <a:custGeom>
              <a:rect b="b" l="l" r="r" t="t"/>
              <a:pathLst>
                <a:path extrusionOk="0" h="4" w="8">
                  <a:moveTo>
                    <a:pt x="0" y="4"/>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5" name="Google Shape;6375;p95"/>
            <p:cNvSpPr/>
            <p:nvPr/>
          </p:nvSpPr>
          <p:spPr>
            <a:xfrm>
              <a:off x="2265475" y="2051834"/>
              <a:ext cx="394" cy="149"/>
            </a:xfrm>
            <a:custGeom>
              <a:rect b="b" l="l" r="r" t="t"/>
              <a:pathLst>
                <a:path extrusionOk="0" h="11" w="29">
                  <a:moveTo>
                    <a:pt x="0" y="11"/>
                  </a:moveTo>
                  <a:lnTo>
                    <a:pt x="2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6" name="Google Shape;6376;p95"/>
            <p:cNvSpPr/>
            <p:nvPr/>
          </p:nvSpPr>
          <p:spPr>
            <a:xfrm>
              <a:off x="2266941" y="2051304"/>
              <a:ext cx="448" cy="163"/>
            </a:xfrm>
            <a:custGeom>
              <a:rect b="b" l="l" r="r" t="t"/>
              <a:pathLst>
                <a:path extrusionOk="0" h="12" w="33">
                  <a:moveTo>
                    <a:pt x="1" y="11"/>
                  </a:moveTo>
                  <a:lnTo>
                    <a:pt x="3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7" name="Google Shape;6377;p95"/>
            <p:cNvSpPr/>
            <p:nvPr/>
          </p:nvSpPr>
          <p:spPr>
            <a:xfrm>
              <a:off x="2270037" y="2050503"/>
              <a:ext cx="149" cy="54"/>
            </a:xfrm>
            <a:custGeom>
              <a:rect b="b" l="l" r="r" t="t"/>
              <a:pathLst>
                <a:path extrusionOk="0" h="4" w="11">
                  <a:moveTo>
                    <a:pt x="11"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8" name="Google Shape;6378;p95"/>
            <p:cNvSpPr/>
            <p:nvPr/>
          </p:nvSpPr>
          <p:spPr>
            <a:xfrm>
              <a:off x="2263329" y="2052730"/>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9" name="Google Shape;6379;p95"/>
            <p:cNvSpPr/>
            <p:nvPr/>
          </p:nvSpPr>
          <p:spPr>
            <a:xfrm>
              <a:off x="2265896" y="2051644"/>
              <a:ext cx="489" cy="204"/>
            </a:xfrm>
            <a:custGeom>
              <a:rect b="b" l="l" r="r" t="t"/>
              <a:pathLst>
                <a:path extrusionOk="0" h="15" w="36">
                  <a:moveTo>
                    <a:pt x="1" y="14"/>
                  </a:moveTo>
                  <a:lnTo>
                    <a:pt x="36"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0" name="Google Shape;6380;p95"/>
            <p:cNvSpPr/>
            <p:nvPr/>
          </p:nvSpPr>
          <p:spPr>
            <a:xfrm>
              <a:off x="2266371" y="2051495"/>
              <a:ext cx="543" cy="163"/>
            </a:xfrm>
            <a:custGeom>
              <a:rect b="b" l="l" r="r" t="t"/>
              <a:pathLst>
                <a:path extrusionOk="0" h="12" w="40">
                  <a:moveTo>
                    <a:pt x="1" y="11"/>
                  </a:moveTo>
                  <a:lnTo>
                    <a:pt x="3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1" name="Google Shape;6381;p95"/>
            <p:cNvSpPr/>
            <p:nvPr/>
          </p:nvSpPr>
          <p:spPr>
            <a:xfrm>
              <a:off x="2267756" y="2051169"/>
              <a:ext cx="149" cy="54"/>
            </a:xfrm>
            <a:custGeom>
              <a:rect b="b" l="l" r="r" t="t"/>
              <a:pathLst>
                <a:path extrusionOk="0" h="4" w="11">
                  <a:moveTo>
                    <a:pt x="0" y="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2" name="Google Shape;6382;p95"/>
            <p:cNvSpPr/>
            <p:nvPr/>
          </p:nvSpPr>
          <p:spPr>
            <a:xfrm>
              <a:off x="2280872" y="2017035"/>
              <a:ext cx="54" cy="68"/>
            </a:xfrm>
            <a:custGeom>
              <a:rect b="b" l="l" r="r" t="t"/>
              <a:pathLst>
                <a:path extrusionOk="0" h="5" w="4">
                  <a:moveTo>
                    <a:pt x="0" y="1"/>
                  </a:move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3" name="Google Shape;6383;p95"/>
            <p:cNvSpPr/>
            <p:nvPr/>
          </p:nvSpPr>
          <p:spPr>
            <a:xfrm>
              <a:off x="2281958" y="2017510"/>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4" name="Google Shape;6384;p95"/>
            <p:cNvSpPr/>
            <p:nvPr/>
          </p:nvSpPr>
          <p:spPr>
            <a:xfrm>
              <a:off x="2283098" y="2017184"/>
              <a:ext cx="68" cy="54"/>
            </a:xfrm>
            <a:custGeom>
              <a:rect b="b" l="l" r="r" t="t"/>
              <a:pathLst>
                <a:path extrusionOk="0" h="4" w="5">
                  <a:moveTo>
                    <a:pt x="4"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5" name="Google Shape;6385;p95"/>
            <p:cNvSpPr/>
            <p:nvPr/>
          </p:nvSpPr>
          <p:spPr>
            <a:xfrm>
              <a:off x="2282338" y="2017510"/>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6" name="Google Shape;6386;p95"/>
            <p:cNvSpPr/>
            <p:nvPr/>
          </p:nvSpPr>
          <p:spPr>
            <a:xfrm>
              <a:off x="2282528" y="2017510"/>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7" name="Google Shape;6387;p95"/>
            <p:cNvSpPr/>
            <p:nvPr/>
          </p:nvSpPr>
          <p:spPr>
            <a:xfrm>
              <a:off x="2274219" y="2015664"/>
              <a:ext cx="3910" cy="1059"/>
            </a:xfrm>
            <a:custGeom>
              <a:rect b="b" l="l" r="r" t="t"/>
              <a:pathLst>
                <a:path extrusionOk="0" h="78" w="288">
                  <a:moveTo>
                    <a:pt x="287" y="0"/>
                  </a:moveTo>
                  <a:cubicBezTo>
                    <a:pt x="189" y="18"/>
                    <a:pt x="95" y="42"/>
                    <a:pt x="0" y="77"/>
                  </a:cubicBezTo>
                  <a:lnTo>
                    <a:pt x="0" y="77"/>
                  </a:lnTo>
                  <a:cubicBezTo>
                    <a:pt x="95" y="42"/>
                    <a:pt x="189" y="18"/>
                    <a:pt x="28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8" name="Google Shape;6388;p95"/>
            <p:cNvSpPr/>
            <p:nvPr/>
          </p:nvSpPr>
          <p:spPr>
            <a:xfrm>
              <a:off x="2282867" y="2017374"/>
              <a:ext cx="54" cy="14"/>
            </a:xfrm>
            <a:custGeom>
              <a:rect b="b" l="l" r="r" t="t"/>
              <a:pathLst>
                <a:path extrusionOk="0" h="1" w="4">
                  <a:moveTo>
                    <a:pt x="0"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9" name="Google Shape;6389;p95"/>
            <p:cNvSpPr/>
            <p:nvPr/>
          </p:nvSpPr>
          <p:spPr>
            <a:xfrm>
              <a:off x="2281673" y="2017415"/>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0" name="Google Shape;6390;p95"/>
            <p:cNvSpPr/>
            <p:nvPr/>
          </p:nvSpPr>
          <p:spPr>
            <a:xfrm>
              <a:off x="2280586" y="2016899"/>
              <a:ext cx="54" cy="54"/>
            </a:xfrm>
            <a:custGeom>
              <a:rect b="b" l="l" r="r" t="t"/>
              <a:pathLst>
                <a:path extrusionOk="0" h="4" w="4">
                  <a:moveTo>
                    <a:pt x="0" y="0"/>
                  </a:move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1" name="Google Shape;6391;p95"/>
            <p:cNvSpPr/>
            <p:nvPr/>
          </p:nvSpPr>
          <p:spPr>
            <a:xfrm>
              <a:off x="2280342" y="2016750"/>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2" name="Google Shape;6392;p95"/>
            <p:cNvSpPr/>
            <p:nvPr/>
          </p:nvSpPr>
          <p:spPr>
            <a:xfrm>
              <a:off x="2281442" y="2017320"/>
              <a:ext cx="54" cy="68"/>
            </a:xfrm>
            <a:custGeom>
              <a:rect b="b" l="l" r="r" t="t"/>
              <a:pathLst>
                <a:path extrusionOk="0" h="5" w="4">
                  <a:moveTo>
                    <a:pt x="0" y="1"/>
                  </a:move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3" name="Google Shape;6393;p95"/>
            <p:cNvSpPr/>
            <p:nvPr/>
          </p:nvSpPr>
          <p:spPr>
            <a:xfrm>
              <a:off x="2281157" y="2017225"/>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4" name="Google Shape;6394;p95"/>
            <p:cNvSpPr/>
            <p:nvPr/>
          </p:nvSpPr>
          <p:spPr>
            <a:xfrm>
              <a:off x="2295793" y="2037863"/>
              <a:ext cx="109" cy="109"/>
            </a:xfrm>
            <a:custGeom>
              <a:rect b="b" l="l" r="r" t="t"/>
              <a:pathLst>
                <a:path extrusionOk="0" h="8" w="8">
                  <a:moveTo>
                    <a:pt x="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5" name="Google Shape;6395;p95"/>
            <p:cNvSpPr/>
            <p:nvPr/>
          </p:nvSpPr>
          <p:spPr>
            <a:xfrm>
              <a:off x="2295562" y="2038284"/>
              <a:ext cx="54" cy="163"/>
            </a:xfrm>
            <a:custGeom>
              <a:rect b="b" l="l" r="r" t="t"/>
              <a:pathLst>
                <a:path extrusionOk="0" h="12" w="4">
                  <a:moveTo>
                    <a:pt x="4"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6" name="Google Shape;6396;p95"/>
            <p:cNvSpPr/>
            <p:nvPr/>
          </p:nvSpPr>
          <p:spPr>
            <a:xfrm>
              <a:off x="2295413" y="2038569"/>
              <a:ext cx="68" cy="163"/>
            </a:xfrm>
            <a:custGeom>
              <a:rect b="b" l="l" r="r" t="t"/>
              <a:pathLst>
                <a:path extrusionOk="0" h="12" w="5">
                  <a:moveTo>
                    <a:pt x="4"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7" name="Google Shape;6397;p95"/>
            <p:cNvSpPr/>
            <p:nvPr/>
          </p:nvSpPr>
          <p:spPr>
            <a:xfrm>
              <a:off x="2295698" y="2038053"/>
              <a:ext cx="68" cy="149"/>
            </a:xfrm>
            <a:custGeom>
              <a:rect b="b" l="l" r="r" t="t"/>
              <a:pathLst>
                <a:path extrusionOk="0" h="11" w="5">
                  <a:moveTo>
                    <a:pt x="4"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8" name="Google Shape;6398;p95"/>
            <p:cNvSpPr/>
            <p:nvPr/>
          </p:nvSpPr>
          <p:spPr>
            <a:xfrm>
              <a:off x="2294897" y="2039669"/>
              <a:ext cx="54" cy="204"/>
            </a:xfrm>
            <a:custGeom>
              <a:rect b="b" l="l" r="r" t="t"/>
              <a:pathLst>
                <a:path extrusionOk="0" h="15" w="4">
                  <a:moveTo>
                    <a:pt x="4" y="0"/>
                  </a:moveTo>
                  <a:lnTo>
                    <a:pt x="0"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9" name="Google Shape;6399;p95"/>
            <p:cNvSpPr/>
            <p:nvPr/>
          </p:nvSpPr>
          <p:spPr>
            <a:xfrm>
              <a:off x="2295277" y="2038908"/>
              <a:ext cx="54" cy="149"/>
            </a:xfrm>
            <a:custGeom>
              <a:rect b="b" l="l" r="r" t="t"/>
              <a:pathLst>
                <a:path extrusionOk="0" h="11" w="4">
                  <a:moveTo>
                    <a:pt x="4"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0" name="Google Shape;6400;p95"/>
            <p:cNvSpPr/>
            <p:nvPr/>
          </p:nvSpPr>
          <p:spPr>
            <a:xfrm>
              <a:off x="2295087" y="2039234"/>
              <a:ext cx="54" cy="204"/>
            </a:xfrm>
            <a:custGeom>
              <a:rect b="b" l="l" r="r" t="t"/>
              <a:pathLst>
                <a:path extrusionOk="0" h="15" w="4">
                  <a:moveTo>
                    <a:pt x="4" y="1"/>
                  </a:moveTo>
                  <a:lnTo>
                    <a:pt x="0"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1" name="Google Shape;6401;p95"/>
            <p:cNvSpPr/>
            <p:nvPr/>
          </p:nvSpPr>
          <p:spPr>
            <a:xfrm>
              <a:off x="2296228" y="2037293"/>
              <a:ext cx="54" cy="54"/>
            </a:xfrm>
            <a:custGeom>
              <a:rect b="b" l="l" r="r" t="t"/>
              <a:pathLst>
                <a:path extrusionOk="0" h="4" w="4">
                  <a:moveTo>
                    <a:pt x="4"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2" name="Google Shape;6402;p95"/>
            <p:cNvSpPr/>
            <p:nvPr/>
          </p:nvSpPr>
          <p:spPr>
            <a:xfrm>
              <a:off x="2296323" y="2037197"/>
              <a:ext cx="14" cy="54"/>
            </a:xfrm>
            <a:custGeom>
              <a:rect b="b" l="l" r="r" t="t"/>
              <a:pathLst>
                <a:path extrusionOk="0" h="4" w="1">
                  <a:moveTo>
                    <a:pt x="0"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3" name="Google Shape;6403;p95"/>
            <p:cNvSpPr/>
            <p:nvPr/>
          </p:nvSpPr>
          <p:spPr>
            <a:xfrm>
              <a:off x="2294707" y="2040280"/>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4" name="Google Shape;6404;p95"/>
            <p:cNvSpPr/>
            <p:nvPr/>
          </p:nvSpPr>
          <p:spPr>
            <a:xfrm>
              <a:off x="2295128" y="2013043"/>
              <a:ext cx="2634" cy="2349"/>
            </a:xfrm>
            <a:custGeom>
              <a:rect b="b" l="l" r="r" t="t"/>
              <a:pathLst>
                <a:path extrusionOk="0" h="173" w="194">
                  <a:moveTo>
                    <a:pt x="1" y="1"/>
                  </a:moveTo>
                  <a:lnTo>
                    <a:pt x="1" y="1"/>
                  </a:lnTo>
                  <a:lnTo>
                    <a:pt x="193" y="17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5" name="Google Shape;6405;p95"/>
            <p:cNvSpPr/>
            <p:nvPr/>
          </p:nvSpPr>
          <p:spPr>
            <a:xfrm>
              <a:off x="2296133" y="2037388"/>
              <a:ext cx="54" cy="109"/>
            </a:xfrm>
            <a:custGeom>
              <a:rect b="b" l="l" r="r" t="t"/>
              <a:pathLst>
                <a:path extrusionOk="0" h="8" w="4">
                  <a:moveTo>
                    <a:pt x="4"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6" name="Google Shape;6406;p95"/>
            <p:cNvSpPr/>
            <p:nvPr/>
          </p:nvSpPr>
          <p:spPr>
            <a:xfrm>
              <a:off x="2295943" y="2037673"/>
              <a:ext cx="54" cy="109"/>
            </a:xfrm>
            <a:custGeom>
              <a:rect b="b" l="l" r="r" t="t"/>
              <a:pathLst>
                <a:path extrusionOk="0" h="8" w="4">
                  <a:moveTo>
                    <a:pt x="4"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7" name="Google Shape;6407;p95"/>
            <p:cNvSpPr/>
            <p:nvPr/>
          </p:nvSpPr>
          <p:spPr>
            <a:xfrm>
              <a:off x="2296038" y="2037523"/>
              <a:ext cx="54" cy="109"/>
            </a:xfrm>
            <a:custGeom>
              <a:rect b="b" l="l" r="r" t="t"/>
              <a:pathLst>
                <a:path extrusionOk="0" h="8" w="4">
                  <a:moveTo>
                    <a:pt x="4"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8" name="Google Shape;6408;p95"/>
            <p:cNvSpPr/>
            <p:nvPr/>
          </p:nvSpPr>
          <p:spPr>
            <a:xfrm>
              <a:off x="2294422" y="2040809"/>
              <a:ext cx="109" cy="149"/>
            </a:xfrm>
            <a:custGeom>
              <a:rect b="b" l="l" r="r" t="t"/>
              <a:pathLst>
                <a:path extrusionOk="0" h="11" w="8">
                  <a:moveTo>
                    <a:pt x="7"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9" name="Google Shape;6409;p95"/>
            <p:cNvSpPr/>
            <p:nvPr/>
          </p:nvSpPr>
          <p:spPr>
            <a:xfrm>
              <a:off x="2462729" y="1678276"/>
              <a:ext cx="126732" cy="73834"/>
            </a:xfrm>
            <a:custGeom>
              <a:rect b="b" l="l" r="r" t="t"/>
              <a:pathLst>
                <a:path extrusionOk="0" h="5438" w="9334">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0" name="Google Shape;6410;p95"/>
            <p:cNvSpPr/>
            <p:nvPr/>
          </p:nvSpPr>
          <p:spPr>
            <a:xfrm>
              <a:off x="2580038" y="1723951"/>
              <a:ext cx="2105" cy="258"/>
            </a:xfrm>
            <a:custGeom>
              <a:rect b="b" l="l" r="r" t="t"/>
              <a:pathLst>
                <a:path extrusionOk="0" h="19" w="155">
                  <a:moveTo>
                    <a:pt x="1" y="1"/>
                  </a:moveTo>
                  <a:cubicBezTo>
                    <a:pt x="50" y="1"/>
                    <a:pt x="102" y="4"/>
                    <a:pt x="155" y="18"/>
                  </a:cubicBezTo>
                  <a:cubicBezTo>
                    <a:pt x="102" y="4"/>
                    <a:pt x="50"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1" name="Google Shape;6411;p95"/>
            <p:cNvSpPr/>
            <p:nvPr/>
          </p:nvSpPr>
          <p:spPr>
            <a:xfrm>
              <a:off x="2573059" y="1725241"/>
              <a:ext cx="3096" cy="394"/>
            </a:xfrm>
            <a:custGeom>
              <a:rect b="b" l="l" r="r" t="t"/>
              <a:pathLst>
                <a:path extrusionOk="0" h="29" w="228">
                  <a:moveTo>
                    <a:pt x="228" y="0"/>
                  </a:moveTo>
                  <a:cubicBezTo>
                    <a:pt x="158" y="14"/>
                    <a:pt x="77" y="21"/>
                    <a:pt x="0" y="28"/>
                  </a:cubicBezTo>
                  <a:cubicBezTo>
                    <a:pt x="84" y="21"/>
                    <a:pt x="165" y="14"/>
                    <a:pt x="22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2" name="Google Shape;6412;p95"/>
            <p:cNvSpPr/>
            <p:nvPr/>
          </p:nvSpPr>
          <p:spPr>
            <a:xfrm>
              <a:off x="2579807" y="1723951"/>
              <a:ext cx="109" cy="14"/>
            </a:xfrm>
            <a:custGeom>
              <a:rect b="b" l="l" r="r" t="t"/>
              <a:pathLst>
                <a:path extrusionOk="0" h="1" w="8">
                  <a:moveTo>
                    <a:pt x="7"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3" name="Google Shape;6413;p95"/>
            <p:cNvSpPr/>
            <p:nvPr/>
          </p:nvSpPr>
          <p:spPr>
            <a:xfrm>
              <a:off x="2580894" y="1715913"/>
              <a:ext cx="8242" cy="4915"/>
            </a:xfrm>
            <a:custGeom>
              <a:rect b="b" l="l" r="r" t="t"/>
              <a:pathLst>
                <a:path extrusionOk="0" h="362" w="607">
                  <a:moveTo>
                    <a:pt x="1" y="1"/>
                  </a:moveTo>
                  <a:cubicBezTo>
                    <a:pt x="120" y="33"/>
                    <a:pt x="382" y="176"/>
                    <a:pt x="606" y="361"/>
                  </a:cubicBezTo>
                  <a:cubicBezTo>
                    <a:pt x="382" y="173"/>
                    <a:pt x="120" y="33"/>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4" name="Google Shape;6414;p95"/>
            <p:cNvSpPr/>
            <p:nvPr/>
          </p:nvSpPr>
          <p:spPr>
            <a:xfrm>
              <a:off x="2579034" y="1724236"/>
              <a:ext cx="122" cy="122"/>
            </a:xfrm>
            <a:custGeom>
              <a:rect b="b" l="l" r="r" t="t"/>
              <a:pathLst>
                <a:path extrusionOk="0" h="9" w="9">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5" name="Google Shape;6415;p95"/>
            <p:cNvSpPr/>
            <p:nvPr/>
          </p:nvSpPr>
          <p:spPr>
            <a:xfrm>
              <a:off x="2570534" y="1714107"/>
              <a:ext cx="2390" cy="2200"/>
            </a:xfrm>
            <a:custGeom>
              <a:rect b="b" l="l" r="r" t="t"/>
              <a:pathLst>
                <a:path extrusionOk="0" h="162" w="176">
                  <a:moveTo>
                    <a:pt x="1" y="1"/>
                  </a:moveTo>
                  <a:cubicBezTo>
                    <a:pt x="60" y="32"/>
                    <a:pt x="116" y="78"/>
                    <a:pt x="155" y="137"/>
                  </a:cubicBezTo>
                  <a:lnTo>
                    <a:pt x="176" y="162"/>
                  </a:lnTo>
                  <a:lnTo>
                    <a:pt x="151" y="130"/>
                  </a:lnTo>
                  <a:cubicBezTo>
                    <a:pt x="116" y="81"/>
                    <a:pt x="74" y="43"/>
                    <a:pt x="25" y="8"/>
                  </a:cubicBez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6" name="Google Shape;6416;p95"/>
            <p:cNvSpPr/>
            <p:nvPr/>
          </p:nvSpPr>
          <p:spPr>
            <a:xfrm>
              <a:off x="2576291" y="1725241"/>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7" name="Google Shape;6417;p95"/>
            <p:cNvSpPr/>
            <p:nvPr/>
          </p:nvSpPr>
          <p:spPr>
            <a:xfrm>
              <a:off x="2579427" y="1724046"/>
              <a:ext cx="54" cy="68"/>
            </a:xfrm>
            <a:custGeom>
              <a:rect b="b" l="l" r="r" t="t"/>
              <a:pathLst>
                <a:path extrusionOk="0" h="5" w="4">
                  <a:moveTo>
                    <a:pt x="4"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8" name="Google Shape;6418;p95"/>
            <p:cNvSpPr/>
            <p:nvPr/>
          </p:nvSpPr>
          <p:spPr>
            <a:xfrm>
              <a:off x="2086700" y="1392158"/>
              <a:ext cx="189338" cy="157838"/>
            </a:xfrm>
            <a:custGeom>
              <a:rect b="b" l="l" r="r" t="t"/>
              <a:pathLst>
                <a:path extrusionOk="0" h="11625" w="13945">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9" name="Google Shape;6419;p95"/>
            <p:cNvSpPr/>
            <p:nvPr/>
          </p:nvSpPr>
          <p:spPr>
            <a:xfrm>
              <a:off x="2127052" y="1276572"/>
              <a:ext cx="5961" cy="5526"/>
            </a:xfrm>
            <a:custGeom>
              <a:rect b="b" l="l" r="r" t="t"/>
              <a:pathLst>
                <a:path extrusionOk="0" h="407" w="439">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0" name="Google Shape;6420;p95"/>
            <p:cNvSpPr/>
            <p:nvPr/>
          </p:nvSpPr>
          <p:spPr>
            <a:xfrm>
              <a:off x="2199678" y="1404961"/>
              <a:ext cx="1724" cy="1290"/>
            </a:xfrm>
            <a:custGeom>
              <a:rect b="b" l="l" r="r" t="t"/>
              <a:pathLst>
                <a:path extrusionOk="0" h="95" w="127">
                  <a:moveTo>
                    <a:pt x="85" y="0"/>
                  </a:moveTo>
                  <a:cubicBezTo>
                    <a:pt x="53" y="0"/>
                    <a:pt x="25" y="11"/>
                    <a:pt x="1" y="28"/>
                  </a:cubicBezTo>
                  <a:cubicBezTo>
                    <a:pt x="46" y="39"/>
                    <a:pt x="92" y="60"/>
                    <a:pt x="127" y="95"/>
                  </a:cubicBezTo>
                  <a:cubicBezTo>
                    <a:pt x="103" y="67"/>
                    <a:pt x="89" y="35"/>
                    <a:pt x="8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1" name="Google Shape;6421;p95"/>
            <p:cNvSpPr/>
            <p:nvPr/>
          </p:nvSpPr>
          <p:spPr>
            <a:xfrm>
              <a:off x="2210947" y="1395471"/>
              <a:ext cx="9043" cy="6409"/>
            </a:xfrm>
            <a:custGeom>
              <a:rect b="b" l="l" r="r" t="t"/>
              <a:pathLst>
                <a:path extrusionOk="0" h="472" w="666">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2" name="Google Shape;6422;p95"/>
            <p:cNvSpPr/>
            <p:nvPr/>
          </p:nvSpPr>
          <p:spPr>
            <a:xfrm>
              <a:off x="2181335" y="1248725"/>
              <a:ext cx="67372" cy="20393"/>
            </a:xfrm>
            <a:custGeom>
              <a:rect b="b" l="l" r="r" t="t"/>
              <a:pathLst>
                <a:path extrusionOk="0" h="1502" w="4962">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3" name="Google Shape;6423;p95"/>
            <p:cNvSpPr/>
            <p:nvPr/>
          </p:nvSpPr>
          <p:spPr>
            <a:xfrm>
              <a:off x="2129768" y="1256084"/>
              <a:ext cx="99252" cy="55546"/>
            </a:xfrm>
            <a:custGeom>
              <a:rect b="b" l="l" r="r" t="t"/>
              <a:pathLst>
                <a:path extrusionOk="0" h="4091" w="731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4" name="Google Shape;6424;p95"/>
            <p:cNvSpPr/>
            <p:nvPr/>
          </p:nvSpPr>
          <p:spPr>
            <a:xfrm>
              <a:off x="2248883" y="1404961"/>
              <a:ext cx="4331" cy="1914"/>
            </a:xfrm>
            <a:custGeom>
              <a:rect b="b" l="l" r="r" t="t"/>
              <a:pathLst>
                <a:path extrusionOk="0" h="141" w="319">
                  <a:moveTo>
                    <a:pt x="0" y="140"/>
                  </a:moveTo>
                  <a:cubicBezTo>
                    <a:pt x="81" y="49"/>
                    <a:pt x="200" y="0"/>
                    <a:pt x="319" y="7"/>
                  </a:cubicBezTo>
                  <a:cubicBezTo>
                    <a:pt x="200" y="0"/>
                    <a:pt x="81" y="49"/>
                    <a:pt x="0" y="14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5" name="Google Shape;6425;p95"/>
            <p:cNvSpPr/>
            <p:nvPr/>
          </p:nvSpPr>
          <p:spPr>
            <a:xfrm>
              <a:off x="2202543" y="1417887"/>
              <a:ext cx="149" cy="163"/>
            </a:xfrm>
            <a:custGeom>
              <a:rect b="b" l="l" r="r" t="t"/>
              <a:pathLst>
                <a:path extrusionOk="0" h="12" w="11">
                  <a:moveTo>
                    <a:pt x="11"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6" name="Google Shape;6426;p95"/>
            <p:cNvSpPr/>
            <p:nvPr/>
          </p:nvSpPr>
          <p:spPr>
            <a:xfrm>
              <a:off x="2202258" y="1418267"/>
              <a:ext cx="109" cy="109"/>
            </a:xfrm>
            <a:custGeom>
              <a:rect b="b" l="l" r="r" t="t"/>
              <a:pathLst>
                <a:path extrusionOk="0" h="8" w="8">
                  <a:moveTo>
                    <a:pt x="7"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7" name="Google Shape;6427;p95"/>
            <p:cNvSpPr/>
            <p:nvPr/>
          </p:nvSpPr>
          <p:spPr>
            <a:xfrm>
              <a:off x="2264334" y="1413800"/>
              <a:ext cx="14" cy="258"/>
            </a:xfrm>
            <a:custGeom>
              <a:rect b="b" l="l" r="r" t="t"/>
              <a:pathLst>
                <a:path extrusionOk="0" h="19" w="1">
                  <a:moveTo>
                    <a:pt x="0" y="1"/>
                  </a:moveTo>
                  <a:lnTo>
                    <a:pt x="0" y="18"/>
                  </a:lnTo>
                  <a:cubicBezTo>
                    <a:pt x="0" y="15"/>
                    <a:pt x="0"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8" name="Google Shape;6428;p95"/>
            <p:cNvSpPr/>
            <p:nvPr/>
          </p:nvSpPr>
          <p:spPr>
            <a:xfrm>
              <a:off x="2201688" y="1419082"/>
              <a:ext cx="109" cy="149"/>
            </a:xfrm>
            <a:custGeom>
              <a:rect b="b" l="l" r="r" t="t"/>
              <a:pathLst>
                <a:path extrusionOk="0" h="11" w="8">
                  <a:moveTo>
                    <a:pt x="7"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9" name="Google Shape;6429;p95"/>
            <p:cNvSpPr/>
            <p:nvPr/>
          </p:nvSpPr>
          <p:spPr>
            <a:xfrm>
              <a:off x="2201973" y="1418647"/>
              <a:ext cx="109" cy="163"/>
            </a:xfrm>
            <a:custGeom>
              <a:rect b="b" l="l" r="r" t="t"/>
              <a:pathLst>
                <a:path extrusionOk="0" h="12" w="8">
                  <a:moveTo>
                    <a:pt x="7"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0" name="Google Shape;6430;p95"/>
            <p:cNvSpPr/>
            <p:nvPr/>
          </p:nvSpPr>
          <p:spPr>
            <a:xfrm>
              <a:off x="2206480" y="141604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1" name="Google Shape;6431;p95"/>
            <p:cNvSpPr/>
            <p:nvPr/>
          </p:nvSpPr>
          <p:spPr>
            <a:xfrm>
              <a:off x="2202923" y="1417561"/>
              <a:ext cx="109" cy="109"/>
            </a:xfrm>
            <a:custGeom>
              <a:rect b="b" l="l" r="r" t="t"/>
              <a:pathLst>
                <a:path extrusionOk="0" h="8" w="8">
                  <a:moveTo>
                    <a:pt x="0" y="7"/>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2" name="Google Shape;6432;p95"/>
            <p:cNvSpPr/>
            <p:nvPr/>
          </p:nvSpPr>
          <p:spPr>
            <a:xfrm>
              <a:off x="2203249" y="1417222"/>
              <a:ext cx="109" cy="109"/>
            </a:xfrm>
            <a:custGeom>
              <a:rect b="b" l="l" r="r" t="t"/>
              <a:pathLst>
                <a:path extrusionOk="0" h="8" w="8">
                  <a:moveTo>
                    <a:pt x="8"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3" name="Google Shape;6433;p95"/>
            <p:cNvSpPr/>
            <p:nvPr/>
          </p:nvSpPr>
          <p:spPr>
            <a:xfrm>
              <a:off x="2205625" y="1416081"/>
              <a:ext cx="204" cy="14"/>
            </a:xfrm>
            <a:custGeom>
              <a:rect b="b" l="l" r="r" t="t"/>
              <a:pathLst>
                <a:path extrusionOk="0" h="1" w="15">
                  <a:moveTo>
                    <a:pt x="15"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4" name="Google Shape;6434;p95"/>
            <p:cNvSpPr/>
            <p:nvPr/>
          </p:nvSpPr>
          <p:spPr>
            <a:xfrm>
              <a:off x="2206060" y="1416040"/>
              <a:ext cx="204" cy="14"/>
            </a:xfrm>
            <a:custGeom>
              <a:rect b="b" l="l" r="r" t="t"/>
              <a:pathLst>
                <a:path extrusionOk="0" h="1" w="15">
                  <a:moveTo>
                    <a:pt x="1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5" name="Google Shape;6435;p95"/>
            <p:cNvSpPr/>
            <p:nvPr/>
          </p:nvSpPr>
          <p:spPr>
            <a:xfrm>
              <a:off x="2264334" y="1414520"/>
              <a:ext cx="14" cy="299"/>
            </a:xfrm>
            <a:custGeom>
              <a:rect b="b" l="l" r="r" t="t"/>
              <a:pathLst>
                <a:path extrusionOk="0" h="22" w="1">
                  <a:moveTo>
                    <a:pt x="0" y="21"/>
                  </a:moveTo>
                  <a:lnTo>
                    <a:pt x="0" y="0"/>
                  </a:lnTo>
                  <a:cubicBezTo>
                    <a:pt x="0" y="7"/>
                    <a:pt x="0" y="14"/>
                    <a:pt x="0"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6" name="Google Shape;6436;p95"/>
            <p:cNvSpPr/>
            <p:nvPr/>
          </p:nvSpPr>
          <p:spPr>
            <a:xfrm>
              <a:off x="2204104" y="1416706"/>
              <a:ext cx="68" cy="14"/>
            </a:xfrm>
            <a:custGeom>
              <a:rect b="b" l="l" r="r" t="t"/>
              <a:pathLst>
                <a:path extrusionOk="0" h="1" w="5">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7" name="Google Shape;6437;p95"/>
            <p:cNvSpPr/>
            <p:nvPr/>
          </p:nvSpPr>
          <p:spPr>
            <a:xfrm>
              <a:off x="2264334" y="1413135"/>
              <a:ext cx="14" cy="258"/>
            </a:xfrm>
            <a:custGeom>
              <a:rect b="b" l="l" r="r" t="t"/>
              <a:pathLst>
                <a:path extrusionOk="0" h="19" w="1">
                  <a:moveTo>
                    <a:pt x="0" y="1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8" name="Google Shape;6438;p95"/>
            <p:cNvSpPr/>
            <p:nvPr/>
          </p:nvSpPr>
          <p:spPr>
            <a:xfrm>
              <a:off x="2204865" y="1416271"/>
              <a:ext cx="163" cy="109"/>
            </a:xfrm>
            <a:custGeom>
              <a:rect b="b" l="l" r="r" t="t"/>
              <a:pathLst>
                <a:path extrusionOk="0" h="8" w="12">
                  <a:moveTo>
                    <a:pt x="1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9" name="Google Shape;6439;p95"/>
            <p:cNvSpPr/>
            <p:nvPr/>
          </p:nvSpPr>
          <p:spPr>
            <a:xfrm>
              <a:off x="2204485" y="1416461"/>
              <a:ext cx="109" cy="68"/>
            </a:xfrm>
            <a:custGeom>
              <a:rect b="b" l="l" r="r" t="t"/>
              <a:pathLst>
                <a:path extrusionOk="0" h="5" w="8">
                  <a:moveTo>
                    <a:pt x="8"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0" name="Google Shape;6440;p95"/>
            <p:cNvSpPr/>
            <p:nvPr/>
          </p:nvSpPr>
          <p:spPr>
            <a:xfrm>
              <a:off x="2205245" y="1416176"/>
              <a:ext cx="204" cy="68"/>
            </a:xfrm>
            <a:custGeom>
              <a:rect b="b" l="l" r="r" t="t"/>
              <a:pathLst>
                <a:path extrusionOk="0" h="5" w="15">
                  <a:moveTo>
                    <a:pt x="15"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1" name="Google Shape;6441;p95"/>
            <p:cNvSpPr/>
            <p:nvPr/>
          </p:nvSpPr>
          <p:spPr>
            <a:xfrm>
              <a:off x="2199162" y="1418932"/>
              <a:ext cx="54" cy="14"/>
            </a:xfrm>
            <a:custGeom>
              <a:rect b="b" l="l" r="r" t="t"/>
              <a:pathLst>
                <a:path extrusionOk="0" h="1" w="4">
                  <a:moveTo>
                    <a:pt x="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2" name="Google Shape;6442;p95"/>
            <p:cNvSpPr/>
            <p:nvPr/>
          </p:nvSpPr>
          <p:spPr>
            <a:xfrm>
              <a:off x="2198823" y="1419027"/>
              <a:ext cx="109" cy="14"/>
            </a:xfrm>
            <a:custGeom>
              <a:rect b="b" l="l" r="r" t="t"/>
              <a:pathLst>
                <a:path extrusionOk="0" h="1" w="8">
                  <a:moveTo>
                    <a:pt x="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3" name="Google Shape;6443;p95"/>
            <p:cNvSpPr/>
            <p:nvPr/>
          </p:nvSpPr>
          <p:spPr>
            <a:xfrm>
              <a:off x="2150921" y="1464471"/>
              <a:ext cx="4331" cy="8527"/>
            </a:xfrm>
            <a:custGeom>
              <a:rect b="b" l="l" r="r" t="t"/>
              <a:pathLst>
                <a:path extrusionOk="0" h="628" w="319">
                  <a:moveTo>
                    <a:pt x="319" y="0"/>
                  </a:moveTo>
                  <a:cubicBezTo>
                    <a:pt x="298" y="193"/>
                    <a:pt x="154" y="414"/>
                    <a:pt x="0" y="627"/>
                  </a:cubicBezTo>
                  <a:cubicBezTo>
                    <a:pt x="154" y="414"/>
                    <a:pt x="298" y="193"/>
                    <a:pt x="31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4" name="Google Shape;6444;p95"/>
            <p:cNvSpPr/>
            <p:nvPr/>
          </p:nvSpPr>
          <p:spPr>
            <a:xfrm>
              <a:off x="2200248" y="1418837"/>
              <a:ext cx="163" cy="14"/>
            </a:xfrm>
            <a:custGeom>
              <a:rect b="b" l="l" r="r" t="t"/>
              <a:pathLst>
                <a:path extrusionOk="0" h="1" w="12">
                  <a:moveTo>
                    <a:pt x="11"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5" name="Google Shape;6445;p95"/>
            <p:cNvSpPr/>
            <p:nvPr/>
          </p:nvSpPr>
          <p:spPr>
            <a:xfrm>
              <a:off x="2199488" y="1418837"/>
              <a:ext cx="109" cy="14"/>
            </a:xfrm>
            <a:custGeom>
              <a:rect b="b" l="l" r="r" t="t"/>
              <a:pathLst>
                <a:path extrusionOk="0" h="1" w="8">
                  <a:moveTo>
                    <a:pt x="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6" name="Google Shape;6446;p95"/>
            <p:cNvSpPr/>
            <p:nvPr/>
          </p:nvSpPr>
          <p:spPr>
            <a:xfrm>
              <a:off x="2136556" y="1531015"/>
              <a:ext cx="68" cy="353"/>
            </a:xfrm>
            <a:custGeom>
              <a:rect b="b" l="l" r="r" t="t"/>
              <a:pathLst>
                <a:path extrusionOk="0" h="26" w="5">
                  <a:moveTo>
                    <a:pt x="1" y="1"/>
                  </a:moveTo>
                  <a:cubicBezTo>
                    <a:pt x="1" y="8"/>
                    <a:pt x="4" y="18"/>
                    <a:pt x="4" y="25"/>
                  </a:cubicBezTo>
                  <a:cubicBezTo>
                    <a:pt x="4" y="18"/>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7" name="Google Shape;6447;p95"/>
            <p:cNvSpPr/>
            <p:nvPr/>
          </p:nvSpPr>
          <p:spPr>
            <a:xfrm>
              <a:off x="2201158" y="1419082"/>
              <a:ext cx="244" cy="109"/>
            </a:xfrm>
            <a:custGeom>
              <a:rect b="b" l="l" r="r" t="t"/>
              <a:pathLst>
                <a:path extrusionOk="0" h="8" w="18">
                  <a:moveTo>
                    <a:pt x="18"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8" name="Google Shape;6448;p95"/>
            <p:cNvSpPr/>
            <p:nvPr/>
          </p:nvSpPr>
          <p:spPr>
            <a:xfrm>
              <a:off x="2188422" y="1425300"/>
              <a:ext cx="4290" cy="1208"/>
            </a:xfrm>
            <a:custGeom>
              <a:rect b="b" l="l" r="r" t="t"/>
              <a:pathLst>
                <a:path extrusionOk="0" h="89" w="316">
                  <a:moveTo>
                    <a:pt x="0" y="11"/>
                  </a:moveTo>
                  <a:cubicBezTo>
                    <a:pt x="105" y="8"/>
                    <a:pt x="214" y="1"/>
                    <a:pt x="315" y="88"/>
                  </a:cubicBezTo>
                  <a:cubicBezTo>
                    <a:pt x="214" y="1"/>
                    <a:pt x="105" y="8"/>
                    <a:pt x="0"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9" name="Google Shape;6449;p95"/>
            <p:cNvSpPr/>
            <p:nvPr/>
          </p:nvSpPr>
          <p:spPr>
            <a:xfrm>
              <a:off x="2199828" y="141883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0" name="Google Shape;6450;p95"/>
            <p:cNvSpPr/>
            <p:nvPr/>
          </p:nvSpPr>
          <p:spPr>
            <a:xfrm>
              <a:off x="2200683" y="1418932"/>
              <a:ext cx="204" cy="68"/>
            </a:xfrm>
            <a:custGeom>
              <a:rect b="b" l="l" r="r" t="t"/>
              <a:pathLst>
                <a:path extrusionOk="0" h="5" w="15">
                  <a:moveTo>
                    <a:pt x="15"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1" name="Google Shape;6451;p95"/>
            <p:cNvSpPr/>
            <p:nvPr/>
          </p:nvSpPr>
          <p:spPr>
            <a:xfrm>
              <a:off x="2133705" y="1540573"/>
              <a:ext cx="109" cy="14"/>
            </a:xfrm>
            <a:custGeom>
              <a:rect b="b" l="l" r="r" t="t"/>
              <a:pathLst>
                <a:path extrusionOk="0" h="1" w="8">
                  <a:moveTo>
                    <a:pt x="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2" name="Google Shape;6452;p95"/>
            <p:cNvSpPr/>
            <p:nvPr/>
          </p:nvSpPr>
          <p:spPr>
            <a:xfrm>
              <a:off x="2134275" y="1540668"/>
              <a:ext cx="163" cy="54"/>
            </a:xfrm>
            <a:custGeom>
              <a:rect b="b" l="l" r="r" t="t"/>
              <a:pathLst>
                <a:path extrusionOk="0" h="4" w="12">
                  <a:moveTo>
                    <a:pt x="1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3" name="Google Shape;6453;p95"/>
            <p:cNvSpPr/>
            <p:nvPr/>
          </p:nvSpPr>
          <p:spPr>
            <a:xfrm>
              <a:off x="3024851" y="1777922"/>
              <a:ext cx="15655" cy="12165"/>
            </a:xfrm>
            <a:custGeom>
              <a:rect b="b" l="l" r="r" t="t"/>
              <a:pathLst>
                <a:path extrusionOk="0" h="896" w="1153">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4" name="Google Shape;6454;p95"/>
            <p:cNvSpPr/>
            <p:nvPr/>
          </p:nvSpPr>
          <p:spPr>
            <a:xfrm>
              <a:off x="3003846" y="1783461"/>
              <a:ext cx="16795" cy="20366"/>
            </a:xfrm>
            <a:custGeom>
              <a:rect b="b" l="l" r="r" t="t"/>
              <a:pathLst>
                <a:path extrusionOk="0" h="1500" w="1237">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5" name="Google Shape;6455;p95"/>
            <p:cNvSpPr/>
            <p:nvPr/>
          </p:nvSpPr>
          <p:spPr>
            <a:xfrm>
              <a:off x="3013581" y="1718520"/>
              <a:ext cx="82443" cy="64127"/>
            </a:xfrm>
            <a:custGeom>
              <a:rect b="b" l="l" r="r" t="t"/>
              <a:pathLst>
                <a:path extrusionOk="0" h="4723" w="6072">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6" name="Google Shape;6456;p95"/>
            <p:cNvSpPr/>
            <p:nvPr/>
          </p:nvSpPr>
          <p:spPr>
            <a:xfrm>
              <a:off x="3080939" y="1680503"/>
              <a:ext cx="45973" cy="34283"/>
            </a:xfrm>
            <a:custGeom>
              <a:rect b="b" l="l" r="r" t="t"/>
              <a:pathLst>
                <a:path extrusionOk="0" h="2525" w="3386">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7" name="Google Shape;6457;p95"/>
            <p:cNvSpPr/>
            <p:nvPr/>
          </p:nvSpPr>
          <p:spPr>
            <a:xfrm>
              <a:off x="2932062" y="1853304"/>
              <a:ext cx="13143" cy="22009"/>
            </a:xfrm>
            <a:custGeom>
              <a:rect b="b" l="l" r="r" t="t"/>
              <a:pathLst>
                <a:path extrusionOk="0" h="1621" w="968">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8" name="Google Shape;6458;p95"/>
            <p:cNvSpPr/>
            <p:nvPr/>
          </p:nvSpPr>
          <p:spPr>
            <a:xfrm>
              <a:off x="2597485" y="1601971"/>
              <a:ext cx="442776" cy="287924"/>
            </a:xfrm>
            <a:custGeom>
              <a:rect b="b" l="l" r="r" t="t"/>
              <a:pathLst>
                <a:path extrusionOk="0" h="21206" w="32611">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9" name="Google Shape;6459;p95"/>
            <p:cNvSpPr/>
            <p:nvPr/>
          </p:nvSpPr>
          <p:spPr>
            <a:xfrm>
              <a:off x="2846836" y="1894023"/>
              <a:ext cx="15804" cy="11649"/>
            </a:xfrm>
            <a:custGeom>
              <a:rect b="b" l="l" r="r" t="t"/>
              <a:pathLst>
                <a:path extrusionOk="0" h="858" w="1164">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0" name="Google Shape;6460;p95"/>
            <p:cNvSpPr/>
            <p:nvPr/>
          </p:nvSpPr>
          <p:spPr>
            <a:xfrm>
              <a:off x="2648062" y="1810752"/>
              <a:ext cx="244" cy="434"/>
            </a:xfrm>
            <a:custGeom>
              <a:rect b="b" l="l" r="r" t="t"/>
              <a:pathLst>
                <a:path extrusionOk="0" h="32" w="18">
                  <a:moveTo>
                    <a:pt x="0" y="0"/>
                  </a:moveTo>
                  <a:cubicBezTo>
                    <a:pt x="7" y="11"/>
                    <a:pt x="14" y="21"/>
                    <a:pt x="18" y="32"/>
                  </a:cubicBezTo>
                  <a:cubicBezTo>
                    <a:pt x="14" y="21"/>
                    <a:pt x="7"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1" name="Google Shape;6461;p95"/>
            <p:cNvSpPr/>
            <p:nvPr/>
          </p:nvSpPr>
          <p:spPr>
            <a:xfrm>
              <a:off x="2732242" y="1823623"/>
              <a:ext cx="2770" cy="2064"/>
            </a:xfrm>
            <a:custGeom>
              <a:rect b="b" l="l" r="r" t="t"/>
              <a:pathLst>
                <a:path extrusionOk="0" h="152" w="204">
                  <a:moveTo>
                    <a:pt x="203" y="22"/>
                  </a:moveTo>
                  <a:cubicBezTo>
                    <a:pt x="74" y="1"/>
                    <a:pt x="32" y="88"/>
                    <a:pt x="0" y="151"/>
                  </a:cubicBezTo>
                  <a:cubicBezTo>
                    <a:pt x="32" y="88"/>
                    <a:pt x="74" y="1"/>
                    <a:pt x="203"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2" name="Google Shape;6462;p95"/>
            <p:cNvSpPr/>
            <p:nvPr/>
          </p:nvSpPr>
          <p:spPr>
            <a:xfrm>
              <a:off x="2647627" y="1810277"/>
              <a:ext cx="353" cy="434"/>
            </a:xfrm>
            <a:custGeom>
              <a:rect b="b" l="l" r="r" t="t"/>
              <a:pathLst>
                <a:path extrusionOk="0" h="32" w="26">
                  <a:moveTo>
                    <a:pt x="1" y="0"/>
                  </a:moveTo>
                  <a:cubicBezTo>
                    <a:pt x="11" y="11"/>
                    <a:pt x="18" y="21"/>
                    <a:pt x="25" y="32"/>
                  </a:cubicBezTo>
                  <a:cubicBezTo>
                    <a:pt x="18" y="21"/>
                    <a:pt x="11"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3" name="Google Shape;6463;p95"/>
            <p:cNvSpPr/>
            <p:nvPr/>
          </p:nvSpPr>
          <p:spPr>
            <a:xfrm>
              <a:off x="2648347" y="1811227"/>
              <a:ext cx="204" cy="434"/>
            </a:xfrm>
            <a:custGeom>
              <a:rect b="b" l="l" r="r" t="t"/>
              <a:pathLst>
                <a:path extrusionOk="0" h="32" w="15">
                  <a:moveTo>
                    <a:pt x="0" y="0"/>
                  </a:moveTo>
                  <a:cubicBezTo>
                    <a:pt x="7" y="11"/>
                    <a:pt x="11" y="21"/>
                    <a:pt x="14" y="32"/>
                  </a:cubicBezTo>
                  <a:cubicBezTo>
                    <a:pt x="11" y="21"/>
                    <a:pt x="7"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4" name="Google Shape;6464;p95"/>
            <p:cNvSpPr/>
            <p:nvPr/>
          </p:nvSpPr>
          <p:spPr>
            <a:xfrm>
              <a:off x="2698638" y="1829665"/>
              <a:ext cx="815" cy="489"/>
            </a:xfrm>
            <a:custGeom>
              <a:rect b="b" l="l" r="r" t="t"/>
              <a:pathLst>
                <a:path extrusionOk="0" h="36" w="60">
                  <a:moveTo>
                    <a:pt x="60" y="0"/>
                  </a:moveTo>
                  <a:lnTo>
                    <a:pt x="60" y="0"/>
                  </a:lnTo>
                  <a:cubicBezTo>
                    <a:pt x="39" y="7"/>
                    <a:pt x="18" y="21"/>
                    <a:pt x="0" y="35"/>
                  </a:cubicBezTo>
                  <a:cubicBezTo>
                    <a:pt x="18" y="21"/>
                    <a:pt x="39" y="11"/>
                    <a:pt x="6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5" name="Google Shape;6465;p95"/>
            <p:cNvSpPr/>
            <p:nvPr/>
          </p:nvSpPr>
          <p:spPr>
            <a:xfrm>
              <a:off x="2704530" y="1833752"/>
              <a:ext cx="14" cy="149"/>
            </a:xfrm>
            <a:custGeom>
              <a:rect b="b" l="l" r="r" t="t"/>
              <a:pathLst>
                <a:path extrusionOk="0" h="11" w="1">
                  <a:moveTo>
                    <a:pt x="0" y="7"/>
                  </a:moveTo>
                  <a:lnTo>
                    <a:pt x="0" y="0"/>
                  </a:ln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6" name="Google Shape;6466;p95"/>
            <p:cNvSpPr/>
            <p:nvPr/>
          </p:nvSpPr>
          <p:spPr>
            <a:xfrm>
              <a:off x="2645210" y="1808322"/>
              <a:ext cx="434" cy="299"/>
            </a:xfrm>
            <a:custGeom>
              <a:rect b="b" l="l" r="r" t="t"/>
              <a:pathLst>
                <a:path extrusionOk="0" h="22" w="32">
                  <a:moveTo>
                    <a:pt x="0" y="1"/>
                  </a:moveTo>
                  <a:lnTo>
                    <a:pt x="32"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7" name="Google Shape;6467;p95"/>
            <p:cNvSpPr/>
            <p:nvPr/>
          </p:nvSpPr>
          <p:spPr>
            <a:xfrm>
              <a:off x="2646201" y="1809041"/>
              <a:ext cx="448" cy="339"/>
            </a:xfrm>
            <a:custGeom>
              <a:rect b="b" l="l" r="r" t="t"/>
              <a:pathLst>
                <a:path extrusionOk="0" h="25" w="33">
                  <a:moveTo>
                    <a:pt x="1" y="0"/>
                  </a:moveTo>
                  <a:lnTo>
                    <a:pt x="32"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8" name="Google Shape;6468;p95"/>
            <p:cNvSpPr/>
            <p:nvPr/>
          </p:nvSpPr>
          <p:spPr>
            <a:xfrm>
              <a:off x="2645685" y="1808661"/>
              <a:ext cx="434" cy="339"/>
            </a:xfrm>
            <a:custGeom>
              <a:rect b="b" l="l" r="r" t="t"/>
              <a:pathLst>
                <a:path extrusionOk="0" h="25" w="32">
                  <a:moveTo>
                    <a:pt x="0" y="0"/>
                  </a:moveTo>
                  <a:lnTo>
                    <a:pt x="32"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9" name="Google Shape;6469;p95"/>
            <p:cNvSpPr/>
            <p:nvPr/>
          </p:nvSpPr>
          <p:spPr>
            <a:xfrm>
              <a:off x="2757863" y="1824818"/>
              <a:ext cx="149" cy="149"/>
            </a:xfrm>
            <a:custGeom>
              <a:rect b="b" l="l" r="r" t="t"/>
              <a:pathLst>
                <a:path extrusionOk="0" h="11" w="11">
                  <a:moveTo>
                    <a:pt x="11"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0" name="Google Shape;6470;p95"/>
            <p:cNvSpPr/>
            <p:nvPr/>
          </p:nvSpPr>
          <p:spPr>
            <a:xfrm>
              <a:off x="2622101" y="1766489"/>
              <a:ext cx="109" cy="258"/>
            </a:xfrm>
            <a:custGeom>
              <a:rect b="b" l="l" r="r" t="t"/>
              <a:pathLst>
                <a:path extrusionOk="0" h="19" w="8">
                  <a:moveTo>
                    <a:pt x="8" y="1"/>
                  </a:moveTo>
                  <a:lnTo>
                    <a:pt x="8" y="1"/>
                  </a:lnTo>
                  <a:lnTo>
                    <a:pt x="1" y="18"/>
                  </a:lnTo>
                  <a:lnTo>
                    <a:pt x="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1" name="Google Shape;6471;p95"/>
            <p:cNvSpPr/>
            <p:nvPr/>
          </p:nvSpPr>
          <p:spPr>
            <a:xfrm>
              <a:off x="2646731" y="1809421"/>
              <a:ext cx="434" cy="394"/>
            </a:xfrm>
            <a:custGeom>
              <a:rect b="b" l="l" r="r" t="t"/>
              <a:pathLst>
                <a:path extrusionOk="0" h="29" w="32">
                  <a:moveTo>
                    <a:pt x="0" y="0"/>
                  </a:moveTo>
                  <a:cubicBezTo>
                    <a:pt x="11" y="11"/>
                    <a:pt x="21" y="21"/>
                    <a:pt x="32" y="28"/>
                  </a:cubicBezTo>
                  <a:cubicBezTo>
                    <a:pt x="21" y="21"/>
                    <a:pt x="11"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2" name="Google Shape;6472;p95"/>
            <p:cNvSpPr/>
            <p:nvPr/>
          </p:nvSpPr>
          <p:spPr>
            <a:xfrm>
              <a:off x="2647152" y="1809801"/>
              <a:ext cx="448" cy="394"/>
            </a:xfrm>
            <a:custGeom>
              <a:rect b="b" l="l" r="r" t="t"/>
              <a:pathLst>
                <a:path extrusionOk="0" h="29" w="33">
                  <a:moveTo>
                    <a:pt x="1" y="0"/>
                  </a:moveTo>
                  <a:cubicBezTo>
                    <a:pt x="11" y="11"/>
                    <a:pt x="22" y="21"/>
                    <a:pt x="32" y="28"/>
                  </a:cubicBezTo>
                  <a:cubicBezTo>
                    <a:pt x="22" y="21"/>
                    <a:pt x="11"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3" name="Google Shape;6473;p95"/>
            <p:cNvSpPr/>
            <p:nvPr/>
          </p:nvSpPr>
          <p:spPr>
            <a:xfrm>
              <a:off x="2642685" y="1805321"/>
              <a:ext cx="163" cy="109"/>
            </a:xfrm>
            <a:custGeom>
              <a:rect b="b" l="l" r="r" t="t"/>
              <a:pathLst>
                <a:path extrusionOk="0" h="8" w="12">
                  <a:moveTo>
                    <a:pt x="1" y="1"/>
                  </a:moveTo>
                  <a:lnTo>
                    <a:pt x="1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4" name="Google Shape;6474;p95"/>
            <p:cNvSpPr/>
            <p:nvPr/>
          </p:nvSpPr>
          <p:spPr>
            <a:xfrm>
              <a:off x="2643730" y="1806271"/>
              <a:ext cx="1494" cy="2064"/>
            </a:xfrm>
            <a:custGeom>
              <a:rect b="b" l="l" r="r" t="t"/>
              <a:pathLst>
                <a:path extrusionOk="0" h="152" w="110">
                  <a:moveTo>
                    <a:pt x="1" y="1"/>
                  </a:moveTo>
                  <a:cubicBezTo>
                    <a:pt x="43" y="50"/>
                    <a:pt x="78" y="99"/>
                    <a:pt x="109" y="152"/>
                  </a:cubicBezTo>
                  <a:cubicBezTo>
                    <a:pt x="78" y="99"/>
                    <a:pt x="43" y="50"/>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5" name="Google Shape;6475;p95"/>
            <p:cNvSpPr/>
            <p:nvPr/>
          </p:nvSpPr>
          <p:spPr>
            <a:xfrm>
              <a:off x="2634280" y="1782606"/>
              <a:ext cx="1765" cy="2770"/>
            </a:xfrm>
            <a:custGeom>
              <a:rect b="b" l="l" r="r" t="t"/>
              <a:pathLst>
                <a:path extrusionOk="0" h="204" w="130">
                  <a:moveTo>
                    <a:pt x="0" y="1"/>
                  </a:moveTo>
                  <a:cubicBezTo>
                    <a:pt x="0" y="39"/>
                    <a:pt x="70" y="127"/>
                    <a:pt x="130" y="204"/>
                  </a:cubicBezTo>
                  <a:cubicBezTo>
                    <a:pt x="70" y="127"/>
                    <a:pt x="0" y="39"/>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6" name="Google Shape;6476;p95"/>
            <p:cNvSpPr/>
            <p:nvPr/>
          </p:nvSpPr>
          <p:spPr>
            <a:xfrm>
              <a:off x="2643404" y="1805945"/>
              <a:ext cx="149" cy="149"/>
            </a:xfrm>
            <a:custGeom>
              <a:rect b="b" l="l" r="r" t="t"/>
              <a:pathLst>
                <a:path extrusionOk="0" h="11" w="11">
                  <a:moveTo>
                    <a:pt x="0" y="0"/>
                  </a:moveTo>
                  <a:lnTo>
                    <a:pt x="1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7" name="Google Shape;6477;p95"/>
            <p:cNvSpPr/>
            <p:nvPr/>
          </p:nvSpPr>
          <p:spPr>
            <a:xfrm>
              <a:off x="2725915" y="1830616"/>
              <a:ext cx="543" cy="204"/>
            </a:xfrm>
            <a:custGeom>
              <a:rect b="b" l="l" r="r" t="t"/>
              <a:pathLst>
                <a:path extrusionOk="0" h="15" w="40">
                  <a:moveTo>
                    <a:pt x="39" y="0"/>
                  </a:moveTo>
                  <a:lnTo>
                    <a:pt x="1" y="14"/>
                  </a:ln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8" name="Google Shape;6478;p95"/>
            <p:cNvSpPr/>
            <p:nvPr/>
          </p:nvSpPr>
          <p:spPr>
            <a:xfrm>
              <a:off x="2701204" y="1827805"/>
              <a:ext cx="815" cy="353"/>
            </a:xfrm>
            <a:custGeom>
              <a:rect b="b" l="l" r="r" t="t"/>
              <a:pathLst>
                <a:path extrusionOk="0" h="26" w="60">
                  <a:moveTo>
                    <a:pt x="0" y="25"/>
                  </a:moveTo>
                  <a:cubicBezTo>
                    <a:pt x="18" y="11"/>
                    <a:pt x="39" y="1"/>
                    <a:pt x="60" y="1"/>
                  </a:cubicBezTo>
                  <a:cubicBezTo>
                    <a:pt x="39" y="1"/>
                    <a:pt x="18" y="11"/>
                    <a:pt x="0"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9" name="Google Shape;6479;p95"/>
            <p:cNvSpPr/>
            <p:nvPr/>
          </p:nvSpPr>
          <p:spPr>
            <a:xfrm>
              <a:off x="2757673" y="1824533"/>
              <a:ext cx="109" cy="149"/>
            </a:xfrm>
            <a:custGeom>
              <a:rect b="b" l="l" r="r" t="t"/>
              <a:pathLst>
                <a:path extrusionOk="0" h="11" w="8">
                  <a:moveTo>
                    <a:pt x="0" y="0"/>
                  </a:moveTo>
                  <a:cubicBezTo>
                    <a:pt x="0" y="4"/>
                    <a:pt x="4" y="7"/>
                    <a:pt x="7" y="11"/>
                  </a:cubicBezTo>
                  <a:cubicBezTo>
                    <a:pt x="4" y="7"/>
                    <a:pt x="0"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0" name="Google Shape;6480;p95"/>
            <p:cNvSpPr/>
            <p:nvPr/>
          </p:nvSpPr>
          <p:spPr>
            <a:xfrm>
              <a:off x="2758012" y="1824954"/>
              <a:ext cx="1955" cy="1018"/>
            </a:xfrm>
            <a:custGeom>
              <a:rect b="b" l="l" r="r" t="t"/>
              <a:pathLst>
                <a:path extrusionOk="0" h="75" w="144">
                  <a:moveTo>
                    <a:pt x="0" y="1"/>
                  </a:moveTo>
                  <a:lnTo>
                    <a:pt x="0" y="1"/>
                  </a:lnTo>
                  <a:cubicBezTo>
                    <a:pt x="42" y="36"/>
                    <a:pt x="91" y="60"/>
                    <a:pt x="143" y="74"/>
                  </a:cubicBezTo>
                  <a:cubicBezTo>
                    <a:pt x="91" y="57"/>
                    <a:pt x="42" y="36"/>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1" name="Google Shape;6481;p95"/>
            <p:cNvSpPr/>
            <p:nvPr/>
          </p:nvSpPr>
          <p:spPr>
            <a:xfrm>
              <a:off x="2626338" y="1766353"/>
              <a:ext cx="869" cy="679"/>
            </a:xfrm>
            <a:custGeom>
              <a:rect b="b" l="l" r="r" t="t"/>
              <a:pathLst>
                <a:path extrusionOk="0" h="50" w="64">
                  <a:moveTo>
                    <a:pt x="64" y="49"/>
                  </a:moveTo>
                  <a:cubicBezTo>
                    <a:pt x="43" y="32"/>
                    <a:pt x="22" y="14"/>
                    <a:pt x="1" y="0"/>
                  </a:cubicBezTo>
                  <a:cubicBezTo>
                    <a:pt x="22" y="14"/>
                    <a:pt x="43" y="32"/>
                    <a:pt x="64" y="4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2" name="Google Shape;6482;p95"/>
            <p:cNvSpPr/>
            <p:nvPr/>
          </p:nvSpPr>
          <p:spPr>
            <a:xfrm>
              <a:off x="2757768" y="1824669"/>
              <a:ext cx="109" cy="163"/>
            </a:xfrm>
            <a:custGeom>
              <a:rect b="b" l="l" r="r" t="t"/>
              <a:pathLst>
                <a:path extrusionOk="0" h="12" w="8">
                  <a:moveTo>
                    <a:pt x="0" y="1"/>
                  </a:moveTo>
                  <a:cubicBezTo>
                    <a:pt x="0" y="4"/>
                    <a:pt x="4" y="8"/>
                    <a:pt x="7" y="11"/>
                  </a:cubicBezTo>
                  <a:cubicBezTo>
                    <a:pt x="4" y="8"/>
                    <a:pt x="0"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3" name="Google Shape;6483;p95"/>
            <p:cNvSpPr/>
            <p:nvPr/>
          </p:nvSpPr>
          <p:spPr>
            <a:xfrm>
              <a:off x="2760049" y="1825959"/>
              <a:ext cx="204" cy="54"/>
            </a:xfrm>
            <a:custGeom>
              <a:rect b="b" l="l" r="r" t="t"/>
              <a:pathLst>
                <a:path extrusionOk="0" h="4" w="15">
                  <a:moveTo>
                    <a:pt x="0" y="0"/>
                  </a:moveTo>
                  <a:lnTo>
                    <a:pt x="1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4" name="Google Shape;6484;p95"/>
            <p:cNvSpPr/>
            <p:nvPr/>
          </p:nvSpPr>
          <p:spPr>
            <a:xfrm>
              <a:off x="2704571" y="1833223"/>
              <a:ext cx="68" cy="394"/>
            </a:xfrm>
            <a:custGeom>
              <a:rect b="b" l="l" r="r" t="t"/>
              <a:pathLst>
                <a:path extrusionOk="0" h="29" w="5">
                  <a:moveTo>
                    <a:pt x="4" y="1"/>
                  </a:moveTo>
                  <a:cubicBezTo>
                    <a:pt x="1" y="11"/>
                    <a:pt x="1" y="18"/>
                    <a:pt x="1" y="29"/>
                  </a:cubicBezTo>
                  <a:cubicBezTo>
                    <a:pt x="1" y="18"/>
                    <a:pt x="1" y="11"/>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5" name="Google Shape;6485;p95"/>
            <p:cNvSpPr/>
            <p:nvPr/>
          </p:nvSpPr>
          <p:spPr>
            <a:xfrm>
              <a:off x="2634280" y="1780800"/>
              <a:ext cx="339" cy="1819"/>
            </a:xfrm>
            <a:custGeom>
              <a:rect b="b" l="l" r="r" t="t"/>
              <a:pathLst>
                <a:path extrusionOk="0" h="134" w="25">
                  <a:moveTo>
                    <a:pt x="25" y="1"/>
                  </a:moveTo>
                  <a:lnTo>
                    <a:pt x="18" y="22"/>
                  </a:lnTo>
                  <a:cubicBezTo>
                    <a:pt x="11" y="57"/>
                    <a:pt x="4" y="95"/>
                    <a:pt x="0" y="134"/>
                  </a:cubicBezTo>
                  <a:cubicBezTo>
                    <a:pt x="4" y="95"/>
                    <a:pt x="11" y="60"/>
                    <a:pt x="18" y="25"/>
                  </a:cubicBez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6" name="Google Shape;6486;p95"/>
            <p:cNvSpPr/>
            <p:nvPr/>
          </p:nvSpPr>
          <p:spPr>
            <a:xfrm>
              <a:off x="2726580" y="1830426"/>
              <a:ext cx="299" cy="149"/>
            </a:xfrm>
            <a:custGeom>
              <a:rect b="b" l="l" r="r" t="t"/>
              <a:pathLst>
                <a:path extrusionOk="0" h="11" w="22">
                  <a:moveTo>
                    <a:pt x="1" y="11"/>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7" name="Google Shape;6487;p95"/>
            <p:cNvSpPr/>
            <p:nvPr/>
          </p:nvSpPr>
          <p:spPr>
            <a:xfrm>
              <a:off x="2917955" y="1668962"/>
              <a:ext cx="1575" cy="530"/>
            </a:xfrm>
            <a:custGeom>
              <a:rect b="b" l="l" r="r" t="t"/>
              <a:pathLst>
                <a:path extrusionOk="0" h="39" w="116">
                  <a:moveTo>
                    <a:pt x="0" y="39"/>
                  </a:moveTo>
                  <a:cubicBezTo>
                    <a:pt x="39" y="25"/>
                    <a:pt x="77" y="11"/>
                    <a:pt x="116" y="0"/>
                  </a:cubicBezTo>
                  <a:cubicBezTo>
                    <a:pt x="77" y="11"/>
                    <a:pt x="39" y="25"/>
                    <a:pt x="0" y="3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8" name="Google Shape;6488;p95"/>
            <p:cNvSpPr/>
            <p:nvPr/>
          </p:nvSpPr>
          <p:spPr>
            <a:xfrm>
              <a:off x="2754577" y="1704223"/>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9" name="Google Shape;6489;p95"/>
            <p:cNvSpPr/>
            <p:nvPr/>
          </p:nvSpPr>
          <p:spPr>
            <a:xfrm>
              <a:off x="2822125" y="1713781"/>
              <a:ext cx="163" cy="109"/>
            </a:xfrm>
            <a:custGeom>
              <a:rect b="b" l="l" r="r" t="t"/>
              <a:pathLst>
                <a:path extrusionOk="0" h="8" w="12">
                  <a:moveTo>
                    <a:pt x="1" y="7"/>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0" name="Google Shape;6490;p95"/>
            <p:cNvSpPr/>
            <p:nvPr/>
          </p:nvSpPr>
          <p:spPr>
            <a:xfrm>
              <a:off x="2821324" y="1714297"/>
              <a:ext cx="95" cy="68"/>
            </a:xfrm>
            <a:custGeom>
              <a:rect b="b" l="l" r="r" t="t"/>
              <a:pathLst>
                <a:path extrusionOk="0" h="5" w="7">
                  <a:moveTo>
                    <a:pt x="0" y="4"/>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1" name="Google Shape;6491;p95"/>
            <p:cNvSpPr/>
            <p:nvPr/>
          </p:nvSpPr>
          <p:spPr>
            <a:xfrm>
              <a:off x="2845370" y="1708079"/>
              <a:ext cx="1670" cy="299"/>
            </a:xfrm>
            <a:custGeom>
              <a:rect b="b" l="l" r="r" t="t"/>
              <a:pathLst>
                <a:path extrusionOk="0" h="22" w="123">
                  <a:moveTo>
                    <a:pt x="0" y="0"/>
                  </a:moveTo>
                  <a:lnTo>
                    <a:pt x="0" y="0"/>
                  </a:lnTo>
                  <a:cubicBezTo>
                    <a:pt x="46" y="11"/>
                    <a:pt x="88" y="18"/>
                    <a:pt x="123" y="21"/>
                  </a:cubicBezTo>
                  <a:cubicBezTo>
                    <a:pt x="88" y="18"/>
                    <a:pt x="46"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2" name="Google Shape;6492;p95"/>
            <p:cNvSpPr/>
            <p:nvPr/>
          </p:nvSpPr>
          <p:spPr>
            <a:xfrm>
              <a:off x="2819124" y="1715343"/>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3" name="Google Shape;6493;p95"/>
            <p:cNvSpPr/>
            <p:nvPr/>
          </p:nvSpPr>
          <p:spPr>
            <a:xfrm>
              <a:off x="2822980" y="1713211"/>
              <a:ext cx="204" cy="109"/>
            </a:xfrm>
            <a:custGeom>
              <a:rect b="b" l="l" r="r" t="t"/>
              <a:pathLst>
                <a:path extrusionOk="0" h="8" w="15">
                  <a:moveTo>
                    <a:pt x="1" y="7"/>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4" name="Google Shape;6494;p95"/>
            <p:cNvSpPr/>
            <p:nvPr/>
          </p:nvSpPr>
          <p:spPr>
            <a:xfrm>
              <a:off x="2924459" y="1658548"/>
              <a:ext cx="869" cy="720"/>
            </a:xfrm>
            <a:custGeom>
              <a:rect b="b" l="l" r="r" t="t"/>
              <a:pathLst>
                <a:path extrusionOk="0" h="53" w="64">
                  <a:moveTo>
                    <a:pt x="64" y="53"/>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5" name="Google Shape;6495;p95"/>
            <p:cNvSpPr/>
            <p:nvPr/>
          </p:nvSpPr>
          <p:spPr>
            <a:xfrm>
              <a:off x="2759424" y="1705363"/>
              <a:ext cx="5390" cy="204"/>
            </a:xfrm>
            <a:custGeom>
              <a:rect b="b" l="l" r="r" t="t"/>
              <a:pathLst>
                <a:path extrusionOk="0" h="15" w="397">
                  <a:moveTo>
                    <a:pt x="397" y="11"/>
                  </a:moveTo>
                  <a:cubicBezTo>
                    <a:pt x="288" y="1"/>
                    <a:pt x="179" y="1"/>
                    <a:pt x="74" y="11"/>
                  </a:cubicBezTo>
                  <a:lnTo>
                    <a:pt x="1" y="15"/>
                  </a:lnTo>
                  <a:lnTo>
                    <a:pt x="74" y="11"/>
                  </a:lnTo>
                  <a:cubicBezTo>
                    <a:pt x="179" y="1"/>
                    <a:pt x="288" y="1"/>
                    <a:pt x="397"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6" name="Google Shape;6496;p95"/>
            <p:cNvSpPr/>
            <p:nvPr/>
          </p:nvSpPr>
          <p:spPr>
            <a:xfrm>
              <a:off x="2818459" y="1715533"/>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7" name="Google Shape;6497;p95"/>
            <p:cNvSpPr/>
            <p:nvPr/>
          </p:nvSpPr>
          <p:spPr>
            <a:xfrm>
              <a:off x="2820550" y="1714773"/>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8" name="Google Shape;6498;p95"/>
            <p:cNvSpPr/>
            <p:nvPr/>
          </p:nvSpPr>
          <p:spPr>
            <a:xfrm>
              <a:off x="2697063" y="1644102"/>
              <a:ext cx="68" cy="244"/>
            </a:xfrm>
            <a:custGeom>
              <a:rect b="b" l="l" r="r" t="t"/>
              <a:pathLst>
                <a:path extrusionOk="0" h="18" w="5">
                  <a:moveTo>
                    <a:pt x="1" y="0"/>
                  </a:moveTo>
                  <a:cubicBezTo>
                    <a:pt x="1" y="4"/>
                    <a:pt x="4" y="11"/>
                    <a:pt x="4" y="18"/>
                  </a:cubicBezTo>
                  <a:cubicBezTo>
                    <a:pt x="4" y="11"/>
                    <a:pt x="4"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9" name="Google Shape;6499;p95"/>
            <p:cNvSpPr/>
            <p:nvPr/>
          </p:nvSpPr>
          <p:spPr>
            <a:xfrm>
              <a:off x="2810815" y="1712641"/>
              <a:ext cx="1385" cy="109"/>
            </a:xfrm>
            <a:custGeom>
              <a:rect b="b" l="l" r="r" t="t"/>
              <a:pathLst>
                <a:path extrusionOk="0" h="8" w="102">
                  <a:moveTo>
                    <a:pt x="102" y="0"/>
                  </a:moveTo>
                  <a:lnTo>
                    <a:pt x="81" y="0"/>
                  </a:lnTo>
                  <a:cubicBezTo>
                    <a:pt x="53" y="4"/>
                    <a:pt x="25" y="7"/>
                    <a:pt x="0" y="7"/>
                  </a:cubicBezTo>
                  <a:cubicBezTo>
                    <a:pt x="25" y="7"/>
                    <a:pt x="53" y="4"/>
                    <a:pt x="81" y="0"/>
                  </a:cubicBezTo>
                  <a:cubicBezTo>
                    <a:pt x="88" y="0"/>
                    <a:pt x="95" y="0"/>
                    <a:pt x="10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0" name="Google Shape;6500;p95"/>
            <p:cNvSpPr/>
            <p:nvPr/>
          </p:nvSpPr>
          <p:spPr>
            <a:xfrm>
              <a:off x="2817943" y="1715587"/>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1" name="Google Shape;6501;p95"/>
            <p:cNvSpPr/>
            <p:nvPr/>
          </p:nvSpPr>
          <p:spPr>
            <a:xfrm>
              <a:off x="2901594" y="1637965"/>
              <a:ext cx="5540" cy="10943"/>
            </a:xfrm>
            <a:custGeom>
              <a:rect b="b" l="l" r="r" t="t"/>
              <a:pathLst>
                <a:path extrusionOk="0" h="806" w="408">
                  <a:moveTo>
                    <a:pt x="407" y="1"/>
                  </a:moveTo>
                  <a:lnTo>
                    <a:pt x="1" y="80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2" name="Google Shape;6502;p95"/>
            <p:cNvSpPr/>
            <p:nvPr/>
          </p:nvSpPr>
          <p:spPr>
            <a:xfrm>
              <a:off x="2921988" y="1656213"/>
              <a:ext cx="774" cy="774"/>
            </a:xfrm>
            <a:custGeom>
              <a:rect b="b" l="l" r="r" t="t"/>
              <a:pathLst>
                <a:path extrusionOk="0" h="57" w="57">
                  <a:moveTo>
                    <a:pt x="1" y="1"/>
                  </a:moveTo>
                  <a:cubicBezTo>
                    <a:pt x="15" y="18"/>
                    <a:pt x="36" y="36"/>
                    <a:pt x="57" y="57"/>
                  </a:cubicBezTo>
                  <a:cubicBezTo>
                    <a:pt x="36" y="36"/>
                    <a:pt x="18" y="1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3" name="Google Shape;6503;p95"/>
            <p:cNvSpPr/>
            <p:nvPr/>
          </p:nvSpPr>
          <p:spPr>
            <a:xfrm>
              <a:off x="2803687" y="1710645"/>
              <a:ext cx="679" cy="394"/>
            </a:xfrm>
            <a:custGeom>
              <a:rect b="b" l="l" r="r" t="t"/>
              <a:pathLst>
                <a:path extrusionOk="0" h="29" w="50">
                  <a:moveTo>
                    <a:pt x="0" y="0"/>
                  </a:moveTo>
                  <a:lnTo>
                    <a:pt x="49"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4" name="Google Shape;6504;p95"/>
            <p:cNvSpPr/>
            <p:nvPr/>
          </p:nvSpPr>
          <p:spPr>
            <a:xfrm>
              <a:off x="2598395" y="1730373"/>
              <a:ext cx="54" cy="244"/>
            </a:xfrm>
            <a:custGeom>
              <a:rect b="b" l="l" r="r" t="t"/>
              <a:pathLst>
                <a:path extrusionOk="0" h="18" w="4">
                  <a:moveTo>
                    <a:pt x="4" y="0"/>
                  </a:moveTo>
                  <a:lnTo>
                    <a:pt x="4" y="0"/>
                  </a:lnTo>
                  <a:cubicBezTo>
                    <a:pt x="4" y="7"/>
                    <a:pt x="0" y="11"/>
                    <a:pt x="0" y="18"/>
                  </a:cubicBezTo>
                  <a:cubicBezTo>
                    <a:pt x="4" y="11"/>
                    <a:pt x="4" y="7"/>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5" name="Google Shape;6505;p95"/>
            <p:cNvSpPr/>
            <p:nvPr/>
          </p:nvSpPr>
          <p:spPr>
            <a:xfrm>
              <a:off x="2598531" y="1729463"/>
              <a:ext cx="14" cy="109"/>
            </a:xfrm>
            <a:custGeom>
              <a:rect b="b" l="l" r="r" t="t"/>
              <a:pathLst>
                <a:path extrusionOk="0" h="8" w="1">
                  <a:moveTo>
                    <a:pt x="1" y="1"/>
                  </a:moveTo>
                  <a:lnTo>
                    <a:pt x="1" y="8"/>
                  </a:lnTo>
                  <a:cubicBezTo>
                    <a:pt x="1" y="8"/>
                    <a:pt x="1"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6" name="Google Shape;6506;p95"/>
            <p:cNvSpPr/>
            <p:nvPr/>
          </p:nvSpPr>
          <p:spPr>
            <a:xfrm>
              <a:off x="2609176" y="1723815"/>
              <a:ext cx="1113" cy="679"/>
            </a:xfrm>
            <a:custGeom>
              <a:rect b="b" l="l" r="r" t="t"/>
              <a:pathLst>
                <a:path extrusionOk="0" h="50" w="82">
                  <a:moveTo>
                    <a:pt x="81" y="49"/>
                  </a:moveTo>
                  <a:cubicBezTo>
                    <a:pt x="57" y="32"/>
                    <a:pt x="29" y="14"/>
                    <a:pt x="1" y="0"/>
                  </a:cubicBezTo>
                  <a:cubicBezTo>
                    <a:pt x="29" y="14"/>
                    <a:pt x="57" y="32"/>
                    <a:pt x="81" y="4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7" name="Google Shape;6507;p95"/>
            <p:cNvSpPr/>
            <p:nvPr/>
          </p:nvSpPr>
          <p:spPr>
            <a:xfrm>
              <a:off x="2597825" y="1732030"/>
              <a:ext cx="109" cy="258"/>
            </a:xfrm>
            <a:custGeom>
              <a:rect b="b" l="l" r="r" t="t"/>
              <a:pathLst>
                <a:path extrusionOk="0" h="19" w="8">
                  <a:moveTo>
                    <a:pt x="7" y="1"/>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8" name="Google Shape;6508;p95"/>
            <p:cNvSpPr/>
            <p:nvPr/>
          </p:nvSpPr>
          <p:spPr>
            <a:xfrm>
              <a:off x="2643975" y="1710455"/>
              <a:ext cx="14" cy="14"/>
            </a:xfrm>
            <a:custGeom>
              <a:rect b="b" l="l" r="r" t="t"/>
              <a:pathLst>
                <a:path extrusionOk="0" h="1" w="1">
                  <a:moveTo>
                    <a:pt x="0"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9" name="Google Shape;6509;p95"/>
            <p:cNvSpPr/>
            <p:nvPr/>
          </p:nvSpPr>
          <p:spPr>
            <a:xfrm>
              <a:off x="2598490" y="1729898"/>
              <a:ext cx="14" cy="204"/>
            </a:xfrm>
            <a:custGeom>
              <a:rect b="b" l="l" r="r" t="t"/>
              <a:pathLst>
                <a:path extrusionOk="0" h="15" w="1">
                  <a:moveTo>
                    <a:pt x="0" y="0"/>
                  </a:moveTo>
                  <a:lnTo>
                    <a:pt x="0" y="14"/>
                  </a:lnTo>
                  <a:cubicBezTo>
                    <a:pt x="0" y="11"/>
                    <a:pt x="0" y="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0" name="Google Shape;6510;p95"/>
            <p:cNvSpPr/>
            <p:nvPr/>
          </p:nvSpPr>
          <p:spPr>
            <a:xfrm>
              <a:off x="2598056" y="1731459"/>
              <a:ext cx="109" cy="299"/>
            </a:xfrm>
            <a:custGeom>
              <a:rect b="b" l="l" r="r" t="t"/>
              <a:pathLst>
                <a:path extrusionOk="0" h="22" w="8">
                  <a:moveTo>
                    <a:pt x="8" y="1"/>
                  </a:moveTo>
                  <a:lnTo>
                    <a:pt x="8" y="1"/>
                  </a:lnTo>
                  <a:cubicBezTo>
                    <a:pt x="4" y="8"/>
                    <a:pt x="4" y="15"/>
                    <a:pt x="1" y="22"/>
                  </a:cubicBezTo>
                  <a:cubicBezTo>
                    <a:pt x="4" y="15"/>
                    <a:pt x="8" y="8"/>
                    <a:pt x="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1" name="Google Shape;6511;p95"/>
            <p:cNvSpPr/>
            <p:nvPr/>
          </p:nvSpPr>
          <p:spPr>
            <a:xfrm>
              <a:off x="2598246" y="1730943"/>
              <a:ext cx="109" cy="244"/>
            </a:xfrm>
            <a:custGeom>
              <a:rect b="b" l="l" r="r" t="t"/>
              <a:pathLst>
                <a:path extrusionOk="0" h="18" w="8">
                  <a:moveTo>
                    <a:pt x="8" y="0"/>
                  </a:moveTo>
                  <a:lnTo>
                    <a:pt x="8" y="0"/>
                  </a:lnTo>
                  <a:cubicBezTo>
                    <a:pt x="4" y="4"/>
                    <a:pt x="4" y="11"/>
                    <a:pt x="1" y="18"/>
                  </a:cubicBezTo>
                  <a:cubicBezTo>
                    <a:pt x="4" y="11"/>
                    <a:pt x="8" y="4"/>
                    <a:pt x="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2" name="Google Shape;6512;p95"/>
            <p:cNvSpPr/>
            <p:nvPr/>
          </p:nvSpPr>
          <p:spPr>
            <a:xfrm>
              <a:off x="2597485" y="1732600"/>
              <a:ext cx="163" cy="258"/>
            </a:xfrm>
            <a:custGeom>
              <a:rect b="b" l="l" r="r" t="t"/>
              <a:pathLst>
                <a:path extrusionOk="0" h="19" w="12">
                  <a:moveTo>
                    <a:pt x="11" y="1"/>
                  </a:moveTo>
                  <a:cubicBezTo>
                    <a:pt x="8" y="8"/>
                    <a:pt x="4" y="15"/>
                    <a:pt x="1" y="18"/>
                  </a:cubicBezTo>
                  <a:cubicBezTo>
                    <a:pt x="4" y="15"/>
                    <a:pt x="8" y="8"/>
                    <a:pt x="1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3" name="Google Shape;6513;p95"/>
            <p:cNvSpPr/>
            <p:nvPr/>
          </p:nvSpPr>
          <p:spPr>
            <a:xfrm>
              <a:off x="2645156" y="1707604"/>
              <a:ext cx="14" cy="434"/>
            </a:xfrm>
            <a:custGeom>
              <a:rect b="b" l="l" r="r" t="t"/>
              <a:pathLst>
                <a:path extrusionOk="0" h="32" w="1">
                  <a:moveTo>
                    <a:pt x="1" y="32"/>
                  </a:moveTo>
                  <a:lnTo>
                    <a:pt x="1" y="0"/>
                  </a:lnTo>
                  <a:lnTo>
                    <a:pt x="1" y="0"/>
                  </a:lnTo>
                  <a:lnTo>
                    <a:pt x="1"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4" name="Google Shape;6514;p95"/>
            <p:cNvSpPr/>
            <p:nvPr/>
          </p:nvSpPr>
          <p:spPr>
            <a:xfrm>
              <a:off x="2625441" y="1716633"/>
              <a:ext cx="6612" cy="4141"/>
            </a:xfrm>
            <a:custGeom>
              <a:rect b="b" l="l" r="r" t="t"/>
              <a:pathLst>
                <a:path extrusionOk="0" h="305" w="487">
                  <a:moveTo>
                    <a:pt x="0" y="280"/>
                  </a:moveTo>
                  <a:cubicBezTo>
                    <a:pt x="298" y="305"/>
                    <a:pt x="420" y="133"/>
                    <a:pt x="487" y="0"/>
                  </a:cubicBezTo>
                  <a:cubicBezTo>
                    <a:pt x="420" y="133"/>
                    <a:pt x="298" y="305"/>
                    <a:pt x="0" y="28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5" name="Google Shape;6515;p95"/>
            <p:cNvSpPr/>
            <p:nvPr/>
          </p:nvSpPr>
          <p:spPr>
            <a:xfrm>
              <a:off x="2627437" y="1766639"/>
              <a:ext cx="109" cy="109"/>
            </a:xfrm>
            <a:custGeom>
              <a:rect b="b" l="l" r="r" t="t"/>
              <a:pathLst>
                <a:path extrusionOk="0" h="8" w="8">
                  <a:moveTo>
                    <a:pt x="0" y="7"/>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6" name="Google Shape;6516;p95"/>
            <p:cNvSpPr/>
            <p:nvPr/>
          </p:nvSpPr>
          <p:spPr>
            <a:xfrm>
              <a:off x="2629094" y="1765254"/>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7" name="Google Shape;6517;p95"/>
            <p:cNvSpPr/>
            <p:nvPr/>
          </p:nvSpPr>
          <p:spPr>
            <a:xfrm>
              <a:off x="2635896" y="1762742"/>
              <a:ext cx="7658" cy="4576"/>
            </a:xfrm>
            <a:custGeom>
              <a:rect b="b" l="l" r="r" t="t"/>
              <a:pathLst>
                <a:path extrusionOk="0" h="337" w="564">
                  <a:moveTo>
                    <a:pt x="0" y="0"/>
                  </a:moveTo>
                  <a:lnTo>
                    <a:pt x="0" y="0"/>
                  </a:lnTo>
                  <a:cubicBezTo>
                    <a:pt x="158" y="11"/>
                    <a:pt x="410" y="175"/>
                    <a:pt x="564" y="336"/>
                  </a:cubicBezTo>
                  <a:cubicBezTo>
                    <a:pt x="410" y="175"/>
                    <a:pt x="158"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8" name="Google Shape;6518;p95"/>
            <p:cNvSpPr/>
            <p:nvPr/>
          </p:nvSpPr>
          <p:spPr>
            <a:xfrm>
              <a:off x="2634701" y="1762837"/>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9" name="Google Shape;6519;p95"/>
            <p:cNvSpPr/>
            <p:nvPr/>
          </p:nvSpPr>
          <p:spPr>
            <a:xfrm>
              <a:off x="2634701" y="1780759"/>
              <a:ext cx="679" cy="54"/>
            </a:xfrm>
            <a:custGeom>
              <a:rect b="b" l="l" r="r" t="t"/>
              <a:pathLst>
                <a:path extrusionOk="0" h="4" w="50">
                  <a:moveTo>
                    <a:pt x="50"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0" name="Google Shape;6520;p95"/>
            <p:cNvSpPr/>
            <p:nvPr/>
          </p:nvSpPr>
          <p:spPr>
            <a:xfrm>
              <a:off x="2644925" y="1769055"/>
              <a:ext cx="530" cy="1969"/>
            </a:xfrm>
            <a:custGeom>
              <a:rect b="b" l="l" r="r" t="t"/>
              <a:pathLst>
                <a:path extrusionOk="0" h="145" w="39">
                  <a:moveTo>
                    <a:pt x="25" y="144"/>
                  </a:moveTo>
                  <a:cubicBezTo>
                    <a:pt x="39" y="95"/>
                    <a:pt x="28" y="43"/>
                    <a:pt x="0" y="1"/>
                  </a:cubicBezTo>
                  <a:cubicBezTo>
                    <a:pt x="28" y="43"/>
                    <a:pt x="39" y="95"/>
                    <a:pt x="25" y="14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1" name="Google Shape;6521;p95"/>
            <p:cNvSpPr/>
            <p:nvPr/>
          </p:nvSpPr>
          <p:spPr>
            <a:xfrm>
              <a:off x="2635421" y="1780705"/>
              <a:ext cx="625" cy="68"/>
            </a:xfrm>
            <a:custGeom>
              <a:rect b="b" l="l" r="r" t="t"/>
              <a:pathLst>
                <a:path extrusionOk="0" h="5" w="46">
                  <a:moveTo>
                    <a:pt x="46"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2" name="Google Shape;6522;p95"/>
            <p:cNvSpPr/>
            <p:nvPr/>
          </p:nvSpPr>
          <p:spPr>
            <a:xfrm>
              <a:off x="2636127" y="1780610"/>
              <a:ext cx="543" cy="68"/>
            </a:xfrm>
            <a:custGeom>
              <a:rect b="b" l="l" r="r" t="t"/>
              <a:pathLst>
                <a:path extrusionOk="0" h="5" w="40">
                  <a:moveTo>
                    <a:pt x="39"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3" name="Google Shape;6523;p95"/>
            <p:cNvSpPr/>
            <p:nvPr/>
          </p:nvSpPr>
          <p:spPr>
            <a:xfrm>
              <a:off x="2635272" y="176274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4" name="Google Shape;6524;p95"/>
            <p:cNvSpPr/>
            <p:nvPr/>
          </p:nvSpPr>
          <p:spPr>
            <a:xfrm>
              <a:off x="2636751" y="1780474"/>
              <a:ext cx="489" cy="109"/>
            </a:xfrm>
            <a:custGeom>
              <a:rect b="b" l="l" r="r" t="t"/>
              <a:pathLst>
                <a:path extrusionOk="0" h="8" w="36">
                  <a:moveTo>
                    <a:pt x="35"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5" name="Google Shape;6525;p95"/>
            <p:cNvSpPr/>
            <p:nvPr/>
          </p:nvSpPr>
          <p:spPr>
            <a:xfrm>
              <a:off x="2963060" y="1726992"/>
              <a:ext cx="109" cy="204"/>
            </a:xfrm>
            <a:custGeom>
              <a:rect b="b" l="l" r="r" t="t"/>
              <a:pathLst>
                <a:path extrusionOk="0" h="15" w="8">
                  <a:moveTo>
                    <a:pt x="8"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6" name="Google Shape;6526;p95"/>
            <p:cNvSpPr/>
            <p:nvPr/>
          </p:nvSpPr>
          <p:spPr>
            <a:xfrm>
              <a:off x="2962449" y="1728038"/>
              <a:ext cx="149" cy="258"/>
            </a:xfrm>
            <a:custGeom>
              <a:rect b="b" l="l" r="r" t="t"/>
              <a:pathLst>
                <a:path extrusionOk="0" h="19" w="11">
                  <a:moveTo>
                    <a:pt x="11" y="1"/>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7" name="Google Shape;6527;p95"/>
            <p:cNvSpPr/>
            <p:nvPr/>
          </p:nvSpPr>
          <p:spPr>
            <a:xfrm>
              <a:off x="3013201" y="1703272"/>
              <a:ext cx="299" cy="109"/>
            </a:xfrm>
            <a:custGeom>
              <a:rect b="b" l="l" r="r" t="t"/>
              <a:pathLst>
                <a:path extrusionOk="0" h="8" w="22">
                  <a:moveTo>
                    <a:pt x="22"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8" name="Google Shape;6528;p95"/>
            <p:cNvSpPr/>
            <p:nvPr/>
          </p:nvSpPr>
          <p:spPr>
            <a:xfrm>
              <a:off x="2963684" y="1726286"/>
              <a:ext cx="109" cy="149"/>
            </a:xfrm>
            <a:custGeom>
              <a:rect b="b" l="l" r="r" t="t"/>
              <a:pathLst>
                <a:path extrusionOk="0" h="11" w="8">
                  <a:moveTo>
                    <a:pt x="0" y="11"/>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9" name="Google Shape;6529;p95"/>
            <p:cNvSpPr/>
            <p:nvPr/>
          </p:nvSpPr>
          <p:spPr>
            <a:xfrm>
              <a:off x="2962204" y="1728662"/>
              <a:ext cx="109" cy="244"/>
            </a:xfrm>
            <a:custGeom>
              <a:rect b="b" l="l" r="r" t="t"/>
              <a:pathLst>
                <a:path extrusionOk="0" h="18" w="8">
                  <a:moveTo>
                    <a:pt x="8" y="0"/>
                  </a:moveTo>
                  <a:lnTo>
                    <a:pt x="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0" name="Google Shape;6530;p95"/>
            <p:cNvSpPr/>
            <p:nvPr/>
          </p:nvSpPr>
          <p:spPr>
            <a:xfrm>
              <a:off x="2962774" y="1727468"/>
              <a:ext cx="109" cy="258"/>
            </a:xfrm>
            <a:custGeom>
              <a:rect b="b" l="l" r="r" t="t"/>
              <a:pathLst>
                <a:path extrusionOk="0" h="19" w="8">
                  <a:moveTo>
                    <a:pt x="8" y="1"/>
                  </a:moveTo>
                  <a:lnTo>
                    <a:pt x="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1" name="Google Shape;6531;p95"/>
            <p:cNvSpPr/>
            <p:nvPr/>
          </p:nvSpPr>
          <p:spPr>
            <a:xfrm>
              <a:off x="3012536" y="1703177"/>
              <a:ext cx="258" cy="68"/>
            </a:xfrm>
            <a:custGeom>
              <a:rect b="b" l="l" r="r" t="t"/>
              <a:pathLst>
                <a:path extrusionOk="0" h="5" w="19">
                  <a:moveTo>
                    <a:pt x="18"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2" name="Google Shape;6532;p95"/>
            <p:cNvSpPr/>
            <p:nvPr/>
          </p:nvSpPr>
          <p:spPr>
            <a:xfrm>
              <a:off x="2963345" y="1726612"/>
              <a:ext cx="163" cy="163"/>
            </a:xfrm>
            <a:custGeom>
              <a:rect b="b" l="l" r="r" t="t"/>
              <a:pathLst>
                <a:path extrusionOk="0" h="12" w="12">
                  <a:moveTo>
                    <a:pt x="11"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3" name="Google Shape;6533;p95"/>
            <p:cNvSpPr/>
            <p:nvPr/>
          </p:nvSpPr>
          <p:spPr>
            <a:xfrm>
              <a:off x="2964010" y="1726042"/>
              <a:ext cx="109" cy="68"/>
            </a:xfrm>
            <a:custGeom>
              <a:rect b="b" l="l" r="r" t="t"/>
              <a:pathLst>
                <a:path extrusionOk="0" h="5" w="8">
                  <a:moveTo>
                    <a:pt x="8"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4" name="Google Shape;6534;p95"/>
            <p:cNvSpPr/>
            <p:nvPr/>
          </p:nvSpPr>
          <p:spPr>
            <a:xfrm>
              <a:off x="3009685" y="1703082"/>
              <a:ext cx="1344" cy="394"/>
            </a:xfrm>
            <a:custGeom>
              <a:rect b="b" l="l" r="r" t="t"/>
              <a:pathLst>
                <a:path extrusionOk="0" h="29" w="99">
                  <a:moveTo>
                    <a:pt x="1" y="1"/>
                  </a:moveTo>
                  <a:cubicBezTo>
                    <a:pt x="32" y="22"/>
                    <a:pt x="67" y="29"/>
                    <a:pt x="99" y="22"/>
                  </a:cubicBezTo>
                  <a:cubicBezTo>
                    <a:pt x="67" y="29"/>
                    <a:pt x="32" y="22"/>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5" name="Google Shape;6535;p95"/>
            <p:cNvSpPr/>
            <p:nvPr/>
          </p:nvSpPr>
          <p:spPr>
            <a:xfrm>
              <a:off x="3011966" y="1703177"/>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6" name="Google Shape;6536;p95"/>
            <p:cNvSpPr/>
            <p:nvPr/>
          </p:nvSpPr>
          <p:spPr>
            <a:xfrm>
              <a:off x="2991532" y="1712492"/>
              <a:ext cx="353" cy="1398"/>
            </a:xfrm>
            <a:custGeom>
              <a:rect b="b" l="l" r="r" t="t"/>
              <a:pathLst>
                <a:path extrusionOk="0" h="103" w="26">
                  <a:moveTo>
                    <a:pt x="25" y="102"/>
                  </a:moveTo>
                  <a:cubicBezTo>
                    <a:pt x="11" y="71"/>
                    <a:pt x="1" y="36"/>
                    <a:pt x="1" y="1"/>
                  </a:cubicBezTo>
                  <a:cubicBezTo>
                    <a:pt x="1" y="36"/>
                    <a:pt x="11" y="71"/>
                    <a:pt x="25" y="10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7" name="Google Shape;6537;p95"/>
            <p:cNvSpPr/>
            <p:nvPr/>
          </p:nvSpPr>
          <p:spPr>
            <a:xfrm>
              <a:off x="3011070" y="1703327"/>
              <a:ext cx="339" cy="54"/>
            </a:xfrm>
            <a:custGeom>
              <a:rect b="b" l="l" r="r" t="t"/>
              <a:pathLst>
                <a:path extrusionOk="0" h="4" w="25">
                  <a:moveTo>
                    <a:pt x="25" y="0"/>
                  </a:moveTo>
                  <a:cubicBezTo>
                    <a:pt x="14" y="0"/>
                    <a:pt x="7" y="4"/>
                    <a:pt x="0" y="4"/>
                  </a:cubicBezTo>
                  <a:cubicBezTo>
                    <a:pt x="7" y="4"/>
                    <a:pt x="14" y="0"/>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8" name="Google Shape;6538;p95"/>
            <p:cNvSpPr/>
            <p:nvPr/>
          </p:nvSpPr>
          <p:spPr>
            <a:xfrm>
              <a:off x="2650343" y="1811417"/>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9" name="Google Shape;6539;p95"/>
            <p:cNvSpPr/>
            <p:nvPr/>
          </p:nvSpPr>
          <p:spPr>
            <a:xfrm>
              <a:off x="2650723" y="1811322"/>
              <a:ext cx="54" cy="14"/>
            </a:xfrm>
            <a:custGeom>
              <a:rect b="b" l="l" r="r" t="t"/>
              <a:pathLst>
                <a:path extrusionOk="0" h="1" w="4">
                  <a:moveTo>
                    <a:pt x="0"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0" name="Google Shape;6540;p95"/>
            <p:cNvSpPr/>
            <p:nvPr/>
          </p:nvSpPr>
          <p:spPr>
            <a:xfrm>
              <a:off x="2698067" y="1830086"/>
              <a:ext cx="299" cy="14"/>
            </a:xfrm>
            <a:custGeom>
              <a:rect b="b" l="l" r="r" t="t"/>
              <a:pathLst>
                <a:path extrusionOk="0" h="1" w="22">
                  <a:moveTo>
                    <a:pt x="0" y="1"/>
                  </a:moveTo>
                  <a:lnTo>
                    <a:pt x="2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1" name="Google Shape;6541;p95"/>
            <p:cNvSpPr/>
            <p:nvPr/>
          </p:nvSpPr>
          <p:spPr>
            <a:xfrm>
              <a:off x="2651008" y="1811227"/>
              <a:ext cx="14" cy="14"/>
            </a:xfrm>
            <a:custGeom>
              <a:rect b="b" l="l" r="r" t="t"/>
              <a:pathLst>
                <a:path extrusionOk="0" h="1" w="1">
                  <a:moveTo>
                    <a:pt x="0"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2" name="Google Shape;6542;p95"/>
            <p:cNvSpPr/>
            <p:nvPr/>
          </p:nvSpPr>
          <p:spPr>
            <a:xfrm>
              <a:off x="2651198" y="1811132"/>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3" name="Google Shape;6543;p95"/>
            <p:cNvSpPr/>
            <p:nvPr/>
          </p:nvSpPr>
          <p:spPr>
            <a:xfrm>
              <a:off x="2649012" y="1811607"/>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4" name="Google Shape;6544;p95"/>
            <p:cNvSpPr/>
            <p:nvPr/>
          </p:nvSpPr>
          <p:spPr>
            <a:xfrm>
              <a:off x="2649487" y="1811553"/>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5" name="Google Shape;6545;p95"/>
            <p:cNvSpPr/>
            <p:nvPr/>
          </p:nvSpPr>
          <p:spPr>
            <a:xfrm>
              <a:off x="2649962" y="1811458"/>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6" name="Google Shape;6546;p95"/>
            <p:cNvSpPr/>
            <p:nvPr/>
          </p:nvSpPr>
          <p:spPr>
            <a:xfrm>
              <a:off x="2787041" y="1879305"/>
              <a:ext cx="2634" cy="421"/>
            </a:xfrm>
            <a:custGeom>
              <a:rect b="b" l="l" r="r" t="t"/>
              <a:pathLst>
                <a:path extrusionOk="0" h="31" w="194">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7" name="Google Shape;6547;p95"/>
            <p:cNvSpPr/>
            <p:nvPr/>
          </p:nvSpPr>
          <p:spPr>
            <a:xfrm>
              <a:off x="2774414" y="1867642"/>
              <a:ext cx="3326" cy="1629"/>
            </a:xfrm>
            <a:custGeom>
              <a:rect b="b" l="l" r="r" t="t"/>
              <a:pathLst>
                <a:path extrusionOk="0" h="120" w="245">
                  <a:moveTo>
                    <a:pt x="0" y="1"/>
                  </a:moveTo>
                  <a:lnTo>
                    <a:pt x="0" y="1"/>
                  </a:lnTo>
                  <a:cubicBezTo>
                    <a:pt x="115" y="11"/>
                    <a:pt x="199" y="53"/>
                    <a:pt x="245" y="120"/>
                  </a:cubicBezTo>
                  <a:cubicBezTo>
                    <a:pt x="203" y="53"/>
                    <a:pt x="115" y="1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8" name="Google Shape;6548;p95"/>
            <p:cNvSpPr/>
            <p:nvPr/>
          </p:nvSpPr>
          <p:spPr>
            <a:xfrm>
              <a:off x="2764774" y="1848443"/>
              <a:ext cx="5322" cy="8757"/>
            </a:xfrm>
            <a:custGeom>
              <a:rect b="b" l="l" r="r" t="t"/>
              <a:pathLst>
                <a:path extrusionOk="0" h="645" w="392">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9" name="Google Shape;6549;p95"/>
            <p:cNvSpPr/>
            <p:nvPr/>
          </p:nvSpPr>
          <p:spPr>
            <a:xfrm>
              <a:off x="2771603" y="1838694"/>
              <a:ext cx="1765" cy="8051"/>
            </a:xfrm>
            <a:custGeom>
              <a:rect b="b" l="l" r="r" t="t"/>
              <a:pathLst>
                <a:path extrusionOk="0" h="593" w="130">
                  <a:moveTo>
                    <a:pt x="0" y="592"/>
                  </a:moveTo>
                  <a:cubicBezTo>
                    <a:pt x="130" y="407"/>
                    <a:pt x="112" y="193"/>
                    <a:pt x="95" y="1"/>
                  </a:cubicBezTo>
                  <a:cubicBezTo>
                    <a:pt x="112" y="193"/>
                    <a:pt x="130" y="407"/>
                    <a:pt x="0" y="59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0" name="Google Shape;6550;p95"/>
            <p:cNvSpPr/>
            <p:nvPr/>
          </p:nvSpPr>
          <p:spPr>
            <a:xfrm>
              <a:off x="2786661" y="1879766"/>
              <a:ext cx="394" cy="149"/>
            </a:xfrm>
            <a:custGeom>
              <a:rect b="b" l="l" r="r" t="t"/>
              <a:pathLst>
                <a:path extrusionOk="0" h="11" w="29">
                  <a:moveTo>
                    <a:pt x="1" y="11"/>
                  </a:moveTo>
                  <a:lnTo>
                    <a:pt x="29"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1" name="Google Shape;6551;p95"/>
            <p:cNvSpPr/>
            <p:nvPr/>
          </p:nvSpPr>
          <p:spPr>
            <a:xfrm>
              <a:off x="2761230" y="1825999"/>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2" name="Google Shape;6552;p95"/>
            <p:cNvSpPr/>
            <p:nvPr/>
          </p:nvSpPr>
          <p:spPr>
            <a:xfrm>
              <a:off x="2761474" y="1825864"/>
              <a:ext cx="54" cy="14"/>
            </a:xfrm>
            <a:custGeom>
              <a:rect b="b" l="l" r="r" t="t"/>
              <a:pathLst>
                <a:path extrusionOk="0" h="1" w="4">
                  <a:moveTo>
                    <a:pt x="0"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3" name="Google Shape;6553;p95"/>
            <p:cNvSpPr/>
            <p:nvPr/>
          </p:nvSpPr>
          <p:spPr>
            <a:xfrm>
              <a:off x="2761705" y="1825769"/>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4" name="Google Shape;6554;p95"/>
            <p:cNvSpPr/>
            <p:nvPr/>
          </p:nvSpPr>
          <p:spPr>
            <a:xfrm>
              <a:off x="2760945" y="1826149"/>
              <a:ext cx="68" cy="54"/>
            </a:xfrm>
            <a:custGeom>
              <a:rect b="b" l="l" r="r" t="t"/>
              <a:pathLst>
                <a:path extrusionOk="0" h="4" w="5">
                  <a:moveTo>
                    <a:pt x="4" y="0"/>
                  </a:moveTo>
                  <a:lnTo>
                    <a:pt x="1" y="4"/>
                  </a:ln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5" name="Google Shape;6555;p95"/>
            <p:cNvSpPr/>
            <p:nvPr/>
          </p:nvSpPr>
          <p:spPr>
            <a:xfrm>
              <a:off x="2704530" y="1833793"/>
              <a:ext cx="54" cy="68"/>
            </a:xfrm>
            <a:custGeom>
              <a:rect b="b" l="l" r="r" t="t"/>
              <a:pathLst>
                <a:path extrusionOk="0" h="5" w="4">
                  <a:moveTo>
                    <a:pt x="4" y="1"/>
                  </a:moveTo>
                  <a:lnTo>
                    <a:pt x="0" y="4"/>
                  </a:ln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6" name="Google Shape;6556;p95"/>
            <p:cNvSpPr/>
            <p:nvPr/>
          </p:nvSpPr>
          <p:spPr>
            <a:xfrm>
              <a:off x="2712894" y="1827004"/>
              <a:ext cx="4766" cy="1724"/>
            </a:xfrm>
            <a:custGeom>
              <a:rect b="b" l="l" r="r" t="t"/>
              <a:pathLst>
                <a:path extrusionOk="0" h="127" w="351">
                  <a:moveTo>
                    <a:pt x="1" y="0"/>
                  </a:moveTo>
                  <a:cubicBezTo>
                    <a:pt x="102" y="4"/>
                    <a:pt x="214" y="56"/>
                    <a:pt x="351" y="126"/>
                  </a:cubicBezTo>
                  <a:cubicBezTo>
                    <a:pt x="214" y="56"/>
                    <a:pt x="102" y="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7" name="Google Shape;6557;p95"/>
            <p:cNvSpPr/>
            <p:nvPr/>
          </p:nvSpPr>
          <p:spPr>
            <a:xfrm>
              <a:off x="2719126" y="1828946"/>
              <a:ext cx="964" cy="163"/>
            </a:xfrm>
            <a:custGeom>
              <a:rect b="b" l="l" r="r" t="t"/>
              <a:pathLst>
                <a:path extrusionOk="0" h="12" w="71">
                  <a:moveTo>
                    <a:pt x="70" y="1"/>
                  </a:moveTo>
                  <a:cubicBezTo>
                    <a:pt x="46" y="4"/>
                    <a:pt x="25" y="8"/>
                    <a:pt x="0" y="11"/>
                  </a:cubicBezTo>
                  <a:cubicBezTo>
                    <a:pt x="25" y="8"/>
                    <a:pt x="46" y="4"/>
                    <a:pt x="7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8" name="Google Shape;6558;p95"/>
            <p:cNvSpPr/>
            <p:nvPr/>
          </p:nvSpPr>
          <p:spPr>
            <a:xfrm>
              <a:off x="2724204" y="1829570"/>
              <a:ext cx="258" cy="149"/>
            </a:xfrm>
            <a:custGeom>
              <a:rect b="b" l="l" r="r" t="t"/>
              <a:pathLst>
                <a:path extrusionOk="0" h="11" w="19">
                  <a:moveTo>
                    <a:pt x="1" y="0"/>
                  </a:moveTo>
                  <a:lnTo>
                    <a:pt x="1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9" name="Google Shape;6559;p95"/>
            <p:cNvSpPr/>
            <p:nvPr/>
          </p:nvSpPr>
          <p:spPr>
            <a:xfrm>
              <a:off x="2722208" y="1828851"/>
              <a:ext cx="204" cy="68"/>
            </a:xfrm>
            <a:custGeom>
              <a:rect b="b" l="l" r="r" t="t"/>
              <a:pathLst>
                <a:path extrusionOk="0" h="5" w="15">
                  <a:moveTo>
                    <a:pt x="1" y="1"/>
                  </a:move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0" name="Google Shape;6560;p95"/>
            <p:cNvSpPr/>
            <p:nvPr/>
          </p:nvSpPr>
          <p:spPr>
            <a:xfrm>
              <a:off x="2724679" y="1829855"/>
              <a:ext cx="204" cy="149"/>
            </a:xfrm>
            <a:custGeom>
              <a:rect b="b" l="l" r="r" t="t"/>
              <a:pathLst>
                <a:path extrusionOk="0" h="11" w="15">
                  <a:moveTo>
                    <a:pt x="1" y="0"/>
                  </a:moveTo>
                  <a:lnTo>
                    <a:pt x="15"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1" name="Google Shape;6561;p95"/>
            <p:cNvSpPr/>
            <p:nvPr/>
          </p:nvSpPr>
          <p:spPr>
            <a:xfrm>
              <a:off x="2720593" y="1828905"/>
              <a:ext cx="204" cy="14"/>
            </a:xfrm>
            <a:custGeom>
              <a:rect b="b" l="l" r="r" t="t"/>
              <a:pathLst>
                <a:path extrusionOk="0" h="1" w="15">
                  <a:moveTo>
                    <a:pt x="1" y="0"/>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2" name="Google Shape;6562;p95"/>
            <p:cNvSpPr/>
            <p:nvPr/>
          </p:nvSpPr>
          <p:spPr>
            <a:xfrm>
              <a:off x="2720077" y="1828905"/>
              <a:ext cx="489" cy="54"/>
            </a:xfrm>
            <a:custGeom>
              <a:rect b="b" l="l" r="r" t="t"/>
              <a:pathLst>
                <a:path extrusionOk="0" h="4" w="36">
                  <a:moveTo>
                    <a:pt x="0" y="4"/>
                  </a:moveTo>
                  <a:lnTo>
                    <a:pt x="3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3" name="Google Shape;6563;p95"/>
            <p:cNvSpPr/>
            <p:nvPr/>
          </p:nvSpPr>
          <p:spPr>
            <a:xfrm>
              <a:off x="2722588" y="1828946"/>
              <a:ext cx="204" cy="68"/>
            </a:xfrm>
            <a:custGeom>
              <a:rect b="b" l="l" r="r" t="t"/>
              <a:pathLst>
                <a:path extrusionOk="0" h="5" w="15">
                  <a:moveTo>
                    <a:pt x="1" y="1"/>
                  </a:move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4" name="Google Shape;6564;p95"/>
            <p:cNvSpPr/>
            <p:nvPr/>
          </p:nvSpPr>
          <p:spPr>
            <a:xfrm>
              <a:off x="2723349" y="1829190"/>
              <a:ext cx="204" cy="54"/>
            </a:xfrm>
            <a:custGeom>
              <a:rect b="b" l="l" r="r" t="t"/>
              <a:pathLst>
                <a:path extrusionOk="0" h="4" w="15">
                  <a:moveTo>
                    <a:pt x="1" y="0"/>
                  </a:move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5" name="Google Shape;6565;p95"/>
            <p:cNvSpPr/>
            <p:nvPr/>
          </p:nvSpPr>
          <p:spPr>
            <a:xfrm>
              <a:off x="2722969" y="1829041"/>
              <a:ext cx="204" cy="68"/>
            </a:xfrm>
            <a:custGeom>
              <a:rect b="b" l="l" r="r" t="t"/>
              <a:pathLst>
                <a:path extrusionOk="0" h="5" w="15">
                  <a:moveTo>
                    <a:pt x="1" y="1"/>
                  </a:move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6" name="Google Shape;6566;p95"/>
            <p:cNvSpPr/>
            <p:nvPr/>
          </p:nvSpPr>
          <p:spPr>
            <a:xfrm>
              <a:off x="2723783" y="1829380"/>
              <a:ext cx="204" cy="109"/>
            </a:xfrm>
            <a:custGeom>
              <a:rect b="b" l="l" r="r" t="t"/>
              <a:pathLst>
                <a:path extrusionOk="0" h="8" w="15">
                  <a:moveTo>
                    <a:pt x="0" y="0"/>
                  </a:moveTo>
                  <a:lnTo>
                    <a:pt x="14"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7" name="Google Shape;6567;p95"/>
            <p:cNvSpPr/>
            <p:nvPr/>
          </p:nvSpPr>
          <p:spPr>
            <a:xfrm>
              <a:off x="2720878" y="1828851"/>
              <a:ext cx="204" cy="14"/>
            </a:xfrm>
            <a:custGeom>
              <a:rect b="b" l="l" r="r" t="t"/>
              <a:pathLst>
                <a:path extrusionOk="0" h="1" w="15">
                  <a:moveTo>
                    <a:pt x="1" y="1"/>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8" name="Google Shape;6568;p95"/>
            <p:cNvSpPr/>
            <p:nvPr/>
          </p:nvSpPr>
          <p:spPr>
            <a:xfrm>
              <a:off x="2721217" y="1828810"/>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9" name="Google Shape;6569;p95"/>
            <p:cNvSpPr/>
            <p:nvPr/>
          </p:nvSpPr>
          <p:spPr>
            <a:xfrm>
              <a:off x="2721882" y="1828810"/>
              <a:ext cx="149" cy="14"/>
            </a:xfrm>
            <a:custGeom>
              <a:rect b="b" l="l" r="r" t="t"/>
              <a:pathLst>
                <a:path extrusionOk="0" h="1" w="11">
                  <a:moveTo>
                    <a:pt x="0"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0" name="Google Shape;6570;p95"/>
            <p:cNvSpPr/>
            <p:nvPr/>
          </p:nvSpPr>
          <p:spPr>
            <a:xfrm>
              <a:off x="2725155" y="1830181"/>
              <a:ext cx="258" cy="163"/>
            </a:xfrm>
            <a:custGeom>
              <a:rect b="b" l="l" r="r" t="t"/>
              <a:pathLst>
                <a:path extrusionOk="0" h="12" w="19">
                  <a:moveTo>
                    <a:pt x="1" y="1"/>
                  </a:moveTo>
                  <a:lnTo>
                    <a:pt x="1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1" name="Google Shape;6571;p95"/>
            <p:cNvSpPr/>
            <p:nvPr/>
          </p:nvSpPr>
          <p:spPr>
            <a:xfrm>
              <a:off x="2721543" y="182881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2" name="Google Shape;6572;p95"/>
            <p:cNvSpPr/>
            <p:nvPr/>
          </p:nvSpPr>
          <p:spPr>
            <a:xfrm>
              <a:off x="2725630" y="1830616"/>
              <a:ext cx="258" cy="204"/>
            </a:xfrm>
            <a:custGeom>
              <a:rect b="b" l="l" r="r" t="t"/>
              <a:pathLst>
                <a:path extrusionOk="0" h="15" w="19">
                  <a:moveTo>
                    <a:pt x="1" y="0"/>
                  </a:moveTo>
                  <a:lnTo>
                    <a:pt x="18"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3" name="Google Shape;6573;p95"/>
            <p:cNvSpPr/>
            <p:nvPr/>
          </p:nvSpPr>
          <p:spPr>
            <a:xfrm>
              <a:off x="2704530" y="1833888"/>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4" name="Google Shape;6574;p95"/>
            <p:cNvSpPr/>
            <p:nvPr/>
          </p:nvSpPr>
          <p:spPr>
            <a:xfrm>
              <a:off x="2801976" y="1871403"/>
              <a:ext cx="109" cy="54"/>
            </a:xfrm>
            <a:custGeom>
              <a:rect b="b" l="l" r="r" t="t"/>
              <a:pathLst>
                <a:path extrusionOk="0" h="4" w="8">
                  <a:moveTo>
                    <a:pt x="7"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5" name="Google Shape;6575;p95"/>
            <p:cNvSpPr/>
            <p:nvPr/>
          </p:nvSpPr>
          <p:spPr>
            <a:xfrm>
              <a:off x="2821894" y="1866270"/>
              <a:ext cx="815" cy="339"/>
            </a:xfrm>
            <a:custGeom>
              <a:rect b="b" l="l" r="r" t="t"/>
              <a:pathLst>
                <a:path extrusionOk="0" h="25" w="60">
                  <a:moveTo>
                    <a:pt x="60" y="25"/>
                  </a:moveTo>
                  <a:cubicBezTo>
                    <a:pt x="42" y="11"/>
                    <a:pt x="21" y="0"/>
                    <a:pt x="0" y="0"/>
                  </a:cubicBezTo>
                  <a:cubicBezTo>
                    <a:pt x="21" y="0"/>
                    <a:pt x="42" y="11"/>
                    <a:pt x="60"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6" name="Google Shape;6576;p95"/>
            <p:cNvSpPr/>
            <p:nvPr/>
          </p:nvSpPr>
          <p:spPr>
            <a:xfrm>
              <a:off x="2797414" y="1872774"/>
              <a:ext cx="434" cy="299"/>
            </a:xfrm>
            <a:custGeom>
              <a:rect b="b" l="l" r="r" t="t"/>
              <a:pathLst>
                <a:path extrusionOk="0" h="22" w="32">
                  <a:moveTo>
                    <a:pt x="32" y="1"/>
                  </a:moveTo>
                  <a:cubicBezTo>
                    <a:pt x="21" y="8"/>
                    <a:pt x="11" y="15"/>
                    <a:pt x="0" y="22"/>
                  </a:cubicBezTo>
                  <a:cubicBezTo>
                    <a:pt x="11" y="18"/>
                    <a:pt x="21" y="11"/>
                    <a:pt x="3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7" name="Google Shape;6577;p95"/>
            <p:cNvSpPr/>
            <p:nvPr/>
          </p:nvSpPr>
          <p:spPr>
            <a:xfrm>
              <a:off x="2804108" y="1870452"/>
              <a:ext cx="1874" cy="1100"/>
            </a:xfrm>
            <a:custGeom>
              <a:rect b="b" l="l" r="r" t="t"/>
              <a:pathLst>
                <a:path extrusionOk="0" h="81" w="138">
                  <a:moveTo>
                    <a:pt x="1" y="81"/>
                  </a:moveTo>
                  <a:cubicBezTo>
                    <a:pt x="29" y="32"/>
                    <a:pt x="81" y="0"/>
                    <a:pt x="137" y="0"/>
                  </a:cubicBezTo>
                  <a:cubicBezTo>
                    <a:pt x="81" y="0"/>
                    <a:pt x="29" y="32"/>
                    <a:pt x="1" y="8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8" name="Google Shape;6578;p95"/>
            <p:cNvSpPr/>
            <p:nvPr/>
          </p:nvSpPr>
          <p:spPr>
            <a:xfrm>
              <a:off x="2837902" y="1879617"/>
              <a:ext cx="353" cy="109"/>
            </a:xfrm>
            <a:custGeom>
              <a:rect b="b" l="l" r="r" t="t"/>
              <a:pathLst>
                <a:path extrusionOk="0" h="8" w="26">
                  <a:moveTo>
                    <a:pt x="1" y="1"/>
                  </a:moveTo>
                  <a:cubicBezTo>
                    <a:pt x="8" y="4"/>
                    <a:pt x="18" y="4"/>
                    <a:pt x="25" y="8"/>
                  </a:cubicBezTo>
                  <a:cubicBezTo>
                    <a:pt x="18" y="4"/>
                    <a:pt x="8"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9" name="Google Shape;6579;p95"/>
            <p:cNvSpPr/>
            <p:nvPr/>
          </p:nvSpPr>
          <p:spPr>
            <a:xfrm>
              <a:off x="2822750" y="1866596"/>
              <a:ext cx="109" cy="109"/>
            </a:xfrm>
            <a:custGeom>
              <a:rect b="b" l="l" r="r" t="t"/>
              <a:pathLst>
                <a:path extrusionOk="0" h="8" w="8">
                  <a:moveTo>
                    <a:pt x="7"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0" name="Google Shape;6580;p95"/>
            <p:cNvSpPr/>
            <p:nvPr/>
          </p:nvSpPr>
          <p:spPr>
            <a:xfrm>
              <a:off x="2838282" y="1879712"/>
              <a:ext cx="353" cy="204"/>
            </a:xfrm>
            <a:custGeom>
              <a:rect b="b" l="l" r="r" t="t"/>
              <a:pathLst>
                <a:path extrusionOk="0" h="15" w="26">
                  <a:moveTo>
                    <a:pt x="25" y="15"/>
                  </a:moveTo>
                  <a:cubicBezTo>
                    <a:pt x="18" y="8"/>
                    <a:pt x="8" y="4"/>
                    <a:pt x="1" y="1"/>
                  </a:cubicBezTo>
                  <a:cubicBezTo>
                    <a:pt x="8" y="4"/>
                    <a:pt x="18" y="8"/>
                    <a:pt x="25"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1" name="Google Shape;6581;p95"/>
            <p:cNvSpPr/>
            <p:nvPr/>
          </p:nvSpPr>
          <p:spPr>
            <a:xfrm>
              <a:off x="2796939" y="1873113"/>
              <a:ext cx="434" cy="244"/>
            </a:xfrm>
            <a:custGeom>
              <a:rect b="b" l="l" r="r" t="t"/>
              <a:pathLst>
                <a:path extrusionOk="0" h="18" w="32">
                  <a:moveTo>
                    <a:pt x="32" y="0"/>
                  </a:moveTo>
                  <a:lnTo>
                    <a:pt x="7" y="14"/>
                  </a:lnTo>
                  <a:lnTo>
                    <a:pt x="0" y="18"/>
                  </a:lnTo>
                  <a:cubicBezTo>
                    <a:pt x="11" y="14"/>
                    <a:pt x="21" y="7"/>
                    <a:pt x="3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2" name="Google Shape;6582;p95"/>
            <p:cNvSpPr/>
            <p:nvPr/>
          </p:nvSpPr>
          <p:spPr>
            <a:xfrm>
              <a:off x="2797889" y="1872543"/>
              <a:ext cx="299" cy="244"/>
            </a:xfrm>
            <a:custGeom>
              <a:rect b="b" l="l" r="r" t="t"/>
              <a:pathLst>
                <a:path extrusionOk="0" h="18" w="22">
                  <a:moveTo>
                    <a:pt x="21" y="0"/>
                  </a:moveTo>
                  <a:cubicBezTo>
                    <a:pt x="14" y="4"/>
                    <a:pt x="7" y="11"/>
                    <a:pt x="0" y="18"/>
                  </a:cubicBezTo>
                  <a:cubicBezTo>
                    <a:pt x="7" y="11"/>
                    <a:pt x="14" y="4"/>
                    <a:pt x="2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3" name="Google Shape;6583;p95"/>
            <p:cNvSpPr/>
            <p:nvPr/>
          </p:nvSpPr>
          <p:spPr>
            <a:xfrm>
              <a:off x="2838662" y="1879956"/>
              <a:ext cx="828" cy="720"/>
            </a:xfrm>
            <a:custGeom>
              <a:rect b="b" l="l" r="r" t="t"/>
              <a:pathLst>
                <a:path extrusionOk="0" h="53" w="61">
                  <a:moveTo>
                    <a:pt x="1" y="0"/>
                  </a:moveTo>
                  <a:cubicBezTo>
                    <a:pt x="22" y="14"/>
                    <a:pt x="43" y="32"/>
                    <a:pt x="60" y="53"/>
                  </a:cubicBezTo>
                  <a:cubicBezTo>
                    <a:pt x="43" y="32"/>
                    <a:pt x="22" y="1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4" name="Google Shape;6584;p95"/>
            <p:cNvSpPr/>
            <p:nvPr/>
          </p:nvSpPr>
          <p:spPr>
            <a:xfrm>
              <a:off x="2796178" y="1873684"/>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5" name="Google Shape;6585;p95"/>
            <p:cNvSpPr/>
            <p:nvPr/>
          </p:nvSpPr>
          <p:spPr>
            <a:xfrm>
              <a:off x="2795798" y="1873779"/>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6" name="Google Shape;6586;p95"/>
            <p:cNvSpPr/>
            <p:nvPr/>
          </p:nvSpPr>
          <p:spPr>
            <a:xfrm>
              <a:off x="2795459" y="1873779"/>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7" name="Google Shape;6587;p95"/>
            <p:cNvSpPr/>
            <p:nvPr/>
          </p:nvSpPr>
          <p:spPr>
            <a:xfrm>
              <a:off x="2789661" y="1879671"/>
              <a:ext cx="3476" cy="3476"/>
            </a:xfrm>
            <a:custGeom>
              <a:rect b="b" l="l" r="r" t="t"/>
              <a:pathLst>
                <a:path extrusionOk="0" h="256" w="256">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8" name="Google Shape;6588;p95"/>
            <p:cNvSpPr/>
            <p:nvPr/>
          </p:nvSpPr>
          <p:spPr>
            <a:xfrm>
              <a:off x="2796559" y="1873399"/>
              <a:ext cx="299" cy="149"/>
            </a:xfrm>
            <a:custGeom>
              <a:rect b="b" l="l" r="r" t="t"/>
              <a:pathLst>
                <a:path extrusionOk="0" h="11" w="22">
                  <a:moveTo>
                    <a:pt x="0" y="11"/>
                  </a:moveTo>
                  <a:lnTo>
                    <a:pt x="2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9" name="Google Shape;6589;p95"/>
            <p:cNvSpPr/>
            <p:nvPr/>
          </p:nvSpPr>
          <p:spPr>
            <a:xfrm>
              <a:off x="2794984" y="1873724"/>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0" name="Google Shape;6590;p95"/>
            <p:cNvSpPr/>
            <p:nvPr/>
          </p:nvSpPr>
          <p:spPr>
            <a:xfrm>
              <a:off x="2789661" y="1879671"/>
              <a:ext cx="54" cy="14"/>
            </a:xfrm>
            <a:custGeom>
              <a:rect b="b" l="l" r="r" t="t"/>
              <a:pathLst>
                <a:path extrusionOk="0" h="1" w="4">
                  <a:moveTo>
                    <a:pt x="4" y="0"/>
                  </a:moveTo>
                  <a:lnTo>
                    <a:pt x="4" y="0"/>
                  </a:lnTo>
                  <a:lnTo>
                    <a:pt x="0" y="0"/>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1" name="Google Shape;6591;p95"/>
            <p:cNvSpPr/>
            <p:nvPr/>
          </p:nvSpPr>
          <p:spPr>
            <a:xfrm>
              <a:off x="2796980" y="1873303"/>
              <a:ext cx="109" cy="54"/>
            </a:xfrm>
            <a:custGeom>
              <a:rect b="b" l="l" r="r" t="t"/>
              <a:pathLst>
                <a:path extrusionOk="0" h="4" w="8">
                  <a:moveTo>
                    <a:pt x="8"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2" name="Google Shape;6592;p95"/>
            <p:cNvSpPr/>
            <p:nvPr/>
          </p:nvSpPr>
          <p:spPr>
            <a:xfrm>
              <a:off x="2959964" y="1971102"/>
              <a:ext cx="4345" cy="3082"/>
            </a:xfrm>
            <a:custGeom>
              <a:rect b="b" l="l" r="r" t="t"/>
              <a:pathLst>
                <a:path extrusionOk="0" h="227" w="32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3" name="Google Shape;6593;p95"/>
            <p:cNvSpPr/>
            <p:nvPr/>
          </p:nvSpPr>
          <p:spPr>
            <a:xfrm>
              <a:off x="2945287" y="1972446"/>
              <a:ext cx="34378" cy="30916"/>
            </a:xfrm>
            <a:custGeom>
              <a:rect b="b" l="l" r="r" t="t"/>
              <a:pathLst>
                <a:path extrusionOk="0" h="2277" w="2532">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4" name="Google Shape;6594;p95"/>
            <p:cNvSpPr/>
            <p:nvPr/>
          </p:nvSpPr>
          <p:spPr>
            <a:xfrm>
              <a:off x="2934927" y="1945305"/>
              <a:ext cx="6191" cy="6463"/>
            </a:xfrm>
            <a:custGeom>
              <a:rect b="b" l="l" r="r" t="t"/>
              <a:pathLst>
                <a:path extrusionOk="0" h="476" w="456">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5" name="Google Shape;6595;p95"/>
            <p:cNvSpPr/>
            <p:nvPr/>
          </p:nvSpPr>
          <p:spPr>
            <a:xfrm>
              <a:off x="2944567" y="1938516"/>
              <a:ext cx="27875" cy="31432"/>
            </a:xfrm>
            <a:custGeom>
              <a:rect b="b" l="l" r="r" t="t"/>
              <a:pathLst>
                <a:path extrusionOk="0" h="2315" w="2053">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6" name="Google Shape;6596;p95"/>
            <p:cNvSpPr/>
            <p:nvPr/>
          </p:nvSpPr>
          <p:spPr>
            <a:xfrm>
              <a:off x="2944187" y="1956588"/>
              <a:ext cx="15030" cy="20258"/>
            </a:xfrm>
            <a:custGeom>
              <a:rect b="b" l="l" r="r" t="t"/>
              <a:pathLst>
                <a:path extrusionOk="0" h="1492" w="1107">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7" name="Google Shape;6597;p95"/>
            <p:cNvSpPr/>
            <p:nvPr/>
          </p:nvSpPr>
          <p:spPr>
            <a:xfrm>
              <a:off x="2930066" y="1906039"/>
              <a:ext cx="18126" cy="34270"/>
            </a:xfrm>
            <a:custGeom>
              <a:rect b="b" l="l" r="r" t="t"/>
              <a:pathLst>
                <a:path extrusionOk="0" h="2524" w="1335">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8" name="Google Shape;6598;p95"/>
            <p:cNvSpPr/>
            <p:nvPr/>
          </p:nvSpPr>
          <p:spPr>
            <a:xfrm>
              <a:off x="2911587" y="1962426"/>
              <a:ext cx="15410" cy="19171"/>
            </a:xfrm>
            <a:custGeom>
              <a:rect b="b" l="l" r="r" t="t"/>
              <a:pathLst>
                <a:path extrusionOk="0" h="1412" w="1135">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9" name="Google Shape;6599;p95"/>
            <p:cNvSpPr/>
            <p:nvPr/>
          </p:nvSpPr>
          <p:spPr>
            <a:xfrm>
              <a:off x="3088163" y="2067136"/>
              <a:ext cx="69218" cy="57636"/>
            </a:xfrm>
            <a:custGeom>
              <a:rect b="b" l="l" r="r" t="t"/>
              <a:pathLst>
                <a:path extrusionOk="0" h="4245" w="5098">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0" name="Google Shape;6600;p95"/>
            <p:cNvSpPr/>
            <p:nvPr/>
          </p:nvSpPr>
          <p:spPr>
            <a:xfrm>
              <a:off x="2639603" y="1973302"/>
              <a:ext cx="14229" cy="26680"/>
            </a:xfrm>
            <a:custGeom>
              <a:rect b="b" l="l" r="r" t="t"/>
              <a:pathLst>
                <a:path extrusionOk="0" h="1965" w="1048">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1" name="Google Shape;6601;p95"/>
            <p:cNvSpPr/>
            <p:nvPr/>
          </p:nvSpPr>
          <p:spPr>
            <a:xfrm>
              <a:off x="2363531" y="2134820"/>
              <a:ext cx="53061" cy="102877"/>
            </a:xfrm>
            <a:custGeom>
              <a:rect b="b" l="l" r="r" t="t"/>
              <a:pathLst>
                <a:path extrusionOk="0" h="7577" w="3908">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2" name="Google Shape;6602;p95"/>
            <p:cNvSpPr/>
            <p:nvPr/>
          </p:nvSpPr>
          <p:spPr>
            <a:xfrm>
              <a:off x="2441765" y="1949718"/>
              <a:ext cx="5621" cy="1466"/>
            </a:xfrm>
            <a:custGeom>
              <a:rect b="b" l="l" r="r" t="t"/>
              <a:pathLst>
                <a:path extrusionOk="0" h="108" w="414">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3" name="Google Shape;6603;p95"/>
            <p:cNvSpPr/>
            <p:nvPr/>
          </p:nvSpPr>
          <p:spPr>
            <a:xfrm>
              <a:off x="2361345" y="1900730"/>
              <a:ext cx="77012" cy="46109"/>
            </a:xfrm>
            <a:custGeom>
              <a:rect b="b" l="l" r="r" t="t"/>
              <a:pathLst>
                <a:path extrusionOk="0" h="3396" w="5672">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4" name="Google Shape;6604;p95"/>
            <p:cNvSpPr/>
            <p:nvPr/>
          </p:nvSpPr>
          <p:spPr>
            <a:xfrm>
              <a:off x="2379743" y="1913221"/>
              <a:ext cx="5146" cy="1018"/>
            </a:xfrm>
            <a:custGeom>
              <a:rect b="b" l="l" r="r" t="t"/>
              <a:pathLst>
                <a:path extrusionOk="0" h="75" w="379">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5" name="Google Shape;6605;p95"/>
            <p:cNvSpPr/>
            <p:nvPr/>
          </p:nvSpPr>
          <p:spPr>
            <a:xfrm>
              <a:off x="2364237" y="1918829"/>
              <a:ext cx="109" cy="68"/>
            </a:xfrm>
            <a:custGeom>
              <a:rect b="b" l="l" r="r" t="t"/>
              <a:pathLst>
                <a:path extrusionOk="0" h="5" w="8">
                  <a:moveTo>
                    <a:pt x="1" y="4"/>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6" name="Google Shape;6606;p95"/>
            <p:cNvSpPr/>
            <p:nvPr/>
          </p:nvSpPr>
          <p:spPr>
            <a:xfrm>
              <a:off x="2364713" y="1918503"/>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7" name="Google Shape;6607;p95"/>
            <p:cNvSpPr/>
            <p:nvPr/>
          </p:nvSpPr>
          <p:spPr>
            <a:xfrm>
              <a:off x="2364102" y="1918978"/>
              <a:ext cx="109" cy="54"/>
            </a:xfrm>
            <a:custGeom>
              <a:rect b="b" l="l" r="r" t="t"/>
              <a:pathLst>
                <a:path extrusionOk="0" h="4" w="8">
                  <a:moveTo>
                    <a:pt x="0" y="4"/>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8" name="Google Shape;6608;p95"/>
            <p:cNvSpPr/>
            <p:nvPr/>
          </p:nvSpPr>
          <p:spPr>
            <a:xfrm>
              <a:off x="2364672" y="1918544"/>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9" name="Google Shape;6609;p95"/>
            <p:cNvSpPr/>
            <p:nvPr/>
          </p:nvSpPr>
          <p:spPr>
            <a:xfrm>
              <a:off x="2364523" y="1918693"/>
              <a:ext cx="14" cy="14"/>
            </a:xfrm>
            <a:custGeom>
              <a:rect b="b" l="l" r="r" t="t"/>
              <a:pathLst>
                <a:path extrusionOk="0" h="1"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0" name="Google Shape;6610;p95"/>
            <p:cNvSpPr/>
            <p:nvPr/>
          </p:nvSpPr>
          <p:spPr>
            <a:xfrm>
              <a:off x="2364387" y="1918734"/>
              <a:ext cx="54" cy="68"/>
            </a:xfrm>
            <a:custGeom>
              <a:rect b="b" l="l" r="r" t="t"/>
              <a:pathLst>
                <a:path extrusionOk="0" h="5" w="4">
                  <a:moveTo>
                    <a:pt x="0" y="4"/>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1" name="Google Shape;6611;p95"/>
            <p:cNvSpPr/>
            <p:nvPr/>
          </p:nvSpPr>
          <p:spPr>
            <a:xfrm>
              <a:off x="2363857" y="1919073"/>
              <a:ext cx="163" cy="54"/>
            </a:xfrm>
            <a:custGeom>
              <a:rect b="b" l="l" r="r" t="t"/>
              <a:pathLst>
                <a:path extrusionOk="0" h="4" w="12">
                  <a:moveTo>
                    <a:pt x="1" y="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2" name="Google Shape;6612;p95"/>
            <p:cNvSpPr/>
            <p:nvPr/>
          </p:nvSpPr>
          <p:spPr>
            <a:xfrm>
              <a:off x="2363341" y="1919358"/>
              <a:ext cx="204" cy="109"/>
            </a:xfrm>
            <a:custGeom>
              <a:rect b="b" l="l" r="r" t="t"/>
              <a:pathLst>
                <a:path extrusionOk="0" h="8" w="15">
                  <a:moveTo>
                    <a:pt x="0" y="8"/>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3" name="Google Shape;6613;p95"/>
            <p:cNvSpPr/>
            <p:nvPr/>
          </p:nvSpPr>
          <p:spPr>
            <a:xfrm>
              <a:off x="2362242" y="1919508"/>
              <a:ext cx="1018" cy="530"/>
            </a:xfrm>
            <a:custGeom>
              <a:rect b="b" l="l" r="r" t="t"/>
              <a:pathLst>
                <a:path extrusionOk="0" h="39" w="75">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4" name="Google Shape;6614;p95"/>
            <p:cNvSpPr/>
            <p:nvPr/>
          </p:nvSpPr>
          <p:spPr>
            <a:xfrm>
              <a:off x="2363626" y="1919209"/>
              <a:ext cx="149" cy="68"/>
            </a:xfrm>
            <a:custGeom>
              <a:rect b="b" l="l" r="r" t="t"/>
              <a:pathLst>
                <a:path extrusionOk="0" h="5" w="11">
                  <a:moveTo>
                    <a:pt x="0" y="5"/>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5" name="Google Shape;6615;p95"/>
            <p:cNvSpPr/>
            <p:nvPr/>
          </p:nvSpPr>
          <p:spPr>
            <a:xfrm>
              <a:off x="2361766" y="1920024"/>
              <a:ext cx="394" cy="204"/>
            </a:xfrm>
            <a:custGeom>
              <a:rect b="b" l="l" r="r" t="t"/>
              <a:pathLst>
                <a:path extrusionOk="0" h="15" w="29">
                  <a:moveTo>
                    <a:pt x="1" y="15"/>
                  </a:moveTo>
                  <a:lnTo>
                    <a:pt x="2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6" name="Google Shape;6616;p95"/>
            <p:cNvSpPr/>
            <p:nvPr/>
          </p:nvSpPr>
          <p:spPr>
            <a:xfrm>
              <a:off x="2423463" y="1902672"/>
              <a:ext cx="163" cy="14"/>
            </a:xfrm>
            <a:custGeom>
              <a:rect b="b" l="l" r="r" t="t"/>
              <a:pathLst>
                <a:path extrusionOk="0" h="1" w="12">
                  <a:moveTo>
                    <a:pt x="1"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7" name="Google Shape;6617;p95"/>
            <p:cNvSpPr/>
            <p:nvPr/>
          </p:nvSpPr>
          <p:spPr>
            <a:xfrm>
              <a:off x="2367333" y="1912040"/>
              <a:ext cx="1100" cy="244"/>
            </a:xfrm>
            <a:custGeom>
              <a:rect b="b" l="l" r="r" t="t"/>
              <a:pathLst>
                <a:path extrusionOk="0" h="18" w="81">
                  <a:moveTo>
                    <a:pt x="81" y="18"/>
                  </a:moveTo>
                  <a:cubicBezTo>
                    <a:pt x="56" y="7"/>
                    <a:pt x="28" y="0"/>
                    <a:pt x="0" y="0"/>
                  </a:cubicBezTo>
                  <a:cubicBezTo>
                    <a:pt x="28" y="0"/>
                    <a:pt x="56" y="7"/>
                    <a:pt x="8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8" name="Google Shape;6618;p95"/>
            <p:cNvSpPr/>
            <p:nvPr/>
          </p:nvSpPr>
          <p:spPr>
            <a:xfrm>
              <a:off x="2364618" y="1918598"/>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9" name="Google Shape;6619;p95"/>
            <p:cNvSpPr/>
            <p:nvPr/>
          </p:nvSpPr>
          <p:spPr>
            <a:xfrm>
              <a:off x="2364767" y="1918408"/>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0" name="Google Shape;6620;p95"/>
            <p:cNvSpPr/>
            <p:nvPr/>
          </p:nvSpPr>
          <p:spPr>
            <a:xfrm>
              <a:off x="2414298" y="1903201"/>
              <a:ext cx="3286" cy="54"/>
            </a:xfrm>
            <a:custGeom>
              <a:rect b="b" l="l" r="r" t="t"/>
              <a:pathLst>
                <a:path extrusionOk="0" h="4" w="242">
                  <a:moveTo>
                    <a:pt x="0" y="4"/>
                  </a:moveTo>
                  <a:cubicBezTo>
                    <a:pt x="81" y="4"/>
                    <a:pt x="161" y="4"/>
                    <a:pt x="242" y="0"/>
                  </a:cubicBezTo>
                  <a:cubicBezTo>
                    <a:pt x="161" y="4"/>
                    <a:pt x="81" y="4"/>
                    <a:pt x="0"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1" name="Google Shape;6621;p95"/>
            <p:cNvSpPr/>
            <p:nvPr/>
          </p:nvSpPr>
          <p:spPr>
            <a:xfrm>
              <a:off x="2373131" y="1912746"/>
              <a:ext cx="1779" cy="109"/>
            </a:xfrm>
            <a:custGeom>
              <a:rect b="b" l="l" r="r" t="t"/>
              <a:pathLst>
                <a:path extrusionOk="0" h="8" w="131">
                  <a:moveTo>
                    <a:pt x="1" y="8"/>
                  </a:moveTo>
                  <a:cubicBezTo>
                    <a:pt x="43" y="4"/>
                    <a:pt x="88" y="1"/>
                    <a:pt x="130" y="4"/>
                  </a:cubicBezTo>
                  <a:cubicBezTo>
                    <a:pt x="88" y="1"/>
                    <a:pt x="43" y="4"/>
                    <a:pt x="1"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2" name="Google Shape;6622;p95"/>
            <p:cNvSpPr/>
            <p:nvPr/>
          </p:nvSpPr>
          <p:spPr>
            <a:xfrm>
              <a:off x="2437773" y="1917172"/>
              <a:ext cx="394" cy="774"/>
            </a:xfrm>
            <a:custGeom>
              <a:rect b="b" l="l" r="r" t="t"/>
              <a:pathLst>
                <a:path extrusionOk="0" h="57" w="29">
                  <a:moveTo>
                    <a:pt x="1" y="0"/>
                  </a:moveTo>
                  <a:lnTo>
                    <a:pt x="29" y="5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3" name="Google Shape;6623;p95"/>
            <p:cNvSpPr/>
            <p:nvPr/>
          </p:nvSpPr>
          <p:spPr>
            <a:xfrm>
              <a:off x="2437203" y="1916032"/>
              <a:ext cx="448" cy="774"/>
            </a:xfrm>
            <a:custGeom>
              <a:rect b="b" l="l" r="r" t="t"/>
              <a:pathLst>
                <a:path extrusionOk="0" h="57" w="33">
                  <a:moveTo>
                    <a:pt x="1" y="0"/>
                  </a:moveTo>
                  <a:lnTo>
                    <a:pt x="32" y="5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4" name="Google Shape;6624;p95"/>
            <p:cNvSpPr/>
            <p:nvPr/>
          </p:nvSpPr>
          <p:spPr>
            <a:xfrm>
              <a:off x="2436062" y="1913656"/>
              <a:ext cx="394" cy="774"/>
            </a:xfrm>
            <a:custGeom>
              <a:rect b="b" l="l" r="r" t="t"/>
              <a:pathLst>
                <a:path extrusionOk="0" h="57" w="29">
                  <a:moveTo>
                    <a:pt x="1" y="0"/>
                  </a:moveTo>
                  <a:lnTo>
                    <a:pt x="29" y="5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5" name="Google Shape;6625;p95"/>
            <p:cNvSpPr/>
            <p:nvPr/>
          </p:nvSpPr>
          <p:spPr>
            <a:xfrm>
              <a:off x="2436687" y="1914932"/>
              <a:ext cx="394" cy="733"/>
            </a:xfrm>
            <a:custGeom>
              <a:rect b="b" l="l" r="r" t="t"/>
              <a:pathLst>
                <a:path extrusionOk="0" h="54" w="29">
                  <a:moveTo>
                    <a:pt x="0" y="1"/>
                  </a:moveTo>
                  <a:lnTo>
                    <a:pt x="28" y="53"/>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6" name="Google Shape;6626;p95"/>
            <p:cNvSpPr/>
            <p:nvPr/>
          </p:nvSpPr>
          <p:spPr>
            <a:xfrm>
              <a:off x="2429885" y="1900825"/>
              <a:ext cx="6096" cy="12600"/>
            </a:xfrm>
            <a:custGeom>
              <a:rect b="b" l="l" r="r" t="t"/>
              <a:pathLst>
                <a:path extrusionOk="0" h="928" w="449">
                  <a:moveTo>
                    <a:pt x="1" y="0"/>
                  </a:moveTo>
                  <a:lnTo>
                    <a:pt x="1" y="0"/>
                  </a:lnTo>
                  <a:cubicBezTo>
                    <a:pt x="123" y="259"/>
                    <a:pt x="288" y="595"/>
                    <a:pt x="449" y="928"/>
                  </a:cubicBezTo>
                  <a:cubicBezTo>
                    <a:pt x="288" y="595"/>
                    <a:pt x="123" y="259"/>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7" name="Google Shape;6627;p95"/>
            <p:cNvSpPr/>
            <p:nvPr/>
          </p:nvSpPr>
          <p:spPr>
            <a:xfrm>
              <a:off x="3053662" y="2325828"/>
              <a:ext cx="6762" cy="1426"/>
            </a:xfrm>
            <a:custGeom>
              <a:rect b="b" l="l" r="r" t="t"/>
              <a:pathLst>
                <a:path extrusionOk="0" h="105" w="498">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8" name="Google Shape;6628;p95"/>
            <p:cNvSpPr/>
            <p:nvPr/>
          </p:nvSpPr>
          <p:spPr>
            <a:xfrm>
              <a:off x="2878838" y="2126931"/>
              <a:ext cx="301597" cy="226799"/>
            </a:xfrm>
            <a:custGeom>
              <a:rect b="b" l="l" r="r" t="t"/>
              <a:pathLst>
                <a:path extrusionOk="0" h="16704" w="22213">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9" name="Google Shape;6629;p95"/>
            <p:cNvSpPr/>
            <p:nvPr/>
          </p:nvSpPr>
          <p:spPr>
            <a:xfrm>
              <a:off x="3006548" y="2132321"/>
              <a:ext cx="7861" cy="1765"/>
            </a:xfrm>
            <a:custGeom>
              <a:rect b="b" l="l" r="r" t="t"/>
              <a:pathLst>
                <a:path extrusionOk="0" h="130" w="579">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0" name="Google Shape;6630;p95"/>
            <p:cNvSpPr/>
            <p:nvPr/>
          </p:nvSpPr>
          <p:spPr>
            <a:xfrm>
              <a:off x="3116594" y="2348014"/>
              <a:ext cx="679" cy="1344"/>
            </a:xfrm>
            <a:custGeom>
              <a:rect b="b" l="l" r="r" t="t"/>
              <a:pathLst>
                <a:path extrusionOk="0" h="99" w="5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1" name="Google Shape;6631;p95"/>
            <p:cNvSpPr/>
            <p:nvPr/>
          </p:nvSpPr>
          <p:spPr>
            <a:xfrm>
              <a:off x="3114883" y="2370254"/>
              <a:ext cx="25675" cy="24575"/>
            </a:xfrm>
            <a:custGeom>
              <a:rect b="b" l="l" r="r" t="t"/>
              <a:pathLst>
                <a:path extrusionOk="0" h="1810" w="1891">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2" name="Google Shape;6632;p95"/>
            <p:cNvSpPr/>
            <p:nvPr/>
          </p:nvSpPr>
          <p:spPr>
            <a:xfrm>
              <a:off x="3286190" y="2425120"/>
              <a:ext cx="2770" cy="2322"/>
            </a:xfrm>
            <a:custGeom>
              <a:rect b="b" l="l" r="r" t="t"/>
              <a:pathLst>
                <a:path extrusionOk="0" h="171" w="204">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3" name="Google Shape;6633;p95"/>
            <p:cNvSpPr/>
            <p:nvPr/>
          </p:nvSpPr>
          <p:spPr>
            <a:xfrm>
              <a:off x="3278682" y="2370688"/>
              <a:ext cx="55858" cy="52287"/>
            </a:xfrm>
            <a:custGeom>
              <a:rect b="b" l="l" r="r" t="t"/>
              <a:pathLst>
                <a:path extrusionOk="0" h="3851" w="4114">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4" name="Google Shape;6634;p95"/>
            <p:cNvSpPr/>
            <p:nvPr/>
          </p:nvSpPr>
          <p:spPr>
            <a:xfrm>
              <a:off x="3327113" y="2318822"/>
              <a:ext cx="40271" cy="57243"/>
            </a:xfrm>
            <a:custGeom>
              <a:rect b="b" l="l" r="r" t="t"/>
              <a:pathLst>
                <a:path extrusionOk="0" h="4216" w="2966">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5" name="Google Shape;6635;p95"/>
            <p:cNvSpPr/>
            <p:nvPr/>
          </p:nvSpPr>
          <p:spPr>
            <a:xfrm>
              <a:off x="2437868" y="1704617"/>
              <a:ext cx="103542" cy="63855"/>
            </a:xfrm>
            <a:custGeom>
              <a:rect b="b" l="l" r="r" t="t"/>
              <a:pathLst>
                <a:path extrusionOk="0" h="4703" w="7626">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6" name="Google Shape;6636;p95"/>
            <p:cNvSpPr/>
            <p:nvPr/>
          </p:nvSpPr>
          <p:spPr>
            <a:xfrm>
              <a:off x="2461928" y="1715967"/>
              <a:ext cx="204" cy="109"/>
            </a:xfrm>
            <a:custGeom>
              <a:rect b="b" l="l" r="r" t="t"/>
              <a:pathLst>
                <a:path extrusionOk="0" h="8" w="15">
                  <a:moveTo>
                    <a:pt x="14"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7" name="Google Shape;6637;p95"/>
            <p:cNvSpPr/>
            <p:nvPr/>
          </p:nvSpPr>
          <p:spPr>
            <a:xfrm>
              <a:off x="2465159" y="1716823"/>
              <a:ext cx="244" cy="54"/>
            </a:xfrm>
            <a:custGeom>
              <a:rect b="b" l="l" r="r" t="t"/>
              <a:pathLst>
                <a:path extrusionOk="0" h="4" w="18">
                  <a:moveTo>
                    <a:pt x="18"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8" name="Google Shape;6638;p95"/>
            <p:cNvSpPr/>
            <p:nvPr/>
          </p:nvSpPr>
          <p:spPr>
            <a:xfrm>
              <a:off x="2462498" y="1716157"/>
              <a:ext cx="244" cy="109"/>
            </a:xfrm>
            <a:custGeom>
              <a:rect b="b" l="l" r="r" t="t"/>
              <a:pathLst>
                <a:path extrusionOk="0" h="8" w="18">
                  <a:moveTo>
                    <a:pt x="18"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9" name="Google Shape;6639;p95"/>
            <p:cNvSpPr/>
            <p:nvPr/>
          </p:nvSpPr>
          <p:spPr>
            <a:xfrm>
              <a:off x="2463733" y="1716538"/>
              <a:ext cx="299" cy="109"/>
            </a:xfrm>
            <a:custGeom>
              <a:rect b="b" l="l" r="r" t="t"/>
              <a:pathLst>
                <a:path extrusionOk="0" h="8" w="22">
                  <a:moveTo>
                    <a:pt x="21"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0" name="Google Shape;6640;p95"/>
            <p:cNvSpPr/>
            <p:nvPr/>
          </p:nvSpPr>
          <p:spPr>
            <a:xfrm>
              <a:off x="2463109" y="1716388"/>
              <a:ext cx="258" cy="68"/>
            </a:xfrm>
            <a:custGeom>
              <a:rect b="b" l="l" r="r" t="t"/>
              <a:pathLst>
                <a:path extrusionOk="0" h="5" w="19">
                  <a:moveTo>
                    <a:pt x="18"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1" name="Google Shape;6641;p95"/>
            <p:cNvSpPr/>
            <p:nvPr/>
          </p:nvSpPr>
          <p:spPr>
            <a:xfrm>
              <a:off x="2464399" y="1716728"/>
              <a:ext cx="299" cy="54"/>
            </a:xfrm>
            <a:custGeom>
              <a:rect b="b" l="l" r="r" t="t"/>
              <a:pathLst>
                <a:path extrusionOk="0" h="4" w="22">
                  <a:moveTo>
                    <a:pt x="21"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2" name="Google Shape;6642;p95"/>
            <p:cNvSpPr/>
            <p:nvPr/>
          </p:nvSpPr>
          <p:spPr>
            <a:xfrm>
              <a:off x="2541071" y="1746150"/>
              <a:ext cx="394" cy="3530"/>
            </a:xfrm>
            <a:custGeom>
              <a:rect b="b" l="l" r="r" t="t"/>
              <a:pathLst>
                <a:path extrusionOk="0" h="260" w="29">
                  <a:moveTo>
                    <a:pt x="0" y="0"/>
                  </a:moveTo>
                  <a:lnTo>
                    <a:pt x="28" y="259"/>
                  </a:lnTo>
                  <a:lnTo>
                    <a:pt x="28" y="25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3" name="Google Shape;6643;p95"/>
            <p:cNvSpPr/>
            <p:nvPr/>
          </p:nvSpPr>
          <p:spPr>
            <a:xfrm>
              <a:off x="2465919" y="1716959"/>
              <a:ext cx="244" cy="14"/>
            </a:xfrm>
            <a:custGeom>
              <a:rect b="b" l="l" r="r" t="t"/>
              <a:pathLst>
                <a:path extrusionOk="0" h="1" w="18">
                  <a:moveTo>
                    <a:pt x="18"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4" name="Google Shape;6644;p95"/>
            <p:cNvSpPr/>
            <p:nvPr/>
          </p:nvSpPr>
          <p:spPr>
            <a:xfrm>
              <a:off x="2373470" y="1729138"/>
              <a:ext cx="143134" cy="121505"/>
            </a:xfrm>
            <a:custGeom>
              <a:rect b="b" l="l" r="r" t="t"/>
              <a:pathLst>
                <a:path extrusionOk="0" h="8949" w="10542">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5" name="Google Shape;6645;p95"/>
            <p:cNvSpPr/>
            <p:nvPr/>
          </p:nvSpPr>
          <p:spPr>
            <a:xfrm>
              <a:off x="2377313" y="1749667"/>
              <a:ext cx="299" cy="584"/>
            </a:xfrm>
            <a:custGeom>
              <a:rect b="b" l="l" r="r" t="t"/>
              <a:pathLst>
                <a:path extrusionOk="0" h="43" w="22">
                  <a:moveTo>
                    <a:pt x="1" y="0"/>
                  </a:moveTo>
                  <a:cubicBezTo>
                    <a:pt x="11" y="14"/>
                    <a:pt x="18" y="32"/>
                    <a:pt x="22" y="43"/>
                  </a:cubicBezTo>
                  <a:cubicBezTo>
                    <a:pt x="18" y="32"/>
                    <a:pt x="11" y="1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6" name="Google Shape;6646;p95"/>
            <p:cNvSpPr/>
            <p:nvPr/>
          </p:nvSpPr>
          <p:spPr>
            <a:xfrm>
              <a:off x="2378073" y="1751907"/>
              <a:ext cx="14" cy="204"/>
            </a:xfrm>
            <a:custGeom>
              <a:rect b="b" l="l" r="r" t="t"/>
              <a:pathLst>
                <a:path extrusionOk="0" h="15" w="1">
                  <a:moveTo>
                    <a:pt x="1" y="0"/>
                  </a:moveTo>
                  <a:cubicBezTo>
                    <a:pt x="1" y="4"/>
                    <a:pt x="1" y="11"/>
                    <a:pt x="1" y="14"/>
                  </a:cubicBezTo>
                  <a:cubicBezTo>
                    <a:pt x="1" y="11"/>
                    <a:pt x="1"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7" name="Google Shape;6647;p95"/>
            <p:cNvSpPr/>
            <p:nvPr/>
          </p:nvSpPr>
          <p:spPr>
            <a:xfrm>
              <a:off x="2377978" y="1751282"/>
              <a:ext cx="68" cy="353"/>
            </a:xfrm>
            <a:custGeom>
              <a:rect b="b" l="l" r="r" t="t"/>
              <a:pathLst>
                <a:path extrusionOk="0" h="26" w="5">
                  <a:moveTo>
                    <a:pt x="1" y="1"/>
                  </a:moveTo>
                  <a:cubicBezTo>
                    <a:pt x="1" y="8"/>
                    <a:pt x="4" y="18"/>
                    <a:pt x="4" y="25"/>
                  </a:cubicBezTo>
                  <a:cubicBezTo>
                    <a:pt x="4" y="18"/>
                    <a:pt x="4"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8" name="Google Shape;6648;p95"/>
            <p:cNvSpPr/>
            <p:nvPr/>
          </p:nvSpPr>
          <p:spPr>
            <a:xfrm>
              <a:off x="2373755" y="1729233"/>
              <a:ext cx="1629" cy="3761"/>
            </a:xfrm>
            <a:custGeom>
              <a:rect b="b" l="l" r="r" t="t"/>
              <a:pathLst>
                <a:path extrusionOk="0" h="277" w="12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9" name="Google Shape;6649;p95"/>
            <p:cNvSpPr/>
            <p:nvPr/>
          </p:nvSpPr>
          <p:spPr>
            <a:xfrm>
              <a:off x="2378032" y="1751622"/>
              <a:ext cx="14" cy="299"/>
            </a:xfrm>
            <a:custGeom>
              <a:rect b="b" l="l" r="r" t="t"/>
              <a:pathLst>
                <a:path extrusionOk="0" h="22" w="1">
                  <a:moveTo>
                    <a:pt x="0" y="0"/>
                  </a:moveTo>
                  <a:cubicBezTo>
                    <a:pt x="0" y="7"/>
                    <a:pt x="0" y="14"/>
                    <a:pt x="0" y="21"/>
                  </a:cubicBezTo>
                  <a:cubicBezTo>
                    <a:pt x="0" y="14"/>
                    <a:pt x="0"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0" name="Google Shape;6650;p95"/>
            <p:cNvSpPr/>
            <p:nvPr/>
          </p:nvSpPr>
          <p:spPr>
            <a:xfrm>
              <a:off x="2374135" y="1744385"/>
              <a:ext cx="14" cy="163"/>
            </a:xfrm>
            <a:custGeom>
              <a:rect b="b" l="l" r="r" t="t"/>
              <a:pathLst>
                <a:path extrusionOk="0" h="12" w="1">
                  <a:moveTo>
                    <a:pt x="0"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1" name="Google Shape;6651;p95"/>
            <p:cNvSpPr/>
            <p:nvPr/>
          </p:nvSpPr>
          <p:spPr>
            <a:xfrm>
              <a:off x="2377842" y="1750862"/>
              <a:ext cx="149" cy="394"/>
            </a:xfrm>
            <a:custGeom>
              <a:rect b="b" l="l" r="r" t="t"/>
              <a:pathLst>
                <a:path extrusionOk="0" h="29" w="11">
                  <a:moveTo>
                    <a:pt x="0" y="0"/>
                  </a:moveTo>
                  <a:cubicBezTo>
                    <a:pt x="4" y="11"/>
                    <a:pt x="7" y="21"/>
                    <a:pt x="11" y="28"/>
                  </a:cubicBezTo>
                  <a:cubicBezTo>
                    <a:pt x="7" y="21"/>
                    <a:pt x="4"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2" name="Google Shape;6652;p95"/>
            <p:cNvSpPr/>
            <p:nvPr/>
          </p:nvSpPr>
          <p:spPr>
            <a:xfrm>
              <a:off x="2373470" y="1733034"/>
              <a:ext cx="244" cy="14"/>
            </a:xfrm>
            <a:custGeom>
              <a:rect b="b" l="l" r="r" t="t"/>
              <a:pathLst>
                <a:path extrusionOk="0" h="1" w="18">
                  <a:moveTo>
                    <a:pt x="18" y="0"/>
                  </a:moveTo>
                  <a:cubicBezTo>
                    <a:pt x="11" y="0"/>
                    <a:pt x="7" y="0"/>
                    <a:pt x="0" y="0"/>
                  </a:cubicBezTo>
                  <a:cubicBezTo>
                    <a:pt x="7" y="0"/>
                    <a:pt x="11" y="0"/>
                    <a:pt x="1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3" name="Google Shape;6653;p95"/>
            <p:cNvSpPr/>
            <p:nvPr/>
          </p:nvSpPr>
          <p:spPr>
            <a:xfrm>
              <a:off x="2374135" y="1745485"/>
              <a:ext cx="2295" cy="2485"/>
            </a:xfrm>
            <a:custGeom>
              <a:rect b="b" l="l" r="r" t="t"/>
              <a:pathLst>
                <a:path extrusionOk="0" h="183" w="169">
                  <a:moveTo>
                    <a:pt x="168" y="182"/>
                  </a:moveTo>
                  <a:cubicBezTo>
                    <a:pt x="123" y="109"/>
                    <a:pt x="60" y="28"/>
                    <a:pt x="0" y="0"/>
                  </a:cubicBezTo>
                  <a:lnTo>
                    <a:pt x="0" y="0"/>
                  </a:lnTo>
                  <a:cubicBezTo>
                    <a:pt x="60" y="28"/>
                    <a:pt x="123" y="109"/>
                    <a:pt x="168" y="18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4" name="Google Shape;6654;p95"/>
            <p:cNvSpPr/>
            <p:nvPr/>
          </p:nvSpPr>
          <p:spPr>
            <a:xfrm>
              <a:off x="2377652" y="1750291"/>
              <a:ext cx="204" cy="530"/>
            </a:xfrm>
            <a:custGeom>
              <a:rect b="b" l="l" r="r" t="t"/>
              <a:pathLst>
                <a:path extrusionOk="0" h="39" w="15">
                  <a:moveTo>
                    <a:pt x="0" y="0"/>
                  </a:moveTo>
                  <a:cubicBezTo>
                    <a:pt x="4" y="14"/>
                    <a:pt x="11" y="28"/>
                    <a:pt x="14" y="39"/>
                  </a:cubicBezTo>
                  <a:cubicBezTo>
                    <a:pt x="11" y="28"/>
                    <a:pt x="4" y="14"/>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5" name="Google Shape;6655;p95"/>
            <p:cNvSpPr/>
            <p:nvPr/>
          </p:nvSpPr>
          <p:spPr>
            <a:xfrm>
              <a:off x="2376932" y="1748852"/>
              <a:ext cx="394" cy="774"/>
            </a:xfrm>
            <a:custGeom>
              <a:rect b="b" l="l" r="r" t="t"/>
              <a:pathLst>
                <a:path extrusionOk="0" h="57" w="29">
                  <a:moveTo>
                    <a:pt x="1" y="1"/>
                  </a:moveTo>
                  <a:cubicBezTo>
                    <a:pt x="11" y="22"/>
                    <a:pt x="22" y="39"/>
                    <a:pt x="29" y="57"/>
                  </a:cubicBezTo>
                  <a:cubicBezTo>
                    <a:pt x="22" y="39"/>
                    <a:pt x="11" y="22"/>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6" name="Google Shape;6656;p95"/>
            <p:cNvSpPr/>
            <p:nvPr/>
          </p:nvSpPr>
          <p:spPr>
            <a:xfrm>
              <a:off x="2374135" y="1742063"/>
              <a:ext cx="244" cy="2335"/>
            </a:xfrm>
            <a:custGeom>
              <a:rect b="b" l="l" r="r" t="t"/>
              <a:pathLst>
                <a:path extrusionOk="0" h="172" w="18">
                  <a:moveTo>
                    <a:pt x="18" y="0"/>
                  </a:moveTo>
                  <a:cubicBezTo>
                    <a:pt x="14" y="46"/>
                    <a:pt x="4" y="116"/>
                    <a:pt x="0" y="172"/>
                  </a:cubicBezTo>
                  <a:cubicBezTo>
                    <a:pt x="4" y="116"/>
                    <a:pt x="14" y="49"/>
                    <a:pt x="1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7" name="Google Shape;6657;p95"/>
            <p:cNvSpPr/>
            <p:nvPr/>
          </p:nvSpPr>
          <p:spPr>
            <a:xfrm>
              <a:off x="2378073" y="1752138"/>
              <a:ext cx="14" cy="109"/>
            </a:xfrm>
            <a:custGeom>
              <a:rect b="b" l="l" r="r" t="t"/>
              <a:pathLst>
                <a:path extrusionOk="0" h="8" w="1">
                  <a:moveTo>
                    <a:pt x="1" y="1"/>
                  </a:moveTo>
                  <a:cubicBezTo>
                    <a:pt x="1" y="1"/>
                    <a:pt x="1" y="4"/>
                    <a:pt x="1" y="8"/>
                  </a:cubicBezTo>
                  <a:cubicBezTo>
                    <a:pt x="1" y="4"/>
                    <a:pt x="1"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8" name="Google Shape;6658;p95"/>
            <p:cNvSpPr/>
            <p:nvPr/>
          </p:nvSpPr>
          <p:spPr>
            <a:xfrm>
              <a:off x="2374135" y="1744820"/>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9" name="Google Shape;6659;p95"/>
            <p:cNvSpPr/>
            <p:nvPr/>
          </p:nvSpPr>
          <p:spPr>
            <a:xfrm>
              <a:off x="2402173" y="1806665"/>
              <a:ext cx="109" cy="190"/>
            </a:xfrm>
            <a:custGeom>
              <a:rect b="b" l="l" r="r" t="t"/>
              <a:pathLst>
                <a:path extrusionOk="0" h="14" w="8">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0" name="Google Shape;6660;p95"/>
            <p:cNvSpPr/>
            <p:nvPr/>
          </p:nvSpPr>
          <p:spPr>
            <a:xfrm>
              <a:off x="2402458" y="1807181"/>
              <a:ext cx="163" cy="204"/>
            </a:xfrm>
            <a:custGeom>
              <a:rect b="b" l="l" r="r" t="t"/>
              <a:pathLst>
                <a:path extrusionOk="0" h="15" w="12">
                  <a:moveTo>
                    <a:pt x="11"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1" name="Google Shape;6661;p95"/>
            <p:cNvSpPr/>
            <p:nvPr/>
          </p:nvSpPr>
          <p:spPr>
            <a:xfrm>
              <a:off x="2403218" y="1808186"/>
              <a:ext cx="109" cy="149"/>
            </a:xfrm>
            <a:custGeom>
              <a:rect b="b" l="l" r="r" t="t"/>
              <a:pathLst>
                <a:path extrusionOk="0" h="11" w="8">
                  <a:moveTo>
                    <a:pt x="8"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2" name="Google Shape;6662;p95"/>
            <p:cNvSpPr/>
            <p:nvPr/>
          </p:nvSpPr>
          <p:spPr>
            <a:xfrm>
              <a:off x="2403504" y="1808566"/>
              <a:ext cx="109" cy="109"/>
            </a:xfrm>
            <a:custGeom>
              <a:rect b="b" l="l" r="r" t="t"/>
              <a:pathLst>
                <a:path extrusionOk="0" h="8" w="8">
                  <a:moveTo>
                    <a:pt x="8"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3" name="Google Shape;6663;p95"/>
            <p:cNvSpPr/>
            <p:nvPr/>
          </p:nvSpPr>
          <p:spPr>
            <a:xfrm>
              <a:off x="2402132" y="1806421"/>
              <a:ext cx="14" cy="149"/>
            </a:xfrm>
            <a:custGeom>
              <a:rect b="b" l="l" r="r" t="t"/>
              <a:pathLst>
                <a:path extrusionOk="0" h="11" w="1">
                  <a:moveTo>
                    <a:pt x="0" y="11"/>
                  </a:moveTo>
                  <a:cubicBezTo>
                    <a:pt x="0" y="7"/>
                    <a:pt x="0" y="4"/>
                    <a:pt x="0" y="0"/>
                  </a:cubicBezTo>
                  <a:cubicBezTo>
                    <a:pt x="0" y="4"/>
                    <a:pt x="0" y="7"/>
                    <a:pt x="0"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4" name="Google Shape;6664;p95"/>
            <p:cNvSpPr/>
            <p:nvPr/>
          </p:nvSpPr>
          <p:spPr>
            <a:xfrm>
              <a:off x="2403789" y="1808892"/>
              <a:ext cx="109" cy="109"/>
            </a:xfrm>
            <a:custGeom>
              <a:rect b="b" l="l" r="r" t="t"/>
              <a:pathLst>
                <a:path extrusionOk="0" h="8" w="8">
                  <a:moveTo>
                    <a:pt x="8"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5" name="Google Shape;6665;p95"/>
            <p:cNvSpPr/>
            <p:nvPr/>
          </p:nvSpPr>
          <p:spPr>
            <a:xfrm>
              <a:off x="2402078" y="1806136"/>
              <a:ext cx="14" cy="204"/>
            </a:xfrm>
            <a:custGeom>
              <a:rect b="b" l="l" r="r" t="t"/>
              <a:pathLst>
                <a:path extrusionOk="0" h="15" w="1">
                  <a:moveTo>
                    <a:pt x="1" y="14"/>
                  </a:moveTo>
                  <a:cubicBezTo>
                    <a:pt x="1" y="11"/>
                    <a:pt x="1" y="4"/>
                    <a:pt x="1" y="0"/>
                  </a:cubicBezTo>
                  <a:cubicBezTo>
                    <a:pt x="1" y="4"/>
                    <a:pt x="1" y="11"/>
                    <a:pt x="1"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6" name="Google Shape;6666;p95"/>
            <p:cNvSpPr/>
            <p:nvPr/>
          </p:nvSpPr>
          <p:spPr>
            <a:xfrm>
              <a:off x="2404508" y="180965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7" name="Google Shape;6667;p95"/>
            <p:cNvSpPr/>
            <p:nvPr/>
          </p:nvSpPr>
          <p:spPr>
            <a:xfrm>
              <a:off x="2402703" y="1807520"/>
              <a:ext cx="109" cy="149"/>
            </a:xfrm>
            <a:custGeom>
              <a:rect b="b" l="l" r="r" t="t"/>
              <a:pathLst>
                <a:path extrusionOk="0" h="11" w="8">
                  <a:moveTo>
                    <a:pt x="7"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8" name="Google Shape;6668;p95"/>
            <p:cNvSpPr/>
            <p:nvPr/>
          </p:nvSpPr>
          <p:spPr>
            <a:xfrm>
              <a:off x="2402933" y="1807901"/>
              <a:ext cx="109" cy="149"/>
            </a:xfrm>
            <a:custGeom>
              <a:rect b="b" l="l" r="r" t="t"/>
              <a:pathLst>
                <a:path extrusionOk="0" h="11" w="8">
                  <a:moveTo>
                    <a:pt x="8"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9" name="Google Shape;6669;p95"/>
            <p:cNvSpPr/>
            <p:nvPr/>
          </p:nvSpPr>
          <p:spPr>
            <a:xfrm>
              <a:off x="2404128" y="1809272"/>
              <a:ext cx="54" cy="68"/>
            </a:xfrm>
            <a:custGeom>
              <a:rect b="b" l="l" r="r" t="t"/>
              <a:pathLst>
                <a:path extrusionOk="0" h="5" w="4">
                  <a:moveTo>
                    <a:pt x="4"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0" name="Google Shape;6670;p95"/>
            <p:cNvSpPr/>
            <p:nvPr/>
          </p:nvSpPr>
          <p:spPr>
            <a:xfrm>
              <a:off x="2378697" y="1753468"/>
              <a:ext cx="204" cy="299"/>
            </a:xfrm>
            <a:custGeom>
              <a:rect b="b" l="l" r="r" t="t"/>
              <a:pathLst>
                <a:path extrusionOk="0" h="22" w="15">
                  <a:moveTo>
                    <a:pt x="14" y="22"/>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1" name="Google Shape;6671;p95"/>
            <p:cNvSpPr/>
            <p:nvPr/>
          </p:nvSpPr>
          <p:spPr>
            <a:xfrm>
              <a:off x="2388487" y="1786652"/>
              <a:ext cx="6476" cy="3910"/>
            </a:xfrm>
            <a:custGeom>
              <a:rect b="b" l="l" r="r" t="t"/>
              <a:pathLst>
                <a:path extrusionOk="0" h="288" w="477">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2" name="Google Shape;6672;p95"/>
            <p:cNvSpPr/>
            <p:nvPr/>
          </p:nvSpPr>
          <p:spPr>
            <a:xfrm>
              <a:off x="2378032" y="1752233"/>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3" name="Google Shape;6673;p95"/>
            <p:cNvSpPr/>
            <p:nvPr/>
          </p:nvSpPr>
          <p:spPr>
            <a:xfrm>
              <a:off x="2402268" y="1806896"/>
              <a:ext cx="109" cy="204"/>
            </a:xfrm>
            <a:custGeom>
              <a:rect b="b" l="l" r="r" t="t"/>
              <a:pathLst>
                <a:path extrusionOk="0" h="15" w="8">
                  <a:moveTo>
                    <a:pt x="8"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4" name="Google Shape;6674;p95"/>
            <p:cNvSpPr/>
            <p:nvPr/>
          </p:nvSpPr>
          <p:spPr>
            <a:xfrm>
              <a:off x="2449043" y="1751187"/>
              <a:ext cx="299" cy="68"/>
            </a:xfrm>
            <a:custGeom>
              <a:rect b="b" l="l" r="r" t="t"/>
              <a:pathLst>
                <a:path extrusionOk="0" h="5" w="22">
                  <a:moveTo>
                    <a:pt x="21"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5" name="Google Shape;6675;p95"/>
            <p:cNvSpPr/>
            <p:nvPr/>
          </p:nvSpPr>
          <p:spPr>
            <a:xfrm>
              <a:off x="2452559" y="1750088"/>
              <a:ext cx="54" cy="68"/>
            </a:xfrm>
            <a:custGeom>
              <a:rect b="b" l="l" r="r" t="t"/>
              <a:pathLst>
                <a:path extrusionOk="0" h="5" w="4">
                  <a:moveTo>
                    <a:pt x="4"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6" name="Google Shape;6676;p95"/>
            <p:cNvSpPr/>
            <p:nvPr/>
          </p:nvSpPr>
          <p:spPr>
            <a:xfrm>
              <a:off x="2448418" y="1751242"/>
              <a:ext cx="299" cy="14"/>
            </a:xfrm>
            <a:custGeom>
              <a:rect b="b" l="l" r="r" t="t"/>
              <a:pathLst>
                <a:path extrusionOk="0" h="1" w="22">
                  <a:moveTo>
                    <a:pt x="22"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7" name="Google Shape;6677;p95"/>
            <p:cNvSpPr/>
            <p:nvPr/>
          </p:nvSpPr>
          <p:spPr>
            <a:xfrm>
              <a:off x="2451419" y="1750712"/>
              <a:ext cx="149" cy="54"/>
            </a:xfrm>
            <a:custGeom>
              <a:rect b="b" l="l" r="r" t="t"/>
              <a:pathLst>
                <a:path extrusionOk="0" h="4" w="11">
                  <a:moveTo>
                    <a:pt x="11"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8" name="Google Shape;6678;p95"/>
            <p:cNvSpPr/>
            <p:nvPr/>
          </p:nvSpPr>
          <p:spPr>
            <a:xfrm>
              <a:off x="2451038" y="1750807"/>
              <a:ext cx="204" cy="54"/>
            </a:xfrm>
            <a:custGeom>
              <a:rect b="b" l="l" r="r" t="t"/>
              <a:pathLst>
                <a:path extrusionOk="0" h="4" w="15">
                  <a:moveTo>
                    <a:pt x="14"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9" name="Google Shape;6679;p95"/>
            <p:cNvSpPr/>
            <p:nvPr/>
          </p:nvSpPr>
          <p:spPr>
            <a:xfrm>
              <a:off x="2452179" y="1750332"/>
              <a:ext cx="109" cy="54"/>
            </a:xfrm>
            <a:custGeom>
              <a:rect b="b" l="l" r="r" t="t"/>
              <a:pathLst>
                <a:path extrusionOk="0" h="4" w="8">
                  <a:moveTo>
                    <a:pt x="7"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0" name="Google Shape;6680;p95"/>
            <p:cNvSpPr/>
            <p:nvPr/>
          </p:nvSpPr>
          <p:spPr>
            <a:xfrm>
              <a:off x="2447658" y="1751282"/>
              <a:ext cx="299" cy="14"/>
            </a:xfrm>
            <a:custGeom>
              <a:rect b="b" l="l" r="r" t="t"/>
              <a:pathLst>
                <a:path extrusionOk="0" h="1" w="22">
                  <a:moveTo>
                    <a:pt x="22"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1" name="Google Shape;6681;p95"/>
            <p:cNvSpPr/>
            <p:nvPr/>
          </p:nvSpPr>
          <p:spPr>
            <a:xfrm>
              <a:off x="2446857" y="1751337"/>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2" name="Google Shape;6682;p95"/>
            <p:cNvSpPr/>
            <p:nvPr/>
          </p:nvSpPr>
          <p:spPr>
            <a:xfrm>
              <a:off x="2500610" y="1758560"/>
              <a:ext cx="14" cy="149"/>
            </a:xfrm>
            <a:custGeom>
              <a:rect b="b" l="l" r="r" t="t"/>
              <a:pathLst>
                <a:path extrusionOk="0" h="11" w="1">
                  <a:moveTo>
                    <a:pt x="1" y="11"/>
                  </a:moveTo>
                  <a:lnTo>
                    <a:pt x="1" y="0"/>
                  </a:lnTo>
                  <a:cubicBezTo>
                    <a:pt x="1" y="4"/>
                    <a:pt x="1" y="7"/>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3" name="Google Shape;6683;p95"/>
            <p:cNvSpPr/>
            <p:nvPr/>
          </p:nvSpPr>
          <p:spPr>
            <a:xfrm>
              <a:off x="2500610" y="1758886"/>
              <a:ext cx="14" cy="204"/>
            </a:xfrm>
            <a:custGeom>
              <a:rect b="b" l="l" r="r" t="t"/>
              <a:pathLst>
                <a:path extrusionOk="0" h="15" w="1">
                  <a:moveTo>
                    <a:pt x="1"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4" name="Google Shape;6684;p95"/>
            <p:cNvSpPr/>
            <p:nvPr/>
          </p:nvSpPr>
          <p:spPr>
            <a:xfrm>
              <a:off x="2450658" y="1750902"/>
              <a:ext cx="204" cy="54"/>
            </a:xfrm>
            <a:custGeom>
              <a:rect b="b" l="l" r="r" t="t"/>
              <a:pathLst>
                <a:path extrusionOk="0" h="4" w="15">
                  <a:moveTo>
                    <a:pt x="14"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5" name="Google Shape;6685;p95"/>
            <p:cNvSpPr/>
            <p:nvPr/>
          </p:nvSpPr>
          <p:spPr>
            <a:xfrm>
              <a:off x="2451989" y="1750481"/>
              <a:ext cx="109" cy="54"/>
            </a:xfrm>
            <a:custGeom>
              <a:rect b="b" l="l" r="r" t="t"/>
              <a:pathLst>
                <a:path extrusionOk="0" h="4" w="8">
                  <a:moveTo>
                    <a:pt x="7"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6" name="Google Shape;6686;p95"/>
            <p:cNvSpPr/>
            <p:nvPr/>
          </p:nvSpPr>
          <p:spPr>
            <a:xfrm>
              <a:off x="2449654" y="1751092"/>
              <a:ext cx="258" cy="68"/>
            </a:xfrm>
            <a:custGeom>
              <a:rect b="b" l="l" r="r" t="t"/>
              <a:pathLst>
                <a:path extrusionOk="0" h="5" w="19">
                  <a:moveTo>
                    <a:pt x="18"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7" name="Google Shape;6687;p95"/>
            <p:cNvSpPr/>
            <p:nvPr/>
          </p:nvSpPr>
          <p:spPr>
            <a:xfrm>
              <a:off x="2500664" y="1759266"/>
              <a:ext cx="14" cy="258"/>
            </a:xfrm>
            <a:custGeom>
              <a:rect b="b" l="l" r="r" t="t"/>
              <a:pathLst>
                <a:path extrusionOk="0" h="19" w="1">
                  <a:moveTo>
                    <a:pt x="0" y="1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8" name="Google Shape;6688;p95"/>
            <p:cNvSpPr/>
            <p:nvPr/>
          </p:nvSpPr>
          <p:spPr>
            <a:xfrm>
              <a:off x="2500800" y="1760787"/>
              <a:ext cx="14" cy="299"/>
            </a:xfrm>
            <a:custGeom>
              <a:rect b="b" l="l" r="r" t="t"/>
              <a:pathLst>
                <a:path extrusionOk="0" h="22" w="1">
                  <a:moveTo>
                    <a:pt x="1" y="2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9" name="Google Shape;6689;p95"/>
            <p:cNvSpPr/>
            <p:nvPr/>
          </p:nvSpPr>
          <p:spPr>
            <a:xfrm>
              <a:off x="2500664" y="1759741"/>
              <a:ext cx="54" cy="258"/>
            </a:xfrm>
            <a:custGeom>
              <a:rect b="b" l="l" r="r" t="t"/>
              <a:pathLst>
                <a:path extrusionOk="0" h="19" w="4">
                  <a:moveTo>
                    <a:pt x="4" y="1"/>
                  </a:moveTo>
                  <a:cubicBezTo>
                    <a:pt x="0" y="4"/>
                    <a:pt x="4" y="11"/>
                    <a:pt x="4" y="18"/>
                  </a:cubicBez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0" name="Google Shape;6690;p95"/>
            <p:cNvSpPr/>
            <p:nvPr/>
          </p:nvSpPr>
          <p:spPr>
            <a:xfrm>
              <a:off x="2500759" y="1760216"/>
              <a:ext cx="14" cy="353"/>
            </a:xfrm>
            <a:custGeom>
              <a:rect b="b" l="l" r="r" t="t"/>
              <a:pathLst>
                <a:path extrusionOk="0" h="26" w="1">
                  <a:moveTo>
                    <a:pt x="0" y="2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1" name="Google Shape;6691;p95"/>
            <p:cNvSpPr/>
            <p:nvPr/>
          </p:nvSpPr>
          <p:spPr>
            <a:xfrm>
              <a:off x="2451704" y="1750576"/>
              <a:ext cx="149" cy="95"/>
            </a:xfrm>
            <a:custGeom>
              <a:rect b="b" l="l" r="r" t="t"/>
              <a:pathLst>
                <a:path extrusionOk="0" h="7" w="11">
                  <a:moveTo>
                    <a:pt x="11"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2" name="Google Shape;6692;p95"/>
            <p:cNvSpPr/>
            <p:nvPr/>
          </p:nvSpPr>
          <p:spPr>
            <a:xfrm>
              <a:off x="2450183" y="1750997"/>
              <a:ext cx="204" cy="54"/>
            </a:xfrm>
            <a:custGeom>
              <a:rect b="b" l="l" r="r" t="t"/>
              <a:pathLst>
                <a:path extrusionOk="0" h="4" w="15">
                  <a:moveTo>
                    <a:pt x="14"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3" name="Google Shape;6693;p95"/>
            <p:cNvSpPr/>
            <p:nvPr/>
          </p:nvSpPr>
          <p:spPr>
            <a:xfrm>
              <a:off x="2452695" y="1749952"/>
              <a:ext cx="14" cy="54"/>
            </a:xfrm>
            <a:custGeom>
              <a:rect b="b" l="l" r="r" t="t"/>
              <a:pathLst>
                <a:path extrusionOk="0" h="4" w="1">
                  <a:moveTo>
                    <a:pt x="1"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4" name="Google Shape;6694;p95"/>
            <p:cNvSpPr/>
            <p:nvPr/>
          </p:nvSpPr>
          <p:spPr>
            <a:xfrm>
              <a:off x="2501044" y="1763312"/>
              <a:ext cx="54" cy="339"/>
            </a:xfrm>
            <a:custGeom>
              <a:rect b="b" l="l" r="r" t="t"/>
              <a:pathLst>
                <a:path extrusionOk="0" h="25" w="4">
                  <a:moveTo>
                    <a:pt x="4" y="25"/>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5" name="Google Shape;6695;p95"/>
            <p:cNvSpPr/>
            <p:nvPr/>
          </p:nvSpPr>
          <p:spPr>
            <a:xfrm>
              <a:off x="2501275" y="1764683"/>
              <a:ext cx="68" cy="299"/>
            </a:xfrm>
            <a:custGeom>
              <a:rect b="b" l="l" r="r" t="t"/>
              <a:pathLst>
                <a:path extrusionOk="0" h="22" w="5">
                  <a:moveTo>
                    <a:pt x="4" y="2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6" name="Google Shape;6696;p95"/>
            <p:cNvSpPr/>
            <p:nvPr/>
          </p:nvSpPr>
          <p:spPr>
            <a:xfrm>
              <a:off x="2501180" y="1763977"/>
              <a:ext cx="68" cy="339"/>
            </a:xfrm>
            <a:custGeom>
              <a:rect b="b" l="l" r="r" t="t"/>
              <a:pathLst>
                <a:path extrusionOk="0" h="25" w="5">
                  <a:moveTo>
                    <a:pt x="4" y="25"/>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7" name="Google Shape;6697;p95"/>
            <p:cNvSpPr/>
            <p:nvPr/>
          </p:nvSpPr>
          <p:spPr>
            <a:xfrm>
              <a:off x="2452369" y="1750237"/>
              <a:ext cx="109" cy="54"/>
            </a:xfrm>
            <a:custGeom>
              <a:rect b="b" l="l" r="r" t="t"/>
              <a:pathLst>
                <a:path extrusionOk="0" h="4" w="8">
                  <a:moveTo>
                    <a:pt x="7"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8" name="Google Shape;6698;p95"/>
            <p:cNvSpPr/>
            <p:nvPr/>
          </p:nvSpPr>
          <p:spPr>
            <a:xfrm>
              <a:off x="2501425" y="1765403"/>
              <a:ext cx="54" cy="244"/>
            </a:xfrm>
            <a:custGeom>
              <a:rect b="b" l="l" r="r" t="t"/>
              <a:pathLst>
                <a:path extrusionOk="0" h="18" w="4">
                  <a:moveTo>
                    <a:pt x="4" y="18"/>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9" name="Google Shape;6699;p95"/>
            <p:cNvSpPr/>
            <p:nvPr/>
          </p:nvSpPr>
          <p:spPr>
            <a:xfrm>
              <a:off x="2500800" y="1761357"/>
              <a:ext cx="68" cy="353"/>
            </a:xfrm>
            <a:custGeom>
              <a:rect b="b" l="l" r="r" t="t"/>
              <a:pathLst>
                <a:path extrusionOk="0" h="26" w="5">
                  <a:moveTo>
                    <a:pt x="4" y="2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0" name="Google Shape;6700;p95"/>
            <p:cNvSpPr/>
            <p:nvPr/>
          </p:nvSpPr>
          <p:spPr>
            <a:xfrm>
              <a:off x="2500895" y="1761982"/>
              <a:ext cx="68" cy="339"/>
            </a:xfrm>
            <a:custGeom>
              <a:rect b="b" l="l" r="r" t="t"/>
              <a:pathLst>
                <a:path extrusionOk="0" h="25" w="5">
                  <a:moveTo>
                    <a:pt x="4" y="25"/>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1" name="Google Shape;6701;p95"/>
            <p:cNvSpPr/>
            <p:nvPr/>
          </p:nvSpPr>
          <p:spPr>
            <a:xfrm>
              <a:off x="2500949" y="1762647"/>
              <a:ext cx="54" cy="339"/>
            </a:xfrm>
            <a:custGeom>
              <a:rect b="b" l="l" r="r" t="t"/>
              <a:pathLst>
                <a:path extrusionOk="0" h="25" w="4">
                  <a:moveTo>
                    <a:pt x="4" y="25"/>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2" name="Google Shape;6702;p95"/>
            <p:cNvSpPr/>
            <p:nvPr/>
          </p:nvSpPr>
          <p:spPr>
            <a:xfrm>
              <a:off x="2501615" y="1766258"/>
              <a:ext cx="54" cy="204"/>
            </a:xfrm>
            <a:custGeom>
              <a:rect b="b" l="l" r="r" t="t"/>
              <a:pathLst>
                <a:path extrusionOk="0" h="15" w="4">
                  <a:moveTo>
                    <a:pt x="4"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3" name="Google Shape;6703;p95"/>
            <p:cNvSpPr/>
            <p:nvPr/>
          </p:nvSpPr>
          <p:spPr>
            <a:xfrm>
              <a:off x="2391759" y="1582202"/>
              <a:ext cx="300144" cy="138721"/>
            </a:xfrm>
            <a:custGeom>
              <a:rect b="b" l="l" r="r" t="t"/>
              <a:pathLst>
                <a:path extrusionOk="0" h="10217" w="22106">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4" name="Google Shape;6704;p95"/>
            <p:cNvSpPr/>
            <p:nvPr/>
          </p:nvSpPr>
          <p:spPr>
            <a:xfrm>
              <a:off x="2571159" y="1710115"/>
              <a:ext cx="54" cy="163"/>
            </a:xfrm>
            <a:custGeom>
              <a:rect b="b" l="l" r="r" t="t"/>
              <a:pathLst>
                <a:path extrusionOk="0" h="12" w="4">
                  <a:moveTo>
                    <a:pt x="0" y="1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5" name="Google Shape;6705;p95"/>
            <p:cNvSpPr/>
            <p:nvPr/>
          </p:nvSpPr>
          <p:spPr>
            <a:xfrm>
              <a:off x="2571960" y="1708839"/>
              <a:ext cx="109" cy="109"/>
            </a:xfrm>
            <a:custGeom>
              <a:rect b="b" l="l" r="r" t="t"/>
              <a:pathLst>
                <a:path extrusionOk="0" h="8" w="8">
                  <a:moveTo>
                    <a:pt x="1" y="7"/>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6" name="Google Shape;6706;p95"/>
            <p:cNvSpPr/>
            <p:nvPr/>
          </p:nvSpPr>
          <p:spPr>
            <a:xfrm>
              <a:off x="2572340" y="1708500"/>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7" name="Google Shape;6707;p95"/>
            <p:cNvSpPr/>
            <p:nvPr/>
          </p:nvSpPr>
          <p:spPr>
            <a:xfrm>
              <a:off x="2572245" y="1708595"/>
              <a:ext cx="68" cy="68"/>
            </a:xfrm>
            <a:custGeom>
              <a:rect b="b" l="l" r="r" t="t"/>
              <a:pathLst>
                <a:path extrusionOk="0" h="5" w="5">
                  <a:moveTo>
                    <a:pt x="1" y="4"/>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8" name="Google Shape;6708;p95"/>
            <p:cNvSpPr/>
            <p:nvPr/>
          </p:nvSpPr>
          <p:spPr>
            <a:xfrm>
              <a:off x="2571539" y="1709505"/>
              <a:ext cx="54" cy="109"/>
            </a:xfrm>
            <a:custGeom>
              <a:rect b="b" l="l" r="r" t="t"/>
              <a:pathLst>
                <a:path extrusionOk="0" h="8" w="4">
                  <a:moveTo>
                    <a:pt x="0"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9" name="Google Shape;6709;p95"/>
            <p:cNvSpPr/>
            <p:nvPr/>
          </p:nvSpPr>
          <p:spPr>
            <a:xfrm>
              <a:off x="2571729" y="1709219"/>
              <a:ext cx="54" cy="109"/>
            </a:xfrm>
            <a:custGeom>
              <a:rect b="b" l="l" r="r" t="t"/>
              <a:pathLst>
                <a:path extrusionOk="0" h="8" w="4">
                  <a:moveTo>
                    <a:pt x="0"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0" name="Google Shape;6710;p95"/>
            <p:cNvSpPr/>
            <p:nvPr/>
          </p:nvSpPr>
          <p:spPr>
            <a:xfrm>
              <a:off x="2571349" y="1709790"/>
              <a:ext cx="54" cy="109"/>
            </a:xfrm>
            <a:custGeom>
              <a:rect b="b" l="l" r="r" t="t"/>
              <a:pathLst>
                <a:path extrusionOk="0" h="8" w="4">
                  <a:moveTo>
                    <a:pt x="0"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1" name="Google Shape;6711;p95"/>
            <p:cNvSpPr/>
            <p:nvPr/>
          </p:nvSpPr>
          <p:spPr>
            <a:xfrm>
              <a:off x="2572109" y="1708690"/>
              <a:ext cx="54" cy="68"/>
            </a:xfrm>
            <a:custGeom>
              <a:rect b="b" l="l" r="r" t="t"/>
              <a:pathLst>
                <a:path extrusionOk="0" h="5" w="4">
                  <a:moveTo>
                    <a:pt x="0" y="4"/>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2" name="Google Shape;6712;p95"/>
            <p:cNvSpPr/>
            <p:nvPr/>
          </p:nvSpPr>
          <p:spPr>
            <a:xfrm>
              <a:off x="2570968" y="1710550"/>
              <a:ext cx="54" cy="109"/>
            </a:xfrm>
            <a:custGeom>
              <a:rect b="b" l="l" r="r" t="t"/>
              <a:pathLst>
                <a:path extrusionOk="0" h="8" w="4">
                  <a:moveTo>
                    <a:pt x="0"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3" name="Google Shape;6713;p95"/>
            <p:cNvSpPr/>
            <p:nvPr/>
          </p:nvSpPr>
          <p:spPr>
            <a:xfrm>
              <a:off x="2641218" y="1706178"/>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4" name="Google Shape;6714;p95"/>
            <p:cNvSpPr/>
            <p:nvPr/>
          </p:nvSpPr>
          <p:spPr>
            <a:xfrm>
              <a:off x="2572584" y="1708364"/>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5" name="Google Shape;6715;p95"/>
            <p:cNvSpPr/>
            <p:nvPr/>
          </p:nvSpPr>
          <p:spPr>
            <a:xfrm>
              <a:off x="2641829" y="1706178"/>
              <a:ext cx="204" cy="14"/>
            </a:xfrm>
            <a:custGeom>
              <a:rect b="b" l="l" r="r" t="t"/>
              <a:pathLst>
                <a:path extrusionOk="0" h="1" w="15">
                  <a:moveTo>
                    <a:pt x="1" y="0"/>
                  </a:moveTo>
                  <a:lnTo>
                    <a:pt x="1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6" name="Google Shape;6716;p95"/>
            <p:cNvSpPr/>
            <p:nvPr/>
          </p:nvSpPr>
          <p:spPr>
            <a:xfrm>
              <a:off x="2571824" y="1709029"/>
              <a:ext cx="109" cy="109"/>
            </a:xfrm>
            <a:custGeom>
              <a:rect b="b" l="l" r="r" t="t"/>
              <a:pathLst>
                <a:path extrusionOk="0" h="8" w="8">
                  <a:moveTo>
                    <a:pt x="0" y="7"/>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7" name="Google Shape;6717;p95"/>
            <p:cNvSpPr/>
            <p:nvPr/>
          </p:nvSpPr>
          <p:spPr>
            <a:xfrm>
              <a:off x="2642305" y="1706219"/>
              <a:ext cx="258" cy="68"/>
            </a:xfrm>
            <a:custGeom>
              <a:rect b="b" l="l" r="r" t="t"/>
              <a:pathLst>
                <a:path extrusionOk="0" h="5" w="19">
                  <a:moveTo>
                    <a:pt x="1" y="1"/>
                  </a:moveTo>
                  <a:lnTo>
                    <a:pt x="1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8" name="Google Shape;6718;p95"/>
            <p:cNvSpPr/>
            <p:nvPr/>
          </p:nvSpPr>
          <p:spPr>
            <a:xfrm>
              <a:off x="2642780" y="1706273"/>
              <a:ext cx="353" cy="149"/>
            </a:xfrm>
            <a:custGeom>
              <a:rect b="b" l="l" r="r" t="t"/>
              <a:pathLst>
                <a:path extrusionOk="0" h="11" w="26">
                  <a:moveTo>
                    <a:pt x="1" y="0"/>
                  </a:moveTo>
                  <a:cubicBezTo>
                    <a:pt x="8" y="4"/>
                    <a:pt x="18" y="7"/>
                    <a:pt x="25" y="11"/>
                  </a:cubicBezTo>
                  <a:cubicBezTo>
                    <a:pt x="18" y="7"/>
                    <a:pt x="8" y="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9" name="Google Shape;6719;p95"/>
            <p:cNvSpPr/>
            <p:nvPr/>
          </p:nvSpPr>
          <p:spPr>
            <a:xfrm>
              <a:off x="2634756" y="1702852"/>
              <a:ext cx="4005" cy="2200"/>
            </a:xfrm>
            <a:custGeom>
              <a:rect b="b" l="l" r="r" t="t"/>
              <a:pathLst>
                <a:path extrusionOk="0" h="162" w="295">
                  <a:moveTo>
                    <a:pt x="0" y="0"/>
                  </a:moveTo>
                  <a:cubicBezTo>
                    <a:pt x="91" y="0"/>
                    <a:pt x="175" y="28"/>
                    <a:pt x="294" y="161"/>
                  </a:cubicBezTo>
                  <a:cubicBezTo>
                    <a:pt x="175" y="28"/>
                    <a:pt x="95" y="0"/>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0" name="Google Shape;6720;p95"/>
            <p:cNvSpPr/>
            <p:nvPr/>
          </p:nvSpPr>
          <p:spPr>
            <a:xfrm>
              <a:off x="2572489" y="1708459"/>
              <a:ext cx="54" cy="14"/>
            </a:xfrm>
            <a:custGeom>
              <a:rect b="b" l="l" r="r" t="t"/>
              <a:pathLst>
                <a:path extrusionOk="0" h="1" w="4">
                  <a:moveTo>
                    <a:pt x="0"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1" name="Google Shape;6721;p95"/>
            <p:cNvSpPr/>
            <p:nvPr/>
          </p:nvSpPr>
          <p:spPr>
            <a:xfrm>
              <a:off x="2506177" y="1694053"/>
              <a:ext cx="244" cy="299"/>
            </a:xfrm>
            <a:custGeom>
              <a:rect b="b" l="l" r="r" t="t"/>
              <a:pathLst>
                <a:path extrusionOk="0" h="22" w="18">
                  <a:moveTo>
                    <a:pt x="0" y="1"/>
                  </a:moveTo>
                  <a:lnTo>
                    <a:pt x="18"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2" name="Google Shape;6722;p95"/>
            <p:cNvSpPr/>
            <p:nvPr/>
          </p:nvSpPr>
          <p:spPr>
            <a:xfrm>
              <a:off x="2504602" y="1692152"/>
              <a:ext cx="299" cy="339"/>
            </a:xfrm>
            <a:custGeom>
              <a:rect b="b" l="l" r="r" t="t"/>
              <a:pathLst>
                <a:path extrusionOk="0" h="25" w="22">
                  <a:moveTo>
                    <a:pt x="1" y="0"/>
                  </a:moveTo>
                  <a:lnTo>
                    <a:pt x="22"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3" name="Google Shape;6723;p95"/>
            <p:cNvSpPr/>
            <p:nvPr/>
          </p:nvSpPr>
          <p:spPr>
            <a:xfrm>
              <a:off x="2505172" y="1692818"/>
              <a:ext cx="299" cy="339"/>
            </a:xfrm>
            <a:custGeom>
              <a:rect b="b" l="l" r="r" t="t"/>
              <a:pathLst>
                <a:path extrusionOk="0" h="25" w="22">
                  <a:moveTo>
                    <a:pt x="1" y="0"/>
                  </a:moveTo>
                  <a:lnTo>
                    <a:pt x="22"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4" name="Google Shape;6724;p95"/>
            <p:cNvSpPr/>
            <p:nvPr/>
          </p:nvSpPr>
          <p:spPr>
            <a:xfrm>
              <a:off x="2503325" y="1690768"/>
              <a:ext cx="339" cy="353"/>
            </a:xfrm>
            <a:custGeom>
              <a:rect b="b" l="l" r="r" t="t"/>
              <a:pathLst>
                <a:path extrusionOk="0" h="26" w="25">
                  <a:moveTo>
                    <a:pt x="0" y="1"/>
                  </a:moveTo>
                  <a:lnTo>
                    <a:pt x="25"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5" name="Google Shape;6725;p95"/>
            <p:cNvSpPr/>
            <p:nvPr/>
          </p:nvSpPr>
          <p:spPr>
            <a:xfrm>
              <a:off x="2568497" y="1712166"/>
              <a:ext cx="244" cy="54"/>
            </a:xfrm>
            <a:custGeom>
              <a:rect b="b" l="l" r="r" t="t"/>
              <a:pathLst>
                <a:path extrusionOk="0" h="4" w="18">
                  <a:moveTo>
                    <a:pt x="0" y="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6" name="Google Shape;6726;p95"/>
            <p:cNvSpPr/>
            <p:nvPr/>
          </p:nvSpPr>
          <p:spPr>
            <a:xfrm>
              <a:off x="2567778" y="1712356"/>
              <a:ext cx="109" cy="14"/>
            </a:xfrm>
            <a:custGeom>
              <a:rect b="b" l="l" r="r" t="t"/>
              <a:pathLst>
                <a:path extrusionOk="0" h="1" w="8">
                  <a:moveTo>
                    <a:pt x="1" y="0"/>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7" name="Google Shape;6727;p95"/>
            <p:cNvSpPr/>
            <p:nvPr/>
          </p:nvSpPr>
          <p:spPr>
            <a:xfrm>
              <a:off x="2461873" y="1676280"/>
              <a:ext cx="19022" cy="5051"/>
            </a:xfrm>
            <a:custGeom>
              <a:rect b="b" l="l" r="r" t="t"/>
              <a:pathLst>
                <a:path extrusionOk="0" h="372" w="1401">
                  <a:moveTo>
                    <a:pt x="1401" y="0"/>
                  </a:moveTo>
                  <a:lnTo>
                    <a:pt x="1" y="37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8" name="Google Shape;6728;p95"/>
            <p:cNvSpPr/>
            <p:nvPr/>
          </p:nvSpPr>
          <p:spPr>
            <a:xfrm>
              <a:off x="2516061" y="1694583"/>
              <a:ext cx="394" cy="95"/>
            </a:xfrm>
            <a:custGeom>
              <a:rect b="b" l="l" r="r" t="t"/>
              <a:pathLst>
                <a:path extrusionOk="0" h="7" w="29">
                  <a:moveTo>
                    <a:pt x="1" y="0"/>
                  </a:moveTo>
                  <a:cubicBezTo>
                    <a:pt x="11" y="0"/>
                    <a:pt x="18" y="4"/>
                    <a:pt x="29" y="7"/>
                  </a:cubicBezTo>
                  <a:cubicBezTo>
                    <a:pt x="18" y="4"/>
                    <a:pt x="11" y="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9" name="Google Shape;6729;p95"/>
            <p:cNvSpPr/>
            <p:nvPr/>
          </p:nvSpPr>
          <p:spPr>
            <a:xfrm>
              <a:off x="2515260" y="1694529"/>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0" name="Google Shape;6730;p95"/>
            <p:cNvSpPr/>
            <p:nvPr/>
          </p:nvSpPr>
          <p:spPr>
            <a:xfrm>
              <a:off x="2514690" y="1694624"/>
              <a:ext cx="149" cy="14"/>
            </a:xfrm>
            <a:custGeom>
              <a:rect b="b" l="l" r="r" t="t"/>
              <a:pathLst>
                <a:path extrusionOk="0" h="1" w="11">
                  <a:moveTo>
                    <a:pt x="0"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1" name="Google Shape;6731;p95"/>
            <p:cNvSpPr/>
            <p:nvPr/>
          </p:nvSpPr>
          <p:spPr>
            <a:xfrm>
              <a:off x="2514119" y="1694678"/>
              <a:ext cx="149" cy="0"/>
            </a:xfrm>
            <a:custGeom>
              <a:rect b="b" l="l" r="r" t="t"/>
              <a:pathLst>
                <a:path extrusionOk="0" h="0" w="11">
                  <a:moveTo>
                    <a:pt x="0"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2" name="Google Shape;6732;p95"/>
            <p:cNvSpPr/>
            <p:nvPr/>
          </p:nvSpPr>
          <p:spPr>
            <a:xfrm>
              <a:off x="2499374" y="1686830"/>
              <a:ext cx="299" cy="299"/>
            </a:xfrm>
            <a:custGeom>
              <a:rect b="b" l="l" r="r" t="t"/>
              <a:pathLst>
                <a:path extrusionOk="0" h="22" w="22">
                  <a:moveTo>
                    <a:pt x="1" y="0"/>
                  </a:moveTo>
                  <a:lnTo>
                    <a:pt x="22"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3" name="Google Shape;6733;p95"/>
            <p:cNvSpPr/>
            <p:nvPr/>
          </p:nvSpPr>
          <p:spPr>
            <a:xfrm>
              <a:off x="2505742" y="1693483"/>
              <a:ext cx="258" cy="299"/>
            </a:xfrm>
            <a:custGeom>
              <a:rect b="b" l="l" r="r" t="t"/>
              <a:pathLst>
                <a:path extrusionOk="0" h="22" w="19">
                  <a:moveTo>
                    <a:pt x="1" y="0"/>
                  </a:moveTo>
                  <a:lnTo>
                    <a:pt x="18"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4" name="Google Shape;6734;p95"/>
            <p:cNvSpPr/>
            <p:nvPr/>
          </p:nvSpPr>
          <p:spPr>
            <a:xfrm>
              <a:off x="2498804" y="1686301"/>
              <a:ext cx="258" cy="258"/>
            </a:xfrm>
            <a:custGeom>
              <a:rect b="b" l="l" r="r" t="t"/>
              <a:pathLst>
                <a:path extrusionOk="0" h="19" w="19">
                  <a:moveTo>
                    <a:pt x="1" y="1"/>
                  </a:moveTo>
                  <a:lnTo>
                    <a:pt x="18"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5" name="Google Shape;6735;p95"/>
            <p:cNvSpPr/>
            <p:nvPr/>
          </p:nvSpPr>
          <p:spPr>
            <a:xfrm>
              <a:off x="2507168" y="1695574"/>
              <a:ext cx="109" cy="163"/>
            </a:xfrm>
            <a:custGeom>
              <a:rect b="b" l="l" r="r" t="t"/>
              <a:pathLst>
                <a:path extrusionOk="0" h="12" w="8">
                  <a:moveTo>
                    <a:pt x="1" y="1"/>
                  </a:moveTo>
                  <a:cubicBezTo>
                    <a:pt x="1" y="4"/>
                    <a:pt x="4" y="8"/>
                    <a:pt x="8" y="11"/>
                  </a:cubicBezTo>
                  <a:cubicBezTo>
                    <a:pt x="8" y="8"/>
                    <a:pt x="4"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6" name="Google Shape;6736;p95"/>
            <p:cNvSpPr/>
            <p:nvPr/>
          </p:nvSpPr>
          <p:spPr>
            <a:xfrm>
              <a:off x="2501329" y="1688677"/>
              <a:ext cx="339" cy="353"/>
            </a:xfrm>
            <a:custGeom>
              <a:rect b="b" l="l" r="r" t="t"/>
              <a:pathLst>
                <a:path extrusionOk="0" h="26" w="25">
                  <a:moveTo>
                    <a:pt x="0" y="1"/>
                  </a:moveTo>
                  <a:lnTo>
                    <a:pt x="25"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7" name="Google Shape;6737;p95"/>
            <p:cNvSpPr/>
            <p:nvPr/>
          </p:nvSpPr>
          <p:spPr>
            <a:xfrm>
              <a:off x="2557133" y="1719389"/>
              <a:ext cx="910" cy="1249"/>
            </a:xfrm>
            <a:custGeom>
              <a:rect b="b" l="l" r="r" t="t"/>
              <a:pathLst>
                <a:path extrusionOk="0" h="92" w="67">
                  <a:moveTo>
                    <a:pt x="67" y="0"/>
                  </a:moveTo>
                  <a:cubicBezTo>
                    <a:pt x="56" y="39"/>
                    <a:pt x="32" y="70"/>
                    <a:pt x="0" y="91"/>
                  </a:cubicBezTo>
                  <a:cubicBezTo>
                    <a:pt x="32" y="70"/>
                    <a:pt x="56" y="39"/>
                    <a:pt x="6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8" name="Google Shape;6738;p95"/>
            <p:cNvSpPr/>
            <p:nvPr/>
          </p:nvSpPr>
          <p:spPr>
            <a:xfrm>
              <a:off x="2501995" y="1689342"/>
              <a:ext cx="339" cy="353"/>
            </a:xfrm>
            <a:custGeom>
              <a:rect b="b" l="l" r="r" t="t"/>
              <a:pathLst>
                <a:path extrusionOk="0" h="26" w="25">
                  <a:moveTo>
                    <a:pt x="0" y="1"/>
                  </a:moveTo>
                  <a:lnTo>
                    <a:pt x="25"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9" name="Google Shape;6739;p95"/>
            <p:cNvSpPr/>
            <p:nvPr/>
          </p:nvSpPr>
          <p:spPr>
            <a:xfrm>
              <a:off x="2500664" y="1688011"/>
              <a:ext cx="299" cy="299"/>
            </a:xfrm>
            <a:custGeom>
              <a:rect b="b" l="l" r="r" t="t"/>
              <a:pathLst>
                <a:path extrusionOk="0" h="22" w="22">
                  <a:moveTo>
                    <a:pt x="0" y="1"/>
                  </a:moveTo>
                  <a:lnTo>
                    <a:pt x="21"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0" name="Google Shape;6740;p95"/>
            <p:cNvSpPr/>
            <p:nvPr/>
          </p:nvSpPr>
          <p:spPr>
            <a:xfrm>
              <a:off x="2506937" y="1695153"/>
              <a:ext cx="149" cy="204"/>
            </a:xfrm>
            <a:custGeom>
              <a:rect b="b" l="l" r="r" t="t"/>
              <a:pathLst>
                <a:path extrusionOk="0" h="15" w="11">
                  <a:moveTo>
                    <a:pt x="0" y="0"/>
                  </a:moveTo>
                  <a:lnTo>
                    <a:pt x="1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1" name="Google Shape;6741;p95"/>
            <p:cNvSpPr/>
            <p:nvPr/>
          </p:nvSpPr>
          <p:spPr>
            <a:xfrm>
              <a:off x="2503991" y="1691487"/>
              <a:ext cx="299" cy="339"/>
            </a:xfrm>
            <a:custGeom>
              <a:rect b="b" l="l" r="r" t="t"/>
              <a:pathLst>
                <a:path extrusionOk="0" h="25" w="22">
                  <a:moveTo>
                    <a:pt x="0" y="0"/>
                  </a:moveTo>
                  <a:lnTo>
                    <a:pt x="21"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2" name="Google Shape;6742;p95"/>
            <p:cNvSpPr/>
            <p:nvPr/>
          </p:nvSpPr>
          <p:spPr>
            <a:xfrm>
              <a:off x="2506598" y="1694624"/>
              <a:ext cx="204" cy="258"/>
            </a:xfrm>
            <a:custGeom>
              <a:rect b="b" l="l" r="r" t="t"/>
              <a:pathLst>
                <a:path extrusionOk="0" h="19" w="15">
                  <a:moveTo>
                    <a:pt x="1" y="1"/>
                  </a:moveTo>
                  <a:lnTo>
                    <a:pt x="15"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3" name="Google Shape;6743;p95"/>
            <p:cNvSpPr/>
            <p:nvPr/>
          </p:nvSpPr>
          <p:spPr>
            <a:xfrm>
              <a:off x="2515640" y="1694529"/>
              <a:ext cx="299" cy="14"/>
            </a:xfrm>
            <a:custGeom>
              <a:rect b="b" l="l" r="r" t="t"/>
              <a:pathLst>
                <a:path extrusionOk="0" h="1" w="22">
                  <a:moveTo>
                    <a:pt x="0" y="1"/>
                  </a:moveTo>
                  <a:lnTo>
                    <a:pt x="2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4" name="Google Shape;6744;p95"/>
            <p:cNvSpPr/>
            <p:nvPr/>
          </p:nvSpPr>
          <p:spPr>
            <a:xfrm>
              <a:off x="2568973" y="1712111"/>
              <a:ext cx="1344" cy="109"/>
            </a:xfrm>
            <a:custGeom>
              <a:rect b="b" l="l" r="r" t="t"/>
              <a:pathLst>
                <a:path extrusionOk="0" h="8" w="99">
                  <a:moveTo>
                    <a:pt x="98" y="8"/>
                  </a:moveTo>
                  <a:lnTo>
                    <a:pt x="98" y="8"/>
                  </a:lnTo>
                  <a:cubicBezTo>
                    <a:pt x="67" y="1"/>
                    <a:pt x="35" y="1"/>
                    <a:pt x="0" y="4"/>
                  </a:cubicBezTo>
                  <a:cubicBezTo>
                    <a:pt x="35" y="1"/>
                    <a:pt x="67" y="1"/>
                    <a:pt x="98"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5" name="Google Shape;6745;p95"/>
            <p:cNvSpPr/>
            <p:nvPr/>
          </p:nvSpPr>
          <p:spPr>
            <a:xfrm>
              <a:off x="2512640" y="1694909"/>
              <a:ext cx="258" cy="68"/>
            </a:xfrm>
            <a:custGeom>
              <a:rect b="b" l="l" r="r" t="t"/>
              <a:pathLst>
                <a:path extrusionOk="0" h="5" w="19">
                  <a:moveTo>
                    <a:pt x="1" y="4"/>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6" name="Google Shape;6746;p95"/>
            <p:cNvSpPr/>
            <p:nvPr/>
          </p:nvSpPr>
          <p:spPr>
            <a:xfrm>
              <a:off x="2499999" y="1687400"/>
              <a:ext cx="299" cy="299"/>
            </a:xfrm>
            <a:custGeom>
              <a:rect b="b" l="l" r="r" t="t"/>
              <a:pathLst>
                <a:path extrusionOk="0" h="22" w="22">
                  <a:moveTo>
                    <a:pt x="0" y="0"/>
                  </a:moveTo>
                  <a:lnTo>
                    <a:pt x="21"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7" name="Google Shape;6747;p95"/>
            <p:cNvSpPr/>
            <p:nvPr/>
          </p:nvSpPr>
          <p:spPr>
            <a:xfrm>
              <a:off x="2513400" y="1694773"/>
              <a:ext cx="163" cy="54"/>
            </a:xfrm>
            <a:custGeom>
              <a:rect b="b" l="l" r="r" t="t"/>
              <a:pathLst>
                <a:path extrusionOk="0" h="4" w="12">
                  <a:moveTo>
                    <a:pt x="1" y="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8" name="Google Shape;6748;p95"/>
            <p:cNvSpPr/>
            <p:nvPr/>
          </p:nvSpPr>
          <p:spPr>
            <a:xfrm>
              <a:off x="2566963" y="1712546"/>
              <a:ext cx="163" cy="54"/>
            </a:xfrm>
            <a:custGeom>
              <a:rect b="b" l="l" r="r" t="t"/>
              <a:pathLst>
                <a:path extrusionOk="0" h="4" w="12">
                  <a:moveTo>
                    <a:pt x="1" y="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9" name="Google Shape;6749;p95"/>
            <p:cNvSpPr/>
            <p:nvPr/>
          </p:nvSpPr>
          <p:spPr>
            <a:xfrm>
              <a:off x="2502660" y="1690062"/>
              <a:ext cx="339" cy="339"/>
            </a:xfrm>
            <a:custGeom>
              <a:rect b="b" l="l" r="r" t="t"/>
              <a:pathLst>
                <a:path extrusionOk="0" h="25" w="25">
                  <a:moveTo>
                    <a:pt x="0" y="0"/>
                  </a:moveTo>
                  <a:lnTo>
                    <a:pt x="25"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0" name="Google Shape;6750;p95"/>
            <p:cNvSpPr/>
            <p:nvPr/>
          </p:nvSpPr>
          <p:spPr>
            <a:xfrm>
              <a:off x="2690844" y="1643097"/>
              <a:ext cx="339" cy="489"/>
            </a:xfrm>
            <a:custGeom>
              <a:rect b="b" l="l" r="r" t="t"/>
              <a:pathLst>
                <a:path extrusionOk="0" h="36" w="25">
                  <a:moveTo>
                    <a:pt x="25" y="1"/>
                  </a:moveTo>
                  <a:lnTo>
                    <a:pt x="0" y="36"/>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1" name="Google Shape;6751;p95"/>
            <p:cNvSpPr/>
            <p:nvPr/>
          </p:nvSpPr>
          <p:spPr>
            <a:xfrm>
              <a:off x="2691319" y="1642622"/>
              <a:ext cx="244" cy="353"/>
            </a:xfrm>
            <a:custGeom>
              <a:rect b="b" l="l" r="r" t="t"/>
              <a:pathLst>
                <a:path extrusionOk="0" h="26" w="18">
                  <a:moveTo>
                    <a:pt x="18" y="1"/>
                  </a:moveTo>
                  <a:lnTo>
                    <a:pt x="0"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2" name="Google Shape;6752;p95"/>
            <p:cNvSpPr/>
            <p:nvPr/>
          </p:nvSpPr>
          <p:spPr>
            <a:xfrm>
              <a:off x="2691645" y="1642147"/>
              <a:ext cx="204" cy="353"/>
            </a:xfrm>
            <a:custGeom>
              <a:rect b="b" l="l" r="r" t="t"/>
              <a:pathLst>
                <a:path extrusionOk="0" h="26" w="15">
                  <a:moveTo>
                    <a:pt x="15" y="1"/>
                  </a:moveTo>
                  <a:cubicBezTo>
                    <a:pt x="11" y="8"/>
                    <a:pt x="4" y="15"/>
                    <a:pt x="1" y="25"/>
                  </a:cubicBezTo>
                  <a:cubicBezTo>
                    <a:pt x="8" y="15"/>
                    <a:pt x="11" y="8"/>
                    <a:pt x="1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3" name="Google Shape;6753;p95"/>
            <p:cNvSpPr/>
            <p:nvPr/>
          </p:nvSpPr>
          <p:spPr>
            <a:xfrm>
              <a:off x="2655339" y="1679838"/>
              <a:ext cx="4141" cy="1113"/>
            </a:xfrm>
            <a:custGeom>
              <a:rect b="b" l="l" r="r" t="t"/>
              <a:pathLst>
                <a:path extrusionOk="0" h="82" w="305">
                  <a:moveTo>
                    <a:pt x="305" y="81"/>
                  </a:moveTo>
                  <a:cubicBezTo>
                    <a:pt x="116" y="78"/>
                    <a:pt x="35" y="36"/>
                    <a:pt x="0" y="1"/>
                  </a:cubicBezTo>
                  <a:cubicBezTo>
                    <a:pt x="35" y="36"/>
                    <a:pt x="116" y="78"/>
                    <a:pt x="305" y="8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4" name="Google Shape;6754;p95"/>
            <p:cNvSpPr/>
            <p:nvPr/>
          </p:nvSpPr>
          <p:spPr>
            <a:xfrm>
              <a:off x="2691930" y="1641861"/>
              <a:ext cx="68" cy="109"/>
            </a:xfrm>
            <a:custGeom>
              <a:rect b="b" l="l" r="r" t="t"/>
              <a:pathLst>
                <a:path extrusionOk="0" h="8" w="5">
                  <a:moveTo>
                    <a:pt x="4" y="1"/>
                  </a:moveTo>
                  <a:lnTo>
                    <a:pt x="1" y="8"/>
                  </a:lnTo>
                  <a:cubicBezTo>
                    <a:pt x="4" y="4"/>
                    <a:pt x="4" y="4"/>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5" name="Google Shape;6755;p95"/>
            <p:cNvSpPr/>
            <p:nvPr/>
          </p:nvSpPr>
          <p:spPr>
            <a:xfrm>
              <a:off x="2643255" y="1705934"/>
              <a:ext cx="14" cy="163"/>
            </a:xfrm>
            <a:custGeom>
              <a:rect b="b" l="l" r="r" t="t"/>
              <a:pathLst>
                <a:path extrusionOk="0" h="12" w="1">
                  <a:moveTo>
                    <a:pt x="1" y="1"/>
                  </a:moveTo>
                  <a:lnTo>
                    <a:pt x="1" y="11"/>
                  </a:lnTo>
                  <a:cubicBezTo>
                    <a:pt x="1" y="8"/>
                    <a:pt x="1"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6" name="Google Shape;6756;p95"/>
            <p:cNvSpPr/>
            <p:nvPr/>
          </p:nvSpPr>
          <p:spPr>
            <a:xfrm>
              <a:off x="2438968" y="1708269"/>
              <a:ext cx="54" cy="109"/>
            </a:xfrm>
            <a:custGeom>
              <a:rect b="b" l="l" r="r" t="t"/>
              <a:pathLst>
                <a:path extrusionOk="0" h="8" w="4">
                  <a:moveTo>
                    <a:pt x="0"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7" name="Google Shape;6757;p95"/>
            <p:cNvSpPr/>
            <p:nvPr/>
          </p:nvSpPr>
          <p:spPr>
            <a:xfrm>
              <a:off x="2438873" y="1708554"/>
              <a:ext cx="14" cy="109"/>
            </a:xfrm>
            <a:custGeom>
              <a:rect b="b" l="l" r="r" t="t"/>
              <a:pathLst>
                <a:path extrusionOk="0" h="8" w="1">
                  <a:moveTo>
                    <a:pt x="0"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8" name="Google Shape;6758;p95"/>
            <p:cNvSpPr/>
            <p:nvPr/>
          </p:nvSpPr>
          <p:spPr>
            <a:xfrm>
              <a:off x="2438819" y="1710401"/>
              <a:ext cx="68" cy="204"/>
            </a:xfrm>
            <a:custGeom>
              <a:rect b="b" l="l" r="r" t="t"/>
              <a:pathLst>
                <a:path extrusionOk="0" h="15" w="5">
                  <a:moveTo>
                    <a:pt x="1" y="1"/>
                  </a:moveTo>
                  <a:cubicBezTo>
                    <a:pt x="1" y="4"/>
                    <a:pt x="1" y="8"/>
                    <a:pt x="4" y="15"/>
                  </a:cubicBezTo>
                  <a:cubicBezTo>
                    <a:pt x="4" y="8"/>
                    <a:pt x="1"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9" name="Google Shape;6759;p95"/>
            <p:cNvSpPr/>
            <p:nvPr/>
          </p:nvSpPr>
          <p:spPr>
            <a:xfrm>
              <a:off x="2438683" y="1709545"/>
              <a:ext cx="14" cy="163"/>
            </a:xfrm>
            <a:custGeom>
              <a:rect b="b" l="l" r="r" t="t"/>
              <a:pathLst>
                <a:path extrusionOk="0" h="12" w="1">
                  <a:moveTo>
                    <a:pt x="0"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0" name="Google Shape;6760;p95"/>
            <p:cNvSpPr/>
            <p:nvPr/>
          </p:nvSpPr>
          <p:spPr>
            <a:xfrm>
              <a:off x="2438778" y="1708785"/>
              <a:ext cx="14" cy="204"/>
            </a:xfrm>
            <a:custGeom>
              <a:rect b="b" l="l" r="r" t="t"/>
              <a:pathLst>
                <a:path extrusionOk="0" h="15" w="1">
                  <a:moveTo>
                    <a:pt x="0" y="15"/>
                  </a:moveTo>
                  <a:lnTo>
                    <a:pt x="0" y="4"/>
                  </a:lnTo>
                  <a:cubicBezTo>
                    <a:pt x="0" y="1"/>
                    <a:pt x="0" y="11"/>
                    <a:pt x="0"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1" name="Google Shape;6761;p95"/>
            <p:cNvSpPr/>
            <p:nvPr/>
          </p:nvSpPr>
          <p:spPr>
            <a:xfrm>
              <a:off x="2438724" y="1709165"/>
              <a:ext cx="14" cy="163"/>
            </a:xfrm>
            <a:custGeom>
              <a:rect b="b" l="l" r="r" t="t"/>
              <a:pathLst>
                <a:path extrusionOk="0" h="12" w="1">
                  <a:moveTo>
                    <a:pt x="1" y="11"/>
                  </a:moveTo>
                  <a:lnTo>
                    <a:pt x="1" y="1"/>
                  </a:lnTo>
                  <a:cubicBezTo>
                    <a:pt x="1" y="4"/>
                    <a:pt x="1" y="8"/>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2" name="Google Shape;6762;p95"/>
            <p:cNvSpPr/>
            <p:nvPr/>
          </p:nvSpPr>
          <p:spPr>
            <a:xfrm>
              <a:off x="2438724" y="1709925"/>
              <a:ext cx="14" cy="204"/>
            </a:xfrm>
            <a:custGeom>
              <a:rect b="b" l="l" r="r" t="t"/>
              <a:pathLst>
                <a:path extrusionOk="0" h="15" w="1">
                  <a:moveTo>
                    <a:pt x="1" y="15"/>
                  </a:moveTo>
                  <a:lnTo>
                    <a:pt x="1" y="1"/>
                  </a:lnTo>
                  <a:cubicBezTo>
                    <a:pt x="1" y="8"/>
                    <a:pt x="1" y="11"/>
                    <a:pt x="1"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3" name="Google Shape;6763;p95"/>
            <p:cNvSpPr/>
            <p:nvPr/>
          </p:nvSpPr>
          <p:spPr>
            <a:xfrm>
              <a:off x="3083315" y="1349877"/>
              <a:ext cx="6436" cy="2648"/>
            </a:xfrm>
            <a:custGeom>
              <a:rect b="b" l="l" r="r" t="t"/>
              <a:pathLst>
                <a:path extrusionOk="0" h="195" w="474">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4" name="Google Shape;6764;p95"/>
            <p:cNvSpPr/>
            <p:nvPr/>
          </p:nvSpPr>
          <p:spPr>
            <a:xfrm>
              <a:off x="2740470" y="1256152"/>
              <a:ext cx="41452" cy="20869"/>
            </a:xfrm>
            <a:custGeom>
              <a:rect b="b" l="l" r="r" t="t"/>
              <a:pathLst>
                <a:path extrusionOk="0" h="1537" w="3053">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5" name="Google Shape;6765;p95"/>
            <p:cNvSpPr/>
            <p:nvPr/>
          </p:nvSpPr>
          <p:spPr>
            <a:xfrm>
              <a:off x="2779112" y="1267720"/>
              <a:ext cx="44453" cy="23136"/>
            </a:xfrm>
            <a:custGeom>
              <a:rect b="b" l="l" r="r" t="t"/>
              <a:pathLst>
                <a:path extrusionOk="0" h="1704" w="3274">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6" name="Google Shape;6766;p95"/>
            <p:cNvSpPr/>
            <p:nvPr/>
          </p:nvSpPr>
          <p:spPr>
            <a:xfrm>
              <a:off x="3087022" y="1356164"/>
              <a:ext cx="21412" cy="7834"/>
            </a:xfrm>
            <a:custGeom>
              <a:rect b="b" l="l" r="r" t="t"/>
              <a:pathLst>
                <a:path extrusionOk="0" h="577" w="1577">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7" name="Google Shape;6767;p95"/>
            <p:cNvSpPr/>
            <p:nvPr/>
          </p:nvSpPr>
          <p:spPr>
            <a:xfrm>
              <a:off x="2249874" y="1296871"/>
              <a:ext cx="1208533" cy="418540"/>
            </a:xfrm>
            <a:custGeom>
              <a:rect b="b" l="l" r="r" t="t"/>
              <a:pathLst>
                <a:path extrusionOk="0" h="30826" w="8901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8" name="Google Shape;6768;p95"/>
            <p:cNvSpPr/>
            <p:nvPr/>
          </p:nvSpPr>
          <p:spPr>
            <a:xfrm>
              <a:off x="2192984" y="1581360"/>
              <a:ext cx="21262" cy="7753"/>
            </a:xfrm>
            <a:custGeom>
              <a:rect b="b" l="l" r="r" t="t"/>
              <a:pathLst>
                <a:path extrusionOk="0" h="571" w="1566">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9" name="Google Shape;6769;p95"/>
            <p:cNvSpPr/>
            <p:nvPr/>
          </p:nvSpPr>
          <p:spPr>
            <a:xfrm>
              <a:off x="2688889" y="1342735"/>
              <a:ext cx="3394" cy="828"/>
            </a:xfrm>
            <a:custGeom>
              <a:rect b="b" l="l" r="r" t="t"/>
              <a:pathLst>
                <a:path extrusionOk="0" h="61" w="25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0" name="Google Shape;6770;p95"/>
            <p:cNvSpPr/>
            <p:nvPr/>
          </p:nvSpPr>
          <p:spPr>
            <a:xfrm>
              <a:off x="3095345" y="1594612"/>
              <a:ext cx="18737" cy="78777"/>
            </a:xfrm>
            <a:custGeom>
              <a:rect b="b" l="l" r="r" t="t"/>
              <a:pathLst>
                <a:path extrusionOk="0" h="5802" w="138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1" name="Google Shape;6771;p95"/>
            <p:cNvSpPr/>
            <p:nvPr/>
          </p:nvSpPr>
          <p:spPr>
            <a:xfrm>
              <a:off x="2726485" y="1235772"/>
              <a:ext cx="39185" cy="27603"/>
            </a:xfrm>
            <a:custGeom>
              <a:rect b="b" l="l" r="r" t="t"/>
              <a:pathLst>
                <a:path extrusionOk="0" h="2033" w="2886">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2" name="Google Shape;6772;p95"/>
            <p:cNvSpPr/>
            <p:nvPr/>
          </p:nvSpPr>
          <p:spPr>
            <a:xfrm>
              <a:off x="2452749" y="1237876"/>
              <a:ext cx="24249" cy="7875"/>
            </a:xfrm>
            <a:custGeom>
              <a:rect b="b" l="l" r="r" t="t"/>
              <a:pathLst>
                <a:path extrusionOk="0" h="580" w="1786">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3" name="Google Shape;6773;p95"/>
            <p:cNvSpPr/>
            <p:nvPr/>
          </p:nvSpPr>
          <p:spPr>
            <a:xfrm>
              <a:off x="2405554" y="1415592"/>
              <a:ext cx="14406" cy="8065"/>
            </a:xfrm>
            <a:custGeom>
              <a:rect b="b" l="l" r="r" t="t"/>
              <a:pathLst>
                <a:path extrusionOk="0" h="594" w="1061">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4" name="Google Shape;6774;p95"/>
            <p:cNvSpPr/>
            <p:nvPr/>
          </p:nvSpPr>
          <p:spPr>
            <a:xfrm>
              <a:off x="2399471" y="1241556"/>
              <a:ext cx="30047" cy="12613"/>
            </a:xfrm>
            <a:custGeom>
              <a:rect b="b" l="l" r="r" t="t"/>
              <a:pathLst>
                <a:path extrusionOk="0" h="929" w="2213">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5" name="Google Shape;6775;p95"/>
            <p:cNvSpPr/>
            <p:nvPr/>
          </p:nvSpPr>
          <p:spPr>
            <a:xfrm>
              <a:off x="2429179" y="1308887"/>
              <a:ext cx="131865" cy="90535"/>
            </a:xfrm>
            <a:custGeom>
              <a:rect b="b" l="l" r="r" t="t"/>
              <a:pathLst>
                <a:path extrusionOk="0" h="6668" w="9712">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6" name="Google Shape;6776;p95"/>
            <p:cNvSpPr/>
            <p:nvPr/>
          </p:nvSpPr>
          <p:spPr>
            <a:xfrm>
              <a:off x="2439104" y="1251861"/>
              <a:ext cx="6857" cy="1833"/>
            </a:xfrm>
            <a:custGeom>
              <a:rect b="b" l="l" r="r" t="t"/>
              <a:pathLst>
                <a:path extrusionOk="0" h="135" w="505">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7" name="Google Shape;6777;p95"/>
            <p:cNvSpPr/>
            <p:nvPr/>
          </p:nvSpPr>
          <p:spPr>
            <a:xfrm>
              <a:off x="2870271" y="1345763"/>
              <a:ext cx="11758" cy="4576"/>
            </a:xfrm>
            <a:custGeom>
              <a:rect b="b" l="l" r="r" t="t"/>
              <a:pathLst>
                <a:path extrusionOk="0" h="337" w="866">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8" name="Google Shape;6778;p95"/>
            <p:cNvSpPr/>
            <p:nvPr/>
          </p:nvSpPr>
          <p:spPr>
            <a:xfrm>
              <a:off x="2384020" y="1243620"/>
              <a:ext cx="22783" cy="4983"/>
            </a:xfrm>
            <a:custGeom>
              <a:rect b="b" l="l" r="r" t="t"/>
              <a:pathLst>
                <a:path extrusionOk="0" h="367" w="1678">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9" name="Google Shape;6779;p95"/>
            <p:cNvSpPr/>
            <p:nvPr/>
          </p:nvSpPr>
          <p:spPr>
            <a:xfrm>
              <a:off x="2517202" y="1238691"/>
              <a:ext cx="17406" cy="5404"/>
            </a:xfrm>
            <a:custGeom>
              <a:rect b="b" l="l" r="r" t="t"/>
              <a:pathLst>
                <a:path extrusionOk="0" h="398" w="1282">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0" name="Google Shape;6780;p95"/>
            <p:cNvSpPr/>
            <p:nvPr/>
          </p:nvSpPr>
          <p:spPr>
            <a:xfrm>
              <a:off x="2718026" y="1237646"/>
              <a:ext cx="8757" cy="2403"/>
            </a:xfrm>
            <a:custGeom>
              <a:rect b="b" l="l" r="r" t="t"/>
              <a:pathLst>
                <a:path extrusionOk="0" h="177" w="645">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1" name="Google Shape;6781;p95"/>
            <p:cNvSpPr/>
            <p:nvPr/>
          </p:nvSpPr>
          <p:spPr>
            <a:xfrm>
              <a:off x="2570534" y="1361377"/>
              <a:ext cx="11229" cy="4209"/>
            </a:xfrm>
            <a:custGeom>
              <a:rect b="b" l="l" r="r" t="t"/>
              <a:pathLst>
                <a:path extrusionOk="0" h="310" w="827">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2" name="Google Shape;6782;p95"/>
            <p:cNvSpPr/>
            <p:nvPr/>
          </p:nvSpPr>
          <p:spPr>
            <a:xfrm>
              <a:off x="2635516" y="1366890"/>
              <a:ext cx="4616" cy="2865"/>
            </a:xfrm>
            <a:custGeom>
              <a:rect b="b" l="l" r="r" t="t"/>
              <a:pathLst>
                <a:path extrusionOk="0" h="211" w="34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3" name="Google Shape;6783;p95"/>
            <p:cNvSpPr/>
            <p:nvPr/>
          </p:nvSpPr>
          <p:spPr>
            <a:xfrm>
              <a:off x="2491961" y="1240701"/>
              <a:ext cx="20176" cy="8119"/>
            </a:xfrm>
            <a:custGeom>
              <a:rect b="b" l="l" r="r" t="t"/>
              <a:pathLst>
                <a:path extrusionOk="0" h="598" w="1486">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4" name="Google Shape;6784;p95"/>
            <p:cNvSpPr/>
            <p:nvPr/>
          </p:nvSpPr>
          <p:spPr>
            <a:xfrm>
              <a:off x="2465159" y="1249621"/>
              <a:ext cx="23394" cy="6734"/>
            </a:xfrm>
            <a:custGeom>
              <a:rect b="b" l="l" r="r" t="t"/>
              <a:pathLst>
                <a:path extrusionOk="0" h="496" w="1723">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5" name="Google Shape;6785;p95"/>
            <p:cNvSpPr/>
            <p:nvPr/>
          </p:nvSpPr>
          <p:spPr>
            <a:xfrm>
              <a:off x="2466530" y="1232500"/>
              <a:ext cx="20597" cy="4358"/>
            </a:xfrm>
            <a:custGeom>
              <a:rect b="b" l="l" r="r" t="t"/>
              <a:pathLst>
                <a:path extrusionOk="0" h="321" w="1517">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6" name="Google Shape;6786;p95"/>
            <p:cNvSpPr/>
            <p:nvPr/>
          </p:nvSpPr>
          <p:spPr>
            <a:xfrm>
              <a:off x="2698353" y="1642147"/>
              <a:ext cx="54" cy="109"/>
            </a:xfrm>
            <a:custGeom>
              <a:rect b="b" l="l" r="r" t="t"/>
              <a:pathLst>
                <a:path extrusionOk="0" h="8" w="4">
                  <a:moveTo>
                    <a:pt x="0"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7" name="Google Shape;6787;p95"/>
            <p:cNvSpPr/>
            <p:nvPr/>
          </p:nvSpPr>
          <p:spPr>
            <a:xfrm>
              <a:off x="2818038" y="1630266"/>
              <a:ext cx="3625" cy="530"/>
            </a:xfrm>
            <a:custGeom>
              <a:rect b="b" l="l" r="r" t="t"/>
              <a:pathLst>
                <a:path extrusionOk="0" h="39" w="267">
                  <a:moveTo>
                    <a:pt x="0" y="39"/>
                  </a:moveTo>
                  <a:cubicBezTo>
                    <a:pt x="88" y="21"/>
                    <a:pt x="179" y="7"/>
                    <a:pt x="267" y="0"/>
                  </a:cubicBezTo>
                  <a:cubicBezTo>
                    <a:pt x="179" y="7"/>
                    <a:pt x="88" y="21"/>
                    <a:pt x="0" y="3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8" name="Google Shape;6788;p95"/>
            <p:cNvSpPr/>
            <p:nvPr/>
          </p:nvSpPr>
          <p:spPr>
            <a:xfrm>
              <a:off x="2835580" y="1633878"/>
              <a:ext cx="2430" cy="815"/>
            </a:xfrm>
            <a:custGeom>
              <a:rect b="b" l="l" r="r" t="t"/>
              <a:pathLst>
                <a:path extrusionOk="0" h="60" w="179">
                  <a:moveTo>
                    <a:pt x="0" y="0"/>
                  </a:moveTo>
                  <a:cubicBezTo>
                    <a:pt x="18" y="18"/>
                    <a:pt x="119" y="42"/>
                    <a:pt x="179" y="60"/>
                  </a:cubicBezTo>
                  <a:cubicBezTo>
                    <a:pt x="119" y="42"/>
                    <a:pt x="18" y="18"/>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9" name="Google Shape;6789;p95"/>
            <p:cNvSpPr/>
            <p:nvPr/>
          </p:nvSpPr>
          <p:spPr>
            <a:xfrm>
              <a:off x="2863808" y="1641861"/>
              <a:ext cx="584" cy="299"/>
            </a:xfrm>
            <a:custGeom>
              <a:rect b="b" l="l" r="r" t="t"/>
              <a:pathLst>
                <a:path extrusionOk="0" h="22" w="43">
                  <a:moveTo>
                    <a:pt x="1" y="22"/>
                  </a:moveTo>
                  <a:cubicBezTo>
                    <a:pt x="15" y="15"/>
                    <a:pt x="25" y="8"/>
                    <a:pt x="43" y="1"/>
                  </a:cubicBezTo>
                  <a:cubicBezTo>
                    <a:pt x="25" y="8"/>
                    <a:pt x="15" y="15"/>
                    <a:pt x="1"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0" name="Google Shape;6790;p95"/>
            <p:cNvSpPr/>
            <p:nvPr/>
          </p:nvSpPr>
          <p:spPr>
            <a:xfrm>
              <a:off x="2807149" y="1632778"/>
              <a:ext cx="2729" cy="1059"/>
            </a:xfrm>
            <a:custGeom>
              <a:rect b="b" l="l" r="r" t="t"/>
              <a:pathLst>
                <a:path extrusionOk="0" h="78" w="201">
                  <a:moveTo>
                    <a:pt x="1" y="1"/>
                  </a:moveTo>
                  <a:cubicBezTo>
                    <a:pt x="64" y="32"/>
                    <a:pt x="130" y="60"/>
                    <a:pt x="200" y="78"/>
                  </a:cubicBezTo>
                  <a:cubicBezTo>
                    <a:pt x="130" y="60"/>
                    <a:pt x="64" y="32"/>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1" name="Google Shape;6791;p95"/>
            <p:cNvSpPr/>
            <p:nvPr/>
          </p:nvSpPr>
          <p:spPr>
            <a:xfrm>
              <a:off x="2901553" y="1635249"/>
              <a:ext cx="204" cy="14"/>
            </a:xfrm>
            <a:custGeom>
              <a:rect b="b" l="l" r="r" t="t"/>
              <a:pathLst>
                <a:path extrusionOk="0" h="1" w="15">
                  <a:moveTo>
                    <a:pt x="0" y="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2" name="Google Shape;6792;p95"/>
            <p:cNvSpPr/>
            <p:nvPr/>
          </p:nvSpPr>
          <p:spPr>
            <a:xfrm>
              <a:off x="2907351" y="1636064"/>
              <a:ext cx="584" cy="299"/>
            </a:xfrm>
            <a:custGeom>
              <a:rect b="b" l="l" r="r" t="t"/>
              <a:pathLst>
                <a:path extrusionOk="0" h="22" w="43">
                  <a:moveTo>
                    <a:pt x="1" y="0"/>
                  </a:moveTo>
                  <a:cubicBezTo>
                    <a:pt x="15" y="7"/>
                    <a:pt x="29" y="14"/>
                    <a:pt x="39" y="21"/>
                  </a:cubicBezTo>
                  <a:lnTo>
                    <a:pt x="43" y="18"/>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3" name="Google Shape;6793;p95"/>
            <p:cNvSpPr/>
            <p:nvPr/>
          </p:nvSpPr>
          <p:spPr>
            <a:xfrm>
              <a:off x="2902355" y="1635154"/>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4" name="Google Shape;6794;p95"/>
            <p:cNvSpPr/>
            <p:nvPr/>
          </p:nvSpPr>
          <p:spPr>
            <a:xfrm>
              <a:off x="2873367" y="1638915"/>
              <a:ext cx="3286" cy="1018"/>
            </a:xfrm>
            <a:custGeom>
              <a:rect b="b" l="l" r="r" t="t"/>
              <a:pathLst>
                <a:path extrusionOk="0" h="75" w="242">
                  <a:moveTo>
                    <a:pt x="242" y="1"/>
                  </a:moveTo>
                  <a:lnTo>
                    <a:pt x="242" y="1"/>
                  </a:lnTo>
                  <a:cubicBezTo>
                    <a:pt x="151" y="15"/>
                    <a:pt x="60" y="29"/>
                    <a:pt x="0" y="74"/>
                  </a:cubicBezTo>
                  <a:cubicBezTo>
                    <a:pt x="60" y="29"/>
                    <a:pt x="154" y="15"/>
                    <a:pt x="24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5" name="Google Shape;6795;p95"/>
            <p:cNvSpPr/>
            <p:nvPr/>
          </p:nvSpPr>
          <p:spPr>
            <a:xfrm>
              <a:off x="2746879" y="1634258"/>
              <a:ext cx="3299" cy="1494"/>
            </a:xfrm>
            <a:custGeom>
              <a:rect b="b" l="l" r="r" t="t"/>
              <a:pathLst>
                <a:path extrusionOk="0" h="110" w="243">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6" name="Google Shape;6796;p95"/>
            <p:cNvSpPr/>
            <p:nvPr/>
          </p:nvSpPr>
          <p:spPr>
            <a:xfrm>
              <a:off x="2716221" y="1632113"/>
              <a:ext cx="2444" cy="1534"/>
            </a:xfrm>
            <a:custGeom>
              <a:rect b="b" l="l" r="r" t="t"/>
              <a:pathLst>
                <a:path extrusionOk="0" h="113" w="180">
                  <a:moveTo>
                    <a:pt x="1" y="113"/>
                  </a:moveTo>
                  <a:cubicBezTo>
                    <a:pt x="57" y="67"/>
                    <a:pt x="116" y="29"/>
                    <a:pt x="179" y="1"/>
                  </a:cubicBezTo>
                  <a:cubicBezTo>
                    <a:pt x="116" y="29"/>
                    <a:pt x="57" y="67"/>
                    <a:pt x="1" y="11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7" name="Google Shape;6797;p95"/>
            <p:cNvSpPr/>
            <p:nvPr/>
          </p:nvSpPr>
          <p:spPr>
            <a:xfrm>
              <a:off x="2699059" y="1641440"/>
              <a:ext cx="109" cy="54"/>
            </a:xfrm>
            <a:custGeom>
              <a:rect b="b" l="l" r="r" t="t"/>
              <a:pathLst>
                <a:path extrusionOk="0" h="4" w="8">
                  <a:moveTo>
                    <a:pt x="1" y="4"/>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8" name="Google Shape;6798;p95"/>
            <p:cNvSpPr/>
            <p:nvPr/>
          </p:nvSpPr>
          <p:spPr>
            <a:xfrm>
              <a:off x="2698869" y="1641576"/>
              <a:ext cx="68" cy="109"/>
            </a:xfrm>
            <a:custGeom>
              <a:rect b="b" l="l" r="r" t="t"/>
              <a:pathLst>
                <a:path extrusionOk="0" h="8" w="5">
                  <a:moveTo>
                    <a:pt x="1"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9" name="Google Shape;6799;p95"/>
            <p:cNvSpPr/>
            <p:nvPr/>
          </p:nvSpPr>
          <p:spPr>
            <a:xfrm>
              <a:off x="2698678" y="1641726"/>
              <a:ext cx="68" cy="109"/>
            </a:xfrm>
            <a:custGeom>
              <a:rect b="b" l="l" r="r" t="t"/>
              <a:pathLst>
                <a:path extrusionOk="0" h="8" w="5">
                  <a:moveTo>
                    <a:pt x="1"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0" name="Google Shape;6800;p95"/>
            <p:cNvSpPr/>
            <p:nvPr/>
          </p:nvSpPr>
          <p:spPr>
            <a:xfrm>
              <a:off x="2698543" y="1641916"/>
              <a:ext cx="54" cy="54"/>
            </a:xfrm>
            <a:custGeom>
              <a:rect b="b" l="l" r="r" t="t"/>
              <a:pathLst>
                <a:path extrusionOk="0" h="4" w="4">
                  <a:moveTo>
                    <a:pt x="0" y="4"/>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1" name="Google Shape;6801;p95"/>
            <p:cNvSpPr/>
            <p:nvPr/>
          </p:nvSpPr>
          <p:spPr>
            <a:xfrm>
              <a:off x="2700348" y="1640870"/>
              <a:ext cx="54" cy="14"/>
            </a:xfrm>
            <a:custGeom>
              <a:rect b="b" l="l" r="r" t="t"/>
              <a:pathLst>
                <a:path extrusionOk="0" h="1" w="4">
                  <a:moveTo>
                    <a:pt x="0"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2" name="Google Shape;6802;p95"/>
            <p:cNvSpPr/>
            <p:nvPr/>
          </p:nvSpPr>
          <p:spPr>
            <a:xfrm>
              <a:off x="2699629" y="1641155"/>
              <a:ext cx="68" cy="14"/>
            </a:xfrm>
            <a:custGeom>
              <a:rect b="b" l="l" r="r" t="t"/>
              <a:pathLst>
                <a:path extrusionOk="0" h="1" w="5">
                  <a:moveTo>
                    <a:pt x="1"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3" name="Google Shape;6803;p95"/>
            <p:cNvSpPr/>
            <p:nvPr/>
          </p:nvSpPr>
          <p:spPr>
            <a:xfrm>
              <a:off x="2698448" y="1642051"/>
              <a:ext cx="54" cy="68"/>
            </a:xfrm>
            <a:custGeom>
              <a:rect b="b" l="l" r="r" t="t"/>
              <a:pathLst>
                <a:path extrusionOk="0" h="5" w="4">
                  <a:moveTo>
                    <a:pt x="0" y="4"/>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4" name="Google Shape;6804;p95"/>
            <p:cNvSpPr/>
            <p:nvPr/>
          </p:nvSpPr>
          <p:spPr>
            <a:xfrm>
              <a:off x="2699968" y="1641006"/>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5" name="Google Shape;6805;p95"/>
            <p:cNvSpPr/>
            <p:nvPr/>
          </p:nvSpPr>
          <p:spPr>
            <a:xfrm>
              <a:off x="2699303" y="1641291"/>
              <a:ext cx="109" cy="68"/>
            </a:xfrm>
            <a:custGeom>
              <a:rect b="b" l="l" r="r" t="t"/>
              <a:pathLst>
                <a:path extrusionOk="0" h="5" w="8">
                  <a:moveTo>
                    <a:pt x="0" y="4"/>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6" name="Google Shape;6806;p95"/>
            <p:cNvSpPr/>
            <p:nvPr/>
          </p:nvSpPr>
          <p:spPr>
            <a:xfrm>
              <a:off x="2750164" y="1633688"/>
              <a:ext cx="6952" cy="2050"/>
            </a:xfrm>
            <a:custGeom>
              <a:rect b="b" l="l" r="r" t="t"/>
              <a:pathLst>
                <a:path extrusionOk="0" h="151" w="512">
                  <a:moveTo>
                    <a:pt x="511" y="116"/>
                  </a:moveTo>
                  <a:cubicBezTo>
                    <a:pt x="319" y="0"/>
                    <a:pt x="98" y="74"/>
                    <a:pt x="0" y="151"/>
                  </a:cubicBezTo>
                  <a:lnTo>
                    <a:pt x="0" y="151"/>
                  </a:lnTo>
                  <a:cubicBezTo>
                    <a:pt x="98" y="74"/>
                    <a:pt x="319" y="0"/>
                    <a:pt x="511" y="11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7" name="Google Shape;6807;p95"/>
            <p:cNvSpPr/>
            <p:nvPr/>
          </p:nvSpPr>
          <p:spPr>
            <a:xfrm>
              <a:off x="2757102" y="1635249"/>
              <a:ext cx="3666" cy="2009"/>
            </a:xfrm>
            <a:custGeom>
              <a:rect b="b" l="l" r="r" t="t"/>
              <a:pathLst>
                <a:path extrusionOk="0" h="148" w="27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8" name="Google Shape;6808;p95"/>
            <p:cNvSpPr/>
            <p:nvPr/>
          </p:nvSpPr>
          <p:spPr>
            <a:xfrm>
              <a:off x="2728291" y="1626980"/>
              <a:ext cx="3489" cy="204"/>
            </a:xfrm>
            <a:custGeom>
              <a:rect b="b" l="l" r="r" t="t"/>
              <a:pathLst>
                <a:path extrusionOk="0" h="15" w="257">
                  <a:moveTo>
                    <a:pt x="256" y="15"/>
                  </a:moveTo>
                  <a:cubicBezTo>
                    <a:pt x="172" y="1"/>
                    <a:pt x="85" y="1"/>
                    <a:pt x="1" y="11"/>
                  </a:cubicBezTo>
                  <a:cubicBezTo>
                    <a:pt x="85" y="1"/>
                    <a:pt x="172" y="1"/>
                    <a:pt x="256"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9" name="Google Shape;6809;p95"/>
            <p:cNvSpPr/>
            <p:nvPr/>
          </p:nvSpPr>
          <p:spPr>
            <a:xfrm>
              <a:off x="2720688" y="1629126"/>
              <a:ext cx="3340" cy="1670"/>
            </a:xfrm>
            <a:custGeom>
              <a:rect b="b" l="l" r="r" t="t"/>
              <a:pathLst>
                <a:path extrusionOk="0" h="123" w="246">
                  <a:moveTo>
                    <a:pt x="246" y="0"/>
                  </a:moveTo>
                  <a:cubicBezTo>
                    <a:pt x="144" y="21"/>
                    <a:pt x="39" y="42"/>
                    <a:pt x="1" y="123"/>
                  </a:cubicBezTo>
                  <a:cubicBezTo>
                    <a:pt x="39" y="46"/>
                    <a:pt x="144" y="21"/>
                    <a:pt x="24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0" name="Google Shape;6810;p95"/>
            <p:cNvSpPr/>
            <p:nvPr/>
          </p:nvSpPr>
          <p:spPr>
            <a:xfrm>
              <a:off x="2697877" y="1642337"/>
              <a:ext cx="434" cy="109"/>
            </a:xfrm>
            <a:custGeom>
              <a:rect b="b" l="l" r="r" t="t"/>
              <a:pathLst>
                <a:path extrusionOk="0" h="8" w="32">
                  <a:moveTo>
                    <a:pt x="25" y="8"/>
                  </a:moveTo>
                  <a:lnTo>
                    <a:pt x="32" y="8"/>
                  </a:lnTo>
                  <a:lnTo>
                    <a:pt x="32" y="1"/>
                  </a:lnTo>
                  <a:lnTo>
                    <a:pt x="32" y="8"/>
                  </a:lnTo>
                  <a:cubicBezTo>
                    <a:pt x="21" y="8"/>
                    <a:pt x="11" y="8"/>
                    <a:pt x="0" y="8"/>
                  </a:cubicBez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1" name="Google Shape;6811;p95"/>
            <p:cNvSpPr/>
            <p:nvPr/>
          </p:nvSpPr>
          <p:spPr>
            <a:xfrm>
              <a:off x="2761094" y="1634923"/>
              <a:ext cx="3666" cy="2200"/>
            </a:xfrm>
            <a:custGeom>
              <a:rect b="b" l="l" r="r" t="t"/>
              <a:pathLst>
                <a:path extrusionOk="0" h="162" w="270">
                  <a:moveTo>
                    <a:pt x="270" y="0"/>
                  </a:moveTo>
                  <a:cubicBezTo>
                    <a:pt x="154" y="42"/>
                    <a:pt x="46" y="84"/>
                    <a:pt x="0" y="161"/>
                  </a:cubicBezTo>
                  <a:cubicBezTo>
                    <a:pt x="46" y="84"/>
                    <a:pt x="154" y="42"/>
                    <a:pt x="27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2" name="Google Shape;6812;p95"/>
            <p:cNvSpPr/>
            <p:nvPr/>
          </p:nvSpPr>
          <p:spPr>
            <a:xfrm>
              <a:off x="2741991" y="1628963"/>
              <a:ext cx="2240" cy="2688"/>
            </a:xfrm>
            <a:custGeom>
              <a:rect b="b" l="l" r="r" t="t"/>
              <a:pathLst>
                <a:path extrusionOk="0" h="198" w="165">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3" name="Google Shape;6813;p95"/>
            <p:cNvSpPr/>
            <p:nvPr/>
          </p:nvSpPr>
          <p:spPr>
            <a:xfrm>
              <a:off x="2895851" y="1634774"/>
              <a:ext cx="3571" cy="964"/>
            </a:xfrm>
            <a:custGeom>
              <a:rect b="b" l="l" r="r" t="t"/>
              <a:pathLst>
                <a:path extrusionOk="0" h="71" w="263">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4" name="Google Shape;6814;p95"/>
            <p:cNvSpPr/>
            <p:nvPr/>
          </p:nvSpPr>
          <p:spPr>
            <a:xfrm>
              <a:off x="2850271" y="1641576"/>
              <a:ext cx="6191" cy="1208"/>
            </a:xfrm>
            <a:custGeom>
              <a:rect b="b" l="l" r="r" t="t"/>
              <a:pathLst>
                <a:path extrusionOk="0" h="89" w="456">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5" name="Google Shape;6815;p95"/>
            <p:cNvSpPr/>
            <p:nvPr/>
          </p:nvSpPr>
          <p:spPr>
            <a:xfrm>
              <a:off x="2868370" y="1640300"/>
              <a:ext cx="3965" cy="774"/>
            </a:xfrm>
            <a:custGeom>
              <a:rect b="b" l="l" r="r" t="t"/>
              <a:pathLst>
                <a:path extrusionOk="0" h="57" w="292">
                  <a:moveTo>
                    <a:pt x="291" y="0"/>
                  </a:moveTo>
                  <a:cubicBezTo>
                    <a:pt x="211" y="21"/>
                    <a:pt x="95" y="39"/>
                    <a:pt x="1" y="56"/>
                  </a:cubicBezTo>
                  <a:cubicBezTo>
                    <a:pt x="95" y="42"/>
                    <a:pt x="211" y="21"/>
                    <a:pt x="29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6" name="Google Shape;6816;p95"/>
            <p:cNvSpPr/>
            <p:nvPr/>
          </p:nvSpPr>
          <p:spPr>
            <a:xfrm>
              <a:off x="2799315" y="1625840"/>
              <a:ext cx="394" cy="2824"/>
            </a:xfrm>
            <a:custGeom>
              <a:rect b="b" l="l" r="r" t="t"/>
              <a:pathLst>
                <a:path extrusionOk="0" h="208" w="29">
                  <a:moveTo>
                    <a:pt x="28" y="207"/>
                  </a:moveTo>
                  <a:cubicBezTo>
                    <a:pt x="0" y="176"/>
                    <a:pt x="4" y="78"/>
                    <a:pt x="4" y="1"/>
                  </a:cubicBezTo>
                  <a:cubicBezTo>
                    <a:pt x="4" y="78"/>
                    <a:pt x="0" y="176"/>
                    <a:pt x="28" y="20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7" name="Google Shape;6817;p95"/>
            <p:cNvSpPr/>
            <p:nvPr/>
          </p:nvSpPr>
          <p:spPr>
            <a:xfrm>
              <a:off x="2845696" y="1640911"/>
              <a:ext cx="4290" cy="638"/>
            </a:xfrm>
            <a:custGeom>
              <a:rect b="b" l="l" r="r" t="t"/>
              <a:pathLst>
                <a:path extrusionOk="0" h="47" w="316">
                  <a:moveTo>
                    <a:pt x="316" y="46"/>
                  </a:moveTo>
                  <a:cubicBezTo>
                    <a:pt x="211" y="43"/>
                    <a:pt x="22" y="36"/>
                    <a:pt x="1" y="1"/>
                  </a:cubicBezTo>
                  <a:cubicBezTo>
                    <a:pt x="22" y="36"/>
                    <a:pt x="211" y="43"/>
                    <a:pt x="316" y="4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8" name="Google Shape;6818;p95"/>
            <p:cNvSpPr/>
            <p:nvPr/>
          </p:nvSpPr>
          <p:spPr>
            <a:xfrm>
              <a:off x="2342147" y="1694393"/>
              <a:ext cx="190" cy="54"/>
            </a:xfrm>
            <a:custGeom>
              <a:rect b="b" l="l" r="r" t="t"/>
              <a:pathLst>
                <a:path extrusionOk="0" h="4" w="14">
                  <a:moveTo>
                    <a:pt x="0" y="4"/>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9" name="Google Shape;6819;p95"/>
            <p:cNvSpPr/>
            <p:nvPr/>
          </p:nvSpPr>
          <p:spPr>
            <a:xfrm>
              <a:off x="2342527" y="1694243"/>
              <a:ext cx="109" cy="54"/>
            </a:xfrm>
            <a:custGeom>
              <a:rect b="b" l="l" r="r" t="t"/>
              <a:pathLst>
                <a:path extrusionOk="0" h="4" w="8">
                  <a:moveTo>
                    <a:pt x="0" y="4"/>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0" name="Google Shape;6820;p95"/>
            <p:cNvSpPr/>
            <p:nvPr/>
          </p:nvSpPr>
          <p:spPr>
            <a:xfrm>
              <a:off x="2342812" y="1694148"/>
              <a:ext cx="109" cy="54"/>
            </a:xfrm>
            <a:custGeom>
              <a:rect b="b" l="l" r="r" t="t"/>
              <a:pathLst>
                <a:path extrusionOk="0" h="4" w="8">
                  <a:moveTo>
                    <a:pt x="0" y="4"/>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1" name="Google Shape;6821;p95"/>
            <p:cNvSpPr/>
            <p:nvPr/>
          </p:nvSpPr>
          <p:spPr>
            <a:xfrm>
              <a:off x="2341767" y="1694529"/>
              <a:ext cx="190" cy="109"/>
            </a:xfrm>
            <a:custGeom>
              <a:rect b="b" l="l" r="r" t="t"/>
              <a:pathLst>
                <a:path extrusionOk="0" h="8" w="14">
                  <a:moveTo>
                    <a:pt x="0" y="8"/>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2" name="Google Shape;6822;p95"/>
            <p:cNvSpPr/>
            <p:nvPr/>
          </p:nvSpPr>
          <p:spPr>
            <a:xfrm>
              <a:off x="2341278" y="1694773"/>
              <a:ext cx="258" cy="109"/>
            </a:xfrm>
            <a:custGeom>
              <a:rect b="b" l="l" r="r" t="t"/>
              <a:pathLst>
                <a:path extrusionOk="0" h="8" w="19">
                  <a:moveTo>
                    <a:pt x="1" y="7"/>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3" name="Google Shape;6823;p95"/>
            <p:cNvSpPr/>
            <p:nvPr/>
          </p:nvSpPr>
          <p:spPr>
            <a:xfrm>
              <a:off x="2371230" y="1702227"/>
              <a:ext cx="1208" cy="923"/>
            </a:xfrm>
            <a:custGeom>
              <a:rect b="b" l="l" r="r" t="t"/>
              <a:pathLst>
                <a:path extrusionOk="0" h="68" w="89">
                  <a:moveTo>
                    <a:pt x="1" y="1"/>
                  </a:moveTo>
                  <a:cubicBezTo>
                    <a:pt x="29" y="25"/>
                    <a:pt x="57" y="50"/>
                    <a:pt x="88" y="67"/>
                  </a:cubicBezTo>
                  <a:cubicBezTo>
                    <a:pt x="57" y="50"/>
                    <a:pt x="29" y="25"/>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4" name="Google Shape;6824;p95"/>
            <p:cNvSpPr/>
            <p:nvPr/>
          </p:nvSpPr>
          <p:spPr>
            <a:xfrm>
              <a:off x="2343043" y="1694148"/>
              <a:ext cx="68" cy="14"/>
            </a:xfrm>
            <a:custGeom>
              <a:rect b="b" l="l" r="r" t="t"/>
              <a:pathLst>
                <a:path extrusionOk="0" h="1" w="5">
                  <a:moveTo>
                    <a:pt x="1"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5" name="Google Shape;6825;p95"/>
            <p:cNvSpPr/>
            <p:nvPr/>
          </p:nvSpPr>
          <p:spPr>
            <a:xfrm>
              <a:off x="2385676" y="1707223"/>
              <a:ext cx="14" cy="54"/>
            </a:xfrm>
            <a:custGeom>
              <a:rect b="b" l="l" r="r" t="t"/>
              <a:pathLst>
                <a:path extrusionOk="0" h="4" w="1">
                  <a:moveTo>
                    <a:pt x="1"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6" name="Google Shape;6826;p95"/>
            <p:cNvSpPr/>
            <p:nvPr/>
          </p:nvSpPr>
          <p:spPr>
            <a:xfrm>
              <a:off x="2340708" y="1695058"/>
              <a:ext cx="299" cy="149"/>
            </a:xfrm>
            <a:custGeom>
              <a:rect b="b" l="l" r="r" t="t"/>
              <a:pathLst>
                <a:path extrusionOk="0" h="11" w="22">
                  <a:moveTo>
                    <a:pt x="1" y="11"/>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7" name="Google Shape;6827;p95"/>
            <p:cNvSpPr/>
            <p:nvPr/>
          </p:nvSpPr>
          <p:spPr>
            <a:xfrm>
              <a:off x="2372520" y="1702892"/>
              <a:ext cx="489" cy="299"/>
            </a:xfrm>
            <a:custGeom>
              <a:rect b="b" l="l" r="r" t="t"/>
              <a:pathLst>
                <a:path extrusionOk="0" h="22" w="36">
                  <a:moveTo>
                    <a:pt x="0" y="22"/>
                  </a:moveTo>
                  <a:cubicBezTo>
                    <a:pt x="11" y="11"/>
                    <a:pt x="21" y="4"/>
                    <a:pt x="35" y="1"/>
                  </a:cubicBezTo>
                  <a:cubicBezTo>
                    <a:pt x="21" y="4"/>
                    <a:pt x="11" y="11"/>
                    <a:pt x="0"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8" name="Google Shape;6828;p95"/>
            <p:cNvSpPr/>
            <p:nvPr/>
          </p:nvSpPr>
          <p:spPr>
            <a:xfrm>
              <a:off x="2372995" y="1701942"/>
              <a:ext cx="7617" cy="923"/>
            </a:xfrm>
            <a:custGeom>
              <a:rect b="b" l="l" r="r" t="t"/>
              <a:pathLst>
                <a:path extrusionOk="0" h="68" w="561">
                  <a:moveTo>
                    <a:pt x="560" y="1"/>
                  </a:moveTo>
                  <a:cubicBezTo>
                    <a:pt x="273" y="1"/>
                    <a:pt x="91" y="25"/>
                    <a:pt x="0" y="67"/>
                  </a:cubicBezTo>
                  <a:cubicBezTo>
                    <a:pt x="91" y="25"/>
                    <a:pt x="273" y="4"/>
                    <a:pt x="56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9" name="Google Shape;6829;p95"/>
            <p:cNvSpPr/>
            <p:nvPr/>
          </p:nvSpPr>
          <p:spPr>
            <a:xfrm>
              <a:off x="2343287" y="1694040"/>
              <a:ext cx="9518" cy="2878"/>
            </a:xfrm>
            <a:custGeom>
              <a:rect b="b" l="l" r="r" t="t"/>
              <a:pathLst>
                <a:path extrusionOk="0" h="212" w="701">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0" name="Google Shape;6830;p95"/>
            <p:cNvSpPr/>
            <p:nvPr/>
          </p:nvSpPr>
          <p:spPr>
            <a:xfrm>
              <a:off x="2385771" y="1707509"/>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1" name="Google Shape;6831;p95"/>
            <p:cNvSpPr/>
            <p:nvPr/>
          </p:nvSpPr>
          <p:spPr>
            <a:xfrm>
              <a:off x="2386667" y="1707807"/>
              <a:ext cx="3870" cy="2227"/>
            </a:xfrm>
            <a:custGeom>
              <a:rect b="b" l="l" r="r" t="t"/>
              <a:pathLst>
                <a:path extrusionOk="0" h="164" w="285">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2" name="Google Shape;6832;p95"/>
            <p:cNvSpPr/>
            <p:nvPr/>
          </p:nvSpPr>
          <p:spPr>
            <a:xfrm>
              <a:off x="2210472" y="1589344"/>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3" name="Google Shape;6833;p95"/>
            <p:cNvSpPr/>
            <p:nvPr/>
          </p:nvSpPr>
          <p:spPr>
            <a:xfrm>
              <a:off x="2211138" y="1589344"/>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4" name="Google Shape;6834;p95"/>
            <p:cNvSpPr/>
            <p:nvPr/>
          </p:nvSpPr>
          <p:spPr>
            <a:xfrm>
              <a:off x="2198728" y="1588678"/>
              <a:ext cx="353" cy="54"/>
            </a:xfrm>
            <a:custGeom>
              <a:rect b="b" l="l" r="r" t="t"/>
              <a:pathLst>
                <a:path extrusionOk="0" h="4" w="26">
                  <a:moveTo>
                    <a:pt x="25"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5" name="Google Shape;6835;p95"/>
            <p:cNvSpPr/>
            <p:nvPr/>
          </p:nvSpPr>
          <p:spPr>
            <a:xfrm>
              <a:off x="2198253" y="1588678"/>
              <a:ext cx="258" cy="14"/>
            </a:xfrm>
            <a:custGeom>
              <a:rect b="b" l="l" r="r" t="t"/>
              <a:pathLst>
                <a:path extrusionOk="0" h="1" w="19">
                  <a:moveTo>
                    <a:pt x="1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6" name="Google Shape;6836;p95"/>
            <p:cNvSpPr/>
            <p:nvPr/>
          </p:nvSpPr>
          <p:spPr>
            <a:xfrm>
              <a:off x="2194071" y="1587579"/>
              <a:ext cx="163" cy="68"/>
            </a:xfrm>
            <a:custGeom>
              <a:rect b="b" l="l" r="r" t="t"/>
              <a:pathLst>
                <a:path extrusionOk="0" h="5" w="12">
                  <a:moveTo>
                    <a:pt x="1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7" name="Google Shape;6837;p95"/>
            <p:cNvSpPr/>
            <p:nvPr/>
          </p:nvSpPr>
          <p:spPr>
            <a:xfrm>
              <a:off x="2193650" y="1587443"/>
              <a:ext cx="54" cy="14"/>
            </a:xfrm>
            <a:custGeom>
              <a:rect b="b" l="l" r="r" t="t"/>
              <a:pathLst>
                <a:path extrusionOk="0" h="1" w="4">
                  <a:moveTo>
                    <a:pt x="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8" name="Google Shape;6838;p95"/>
            <p:cNvSpPr/>
            <p:nvPr/>
          </p:nvSpPr>
          <p:spPr>
            <a:xfrm>
              <a:off x="2197777" y="1588583"/>
              <a:ext cx="204" cy="14"/>
            </a:xfrm>
            <a:custGeom>
              <a:rect b="b" l="l" r="r" t="t"/>
              <a:pathLst>
                <a:path extrusionOk="0" h="1" w="15">
                  <a:moveTo>
                    <a:pt x="15"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9" name="Google Shape;6839;p95"/>
            <p:cNvSpPr/>
            <p:nvPr/>
          </p:nvSpPr>
          <p:spPr>
            <a:xfrm>
              <a:off x="2209807" y="1589384"/>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0" name="Google Shape;6840;p95"/>
            <p:cNvSpPr/>
            <p:nvPr/>
          </p:nvSpPr>
          <p:spPr>
            <a:xfrm>
              <a:off x="2199298" y="1588719"/>
              <a:ext cx="353" cy="68"/>
            </a:xfrm>
            <a:custGeom>
              <a:rect b="b" l="l" r="r" t="t"/>
              <a:pathLst>
                <a:path extrusionOk="0" h="5" w="26">
                  <a:moveTo>
                    <a:pt x="25"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1" name="Google Shape;6841;p95"/>
            <p:cNvSpPr/>
            <p:nvPr/>
          </p:nvSpPr>
          <p:spPr>
            <a:xfrm>
              <a:off x="2208436" y="1589344"/>
              <a:ext cx="679" cy="14"/>
            </a:xfrm>
            <a:custGeom>
              <a:rect b="b" l="l" r="r" t="t"/>
              <a:pathLst>
                <a:path extrusionOk="0" h="1" w="50">
                  <a:moveTo>
                    <a:pt x="49"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2" name="Google Shape;6842;p95"/>
            <p:cNvSpPr/>
            <p:nvPr/>
          </p:nvSpPr>
          <p:spPr>
            <a:xfrm>
              <a:off x="2202448" y="1589004"/>
              <a:ext cx="5947" cy="353"/>
            </a:xfrm>
            <a:custGeom>
              <a:rect b="b" l="l" r="r" t="t"/>
              <a:pathLst>
                <a:path extrusionOk="0" h="26" w="438">
                  <a:moveTo>
                    <a:pt x="438" y="25"/>
                  </a:moveTo>
                  <a:cubicBezTo>
                    <a:pt x="294" y="22"/>
                    <a:pt x="140" y="11"/>
                    <a:pt x="0" y="1"/>
                  </a:cubicBezTo>
                  <a:cubicBezTo>
                    <a:pt x="140" y="11"/>
                    <a:pt x="294" y="22"/>
                    <a:pt x="438"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3" name="Google Shape;6843;p95"/>
            <p:cNvSpPr/>
            <p:nvPr/>
          </p:nvSpPr>
          <p:spPr>
            <a:xfrm>
              <a:off x="2213228" y="1589194"/>
              <a:ext cx="299" cy="14"/>
            </a:xfrm>
            <a:custGeom>
              <a:rect b="b" l="l" r="r" t="t"/>
              <a:pathLst>
                <a:path extrusionOk="0" h="1" w="22">
                  <a:moveTo>
                    <a:pt x="22"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4" name="Google Shape;6844;p95"/>
            <p:cNvSpPr/>
            <p:nvPr/>
          </p:nvSpPr>
          <p:spPr>
            <a:xfrm>
              <a:off x="2212047" y="1589289"/>
              <a:ext cx="339" cy="14"/>
            </a:xfrm>
            <a:custGeom>
              <a:rect b="b" l="l" r="r" t="t"/>
              <a:pathLst>
                <a:path extrusionOk="0" h="1" w="25">
                  <a:moveTo>
                    <a:pt x="25"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5" name="Google Shape;6845;p95"/>
            <p:cNvSpPr/>
            <p:nvPr/>
          </p:nvSpPr>
          <p:spPr>
            <a:xfrm>
              <a:off x="2211382" y="1589289"/>
              <a:ext cx="394" cy="14"/>
            </a:xfrm>
            <a:custGeom>
              <a:rect b="b" l="l" r="r" t="t"/>
              <a:pathLst>
                <a:path extrusionOk="0" h="1" w="29">
                  <a:moveTo>
                    <a:pt x="28"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6" name="Google Shape;6846;p95"/>
            <p:cNvSpPr/>
            <p:nvPr/>
          </p:nvSpPr>
          <p:spPr>
            <a:xfrm>
              <a:off x="2195876" y="1588244"/>
              <a:ext cx="109" cy="68"/>
            </a:xfrm>
            <a:custGeom>
              <a:rect b="b" l="l" r="r" t="t"/>
              <a:pathLst>
                <a:path extrusionOk="0" h="5" w="8">
                  <a:moveTo>
                    <a:pt x="8"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7" name="Google Shape;6847;p95"/>
            <p:cNvSpPr/>
            <p:nvPr/>
          </p:nvSpPr>
          <p:spPr>
            <a:xfrm>
              <a:off x="2195456" y="1588108"/>
              <a:ext cx="149" cy="109"/>
            </a:xfrm>
            <a:custGeom>
              <a:rect b="b" l="l" r="r" t="t"/>
              <a:pathLst>
                <a:path extrusionOk="0" h="8" w="11">
                  <a:moveTo>
                    <a:pt x="11"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8" name="Google Shape;6848;p95"/>
            <p:cNvSpPr/>
            <p:nvPr/>
          </p:nvSpPr>
          <p:spPr>
            <a:xfrm>
              <a:off x="2196067" y="1588339"/>
              <a:ext cx="163" cy="14"/>
            </a:xfrm>
            <a:custGeom>
              <a:rect b="b" l="l" r="r" t="t"/>
              <a:pathLst>
                <a:path extrusionOk="0" h="1" w="12">
                  <a:moveTo>
                    <a:pt x="11"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9" name="Google Shape;6849;p95"/>
            <p:cNvSpPr/>
            <p:nvPr/>
          </p:nvSpPr>
          <p:spPr>
            <a:xfrm>
              <a:off x="2212658" y="1589249"/>
              <a:ext cx="299" cy="14"/>
            </a:xfrm>
            <a:custGeom>
              <a:rect b="b" l="l" r="r" t="t"/>
              <a:pathLst>
                <a:path extrusionOk="0" h="1" w="22">
                  <a:moveTo>
                    <a:pt x="22"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0" name="Google Shape;6850;p95"/>
            <p:cNvSpPr/>
            <p:nvPr/>
          </p:nvSpPr>
          <p:spPr>
            <a:xfrm>
              <a:off x="2196352" y="1588393"/>
              <a:ext cx="109" cy="14"/>
            </a:xfrm>
            <a:custGeom>
              <a:rect b="b" l="l" r="r" t="t"/>
              <a:pathLst>
                <a:path extrusionOk="0" h="1" w="8">
                  <a:moveTo>
                    <a:pt x="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1" name="Google Shape;6851;p95"/>
            <p:cNvSpPr/>
            <p:nvPr/>
          </p:nvSpPr>
          <p:spPr>
            <a:xfrm>
              <a:off x="2194641" y="1587769"/>
              <a:ext cx="258" cy="109"/>
            </a:xfrm>
            <a:custGeom>
              <a:rect b="b" l="l" r="r" t="t"/>
              <a:pathLst>
                <a:path extrusionOk="0" h="8" w="19">
                  <a:moveTo>
                    <a:pt x="18"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2" name="Google Shape;6852;p95"/>
            <p:cNvSpPr/>
            <p:nvPr/>
          </p:nvSpPr>
          <p:spPr>
            <a:xfrm>
              <a:off x="2196976" y="1588488"/>
              <a:ext cx="149" cy="14"/>
            </a:xfrm>
            <a:custGeom>
              <a:rect b="b" l="l" r="r" t="t"/>
              <a:pathLst>
                <a:path extrusionOk="0" h="1" w="11">
                  <a:moveTo>
                    <a:pt x="11"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3" name="Google Shape;6853;p95"/>
            <p:cNvSpPr/>
            <p:nvPr/>
          </p:nvSpPr>
          <p:spPr>
            <a:xfrm>
              <a:off x="2195075" y="1587959"/>
              <a:ext cx="204" cy="68"/>
            </a:xfrm>
            <a:custGeom>
              <a:rect b="b" l="l" r="r" t="t"/>
              <a:pathLst>
                <a:path extrusionOk="0" h="5" w="15">
                  <a:moveTo>
                    <a:pt x="14"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4" name="Google Shape;6854;p95"/>
            <p:cNvSpPr/>
            <p:nvPr/>
          </p:nvSpPr>
          <p:spPr>
            <a:xfrm>
              <a:off x="2197356" y="1588529"/>
              <a:ext cx="204" cy="14"/>
            </a:xfrm>
            <a:custGeom>
              <a:rect b="b" l="l" r="r" t="t"/>
              <a:pathLst>
                <a:path extrusionOk="0" h="1" w="15">
                  <a:moveTo>
                    <a:pt x="1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5" name="Google Shape;6855;p95"/>
            <p:cNvSpPr/>
            <p:nvPr/>
          </p:nvSpPr>
          <p:spPr>
            <a:xfrm>
              <a:off x="2196637" y="1588434"/>
              <a:ext cx="163" cy="14"/>
            </a:xfrm>
            <a:custGeom>
              <a:rect b="b" l="l" r="r" t="t"/>
              <a:pathLst>
                <a:path extrusionOk="0" h="1" w="12">
                  <a:moveTo>
                    <a:pt x="11"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6" name="Google Shape;6856;p95"/>
            <p:cNvSpPr/>
            <p:nvPr/>
          </p:nvSpPr>
          <p:spPr>
            <a:xfrm>
              <a:off x="2201783" y="1588963"/>
              <a:ext cx="625" cy="54"/>
            </a:xfrm>
            <a:custGeom>
              <a:rect b="b" l="l" r="r" t="t"/>
              <a:pathLst>
                <a:path extrusionOk="0" h="4" w="46">
                  <a:moveTo>
                    <a:pt x="46"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7" name="Google Shape;6857;p95"/>
            <p:cNvSpPr/>
            <p:nvPr/>
          </p:nvSpPr>
          <p:spPr>
            <a:xfrm>
              <a:off x="2201117" y="1588909"/>
              <a:ext cx="530" cy="68"/>
            </a:xfrm>
            <a:custGeom>
              <a:rect b="b" l="l" r="r" t="t"/>
              <a:pathLst>
                <a:path extrusionOk="0" h="5" w="39">
                  <a:moveTo>
                    <a:pt x="39"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8" name="Google Shape;6858;p95"/>
            <p:cNvSpPr/>
            <p:nvPr/>
          </p:nvSpPr>
          <p:spPr>
            <a:xfrm>
              <a:off x="2199868" y="1588814"/>
              <a:ext cx="394" cy="14"/>
            </a:xfrm>
            <a:custGeom>
              <a:rect b="b" l="l" r="r" t="t"/>
              <a:pathLst>
                <a:path extrusionOk="0" h="1" w="29">
                  <a:moveTo>
                    <a:pt x="29"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9" name="Google Shape;6859;p95"/>
            <p:cNvSpPr/>
            <p:nvPr/>
          </p:nvSpPr>
          <p:spPr>
            <a:xfrm>
              <a:off x="2200493" y="1588868"/>
              <a:ext cx="489" cy="54"/>
            </a:xfrm>
            <a:custGeom>
              <a:rect b="b" l="l" r="r" t="t"/>
              <a:pathLst>
                <a:path extrusionOk="0" h="4" w="36">
                  <a:moveTo>
                    <a:pt x="36"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0" name="Google Shape;6860;p95"/>
            <p:cNvSpPr/>
            <p:nvPr/>
          </p:nvSpPr>
          <p:spPr>
            <a:xfrm>
              <a:off x="2213799" y="1589154"/>
              <a:ext cx="68" cy="14"/>
            </a:xfrm>
            <a:custGeom>
              <a:rect b="b" l="l" r="r" t="t"/>
              <a:pathLst>
                <a:path extrusionOk="0" h="1" w="5">
                  <a:moveTo>
                    <a:pt x="1"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1" name="Google Shape;6861;p95"/>
            <p:cNvSpPr/>
            <p:nvPr/>
          </p:nvSpPr>
          <p:spPr>
            <a:xfrm>
              <a:off x="2328882" y="1660259"/>
              <a:ext cx="54" cy="149"/>
            </a:xfrm>
            <a:custGeom>
              <a:rect b="b" l="l" r="r" t="t"/>
              <a:pathLst>
                <a:path extrusionOk="0" h="11" w="4">
                  <a:moveTo>
                    <a:pt x="4"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2" name="Google Shape;6862;p95"/>
            <p:cNvSpPr/>
            <p:nvPr/>
          </p:nvSpPr>
          <p:spPr>
            <a:xfrm>
              <a:off x="2335860" y="1655032"/>
              <a:ext cx="1534" cy="204"/>
            </a:xfrm>
            <a:custGeom>
              <a:rect b="b" l="l" r="r" t="t"/>
              <a:pathLst>
                <a:path extrusionOk="0" h="15" w="113">
                  <a:moveTo>
                    <a:pt x="113"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3" name="Google Shape;6863;p95"/>
            <p:cNvSpPr/>
            <p:nvPr/>
          </p:nvSpPr>
          <p:spPr>
            <a:xfrm>
              <a:off x="2341468" y="1648039"/>
              <a:ext cx="964" cy="1344"/>
            </a:xfrm>
            <a:custGeom>
              <a:rect b="b" l="l" r="r" t="t"/>
              <a:pathLst>
                <a:path extrusionOk="0" h="99" w="71">
                  <a:moveTo>
                    <a:pt x="1" y="1"/>
                  </a:moveTo>
                  <a:cubicBezTo>
                    <a:pt x="29" y="29"/>
                    <a:pt x="54" y="64"/>
                    <a:pt x="71" y="99"/>
                  </a:cubicBezTo>
                  <a:cubicBezTo>
                    <a:pt x="54" y="64"/>
                    <a:pt x="29" y="29"/>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4" name="Google Shape;6864;p95"/>
            <p:cNvSpPr/>
            <p:nvPr/>
          </p:nvSpPr>
          <p:spPr>
            <a:xfrm>
              <a:off x="2309574" y="1627510"/>
              <a:ext cx="14" cy="434"/>
            </a:xfrm>
            <a:custGeom>
              <a:rect b="b" l="l" r="r" t="t"/>
              <a:pathLst>
                <a:path extrusionOk="0" h="32" w="1">
                  <a:moveTo>
                    <a:pt x="1" y="0"/>
                  </a:moveTo>
                  <a:cubicBezTo>
                    <a:pt x="1" y="11"/>
                    <a:pt x="1" y="21"/>
                    <a:pt x="1" y="32"/>
                  </a:cubicBezTo>
                  <a:cubicBezTo>
                    <a:pt x="1" y="21"/>
                    <a:pt x="1"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5" name="Google Shape;6865;p95"/>
            <p:cNvSpPr/>
            <p:nvPr/>
          </p:nvSpPr>
          <p:spPr>
            <a:xfrm>
              <a:off x="2281483" y="1611298"/>
              <a:ext cx="1303" cy="475"/>
            </a:xfrm>
            <a:custGeom>
              <a:rect b="b" l="l" r="r" t="t"/>
              <a:pathLst>
                <a:path extrusionOk="0" h="35" w="96">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6" name="Google Shape;6866;p95"/>
            <p:cNvSpPr/>
            <p:nvPr/>
          </p:nvSpPr>
          <p:spPr>
            <a:xfrm>
              <a:off x="2284714" y="1609778"/>
              <a:ext cx="1833" cy="1113"/>
            </a:xfrm>
            <a:custGeom>
              <a:rect b="b" l="l" r="r" t="t"/>
              <a:pathLst>
                <a:path extrusionOk="0" h="82" w="135">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7" name="Google Shape;6867;p95"/>
            <p:cNvSpPr/>
            <p:nvPr/>
          </p:nvSpPr>
          <p:spPr>
            <a:xfrm>
              <a:off x="2314625" y="1629832"/>
              <a:ext cx="1860" cy="1018"/>
            </a:xfrm>
            <a:custGeom>
              <a:rect b="b" l="l" r="r" t="t"/>
              <a:pathLst>
                <a:path extrusionOk="0" h="75" w="137">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8" name="Google Shape;6868;p95"/>
            <p:cNvSpPr/>
            <p:nvPr/>
          </p:nvSpPr>
          <p:spPr>
            <a:xfrm>
              <a:off x="2299079" y="1615860"/>
              <a:ext cx="339" cy="1494"/>
            </a:xfrm>
            <a:custGeom>
              <a:rect b="b" l="l" r="r" t="t"/>
              <a:pathLst>
                <a:path extrusionOk="0" h="110" w="25">
                  <a:moveTo>
                    <a:pt x="25" y="1"/>
                  </a:moveTo>
                  <a:cubicBezTo>
                    <a:pt x="25" y="39"/>
                    <a:pt x="14" y="78"/>
                    <a:pt x="0" y="109"/>
                  </a:cubicBezTo>
                  <a:cubicBezTo>
                    <a:pt x="14" y="78"/>
                    <a:pt x="25" y="39"/>
                    <a:pt x="2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9" name="Google Shape;6869;p95"/>
            <p:cNvSpPr/>
            <p:nvPr/>
          </p:nvSpPr>
          <p:spPr>
            <a:xfrm>
              <a:off x="2291136" y="1609398"/>
              <a:ext cx="2824" cy="339"/>
            </a:xfrm>
            <a:custGeom>
              <a:rect b="b" l="l" r="r" t="t"/>
              <a:pathLst>
                <a:path extrusionOk="0" h="25" w="208">
                  <a:moveTo>
                    <a:pt x="1" y="25"/>
                  </a:moveTo>
                  <a:cubicBezTo>
                    <a:pt x="67" y="8"/>
                    <a:pt x="137" y="1"/>
                    <a:pt x="207" y="1"/>
                  </a:cubicBezTo>
                  <a:cubicBezTo>
                    <a:pt x="137" y="1"/>
                    <a:pt x="67" y="8"/>
                    <a:pt x="1"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0" name="Google Shape;6870;p95"/>
            <p:cNvSpPr/>
            <p:nvPr/>
          </p:nvSpPr>
          <p:spPr>
            <a:xfrm>
              <a:off x="2341862" y="1642581"/>
              <a:ext cx="339" cy="339"/>
            </a:xfrm>
            <a:custGeom>
              <a:rect b="b" l="l" r="r" t="t"/>
              <a:pathLst>
                <a:path extrusionOk="0" h="25" w="25">
                  <a:moveTo>
                    <a:pt x="25" y="0"/>
                  </a:moveTo>
                  <a:lnTo>
                    <a:pt x="0"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1" name="Google Shape;6871;p95"/>
            <p:cNvSpPr/>
            <p:nvPr/>
          </p:nvSpPr>
          <p:spPr>
            <a:xfrm>
              <a:off x="2337476" y="165522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2" name="Google Shape;6872;p95"/>
            <p:cNvSpPr/>
            <p:nvPr/>
          </p:nvSpPr>
          <p:spPr>
            <a:xfrm>
              <a:off x="2328692" y="1659023"/>
              <a:ext cx="14" cy="149"/>
            </a:xfrm>
            <a:custGeom>
              <a:rect b="b" l="l" r="r" t="t"/>
              <a:pathLst>
                <a:path extrusionOk="0" h="11" w="1">
                  <a:moveTo>
                    <a:pt x="0"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3" name="Google Shape;6873;p95"/>
            <p:cNvSpPr/>
            <p:nvPr/>
          </p:nvSpPr>
          <p:spPr>
            <a:xfrm>
              <a:off x="2328787" y="1659594"/>
              <a:ext cx="14" cy="204"/>
            </a:xfrm>
            <a:custGeom>
              <a:rect b="b" l="l" r="r" t="t"/>
              <a:pathLst>
                <a:path extrusionOk="0" h="15" w="1">
                  <a:moveTo>
                    <a:pt x="0" y="0"/>
                  </a:moveTo>
                  <a:lnTo>
                    <a:pt x="0"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4" name="Google Shape;6874;p95"/>
            <p:cNvSpPr/>
            <p:nvPr/>
          </p:nvSpPr>
          <p:spPr>
            <a:xfrm>
              <a:off x="2328692" y="1658779"/>
              <a:ext cx="14" cy="163"/>
            </a:xfrm>
            <a:custGeom>
              <a:rect b="b" l="l" r="r" t="t"/>
              <a:pathLst>
                <a:path extrusionOk="0" h="12" w="1">
                  <a:moveTo>
                    <a:pt x="0" y="11"/>
                  </a:moveTo>
                  <a:cubicBezTo>
                    <a:pt x="0" y="8"/>
                    <a:pt x="0" y="4"/>
                    <a:pt x="0" y="1"/>
                  </a:cubicBezTo>
                  <a:cubicBezTo>
                    <a:pt x="0" y="4"/>
                    <a:pt x="0" y="8"/>
                    <a:pt x="0"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5" name="Google Shape;6875;p95"/>
            <p:cNvSpPr/>
            <p:nvPr/>
          </p:nvSpPr>
          <p:spPr>
            <a:xfrm>
              <a:off x="2328827" y="1659919"/>
              <a:ext cx="68" cy="163"/>
            </a:xfrm>
            <a:custGeom>
              <a:rect b="b" l="l" r="r" t="t"/>
              <a:pathLst>
                <a:path extrusionOk="0" h="12" w="5">
                  <a:moveTo>
                    <a:pt x="1" y="1"/>
                  </a:moveTo>
                  <a:lnTo>
                    <a:pt x="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6" name="Google Shape;6876;p95"/>
            <p:cNvSpPr/>
            <p:nvPr/>
          </p:nvSpPr>
          <p:spPr>
            <a:xfrm>
              <a:off x="2328732" y="1659254"/>
              <a:ext cx="14" cy="258"/>
            </a:xfrm>
            <a:custGeom>
              <a:rect b="b" l="l" r="r" t="t"/>
              <a:pathLst>
                <a:path extrusionOk="0" h="19" w="1">
                  <a:moveTo>
                    <a:pt x="1" y="1"/>
                  </a:moveTo>
                  <a:cubicBezTo>
                    <a:pt x="1" y="8"/>
                    <a:pt x="1" y="11"/>
                    <a:pt x="1" y="18"/>
                  </a:cubicBezTo>
                  <a:cubicBezTo>
                    <a:pt x="1" y="11"/>
                    <a:pt x="1"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7" name="Google Shape;6877;p95"/>
            <p:cNvSpPr/>
            <p:nvPr/>
          </p:nvSpPr>
          <p:spPr>
            <a:xfrm>
              <a:off x="2341957" y="1637680"/>
              <a:ext cx="1914" cy="3489"/>
            </a:xfrm>
            <a:custGeom>
              <a:rect b="b" l="l" r="r" t="t"/>
              <a:pathLst>
                <a:path extrusionOk="0" h="257" w="141">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8" name="Google Shape;6878;p95"/>
            <p:cNvSpPr/>
            <p:nvPr/>
          </p:nvSpPr>
          <p:spPr>
            <a:xfrm>
              <a:off x="2282908" y="1603600"/>
              <a:ext cx="448" cy="14"/>
            </a:xfrm>
            <a:custGeom>
              <a:rect b="b" l="l" r="r" t="t"/>
              <a:pathLst>
                <a:path extrusionOk="0" h="1" w="33">
                  <a:moveTo>
                    <a:pt x="32" y="0"/>
                  </a:moveTo>
                  <a:cubicBezTo>
                    <a:pt x="22" y="0"/>
                    <a:pt x="8" y="0"/>
                    <a:pt x="1" y="0"/>
                  </a:cubicBezTo>
                  <a:cubicBezTo>
                    <a:pt x="8" y="0"/>
                    <a:pt x="22" y="0"/>
                    <a:pt x="3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9" name="Google Shape;6879;p95"/>
            <p:cNvSpPr/>
            <p:nvPr/>
          </p:nvSpPr>
          <p:spPr>
            <a:xfrm>
              <a:off x="2279161" y="1602364"/>
              <a:ext cx="109" cy="14"/>
            </a:xfrm>
            <a:custGeom>
              <a:rect b="b" l="l" r="r" t="t"/>
              <a:pathLst>
                <a:path extrusionOk="0" h="1" w="8">
                  <a:moveTo>
                    <a:pt x="0" y="0"/>
                  </a:moveTo>
                  <a:cubicBezTo>
                    <a:pt x="4" y="0"/>
                    <a:pt x="7" y="0"/>
                    <a:pt x="7" y="0"/>
                  </a:cubicBezTo>
                  <a:cubicBezTo>
                    <a:pt x="7" y="0"/>
                    <a:pt x="4" y="0"/>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0" name="Google Shape;6880;p95"/>
            <p:cNvSpPr/>
            <p:nvPr/>
          </p:nvSpPr>
          <p:spPr>
            <a:xfrm>
              <a:off x="2283438" y="159432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1" name="Google Shape;6881;p95"/>
            <p:cNvSpPr/>
            <p:nvPr/>
          </p:nvSpPr>
          <p:spPr>
            <a:xfrm>
              <a:off x="2280342" y="1602690"/>
              <a:ext cx="2580" cy="869"/>
            </a:xfrm>
            <a:custGeom>
              <a:rect b="b" l="l" r="r" t="t"/>
              <a:pathLst>
                <a:path extrusionOk="0" h="64" w="190">
                  <a:moveTo>
                    <a:pt x="1" y="1"/>
                  </a:moveTo>
                  <a:lnTo>
                    <a:pt x="32" y="15"/>
                  </a:lnTo>
                  <a:cubicBezTo>
                    <a:pt x="81" y="39"/>
                    <a:pt x="134" y="57"/>
                    <a:pt x="190" y="64"/>
                  </a:cubicBezTo>
                  <a:cubicBezTo>
                    <a:pt x="134" y="57"/>
                    <a:pt x="81" y="39"/>
                    <a:pt x="32"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2" name="Google Shape;6882;p95"/>
            <p:cNvSpPr/>
            <p:nvPr/>
          </p:nvSpPr>
          <p:spPr>
            <a:xfrm>
              <a:off x="2280532" y="1608488"/>
              <a:ext cx="964" cy="2824"/>
            </a:xfrm>
            <a:custGeom>
              <a:rect b="b" l="l" r="r" t="t"/>
              <a:pathLst>
                <a:path extrusionOk="0" h="208" w="71">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3" name="Google Shape;6883;p95"/>
            <p:cNvSpPr/>
            <p:nvPr/>
          </p:nvSpPr>
          <p:spPr>
            <a:xfrm>
              <a:off x="2278631" y="1589724"/>
              <a:ext cx="869" cy="679"/>
            </a:xfrm>
            <a:custGeom>
              <a:rect b="b" l="l" r="r" t="t"/>
              <a:pathLst>
                <a:path extrusionOk="0" h="50" w="64">
                  <a:moveTo>
                    <a:pt x="1" y="0"/>
                  </a:moveTo>
                  <a:lnTo>
                    <a:pt x="1" y="0"/>
                  </a:lnTo>
                  <a:cubicBezTo>
                    <a:pt x="15" y="25"/>
                    <a:pt x="39" y="42"/>
                    <a:pt x="64" y="49"/>
                  </a:cubicBezTo>
                  <a:cubicBezTo>
                    <a:pt x="39" y="42"/>
                    <a:pt x="18" y="25"/>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4" name="Google Shape;6884;p95"/>
            <p:cNvSpPr/>
            <p:nvPr/>
          </p:nvSpPr>
          <p:spPr>
            <a:xfrm>
              <a:off x="2256066" y="1570376"/>
              <a:ext cx="149" cy="244"/>
            </a:xfrm>
            <a:custGeom>
              <a:rect b="b" l="l" r="r" t="t"/>
              <a:pathLst>
                <a:path extrusionOk="0" h="18" w="11">
                  <a:moveTo>
                    <a:pt x="0" y="0"/>
                  </a:moveTo>
                  <a:lnTo>
                    <a:pt x="7" y="14"/>
                  </a:lnTo>
                  <a:cubicBezTo>
                    <a:pt x="7" y="14"/>
                    <a:pt x="7" y="18"/>
                    <a:pt x="10" y="18"/>
                  </a:cubicBezTo>
                  <a:cubicBezTo>
                    <a:pt x="7" y="11"/>
                    <a:pt x="3"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5" name="Google Shape;6885;p95"/>
            <p:cNvSpPr/>
            <p:nvPr/>
          </p:nvSpPr>
          <p:spPr>
            <a:xfrm>
              <a:off x="2276215" y="1585868"/>
              <a:ext cx="1724" cy="2349"/>
            </a:xfrm>
            <a:custGeom>
              <a:rect b="b" l="l" r="r" t="t"/>
              <a:pathLst>
                <a:path extrusionOk="0" h="173" w="127">
                  <a:moveTo>
                    <a:pt x="126" y="172"/>
                  </a:moveTo>
                  <a:cubicBezTo>
                    <a:pt x="105" y="102"/>
                    <a:pt x="60" y="43"/>
                    <a:pt x="0" y="1"/>
                  </a:cubicBezTo>
                  <a:cubicBezTo>
                    <a:pt x="60" y="43"/>
                    <a:pt x="105" y="102"/>
                    <a:pt x="126" y="17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6" name="Google Shape;6886;p95"/>
            <p:cNvSpPr/>
            <p:nvPr/>
          </p:nvSpPr>
          <p:spPr>
            <a:xfrm>
              <a:off x="2281293" y="1611013"/>
              <a:ext cx="299" cy="394"/>
            </a:xfrm>
            <a:custGeom>
              <a:rect b="b" l="l" r="r" t="t"/>
              <a:pathLst>
                <a:path extrusionOk="0" h="29" w="22">
                  <a:moveTo>
                    <a:pt x="1" y="1"/>
                  </a:moveTo>
                  <a:lnTo>
                    <a:pt x="1" y="1"/>
                  </a:lnTo>
                  <a:cubicBezTo>
                    <a:pt x="8" y="11"/>
                    <a:pt x="15" y="22"/>
                    <a:pt x="22" y="29"/>
                  </a:cubicBezTo>
                  <a:lnTo>
                    <a:pt x="15" y="18"/>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7" name="Google Shape;6887;p95"/>
            <p:cNvSpPr/>
            <p:nvPr/>
          </p:nvSpPr>
          <p:spPr>
            <a:xfrm>
              <a:off x="2250879" y="1556826"/>
              <a:ext cx="299" cy="353"/>
            </a:xfrm>
            <a:custGeom>
              <a:rect b="b" l="l" r="r" t="t"/>
              <a:pathLst>
                <a:path extrusionOk="0" h="26" w="22">
                  <a:moveTo>
                    <a:pt x="0" y="1"/>
                  </a:moveTo>
                  <a:cubicBezTo>
                    <a:pt x="4" y="11"/>
                    <a:pt x="14" y="18"/>
                    <a:pt x="21" y="25"/>
                  </a:cubicBezTo>
                  <a:cubicBezTo>
                    <a:pt x="14" y="18"/>
                    <a:pt x="7" y="1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8" name="Google Shape;6888;p95"/>
            <p:cNvSpPr/>
            <p:nvPr/>
          </p:nvSpPr>
          <p:spPr>
            <a:xfrm>
              <a:off x="2250539" y="1556445"/>
              <a:ext cx="258" cy="299"/>
            </a:xfrm>
            <a:custGeom>
              <a:rect b="b" l="l" r="r" t="t"/>
              <a:pathLst>
                <a:path extrusionOk="0" h="22" w="19">
                  <a:moveTo>
                    <a:pt x="1" y="1"/>
                  </a:moveTo>
                  <a:cubicBezTo>
                    <a:pt x="4" y="8"/>
                    <a:pt x="11" y="15"/>
                    <a:pt x="18" y="22"/>
                  </a:cubicBezTo>
                  <a:cubicBezTo>
                    <a:pt x="11" y="15"/>
                    <a:pt x="4"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9" name="Google Shape;6889;p95"/>
            <p:cNvSpPr/>
            <p:nvPr/>
          </p:nvSpPr>
          <p:spPr>
            <a:xfrm>
              <a:off x="2255577" y="1568760"/>
              <a:ext cx="489" cy="1629"/>
            </a:xfrm>
            <a:custGeom>
              <a:rect b="b" l="l" r="r" t="t"/>
              <a:pathLst>
                <a:path extrusionOk="0" h="120" w="36">
                  <a:moveTo>
                    <a:pt x="1" y="0"/>
                  </a:moveTo>
                  <a:cubicBezTo>
                    <a:pt x="8" y="42"/>
                    <a:pt x="18" y="81"/>
                    <a:pt x="36" y="119"/>
                  </a:cubicBezTo>
                  <a:lnTo>
                    <a:pt x="29" y="102"/>
                  </a:lnTo>
                  <a:cubicBezTo>
                    <a:pt x="18" y="70"/>
                    <a:pt x="8" y="35"/>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0" name="Google Shape;6890;p95"/>
            <p:cNvSpPr/>
            <p:nvPr/>
          </p:nvSpPr>
          <p:spPr>
            <a:xfrm>
              <a:off x="2250119" y="1555590"/>
              <a:ext cx="394" cy="828"/>
            </a:xfrm>
            <a:custGeom>
              <a:rect b="b" l="l" r="r" t="t"/>
              <a:pathLst>
                <a:path extrusionOk="0" h="61" w="29">
                  <a:moveTo>
                    <a:pt x="0" y="1"/>
                  </a:moveTo>
                  <a:lnTo>
                    <a:pt x="4" y="15"/>
                  </a:lnTo>
                  <a:cubicBezTo>
                    <a:pt x="11" y="32"/>
                    <a:pt x="21" y="46"/>
                    <a:pt x="28" y="60"/>
                  </a:cubicBezTo>
                  <a:cubicBezTo>
                    <a:pt x="18" y="39"/>
                    <a:pt x="7" y="22"/>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1" name="Google Shape;6891;p95"/>
            <p:cNvSpPr/>
            <p:nvPr/>
          </p:nvSpPr>
          <p:spPr>
            <a:xfrm>
              <a:off x="2255957" y="1570131"/>
              <a:ext cx="204" cy="448"/>
            </a:xfrm>
            <a:custGeom>
              <a:rect b="b" l="l" r="r" t="t"/>
              <a:pathLst>
                <a:path extrusionOk="0" h="33" w="15">
                  <a:moveTo>
                    <a:pt x="1" y="1"/>
                  </a:moveTo>
                  <a:lnTo>
                    <a:pt x="1" y="1"/>
                  </a:lnTo>
                  <a:cubicBezTo>
                    <a:pt x="4" y="11"/>
                    <a:pt x="8" y="22"/>
                    <a:pt x="15" y="32"/>
                  </a:cubicBezTo>
                  <a:lnTo>
                    <a:pt x="8" y="18"/>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2" name="Google Shape;6892;p95"/>
            <p:cNvSpPr/>
            <p:nvPr/>
          </p:nvSpPr>
          <p:spPr>
            <a:xfrm>
              <a:off x="2211667" y="1583302"/>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3" name="Google Shape;6893;p95"/>
            <p:cNvSpPr/>
            <p:nvPr/>
          </p:nvSpPr>
          <p:spPr>
            <a:xfrm>
              <a:off x="2211898" y="1583356"/>
              <a:ext cx="109" cy="14"/>
            </a:xfrm>
            <a:custGeom>
              <a:rect b="b" l="l" r="r" t="t"/>
              <a:pathLst>
                <a:path extrusionOk="0" h="1" w="8">
                  <a:moveTo>
                    <a:pt x="1" y="0"/>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4" name="Google Shape;6894;p95"/>
            <p:cNvSpPr/>
            <p:nvPr/>
          </p:nvSpPr>
          <p:spPr>
            <a:xfrm>
              <a:off x="2211382" y="158330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5" name="Google Shape;6895;p95"/>
            <p:cNvSpPr/>
            <p:nvPr/>
          </p:nvSpPr>
          <p:spPr>
            <a:xfrm>
              <a:off x="2211477" y="1583302"/>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6" name="Google Shape;6896;p95"/>
            <p:cNvSpPr/>
            <p:nvPr/>
          </p:nvSpPr>
          <p:spPr>
            <a:xfrm>
              <a:off x="2212753" y="1583736"/>
              <a:ext cx="109" cy="54"/>
            </a:xfrm>
            <a:custGeom>
              <a:rect b="b" l="l" r="r" t="t"/>
              <a:pathLst>
                <a:path extrusionOk="0" h="4" w="8">
                  <a:moveTo>
                    <a:pt x="1" y="0"/>
                  </a:moveTo>
                  <a:lnTo>
                    <a:pt x="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7" name="Google Shape;6897;p95"/>
            <p:cNvSpPr/>
            <p:nvPr/>
          </p:nvSpPr>
          <p:spPr>
            <a:xfrm>
              <a:off x="2212427" y="1583546"/>
              <a:ext cx="109" cy="54"/>
            </a:xfrm>
            <a:custGeom>
              <a:rect b="b" l="l" r="r" t="t"/>
              <a:pathLst>
                <a:path extrusionOk="0" h="4" w="8">
                  <a:moveTo>
                    <a:pt x="0" y="0"/>
                  </a:moveTo>
                  <a:lnTo>
                    <a:pt x="7"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8" name="Google Shape;6898;p95"/>
            <p:cNvSpPr/>
            <p:nvPr/>
          </p:nvSpPr>
          <p:spPr>
            <a:xfrm>
              <a:off x="2212142" y="1583451"/>
              <a:ext cx="109" cy="14"/>
            </a:xfrm>
            <a:custGeom>
              <a:rect b="b" l="l" r="r" t="t"/>
              <a:pathLst>
                <a:path extrusionOk="0" h="1" w="8">
                  <a:moveTo>
                    <a:pt x="0" y="0"/>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9" name="Google Shape;6899;p95"/>
            <p:cNvSpPr/>
            <p:nvPr/>
          </p:nvSpPr>
          <p:spPr>
            <a:xfrm>
              <a:off x="2213093" y="1583872"/>
              <a:ext cx="339" cy="258"/>
            </a:xfrm>
            <a:custGeom>
              <a:rect b="b" l="l" r="r" t="t"/>
              <a:pathLst>
                <a:path extrusionOk="0" h="19" w="25">
                  <a:moveTo>
                    <a:pt x="0" y="1"/>
                  </a:moveTo>
                  <a:lnTo>
                    <a:pt x="0" y="1"/>
                  </a:lnTo>
                  <a:cubicBezTo>
                    <a:pt x="7" y="8"/>
                    <a:pt x="14" y="11"/>
                    <a:pt x="25" y="18"/>
                  </a:cubicBezTo>
                  <a:cubicBezTo>
                    <a:pt x="14" y="11"/>
                    <a:pt x="7"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0" name="Google Shape;6900;p95"/>
            <p:cNvSpPr/>
            <p:nvPr/>
          </p:nvSpPr>
          <p:spPr>
            <a:xfrm>
              <a:off x="2213853" y="1584972"/>
              <a:ext cx="394" cy="4195"/>
            </a:xfrm>
            <a:custGeom>
              <a:rect b="b" l="l" r="r" t="t"/>
              <a:pathLst>
                <a:path extrusionOk="0" h="309" w="29">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1" name="Google Shape;6901;p95"/>
            <p:cNvSpPr/>
            <p:nvPr/>
          </p:nvSpPr>
          <p:spPr>
            <a:xfrm>
              <a:off x="2204009" y="1581143"/>
              <a:ext cx="774" cy="27"/>
            </a:xfrm>
            <a:custGeom>
              <a:rect b="b" l="l" r="r" t="t"/>
              <a:pathLst>
                <a:path extrusionOk="0" h="2" w="57">
                  <a:moveTo>
                    <a:pt x="38" y="0"/>
                  </a:moveTo>
                  <a:cubicBezTo>
                    <a:pt x="25" y="0"/>
                    <a:pt x="12" y="2"/>
                    <a:pt x="1" y="2"/>
                  </a:cubicBezTo>
                  <a:lnTo>
                    <a:pt x="57" y="2"/>
                  </a:lnTo>
                  <a:cubicBezTo>
                    <a:pt x="51" y="1"/>
                    <a:pt x="45" y="0"/>
                    <a:pt x="3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2" name="Google Shape;6902;p95"/>
            <p:cNvSpPr/>
            <p:nvPr/>
          </p:nvSpPr>
          <p:spPr>
            <a:xfrm>
              <a:off x="2205815" y="1581360"/>
              <a:ext cx="5485" cy="2172"/>
            </a:xfrm>
            <a:custGeom>
              <a:rect b="b" l="l" r="r" t="t"/>
              <a:pathLst>
                <a:path extrusionOk="0" h="160" w="404">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3" name="Google Shape;6903;p95"/>
            <p:cNvSpPr/>
            <p:nvPr/>
          </p:nvSpPr>
          <p:spPr>
            <a:xfrm>
              <a:off x="2204824" y="1581116"/>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4" name="Google Shape;6904;p95"/>
            <p:cNvSpPr/>
            <p:nvPr/>
          </p:nvSpPr>
          <p:spPr>
            <a:xfrm>
              <a:off x="2205720" y="1581265"/>
              <a:ext cx="14" cy="0"/>
            </a:xfrm>
            <a:custGeom>
              <a:rect b="b" l="l" r="r" t="t"/>
              <a:pathLst>
                <a:path extrusionOk="0" h="0" w="1">
                  <a:moveTo>
                    <a:pt x="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5" name="Google Shape;6905;p95"/>
            <p:cNvSpPr/>
            <p:nvPr/>
          </p:nvSpPr>
          <p:spPr>
            <a:xfrm>
              <a:off x="2205530" y="1581211"/>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6" name="Google Shape;6906;p95"/>
            <p:cNvSpPr/>
            <p:nvPr/>
          </p:nvSpPr>
          <p:spPr>
            <a:xfrm>
              <a:off x="2205055" y="1581156"/>
              <a:ext cx="163" cy="14"/>
            </a:xfrm>
            <a:custGeom>
              <a:rect b="b" l="l" r="r" t="t"/>
              <a:pathLst>
                <a:path extrusionOk="0" h="1" w="12">
                  <a:moveTo>
                    <a:pt x="1"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7" name="Google Shape;6907;p95"/>
            <p:cNvSpPr/>
            <p:nvPr/>
          </p:nvSpPr>
          <p:spPr>
            <a:xfrm>
              <a:off x="2205299" y="1581156"/>
              <a:ext cx="149" cy="14"/>
            </a:xfrm>
            <a:custGeom>
              <a:rect b="b" l="l" r="r" t="t"/>
              <a:pathLst>
                <a:path extrusionOk="0" h="1" w="11">
                  <a:moveTo>
                    <a:pt x="0"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8" name="Google Shape;6908;p95"/>
            <p:cNvSpPr/>
            <p:nvPr/>
          </p:nvSpPr>
          <p:spPr>
            <a:xfrm>
              <a:off x="2213894" y="1589154"/>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9" name="Google Shape;6909;p95"/>
            <p:cNvSpPr/>
            <p:nvPr/>
          </p:nvSpPr>
          <p:spPr>
            <a:xfrm>
              <a:off x="2269276" y="1477017"/>
              <a:ext cx="1629" cy="1303"/>
            </a:xfrm>
            <a:custGeom>
              <a:rect b="b" l="l" r="r" t="t"/>
              <a:pathLst>
                <a:path extrusionOk="0" h="96" w="120">
                  <a:moveTo>
                    <a:pt x="0" y="1"/>
                  </a:moveTo>
                  <a:cubicBezTo>
                    <a:pt x="32" y="43"/>
                    <a:pt x="74" y="74"/>
                    <a:pt x="119" y="95"/>
                  </a:cubicBezTo>
                  <a:cubicBezTo>
                    <a:pt x="74" y="74"/>
                    <a:pt x="32" y="43"/>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0" name="Google Shape;6910;p95"/>
            <p:cNvSpPr/>
            <p:nvPr/>
          </p:nvSpPr>
          <p:spPr>
            <a:xfrm>
              <a:off x="2260193" y="1430147"/>
              <a:ext cx="3394" cy="1398"/>
            </a:xfrm>
            <a:custGeom>
              <a:rect b="b" l="l" r="r" t="t"/>
              <a:pathLst>
                <a:path extrusionOk="0" h="103" w="25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1" name="Google Shape;6911;p95"/>
            <p:cNvSpPr/>
            <p:nvPr/>
          </p:nvSpPr>
          <p:spPr>
            <a:xfrm>
              <a:off x="2262664" y="1417466"/>
              <a:ext cx="1344" cy="2009"/>
            </a:xfrm>
            <a:custGeom>
              <a:rect b="b" l="l" r="r" t="t"/>
              <a:pathLst>
                <a:path extrusionOk="0" h="148" w="99">
                  <a:moveTo>
                    <a:pt x="99" y="0"/>
                  </a:moveTo>
                  <a:lnTo>
                    <a:pt x="81" y="18"/>
                  </a:lnTo>
                  <a:cubicBezTo>
                    <a:pt x="46" y="53"/>
                    <a:pt x="18" y="98"/>
                    <a:pt x="1" y="147"/>
                  </a:cubicBezTo>
                  <a:cubicBezTo>
                    <a:pt x="22" y="91"/>
                    <a:pt x="57" y="42"/>
                    <a:pt x="9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2" name="Google Shape;6912;p95"/>
            <p:cNvSpPr/>
            <p:nvPr/>
          </p:nvSpPr>
          <p:spPr>
            <a:xfrm>
              <a:off x="2263520" y="1448640"/>
              <a:ext cx="6246" cy="10047"/>
            </a:xfrm>
            <a:custGeom>
              <a:rect b="b" l="l" r="r" t="t"/>
              <a:pathLst>
                <a:path extrusionOk="0" h="740" w="460">
                  <a:moveTo>
                    <a:pt x="1" y="1"/>
                  </a:moveTo>
                  <a:lnTo>
                    <a:pt x="1" y="1"/>
                  </a:lnTo>
                  <a:cubicBezTo>
                    <a:pt x="113" y="169"/>
                    <a:pt x="316" y="477"/>
                    <a:pt x="459" y="739"/>
                  </a:cubicBezTo>
                  <a:cubicBezTo>
                    <a:pt x="316" y="477"/>
                    <a:pt x="113" y="165"/>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3" name="Google Shape;6913;p95"/>
            <p:cNvSpPr/>
            <p:nvPr/>
          </p:nvSpPr>
          <p:spPr>
            <a:xfrm>
              <a:off x="2269127" y="1476542"/>
              <a:ext cx="14" cy="163"/>
            </a:xfrm>
            <a:custGeom>
              <a:rect b="b" l="l" r="r" t="t"/>
              <a:pathLst>
                <a:path extrusionOk="0" h="12" w="1">
                  <a:moveTo>
                    <a:pt x="1" y="11"/>
                  </a:moveTo>
                  <a:cubicBezTo>
                    <a:pt x="1" y="8"/>
                    <a:pt x="1" y="4"/>
                    <a:pt x="1" y="1"/>
                  </a:cubicBezTo>
                  <a:cubicBezTo>
                    <a:pt x="1" y="4"/>
                    <a:pt x="1" y="8"/>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4" name="Google Shape;6914;p95"/>
            <p:cNvSpPr/>
            <p:nvPr/>
          </p:nvSpPr>
          <p:spPr>
            <a:xfrm>
              <a:off x="2257002" y="1519610"/>
              <a:ext cx="109" cy="149"/>
            </a:xfrm>
            <a:custGeom>
              <a:rect b="b" l="l" r="r" t="t"/>
              <a:pathLst>
                <a:path extrusionOk="0" h="11" w="8">
                  <a:moveTo>
                    <a:pt x="1" y="11"/>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5" name="Google Shape;6915;p95"/>
            <p:cNvSpPr/>
            <p:nvPr/>
          </p:nvSpPr>
          <p:spPr>
            <a:xfrm>
              <a:off x="2271082" y="1504593"/>
              <a:ext cx="3476" cy="2716"/>
            </a:xfrm>
            <a:custGeom>
              <a:rect b="b" l="l" r="r" t="t"/>
              <a:pathLst>
                <a:path extrusionOk="0" h="200" w="256">
                  <a:moveTo>
                    <a:pt x="0" y="200"/>
                  </a:moveTo>
                  <a:cubicBezTo>
                    <a:pt x="81" y="130"/>
                    <a:pt x="168" y="63"/>
                    <a:pt x="256" y="0"/>
                  </a:cubicBezTo>
                  <a:cubicBezTo>
                    <a:pt x="168" y="63"/>
                    <a:pt x="81" y="130"/>
                    <a:pt x="0" y="20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6" name="Google Shape;6916;p95"/>
            <p:cNvSpPr/>
            <p:nvPr/>
          </p:nvSpPr>
          <p:spPr>
            <a:xfrm>
              <a:off x="2268801" y="1485625"/>
              <a:ext cx="3286" cy="2295"/>
            </a:xfrm>
            <a:custGeom>
              <a:rect b="b" l="l" r="r" t="t"/>
              <a:pathLst>
                <a:path extrusionOk="0" h="169" w="242">
                  <a:moveTo>
                    <a:pt x="0" y="0"/>
                  </a:moveTo>
                  <a:cubicBezTo>
                    <a:pt x="25" y="39"/>
                    <a:pt x="154" y="116"/>
                    <a:pt x="242" y="168"/>
                  </a:cubicBezTo>
                  <a:cubicBezTo>
                    <a:pt x="154" y="116"/>
                    <a:pt x="25" y="39"/>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7" name="Google Shape;6917;p95"/>
            <p:cNvSpPr/>
            <p:nvPr/>
          </p:nvSpPr>
          <p:spPr>
            <a:xfrm>
              <a:off x="2257966" y="1513187"/>
              <a:ext cx="8282" cy="5580"/>
            </a:xfrm>
            <a:custGeom>
              <a:rect b="b" l="l" r="r" t="t"/>
              <a:pathLst>
                <a:path extrusionOk="0" h="411" w="61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8" name="Google Shape;6918;p95"/>
            <p:cNvSpPr/>
            <p:nvPr/>
          </p:nvSpPr>
          <p:spPr>
            <a:xfrm>
              <a:off x="2256581" y="1520126"/>
              <a:ext cx="54" cy="109"/>
            </a:xfrm>
            <a:custGeom>
              <a:rect b="b" l="l" r="r" t="t"/>
              <a:pathLst>
                <a:path extrusionOk="0" h="8" w="4">
                  <a:moveTo>
                    <a:pt x="0"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9" name="Google Shape;6919;p95"/>
            <p:cNvSpPr/>
            <p:nvPr/>
          </p:nvSpPr>
          <p:spPr>
            <a:xfrm>
              <a:off x="2274449" y="1489372"/>
              <a:ext cx="6056" cy="6816"/>
            </a:xfrm>
            <a:custGeom>
              <a:rect b="b" l="l" r="r" t="t"/>
              <a:pathLst>
                <a:path extrusionOk="0" h="502" w="446">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0" name="Google Shape;6920;p95"/>
            <p:cNvSpPr/>
            <p:nvPr/>
          </p:nvSpPr>
          <p:spPr>
            <a:xfrm>
              <a:off x="2275929" y="1499121"/>
              <a:ext cx="4195" cy="4481"/>
            </a:xfrm>
            <a:custGeom>
              <a:rect b="b" l="l" r="r" t="t"/>
              <a:pathLst>
                <a:path extrusionOk="0" h="330" w="309">
                  <a:moveTo>
                    <a:pt x="308" y="1"/>
                  </a:moveTo>
                  <a:lnTo>
                    <a:pt x="308" y="1"/>
                  </a:lnTo>
                  <a:cubicBezTo>
                    <a:pt x="263" y="120"/>
                    <a:pt x="144" y="225"/>
                    <a:pt x="0" y="330"/>
                  </a:cubicBezTo>
                  <a:cubicBezTo>
                    <a:pt x="144" y="225"/>
                    <a:pt x="266" y="120"/>
                    <a:pt x="30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1" name="Google Shape;6921;p95"/>
            <p:cNvSpPr/>
            <p:nvPr/>
          </p:nvSpPr>
          <p:spPr>
            <a:xfrm>
              <a:off x="2249874" y="1554544"/>
              <a:ext cx="258" cy="1059"/>
            </a:xfrm>
            <a:custGeom>
              <a:rect b="b" l="l" r="r" t="t"/>
              <a:pathLst>
                <a:path extrusionOk="0" h="78" w="19">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2" name="Google Shape;6922;p95"/>
            <p:cNvSpPr/>
            <p:nvPr/>
          </p:nvSpPr>
          <p:spPr>
            <a:xfrm>
              <a:off x="2251965" y="1550498"/>
              <a:ext cx="774" cy="1724"/>
            </a:xfrm>
            <a:custGeom>
              <a:rect b="b" l="l" r="r" t="t"/>
              <a:pathLst>
                <a:path extrusionOk="0" h="127" w="57">
                  <a:moveTo>
                    <a:pt x="1" y="1"/>
                  </a:moveTo>
                  <a:lnTo>
                    <a:pt x="22" y="29"/>
                  </a:lnTo>
                  <a:cubicBezTo>
                    <a:pt x="43" y="57"/>
                    <a:pt x="57" y="88"/>
                    <a:pt x="57" y="127"/>
                  </a:cubicBezTo>
                  <a:cubicBezTo>
                    <a:pt x="57" y="88"/>
                    <a:pt x="43" y="57"/>
                    <a:pt x="22"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3" name="Google Shape;6923;p95"/>
            <p:cNvSpPr/>
            <p:nvPr/>
          </p:nvSpPr>
          <p:spPr>
            <a:xfrm>
              <a:off x="2254871" y="1536147"/>
              <a:ext cx="14" cy="14"/>
            </a:xfrm>
            <a:custGeom>
              <a:rect b="b" l="l" r="r" t="t"/>
              <a:pathLst>
                <a:path extrusionOk="0" h="1" w="1">
                  <a:moveTo>
                    <a:pt x="0" y="1"/>
                  </a:moveTo>
                  <a:lnTo>
                    <a:pt x="0" y="1"/>
                  </a:lnTo>
                  <a:cubicBezTo>
                    <a:pt x="0" y="1"/>
                    <a:pt x="0"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4" name="Google Shape;6924;p95"/>
            <p:cNvSpPr/>
            <p:nvPr/>
          </p:nvSpPr>
          <p:spPr>
            <a:xfrm>
              <a:off x="2254681" y="1537002"/>
              <a:ext cx="54" cy="109"/>
            </a:xfrm>
            <a:custGeom>
              <a:rect b="b" l="l" r="r" t="t"/>
              <a:pathLst>
                <a:path extrusionOk="0" h="8" w="4">
                  <a:moveTo>
                    <a:pt x="0"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5" name="Google Shape;6925;p95"/>
            <p:cNvSpPr/>
            <p:nvPr/>
          </p:nvSpPr>
          <p:spPr>
            <a:xfrm>
              <a:off x="2253961" y="1538048"/>
              <a:ext cx="68" cy="68"/>
            </a:xfrm>
            <a:custGeom>
              <a:rect b="b" l="l" r="r" t="t"/>
              <a:pathLst>
                <a:path extrusionOk="0" h="5" w="5">
                  <a:moveTo>
                    <a:pt x="1" y="4"/>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6" name="Google Shape;6926;p95"/>
            <p:cNvSpPr/>
            <p:nvPr/>
          </p:nvSpPr>
          <p:spPr>
            <a:xfrm>
              <a:off x="2254110" y="1537858"/>
              <a:ext cx="109" cy="68"/>
            </a:xfrm>
            <a:custGeom>
              <a:rect b="b" l="l" r="r" t="t"/>
              <a:pathLst>
                <a:path extrusionOk="0" h="5" w="8">
                  <a:moveTo>
                    <a:pt x="0" y="4"/>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7" name="Google Shape;6927;p95"/>
            <p:cNvSpPr/>
            <p:nvPr/>
          </p:nvSpPr>
          <p:spPr>
            <a:xfrm>
              <a:off x="2253825" y="1538238"/>
              <a:ext cx="54" cy="68"/>
            </a:xfrm>
            <a:custGeom>
              <a:rect b="b" l="l" r="r" t="t"/>
              <a:pathLst>
                <a:path extrusionOk="0" h="5" w="4">
                  <a:moveTo>
                    <a:pt x="0" y="4"/>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8" name="Google Shape;6928;p95"/>
            <p:cNvSpPr/>
            <p:nvPr/>
          </p:nvSpPr>
          <p:spPr>
            <a:xfrm>
              <a:off x="2250974" y="1540519"/>
              <a:ext cx="1249" cy="1629"/>
            </a:xfrm>
            <a:custGeom>
              <a:rect b="b" l="l" r="r" t="t"/>
              <a:pathLst>
                <a:path extrusionOk="0" h="120" w="92">
                  <a:moveTo>
                    <a:pt x="0" y="120"/>
                  </a:moveTo>
                  <a:cubicBezTo>
                    <a:pt x="35" y="85"/>
                    <a:pt x="67" y="43"/>
                    <a:pt x="91" y="1"/>
                  </a:cubicBezTo>
                  <a:cubicBezTo>
                    <a:pt x="67" y="43"/>
                    <a:pt x="35" y="85"/>
                    <a:pt x="0" y="12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9" name="Google Shape;6929;p95"/>
            <p:cNvSpPr/>
            <p:nvPr/>
          </p:nvSpPr>
          <p:spPr>
            <a:xfrm>
              <a:off x="2252875" y="1538428"/>
              <a:ext cx="774" cy="923"/>
            </a:xfrm>
            <a:custGeom>
              <a:rect b="b" l="l" r="r" t="t"/>
              <a:pathLst>
                <a:path extrusionOk="0" h="68" w="57">
                  <a:moveTo>
                    <a:pt x="0" y="67"/>
                  </a:moveTo>
                  <a:cubicBezTo>
                    <a:pt x="18" y="43"/>
                    <a:pt x="35" y="22"/>
                    <a:pt x="56" y="1"/>
                  </a:cubicBezTo>
                  <a:cubicBezTo>
                    <a:pt x="35" y="22"/>
                    <a:pt x="18" y="43"/>
                    <a:pt x="0" y="6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0" name="Google Shape;6930;p95"/>
            <p:cNvSpPr/>
            <p:nvPr/>
          </p:nvSpPr>
          <p:spPr>
            <a:xfrm>
              <a:off x="2254300" y="1537668"/>
              <a:ext cx="54" cy="68"/>
            </a:xfrm>
            <a:custGeom>
              <a:rect b="b" l="l" r="r" t="t"/>
              <a:pathLst>
                <a:path extrusionOk="0" h="5" w="4">
                  <a:moveTo>
                    <a:pt x="0" y="4"/>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1" name="Google Shape;6931;p95"/>
            <p:cNvSpPr/>
            <p:nvPr/>
          </p:nvSpPr>
          <p:spPr>
            <a:xfrm>
              <a:off x="2252820" y="1539378"/>
              <a:ext cx="14" cy="68"/>
            </a:xfrm>
            <a:custGeom>
              <a:rect b="b" l="l" r="r" t="t"/>
              <a:pathLst>
                <a:path extrusionOk="0" h="5" w="1">
                  <a:moveTo>
                    <a:pt x="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2" name="Google Shape;6932;p95"/>
            <p:cNvSpPr/>
            <p:nvPr/>
          </p:nvSpPr>
          <p:spPr>
            <a:xfrm>
              <a:off x="2254531" y="1534721"/>
              <a:ext cx="68" cy="163"/>
            </a:xfrm>
            <a:custGeom>
              <a:rect b="b" l="l" r="r" t="t"/>
              <a:pathLst>
                <a:path extrusionOk="0" h="12" w="5">
                  <a:moveTo>
                    <a:pt x="4"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3" name="Google Shape;6933;p95"/>
            <p:cNvSpPr/>
            <p:nvPr/>
          </p:nvSpPr>
          <p:spPr>
            <a:xfrm>
              <a:off x="2254776" y="1535427"/>
              <a:ext cx="54" cy="163"/>
            </a:xfrm>
            <a:custGeom>
              <a:rect b="b" l="l" r="r" t="t"/>
              <a:pathLst>
                <a:path extrusionOk="0" h="12" w="4">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4" name="Google Shape;6934;p95"/>
            <p:cNvSpPr/>
            <p:nvPr/>
          </p:nvSpPr>
          <p:spPr>
            <a:xfrm>
              <a:off x="2254436" y="1537437"/>
              <a:ext cx="68" cy="109"/>
            </a:xfrm>
            <a:custGeom>
              <a:rect b="b" l="l" r="r" t="t"/>
              <a:pathLst>
                <a:path extrusionOk="0" h="8" w="5">
                  <a:moveTo>
                    <a:pt x="1"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5" name="Google Shape;6935;p95"/>
            <p:cNvSpPr/>
            <p:nvPr/>
          </p:nvSpPr>
          <p:spPr>
            <a:xfrm>
              <a:off x="2254871" y="1535767"/>
              <a:ext cx="14" cy="163"/>
            </a:xfrm>
            <a:custGeom>
              <a:rect b="b" l="l" r="r" t="t"/>
              <a:pathLst>
                <a:path extrusionOk="0" h="12" w="1">
                  <a:moveTo>
                    <a:pt x="0"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6" name="Google Shape;6936;p95"/>
            <p:cNvSpPr/>
            <p:nvPr/>
          </p:nvSpPr>
          <p:spPr>
            <a:xfrm>
              <a:off x="2254681" y="1535102"/>
              <a:ext cx="54" cy="163"/>
            </a:xfrm>
            <a:custGeom>
              <a:rect b="b" l="l" r="r" t="t"/>
              <a:pathLst>
                <a:path extrusionOk="0" h="12" w="4">
                  <a:moveTo>
                    <a:pt x="4"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7" name="Google Shape;6937;p95"/>
            <p:cNvSpPr/>
            <p:nvPr/>
          </p:nvSpPr>
          <p:spPr>
            <a:xfrm>
              <a:off x="2254816" y="1536432"/>
              <a:ext cx="14" cy="109"/>
            </a:xfrm>
            <a:custGeom>
              <a:rect b="b" l="l" r="r" t="t"/>
              <a:pathLst>
                <a:path extrusionOk="0" h="8" w="1">
                  <a:moveTo>
                    <a:pt x="1" y="8"/>
                  </a:moveTo>
                  <a:lnTo>
                    <a:pt x="1" y="4"/>
                  </a:lnTo>
                  <a:cubicBezTo>
                    <a:pt x="1" y="1"/>
                    <a:pt x="1" y="8"/>
                    <a:pt x="1"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8" name="Google Shape;6938;p95"/>
            <p:cNvSpPr/>
            <p:nvPr/>
          </p:nvSpPr>
          <p:spPr>
            <a:xfrm>
              <a:off x="2254531" y="1537192"/>
              <a:ext cx="109" cy="109"/>
            </a:xfrm>
            <a:custGeom>
              <a:rect b="b" l="l" r="r" t="t"/>
              <a:pathLst>
                <a:path extrusionOk="0" h="8" w="8">
                  <a:moveTo>
                    <a:pt x="1" y="8"/>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9" name="Google Shape;6939;p95"/>
            <p:cNvSpPr/>
            <p:nvPr/>
          </p:nvSpPr>
          <p:spPr>
            <a:xfrm>
              <a:off x="2254776" y="1536717"/>
              <a:ext cx="54" cy="109"/>
            </a:xfrm>
            <a:custGeom>
              <a:rect b="b" l="l" r="r" t="t"/>
              <a:pathLst>
                <a:path extrusionOk="0" h="8" w="4">
                  <a:moveTo>
                    <a:pt x="0"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0" name="Google Shape;6940;p95"/>
            <p:cNvSpPr/>
            <p:nvPr/>
          </p:nvSpPr>
          <p:spPr>
            <a:xfrm>
              <a:off x="2250024" y="1555359"/>
              <a:ext cx="149" cy="489"/>
            </a:xfrm>
            <a:custGeom>
              <a:rect b="b" l="l" r="r" t="t"/>
              <a:pathLst>
                <a:path extrusionOk="0" h="36" w="11">
                  <a:moveTo>
                    <a:pt x="0" y="0"/>
                  </a:moveTo>
                  <a:cubicBezTo>
                    <a:pt x="4" y="11"/>
                    <a:pt x="7" y="25"/>
                    <a:pt x="11" y="35"/>
                  </a:cubicBezTo>
                  <a:lnTo>
                    <a:pt x="7" y="18"/>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1" name="Google Shape;6941;p95"/>
            <p:cNvSpPr/>
            <p:nvPr/>
          </p:nvSpPr>
          <p:spPr>
            <a:xfrm>
              <a:off x="2263995" y="1416040"/>
              <a:ext cx="2770" cy="1439"/>
            </a:xfrm>
            <a:custGeom>
              <a:rect b="b" l="l" r="r" t="t"/>
              <a:pathLst>
                <a:path extrusionOk="0" h="106" w="204">
                  <a:moveTo>
                    <a:pt x="204" y="0"/>
                  </a:moveTo>
                  <a:lnTo>
                    <a:pt x="204" y="0"/>
                  </a:lnTo>
                  <a:cubicBezTo>
                    <a:pt x="127" y="7"/>
                    <a:pt x="53" y="46"/>
                    <a:pt x="1" y="105"/>
                  </a:cubicBezTo>
                  <a:lnTo>
                    <a:pt x="18" y="88"/>
                  </a:lnTo>
                  <a:cubicBezTo>
                    <a:pt x="67" y="39"/>
                    <a:pt x="134" y="7"/>
                    <a:pt x="20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2" name="Google Shape;6942;p95"/>
            <p:cNvSpPr/>
            <p:nvPr/>
          </p:nvSpPr>
          <p:spPr>
            <a:xfrm>
              <a:off x="2276350" y="1412130"/>
              <a:ext cx="258" cy="258"/>
            </a:xfrm>
            <a:custGeom>
              <a:rect b="b" l="l" r="r" t="t"/>
              <a:pathLst>
                <a:path extrusionOk="0" h="19" w="19">
                  <a:moveTo>
                    <a:pt x="18" y="1"/>
                  </a:moveTo>
                  <a:cubicBezTo>
                    <a:pt x="11" y="8"/>
                    <a:pt x="4" y="15"/>
                    <a:pt x="1" y="19"/>
                  </a:cubicBezTo>
                  <a:cubicBezTo>
                    <a:pt x="4" y="15"/>
                    <a:pt x="11" y="8"/>
                    <a:pt x="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3" name="Google Shape;6943;p95"/>
            <p:cNvSpPr/>
            <p:nvPr/>
          </p:nvSpPr>
          <p:spPr>
            <a:xfrm>
              <a:off x="2276921" y="1411139"/>
              <a:ext cx="258" cy="489"/>
            </a:xfrm>
            <a:custGeom>
              <a:rect b="b" l="l" r="r" t="t"/>
              <a:pathLst>
                <a:path extrusionOk="0" h="36" w="19">
                  <a:moveTo>
                    <a:pt x="1" y="35"/>
                  </a:moveTo>
                  <a:cubicBezTo>
                    <a:pt x="8" y="25"/>
                    <a:pt x="15" y="14"/>
                    <a:pt x="18" y="0"/>
                  </a:cubicBezTo>
                  <a:cubicBezTo>
                    <a:pt x="15" y="14"/>
                    <a:pt x="8" y="25"/>
                    <a:pt x="1" y="3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4" name="Google Shape;6944;p95"/>
            <p:cNvSpPr/>
            <p:nvPr/>
          </p:nvSpPr>
          <p:spPr>
            <a:xfrm>
              <a:off x="2275875" y="1412470"/>
              <a:ext cx="394" cy="299"/>
            </a:xfrm>
            <a:custGeom>
              <a:rect b="b" l="l" r="r" t="t"/>
              <a:pathLst>
                <a:path extrusionOk="0" h="22" w="29">
                  <a:moveTo>
                    <a:pt x="1" y="22"/>
                  </a:moveTo>
                  <a:cubicBezTo>
                    <a:pt x="11" y="15"/>
                    <a:pt x="18" y="8"/>
                    <a:pt x="29" y="1"/>
                  </a:cubicBezTo>
                  <a:cubicBezTo>
                    <a:pt x="18" y="8"/>
                    <a:pt x="11" y="15"/>
                    <a:pt x="1"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5" name="Google Shape;6945;p95"/>
            <p:cNvSpPr/>
            <p:nvPr/>
          </p:nvSpPr>
          <p:spPr>
            <a:xfrm>
              <a:off x="2276690" y="1411709"/>
              <a:ext cx="204" cy="339"/>
            </a:xfrm>
            <a:custGeom>
              <a:rect b="b" l="l" r="r" t="t"/>
              <a:pathLst>
                <a:path extrusionOk="0" h="25" w="15">
                  <a:moveTo>
                    <a:pt x="0" y="25"/>
                  </a:moveTo>
                  <a:cubicBezTo>
                    <a:pt x="4" y="14"/>
                    <a:pt x="11" y="7"/>
                    <a:pt x="14" y="0"/>
                  </a:cubicBezTo>
                  <a:cubicBezTo>
                    <a:pt x="11" y="7"/>
                    <a:pt x="4" y="14"/>
                    <a:pt x="0"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6" name="Google Shape;6946;p95"/>
            <p:cNvSpPr/>
            <p:nvPr/>
          </p:nvSpPr>
          <p:spPr>
            <a:xfrm>
              <a:off x="2263764" y="1417222"/>
              <a:ext cx="434" cy="448"/>
            </a:xfrm>
            <a:custGeom>
              <a:rect b="b" l="l" r="r" t="t"/>
              <a:pathLst>
                <a:path extrusionOk="0" h="33" w="32">
                  <a:moveTo>
                    <a:pt x="32" y="1"/>
                  </a:moveTo>
                  <a:lnTo>
                    <a:pt x="18" y="15"/>
                  </a:lnTo>
                  <a:lnTo>
                    <a:pt x="0" y="32"/>
                  </a:lnTo>
                  <a:cubicBezTo>
                    <a:pt x="14" y="22"/>
                    <a:pt x="21" y="11"/>
                    <a:pt x="3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7" name="Google Shape;6947;p95"/>
            <p:cNvSpPr/>
            <p:nvPr/>
          </p:nvSpPr>
          <p:spPr>
            <a:xfrm>
              <a:off x="3015482" y="1689586"/>
              <a:ext cx="163" cy="1195"/>
            </a:xfrm>
            <a:custGeom>
              <a:rect b="b" l="l" r="r" t="t"/>
              <a:pathLst>
                <a:path extrusionOk="0" h="88" w="12">
                  <a:moveTo>
                    <a:pt x="1" y="0"/>
                  </a:moveTo>
                  <a:cubicBezTo>
                    <a:pt x="8" y="28"/>
                    <a:pt x="11" y="56"/>
                    <a:pt x="11" y="88"/>
                  </a:cubicBezTo>
                  <a:cubicBezTo>
                    <a:pt x="11" y="56"/>
                    <a:pt x="8" y="28"/>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8" name="Google Shape;6948;p95"/>
            <p:cNvSpPr/>
            <p:nvPr/>
          </p:nvSpPr>
          <p:spPr>
            <a:xfrm>
              <a:off x="2958307" y="1600694"/>
              <a:ext cx="3150" cy="353"/>
            </a:xfrm>
            <a:custGeom>
              <a:rect b="b" l="l" r="r" t="t"/>
              <a:pathLst>
                <a:path extrusionOk="0" h="26" w="232">
                  <a:moveTo>
                    <a:pt x="0" y="8"/>
                  </a:moveTo>
                  <a:cubicBezTo>
                    <a:pt x="77" y="1"/>
                    <a:pt x="154" y="8"/>
                    <a:pt x="231" y="25"/>
                  </a:cubicBezTo>
                  <a:cubicBezTo>
                    <a:pt x="154" y="8"/>
                    <a:pt x="77" y="1"/>
                    <a:pt x="0"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9" name="Google Shape;6949;p95"/>
            <p:cNvSpPr/>
            <p:nvPr/>
          </p:nvSpPr>
          <p:spPr>
            <a:xfrm>
              <a:off x="2924961" y="1625555"/>
              <a:ext cx="3408" cy="7671"/>
            </a:xfrm>
            <a:custGeom>
              <a:rect b="b" l="l" r="r" t="t"/>
              <a:pathLst>
                <a:path extrusionOk="0" h="565" w="251">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0" name="Google Shape;6950;p95"/>
            <p:cNvSpPr/>
            <p:nvPr/>
          </p:nvSpPr>
          <p:spPr>
            <a:xfrm>
              <a:off x="2928546" y="1617856"/>
              <a:ext cx="4535" cy="7196"/>
            </a:xfrm>
            <a:custGeom>
              <a:rect b="b" l="l" r="r" t="t"/>
              <a:pathLst>
                <a:path extrusionOk="0" h="530" w="334">
                  <a:moveTo>
                    <a:pt x="1" y="529"/>
                  </a:moveTo>
                  <a:cubicBezTo>
                    <a:pt x="32" y="410"/>
                    <a:pt x="214" y="102"/>
                    <a:pt x="333" y="1"/>
                  </a:cubicBezTo>
                  <a:cubicBezTo>
                    <a:pt x="214" y="102"/>
                    <a:pt x="32" y="410"/>
                    <a:pt x="1" y="5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1" name="Google Shape;6951;p95"/>
            <p:cNvSpPr/>
            <p:nvPr/>
          </p:nvSpPr>
          <p:spPr>
            <a:xfrm>
              <a:off x="2906265" y="1635629"/>
              <a:ext cx="339" cy="109"/>
            </a:xfrm>
            <a:custGeom>
              <a:rect b="b" l="l" r="r" t="t"/>
              <a:pathLst>
                <a:path extrusionOk="0" h="8" w="25">
                  <a:moveTo>
                    <a:pt x="0" y="1"/>
                  </a:moveTo>
                  <a:lnTo>
                    <a:pt x="0" y="1"/>
                  </a:lnTo>
                  <a:lnTo>
                    <a:pt x="25"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2" name="Google Shape;6952;p95"/>
            <p:cNvSpPr/>
            <p:nvPr/>
          </p:nvSpPr>
          <p:spPr>
            <a:xfrm>
              <a:off x="2908301" y="1636634"/>
              <a:ext cx="638" cy="625"/>
            </a:xfrm>
            <a:custGeom>
              <a:rect b="b" l="l" r="r" t="t"/>
              <a:pathLst>
                <a:path extrusionOk="0" h="46" w="47">
                  <a:moveTo>
                    <a:pt x="1" y="1"/>
                  </a:moveTo>
                  <a:cubicBezTo>
                    <a:pt x="18" y="11"/>
                    <a:pt x="32" y="29"/>
                    <a:pt x="46" y="46"/>
                  </a:cubicBezTo>
                  <a:cubicBezTo>
                    <a:pt x="36" y="29"/>
                    <a:pt x="18" y="1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3" name="Google Shape;6953;p95"/>
            <p:cNvSpPr/>
            <p:nvPr/>
          </p:nvSpPr>
          <p:spPr>
            <a:xfrm>
              <a:off x="2908967" y="1637299"/>
              <a:ext cx="258" cy="339"/>
            </a:xfrm>
            <a:custGeom>
              <a:rect b="b" l="l" r="r" t="t"/>
              <a:pathLst>
                <a:path extrusionOk="0" h="25" w="19">
                  <a:moveTo>
                    <a:pt x="18" y="25"/>
                  </a:moveTo>
                  <a:cubicBezTo>
                    <a:pt x="11" y="14"/>
                    <a:pt x="8" y="7"/>
                    <a:pt x="1" y="0"/>
                  </a:cubicBezTo>
                  <a:cubicBezTo>
                    <a:pt x="8" y="7"/>
                    <a:pt x="11" y="14"/>
                    <a:pt x="18"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4" name="Google Shape;6954;p95"/>
            <p:cNvSpPr/>
            <p:nvPr/>
          </p:nvSpPr>
          <p:spPr>
            <a:xfrm>
              <a:off x="2935633" y="1611163"/>
              <a:ext cx="828" cy="3530"/>
            </a:xfrm>
            <a:custGeom>
              <a:rect b="b" l="l" r="r" t="t"/>
              <a:pathLst>
                <a:path extrusionOk="0" h="260" w="61">
                  <a:moveTo>
                    <a:pt x="1" y="0"/>
                  </a:moveTo>
                  <a:cubicBezTo>
                    <a:pt x="29" y="84"/>
                    <a:pt x="50" y="172"/>
                    <a:pt x="60" y="259"/>
                  </a:cubicBezTo>
                  <a:cubicBezTo>
                    <a:pt x="50" y="172"/>
                    <a:pt x="29" y="8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5" name="Google Shape;6955;p95"/>
            <p:cNvSpPr/>
            <p:nvPr/>
          </p:nvSpPr>
          <p:spPr>
            <a:xfrm>
              <a:off x="2907976" y="1636390"/>
              <a:ext cx="244" cy="204"/>
            </a:xfrm>
            <a:custGeom>
              <a:rect b="b" l="l" r="r" t="t"/>
              <a:pathLst>
                <a:path extrusionOk="0" h="15" w="18">
                  <a:moveTo>
                    <a:pt x="0" y="1"/>
                  </a:moveTo>
                  <a:lnTo>
                    <a:pt x="18" y="15"/>
                  </a:lnTo>
                  <a:cubicBezTo>
                    <a:pt x="14" y="8"/>
                    <a:pt x="7"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6" name="Google Shape;6956;p95"/>
            <p:cNvSpPr/>
            <p:nvPr/>
          </p:nvSpPr>
          <p:spPr>
            <a:xfrm>
              <a:off x="2695420" y="1641956"/>
              <a:ext cx="2417" cy="448"/>
            </a:xfrm>
            <a:custGeom>
              <a:rect b="b" l="l" r="r" t="t"/>
              <a:pathLst>
                <a:path extrusionOk="0" h="33" w="178">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7" name="Google Shape;6957;p95"/>
            <p:cNvSpPr/>
            <p:nvPr/>
          </p:nvSpPr>
          <p:spPr>
            <a:xfrm>
              <a:off x="2693641" y="1641060"/>
              <a:ext cx="1208" cy="869"/>
            </a:xfrm>
            <a:custGeom>
              <a:rect b="b" l="l" r="r" t="t"/>
              <a:pathLst>
                <a:path extrusionOk="0" h="64" w="89">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8" name="Google Shape;6958;p95"/>
            <p:cNvSpPr/>
            <p:nvPr/>
          </p:nvSpPr>
          <p:spPr>
            <a:xfrm>
              <a:off x="2974655" y="1606071"/>
              <a:ext cx="3584" cy="4481"/>
            </a:xfrm>
            <a:custGeom>
              <a:rect b="b" l="l" r="r" t="t"/>
              <a:pathLst>
                <a:path extrusionOk="0" h="330" w="264">
                  <a:moveTo>
                    <a:pt x="1" y="0"/>
                  </a:moveTo>
                  <a:cubicBezTo>
                    <a:pt x="113" y="77"/>
                    <a:pt x="263" y="175"/>
                    <a:pt x="246" y="330"/>
                  </a:cubicBezTo>
                  <a:cubicBezTo>
                    <a:pt x="263" y="175"/>
                    <a:pt x="113" y="7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9" name="Google Shape;6959;p95"/>
            <p:cNvSpPr/>
            <p:nvPr/>
          </p:nvSpPr>
          <p:spPr>
            <a:xfrm>
              <a:off x="3023194" y="1657313"/>
              <a:ext cx="1100" cy="54"/>
            </a:xfrm>
            <a:custGeom>
              <a:rect b="b" l="l" r="r" t="t"/>
              <a:pathLst>
                <a:path extrusionOk="0" h="4" w="81">
                  <a:moveTo>
                    <a:pt x="81" y="4"/>
                  </a:moveTo>
                  <a:cubicBezTo>
                    <a:pt x="56" y="4"/>
                    <a:pt x="32" y="4"/>
                    <a:pt x="0" y="0"/>
                  </a:cubicBezTo>
                  <a:cubicBezTo>
                    <a:pt x="32" y="4"/>
                    <a:pt x="56" y="4"/>
                    <a:pt x="81"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0" name="Google Shape;6960;p95"/>
            <p:cNvSpPr/>
            <p:nvPr/>
          </p:nvSpPr>
          <p:spPr>
            <a:xfrm>
              <a:off x="3010594" y="1646478"/>
              <a:ext cx="1874" cy="2620"/>
            </a:xfrm>
            <a:custGeom>
              <a:rect b="b" l="l" r="r" t="t"/>
              <a:pathLst>
                <a:path extrusionOk="0" h="193" w="138">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1" name="Google Shape;6961;p95"/>
            <p:cNvSpPr/>
            <p:nvPr/>
          </p:nvSpPr>
          <p:spPr>
            <a:xfrm>
              <a:off x="3041863" y="1659634"/>
              <a:ext cx="163" cy="448"/>
            </a:xfrm>
            <a:custGeom>
              <a:rect b="b" l="l" r="r" t="t"/>
              <a:pathLst>
                <a:path extrusionOk="0" h="33" w="12">
                  <a:moveTo>
                    <a:pt x="11" y="32"/>
                  </a:moveTo>
                  <a:cubicBezTo>
                    <a:pt x="8" y="22"/>
                    <a:pt x="4" y="11"/>
                    <a:pt x="1" y="1"/>
                  </a:cubicBezTo>
                  <a:cubicBezTo>
                    <a:pt x="4" y="11"/>
                    <a:pt x="8" y="22"/>
                    <a:pt x="11"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2" name="Google Shape;6962;p95"/>
            <p:cNvSpPr/>
            <p:nvPr/>
          </p:nvSpPr>
          <p:spPr>
            <a:xfrm>
              <a:off x="3006888" y="1644862"/>
              <a:ext cx="1534" cy="964"/>
            </a:xfrm>
            <a:custGeom>
              <a:rect b="b" l="l" r="r" t="t"/>
              <a:pathLst>
                <a:path extrusionOk="0" h="71" w="113">
                  <a:moveTo>
                    <a:pt x="112" y="70"/>
                  </a:moveTo>
                  <a:cubicBezTo>
                    <a:pt x="70" y="56"/>
                    <a:pt x="32" y="32"/>
                    <a:pt x="0" y="0"/>
                  </a:cubicBezTo>
                  <a:cubicBezTo>
                    <a:pt x="32" y="32"/>
                    <a:pt x="70" y="56"/>
                    <a:pt x="112" y="7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3" name="Google Shape;6963;p95"/>
            <p:cNvSpPr/>
            <p:nvPr/>
          </p:nvSpPr>
          <p:spPr>
            <a:xfrm>
              <a:off x="3014722" y="1656362"/>
              <a:ext cx="5159" cy="1154"/>
            </a:xfrm>
            <a:custGeom>
              <a:rect b="b" l="l" r="r" t="t"/>
              <a:pathLst>
                <a:path extrusionOk="0" h="85" w="380">
                  <a:moveTo>
                    <a:pt x="1" y="0"/>
                  </a:moveTo>
                  <a:cubicBezTo>
                    <a:pt x="116" y="60"/>
                    <a:pt x="249" y="84"/>
                    <a:pt x="379" y="74"/>
                  </a:cubicBezTo>
                  <a:cubicBezTo>
                    <a:pt x="249" y="84"/>
                    <a:pt x="116" y="6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4" name="Google Shape;6964;p95"/>
            <p:cNvSpPr/>
            <p:nvPr/>
          </p:nvSpPr>
          <p:spPr>
            <a:xfrm>
              <a:off x="3033880" y="1652031"/>
              <a:ext cx="3680" cy="1113"/>
            </a:xfrm>
            <a:custGeom>
              <a:rect b="b" l="l" r="r" t="t"/>
              <a:pathLst>
                <a:path extrusionOk="0" h="82" w="271">
                  <a:moveTo>
                    <a:pt x="1" y="81"/>
                  </a:moveTo>
                  <a:cubicBezTo>
                    <a:pt x="81" y="32"/>
                    <a:pt x="176" y="4"/>
                    <a:pt x="270" y="1"/>
                  </a:cubicBezTo>
                  <a:cubicBezTo>
                    <a:pt x="176" y="4"/>
                    <a:pt x="81" y="32"/>
                    <a:pt x="1" y="8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5" name="Google Shape;6965;p95"/>
            <p:cNvSpPr/>
            <p:nvPr/>
          </p:nvSpPr>
          <p:spPr>
            <a:xfrm>
              <a:off x="3018632" y="1682254"/>
              <a:ext cx="2715" cy="1494"/>
            </a:xfrm>
            <a:custGeom>
              <a:rect b="b" l="l" r="r" t="t"/>
              <a:pathLst>
                <a:path extrusionOk="0" h="110" w="20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6" name="Google Shape;6966;p95"/>
            <p:cNvSpPr/>
            <p:nvPr/>
          </p:nvSpPr>
          <p:spPr>
            <a:xfrm>
              <a:off x="2985965" y="1626560"/>
              <a:ext cx="3720" cy="8608"/>
            </a:xfrm>
            <a:custGeom>
              <a:rect b="b" l="l" r="r" t="t"/>
              <a:pathLst>
                <a:path extrusionOk="0" h="634" w="274">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7" name="Google Shape;6967;p95"/>
            <p:cNvSpPr/>
            <p:nvPr/>
          </p:nvSpPr>
          <p:spPr>
            <a:xfrm>
              <a:off x="2972944" y="1604741"/>
              <a:ext cx="1724" cy="1344"/>
            </a:xfrm>
            <a:custGeom>
              <a:rect b="b" l="l" r="r" t="t"/>
              <a:pathLst>
                <a:path extrusionOk="0" h="99" w="127">
                  <a:moveTo>
                    <a:pt x="1" y="0"/>
                  </a:moveTo>
                  <a:cubicBezTo>
                    <a:pt x="39" y="39"/>
                    <a:pt x="81" y="74"/>
                    <a:pt x="127" y="98"/>
                  </a:cubicBezTo>
                  <a:cubicBezTo>
                    <a:pt x="81" y="74"/>
                    <a:pt x="39" y="39"/>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8" name="Google Shape;6968;p95"/>
            <p:cNvSpPr/>
            <p:nvPr/>
          </p:nvSpPr>
          <p:spPr>
            <a:xfrm>
              <a:off x="3042013" y="1660069"/>
              <a:ext cx="54" cy="434"/>
            </a:xfrm>
            <a:custGeom>
              <a:rect b="b" l="l" r="r" t="t"/>
              <a:pathLst>
                <a:path extrusionOk="0" h="32" w="4">
                  <a:moveTo>
                    <a:pt x="0" y="0"/>
                  </a:moveTo>
                  <a:cubicBezTo>
                    <a:pt x="4" y="11"/>
                    <a:pt x="4" y="21"/>
                    <a:pt x="4" y="32"/>
                  </a:cubicBezTo>
                  <a:cubicBezTo>
                    <a:pt x="4" y="21"/>
                    <a:pt x="4"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9" name="Google Shape;6969;p95"/>
            <p:cNvSpPr/>
            <p:nvPr/>
          </p:nvSpPr>
          <p:spPr>
            <a:xfrm>
              <a:off x="3015876" y="1695628"/>
              <a:ext cx="475" cy="4046"/>
            </a:xfrm>
            <a:custGeom>
              <a:rect b="b" l="l" r="r" t="t"/>
              <a:pathLst>
                <a:path extrusionOk="0" h="298" w="35">
                  <a:moveTo>
                    <a:pt x="0" y="1"/>
                  </a:moveTo>
                  <a:lnTo>
                    <a:pt x="0" y="1"/>
                  </a:lnTo>
                  <a:cubicBezTo>
                    <a:pt x="31" y="74"/>
                    <a:pt x="31" y="179"/>
                    <a:pt x="35" y="298"/>
                  </a:cubicBezTo>
                  <a:cubicBezTo>
                    <a:pt x="31" y="175"/>
                    <a:pt x="31" y="7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0" name="Google Shape;6970;p95"/>
            <p:cNvSpPr/>
            <p:nvPr/>
          </p:nvSpPr>
          <p:spPr>
            <a:xfrm>
              <a:off x="2961824" y="1601129"/>
              <a:ext cx="339" cy="109"/>
            </a:xfrm>
            <a:custGeom>
              <a:rect b="b" l="l" r="r" t="t"/>
              <a:pathLst>
                <a:path extrusionOk="0" h="8" w="25">
                  <a:moveTo>
                    <a:pt x="25"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1" name="Google Shape;6971;p95"/>
            <p:cNvSpPr/>
            <p:nvPr/>
          </p:nvSpPr>
          <p:spPr>
            <a:xfrm>
              <a:off x="2989291" y="1637109"/>
              <a:ext cx="68" cy="299"/>
            </a:xfrm>
            <a:custGeom>
              <a:rect b="b" l="l" r="r" t="t"/>
              <a:pathLst>
                <a:path extrusionOk="0" h="22" w="5">
                  <a:moveTo>
                    <a:pt x="4" y="21"/>
                  </a:moveTo>
                  <a:cubicBezTo>
                    <a:pt x="4" y="14"/>
                    <a:pt x="1" y="7"/>
                    <a:pt x="1" y="0"/>
                  </a:cubicBezTo>
                  <a:cubicBezTo>
                    <a:pt x="1" y="7"/>
                    <a:pt x="4" y="14"/>
                    <a:pt x="4"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2" name="Google Shape;6972;p95"/>
            <p:cNvSpPr/>
            <p:nvPr/>
          </p:nvSpPr>
          <p:spPr>
            <a:xfrm>
              <a:off x="2977845" y="1610973"/>
              <a:ext cx="109" cy="394"/>
            </a:xfrm>
            <a:custGeom>
              <a:rect b="b" l="l" r="r" t="t"/>
              <a:pathLst>
                <a:path extrusionOk="0" h="29" w="8">
                  <a:moveTo>
                    <a:pt x="0" y="28"/>
                  </a:moveTo>
                  <a:cubicBezTo>
                    <a:pt x="4" y="18"/>
                    <a:pt x="4" y="11"/>
                    <a:pt x="7" y="0"/>
                  </a:cubicBezTo>
                  <a:cubicBezTo>
                    <a:pt x="4" y="11"/>
                    <a:pt x="4" y="18"/>
                    <a:pt x="0"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3" name="Google Shape;6973;p95"/>
            <p:cNvSpPr/>
            <p:nvPr/>
          </p:nvSpPr>
          <p:spPr>
            <a:xfrm>
              <a:off x="2962829" y="1601509"/>
              <a:ext cx="54" cy="14"/>
            </a:xfrm>
            <a:custGeom>
              <a:rect b="b" l="l" r="r" t="t"/>
              <a:pathLst>
                <a:path extrusionOk="0" h="1" w="4">
                  <a:moveTo>
                    <a:pt x="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4" name="Google Shape;6974;p95"/>
            <p:cNvSpPr/>
            <p:nvPr/>
          </p:nvSpPr>
          <p:spPr>
            <a:xfrm>
              <a:off x="2955117" y="1600464"/>
              <a:ext cx="2444" cy="339"/>
            </a:xfrm>
            <a:custGeom>
              <a:rect b="b" l="l" r="r" t="t"/>
              <a:pathLst>
                <a:path extrusionOk="0" h="25" w="180">
                  <a:moveTo>
                    <a:pt x="179" y="25"/>
                  </a:moveTo>
                  <a:cubicBezTo>
                    <a:pt x="120" y="25"/>
                    <a:pt x="60" y="18"/>
                    <a:pt x="1" y="0"/>
                  </a:cubicBezTo>
                  <a:cubicBezTo>
                    <a:pt x="60" y="18"/>
                    <a:pt x="120" y="25"/>
                    <a:pt x="179"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5" name="Google Shape;6975;p95"/>
            <p:cNvSpPr/>
            <p:nvPr/>
          </p:nvSpPr>
          <p:spPr>
            <a:xfrm>
              <a:off x="2998429" y="1641250"/>
              <a:ext cx="149" cy="54"/>
            </a:xfrm>
            <a:custGeom>
              <a:rect b="b" l="l" r="r" t="t"/>
              <a:pathLst>
                <a:path extrusionOk="0" h="4" w="11">
                  <a:moveTo>
                    <a:pt x="11" y="4"/>
                  </a:moveTo>
                  <a:lnTo>
                    <a:pt x="11" y="4"/>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6" name="Google Shape;6976;p95"/>
            <p:cNvSpPr/>
            <p:nvPr/>
          </p:nvSpPr>
          <p:spPr>
            <a:xfrm>
              <a:off x="2694931" y="1641956"/>
              <a:ext cx="434" cy="14"/>
            </a:xfrm>
            <a:custGeom>
              <a:rect b="b" l="l" r="r" t="t"/>
              <a:pathLst>
                <a:path extrusionOk="0" h="1" w="32">
                  <a:moveTo>
                    <a:pt x="0" y="1"/>
                  </a:moveTo>
                  <a:lnTo>
                    <a:pt x="32" y="1"/>
                  </a:lnTo>
                  <a:cubicBezTo>
                    <a:pt x="21" y="1"/>
                    <a:pt x="11"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7" name="Google Shape;6977;p95"/>
            <p:cNvSpPr/>
            <p:nvPr/>
          </p:nvSpPr>
          <p:spPr>
            <a:xfrm>
              <a:off x="2697538" y="1642337"/>
              <a:ext cx="679" cy="109"/>
            </a:xfrm>
            <a:custGeom>
              <a:rect b="b" l="l" r="r" t="t"/>
              <a:pathLst>
                <a:path extrusionOk="0" h="8" w="50">
                  <a:moveTo>
                    <a:pt x="1" y="1"/>
                  </a:moveTo>
                  <a:lnTo>
                    <a:pt x="1" y="1"/>
                  </a:lnTo>
                  <a:cubicBezTo>
                    <a:pt x="15" y="4"/>
                    <a:pt x="32" y="8"/>
                    <a:pt x="50" y="8"/>
                  </a:cubicBezTo>
                  <a:lnTo>
                    <a:pt x="25" y="4"/>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8" name="Google Shape;6978;p95"/>
            <p:cNvSpPr/>
            <p:nvPr/>
          </p:nvSpPr>
          <p:spPr>
            <a:xfrm>
              <a:off x="2409736" y="1625609"/>
              <a:ext cx="1534" cy="1344"/>
            </a:xfrm>
            <a:custGeom>
              <a:rect b="b" l="l" r="r" t="t"/>
              <a:pathLst>
                <a:path extrusionOk="0" h="99" w="113">
                  <a:moveTo>
                    <a:pt x="112" y="0"/>
                  </a:moveTo>
                  <a:cubicBezTo>
                    <a:pt x="95" y="53"/>
                    <a:pt x="53" y="88"/>
                    <a:pt x="0" y="98"/>
                  </a:cubicBezTo>
                  <a:cubicBezTo>
                    <a:pt x="53" y="88"/>
                    <a:pt x="95" y="53"/>
                    <a:pt x="11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9" name="Google Shape;6979;p95"/>
            <p:cNvSpPr/>
            <p:nvPr/>
          </p:nvSpPr>
          <p:spPr>
            <a:xfrm>
              <a:off x="2425798" y="1617761"/>
              <a:ext cx="2824" cy="828"/>
            </a:xfrm>
            <a:custGeom>
              <a:rect b="b" l="l" r="r" t="t"/>
              <a:pathLst>
                <a:path extrusionOk="0" h="61" w="208">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0" name="Google Shape;6980;p95"/>
            <p:cNvSpPr/>
            <p:nvPr/>
          </p:nvSpPr>
          <p:spPr>
            <a:xfrm>
              <a:off x="2458167" y="1627035"/>
              <a:ext cx="4440" cy="828"/>
            </a:xfrm>
            <a:custGeom>
              <a:rect b="b" l="l" r="r" t="t"/>
              <a:pathLst>
                <a:path extrusionOk="0" h="61" w="327">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1" name="Google Shape;6981;p95"/>
            <p:cNvSpPr/>
            <p:nvPr/>
          </p:nvSpPr>
          <p:spPr>
            <a:xfrm>
              <a:off x="2567398" y="1580681"/>
              <a:ext cx="5051" cy="1303"/>
            </a:xfrm>
            <a:custGeom>
              <a:rect b="b" l="l" r="r" t="t"/>
              <a:pathLst>
                <a:path extrusionOk="0" h="96" w="372">
                  <a:moveTo>
                    <a:pt x="372" y="61"/>
                  </a:moveTo>
                  <a:cubicBezTo>
                    <a:pt x="291" y="96"/>
                    <a:pt x="155" y="71"/>
                    <a:pt x="1" y="1"/>
                  </a:cubicBezTo>
                  <a:cubicBezTo>
                    <a:pt x="155" y="71"/>
                    <a:pt x="291" y="96"/>
                    <a:pt x="372" y="6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2" name="Google Shape;6982;p95"/>
            <p:cNvSpPr/>
            <p:nvPr/>
          </p:nvSpPr>
          <p:spPr>
            <a:xfrm>
              <a:off x="2468336" y="1623505"/>
              <a:ext cx="4100" cy="638"/>
            </a:xfrm>
            <a:custGeom>
              <a:rect b="b" l="l" r="r" t="t"/>
              <a:pathLst>
                <a:path extrusionOk="0" h="47" w="302">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3" name="Google Shape;6983;p95"/>
            <p:cNvSpPr/>
            <p:nvPr/>
          </p:nvSpPr>
          <p:spPr>
            <a:xfrm>
              <a:off x="2501995" y="1594001"/>
              <a:ext cx="1914" cy="434"/>
            </a:xfrm>
            <a:custGeom>
              <a:rect b="b" l="l" r="r" t="t"/>
              <a:pathLst>
                <a:path extrusionOk="0" h="32" w="141">
                  <a:moveTo>
                    <a:pt x="140" y="4"/>
                  </a:moveTo>
                  <a:cubicBezTo>
                    <a:pt x="91" y="0"/>
                    <a:pt x="42" y="11"/>
                    <a:pt x="0" y="32"/>
                  </a:cubicBezTo>
                  <a:cubicBezTo>
                    <a:pt x="42" y="11"/>
                    <a:pt x="91" y="0"/>
                    <a:pt x="140"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4" name="Google Shape;6984;p95"/>
            <p:cNvSpPr/>
            <p:nvPr/>
          </p:nvSpPr>
          <p:spPr>
            <a:xfrm>
              <a:off x="2407020" y="1631787"/>
              <a:ext cx="448" cy="1154"/>
            </a:xfrm>
            <a:custGeom>
              <a:rect b="b" l="l" r="r" t="t"/>
              <a:pathLst>
                <a:path extrusionOk="0" h="85" w="33">
                  <a:moveTo>
                    <a:pt x="1" y="0"/>
                  </a:moveTo>
                  <a:lnTo>
                    <a:pt x="4" y="14"/>
                  </a:lnTo>
                  <a:cubicBezTo>
                    <a:pt x="11" y="39"/>
                    <a:pt x="22" y="63"/>
                    <a:pt x="32" y="84"/>
                  </a:cubicBezTo>
                  <a:cubicBezTo>
                    <a:pt x="22" y="63"/>
                    <a:pt x="11" y="39"/>
                    <a:pt x="4"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5" name="Google Shape;6985;p95"/>
            <p:cNvSpPr/>
            <p:nvPr/>
          </p:nvSpPr>
          <p:spPr>
            <a:xfrm>
              <a:off x="2480882" y="1622989"/>
              <a:ext cx="638" cy="109"/>
            </a:xfrm>
            <a:custGeom>
              <a:rect b="b" l="l" r="r" t="t"/>
              <a:pathLst>
                <a:path extrusionOk="0" h="8" w="47">
                  <a:moveTo>
                    <a:pt x="1" y="1"/>
                  </a:moveTo>
                  <a:cubicBezTo>
                    <a:pt x="15" y="4"/>
                    <a:pt x="32" y="8"/>
                    <a:pt x="46" y="8"/>
                  </a:cubicBezTo>
                  <a:cubicBezTo>
                    <a:pt x="32" y="4"/>
                    <a:pt x="15"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6" name="Google Shape;6986;p95"/>
            <p:cNvSpPr/>
            <p:nvPr/>
          </p:nvSpPr>
          <p:spPr>
            <a:xfrm>
              <a:off x="2472898" y="1624509"/>
              <a:ext cx="2634" cy="1208"/>
            </a:xfrm>
            <a:custGeom>
              <a:rect b="b" l="l" r="r" t="t"/>
              <a:pathLst>
                <a:path extrusionOk="0" h="89" w="194">
                  <a:moveTo>
                    <a:pt x="193" y="1"/>
                  </a:moveTo>
                  <a:cubicBezTo>
                    <a:pt x="106" y="88"/>
                    <a:pt x="95" y="81"/>
                    <a:pt x="1" y="1"/>
                  </a:cubicBezTo>
                  <a:cubicBezTo>
                    <a:pt x="95" y="81"/>
                    <a:pt x="106" y="88"/>
                    <a:pt x="19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7" name="Google Shape;6987;p95"/>
            <p:cNvSpPr/>
            <p:nvPr/>
          </p:nvSpPr>
          <p:spPr>
            <a:xfrm>
              <a:off x="2643499" y="1625270"/>
              <a:ext cx="1059" cy="1629"/>
            </a:xfrm>
            <a:custGeom>
              <a:rect b="b" l="l" r="r" t="t"/>
              <a:pathLst>
                <a:path extrusionOk="0" h="120" w="78">
                  <a:moveTo>
                    <a:pt x="77" y="1"/>
                  </a:moveTo>
                  <a:cubicBezTo>
                    <a:pt x="56" y="43"/>
                    <a:pt x="32" y="85"/>
                    <a:pt x="0" y="120"/>
                  </a:cubicBezTo>
                  <a:cubicBezTo>
                    <a:pt x="32" y="85"/>
                    <a:pt x="56" y="46"/>
                    <a:pt x="7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8" name="Google Shape;6988;p95"/>
            <p:cNvSpPr/>
            <p:nvPr/>
          </p:nvSpPr>
          <p:spPr>
            <a:xfrm>
              <a:off x="2626772" y="1600559"/>
              <a:ext cx="9708" cy="13415"/>
            </a:xfrm>
            <a:custGeom>
              <a:rect b="b" l="l" r="r" t="t"/>
              <a:pathLst>
                <a:path extrusionOk="0" h="988" w="715">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9" name="Google Shape;6989;p95"/>
            <p:cNvSpPr/>
            <p:nvPr/>
          </p:nvSpPr>
          <p:spPr>
            <a:xfrm>
              <a:off x="2691319" y="1637245"/>
              <a:ext cx="910" cy="1208"/>
            </a:xfrm>
            <a:custGeom>
              <a:rect b="b" l="l" r="r" t="t"/>
              <a:pathLst>
                <a:path extrusionOk="0" h="89" w="67">
                  <a:moveTo>
                    <a:pt x="67" y="89"/>
                  </a:moveTo>
                  <a:cubicBezTo>
                    <a:pt x="60" y="50"/>
                    <a:pt x="35" y="15"/>
                    <a:pt x="0" y="1"/>
                  </a:cubicBezTo>
                  <a:cubicBezTo>
                    <a:pt x="35" y="15"/>
                    <a:pt x="60" y="50"/>
                    <a:pt x="67" y="8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0" name="Google Shape;6990;p95"/>
            <p:cNvSpPr/>
            <p:nvPr/>
          </p:nvSpPr>
          <p:spPr>
            <a:xfrm>
              <a:off x="2692216" y="1638494"/>
              <a:ext cx="1398" cy="2580"/>
            </a:xfrm>
            <a:custGeom>
              <a:rect b="b" l="l" r="r" t="t"/>
              <a:pathLst>
                <a:path extrusionOk="0" h="190" w="103">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1" name="Google Shape;6991;p95"/>
            <p:cNvSpPr/>
            <p:nvPr/>
          </p:nvSpPr>
          <p:spPr>
            <a:xfrm>
              <a:off x="2584125" y="1590959"/>
              <a:ext cx="2390" cy="1005"/>
            </a:xfrm>
            <a:custGeom>
              <a:rect b="b" l="l" r="r" t="t"/>
              <a:pathLst>
                <a:path extrusionOk="0" h="74" w="176">
                  <a:moveTo>
                    <a:pt x="176" y="25"/>
                  </a:moveTo>
                  <a:cubicBezTo>
                    <a:pt x="113" y="0"/>
                    <a:pt x="43" y="21"/>
                    <a:pt x="1" y="74"/>
                  </a:cubicBezTo>
                  <a:cubicBezTo>
                    <a:pt x="43" y="21"/>
                    <a:pt x="113" y="0"/>
                    <a:pt x="176"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2" name="Google Shape;6992;p95"/>
            <p:cNvSpPr/>
            <p:nvPr/>
          </p:nvSpPr>
          <p:spPr>
            <a:xfrm>
              <a:off x="2673723" y="1629737"/>
              <a:ext cx="3815" cy="3245"/>
            </a:xfrm>
            <a:custGeom>
              <a:rect b="b" l="l" r="r" t="t"/>
              <a:pathLst>
                <a:path extrusionOk="0" h="239" w="281">
                  <a:moveTo>
                    <a:pt x="1" y="1"/>
                  </a:moveTo>
                  <a:lnTo>
                    <a:pt x="1" y="1"/>
                  </a:lnTo>
                  <a:cubicBezTo>
                    <a:pt x="88" y="211"/>
                    <a:pt x="214" y="239"/>
                    <a:pt x="281" y="239"/>
                  </a:cubicBezTo>
                  <a:cubicBezTo>
                    <a:pt x="214" y="239"/>
                    <a:pt x="88" y="207"/>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3" name="Google Shape;6993;p95"/>
            <p:cNvSpPr/>
            <p:nvPr/>
          </p:nvSpPr>
          <p:spPr>
            <a:xfrm>
              <a:off x="2619345" y="1593335"/>
              <a:ext cx="1208" cy="2050"/>
            </a:xfrm>
            <a:custGeom>
              <a:rect b="b" l="l" r="r" t="t"/>
              <a:pathLst>
                <a:path extrusionOk="0" h="151" w="89">
                  <a:moveTo>
                    <a:pt x="15" y="151"/>
                  </a:moveTo>
                  <a:cubicBezTo>
                    <a:pt x="1" y="98"/>
                    <a:pt x="53" y="35"/>
                    <a:pt x="88" y="0"/>
                  </a:cubicBezTo>
                  <a:cubicBezTo>
                    <a:pt x="53" y="35"/>
                    <a:pt x="1" y="98"/>
                    <a:pt x="15" y="15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4" name="Google Shape;6994;p95"/>
            <p:cNvSpPr/>
            <p:nvPr/>
          </p:nvSpPr>
          <p:spPr>
            <a:xfrm>
              <a:off x="2593969" y="159470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5" name="Google Shape;6995;p95"/>
            <p:cNvSpPr/>
            <p:nvPr/>
          </p:nvSpPr>
          <p:spPr>
            <a:xfrm>
              <a:off x="2594919" y="1599269"/>
              <a:ext cx="299" cy="448"/>
            </a:xfrm>
            <a:custGeom>
              <a:rect b="b" l="l" r="r" t="t"/>
              <a:pathLst>
                <a:path extrusionOk="0" h="33" w="22">
                  <a:moveTo>
                    <a:pt x="0" y="32"/>
                  </a:moveTo>
                  <a:cubicBezTo>
                    <a:pt x="4" y="18"/>
                    <a:pt x="11" y="8"/>
                    <a:pt x="21" y="1"/>
                  </a:cubicBezTo>
                  <a:cubicBezTo>
                    <a:pt x="11" y="8"/>
                    <a:pt x="4" y="18"/>
                    <a:pt x="0"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6" name="Google Shape;6996;p95"/>
            <p:cNvSpPr/>
            <p:nvPr/>
          </p:nvSpPr>
          <p:spPr>
            <a:xfrm>
              <a:off x="2600391" y="1598413"/>
              <a:ext cx="1195" cy="163"/>
            </a:xfrm>
            <a:custGeom>
              <a:rect b="b" l="l" r="r" t="t"/>
              <a:pathLst>
                <a:path extrusionOk="0" h="12" w="88">
                  <a:moveTo>
                    <a:pt x="88" y="1"/>
                  </a:moveTo>
                  <a:cubicBezTo>
                    <a:pt x="60" y="11"/>
                    <a:pt x="28" y="11"/>
                    <a:pt x="0" y="1"/>
                  </a:cubicBezTo>
                  <a:cubicBezTo>
                    <a:pt x="28" y="11"/>
                    <a:pt x="60" y="11"/>
                    <a:pt x="8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7" name="Google Shape;6997;p95"/>
            <p:cNvSpPr/>
            <p:nvPr/>
          </p:nvSpPr>
          <p:spPr>
            <a:xfrm>
              <a:off x="2607994" y="1592711"/>
              <a:ext cx="4576" cy="2444"/>
            </a:xfrm>
            <a:custGeom>
              <a:rect b="b" l="l" r="r" t="t"/>
              <a:pathLst>
                <a:path extrusionOk="0" h="180" w="337">
                  <a:moveTo>
                    <a:pt x="0" y="179"/>
                  </a:moveTo>
                  <a:cubicBezTo>
                    <a:pt x="109" y="155"/>
                    <a:pt x="228" y="74"/>
                    <a:pt x="336" y="1"/>
                  </a:cubicBezTo>
                  <a:cubicBezTo>
                    <a:pt x="228" y="74"/>
                    <a:pt x="109" y="155"/>
                    <a:pt x="0" y="17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8" name="Google Shape;6998;p95"/>
            <p:cNvSpPr/>
            <p:nvPr/>
          </p:nvSpPr>
          <p:spPr>
            <a:xfrm>
              <a:off x="2408921" y="1669763"/>
              <a:ext cx="1113" cy="638"/>
            </a:xfrm>
            <a:custGeom>
              <a:rect b="b" l="l" r="r" t="t"/>
              <a:pathLst>
                <a:path extrusionOk="0" h="47" w="82">
                  <a:moveTo>
                    <a:pt x="1" y="1"/>
                  </a:moveTo>
                  <a:cubicBezTo>
                    <a:pt x="25" y="15"/>
                    <a:pt x="53" y="29"/>
                    <a:pt x="81" y="46"/>
                  </a:cubicBezTo>
                  <a:lnTo>
                    <a:pt x="81" y="46"/>
                  </a:lnTo>
                  <a:cubicBezTo>
                    <a:pt x="53" y="29"/>
                    <a:pt x="25" y="15"/>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9" name="Google Shape;6999;p95"/>
            <p:cNvSpPr/>
            <p:nvPr/>
          </p:nvSpPr>
          <p:spPr>
            <a:xfrm>
              <a:off x="2397041" y="1656498"/>
              <a:ext cx="3965" cy="489"/>
            </a:xfrm>
            <a:custGeom>
              <a:rect b="b" l="l" r="r" t="t"/>
              <a:pathLst>
                <a:path extrusionOk="0" h="36" w="292">
                  <a:moveTo>
                    <a:pt x="0" y="36"/>
                  </a:moveTo>
                  <a:cubicBezTo>
                    <a:pt x="95" y="8"/>
                    <a:pt x="193" y="1"/>
                    <a:pt x="291" y="11"/>
                  </a:cubicBezTo>
                  <a:cubicBezTo>
                    <a:pt x="193" y="1"/>
                    <a:pt x="95" y="8"/>
                    <a:pt x="0" y="3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0" name="Google Shape;7000;p95"/>
            <p:cNvSpPr/>
            <p:nvPr/>
          </p:nvSpPr>
          <p:spPr>
            <a:xfrm>
              <a:off x="2395045" y="1656742"/>
              <a:ext cx="2009" cy="530"/>
            </a:xfrm>
            <a:custGeom>
              <a:rect b="b" l="l" r="r" t="t"/>
              <a:pathLst>
                <a:path extrusionOk="0" h="39" w="148">
                  <a:moveTo>
                    <a:pt x="0" y="0"/>
                  </a:moveTo>
                  <a:cubicBezTo>
                    <a:pt x="42" y="32"/>
                    <a:pt x="98" y="39"/>
                    <a:pt x="147" y="18"/>
                  </a:cubicBezTo>
                  <a:cubicBezTo>
                    <a:pt x="98" y="39"/>
                    <a:pt x="42" y="32"/>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1" name="Google Shape;7001;p95"/>
            <p:cNvSpPr/>
            <p:nvPr/>
          </p:nvSpPr>
          <p:spPr>
            <a:xfrm>
              <a:off x="2498668" y="1608732"/>
              <a:ext cx="679" cy="2919"/>
            </a:xfrm>
            <a:custGeom>
              <a:rect b="b" l="l" r="r" t="t"/>
              <a:pathLst>
                <a:path extrusionOk="0" h="215" w="50">
                  <a:moveTo>
                    <a:pt x="49" y="214"/>
                  </a:moveTo>
                  <a:cubicBezTo>
                    <a:pt x="21" y="148"/>
                    <a:pt x="7" y="74"/>
                    <a:pt x="0" y="0"/>
                  </a:cubicBezTo>
                  <a:cubicBezTo>
                    <a:pt x="7" y="74"/>
                    <a:pt x="21" y="148"/>
                    <a:pt x="49" y="2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2" name="Google Shape;7002;p95"/>
            <p:cNvSpPr/>
            <p:nvPr/>
          </p:nvSpPr>
          <p:spPr>
            <a:xfrm>
              <a:off x="2403748" y="1658684"/>
              <a:ext cx="2240" cy="2960"/>
            </a:xfrm>
            <a:custGeom>
              <a:rect b="b" l="l" r="r" t="t"/>
              <a:pathLst>
                <a:path extrusionOk="0" h="218" w="165">
                  <a:moveTo>
                    <a:pt x="165" y="218"/>
                  </a:moveTo>
                  <a:cubicBezTo>
                    <a:pt x="105" y="148"/>
                    <a:pt x="49" y="74"/>
                    <a:pt x="0" y="1"/>
                  </a:cubicBezTo>
                  <a:cubicBezTo>
                    <a:pt x="49" y="74"/>
                    <a:pt x="105" y="148"/>
                    <a:pt x="165" y="2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3" name="Google Shape;7003;p95"/>
            <p:cNvSpPr/>
            <p:nvPr/>
          </p:nvSpPr>
          <p:spPr>
            <a:xfrm>
              <a:off x="2475519" y="1622853"/>
              <a:ext cx="4521" cy="1670"/>
            </a:xfrm>
            <a:custGeom>
              <a:rect b="b" l="l" r="r" t="t"/>
              <a:pathLst>
                <a:path extrusionOk="0" h="123" w="333">
                  <a:moveTo>
                    <a:pt x="0" y="123"/>
                  </a:moveTo>
                  <a:cubicBezTo>
                    <a:pt x="88" y="42"/>
                    <a:pt x="210" y="0"/>
                    <a:pt x="333" y="7"/>
                  </a:cubicBezTo>
                  <a:cubicBezTo>
                    <a:pt x="210" y="0"/>
                    <a:pt x="88" y="42"/>
                    <a:pt x="0" y="12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4" name="Google Shape;7004;p95"/>
            <p:cNvSpPr/>
            <p:nvPr/>
          </p:nvSpPr>
          <p:spPr>
            <a:xfrm>
              <a:off x="2428608" y="1618576"/>
              <a:ext cx="1195" cy="584"/>
            </a:xfrm>
            <a:custGeom>
              <a:rect b="b" l="l" r="r" t="t"/>
              <a:pathLst>
                <a:path extrusionOk="0" h="43" w="88">
                  <a:moveTo>
                    <a:pt x="0" y="0"/>
                  </a:moveTo>
                  <a:cubicBezTo>
                    <a:pt x="28" y="18"/>
                    <a:pt x="56" y="32"/>
                    <a:pt x="88" y="42"/>
                  </a:cubicBezTo>
                  <a:cubicBezTo>
                    <a:pt x="56" y="32"/>
                    <a:pt x="28" y="18"/>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5" name="Google Shape;7005;p95"/>
            <p:cNvSpPr/>
            <p:nvPr/>
          </p:nvSpPr>
          <p:spPr>
            <a:xfrm>
              <a:off x="2493862" y="1615480"/>
              <a:ext cx="204" cy="828"/>
            </a:xfrm>
            <a:custGeom>
              <a:rect b="b" l="l" r="r" t="t"/>
              <a:pathLst>
                <a:path extrusionOk="0" h="61" w="15">
                  <a:moveTo>
                    <a:pt x="1" y="60"/>
                  </a:moveTo>
                  <a:cubicBezTo>
                    <a:pt x="1" y="39"/>
                    <a:pt x="4" y="22"/>
                    <a:pt x="15" y="1"/>
                  </a:cubicBezTo>
                  <a:cubicBezTo>
                    <a:pt x="4" y="22"/>
                    <a:pt x="1" y="39"/>
                    <a:pt x="1" y="6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6" name="Google Shape;7006;p95"/>
            <p:cNvSpPr/>
            <p:nvPr/>
          </p:nvSpPr>
          <p:spPr>
            <a:xfrm>
              <a:off x="2578667" y="1593050"/>
              <a:ext cx="1249" cy="339"/>
            </a:xfrm>
            <a:custGeom>
              <a:rect b="b" l="l" r="r" t="t"/>
              <a:pathLst>
                <a:path extrusionOk="0" h="25" w="92">
                  <a:moveTo>
                    <a:pt x="91" y="21"/>
                  </a:moveTo>
                  <a:lnTo>
                    <a:pt x="91" y="21"/>
                  </a:lnTo>
                  <a:cubicBezTo>
                    <a:pt x="60" y="25"/>
                    <a:pt x="32" y="21"/>
                    <a:pt x="7" y="7"/>
                  </a:cubicBezTo>
                  <a:lnTo>
                    <a:pt x="0" y="0"/>
                  </a:lnTo>
                  <a:lnTo>
                    <a:pt x="7" y="7"/>
                  </a:lnTo>
                  <a:cubicBezTo>
                    <a:pt x="32" y="21"/>
                    <a:pt x="60" y="25"/>
                    <a:pt x="91"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7" name="Google Shape;7007;p95"/>
            <p:cNvSpPr/>
            <p:nvPr/>
          </p:nvSpPr>
          <p:spPr>
            <a:xfrm>
              <a:off x="2601667" y="1598318"/>
              <a:ext cx="204" cy="109"/>
            </a:xfrm>
            <a:custGeom>
              <a:rect b="b" l="l" r="r" t="t"/>
              <a:pathLst>
                <a:path extrusionOk="0" h="8" w="15">
                  <a:moveTo>
                    <a:pt x="1" y="8"/>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8" name="Google Shape;7008;p95"/>
            <p:cNvSpPr/>
            <p:nvPr/>
          </p:nvSpPr>
          <p:spPr>
            <a:xfrm>
              <a:off x="2398561" y="1629913"/>
              <a:ext cx="3340" cy="787"/>
            </a:xfrm>
            <a:custGeom>
              <a:rect b="b" l="l" r="r" t="t"/>
              <a:pathLst>
                <a:path extrusionOk="0" h="58" w="246">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9" name="Google Shape;7009;p95"/>
            <p:cNvSpPr/>
            <p:nvPr/>
          </p:nvSpPr>
          <p:spPr>
            <a:xfrm>
              <a:off x="2603473" y="1596798"/>
              <a:ext cx="1208" cy="774"/>
            </a:xfrm>
            <a:custGeom>
              <a:rect b="b" l="l" r="r" t="t"/>
              <a:pathLst>
                <a:path extrusionOk="0" h="57" w="89">
                  <a:moveTo>
                    <a:pt x="1" y="57"/>
                  </a:moveTo>
                  <a:cubicBezTo>
                    <a:pt x="32" y="39"/>
                    <a:pt x="60" y="18"/>
                    <a:pt x="88" y="1"/>
                  </a:cubicBezTo>
                  <a:cubicBezTo>
                    <a:pt x="60" y="18"/>
                    <a:pt x="32" y="39"/>
                    <a:pt x="1" y="5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0" name="Google Shape;7010;p95"/>
            <p:cNvSpPr/>
            <p:nvPr/>
          </p:nvSpPr>
          <p:spPr>
            <a:xfrm>
              <a:off x="2501370" y="1605066"/>
              <a:ext cx="733" cy="109"/>
            </a:xfrm>
            <a:custGeom>
              <a:rect b="b" l="l" r="r" t="t"/>
              <a:pathLst>
                <a:path extrusionOk="0" h="8" w="54">
                  <a:moveTo>
                    <a:pt x="1" y="8"/>
                  </a:moveTo>
                  <a:lnTo>
                    <a:pt x="53"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1" name="Google Shape;7011;p95"/>
            <p:cNvSpPr/>
            <p:nvPr/>
          </p:nvSpPr>
          <p:spPr>
            <a:xfrm>
              <a:off x="2590398" y="159324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2" name="Google Shape;7012;p95"/>
            <p:cNvSpPr/>
            <p:nvPr/>
          </p:nvSpPr>
          <p:spPr>
            <a:xfrm>
              <a:off x="2693587" y="1641047"/>
              <a:ext cx="122" cy="122"/>
            </a:xfrm>
            <a:custGeom>
              <a:rect b="b" l="l" r="r" t="t"/>
              <a:pathLst>
                <a:path extrusionOk="0" h="9" w="9">
                  <a:moveTo>
                    <a:pt x="1" y="1"/>
                  </a:moveTo>
                  <a:lnTo>
                    <a:pt x="1" y="1"/>
                  </a:lnTo>
                  <a:lnTo>
                    <a:pt x="8" y="8"/>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3" name="Google Shape;7013;p95"/>
            <p:cNvSpPr/>
            <p:nvPr/>
          </p:nvSpPr>
          <p:spPr>
            <a:xfrm>
              <a:off x="2139177" y="2004096"/>
              <a:ext cx="134295" cy="138844"/>
            </a:xfrm>
            <a:custGeom>
              <a:rect b="b" l="l" r="r" t="t"/>
              <a:pathLst>
                <a:path extrusionOk="0" h="10226" w="9891">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4" name="Google Shape;7014;p95"/>
            <p:cNvSpPr/>
            <p:nvPr/>
          </p:nvSpPr>
          <p:spPr>
            <a:xfrm>
              <a:off x="2142218" y="2087909"/>
              <a:ext cx="584" cy="339"/>
            </a:xfrm>
            <a:custGeom>
              <a:rect b="b" l="l" r="r" t="t"/>
              <a:pathLst>
                <a:path extrusionOk="0" h="25" w="43">
                  <a:moveTo>
                    <a:pt x="42" y="0"/>
                  </a:moveTo>
                  <a:lnTo>
                    <a:pt x="0"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5" name="Google Shape;7015;p95"/>
            <p:cNvSpPr/>
            <p:nvPr/>
          </p:nvSpPr>
          <p:spPr>
            <a:xfrm>
              <a:off x="2143834" y="2087244"/>
              <a:ext cx="339" cy="109"/>
            </a:xfrm>
            <a:custGeom>
              <a:rect b="b" l="l" r="r" t="t"/>
              <a:pathLst>
                <a:path extrusionOk="0" h="8" w="25">
                  <a:moveTo>
                    <a:pt x="25"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6" name="Google Shape;7016;p95"/>
            <p:cNvSpPr/>
            <p:nvPr/>
          </p:nvSpPr>
          <p:spPr>
            <a:xfrm>
              <a:off x="2143399" y="2087380"/>
              <a:ext cx="448" cy="204"/>
            </a:xfrm>
            <a:custGeom>
              <a:rect b="b" l="l" r="r" t="t"/>
              <a:pathLst>
                <a:path extrusionOk="0" h="15" w="33">
                  <a:moveTo>
                    <a:pt x="32"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7" name="Google Shape;7017;p95"/>
            <p:cNvSpPr/>
            <p:nvPr/>
          </p:nvSpPr>
          <p:spPr>
            <a:xfrm>
              <a:off x="2141553" y="2088235"/>
              <a:ext cx="679" cy="448"/>
            </a:xfrm>
            <a:custGeom>
              <a:rect b="b" l="l" r="r" t="t"/>
              <a:pathLst>
                <a:path extrusionOk="0" h="33" w="50">
                  <a:moveTo>
                    <a:pt x="49" y="1"/>
                  </a:moveTo>
                  <a:lnTo>
                    <a:pt x="0" y="33"/>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8" name="Google Shape;7018;p95"/>
            <p:cNvSpPr/>
            <p:nvPr/>
          </p:nvSpPr>
          <p:spPr>
            <a:xfrm>
              <a:off x="2142829" y="2087624"/>
              <a:ext cx="489" cy="244"/>
            </a:xfrm>
            <a:custGeom>
              <a:rect b="b" l="l" r="r" t="t"/>
              <a:pathLst>
                <a:path extrusionOk="0" h="18" w="36">
                  <a:moveTo>
                    <a:pt x="36" y="0"/>
                  </a:moveTo>
                  <a:lnTo>
                    <a:pt x="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9" name="Google Shape;7019;p95"/>
            <p:cNvSpPr/>
            <p:nvPr/>
          </p:nvSpPr>
          <p:spPr>
            <a:xfrm>
              <a:off x="2144214" y="2087095"/>
              <a:ext cx="299" cy="109"/>
            </a:xfrm>
            <a:custGeom>
              <a:rect b="b" l="l" r="r" t="t"/>
              <a:pathLst>
                <a:path extrusionOk="0" h="8" w="22">
                  <a:moveTo>
                    <a:pt x="22"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0" name="Google Shape;7020;p95"/>
            <p:cNvSpPr/>
            <p:nvPr/>
          </p:nvSpPr>
          <p:spPr>
            <a:xfrm>
              <a:off x="2144554" y="2087054"/>
              <a:ext cx="244" cy="54"/>
            </a:xfrm>
            <a:custGeom>
              <a:rect b="b" l="l" r="r" t="t"/>
              <a:pathLst>
                <a:path extrusionOk="0" h="4" w="18">
                  <a:moveTo>
                    <a:pt x="18"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1" name="Google Shape;7021;p95"/>
            <p:cNvSpPr/>
            <p:nvPr/>
          </p:nvSpPr>
          <p:spPr>
            <a:xfrm>
              <a:off x="2144839" y="2087000"/>
              <a:ext cx="190" cy="68"/>
            </a:xfrm>
            <a:custGeom>
              <a:rect b="b" l="l" r="r" t="t"/>
              <a:pathLst>
                <a:path extrusionOk="0" h="5" w="14">
                  <a:moveTo>
                    <a:pt x="14"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2" name="Google Shape;7022;p95"/>
            <p:cNvSpPr/>
            <p:nvPr/>
          </p:nvSpPr>
          <p:spPr>
            <a:xfrm>
              <a:off x="2222597" y="2124039"/>
              <a:ext cx="584" cy="339"/>
            </a:xfrm>
            <a:custGeom>
              <a:rect b="b" l="l" r="r" t="t"/>
              <a:pathLst>
                <a:path extrusionOk="0" h="25" w="43">
                  <a:moveTo>
                    <a:pt x="1" y="0"/>
                  </a:moveTo>
                  <a:cubicBezTo>
                    <a:pt x="15" y="7"/>
                    <a:pt x="29" y="14"/>
                    <a:pt x="42" y="25"/>
                  </a:cubicBezTo>
                  <a:lnTo>
                    <a:pt x="42" y="21"/>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3" name="Google Shape;7023;p95"/>
            <p:cNvSpPr/>
            <p:nvPr/>
          </p:nvSpPr>
          <p:spPr>
            <a:xfrm>
              <a:off x="2254816" y="2135539"/>
              <a:ext cx="258" cy="204"/>
            </a:xfrm>
            <a:custGeom>
              <a:rect b="b" l="l" r="r" t="t"/>
              <a:pathLst>
                <a:path extrusionOk="0" h="15" w="19">
                  <a:moveTo>
                    <a:pt x="1" y="0"/>
                  </a:moveTo>
                  <a:cubicBezTo>
                    <a:pt x="8" y="4"/>
                    <a:pt x="15" y="11"/>
                    <a:pt x="18" y="14"/>
                  </a:cubicBezTo>
                  <a:cubicBezTo>
                    <a:pt x="15" y="11"/>
                    <a:pt x="8"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4" name="Google Shape;7024;p95"/>
            <p:cNvSpPr/>
            <p:nvPr/>
          </p:nvSpPr>
          <p:spPr>
            <a:xfrm>
              <a:off x="2249168" y="2134725"/>
              <a:ext cx="5621" cy="828"/>
            </a:xfrm>
            <a:custGeom>
              <a:rect b="b" l="l" r="r" t="t"/>
              <a:pathLst>
                <a:path extrusionOk="0" h="61" w="414">
                  <a:moveTo>
                    <a:pt x="0" y="1"/>
                  </a:moveTo>
                  <a:cubicBezTo>
                    <a:pt x="88" y="1"/>
                    <a:pt x="175" y="4"/>
                    <a:pt x="263" y="15"/>
                  </a:cubicBezTo>
                  <a:cubicBezTo>
                    <a:pt x="315" y="22"/>
                    <a:pt x="368" y="36"/>
                    <a:pt x="413" y="60"/>
                  </a:cubicBezTo>
                  <a:cubicBezTo>
                    <a:pt x="326" y="8"/>
                    <a:pt x="161"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5" name="Google Shape;7025;p95"/>
            <p:cNvSpPr/>
            <p:nvPr/>
          </p:nvSpPr>
          <p:spPr>
            <a:xfrm>
              <a:off x="2245787" y="2130597"/>
              <a:ext cx="258" cy="394"/>
            </a:xfrm>
            <a:custGeom>
              <a:rect b="b" l="l" r="r" t="t"/>
              <a:pathLst>
                <a:path extrusionOk="0" h="29" w="19">
                  <a:moveTo>
                    <a:pt x="1" y="0"/>
                  </a:moveTo>
                  <a:cubicBezTo>
                    <a:pt x="8" y="7"/>
                    <a:pt x="15" y="18"/>
                    <a:pt x="18" y="28"/>
                  </a:cubicBezTo>
                  <a:cubicBezTo>
                    <a:pt x="15" y="18"/>
                    <a:pt x="8"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6" name="Google Shape;7026;p95"/>
            <p:cNvSpPr/>
            <p:nvPr/>
          </p:nvSpPr>
          <p:spPr>
            <a:xfrm>
              <a:off x="2255387" y="2136110"/>
              <a:ext cx="109" cy="109"/>
            </a:xfrm>
            <a:custGeom>
              <a:rect b="b" l="l" r="r" t="t"/>
              <a:pathLst>
                <a:path extrusionOk="0" h="8" w="8">
                  <a:moveTo>
                    <a:pt x="1" y="0"/>
                  </a:moveTo>
                  <a:cubicBezTo>
                    <a:pt x="4" y="0"/>
                    <a:pt x="8" y="4"/>
                    <a:pt x="8" y="7"/>
                  </a:cubicBezTo>
                  <a:cubicBezTo>
                    <a:pt x="8" y="4"/>
                    <a:pt x="4" y="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7" name="Google Shape;7027;p95"/>
            <p:cNvSpPr/>
            <p:nvPr/>
          </p:nvSpPr>
          <p:spPr>
            <a:xfrm>
              <a:off x="2255577" y="2136340"/>
              <a:ext cx="68" cy="204"/>
            </a:xfrm>
            <a:custGeom>
              <a:rect b="b" l="l" r="r" t="t"/>
              <a:pathLst>
                <a:path extrusionOk="0" h="15" w="5">
                  <a:moveTo>
                    <a:pt x="1" y="1"/>
                  </a:moveTo>
                  <a:cubicBezTo>
                    <a:pt x="1" y="4"/>
                    <a:pt x="4" y="8"/>
                    <a:pt x="4" y="15"/>
                  </a:cubicBezTo>
                  <a:cubicBezTo>
                    <a:pt x="4" y="8"/>
                    <a:pt x="1"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8" name="Google Shape;7028;p95"/>
            <p:cNvSpPr/>
            <p:nvPr/>
          </p:nvSpPr>
          <p:spPr>
            <a:xfrm>
              <a:off x="2253866" y="2114331"/>
              <a:ext cx="1154" cy="1684"/>
            </a:xfrm>
            <a:custGeom>
              <a:rect b="b" l="l" r="r" t="t"/>
              <a:pathLst>
                <a:path extrusionOk="0" h="124" w="85">
                  <a:moveTo>
                    <a:pt x="1" y="1"/>
                  </a:moveTo>
                  <a:cubicBezTo>
                    <a:pt x="8" y="53"/>
                    <a:pt x="36" y="99"/>
                    <a:pt x="85" y="123"/>
                  </a:cubicBezTo>
                  <a:cubicBezTo>
                    <a:pt x="36" y="99"/>
                    <a:pt x="8" y="53"/>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9" name="Google Shape;7029;p95"/>
            <p:cNvSpPr/>
            <p:nvPr/>
          </p:nvSpPr>
          <p:spPr>
            <a:xfrm>
              <a:off x="2266710" y="2104216"/>
              <a:ext cx="204" cy="204"/>
            </a:xfrm>
            <a:custGeom>
              <a:rect b="b" l="l" r="r" t="t"/>
              <a:pathLst>
                <a:path extrusionOk="0" h="15" w="15">
                  <a:moveTo>
                    <a:pt x="14" y="0"/>
                  </a:moveTo>
                  <a:lnTo>
                    <a:pt x="14" y="0"/>
                  </a:lnTo>
                  <a:lnTo>
                    <a:pt x="0" y="14"/>
                  </a:lnTo>
                  <a:lnTo>
                    <a:pt x="1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0" name="Google Shape;7030;p95"/>
            <p:cNvSpPr/>
            <p:nvPr/>
          </p:nvSpPr>
          <p:spPr>
            <a:xfrm>
              <a:off x="2254246" y="2120468"/>
              <a:ext cx="394" cy="3014"/>
            </a:xfrm>
            <a:custGeom>
              <a:rect b="b" l="l" r="r" t="t"/>
              <a:pathLst>
                <a:path extrusionOk="0" h="222" w="29">
                  <a:moveTo>
                    <a:pt x="1" y="221"/>
                  </a:moveTo>
                  <a:cubicBezTo>
                    <a:pt x="4" y="148"/>
                    <a:pt x="15" y="74"/>
                    <a:pt x="29" y="1"/>
                  </a:cubicBezTo>
                  <a:cubicBezTo>
                    <a:pt x="15" y="74"/>
                    <a:pt x="4" y="148"/>
                    <a:pt x="1" y="2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1" name="Google Shape;7031;p95"/>
            <p:cNvSpPr/>
            <p:nvPr/>
          </p:nvSpPr>
          <p:spPr>
            <a:xfrm>
              <a:off x="2223167" y="2124365"/>
              <a:ext cx="1724" cy="1819"/>
            </a:xfrm>
            <a:custGeom>
              <a:rect b="b" l="l" r="r" t="t"/>
              <a:pathLst>
                <a:path extrusionOk="0" h="134" w="127">
                  <a:moveTo>
                    <a:pt x="126" y="134"/>
                  </a:moveTo>
                  <a:cubicBezTo>
                    <a:pt x="95" y="81"/>
                    <a:pt x="49" y="36"/>
                    <a:pt x="0" y="1"/>
                  </a:cubicBezTo>
                  <a:lnTo>
                    <a:pt x="0" y="1"/>
                  </a:lnTo>
                  <a:cubicBezTo>
                    <a:pt x="49" y="36"/>
                    <a:pt x="95" y="81"/>
                    <a:pt x="126" y="13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2" name="Google Shape;7032;p95"/>
            <p:cNvSpPr/>
            <p:nvPr/>
          </p:nvSpPr>
          <p:spPr>
            <a:xfrm>
              <a:off x="2232196" y="2130353"/>
              <a:ext cx="489" cy="543"/>
            </a:xfrm>
            <a:custGeom>
              <a:rect b="b" l="l" r="r" t="t"/>
              <a:pathLst>
                <a:path extrusionOk="0" h="40" w="36">
                  <a:moveTo>
                    <a:pt x="1" y="1"/>
                  </a:moveTo>
                  <a:lnTo>
                    <a:pt x="1" y="1"/>
                  </a:lnTo>
                  <a:cubicBezTo>
                    <a:pt x="18" y="32"/>
                    <a:pt x="32" y="39"/>
                    <a:pt x="36" y="39"/>
                  </a:cubicBezTo>
                  <a:cubicBezTo>
                    <a:pt x="36" y="39"/>
                    <a:pt x="18" y="32"/>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3" name="Google Shape;7033;p95"/>
            <p:cNvSpPr/>
            <p:nvPr/>
          </p:nvSpPr>
          <p:spPr>
            <a:xfrm>
              <a:off x="2255156" y="2135770"/>
              <a:ext cx="204" cy="204"/>
            </a:xfrm>
            <a:custGeom>
              <a:rect b="b" l="l" r="r" t="t"/>
              <a:pathLst>
                <a:path extrusionOk="0" h="15" w="15">
                  <a:moveTo>
                    <a:pt x="0" y="1"/>
                  </a:moveTo>
                  <a:cubicBezTo>
                    <a:pt x="4" y="4"/>
                    <a:pt x="11" y="11"/>
                    <a:pt x="14" y="15"/>
                  </a:cubicBezTo>
                  <a:cubicBezTo>
                    <a:pt x="11" y="11"/>
                    <a:pt x="4"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4" name="Google Shape;7034;p95"/>
            <p:cNvSpPr/>
            <p:nvPr/>
          </p:nvSpPr>
          <p:spPr>
            <a:xfrm>
              <a:off x="2245027" y="2130068"/>
              <a:ext cx="353" cy="163"/>
            </a:xfrm>
            <a:custGeom>
              <a:rect b="b" l="l" r="r" t="t"/>
              <a:pathLst>
                <a:path extrusionOk="0" h="12" w="26">
                  <a:moveTo>
                    <a:pt x="1" y="1"/>
                  </a:moveTo>
                  <a:cubicBezTo>
                    <a:pt x="8" y="1"/>
                    <a:pt x="18" y="4"/>
                    <a:pt x="25" y="11"/>
                  </a:cubicBezTo>
                  <a:cubicBezTo>
                    <a:pt x="18" y="4"/>
                    <a:pt x="8"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5" name="Google Shape;7035;p95"/>
            <p:cNvSpPr/>
            <p:nvPr/>
          </p:nvSpPr>
          <p:spPr>
            <a:xfrm>
              <a:off x="2221497" y="2123510"/>
              <a:ext cx="1208" cy="584"/>
            </a:xfrm>
            <a:custGeom>
              <a:rect b="b" l="l" r="r" t="t"/>
              <a:pathLst>
                <a:path extrusionOk="0" h="43" w="89">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6" name="Google Shape;7036;p95"/>
            <p:cNvSpPr/>
            <p:nvPr/>
          </p:nvSpPr>
          <p:spPr>
            <a:xfrm>
              <a:off x="2244552" y="2129973"/>
              <a:ext cx="448" cy="68"/>
            </a:xfrm>
            <a:custGeom>
              <a:rect b="b" l="l" r="r" t="t"/>
              <a:pathLst>
                <a:path extrusionOk="0" h="5" w="33">
                  <a:moveTo>
                    <a:pt x="1" y="1"/>
                  </a:moveTo>
                  <a:cubicBezTo>
                    <a:pt x="11" y="1"/>
                    <a:pt x="22" y="4"/>
                    <a:pt x="32" y="4"/>
                  </a:cubicBezTo>
                  <a:cubicBezTo>
                    <a:pt x="22" y="4"/>
                    <a:pt x="11"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7" name="Google Shape;7037;p95"/>
            <p:cNvSpPr/>
            <p:nvPr/>
          </p:nvSpPr>
          <p:spPr>
            <a:xfrm>
              <a:off x="2244036" y="2130027"/>
              <a:ext cx="434" cy="54"/>
            </a:xfrm>
            <a:custGeom>
              <a:rect b="b" l="l" r="r" t="t"/>
              <a:pathLst>
                <a:path extrusionOk="0" h="4" w="32">
                  <a:moveTo>
                    <a:pt x="0" y="4"/>
                  </a:moveTo>
                  <a:cubicBezTo>
                    <a:pt x="11" y="0"/>
                    <a:pt x="21" y="0"/>
                    <a:pt x="32" y="0"/>
                  </a:cubicBezTo>
                  <a:cubicBezTo>
                    <a:pt x="21" y="0"/>
                    <a:pt x="11" y="0"/>
                    <a:pt x="0"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8" name="Google Shape;7038;p95"/>
            <p:cNvSpPr/>
            <p:nvPr/>
          </p:nvSpPr>
          <p:spPr>
            <a:xfrm>
              <a:off x="2255672" y="2136625"/>
              <a:ext cx="14" cy="353"/>
            </a:xfrm>
            <a:custGeom>
              <a:rect b="b" l="l" r="r" t="t"/>
              <a:pathLst>
                <a:path extrusionOk="0" h="26" w="1">
                  <a:moveTo>
                    <a:pt x="1" y="1"/>
                  </a:moveTo>
                  <a:cubicBezTo>
                    <a:pt x="1" y="8"/>
                    <a:pt x="1" y="18"/>
                    <a:pt x="1" y="25"/>
                  </a:cubicBezTo>
                  <a:cubicBezTo>
                    <a:pt x="1" y="18"/>
                    <a:pt x="1"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9" name="Google Shape;7039;p95"/>
            <p:cNvSpPr/>
            <p:nvPr/>
          </p:nvSpPr>
          <p:spPr>
            <a:xfrm>
              <a:off x="2245407" y="2130258"/>
              <a:ext cx="353" cy="258"/>
            </a:xfrm>
            <a:custGeom>
              <a:rect b="b" l="l" r="r" t="t"/>
              <a:pathLst>
                <a:path extrusionOk="0" h="19" w="26">
                  <a:moveTo>
                    <a:pt x="1" y="1"/>
                  </a:moveTo>
                  <a:cubicBezTo>
                    <a:pt x="11" y="4"/>
                    <a:pt x="18" y="11"/>
                    <a:pt x="25" y="18"/>
                  </a:cubicBezTo>
                  <a:cubicBezTo>
                    <a:pt x="18" y="11"/>
                    <a:pt x="11" y="4"/>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0" name="Google Shape;7040;p95"/>
            <p:cNvSpPr/>
            <p:nvPr/>
          </p:nvSpPr>
          <p:spPr>
            <a:xfrm>
              <a:off x="2222638" y="2124039"/>
              <a:ext cx="543" cy="339"/>
            </a:xfrm>
            <a:custGeom>
              <a:rect b="b" l="l" r="r" t="t"/>
              <a:pathLst>
                <a:path extrusionOk="0" h="25" w="40">
                  <a:moveTo>
                    <a:pt x="1" y="0"/>
                  </a:moveTo>
                  <a:lnTo>
                    <a:pt x="1" y="0"/>
                  </a:lnTo>
                  <a:cubicBezTo>
                    <a:pt x="15" y="7"/>
                    <a:pt x="29" y="18"/>
                    <a:pt x="39" y="25"/>
                  </a:cubicBezTo>
                  <a:lnTo>
                    <a:pt x="39" y="25"/>
                  </a:lnTo>
                  <a:cubicBezTo>
                    <a:pt x="29" y="18"/>
                    <a:pt x="15"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1" name="Google Shape;7041;p95"/>
            <p:cNvSpPr/>
            <p:nvPr/>
          </p:nvSpPr>
          <p:spPr>
            <a:xfrm>
              <a:off x="2257057" y="2062194"/>
              <a:ext cx="14" cy="68"/>
            </a:xfrm>
            <a:custGeom>
              <a:rect b="b" l="l" r="r" t="t"/>
              <a:pathLst>
                <a:path extrusionOk="0" h="5" w="1">
                  <a:moveTo>
                    <a:pt x="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2" name="Google Shape;7042;p95"/>
            <p:cNvSpPr/>
            <p:nvPr/>
          </p:nvSpPr>
          <p:spPr>
            <a:xfrm>
              <a:off x="2256907" y="2061678"/>
              <a:ext cx="14" cy="149"/>
            </a:xfrm>
            <a:custGeom>
              <a:rect b="b" l="l" r="r" t="t"/>
              <a:pathLst>
                <a:path extrusionOk="0" h="11" w="1">
                  <a:moveTo>
                    <a:pt x="1" y="11"/>
                  </a:moveTo>
                  <a:lnTo>
                    <a:pt x="1" y="4"/>
                  </a:lnTo>
                  <a:cubicBezTo>
                    <a:pt x="1" y="0"/>
                    <a:pt x="1" y="7"/>
                    <a:pt x="1"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3" name="Google Shape;7043;p95"/>
            <p:cNvSpPr/>
            <p:nvPr/>
          </p:nvSpPr>
          <p:spPr>
            <a:xfrm>
              <a:off x="2215659" y="2008291"/>
              <a:ext cx="3802" cy="380"/>
            </a:xfrm>
            <a:custGeom>
              <a:rect b="b" l="l" r="r" t="t"/>
              <a:pathLst>
                <a:path extrusionOk="0" h="28" w="28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4" name="Google Shape;7044;p95"/>
            <p:cNvSpPr/>
            <p:nvPr/>
          </p:nvSpPr>
          <p:spPr>
            <a:xfrm>
              <a:off x="2196121" y="2010572"/>
              <a:ext cx="15601" cy="3014"/>
            </a:xfrm>
            <a:custGeom>
              <a:rect b="b" l="l" r="r" t="t"/>
              <a:pathLst>
                <a:path extrusionOk="0" h="222" w="1149">
                  <a:moveTo>
                    <a:pt x="0" y="1"/>
                  </a:moveTo>
                  <a:lnTo>
                    <a:pt x="1135" y="221"/>
                  </a:lnTo>
                  <a:lnTo>
                    <a:pt x="1149" y="158"/>
                  </a:lnTo>
                  <a:lnTo>
                    <a:pt x="1135" y="2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5" name="Google Shape;7045;p95"/>
            <p:cNvSpPr/>
            <p:nvPr/>
          </p:nvSpPr>
          <p:spPr>
            <a:xfrm>
              <a:off x="2183955" y="2018040"/>
              <a:ext cx="14" cy="299"/>
            </a:xfrm>
            <a:custGeom>
              <a:rect b="b" l="l" r="r" t="t"/>
              <a:pathLst>
                <a:path extrusionOk="0" h="22" w="1">
                  <a:moveTo>
                    <a:pt x="0" y="21"/>
                  </a:moveTo>
                  <a:lnTo>
                    <a:pt x="0" y="0"/>
                  </a:lnTo>
                  <a:cubicBezTo>
                    <a:pt x="0" y="7"/>
                    <a:pt x="0" y="14"/>
                    <a:pt x="0"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6" name="Google Shape;7046;p95"/>
            <p:cNvSpPr/>
            <p:nvPr/>
          </p:nvSpPr>
          <p:spPr>
            <a:xfrm>
              <a:off x="2183806" y="2016845"/>
              <a:ext cx="68" cy="258"/>
            </a:xfrm>
            <a:custGeom>
              <a:rect b="b" l="l" r="r" t="t"/>
              <a:pathLst>
                <a:path extrusionOk="0" h="19" w="5">
                  <a:moveTo>
                    <a:pt x="4" y="18"/>
                  </a:moveTo>
                  <a:cubicBezTo>
                    <a:pt x="4" y="11"/>
                    <a:pt x="4" y="4"/>
                    <a:pt x="1" y="1"/>
                  </a:cubicBezTo>
                  <a:cubicBezTo>
                    <a:pt x="4" y="4"/>
                    <a:pt x="4" y="11"/>
                    <a:pt x="4"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7" name="Google Shape;7047;p95"/>
            <p:cNvSpPr/>
            <p:nvPr/>
          </p:nvSpPr>
          <p:spPr>
            <a:xfrm>
              <a:off x="2183901" y="2017469"/>
              <a:ext cx="68" cy="244"/>
            </a:xfrm>
            <a:custGeom>
              <a:rect b="b" l="l" r="r" t="t"/>
              <a:pathLst>
                <a:path extrusionOk="0" h="18" w="5">
                  <a:moveTo>
                    <a:pt x="4" y="0"/>
                  </a:moveTo>
                  <a:cubicBezTo>
                    <a:pt x="1" y="4"/>
                    <a:pt x="1" y="11"/>
                    <a:pt x="4" y="18"/>
                  </a:cubicBez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8" name="Google Shape;7048;p95"/>
            <p:cNvSpPr/>
            <p:nvPr/>
          </p:nvSpPr>
          <p:spPr>
            <a:xfrm>
              <a:off x="2183955" y="2018651"/>
              <a:ext cx="14" cy="299"/>
            </a:xfrm>
            <a:custGeom>
              <a:rect b="b" l="l" r="r" t="t"/>
              <a:pathLst>
                <a:path extrusionOk="0" h="22" w="1">
                  <a:moveTo>
                    <a:pt x="0" y="1"/>
                  </a:moveTo>
                  <a:lnTo>
                    <a:pt x="0"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9" name="Google Shape;7049;p95"/>
            <p:cNvSpPr/>
            <p:nvPr/>
          </p:nvSpPr>
          <p:spPr>
            <a:xfrm>
              <a:off x="2139218" y="208154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0" name="Google Shape;7050;p95"/>
            <p:cNvSpPr/>
            <p:nvPr/>
          </p:nvSpPr>
          <p:spPr>
            <a:xfrm>
              <a:off x="2144404" y="2078500"/>
              <a:ext cx="109" cy="54"/>
            </a:xfrm>
            <a:custGeom>
              <a:rect b="b" l="l" r="r" t="t"/>
              <a:pathLst>
                <a:path extrusionOk="0" h="4" w="8">
                  <a:moveTo>
                    <a:pt x="1" y="4"/>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1" name="Google Shape;7051;p95"/>
            <p:cNvSpPr/>
            <p:nvPr/>
          </p:nvSpPr>
          <p:spPr>
            <a:xfrm>
              <a:off x="2143644" y="2078785"/>
              <a:ext cx="204" cy="109"/>
            </a:xfrm>
            <a:custGeom>
              <a:rect b="b" l="l" r="r" t="t"/>
              <a:pathLst>
                <a:path extrusionOk="0" h="8" w="15">
                  <a:moveTo>
                    <a:pt x="0" y="7"/>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2" name="Google Shape;7052;p95"/>
            <p:cNvSpPr/>
            <p:nvPr/>
          </p:nvSpPr>
          <p:spPr>
            <a:xfrm>
              <a:off x="2182910" y="2023783"/>
              <a:ext cx="149" cy="299"/>
            </a:xfrm>
            <a:custGeom>
              <a:rect b="b" l="l" r="r" t="t"/>
              <a:pathLst>
                <a:path extrusionOk="0" h="22" w="11">
                  <a:moveTo>
                    <a:pt x="0" y="22"/>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3" name="Google Shape;7053;p95"/>
            <p:cNvSpPr/>
            <p:nvPr/>
          </p:nvSpPr>
          <p:spPr>
            <a:xfrm>
              <a:off x="2143929" y="2078690"/>
              <a:ext cx="149" cy="54"/>
            </a:xfrm>
            <a:custGeom>
              <a:rect b="b" l="l" r="r" t="t"/>
              <a:pathLst>
                <a:path extrusionOk="0" h="4" w="11">
                  <a:moveTo>
                    <a:pt x="0" y="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4" name="Google Shape;7054;p95"/>
            <p:cNvSpPr/>
            <p:nvPr/>
          </p:nvSpPr>
          <p:spPr>
            <a:xfrm>
              <a:off x="2182720" y="2024163"/>
              <a:ext cx="149" cy="258"/>
            </a:xfrm>
            <a:custGeom>
              <a:rect b="b" l="l" r="r" t="t"/>
              <a:pathLst>
                <a:path extrusionOk="0" h="19" w="11">
                  <a:moveTo>
                    <a:pt x="0" y="18"/>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5" name="Google Shape;7055;p95"/>
            <p:cNvSpPr/>
            <p:nvPr/>
          </p:nvSpPr>
          <p:spPr>
            <a:xfrm>
              <a:off x="2183765" y="2020932"/>
              <a:ext cx="54" cy="299"/>
            </a:xfrm>
            <a:custGeom>
              <a:rect b="b" l="l" r="r" t="t"/>
              <a:pathLst>
                <a:path extrusionOk="0" h="22" w="4">
                  <a:moveTo>
                    <a:pt x="0" y="22"/>
                  </a:moveTo>
                  <a:cubicBezTo>
                    <a:pt x="0" y="15"/>
                    <a:pt x="4" y="8"/>
                    <a:pt x="4" y="1"/>
                  </a:cubicBezTo>
                  <a:cubicBezTo>
                    <a:pt x="4" y="8"/>
                    <a:pt x="0" y="15"/>
                    <a:pt x="0"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6" name="Google Shape;7056;p95"/>
            <p:cNvSpPr/>
            <p:nvPr/>
          </p:nvSpPr>
          <p:spPr>
            <a:xfrm>
              <a:off x="2144839" y="2078405"/>
              <a:ext cx="774" cy="489"/>
            </a:xfrm>
            <a:custGeom>
              <a:rect b="b" l="l" r="r" t="t"/>
              <a:pathLst>
                <a:path extrusionOk="0" h="36" w="57">
                  <a:moveTo>
                    <a:pt x="0" y="0"/>
                  </a:moveTo>
                  <a:cubicBezTo>
                    <a:pt x="21" y="11"/>
                    <a:pt x="39" y="21"/>
                    <a:pt x="56" y="35"/>
                  </a:cubicBezTo>
                  <a:cubicBezTo>
                    <a:pt x="39" y="21"/>
                    <a:pt x="21"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7" name="Google Shape;7057;p95"/>
            <p:cNvSpPr/>
            <p:nvPr/>
          </p:nvSpPr>
          <p:spPr>
            <a:xfrm>
              <a:off x="2183670" y="2021461"/>
              <a:ext cx="54" cy="299"/>
            </a:xfrm>
            <a:custGeom>
              <a:rect b="b" l="l" r="r" t="t"/>
              <a:pathLst>
                <a:path extrusionOk="0" h="22" w="4">
                  <a:moveTo>
                    <a:pt x="0" y="21"/>
                  </a:moveTo>
                  <a:cubicBezTo>
                    <a:pt x="0" y="14"/>
                    <a:pt x="4" y="7"/>
                    <a:pt x="4" y="0"/>
                  </a:cubicBezTo>
                  <a:cubicBezTo>
                    <a:pt x="4" y="7"/>
                    <a:pt x="0" y="14"/>
                    <a:pt x="0"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8" name="Google Shape;7058;p95"/>
            <p:cNvSpPr/>
            <p:nvPr/>
          </p:nvSpPr>
          <p:spPr>
            <a:xfrm>
              <a:off x="2143359" y="2078975"/>
              <a:ext cx="149" cy="54"/>
            </a:xfrm>
            <a:custGeom>
              <a:rect b="b" l="l" r="r" t="t"/>
              <a:pathLst>
                <a:path extrusionOk="0" h="4" w="11">
                  <a:moveTo>
                    <a:pt x="0" y="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9" name="Google Shape;7059;p95"/>
            <p:cNvSpPr/>
            <p:nvPr/>
          </p:nvSpPr>
          <p:spPr>
            <a:xfrm>
              <a:off x="2183236" y="2022928"/>
              <a:ext cx="109" cy="299"/>
            </a:xfrm>
            <a:custGeom>
              <a:rect b="b" l="l" r="r" t="t"/>
              <a:pathLst>
                <a:path extrusionOk="0" h="22" w="8">
                  <a:moveTo>
                    <a:pt x="1" y="22"/>
                  </a:moveTo>
                  <a:cubicBezTo>
                    <a:pt x="4" y="15"/>
                    <a:pt x="8" y="8"/>
                    <a:pt x="8" y="1"/>
                  </a:cubicBezTo>
                  <a:cubicBezTo>
                    <a:pt x="8" y="8"/>
                    <a:pt x="4" y="15"/>
                    <a:pt x="1"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0" name="Google Shape;7060;p95"/>
            <p:cNvSpPr/>
            <p:nvPr/>
          </p:nvSpPr>
          <p:spPr>
            <a:xfrm>
              <a:off x="2142979" y="2079111"/>
              <a:ext cx="204" cy="109"/>
            </a:xfrm>
            <a:custGeom>
              <a:rect b="b" l="l" r="r" t="t"/>
              <a:pathLst>
                <a:path extrusionOk="0" h="8" w="15">
                  <a:moveTo>
                    <a:pt x="0" y="8"/>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1" name="Google Shape;7061;p95"/>
            <p:cNvSpPr/>
            <p:nvPr/>
          </p:nvSpPr>
          <p:spPr>
            <a:xfrm>
              <a:off x="2183521" y="2021977"/>
              <a:ext cx="109" cy="299"/>
            </a:xfrm>
            <a:custGeom>
              <a:rect b="b" l="l" r="r" t="t"/>
              <a:pathLst>
                <a:path extrusionOk="0" h="22" w="8">
                  <a:moveTo>
                    <a:pt x="8" y="1"/>
                  </a:moveTo>
                  <a:cubicBezTo>
                    <a:pt x="4" y="8"/>
                    <a:pt x="1" y="15"/>
                    <a:pt x="1" y="22"/>
                  </a:cubicBezTo>
                  <a:cubicBezTo>
                    <a:pt x="4" y="15"/>
                    <a:pt x="4" y="8"/>
                    <a:pt x="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2" name="Google Shape;7062;p95"/>
            <p:cNvSpPr/>
            <p:nvPr/>
          </p:nvSpPr>
          <p:spPr>
            <a:xfrm>
              <a:off x="2183385" y="2022452"/>
              <a:ext cx="109" cy="299"/>
            </a:xfrm>
            <a:custGeom>
              <a:rect b="b" l="l" r="r" t="t"/>
              <a:pathLst>
                <a:path extrusionOk="0" h="22" w="8">
                  <a:moveTo>
                    <a:pt x="0" y="22"/>
                  </a:moveTo>
                  <a:cubicBezTo>
                    <a:pt x="4" y="15"/>
                    <a:pt x="7" y="8"/>
                    <a:pt x="7" y="1"/>
                  </a:cubicBezTo>
                  <a:cubicBezTo>
                    <a:pt x="7" y="8"/>
                    <a:pt x="4" y="15"/>
                    <a:pt x="0"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3" name="Google Shape;7063;p95"/>
            <p:cNvSpPr/>
            <p:nvPr/>
          </p:nvSpPr>
          <p:spPr>
            <a:xfrm>
              <a:off x="2183100" y="2023362"/>
              <a:ext cx="109" cy="299"/>
            </a:xfrm>
            <a:custGeom>
              <a:rect b="b" l="l" r="r" t="t"/>
              <a:pathLst>
                <a:path extrusionOk="0" h="22" w="8">
                  <a:moveTo>
                    <a:pt x="0" y="21"/>
                  </a:moveTo>
                  <a:cubicBezTo>
                    <a:pt x="4" y="14"/>
                    <a:pt x="4" y="7"/>
                    <a:pt x="7" y="0"/>
                  </a:cubicBezTo>
                  <a:cubicBezTo>
                    <a:pt x="4" y="7"/>
                    <a:pt x="4" y="14"/>
                    <a:pt x="0"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4" name="Google Shape;7064;p95"/>
            <p:cNvSpPr/>
            <p:nvPr/>
          </p:nvSpPr>
          <p:spPr>
            <a:xfrm>
              <a:off x="2139462" y="2081107"/>
              <a:ext cx="394" cy="299"/>
            </a:xfrm>
            <a:custGeom>
              <a:rect b="b" l="l" r="r" t="t"/>
              <a:pathLst>
                <a:path extrusionOk="0" h="22" w="29">
                  <a:moveTo>
                    <a:pt x="0" y="22"/>
                  </a:moveTo>
                  <a:lnTo>
                    <a:pt x="2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5" name="Google Shape;7065;p95"/>
            <p:cNvSpPr/>
            <p:nvPr/>
          </p:nvSpPr>
          <p:spPr>
            <a:xfrm>
              <a:off x="2140127" y="2080727"/>
              <a:ext cx="339" cy="258"/>
            </a:xfrm>
            <a:custGeom>
              <a:rect b="b" l="l" r="r" t="t"/>
              <a:pathLst>
                <a:path extrusionOk="0" h="19" w="25">
                  <a:moveTo>
                    <a:pt x="0" y="18"/>
                  </a:moveTo>
                  <a:lnTo>
                    <a:pt x="2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6" name="Google Shape;7066;p95"/>
            <p:cNvSpPr/>
            <p:nvPr/>
          </p:nvSpPr>
          <p:spPr>
            <a:xfrm>
              <a:off x="2140697" y="2080401"/>
              <a:ext cx="299" cy="204"/>
            </a:xfrm>
            <a:custGeom>
              <a:rect b="b" l="l" r="r" t="t"/>
              <a:pathLst>
                <a:path extrusionOk="0" h="15" w="22">
                  <a:moveTo>
                    <a:pt x="0" y="14"/>
                  </a:moveTo>
                  <a:lnTo>
                    <a:pt x="2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7" name="Google Shape;7067;p95"/>
            <p:cNvSpPr/>
            <p:nvPr/>
          </p:nvSpPr>
          <p:spPr>
            <a:xfrm>
              <a:off x="2183860" y="2020361"/>
              <a:ext cx="14" cy="299"/>
            </a:xfrm>
            <a:custGeom>
              <a:rect b="b" l="l" r="r" t="t"/>
              <a:pathLst>
                <a:path extrusionOk="0" h="22" w="1">
                  <a:moveTo>
                    <a:pt x="0" y="22"/>
                  </a:moveTo>
                  <a:cubicBezTo>
                    <a:pt x="0" y="15"/>
                    <a:pt x="0" y="8"/>
                    <a:pt x="0" y="1"/>
                  </a:cubicBezTo>
                  <a:cubicBezTo>
                    <a:pt x="0" y="8"/>
                    <a:pt x="0" y="15"/>
                    <a:pt x="0"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8" name="Google Shape;7068;p95"/>
            <p:cNvSpPr/>
            <p:nvPr/>
          </p:nvSpPr>
          <p:spPr>
            <a:xfrm>
              <a:off x="2141213" y="2080062"/>
              <a:ext cx="299" cy="204"/>
            </a:xfrm>
            <a:custGeom>
              <a:rect b="b" l="l" r="r" t="t"/>
              <a:pathLst>
                <a:path extrusionOk="0" h="15" w="22">
                  <a:moveTo>
                    <a:pt x="1" y="15"/>
                  </a:moveTo>
                  <a:lnTo>
                    <a:pt x="2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9" name="Google Shape;7069;p95"/>
            <p:cNvSpPr/>
            <p:nvPr/>
          </p:nvSpPr>
          <p:spPr>
            <a:xfrm>
              <a:off x="2183955" y="2019275"/>
              <a:ext cx="14" cy="299"/>
            </a:xfrm>
            <a:custGeom>
              <a:rect b="b" l="l" r="r" t="t"/>
              <a:pathLst>
                <a:path extrusionOk="0" h="22" w="1">
                  <a:moveTo>
                    <a:pt x="0" y="21"/>
                  </a:moveTo>
                  <a:lnTo>
                    <a:pt x="0" y="0"/>
                  </a:lnTo>
                  <a:cubicBezTo>
                    <a:pt x="0" y="4"/>
                    <a:pt x="0" y="11"/>
                    <a:pt x="0"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0" name="Google Shape;7070;p95"/>
            <p:cNvSpPr/>
            <p:nvPr/>
          </p:nvSpPr>
          <p:spPr>
            <a:xfrm>
              <a:off x="2141743" y="2079777"/>
              <a:ext cx="244" cy="204"/>
            </a:xfrm>
            <a:custGeom>
              <a:rect b="b" l="l" r="r" t="t"/>
              <a:pathLst>
                <a:path extrusionOk="0" h="15" w="18">
                  <a:moveTo>
                    <a:pt x="0" y="15"/>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1" name="Google Shape;7071;p95"/>
            <p:cNvSpPr/>
            <p:nvPr/>
          </p:nvSpPr>
          <p:spPr>
            <a:xfrm>
              <a:off x="2144214" y="2078595"/>
              <a:ext cx="109" cy="54"/>
            </a:xfrm>
            <a:custGeom>
              <a:rect b="b" l="l" r="r" t="t"/>
              <a:pathLst>
                <a:path extrusionOk="0" h="4" w="8">
                  <a:moveTo>
                    <a:pt x="1" y="4"/>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2" name="Google Shape;7072;p95"/>
            <p:cNvSpPr/>
            <p:nvPr/>
          </p:nvSpPr>
          <p:spPr>
            <a:xfrm>
              <a:off x="2142164" y="2079546"/>
              <a:ext cx="258" cy="149"/>
            </a:xfrm>
            <a:custGeom>
              <a:rect b="b" l="l" r="r" t="t"/>
              <a:pathLst>
                <a:path extrusionOk="0" h="11" w="19">
                  <a:moveTo>
                    <a:pt x="1" y="11"/>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3" name="Google Shape;7073;p95"/>
            <p:cNvSpPr/>
            <p:nvPr/>
          </p:nvSpPr>
          <p:spPr>
            <a:xfrm>
              <a:off x="2142598" y="2079301"/>
              <a:ext cx="244" cy="163"/>
            </a:xfrm>
            <a:custGeom>
              <a:rect b="b" l="l" r="r" t="t"/>
              <a:pathLst>
                <a:path extrusionOk="0" h="12" w="18">
                  <a:moveTo>
                    <a:pt x="0" y="1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4" name="Google Shape;7074;p95"/>
            <p:cNvSpPr/>
            <p:nvPr/>
          </p:nvSpPr>
          <p:spPr>
            <a:xfrm>
              <a:off x="2144594" y="2078500"/>
              <a:ext cx="109" cy="14"/>
            </a:xfrm>
            <a:custGeom>
              <a:rect b="b" l="l" r="r" t="t"/>
              <a:pathLst>
                <a:path extrusionOk="0" h="1" w="8">
                  <a:moveTo>
                    <a:pt x="1" y="0"/>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5" name="Google Shape;7075;p95"/>
            <p:cNvSpPr/>
            <p:nvPr/>
          </p:nvSpPr>
          <p:spPr>
            <a:xfrm>
              <a:off x="2144744" y="2078446"/>
              <a:ext cx="95" cy="14"/>
            </a:xfrm>
            <a:custGeom>
              <a:rect b="b" l="l" r="r" t="t"/>
              <a:pathLst>
                <a:path extrusionOk="0" h="1" w="7">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6" name="Google Shape;7076;p95"/>
            <p:cNvSpPr/>
            <p:nvPr/>
          </p:nvSpPr>
          <p:spPr>
            <a:xfrm>
              <a:off x="2183901" y="2019845"/>
              <a:ext cx="14" cy="244"/>
            </a:xfrm>
            <a:custGeom>
              <a:rect b="b" l="l" r="r" t="t"/>
              <a:pathLst>
                <a:path extrusionOk="0" h="18" w="1">
                  <a:moveTo>
                    <a:pt x="1" y="18"/>
                  </a:moveTo>
                  <a:lnTo>
                    <a:pt x="1" y="0"/>
                  </a:lnTo>
                  <a:cubicBezTo>
                    <a:pt x="1" y="7"/>
                    <a:pt x="1" y="11"/>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7" name="Google Shape;7077;p95"/>
            <p:cNvSpPr/>
            <p:nvPr/>
          </p:nvSpPr>
          <p:spPr>
            <a:xfrm>
              <a:off x="2246887" y="2005399"/>
              <a:ext cx="109" cy="54"/>
            </a:xfrm>
            <a:custGeom>
              <a:rect b="b" l="l" r="r" t="t"/>
              <a:pathLst>
                <a:path extrusionOk="0" h="4" w="8">
                  <a:moveTo>
                    <a:pt x="0" y="0"/>
                  </a:moveTo>
                  <a:lnTo>
                    <a:pt x="7"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8" name="Google Shape;7078;p95"/>
            <p:cNvSpPr/>
            <p:nvPr/>
          </p:nvSpPr>
          <p:spPr>
            <a:xfrm>
              <a:off x="2263194" y="2009812"/>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9" name="Google Shape;7079;p95"/>
            <p:cNvSpPr/>
            <p:nvPr/>
          </p:nvSpPr>
          <p:spPr>
            <a:xfrm>
              <a:off x="2260818" y="2010572"/>
              <a:ext cx="299" cy="258"/>
            </a:xfrm>
            <a:custGeom>
              <a:rect b="b" l="l" r="r" t="t"/>
              <a:pathLst>
                <a:path extrusionOk="0" h="19" w="22">
                  <a:moveTo>
                    <a:pt x="0" y="18"/>
                  </a:moveTo>
                  <a:lnTo>
                    <a:pt x="0" y="18"/>
                  </a:lnTo>
                  <a:lnTo>
                    <a:pt x="21" y="1"/>
                  </a:ln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0" name="Google Shape;7080;p95"/>
            <p:cNvSpPr/>
            <p:nvPr/>
          </p:nvSpPr>
          <p:spPr>
            <a:xfrm>
              <a:off x="2266235" y="2012093"/>
              <a:ext cx="394" cy="353"/>
            </a:xfrm>
            <a:custGeom>
              <a:rect b="b" l="l" r="r" t="t"/>
              <a:pathLst>
                <a:path extrusionOk="0" h="26" w="29">
                  <a:moveTo>
                    <a:pt x="28" y="2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1" name="Google Shape;7081;p95"/>
            <p:cNvSpPr/>
            <p:nvPr/>
          </p:nvSpPr>
          <p:spPr>
            <a:xfrm>
              <a:off x="2265665" y="2011617"/>
              <a:ext cx="394" cy="353"/>
            </a:xfrm>
            <a:custGeom>
              <a:rect b="b" l="l" r="r" t="t"/>
              <a:pathLst>
                <a:path extrusionOk="0" h="26" w="29">
                  <a:moveTo>
                    <a:pt x="28" y="2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2" name="Google Shape;7082;p95"/>
            <p:cNvSpPr/>
            <p:nvPr/>
          </p:nvSpPr>
          <p:spPr>
            <a:xfrm>
              <a:off x="2265190" y="2011197"/>
              <a:ext cx="339" cy="339"/>
            </a:xfrm>
            <a:custGeom>
              <a:rect b="b" l="l" r="r" t="t"/>
              <a:pathLst>
                <a:path extrusionOk="0" h="25" w="25">
                  <a:moveTo>
                    <a:pt x="25" y="25"/>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3" name="Google Shape;7083;p95"/>
            <p:cNvSpPr/>
            <p:nvPr/>
          </p:nvSpPr>
          <p:spPr>
            <a:xfrm>
              <a:off x="2246643" y="2005155"/>
              <a:ext cx="68" cy="68"/>
            </a:xfrm>
            <a:custGeom>
              <a:rect b="b" l="l" r="r" t="t"/>
              <a:pathLst>
                <a:path extrusionOk="0" h="5" w="5">
                  <a:moveTo>
                    <a:pt x="1" y="1"/>
                  </a:moveTo>
                  <a:lnTo>
                    <a:pt x="4" y="4"/>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4" name="Google Shape;7084;p95"/>
            <p:cNvSpPr/>
            <p:nvPr/>
          </p:nvSpPr>
          <p:spPr>
            <a:xfrm>
              <a:off x="2263995" y="2010287"/>
              <a:ext cx="258" cy="204"/>
            </a:xfrm>
            <a:custGeom>
              <a:rect b="b" l="l" r="r" t="t"/>
              <a:pathLst>
                <a:path extrusionOk="0" h="15" w="19">
                  <a:moveTo>
                    <a:pt x="18"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5" name="Google Shape;7085;p95"/>
            <p:cNvSpPr/>
            <p:nvPr/>
          </p:nvSpPr>
          <p:spPr>
            <a:xfrm>
              <a:off x="2266805" y="2012527"/>
              <a:ext cx="394" cy="394"/>
            </a:xfrm>
            <a:custGeom>
              <a:rect b="b" l="l" r="r" t="t"/>
              <a:pathLst>
                <a:path extrusionOk="0" h="29" w="29">
                  <a:moveTo>
                    <a:pt x="28" y="28"/>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6" name="Google Shape;7086;p95"/>
            <p:cNvSpPr/>
            <p:nvPr/>
          </p:nvSpPr>
          <p:spPr>
            <a:xfrm>
              <a:off x="2263710" y="2010056"/>
              <a:ext cx="258" cy="149"/>
            </a:xfrm>
            <a:custGeom>
              <a:rect b="b" l="l" r="r" t="t"/>
              <a:pathLst>
                <a:path extrusionOk="0" h="11" w="19">
                  <a:moveTo>
                    <a:pt x="18"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7" name="Google Shape;7087;p95"/>
            <p:cNvSpPr/>
            <p:nvPr/>
          </p:nvSpPr>
          <p:spPr>
            <a:xfrm>
              <a:off x="2261429" y="2010341"/>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8" name="Google Shape;7088;p95"/>
            <p:cNvSpPr/>
            <p:nvPr/>
          </p:nvSpPr>
          <p:spPr>
            <a:xfrm>
              <a:off x="2264334" y="2010531"/>
              <a:ext cx="299" cy="244"/>
            </a:xfrm>
            <a:custGeom>
              <a:rect b="b" l="l" r="r" t="t"/>
              <a:pathLst>
                <a:path extrusionOk="0" h="18" w="22">
                  <a:moveTo>
                    <a:pt x="21" y="18"/>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9" name="Google Shape;7089;p95"/>
            <p:cNvSpPr/>
            <p:nvPr/>
          </p:nvSpPr>
          <p:spPr>
            <a:xfrm>
              <a:off x="2264714" y="2010857"/>
              <a:ext cx="339" cy="258"/>
            </a:xfrm>
            <a:custGeom>
              <a:rect b="b" l="l" r="r" t="t"/>
              <a:pathLst>
                <a:path extrusionOk="0" h="19" w="25">
                  <a:moveTo>
                    <a:pt x="25" y="1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0" name="Google Shape;7090;p95"/>
            <p:cNvSpPr/>
            <p:nvPr/>
          </p:nvSpPr>
          <p:spPr>
            <a:xfrm>
              <a:off x="2263479" y="2009907"/>
              <a:ext cx="204" cy="163"/>
            </a:xfrm>
            <a:custGeom>
              <a:rect b="b" l="l" r="r" t="t"/>
              <a:pathLst>
                <a:path extrusionOk="0" h="12" w="15">
                  <a:moveTo>
                    <a:pt x="14"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1" name="Google Shape;7091;p95"/>
            <p:cNvSpPr/>
            <p:nvPr/>
          </p:nvSpPr>
          <p:spPr>
            <a:xfrm>
              <a:off x="2262528" y="2009866"/>
              <a:ext cx="14" cy="14"/>
            </a:xfrm>
            <a:custGeom>
              <a:rect b="b" l="l" r="r" t="t"/>
              <a:pathLst>
                <a:path extrusionOk="0" h="1" w="1">
                  <a:moveTo>
                    <a:pt x="0"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2" name="Google Shape;7092;p95"/>
            <p:cNvSpPr/>
            <p:nvPr/>
          </p:nvSpPr>
          <p:spPr>
            <a:xfrm>
              <a:off x="2262814" y="2009812"/>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3" name="Google Shape;7093;p95"/>
            <p:cNvSpPr/>
            <p:nvPr/>
          </p:nvSpPr>
          <p:spPr>
            <a:xfrm>
              <a:off x="2268706" y="2014143"/>
              <a:ext cx="394" cy="339"/>
            </a:xfrm>
            <a:custGeom>
              <a:rect b="b" l="l" r="r" t="t"/>
              <a:pathLst>
                <a:path extrusionOk="0" h="25" w="29">
                  <a:moveTo>
                    <a:pt x="28" y="25"/>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4" name="Google Shape;7094;p95"/>
            <p:cNvSpPr/>
            <p:nvPr/>
          </p:nvSpPr>
          <p:spPr>
            <a:xfrm>
              <a:off x="2251069" y="2010341"/>
              <a:ext cx="3001" cy="964"/>
            </a:xfrm>
            <a:custGeom>
              <a:rect b="b" l="l" r="r" t="t"/>
              <a:pathLst>
                <a:path extrusionOk="0" h="71" w="221">
                  <a:moveTo>
                    <a:pt x="221" y="70"/>
                  </a:moveTo>
                  <a:cubicBezTo>
                    <a:pt x="144" y="67"/>
                    <a:pt x="67" y="42"/>
                    <a:pt x="0" y="0"/>
                  </a:cubicBezTo>
                  <a:cubicBezTo>
                    <a:pt x="67" y="42"/>
                    <a:pt x="144" y="67"/>
                    <a:pt x="221" y="7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5" name="Google Shape;7095;p95"/>
            <p:cNvSpPr/>
            <p:nvPr/>
          </p:nvSpPr>
          <p:spPr>
            <a:xfrm>
              <a:off x="2268041" y="2013613"/>
              <a:ext cx="394" cy="353"/>
            </a:xfrm>
            <a:custGeom>
              <a:rect b="b" l="l" r="r" t="t"/>
              <a:pathLst>
                <a:path extrusionOk="0" h="26" w="29">
                  <a:moveTo>
                    <a:pt x="28" y="2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6" name="Google Shape;7096;p95"/>
            <p:cNvSpPr/>
            <p:nvPr/>
          </p:nvSpPr>
          <p:spPr>
            <a:xfrm>
              <a:off x="2271367" y="2016560"/>
              <a:ext cx="149" cy="109"/>
            </a:xfrm>
            <a:custGeom>
              <a:rect b="b" l="l" r="r" t="t"/>
              <a:pathLst>
                <a:path extrusionOk="0" h="8" w="11">
                  <a:moveTo>
                    <a:pt x="0" y="1"/>
                  </a:moveTo>
                  <a:lnTo>
                    <a:pt x="11" y="8"/>
                  </a:lnTo>
                  <a:lnTo>
                    <a:pt x="1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7" name="Google Shape;7097;p95"/>
            <p:cNvSpPr/>
            <p:nvPr/>
          </p:nvSpPr>
          <p:spPr>
            <a:xfrm>
              <a:off x="2269371" y="2014754"/>
              <a:ext cx="339" cy="299"/>
            </a:xfrm>
            <a:custGeom>
              <a:rect b="b" l="l" r="r" t="t"/>
              <a:pathLst>
                <a:path extrusionOk="0" h="22" w="25">
                  <a:moveTo>
                    <a:pt x="25" y="22"/>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8" name="Google Shape;7098;p95"/>
            <p:cNvSpPr/>
            <p:nvPr/>
          </p:nvSpPr>
          <p:spPr>
            <a:xfrm>
              <a:off x="2270743" y="2015949"/>
              <a:ext cx="353" cy="299"/>
            </a:xfrm>
            <a:custGeom>
              <a:rect b="b" l="l" r="r" t="t"/>
              <a:pathLst>
                <a:path extrusionOk="0" h="22" w="26">
                  <a:moveTo>
                    <a:pt x="25" y="2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9" name="Google Shape;7099;p95"/>
            <p:cNvSpPr/>
            <p:nvPr/>
          </p:nvSpPr>
          <p:spPr>
            <a:xfrm>
              <a:off x="2270037" y="2015324"/>
              <a:ext cx="339" cy="353"/>
            </a:xfrm>
            <a:custGeom>
              <a:rect b="b" l="l" r="r" t="t"/>
              <a:pathLst>
                <a:path extrusionOk="0" h="26" w="25">
                  <a:moveTo>
                    <a:pt x="25" y="2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0" name="Google Shape;7100;p95"/>
            <p:cNvSpPr/>
            <p:nvPr/>
          </p:nvSpPr>
          <p:spPr>
            <a:xfrm>
              <a:off x="2247172" y="2005684"/>
              <a:ext cx="54" cy="54"/>
            </a:xfrm>
            <a:custGeom>
              <a:rect b="b" l="l" r="r" t="t"/>
              <a:pathLst>
                <a:path extrusionOk="0" h="4" w="4">
                  <a:moveTo>
                    <a:pt x="4"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1" name="Google Shape;7101;p95"/>
            <p:cNvSpPr/>
            <p:nvPr/>
          </p:nvSpPr>
          <p:spPr>
            <a:xfrm>
              <a:off x="2267416" y="2013043"/>
              <a:ext cx="394" cy="353"/>
            </a:xfrm>
            <a:custGeom>
              <a:rect b="b" l="l" r="r" t="t"/>
              <a:pathLst>
                <a:path extrusionOk="0" h="26" w="29">
                  <a:moveTo>
                    <a:pt x="29" y="2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2" name="Google Shape;7102;p95"/>
            <p:cNvSpPr/>
            <p:nvPr/>
          </p:nvSpPr>
          <p:spPr>
            <a:xfrm>
              <a:off x="2247362" y="2005915"/>
              <a:ext cx="54" cy="68"/>
            </a:xfrm>
            <a:custGeom>
              <a:rect b="b" l="l" r="r" t="t"/>
              <a:pathLst>
                <a:path extrusionOk="0" h="5" w="4">
                  <a:moveTo>
                    <a:pt x="4"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3" name="Google Shape;7103;p95"/>
            <p:cNvSpPr/>
            <p:nvPr/>
          </p:nvSpPr>
          <p:spPr>
            <a:xfrm>
              <a:off x="2271028" y="2020511"/>
              <a:ext cx="14" cy="149"/>
            </a:xfrm>
            <a:custGeom>
              <a:rect b="b" l="l" r="r" t="t"/>
              <a:pathLst>
                <a:path extrusionOk="0" h="11" w="1">
                  <a:moveTo>
                    <a:pt x="1"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4" name="Google Shape;7104;p95"/>
            <p:cNvSpPr/>
            <p:nvPr/>
          </p:nvSpPr>
          <p:spPr>
            <a:xfrm>
              <a:off x="2271367" y="2016655"/>
              <a:ext cx="149" cy="1059"/>
            </a:xfrm>
            <a:custGeom>
              <a:rect b="b" l="l" r="r" t="t"/>
              <a:pathLst>
                <a:path extrusionOk="0" h="78" w="11">
                  <a:moveTo>
                    <a:pt x="11" y="1"/>
                  </a:moveTo>
                  <a:lnTo>
                    <a:pt x="11" y="1"/>
                  </a:lnTo>
                  <a:cubicBezTo>
                    <a:pt x="7" y="18"/>
                    <a:pt x="4" y="43"/>
                    <a:pt x="0" y="78"/>
                  </a:cubicBezTo>
                  <a:cubicBezTo>
                    <a:pt x="4" y="46"/>
                    <a:pt x="7" y="18"/>
                    <a:pt x="1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5" name="Google Shape;7105;p95"/>
            <p:cNvSpPr/>
            <p:nvPr/>
          </p:nvSpPr>
          <p:spPr>
            <a:xfrm>
              <a:off x="2270987" y="2020986"/>
              <a:ext cx="14" cy="204"/>
            </a:xfrm>
            <a:custGeom>
              <a:rect b="b" l="l" r="r" t="t"/>
              <a:pathLst>
                <a:path extrusionOk="0" h="15" w="1">
                  <a:moveTo>
                    <a:pt x="0"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6" name="Google Shape;7106;p95"/>
            <p:cNvSpPr/>
            <p:nvPr/>
          </p:nvSpPr>
          <p:spPr>
            <a:xfrm>
              <a:off x="2271082" y="2019981"/>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7" name="Google Shape;7107;p95"/>
            <p:cNvSpPr/>
            <p:nvPr/>
          </p:nvSpPr>
          <p:spPr>
            <a:xfrm>
              <a:off x="2271313" y="2017890"/>
              <a:ext cx="14" cy="204"/>
            </a:xfrm>
            <a:custGeom>
              <a:rect b="b" l="l" r="r" t="t"/>
              <a:pathLst>
                <a:path extrusionOk="0" h="15" w="1">
                  <a:moveTo>
                    <a:pt x="1"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8" name="Google Shape;7108;p95"/>
            <p:cNvSpPr/>
            <p:nvPr/>
          </p:nvSpPr>
          <p:spPr>
            <a:xfrm>
              <a:off x="2270933" y="2021461"/>
              <a:ext cx="14" cy="204"/>
            </a:xfrm>
            <a:custGeom>
              <a:rect b="b" l="l" r="r" t="t"/>
              <a:pathLst>
                <a:path extrusionOk="0" h="15" w="1">
                  <a:moveTo>
                    <a:pt x="1"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9" name="Google Shape;7109;p95"/>
            <p:cNvSpPr/>
            <p:nvPr/>
          </p:nvSpPr>
          <p:spPr>
            <a:xfrm>
              <a:off x="2261143" y="2049037"/>
              <a:ext cx="1018" cy="3992"/>
            </a:xfrm>
            <a:custGeom>
              <a:rect b="b" l="l" r="r" t="t"/>
              <a:pathLst>
                <a:path extrusionOk="0" h="294" w="75">
                  <a:moveTo>
                    <a:pt x="74" y="0"/>
                  </a:moveTo>
                  <a:cubicBezTo>
                    <a:pt x="67" y="137"/>
                    <a:pt x="39" y="241"/>
                    <a:pt x="1" y="294"/>
                  </a:cubicBezTo>
                  <a:cubicBezTo>
                    <a:pt x="43" y="241"/>
                    <a:pt x="67" y="137"/>
                    <a:pt x="7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0" name="Google Shape;7110;p95"/>
            <p:cNvSpPr/>
            <p:nvPr/>
          </p:nvSpPr>
          <p:spPr>
            <a:xfrm>
              <a:off x="2271272" y="2018325"/>
              <a:ext cx="14" cy="244"/>
            </a:xfrm>
            <a:custGeom>
              <a:rect b="b" l="l" r="r" t="t"/>
              <a:pathLst>
                <a:path extrusionOk="0" h="18" w="1">
                  <a:moveTo>
                    <a:pt x="0" y="18"/>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1" name="Google Shape;7111;p95"/>
            <p:cNvSpPr/>
            <p:nvPr/>
          </p:nvSpPr>
          <p:spPr>
            <a:xfrm>
              <a:off x="2271123" y="2019370"/>
              <a:ext cx="14" cy="204"/>
            </a:xfrm>
            <a:custGeom>
              <a:rect b="b" l="l" r="r" t="t"/>
              <a:pathLst>
                <a:path extrusionOk="0" h="15" w="1">
                  <a:moveTo>
                    <a:pt x="1"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2" name="Google Shape;7112;p95"/>
            <p:cNvSpPr/>
            <p:nvPr/>
          </p:nvSpPr>
          <p:spPr>
            <a:xfrm>
              <a:off x="2270892" y="2021936"/>
              <a:ext cx="14" cy="149"/>
            </a:xfrm>
            <a:custGeom>
              <a:rect b="b" l="l" r="r" t="t"/>
              <a:pathLst>
                <a:path extrusionOk="0" h="11" w="1">
                  <a:moveTo>
                    <a:pt x="0"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3" name="Google Shape;7113;p95"/>
            <p:cNvSpPr/>
            <p:nvPr/>
          </p:nvSpPr>
          <p:spPr>
            <a:xfrm>
              <a:off x="2271177" y="2018800"/>
              <a:ext cx="14" cy="244"/>
            </a:xfrm>
            <a:custGeom>
              <a:rect b="b" l="l" r="r" t="t"/>
              <a:pathLst>
                <a:path extrusionOk="0" h="18" w="1">
                  <a:moveTo>
                    <a:pt x="0" y="18"/>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4" name="Google Shape;7114;p95"/>
            <p:cNvSpPr/>
            <p:nvPr/>
          </p:nvSpPr>
          <p:spPr>
            <a:xfrm>
              <a:off x="2270892" y="2022357"/>
              <a:ext cx="14" cy="163"/>
            </a:xfrm>
            <a:custGeom>
              <a:rect b="b" l="l" r="r" t="t"/>
              <a:pathLst>
                <a:path extrusionOk="0" h="12" w="1">
                  <a:moveTo>
                    <a:pt x="0" y="11"/>
                  </a:moveTo>
                  <a:lnTo>
                    <a:pt x="0" y="1"/>
                  </a:lnTo>
                  <a:cubicBezTo>
                    <a:pt x="0" y="1"/>
                    <a:pt x="0" y="8"/>
                    <a:pt x="0"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5" name="Google Shape;7115;p95"/>
            <p:cNvSpPr/>
            <p:nvPr/>
          </p:nvSpPr>
          <p:spPr>
            <a:xfrm>
              <a:off x="2260668" y="2062248"/>
              <a:ext cx="9192" cy="13265"/>
            </a:xfrm>
            <a:custGeom>
              <a:rect b="b" l="l" r="r" t="t"/>
              <a:pathLst>
                <a:path extrusionOk="0" h="977" w="677">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6" name="Google Shape;7116;p95"/>
            <p:cNvSpPr/>
            <p:nvPr/>
          </p:nvSpPr>
          <p:spPr>
            <a:xfrm>
              <a:off x="2266140" y="2062628"/>
              <a:ext cx="109" cy="204"/>
            </a:xfrm>
            <a:custGeom>
              <a:rect b="b" l="l" r="r" t="t"/>
              <a:pathLst>
                <a:path extrusionOk="0" h="15" w="8">
                  <a:moveTo>
                    <a:pt x="7" y="0"/>
                  </a:moveTo>
                  <a:lnTo>
                    <a:pt x="7" y="0"/>
                  </a:lnTo>
                  <a:cubicBezTo>
                    <a:pt x="4" y="4"/>
                    <a:pt x="0" y="7"/>
                    <a:pt x="0" y="14"/>
                  </a:cubicBezTo>
                  <a:cubicBezTo>
                    <a:pt x="4" y="7"/>
                    <a:pt x="4" y="4"/>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7" name="Google Shape;7117;p95"/>
            <p:cNvSpPr/>
            <p:nvPr/>
          </p:nvSpPr>
          <p:spPr>
            <a:xfrm>
              <a:off x="2263044" y="2064624"/>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8" name="Google Shape;7118;p95"/>
            <p:cNvSpPr/>
            <p:nvPr/>
          </p:nvSpPr>
          <p:spPr>
            <a:xfrm>
              <a:off x="2265515" y="2063388"/>
              <a:ext cx="353" cy="339"/>
            </a:xfrm>
            <a:custGeom>
              <a:rect b="b" l="l" r="r" t="t"/>
              <a:pathLst>
                <a:path extrusionOk="0" h="25" w="26">
                  <a:moveTo>
                    <a:pt x="1" y="25"/>
                  </a:moveTo>
                  <a:cubicBezTo>
                    <a:pt x="8" y="18"/>
                    <a:pt x="15" y="7"/>
                    <a:pt x="25" y="0"/>
                  </a:cubicBezTo>
                  <a:cubicBezTo>
                    <a:pt x="15" y="7"/>
                    <a:pt x="8" y="18"/>
                    <a:pt x="1" y="2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9" name="Google Shape;7119;p95"/>
            <p:cNvSpPr/>
            <p:nvPr/>
          </p:nvSpPr>
          <p:spPr>
            <a:xfrm>
              <a:off x="2261103" y="2064380"/>
              <a:ext cx="434" cy="109"/>
            </a:xfrm>
            <a:custGeom>
              <a:rect b="b" l="l" r="r" t="t"/>
              <a:pathLst>
                <a:path extrusionOk="0" h="8" w="32">
                  <a:moveTo>
                    <a:pt x="0" y="1"/>
                  </a:moveTo>
                  <a:lnTo>
                    <a:pt x="32"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0" name="Google Shape;7120;p95"/>
            <p:cNvSpPr/>
            <p:nvPr/>
          </p:nvSpPr>
          <p:spPr>
            <a:xfrm>
              <a:off x="2264904" y="2064054"/>
              <a:ext cx="149" cy="109"/>
            </a:xfrm>
            <a:custGeom>
              <a:rect b="b" l="l" r="r" t="t"/>
              <a:pathLst>
                <a:path extrusionOk="0" h="8" w="11">
                  <a:moveTo>
                    <a:pt x="0" y="7"/>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1" name="Google Shape;7121;p95"/>
            <p:cNvSpPr/>
            <p:nvPr/>
          </p:nvSpPr>
          <p:spPr>
            <a:xfrm>
              <a:off x="2264375" y="2064339"/>
              <a:ext cx="109" cy="54"/>
            </a:xfrm>
            <a:custGeom>
              <a:rect b="b" l="l" r="r" t="t"/>
              <a:pathLst>
                <a:path extrusionOk="0" h="4" w="8">
                  <a:moveTo>
                    <a:pt x="1" y="4"/>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2" name="Google Shape;7122;p95"/>
            <p:cNvSpPr/>
            <p:nvPr/>
          </p:nvSpPr>
          <p:spPr>
            <a:xfrm>
              <a:off x="2262243" y="2064570"/>
              <a:ext cx="204" cy="14"/>
            </a:xfrm>
            <a:custGeom>
              <a:rect b="b" l="l" r="r" t="t"/>
              <a:pathLst>
                <a:path extrusionOk="0" h="1" w="15">
                  <a:moveTo>
                    <a:pt x="0" y="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3" name="Google Shape;7123;p95"/>
            <p:cNvSpPr/>
            <p:nvPr/>
          </p:nvSpPr>
          <p:spPr>
            <a:xfrm>
              <a:off x="2263615" y="2064570"/>
              <a:ext cx="163" cy="14"/>
            </a:xfrm>
            <a:custGeom>
              <a:rect b="b" l="l" r="r" t="t"/>
              <a:pathLst>
                <a:path extrusionOk="0" h="1" w="12">
                  <a:moveTo>
                    <a:pt x="1"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4" name="Google Shape;7124;p95"/>
            <p:cNvSpPr/>
            <p:nvPr/>
          </p:nvSpPr>
          <p:spPr>
            <a:xfrm>
              <a:off x="2260668" y="2064380"/>
              <a:ext cx="258" cy="14"/>
            </a:xfrm>
            <a:custGeom>
              <a:rect b="b" l="l" r="r" t="t"/>
              <a:pathLst>
                <a:path extrusionOk="0" h="1" w="19">
                  <a:moveTo>
                    <a:pt x="18" y="1"/>
                  </a:moveTo>
                  <a:lnTo>
                    <a:pt x="1" y="1"/>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5" name="Google Shape;7125;p95"/>
            <p:cNvSpPr/>
            <p:nvPr/>
          </p:nvSpPr>
          <p:spPr>
            <a:xfrm>
              <a:off x="2265896" y="2063008"/>
              <a:ext cx="163" cy="244"/>
            </a:xfrm>
            <a:custGeom>
              <a:rect b="b" l="l" r="r" t="t"/>
              <a:pathLst>
                <a:path extrusionOk="0" h="18" w="12">
                  <a:moveTo>
                    <a:pt x="1" y="18"/>
                  </a:moveTo>
                  <a:cubicBezTo>
                    <a:pt x="4" y="11"/>
                    <a:pt x="11" y="4"/>
                    <a:pt x="11" y="0"/>
                  </a:cubicBezTo>
                  <a:cubicBezTo>
                    <a:pt x="11" y="4"/>
                    <a:pt x="4" y="11"/>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6" name="Google Shape;7126;p95"/>
            <p:cNvSpPr/>
            <p:nvPr/>
          </p:nvSpPr>
          <p:spPr>
            <a:xfrm>
              <a:off x="2266235" y="2062194"/>
              <a:ext cx="2050" cy="258"/>
            </a:xfrm>
            <a:custGeom>
              <a:rect b="b" l="l" r="r" t="t"/>
              <a:pathLst>
                <a:path extrusionOk="0" h="19" w="151">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7" name="Google Shape;7127;p95"/>
            <p:cNvSpPr/>
            <p:nvPr/>
          </p:nvSpPr>
          <p:spPr>
            <a:xfrm>
              <a:off x="2260668" y="2064339"/>
              <a:ext cx="353" cy="4616"/>
            </a:xfrm>
            <a:custGeom>
              <a:rect b="b" l="l" r="r" t="t"/>
              <a:pathLst>
                <a:path extrusionOk="0" h="340" w="26">
                  <a:moveTo>
                    <a:pt x="1" y="0"/>
                  </a:moveTo>
                  <a:lnTo>
                    <a:pt x="25" y="340"/>
                  </a:lnTo>
                  <a:lnTo>
                    <a:pt x="25" y="34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8" name="Google Shape;7128;p95"/>
            <p:cNvSpPr/>
            <p:nvPr/>
          </p:nvSpPr>
          <p:spPr>
            <a:xfrm>
              <a:off x="2267851" y="2123754"/>
              <a:ext cx="76781" cy="124832"/>
            </a:xfrm>
            <a:custGeom>
              <a:rect b="b" l="l" r="r" t="t"/>
              <a:pathLst>
                <a:path extrusionOk="0" h="9194" w="5655">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9" name="Google Shape;7129;p95"/>
            <p:cNvSpPr/>
            <p:nvPr/>
          </p:nvSpPr>
          <p:spPr>
            <a:xfrm>
              <a:off x="2344428" y="2155362"/>
              <a:ext cx="14" cy="14"/>
            </a:xfrm>
            <a:custGeom>
              <a:rect b="b" l="l" r="r" t="t"/>
              <a:pathLst>
                <a:path extrusionOk="0" h="1" w="1">
                  <a:moveTo>
                    <a:pt x="0"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0" name="Google Shape;7130;p95"/>
            <p:cNvSpPr/>
            <p:nvPr/>
          </p:nvSpPr>
          <p:spPr>
            <a:xfrm>
              <a:off x="2275454" y="2213298"/>
              <a:ext cx="489" cy="448"/>
            </a:xfrm>
            <a:custGeom>
              <a:rect b="b" l="l" r="r" t="t"/>
              <a:pathLst>
                <a:path extrusionOk="0" h="33" w="36">
                  <a:moveTo>
                    <a:pt x="35" y="1"/>
                  </a:moveTo>
                  <a:lnTo>
                    <a:pt x="0" y="32"/>
                  </a:lnTo>
                  <a:lnTo>
                    <a:pt x="4" y="32"/>
                  </a:lnTo>
                  <a:lnTo>
                    <a:pt x="3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1" name="Google Shape;7131;p95"/>
            <p:cNvSpPr/>
            <p:nvPr/>
          </p:nvSpPr>
          <p:spPr>
            <a:xfrm>
              <a:off x="2276119" y="2212116"/>
              <a:ext cx="1059" cy="964"/>
            </a:xfrm>
            <a:custGeom>
              <a:rect b="b" l="l" r="r" t="t"/>
              <a:pathLst>
                <a:path extrusionOk="0" h="71" w="78">
                  <a:moveTo>
                    <a:pt x="77" y="0"/>
                  </a:moveTo>
                  <a:lnTo>
                    <a:pt x="0" y="7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2" name="Google Shape;7132;p95"/>
            <p:cNvSpPr/>
            <p:nvPr/>
          </p:nvSpPr>
          <p:spPr>
            <a:xfrm>
              <a:off x="2280777" y="2242204"/>
              <a:ext cx="14" cy="339"/>
            </a:xfrm>
            <a:custGeom>
              <a:rect b="b" l="l" r="r" t="t"/>
              <a:pathLst>
                <a:path extrusionOk="0" h="25" w="1">
                  <a:moveTo>
                    <a:pt x="0" y="25"/>
                  </a:moveTo>
                  <a:lnTo>
                    <a:pt x="0" y="0"/>
                  </a:lnTo>
                  <a:lnTo>
                    <a:pt x="0"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3" name="Google Shape;7133;p95"/>
            <p:cNvSpPr/>
            <p:nvPr/>
          </p:nvSpPr>
          <p:spPr>
            <a:xfrm>
              <a:off x="2280817" y="2243155"/>
              <a:ext cx="448" cy="4141"/>
            </a:xfrm>
            <a:custGeom>
              <a:rect b="b" l="l" r="r" t="t"/>
              <a:pathLst>
                <a:path extrusionOk="0" h="305" w="33">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4" name="Google Shape;7134;p95"/>
            <p:cNvSpPr/>
            <p:nvPr/>
          </p:nvSpPr>
          <p:spPr>
            <a:xfrm>
              <a:off x="2281252" y="2247282"/>
              <a:ext cx="204" cy="1494"/>
            </a:xfrm>
            <a:custGeom>
              <a:rect b="b" l="l" r="r" t="t"/>
              <a:pathLst>
                <a:path extrusionOk="0" h="110" w="15">
                  <a:moveTo>
                    <a:pt x="0" y="1"/>
                  </a:moveTo>
                  <a:cubicBezTo>
                    <a:pt x="4" y="36"/>
                    <a:pt x="7" y="71"/>
                    <a:pt x="14" y="109"/>
                  </a:cubicBez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5" name="Google Shape;7135;p95"/>
            <p:cNvSpPr/>
            <p:nvPr/>
          </p:nvSpPr>
          <p:spPr>
            <a:xfrm>
              <a:off x="2276215" y="2216393"/>
              <a:ext cx="54" cy="149"/>
            </a:xfrm>
            <a:custGeom>
              <a:rect b="b" l="l" r="r" t="t"/>
              <a:pathLst>
                <a:path extrusionOk="0" h="11" w="4">
                  <a:moveTo>
                    <a:pt x="0" y="0"/>
                  </a:moveTo>
                  <a:lnTo>
                    <a:pt x="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6" name="Google Shape;7136;p95"/>
            <p:cNvSpPr/>
            <p:nvPr/>
          </p:nvSpPr>
          <p:spPr>
            <a:xfrm>
              <a:off x="2280722" y="2241389"/>
              <a:ext cx="14" cy="828"/>
            </a:xfrm>
            <a:custGeom>
              <a:rect b="b" l="l" r="r" t="t"/>
              <a:pathLst>
                <a:path extrusionOk="0" h="61" w="1">
                  <a:moveTo>
                    <a:pt x="1" y="53"/>
                  </a:moveTo>
                  <a:lnTo>
                    <a:pt x="1" y="53"/>
                  </a:lnTo>
                  <a:lnTo>
                    <a:pt x="1" y="60"/>
                  </a:lnTo>
                  <a:lnTo>
                    <a:pt x="1" y="1"/>
                  </a:lnTo>
                  <a:cubicBezTo>
                    <a:pt x="1" y="18"/>
                    <a:pt x="1" y="36"/>
                    <a:pt x="1" y="5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7" name="Google Shape;7137;p95"/>
            <p:cNvSpPr/>
            <p:nvPr/>
          </p:nvSpPr>
          <p:spPr>
            <a:xfrm>
              <a:off x="2281917" y="2248708"/>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8" name="Google Shape;7138;p95"/>
            <p:cNvSpPr/>
            <p:nvPr/>
          </p:nvSpPr>
          <p:spPr>
            <a:xfrm>
              <a:off x="2280777" y="2242530"/>
              <a:ext cx="54" cy="638"/>
            </a:xfrm>
            <a:custGeom>
              <a:rect b="b" l="l" r="r" t="t"/>
              <a:pathLst>
                <a:path extrusionOk="0" h="47" w="4">
                  <a:moveTo>
                    <a:pt x="0" y="1"/>
                  </a:moveTo>
                  <a:cubicBezTo>
                    <a:pt x="0" y="15"/>
                    <a:pt x="0" y="32"/>
                    <a:pt x="4" y="46"/>
                  </a:cubicBez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9" name="Google Shape;7139;p95"/>
            <p:cNvSpPr/>
            <p:nvPr/>
          </p:nvSpPr>
          <p:spPr>
            <a:xfrm>
              <a:off x="2275875" y="2215158"/>
              <a:ext cx="68" cy="109"/>
            </a:xfrm>
            <a:custGeom>
              <a:rect b="b" l="l" r="r" t="t"/>
              <a:pathLst>
                <a:path extrusionOk="0" h="8" w="5">
                  <a:moveTo>
                    <a:pt x="1" y="0"/>
                  </a:moveTo>
                  <a:lnTo>
                    <a:pt x="4"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0" name="Google Shape;7140;p95"/>
            <p:cNvSpPr/>
            <p:nvPr/>
          </p:nvSpPr>
          <p:spPr>
            <a:xfrm>
              <a:off x="2275780" y="2214683"/>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1" name="Google Shape;7141;p95"/>
            <p:cNvSpPr/>
            <p:nvPr/>
          </p:nvSpPr>
          <p:spPr>
            <a:xfrm>
              <a:off x="2276024" y="2215728"/>
              <a:ext cx="54" cy="149"/>
            </a:xfrm>
            <a:custGeom>
              <a:rect b="b" l="l" r="r" t="t"/>
              <a:pathLst>
                <a:path extrusionOk="0" h="11" w="4">
                  <a:moveTo>
                    <a:pt x="0" y="0"/>
                  </a:moveTo>
                  <a:lnTo>
                    <a:pt x="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2" name="Google Shape;7142;p95"/>
            <p:cNvSpPr/>
            <p:nvPr/>
          </p:nvSpPr>
          <p:spPr>
            <a:xfrm>
              <a:off x="2280722" y="2242109"/>
              <a:ext cx="163" cy="1534"/>
            </a:xfrm>
            <a:custGeom>
              <a:rect b="b" l="l" r="r" t="t"/>
              <a:pathLst>
                <a:path extrusionOk="0" h="113" w="12">
                  <a:moveTo>
                    <a:pt x="1" y="0"/>
                  </a:moveTo>
                  <a:cubicBezTo>
                    <a:pt x="1" y="28"/>
                    <a:pt x="4" y="67"/>
                    <a:pt x="11" y="112"/>
                  </a:cubicBezTo>
                  <a:lnTo>
                    <a:pt x="8" y="77"/>
                  </a:lnTo>
                  <a:cubicBezTo>
                    <a:pt x="8" y="60"/>
                    <a:pt x="4" y="46"/>
                    <a:pt x="4" y="32"/>
                  </a:cubicBezTo>
                  <a:lnTo>
                    <a:pt x="4" y="7"/>
                  </a:ln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3" name="Google Shape;7143;p95"/>
            <p:cNvSpPr/>
            <p:nvPr/>
          </p:nvSpPr>
          <p:spPr>
            <a:xfrm>
              <a:off x="2281252" y="2247296"/>
              <a:ext cx="204" cy="1480"/>
            </a:xfrm>
            <a:custGeom>
              <a:rect b="b" l="l" r="r" t="t"/>
              <a:pathLst>
                <a:path extrusionOk="0" h="109" w="15">
                  <a:moveTo>
                    <a:pt x="0" y="0"/>
                  </a:moveTo>
                  <a:lnTo>
                    <a:pt x="0" y="0"/>
                  </a:lnTo>
                  <a:cubicBezTo>
                    <a:pt x="4" y="35"/>
                    <a:pt x="7" y="73"/>
                    <a:pt x="14" y="108"/>
                  </a:cubicBezTo>
                  <a:cubicBezTo>
                    <a:pt x="7" y="70"/>
                    <a:pt x="4" y="35"/>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4" name="Google Shape;7144;p95"/>
            <p:cNvSpPr/>
            <p:nvPr/>
          </p:nvSpPr>
          <p:spPr>
            <a:xfrm>
              <a:off x="2269222" y="2162721"/>
              <a:ext cx="258" cy="68"/>
            </a:xfrm>
            <a:custGeom>
              <a:rect b="b" l="l" r="r" t="t"/>
              <a:pathLst>
                <a:path extrusionOk="0" h="5" w="19">
                  <a:moveTo>
                    <a:pt x="1" y="4"/>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5" name="Google Shape;7145;p95"/>
            <p:cNvSpPr/>
            <p:nvPr/>
          </p:nvSpPr>
          <p:spPr>
            <a:xfrm>
              <a:off x="2268611" y="2149850"/>
              <a:ext cx="18737" cy="6802"/>
            </a:xfrm>
            <a:custGeom>
              <a:rect b="b" l="l" r="r" t="t"/>
              <a:pathLst>
                <a:path extrusionOk="0" h="501" w="138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6" name="Google Shape;7146;p95"/>
            <p:cNvSpPr/>
            <p:nvPr/>
          </p:nvSpPr>
          <p:spPr>
            <a:xfrm>
              <a:off x="2267851" y="2156693"/>
              <a:ext cx="720" cy="244"/>
            </a:xfrm>
            <a:custGeom>
              <a:rect b="b" l="l" r="r" t="t"/>
              <a:pathLst>
                <a:path extrusionOk="0" h="18" w="53">
                  <a:moveTo>
                    <a:pt x="53" y="0"/>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7" name="Google Shape;7147;p95"/>
            <p:cNvSpPr/>
            <p:nvPr/>
          </p:nvSpPr>
          <p:spPr>
            <a:xfrm>
              <a:off x="2262854" y="2051169"/>
              <a:ext cx="78532" cy="79768"/>
            </a:xfrm>
            <a:custGeom>
              <a:rect b="b" l="l" r="r" t="t"/>
              <a:pathLst>
                <a:path extrusionOk="0" h="5875" w="5784">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8" name="Google Shape;7148;p95"/>
            <p:cNvSpPr/>
            <p:nvPr/>
          </p:nvSpPr>
          <p:spPr>
            <a:xfrm>
              <a:off x="2274164" y="2107447"/>
              <a:ext cx="258" cy="54"/>
            </a:xfrm>
            <a:custGeom>
              <a:rect b="b" l="l" r="r" t="t"/>
              <a:pathLst>
                <a:path extrusionOk="0" h="4" w="19">
                  <a:moveTo>
                    <a:pt x="1" y="0"/>
                  </a:moveTo>
                  <a:lnTo>
                    <a:pt x="1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9" name="Google Shape;7149;p95"/>
            <p:cNvSpPr/>
            <p:nvPr/>
          </p:nvSpPr>
          <p:spPr>
            <a:xfrm>
              <a:off x="2273173" y="2107203"/>
              <a:ext cx="204" cy="14"/>
            </a:xfrm>
            <a:custGeom>
              <a:rect b="b" l="l" r="r" t="t"/>
              <a:pathLst>
                <a:path extrusionOk="0" h="1" w="15">
                  <a:moveTo>
                    <a:pt x="0" y="1"/>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0" name="Google Shape;7150;p95"/>
            <p:cNvSpPr/>
            <p:nvPr/>
          </p:nvSpPr>
          <p:spPr>
            <a:xfrm>
              <a:off x="2275739" y="2108058"/>
              <a:ext cx="244" cy="109"/>
            </a:xfrm>
            <a:custGeom>
              <a:rect b="b" l="l" r="r" t="t"/>
              <a:pathLst>
                <a:path extrusionOk="0" h="8" w="18">
                  <a:moveTo>
                    <a:pt x="0" y="1"/>
                  </a:moveTo>
                  <a:lnTo>
                    <a:pt x="18"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1" name="Google Shape;7151;p95"/>
            <p:cNvSpPr/>
            <p:nvPr/>
          </p:nvSpPr>
          <p:spPr>
            <a:xfrm>
              <a:off x="2274694" y="2107583"/>
              <a:ext cx="244" cy="109"/>
            </a:xfrm>
            <a:custGeom>
              <a:rect b="b" l="l" r="r" t="t"/>
              <a:pathLst>
                <a:path extrusionOk="0" h="8" w="18">
                  <a:moveTo>
                    <a:pt x="0" y="1"/>
                  </a:moveTo>
                  <a:lnTo>
                    <a:pt x="18"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2" name="Google Shape;7152;p95"/>
            <p:cNvSpPr/>
            <p:nvPr/>
          </p:nvSpPr>
          <p:spPr>
            <a:xfrm>
              <a:off x="2275210" y="2107828"/>
              <a:ext cx="258" cy="109"/>
            </a:xfrm>
            <a:custGeom>
              <a:rect b="b" l="l" r="r" t="t"/>
              <a:pathLst>
                <a:path extrusionOk="0" h="8" w="19">
                  <a:moveTo>
                    <a:pt x="1" y="0"/>
                  </a:moveTo>
                  <a:lnTo>
                    <a:pt x="18"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3" name="Google Shape;7153;p95"/>
            <p:cNvSpPr/>
            <p:nvPr/>
          </p:nvSpPr>
          <p:spPr>
            <a:xfrm>
              <a:off x="2273648" y="2107298"/>
              <a:ext cx="244" cy="68"/>
            </a:xfrm>
            <a:custGeom>
              <a:rect b="b" l="l" r="r" t="t"/>
              <a:pathLst>
                <a:path extrusionOk="0" h="5" w="18">
                  <a:moveTo>
                    <a:pt x="0" y="1"/>
                  </a:moveTo>
                  <a:lnTo>
                    <a:pt x="1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4" name="Google Shape;7154;p95"/>
            <p:cNvSpPr/>
            <p:nvPr/>
          </p:nvSpPr>
          <p:spPr>
            <a:xfrm>
              <a:off x="2276310" y="2108344"/>
              <a:ext cx="204" cy="68"/>
            </a:xfrm>
            <a:custGeom>
              <a:rect b="b" l="l" r="r" t="t"/>
              <a:pathLst>
                <a:path extrusionOk="0" h="5" w="15">
                  <a:moveTo>
                    <a:pt x="0" y="1"/>
                  </a:moveTo>
                  <a:lnTo>
                    <a:pt x="1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5" name="Google Shape;7155;p95"/>
            <p:cNvSpPr/>
            <p:nvPr/>
          </p:nvSpPr>
          <p:spPr>
            <a:xfrm>
              <a:off x="2272168" y="2060822"/>
              <a:ext cx="258" cy="244"/>
            </a:xfrm>
            <a:custGeom>
              <a:rect b="b" l="l" r="r" t="t"/>
              <a:pathLst>
                <a:path extrusionOk="0" h="18" w="19">
                  <a:moveTo>
                    <a:pt x="18" y="0"/>
                  </a:moveTo>
                  <a:cubicBezTo>
                    <a:pt x="11" y="7"/>
                    <a:pt x="8" y="14"/>
                    <a:pt x="1" y="18"/>
                  </a:cubicBezTo>
                  <a:cubicBezTo>
                    <a:pt x="8" y="14"/>
                    <a:pt x="11" y="7"/>
                    <a:pt x="1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6" name="Google Shape;7156;p95"/>
            <p:cNvSpPr/>
            <p:nvPr/>
          </p:nvSpPr>
          <p:spPr>
            <a:xfrm>
              <a:off x="2272454" y="2060483"/>
              <a:ext cx="204" cy="244"/>
            </a:xfrm>
            <a:custGeom>
              <a:rect b="b" l="l" r="r" t="t"/>
              <a:pathLst>
                <a:path extrusionOk="0" h="18" w="15">
                  <a:moveTo>
                    <a:pt x="15" y="1"/>
                  </a:moveTo>
                  <a:cubicBezTo>
                    <a:pt x="11" y="8"/>
                    <a:pt x="8" y="15"/>
                    <a:pt x="1" y="18"/>
                  </a:cubicBezTo>
                  <a:cubicBezTo>
                    <a:pt x="8" y="15"/>
                    <a:pt x="11" y="8"/>
                    <a:pt x="1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7" name="Google Shape;7157;p95"/>
            <p:cNvSpPr/>
            <p:nvPr/>
          </p:nvSpPr>
          <p:spPr>
            <a:xfrm>
              <a:off x="2271788" y="2061148"/>
              <a:ext cx="299" cy="204"/>
            </a:xfrm>
            <a:custGeom>
              <a:rect b="b" l="l" r="r" t="t"/>
              <a:pathLst>
                <a:path extrusionOk="0" h="15" w="22">
                  <a:moveTo>
                    <a:pt x="22" y="1"/>
                  </a:moveTo>
                  <a:cubicBezTo>
                    <a:pt x="15" y="4"/>
                    <a:pt x="8" y="11"/>
                    <a:pt x="1" y="15"/>
                  </a:cubicBezTo>
                  <a:cubicBezTo>
                    <a:pt x="8" y="11"/>
                    <a:pt x="15" y="4"/>
                    <a:pt x="2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8" name="Google Shape;7158;p95"/>
            <p:cNvSpPr/>
            <p:nvPr/>
          </p:nvSpPr>
          <p:spPr>
            <a:xfrm>
              <a:off x="2271693" y="2054590"/>
              <a:ext cx="1208" cy="4576"/>
            </a:xfrm>
            <a:custGeom>
              <a:rect b="b" l="l" r="r" t="t"/>
              <a:pathLst>
                <a:path extrusionOk="0" h="337" w="89">
                  <a:moveTo>
                    <a:pt x="1" y="0"/>
                  </a:moveTo>
                  <a:cubicBezTo>
                    <a:pt x="53" y="105"/>
                    <a:pt x="81" y="217"/>
                    <a:pt x="88" y="336"/>
                  </a:cubicBezTo>
                  <a:cubicBezTo>
                    <a:pt x="81" y="217"/>
                    <a:pt x="53" y="105"/>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9" name="Google Shape;7159;p95"/>
            <p:cNvSpPr/>
            <p:nvPr/>
          </p:nvSpPr>
          <p:spPr>
            <a:xfrm>
              <a:off x="2272698" y="2059953"/>
              <a:ext cx="149" cy="394"/>
            </a:xfrm>
            <a:custGeom>
              <a:rect b="b" l="l" r="r" t="t"/>
              <a:pathLst>
                <a:path extrusionOk="0" h="29" w="11">
                  <a:moveTo>
                    <a:pt x="11" y="1"/>
                  </a:moveTo>
                  <a:cubicBezTo>
                    <a:pt x="7" y="12"/>
                    <a:pt x="4" y="19"/>
                    <a:pt x="0" y="29"/>
                  </a:cubicBezTo>
                  <a:cubicBezTo>
                    <a:pt x="4" y="19"/>
                    <a:pt x="7" y="12"/>
                    <a:pt x="1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0" name="Google Shape;7160;p95"/>
            <p:cNvSpPr/>
            <p:nvPr/>
          </p:nvSpPr>
          <p:spPr>
            <a:xfrm>
              <a:off x="2270077" y="2061393"/>
              <a:ext cx="1684" cy="584"/>
            </a:xfrm>
            <a:custGeom>
              <a:rect b="b" l="l" r="r" t="t"/>
              <a:pathLst>
                <a:path extrusionOk="0" h="43" w="124">
                  <a:moveTo>
                    <a:pt x="1" y="42"/>
                  </a:moveTo>
                  <a:cubicBezTo>
                    <a:pt x="43" y="35"/>
                    <a:pt x="85" y="21"/>
                    <a:pt x="123" y="0"/>
                  </a:cubicBezTo>
                  <a:cubicBezTo>
                    <a:pt x="85" y="21"/>
                    <a:pt x="43" y="35"/>
                    <a:pt x="1" y="4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1" name="Google Shape;7161;p95"/>
            <p:cNvSpPr/>
            <p:nvPr/>
          </p:nvSpPr>
          <p:spPr>
            <a:xfrm>
              <a:off x="2295223" y="2052024"/>
              <a:ext cx="26354" cy="13985"/>
            </a:xfrm>
            <a:custGeom>
              <a:rect b="b" l="l" r="r" t="t"/>
              <a:pathLst>
                <a:path extrusionOk="0" h="1030" w="1941">
                  <a:moveTo>
                    <a:pt x="1" y="0"/>
                  </a:moveTo>
                  <a:lnTo>
                    <a:pt x="1" y="0"/>
                  </a:lnTo>
                  <a:lnTo>
                    <a:pt x="1940" y="103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2" name="Google Shape;7162;p95"/>
            <p:cNvSpPr/>
            <p:nvPr/>
          </p:nvSpPr>
          <p:spPr>
            <a:xfrm>
              <a:off x="2274259" y="2051169"/>
              <a:ext cx="3775" cy="299"/>
            </a:xfrm>
            <a:custGeom>
              <a:rect b="b" l="l" r="r" t="t"/>
              <a:pathLst>
                <a:path extrusionOk="0" h="22" w="278">
                  <a:moveTo>
                    <a:pt x="1" y="21"/>
                  </a:moveTo>
                  <a:lnTo>
                    <a:pt x="277" y="0"/>
                  </a:lnTo>
                  <a:lnTo>
                    <a:pt x="27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3" name="Google Shape;7163;p95"/>
            <p:cNvSpPr/>
            <p:nvPr/>
          </p:nvSpPr>
          <p:spPr>
            <a:xfrm>
              <a:off x="2270227" y="2064285"/>
              <a:ext cx="14" cy="109"/>
            </a:xfrm>
            <a:custGeom>
              <a:rect b="b" l="l" r="r" t="t"/>
              <a:pathLst>
                <a:path extrusionOk="0" h="8" w="1">
                  <a:moveTo>
                    <a:pt x="0"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4" name="Google Shape;7164;p95"/>
            <p:cNvSpPr/>
            <p:nvPr/>
          </p:nvSpPr>
          <p:spPr>
            <a:xfrm>
              <a:off x="2270227" y="2063579"/>
              <a:ext cx="14" cy="109"/>
            </a:xfrm>
            <a:custGeom>
              <a:rect b="b" l="l" r="r" t="t"/>
              <a:pathLst>
                <a:path extrusionOk="0" h="8" w="1">
                  <a:moveTo>
                    <a:pt x="0"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5" name="Google Shape;7165;p95"/>
            <p:cNvSpPr/>
            <p:nvPr/>
          </p:nvSpPr>
          <p:spPr>
            <a:xfrm>
              <a:off x="2264375" y="2076314"/>
              <a:ext cx="163" cy="109"/>
            </a:xfrm>
            <a:custGeom>
              <a:rect b="b" l="l" r="r" t="t"/>
              <a:pathLst>
                <a:path extrusionOk="0" h="8" w="12">
                  <a:moveTo>
                    <a:pt x="11"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6" name="Google Shape;7166;p95"/>
            <p:cNvSpPr/>
            <p:nvPr/>
          </p:nvSpPr>
          <p:spPr>
            <a:xfrm>
              <a:off x="2270227" y="2063904"/>
              <a:ext cx="14" cy="163"/>
            </a:xfrm>
            <a:custGeom>
              <a:rect b="b" l="l" r="r" t="t"/>
              <a:pathLst>
                <a:path extrusionOk="0" h="12" w="1">
                  <a:moveTo>
                    <a:pt x="0"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7" name="Google Shape;7167;p95"/>
            <p:cNvSpPr/>
            <p:nvPr/>
          </p:nvSpPr>
          <p:spPr>
            <a:xfrm>
              <a:off x="2265380" y="2075839"/>
              <a:ext cx="109" cy="54"/>
            </a:xfrm>
            <a:custGeom>
              <a:rect b="b" l="l" r="r" t="t"/>
              <a:pathLst>
                <a:path extrusionOk="0" h="4" w="8">
                  <a:moveTo>
                    <a:pt x="7"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8" name="Google Shape;7168;p95"/>
            <p:cNvSpPr/>
            <p:nvPr/>
          </p:nvSpPr>
          <p:spPr>
            <a:xfrm>
              <a:off x="2265190" y="2075880"/>
              <a:ext cx="109" cy="68"/>
            </a:xfrm>
            <a:custGeom>
              <a:rect b="b" l="l" r="r" t="t"/>
              <a:pathLst>
                <a:path extrusionOk="0" h="5" w="8">
                  <a:moveTo>
                    <a:pt x="7"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9" name="Google Shape;7169;p95"/>
            <p:cNvSpPr/>
            <p:nvPr/>
          </p:nvSpPr>
          <p:spPr>
            <a:xfrm>
              <a:off x="2263900" y="2076599"/>
              <a:ext cx="258" cy="109"/>
            </a:xfrm>
            <a:custGeom>
              <a:rect b="b" l="l" r="r" t="t"/>
              <a:pathLst>
                <a:path extrusionOk="0" h="8" w="19">
                  <a:moveTo>
                    <a:pt x="1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0" name="Google Shape;7170;p95"/>
            <p:cNvSpPr/>
            <p:nvPr/>
          </p:nvSpPr>
          <p:spPr>
            <a:xfrm>
              <a:off x="2265000" y="2075975"/>
              <a:ext cx="109" cy="68"/>
            </a:xfrm>
            <a:custGeom>
              <a:rect b="b" l="l" r="r" t="t"/>
              <a:pathLst>
                <a:path extrusionOk="0" h="5" w="8">
                  <a:moveTo>
                    <a:pt x="7"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1" name="Google Shape;7171;p95"/>
            <p:cNvSpPr/>
            <p:nvPr/>
          </p:nvSpPr>
          <p:spPr>
            <a:xfrm>
              <a:off x="2264714" y="2076124"/>
              <a:ext cx="149" cy="109"/>
            </a:xfrm>
            <a:custGeom>
              <a:rect b="b" l="l" r="r" t="t"/>
              <a:pathLst>
                <a:path extrusionOk="0" h="8" w="11">
                  <a:moveTo>
                    <a:pt x="11"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2" name="Google Shape;7172;p95"/>
            <p:cNvSpPr/>
            <p:nvPr/>
          </p:nvSpPr>
          <p:spPr>
            <a:xfrm>
              <a:off x="2262949" y="2077210"/>
              <a:ext cx="163" cy="109"/>
            </a:xfrm>
            <a:custGeom>
              <a:rect b="b" l="l" r="r" t="t"/>
              <a:pathLst>
                <a:path extrusionOk="0" h="8" w="12">
                  <a:moveTo>
                    <a:pt x="1" y="8"/>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3" name="Google Shape;7173;p95"/>
            <p:cNvSpPr/>
            <p:nvPr/>
          </p:nvSpPr>
          <p:spPr>
            <a:xfrm>
              <a:off x="2270077" y="2062058"/>
              <a:ext cx="14" cy="204"/>
            </a:xfrm>
            <a:custGeom>
              <a:rect b="b" l="l" r="r" t="t"/>
              <a:pathLst>
                <a:path extrusionOk="0" h="15" w="1">
                  <a:moveTo>
                    <a:pt x="1" y="0"/>
                  </a:moveTo>
                  <a:lnTo>
                    <a:pt x="1"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4" name="Google Shape;7174;p95"/>
            <p:cNvSpPr/>
            <p:nvPr/>
          </p:nvSpPr>
          <p:spPr>
            <a:xfrm>
              <a:off x="2270132" y="2062574"/>
              <a:ext cx="14" cy="163"/>
            </a:xfrm>
            <a:custGeom>
              <a:rect b="b" l="l" r="r" t="t"/>
              <a:pathLst>
                <a:path extrusionOk="0" h="12" w="1">
                  <a:moveTo>
                    <a:pt x="0"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5" name="Google Shape;7175;p95"/>
            <p:cNvSpPr/>
            <p:nvPr/>
          </p:nvSpPr>
          <p:spPr>
            <a:xfrm>
              <a:off x="2263289" y="2076830"/>
              <a:ext cx="394" cy="258"/>
            </a:xfrm>
            <a:custGeom>
              <a:rect b="b" l="l" r="r" t="t"/>
              <a:pathLst>
                <a:path extrusionOk="0" h="19" w="29">
                  <a:moveTo>
                    <a:pt x="28" y="1"/>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6" name="Google Shape;7176;p95"/>
            <p:cNvSpPr/>
            <p:nvPr/>
          </p:nvSpPr>
          <p:spPr>
            <a:xfrm>
              <a:off x="2270173" y="2063103"/>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7" name="Google Shape;7177;p95"/>
            <p:cNvSpPr/>
            <p:nvPr/>
          </p:nvSpPr>
          <p:spPr>
            <a:xfrm>
              <a:off x="2334109" y="212622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8" name="Google Shape;7178;p95"/>
            <p:cNvSpPr/>
            <p:nvPr/>
          </p:nvSpPr>
          <p:spPr>
            <a:xfrm>
              <a:off x="2334204" y="2126076"/>
              <a:ext cx="14" cy="68"/>
            </a:xfrm>
            <a:custGeom>
              <a:rect b="b" l="l" r="r" t="t"/>
              <a:pathLst>
                <a:path extrusionOk="0" h="5" w="1">
                  <a:moveTo>
                    <a:pt x="0" y="1"/>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9" name="Google Shape;7179;p95"/>
            <p:cNvSpPr/>
            <p:nvPr/>
          </p:nvSpPr>
          <p:spPr>
            <a:xfrm>
              <a:off x="2334150" y="212613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0" name="Google Shape;7180;p95"/>
            <p:cNvSpPr/>
            <p:nvPr/>
          </p:nvSpPr>
          <p:spPr>
            <a:xfrm>
              <a:off x="2334204" y="2126035"/>
              <a:ext cx="54" cy="54"/>
            </a:xfrm>
            <a:custGeom>
              <a:rect b="b" l="l" r="r" t="t"/>
              <a:pathLst>
                <a:path extrusionOk="0" h="4" w="4">
                  <a:moveTo>
                    <a:pt x="4"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1" name="Google Shape;7181;p95"/>
            <p:cNvSpPr/>
            <p:nvPr/>
          </p:nvSpPr>
          <p:spPr>
            <a:xfrm>
              <a:off x="2334055" y="212632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2" name="Google Shape;7182;p95"/>
            <p:cNvSpPr/>
            <p:nvPr/>
          </p:nvSpPr>
          <p:spPr>
            <a:xfrm>
              <a:off x="2334109" y="2126266"/>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3" name="Google Shape;7183;p95"/>
            <p:cNvSpPr/>
            <p:nvPr/>
          </p:nvSpPr>
          <p:spPr>
            <a:xfrm>
              <a:off x="2336580" y="2124365"/>
              <a:ext cx="204" cy="163"/>
            </a:xfrm>
            <a:custGeom>
              <a:rect b="b" l="l" r="r" t="t"/>
              <a:pathLst>
                <a:path extrusionOk="0" h="12" w="15">
                  <a:moveTo>
                    <a:pt x="14"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4" name="Google Shape;7184;p95"/>
            <p:cNvSpPr/>
            <p:nvPr/>
          </p:nvSpPr>
          <p:spPr>
            <a:xfrm>
              <a:off x="2304306" y="2129782"/>
              <a:ext cx="244" cy="14"/>
            </a:xfrm>
            <a:custGeom>
              <a:rect b="b" l="l" r="r" t="t"/>
              <a:pathLst>
                <a:path extrusionOk="0" h="1" w="18">
                  <a:moveTo>
                    <a:pt x="18"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5" name="Google Shape;7185;p95"/>
            <p:cNvSpPr/>
            <p:nvPr/>
          </p:nvSpPr>
          <p:spPr>
            <a:xfrm>
              <a:off x="2337245" y="2123985"/>
              <a:ext cx="299" cy="163"/>
            </a:xfrm>
            <a:custGeom>
              <a:rect b="b" l="l" r="r" t="t"/>
              <a:pathLst>
                <a:path extrusionOk="0" h="12" w="22">
                  <a:moveTo>
                    <a:pt x="21"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6" name="Google Shape;7186;p95"/>
            <p:cNvSpPr/>
            <p:nvPr/>
          </p:nvSpPr>
          <p:spPr>
            <a:xfrm>
              <a:off x="2317952" y="2130217"/>
              <a:ext cx="584" cy="54"/>
            </a:xfrm>
            <a:custGeom>
              <a:rect b="b" l="l" r="r" t="t"/>
              <a:pathLst>
                <a:path extrusionOk="0" h="4" w="43">
                  <a:moveTo>
                    <a:pt x="0" y="0"/>
                  </a:moveTo>
                  <a:cubicBezTo>
                    <a:pt x="14" y="0"/>
                    <a:pt x="28" y="0"/>
                    <a:pt x="42" y="4"/>
                  </a:cubicBezTo>
                  <a:cubicBezTo>
                    <a:pt x="28" y="0"/>
                    <a:pt x="14" y="0"/>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7" name="Google Shape;7187;p95"/>
            <p:cNvSpPr/>
            <p:nvPr/>
          </p:nvSpPr>
          <p:spPr>
            <a:xfrm>
              <a:off x="2304687" y="2129782"/>
              <a:ext cx="204" cy="14"/>
            </a:xfrm>
            <a:custGeom>
              <a:rect b="b" l="l" r="r" t="t"/>
              <a:pathLst>
                <a:path extrusionOk="0" h="1" w="15">
                  <a:moveTo>
                    <a:pt x="1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8" name="Google Shape;7188;p95"/>
            <p:cNvSpPr/>
            <p:nvPr/>
          </p:nvSpPr>
          <p:spPr>
            <a:xfrm>
              <a:off x="2318658" y="2130312"/>
              <a:ext cx="3245" cy="312"/>
            </a:xfrm>
            <a:custGeom>
              <a:rect b="b" l="l" r="r" t="t"/>
              <a:pathLst>
                <a:path extrusionOk="0" h="23" w="239">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9" name="Google Shape;7189;p95"/>
            <p:cNvSpPr/>
            <p:nvPr/>
          </p:nvSpPr>
          <p:spPr>
            <a:xfrm>
              <a:off x="2336241" y="2124555"/>
              <a:ext cx="258" cy="109"/>
            </a:xfrm>
            <a:custGeom>
              <a:rect b="b" l="l" r="r" t="t"/>
              <a:pathLst>
                <a:path extrusionOk="0" h="8" w="19">
                  <a:moveTo>
                    <a:pt x="18"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0" name="Google Shape;7190;p95"/>
            <p:cNvSpPr/>
            <p:nvPr/>
          </p:nvSpPr>
          <p:spPr>
            <a:xfrm>
              <a:off x="2336010" y="2124704"/>
              <a:ext cx="204" cy="109"/>
            </a:xfrm>
            <a:custGeom>
              <a:rect b="b" l="l" r="r" t="t"/>
              <a:pathLst>
                <a:path extrusionOk="0" h="8" w="15">
                  <a:moveTo>
                    <a:pt x="14"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1" name="Google Shape;7191;p95"/>
            <p:cNvSpPr/>
            <p:nvPr/>
          </p:nvSpPr>
          <p:spPr>
            <a:xfrm>
              <a:off x="2335725" y="2124895"/>
              <a:ext cx="204" cy="109"/>
            </a:xfrm>
            <a:custGeom>
              <a:rect b="b" l="l" r="r" t="t"/>
              <a:pathLst>
                <a:path extrusionOk="0" h="8" w="15">
                  <a:moveTo>
                    <a:pt x="14"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2" name="Google Shape;7192;p95"/>
            <p:cNvSpPr/>
            <p:nvPr/>
          </p:nvSpPr>
          <p:spPr>
            <a:xfrm>
              <a:off x="2341237" y="2121989"/>
              <a:ext cx="530" cy="258"/>
            </a:xfrm>
            <a:custGeom>
              <a:rect b="b" l="l" r="r" t="t"/>
              <a:pathLst>
                <a:path extrusionOk="0" h="19" w="39">
                  <a:moveTo>
                    <a:pt x="39" y="1"/>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3" name="Google Shape;7193;p95"/>
            <p:cNvSpPr/>
            <p:nvPr/>
          </p:nvSpPr>
          <p:spPr>
            <a:xfrm>
              <a:off x="2336865" y="2124229"/>
              <a:ext cx="299" cy="109"/>
            </a:xfrm>
            <a:custGeom>
              <a:rect b="b" l="l" r="r" t="t"/>
              <a:pathLst>
                <a:path extrusionOk="0" h="8" w="22">
                  <a:moveTo>
                    <a:pt x="21"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4" name="Google Shape;7194;p95"/>
            <p:cNvSpPr/>
            <p:nvPr/>
          </p:nvSpPr>
          <p:spPr>
            <a:xfrm>
              <a:off x="2339472" y="2122844"/>
              <a:ext cx="448" cy="204"/>
            </a:xfrm>
            <a:custGeom>
              <a:rect b="b" l="l" r="r" t="t"/>
              <a:pathLst>
                <a:path extrusionOk="0" h="15" w="33">
                  <a:moveTo>
                    <a:pt x="32"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5" name="Google Shape;7195;p95"/>
            <p:cNvSpPr/>
            <p:nvPr/>
          </p:nvSpPr>
          <p:spPr>
            <a:xfrm>
              <a:off x="2301876" y="2129457"/>
              <a:ext cx="679" cy="109"/>
            </a:xfrm>
            <a:custGeom>
              <a:rect b="b" l="l" r="r" t="t"/>
              <a:pathLst>
                <a:path extrusionOk="0" h="8" w="50">
                  <a:moveTo>
                    <a:pt x="1" y="0"/>
                  </a:moveTo>
                  <a:lnTo>
                    <a:pt x="5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6" name="Google Shape;7196;p95"/>
            <p:cNvSpPr/>
            <p:nvPr/>
          </p:nvSpPr>
          <p:spPr>
            <a:xfrm>
              <a:off x="2340572" y="2122274"/>
              <a:ext cx="530" cy="258"/>
            </a:xfrm>
            <a:custGeom>
              <a:rect b="b" l="l" r="r" t="t"/>
              <a:pathLst>
                <a:path extrusionOk="0" h="19" w="39">
                  <a:moveTo>
                    <a:pt x="39" y="1"/>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7" name="Google Shape;7197;p95"/>
            <p:cNvSpPr/>
            <p:nvPr/>
          </p:nvSpPr>
          <p:spPr>
            <a:xfrm>
              <a:off x="2334340" y="2125886"/>
              <a:ext cx="68" cy="68"/>
            </a:xfrm>
            <a:custGeom>
              <a:rect b="b" l="l" r="r" t="t"/>
              <a:pathLst>
                <a:path extrusionOk="0" h="5" w="5">
                  <a:moveTo>
                    <a:pt x="1" y="4"/>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8" name="Google Shape;7198;p95"/>
            <p:cNvSpPr/>
            <p:nvPr/>
          </p:nvSpPr>
          <p:spPr>
            <a:xfrm>
              <a:off x="2338956" y="2123129"/>
              <a:ext cx="394" cy="163"/>
            </a:xfrm>
            <a:custGeom>
              <a:rect b="b" l="l" r="r" t="t"/>
              <a:pathLst>
                <a:path extrusionOk="0" h="12" w="29">
                  <a:moveTo>
                    <a:pt x="28"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9" name="Google Shape;7199;p95"/>
            <p:cNvSpPr/>
            <p:nvPr/>
          </p:nvSpPr>
          <p:spPr>
            <a:xfrm>
              <a:off x="2327307" y="2127406"/>
              <a:ext cx="1684" cy="638"/>
            </a:xfrm>
            <a:custGeom>
              <a:rect b="b" l="l" r="r" t="t"/>
              <a:pathLst>
                <a:path extrusionOk="0" h="47" w="124">
                  <a:moveTo>
                    <a:pt x="1" y="29"/>
                  </a:moveTo>
                  <a:cubicBezTo>
                    <a:pt x="43" y="46"/>
                    <a:pt x="95" y="36"/>
                    <a:pt x="123" y="1"/>
                  </a:cubicBezTo>
                  <a:cubicBezTo>
                    <a:pt x="95" y="36"/>
                    <a:pt x="43" y="46"/>
                    <a:pt x="1"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0" name="Google Shape;7200;p95"/>
            <p:cNvSpPr/>
            <p:nvPr/>
          </p:nvSpPr>
          <p:spPr>
            <a:xfrm>
              <a:off x="2338481" y="2123374"/>
              <a:ext cx="339" cy="149"/>
            </a:xfrm>
            <a:custGeom>
              <a:rect b="b" l="l" r="r" t="t"/>
              <a:pathLst>
                <a:path extrusionOk="0" h="11" w="25">
                  <a:moveTo>
                    <a:pt x="25"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1" name="Google Shape;7201;p95"/>
            <p:cNvSpPr/>
            <p:nvPr/>
          </p:nvSpPr>
          <p:spPr>
            <a:xfrm>
              <a:off x="2328977" y="2126361"/>
              <a:ext cx="3815" cy="1059"/>
            </a:xfrm>
            <a:custGeom>
              <a:rect b="b" l="l" r="r" t="t"/>
              <a:pathLst>
                <a:path extrusionOk="0" h="78" w="281">
                  <a:moveTo>
                    <a:pt x="0" y="78"/>
                  </a:moveTo>
                  <a:cubicBezTo>
                    <a:pt x="88" y="1"/>
                    <a:pt x="200" y="4"/>
                    <a:pt x="280" y="8"/>
                  </a:cubicBezTo>
                  <a:cubicBezTo>
                    <a:pt x="200" y="4"/>
                    <a:pt x="88" y="1"/>
                    <a:pt x="0" y="7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2" name="Google Shape;7202;p95"/>
            <p:cNvSpPr/>
            <p:nvPr/>
          </p:nvSpPr>
          <p:spPr>
            <a:xfrm>
              <a:off x="2302691" y="2129592"/>
              <a:ext cx="489" cy="68"/>
            </a:xfrm>
            <a:custGeom>
              <a:rect b="b" l="l" r="r" t="t"/>
              <a:pathLst>
                <a:path extrusionOk="0" h="5" w="36">
                  <a:moveTo>
                    <a:pt x="35"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3" name="Google Shape;7203;p95"/>
            <p:cNvSpPr/>
            <p:nvPr/>
          </p:nvSpPr>
          <p:spPr>
            <a:xfrm>
              <a:off x="2334245" y="2125981"/>
              <a:ext cx="68" cy="68"/>
            </a:xfrm>
            <a:custGeom>
              <a:rect b="b" l="l" r="r" t="t"/>
              <a:pathLst>
                <a:path extrusionOk="0" h="5" w="5">
                  <a:moveTo>
                    <a:pt x="4"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4" name="Google Shape;7204;p95"/>
            <p:cNvSpPr/>
            <p:nvPr/>
          </p:nvSpPr>
          <p:spPr>
            <a:xfrm>
              <a:off x="2334489" y="2125750"/>
              <a:ext cx="54" cy="54"/>
            </a:xfrm>
            <a:custGeom>
              <a:rect b="b" l="l" r="r" t="t"/>
              <a:pathLst>
                <a:path extrusionOk="0" h="4" w="4">
                  <a:moveTo>
                    <a:pt x="4"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5" name="Google Shape;7205;p95"/>
            <p:cNvSpPr/>
            <p:nvPr/>
          </p:nvSpPr>
          <p:spPr>
            <a:xfrm>
              <a:off x="2303302" y="2129647"/>
              <a:ext cx="394" cy="54"/>
            </a:xfrm>
            <a:custGeom>
              <a:rect b="b" l="l" r="r" t="t"/>
              <a:pathLst>
                <a:path extrusionOk="0" h="4" w="29">
                  <a:moveTo>
                    <a:pt x="29"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6" name="Google Shape;7206;p95"/>
            <p:cNvSpPr/>
            <p:nvPr/>
          </p:nvSpPr>
          <p:spPr>
            <a:xfrm>
              <a:off x="2333294" y="2126456"/>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7" name="Google Shape;7207;p95"/>
            <p:cNvSpPr/>
            <p:nvPr/>
          </p:nvSpPr>
          <p:spPr>
            <a:xfrm>
              <a:off x="2334394" y="2125845"/>
              <a:ext cx="54" cy="54"/>
            </a:xfrm>
            <a:custGeom>
              <a:rect b="b" l="l" r="r" t="t"/>
              <a:pathLst>
                <a:path extrusionOk="0" h="4" w="4">
                  <a:moveTo>
                    <a:pt x="4"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8" name="Google Shape;7208;p95"/>
            <p:cNvSpPr/>
            <p:nvPr/>
          </p:nvSpPr>
          <p:spPr>
            <a:xfrm>
              <a:off x="2340002" y="2122559"/>
              <a:ext cx="489" cy="258"/>
            </a:xfrm>
            <a:custGeom>
              <a:rect b="b" l="l" r="r" t="t"/>
              <a:pathLst>
                <a:path extrusionOk="0" h="19" w="36">
                  <a:moveTo>
                    <a:pt x="35" y="1"/>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9" name="Google Shape;7209;p95"/>
            <p:cNvSpPr/>
            <p:nvPr/>
          </p:nvSpPr>
          <p:spPr>
            <a:xfrm>
              <a:off x="2334530" y="2125655"/>
              <a:ext cx="109" cy="109"/>
            </a:xfrm>
            <a:custGeom>
              <a:rect b="b" l="l" r="r" t="t"/>
              <a:pathLst>
                <a:path extrusionOk="0" h="8" w="8">
                  <a:moveTo>
                    <a:pt x="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0" name="Google Shape;7210;p95"/>
            <p:cNvSpPr/>
            <p:nvPr/>
          </p:nvSpPr>
          <p:spPr>
            <a:xfrm>
              <a:off x="2305202" y="2129837"/>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1" name="Google Shape;7211;p95"/>
            <p:cNvSpPr/>
            <p:nvPr/>
          </p:nvSpPr>
          <p:spPr>
            <a:xfrm>
              <a:off x="2335100" y="2125275"/>
              <a:ext cx="163" cy="109"/>
            </a:xfrm>
            <a:custGeom>
              <a:rect b="b" l="l" r="r" t="t"/>
              <a:pathLst>
                <a:path extrusionOk="0" h="8" w="12">
                  <a:moveTo>
                    <a:pt x="11"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2" name="Google Shape;7212;p95"/>
            <p:cNvSpPr/>
            <p:nvPr/>
          </p:nvSpPr>
          <p:spPr>
            <a:xfrm>
              <a:off x="2334964" y="2125370"/>
              <a:ext cx="109" cy="109"/>
            </a:xfrm>
            <a:custGeom>
              <a:rect b="b" l="l" r="r" t="t"/>
              <a:pathLst>
                <a:path extrusionOk="0" h="8" w="8">
                  <a:moveTo>
                    <a:pt x="7"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3" name="Google Shape;7213;p95"/>
            <p:cNvSpPr/>
            <p:nvPr/>
          </p:nvSpPr>
          <p:spPr>
            <a:xfrm>
              <a:off x="2335535" y="2124990"/>
              <a:ext cx="149" cy="109"/>
            </a:xfrm>
            <a:custGeom>
              <a:rect b="b" l="l" r="r" t="t"/>
              <a:pathLst>
                <a:path extrusionOk="0" h="8" w="11">
                  <a:moveTo>
                    <a:pt x="11"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4" name="Google Shape;7214;p95"/>
            <p:cNvSpPr/>
            <p:nvPr/>
          </p:nvSpPr>
          <p:spPr>
            <a:xfrm>
              <a:off x="2338046" y="2123605"/>
              <a:ext cx="299" cy="163"/>
            </a:xfrm>
            <a:custGeom>
              <a:rect b="b" l="l" r="r" t="t"/>
              <a:pathLst>
                <a:path extrusionOk="0" h="12" w="22">
                  <a:moveTo>
                    <a:pt x="22"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5" name="Google Shape;7215;p95"/>
            <p:cNvSpPr/>
            <p:nvPr/>
          </p:nvSpPr>
          <p:spPr>
            <a:xfrm>
              <a:off x="2303831" y="2129742"/>
              <a:ext cx="299" cy="14"/>
            </a:xfrm>
            <a:custGeom>
              <a:rect b="b" l="l" r="r" t="t"/>
              <a:pathLst>
                <a:path extrusionOk="0" h="1" w="22">
                  <a:moveTo>
                    <a:pt x="21"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6" name="Google Shape;7216;p95"/>
            <p:cNvSpPr/>
            <p:nvPr/>
          </p:nvSpPr>
          <p:spPr>
            <a:xfrm>
              <a:off x="2335290" y="2125125"/>
              <a:ext cx="163" cy="109"/>
            </a:xfrm>
            <a:custGeom>
              <a:rect b="b" l="l" r="r" t="t"/>
              <a:pathLst>
                <a:path extrusionOk="0" h="8" w="12">
                  <a:moveTo>
                    <a:pt x="11"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7" name="Google Shape;7217;p95"/>
            <p:cNvSpPr/>
            <p:nvPr/>
          </p:nvSpPr>
          <p:spPr>
            <a:xfrm>
              <a:off x="2334679" y="2125560"/>
              <a:ext cx="109" cy="109"/>
            </a:xfrm>
            <a:custGeom>
              <a:rect b="b" l="l" r="r" t="t"/>
              <a:pathLst>
                <a:path extrusionOk="0" h="8" w="8">
                  <a:moveTo>
                    <a:pt x="7"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8" name="Google Shape;7218;p95"/>
            <p:cNvSpPr/>
            <p:nvPr/>
          </p:nvSpPr>
          <p:spPr>
            <a:xfrm>
              <a:off x="2337626" y="2123795"/>
              <a:ext cx="299" cy="163"/>
            </a:xfrm>
            <a:custGeom>
              <a:rect b="b" l="l" r="r" t="t"/>
              <a:pathLst>
                <a:path extrusionOk="0" h="12" w="22">
                  <a:moveTo>
                    <a:pt x="21" y="1"/>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9" name="Google Shape;7219;p95"/>
            <p:cNvSpPr/>
            <p:nvPr/>
          </p:nvSpPr>
          <p:spPr>
            <a:xfrm>
              <a:off x="2334815" y="2125465"/>
              <a:ext cx="109" cy="109"/>
            </a:xfrm>
            <a:custGeom>
              <a:rect b="b" l="l" r="r" t="t"/>
              <a:pathLst>
                <a:path extrusionOk="0" h="8" w="8">
                  <a:moveTo>
                    <a:pt x="8"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0" name="Google Shape;7220;p95"/>
            <p:cNvSpPr/>
            <p:nvPr/>
          </p:nvSpPr>
          <p:spPr>
            <a:xfrm>
              <a:off x="2286819" y="2116381"/>
              <a:ext cx="21398" cy="53672"/>
            </a:xfrm>
            <a:custGeom>
              <a:rect b="b" l="l" r="r" t="t"/>
              <a:pathLst>
                <a:path extrusionOk="0" h="3953" w="1576">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1" name="Google Shape;7221;p95"/>
            <p:cNvSpPr/>
            <p:nvPr/>
          </p:nvSpPr>
          <p:spPr>
            <a:xfrm>
              <a:off x="2291041" y="2116476"/>
              <a:ext cx="1589" cy="3435"/>
            </a:xfrm>
            <a:custGeom>
              <a:rect b="b" l="l" r="r" t="t"/>
              <a:pathLst>
                <a:path extrusionOk="0" h="253" w="117">
                  <a:moveTo>
                    <a:pt x="1" y="1"/>
                  </a:moveTo>
                  <a:lnTo>
                    <a:pt x="1" y="1"/>
                  </a:lnTo>
                  <a:cubicBezTo>
                    <a:pt x="43" y="81"/>
                    <a:pt x="81" y="165"/>
                    <a:pt x="116" y="253"/>
                  </a:cubicBezTo>
                  <a:cubicBezTo>
                    <a:pt x="81" y="165"/>
                    <a:pt x="43" y="8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2" name="Google Shape;7222;p95"/>
            <p:cNvSpPr/>
            <p:nvPr/>
          </p:nvSpPr>
          <p:spPr>
            <a:xfrm>
              <a:off x="2287484" y="2138431"/>
              <a:ext cx="1534" cy="5906"/>
            </a:xfrm>
            <a:custGeom>
              <a:rect b="b" l="l" r="r" t="t"/>
              <a:pathLst>
                <a:path extrusionOk="0" h="435" w="113">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3" name="Google Shape;7223;p95"/>
            <p:cNvSpPr/>
            <p:nvPr/>
          </p:nvSpPr>
          <p:spPr>
            <a:xfrm>
              <a:off x="2292942" y="2120903"/>
              <a:ext cx="68" cy="149"/>
            </a:xfrm>
            <a:custGeom>
              <a:rect b="b" l="l" r="r" t="t"/>
              <a:pathLst>
                <a:path extrusionOk="0" h="11" w="5">
                  <a:moveTo>
                    <a:pt x="4"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4" name="Google Shape;7224;p95"/>
            <p:cNvSpPr/>
            <p:nvPr/>
          </p:nvSpPr>
          <p:spPr>
            <a:xfrm>
              <a:off x="2292711" y="2120183"/>
              <a:ext cx="109" cy="353"/>
            </a:xfrm>
            <a:custGeom>
              <a:rect b="b" l="l" r="r" t="t"/>
              <a:pathLst>
                <a:path extrusionOk="0" h="26" w="8">
                  <a:moveTo>
                    <a:pt x="7" y="2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5" name="Google Shape;7225;p95"/>
            <p:cNvSpPr/>
            <p:nvPr/>
          </p:nvSpPr>
          <p:spPr>
            <a:xfrm>
              <a:off x="2293376" y="2122464"/>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6" name="Google Shape;7226;p95"/>
            <p:cNvSpPr/>
            <p:nvPr/>
          </p:nvSpPr>
          <p:spPr>
            <a:xfrm>
              <a:off x="2287049" y="2144324"/>
              <a:ext cx="448" cy="1398"/>
            </a:xfrm>
            <a:custGeom>
              <a:rect b="b" l="l" r="r" t="t"/>
              <a:pathLst>
                <a:path extrusionOk="0" h="103" w="33">
                  <a:moveTo>
                    <a:pt x="1" y="103"/>
                  </a:moveTo>
                  <a:cubicBezTo>
                    <a:pt x="15" y="71"/>
                    <a:pt x="25" y="36"/>
                    <a:pt x="32" y="1"/>
                  </a:cubicBezTo>
                  <a:cubicBezTo>
                    <a:pt x="25" y="36"/>
                    <a:pt x="15" y="71"/>
                    <a:pt x="1" y="10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7" name="Google Shape;7227;p95"/>
            <p:cNvSpPr/>
            <p:nvPr/>
          </p:nvSpPr>
          <p:spPr>
            <a:xfrm>
              <a:off x="2293281" y="2122043"/>
              <a:ext cx="14" cy="54"/>
            </a:xfrm>
            <a:custGeom>
              <a:rect b="b" l="l" r="r" t="t"/>
              <a:pathLst>
                <a:path extrusionOk="0" h="4" w="1">
                  <a:moveTo>
                    <a:pt x="0"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8" name="Google Shape;7228;p95"/>
            <p:cNvSpPr/>
            <p:nvPr/>
          </p:nvSpPr>
          <p:spPr>
            <a:xfrm>
              <a:off x="2287769" y="2147800"/>
              <a:ext cx="54" cy="163"/>
            </a:xfrm>
            <a:custGeom>
              <a:rect b="b" l="l" r="r" t="t"/>
              <a:pathLst>
                <a:path extrusionOk="0" h="12" w="4">
                  <a:moveTo>
                    <a:pt x="4"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9" name="Google Shape;7229;p95"/>
            <p:cNvSpPr/>
            <p:nvPr/>
          </p:nvSpPr>
          <p:spPr>
            <a:xfrm>
              <a:off x="2288000" y="2148180"/>
              <a:ext cx="258" cy="163"/>
            </a:xfrm>
            <a:custGeom>
              <a:rect b="b" l="l" r="r" t="t"/>
              <a:pathLst>
                <a:path extrusionOk="0" h="12" w="19">
                  <a:moveTo>
                    <a:pt x="18" y="11"/>
                  </a:moveTo>
                  <a:cubicBezTo>
                    <a:pt x="11" y="8"/>
                    <a:pt x="8" y="4"/>
                    <a:pt x="1" y="1"/>
                  </a:cubicBezTo>
                  <a:cubicBezTo>
                    <a:pt x="8" y="4"/>
                    <a:pt x="11" y="8"/>
                    <a:pt x="18"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0" name="Google Shape;7230;p95"/>
            <p:cNvSpPr/>
            <p:nvPr/>
          </p:nvSpPr>
          <p:spPr>
            <a:xfrm>
              <a:off x="2295467" y="2150705"/>
              <a:ext cx="720" cy="109"/>
            </a:xfrm>
            <a:custGeom>
              <a:rect b="b" l="l" r="r" t="t"/>
              <a:pathLst>
                <a:path extrusionOk="0" h="8" w="53">
                  <a:moveTo>
                    <a:pt x="0" y="7"/>
                  </a:moveTo>
                  <a:cubicBezTo>
                    <a:pt x="18" y="4"/>
                    <a:pt x="35" y="0"/>
                    <a:pt x="53" y="0"/>
                  </a:cubicBezTo>
                  <a:cubicBezTo>
                    <a:pt x="35" y="0"/>
                    <a:pt x="18" y="4"/>
                    <a:pt x="0"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1" name="Google Shape;7231;p95"/>
            <p:cNvSpPr/>
            <p:nvPr/>
          </p:nvSpPr>
          <p:spPr>
            <a:xfrm>
              <a:off x="2288760" y="2148709"/>
              <a:ext cx="299" cy="299"/>
            </a:xfrm>
            <a:custGeom>
              <a:rect b="b" l="l" r="r" t="t"/>
              <a:pathLst>
                <a:path extrusionOk="0" h="22" w="22">
                  <a:moveTo>
                    <a:pt x="22" y="2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2" name="Google Shape;7232;p95"/>
            <p:cNvSpPr/>
            <p:nvPr/>
          </p:nvSpPr>
          <p:spPr>
            <a:xfrm>
              <a:off x="2288285" y="2148370"/>
              <a:ext cx="353" cy="258"/>
            </a:xfrm>
            <a:custGeom>
              <a:rect b="b" l="l" r="r" t="t"/>
              <a:pathLst>
                <a:path extrusionOk="0" h="19" w="26">
                  <a:moveTo>
                    <a:pt x="25" y="18"/>
                  </a:moveTo>
                  <a:cubicBezTo>
                    <a:pt x="18" y="11"/>
                    <a:pt x="8" y="8"/>
                    <a:pt x="1" y="1"/>
                  </a:cubicBezTo>
                  <a:cubicBezTo>
                    <a:pt x="8" y="8"/>
                    <a:pt x="18" y="11"/>
                    <a:pt x="25"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3" name="Google Shape;7233;p95"/>
            <p:cNvSpPr/>
            <p:nvPr/>
          </p:nvSpPr>
          <p:spPr>
            <a:xfrm>
              <a:off x="2294748" y="2150800"/>
              <a:ext cx="543" cy="109"/>
            </a:xfrm>
            <a:custGeom>
              <a:rect b="b" l="l" r="r" t="t"/>
              <a:pathLst>
                <a:path extrusionOk="0" h="8" w="40">
                  <a:moveTo>
                    <a:pt x="39" y="0"/>
                  </a:moveTo>
                  <a:cubicBezTo>
                    <a:pt x="25" y="0"/>
                    <a:pt x="11" y="4"/>
                    <a:pt x="1" y="7"/>
                  </a:cubicBezTo>
                  <a:cubicBezTo>
                    <a:pt x="11" y="4"/>
                    <a:pt x="25" y="4"/>
                    <a:pt x="3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4" name="Google Shape;7234;p95"/>
            <p:cNvSpPr/>
            <p:nvPr/>
          </p:nvSpPr>
          <p:spPr>
            <a:xfrm>
              <a:off x="2293227" y="2151126"/>
              <a:ext cx="638" cy="204"/>
            </a:xfrm>
            <a:custGeom>
              <a:rect b="b" l="l" r="r" t="t"/>
              <a:pathLst>
                <a:path extrusionOk="0" h="15" w="47">
                  <a:moveTo>
                    <a:pt x="46"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5" name="Google Shape;7235;p95"/>
            <p:cNvSpPr/>
            <p:nvPr/>
          </p:nvSpPr>
          <p:spPr>
            <a:xfrm>
              <a:off x="2296703" y="2150800"/>
              <a:ext cx="204" cy="14"/>
            </a:xfrm>
            <a:custGeom>
              <a:rect b="b" l="l" r="r" t="t"/>
              <a:pathLst>
                <a:path extrusionOk="0" h="1" w="15">
                  <a:moveTo>
                    <a:pt x="14"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6" name="Google Shape;7236;p95"/>
            <p:cNvSpPr/>
            <p:nvPr/>
          </p:nvSpPr>
          <p:spPr>
            <a:xfrm>
              <a:off x="2289195" y="2149130"/>
              <a:ext cx="489" cy="394"/>
            </a:xfrm>
            <a:custGeom>
              <a:rect b="b" l="l" r="r" t="t"/>
              <a:pathLst>
                <a:path extrusionOk="0" h="29" w="36">
                  <a:moveTo>
                    <a:pt x="35" y="29"/>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7" name="Google Shape;7237;p95"/>
            <p:cNvSpPr/>
            <p:nvPr/>
          </p:nvSpPr>
          <p:spPr>
            <a:xfrm>
              <a:off x="2297273" y="2150895"/>
              <a:ext cx="149" cy="54"/>
            </a:xfrm>
            <a:custGeom>
              <a:rect b="b" l="l" r="r" t="t"/>
              <a:pathLst>
                <a:path extrusionOk="0" h="4" w="11">
                  <a:moveTo>
                    <a:pt x="11"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8" name="Google Shape;7238;p95"/>
            <p:cNvSpPr/>
            <p:nvPr/>
          </p:nvSpPr>
          <p:spPr>
            <a:xfrm>
              <a:off x="2293987" y="2150936"/>
              <a:ext cx="543" cy="163"/>
            </a:xfrm>
            <a:custGeom>
              <a:rect b="b" l="l" r="r" t="t"/>
              <a:pathLst>
                <a:path extrusionOk="0" h="12" w="40">
                  <a:moveTo>
                    <a:pt x="39"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9" name="Google Shape;7239;p95"/>
            <p:cNvSpPr/>
            <p:nvPr/>
          </p:nvSpPr>
          <p:spPr>
            <a:xfrm>
              <a:off x="2306913" y="2152701"/>
              <a:ext cx="258" cy="299"/>
            </a:xfrm>
            <a:custGeom>
              <a:rect b="b" l="l" r="r" t="t"/>
              <a:pathLst>
                <a:path extrusionOk="0" h="22" w="19">
                  <a:moveTo>
                    <a:pt x="1" y="0"/>
                  </a:moveTo>
                  <a:lnTo>
                    <a:pt x="18" y="2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0" name="Google Shape;7240;p95"/>
            <p:cNvSpPr/>
            <p:nvPr/>
          </p:nvSpPr>
          <p:spPr>
            <a:xfrm>
              <a:off x="2307293" y="2153081"/>
              <a:ext cx="299" cy="339"/>
            </a:xfrm>
            <a:custGeom>
              <a:rect b="b" l="l" r="r" t="t"/>
              <a:pathLst>
                <a:path extrusionOk="0" h="25" w="22">
                  <a:moveTo>
                    <a:pt x="1" y="0"/>
                  </a:moveTo>
                  <a:lnTo>
                    <a:pt x="22"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1" name="Google Shape;7241;p95"/>
            <p:cNvSpPr/>
            <p:nvPr/>
          </p:nvSpPr>
          <p:spPr>
            <a:xfrm>
              <a:off x="2305352" y="2151126"/>
              <a:ext cx="530" cy="543"/>
            </a:xfrm>
            <a:custGeom>
              <a:rect b="b" l="l" r="r" t="t"/>
              <a:pathLst>
                <a:path extrusionOk="0" h="40" w="39">
                  <a:moveTo>
                    <a:pt x="0" y="1"/>
                  </a:moveTo>
                  <a:lnTo>
                    <a:pt x="39" y="39"/>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2" name="Google Shape;7242;p95"/>
            <p:cNvSpPr/>
            <p:nvPr/>
          </p:nvSpPr>
          <p:spPr>
            <a:xfrm>
              <a:off x="2305922" y="2151697"/>
              <a:ext cx="434" cy="448"/>
            </a:xfrm>
            <a:custGeom>
              <a:rect b="b" l="l" r="r" t="t"/>
              <a:pathLst>
                <a:path extrusionOk="0" h="33" w="32">
                  <a:moveTo>
                    <a:pt x="0" y="1"/>
                  </a:moveTo>
                  <a:lnTo>
                    <a:pt x="32"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3" name="Google Shape;7243;p95"/>
            <p:cNvSpPr/>
            <p:nvPr/>
          </p:nvSpPr>
          <p:spPr>
            <a:xfrm>
              <a:off x="2308108" y="2154792"/>
              <a:ext cx="149" cy="910"/>
            </a:xfrm>
            <a:custGeom>
              <a:rect b="b" l="l" r="r" t="t"/>
              <a:pathLst>
                <a:path extrusionOk="0" h="67" w="11">
                  <a:moveTo>
                    <a:pt x="11" y="0"/>
                  </a:moveTo>
                  <a:cubicBezTo>
                    <a:pt x="11" y="21"/>
                    <a:pt x="7" y="42"/>
                    <a:pt x="0" y="67"/>
                  </a:cubicBezTo>
                  <a:cubicBezTo>
                    <a:pt x="7" y="42"/>
                    <a:pt x="11" y="21"/>
                    <a:pt x="1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4" name="Google Shape;7244;p95"/>
            <p:cNvSpPr/>
            <p:nvPr/>
          </p:nvSpPr>
          <p:spPr>
            <a:xfrm>
              <a:off x="2306492" y="2152267"/>
              <a:ext cx="299" cy="299"/>
            </a:xfrm>
            <a:custGeom>
              <a:rect b="b" l="l" r="r" t="t"/>
              <a:pathLst>
                <a:path extrusionOk="0" h="22" w="22">
                  <a:moveTo>
                    <a:pt x="0" y="1"/>
                  </a:moveTo>
                  <a:lnTo>
                    <a:pt x="21"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5" name="Google Shape;7245;p95"/>
            <p:cNvSpPr/>
            <p:nvPr/>
          </p:nvSpPr>
          <p:spPr>
            <a:xfrm>
              <a:off x="2297694" y="2162681"/>
              <a:ext cx="4671" cy="7047"/>
            </a:xfrm>
            <a:custGeom>
              <a:rect b="b" l="l" r="r" t="t"/>
              <a:pathLst>
                <a:path extrusionOk="0" h="519" w="344">
                  <a:moveTo>
                    <a:pt x="344" y="518"/>
                  </a:moveTo>
                  <a:cubicBezTo>
                    <a:pt x="214" y="354"/>
                    <a:pt x="22" y="70"/>
                    <a:pt x="1" y="0"/>
                  </a:cubicBezTo>
                  <a:cubicBezTo>
                    <a:pt x="22" y="70"/>
                    <a:pt x="214" y="354"/>
                    <a:pt x="344" y="5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6" name="Google Shape;7246;p95"/>
            <p:cNvSpPr/>
            <p:nvPr/>
          </p:nvSpPr>
          <p:spPr>
            <a:xfrm>
              <a:off x="2304727" y="2150610"/>
              <a:ext cx="489" cy="434"/>
            </a:xfrm>
            <a:custGeom>
              <a:rect b="b" l="l" r="r" t="t"/>
              <a:pathLst>
                <a:path extrusionOk="0" h="32" w="36">
                  <a:moveTo>
                    <a:pt x="1" y="0"/>
                  </a:moveTo>
                  <a:lnTo>
                    <a:pt x="36" y="3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7" name="Google Shape;7247;p95"/>
            <p:cNvSpPr/>
            <p:nvPr/>
          </p:nvSpPr>
          <p:spPr>
            <a:xfrm>
              <a:off x="2304347" y="2150271"/>
              <a:ext cx="204" cy="163"/>
            </a:xfrm>
            <a:custGeom>
              <a:rect b="b" l="l" r="r" t="t"/>
              <a:pathLst>
                <a:path extrusionOk="0" h="12" w="15">
                  <a:moveTo>
                    <a:pt x="1" y="1"/>
                  </a:moveTo>
                  <a:lnTo>
                    <a:pt x="1" y="1"/>
                  </a:lnTo>
                  <a:lnTo>
                    <a:pt x="15"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8" name="Google Shape;7248;p95"/>
            <p:cNvSpPr/>
            <p:nvPr/>
          </p:nvSpPr>
          <p:spPr>
            <a:xfrm>
              <a:off x="2291951" y="2116436"/>
              <a:ext cx="14" cy="0"/>
            </a:xfrm>
            <a:custGeom>
              <a:rect b="b" l="l" r="r" t="t"/>
              <a:pathLst>
                <a:path extrusionOk="0" h="0"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9" name="Google Shape;7249;p95"/>
            <p:cNvSpPr/>
            <p:nvPr/>
          </p:nvSpPr>
          <p:spPr>
            <a:xfrm>
              <a:off x="2292562" y="2116436"/>
              <a:ext cx="14" cy="0"/>
            </a:xfrm>
            <a:custGeom>
              <a:rect b="b" l="l" r="r" t="t"/>
              <a:pathLst>
                <a:path extrusionOk="0" h="0"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0" name="Google Shape;7250;p95"/>
            <p:cNvSpPr/>
            <p:nvPr/>
          </p:nvSpPr>
          <p:spPr>
            <a:xfrm>
              <a:off x="2291095" y="2116476"/>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1" name="Google Shape;7251;p95"/>
            <p:cNvSpPr/>
            <p:nvPr/>
          </p:nvSpPr>
          <p:spPr>
            <a:xfrm>
              <a:off x="2293132" y="2116436"/>
              <a:ext cx="14" cy="0"/>
            </a:xfrm>
            <a:custGeom>
              <a:rect b="b" l="l" r="r" t="t"/>
              <a:pathLst>
                <a:path extrusionOk="0" h="0"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2" name="Google Shape;7252;p95"/>
            <p:cNvSpPr/>
            <p:nvPr/>
          </p:nvSpPr>
          <p:spPr>
            <a:xfrm>
              <a:off x="2291326" y="2116476"/>
              <a:ext cx="448" cy="14"/>
            </a:xfrm>
            <a:custGeom>
              <a:rect b="b" l="l" r="r" t="t"/>
              <a:pathLst>
                <a:path extrusionOk="0" h="1" w="33">
                  <a:moveTo>
                    <a:pt x="1" y="1"/>
                  </a:moveTo>
                  <a:lnTo>
                    <a:pt x="3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3" name="Google Shape;7253;p95"/>
            <p:cNvSpPr/>
            <p:nvPr/>
          </p:nvSpPr>
          <p:spPr>
            <a:xfrm>
              <a:off x="2550480" y="1720977"/>
              <a:ext cx="54867" cy="35763"/>
            </a:xfrm>
            <a:custGeom>
              <a:rect b="b" l="l" r="r" t="t"/>
              <a:pathLst>
                <a:path extrusionOk="0" h="2634" w="4041">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4" name="Google Shape;7254;p95"/>
            <p:cNvSpPr/>
            <p:nvPr/>
          </p:nvSpPr>
          <p:spPr>
            <a:xfrm>
              <a:off x="2585741" y="173408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5" name="Google Shape;7255;p95"/>
            <p:cNvSpPr/>
            <p:nvPr/>
          </p:nvSpPr>
          <p:spPr>
            <a:xfrm>
              <a:off x="2587696" y="1734365"/>
              <a:ext cx="299" cy="14"/>
            </a:xfrm>
            <a:custGeom>
              <a:rect b="b" l="l" r="r" t="t"/>
              <a:pathLst>
                <a:path extrusionOk="0" h="1" w="22">
                  <a:moveTo>
                    <a:pt x="0" y="0"/>
                  </a:moveTo>
                  <a:lnTo>
                    <a:pt x="2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6" name="Google Shape;7256;p95"/>
            <p:cNvSpPr/>
            <p:nvPr/>
          </p:nvSpPr>
          <p:spPr>
            <a:xfrm>
              <a:off x="2588782" y="1734365"/>
              <a:ext cx="489" cy="14"/>
            </a:xfrm>
            <a:custGeom>
              <a:rect b="b" l="l" r="r" t="t"/>
              <a:pathLst>
                <a:path extrusionOk="0" h="1" w="36">
                  <a:moveTo>
                    <a:pt x="1" y="0"/>
                  </a:moveTo>
                  <a:lnTo>
                    <a:pt x="36"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7" name="Google Shape;7257;p95"/>
            <p:cNvSpPr/>
            <p:nvPr/>
          </p:nvSpPr>
          <p:spPr>
            <a:xfrm>
              <a:off x="2587221" y="1734365"/>
              <a:ext cx="204" cy="14"/>
            </a:xfrm>
            <a:custGeom>
              <a:rect b="b" l="l" r="r" t="t"/>
              <a:pathLst>
                <a:path extrusionOk="0" h="1" w="15">
                  <a:moveTo>
                    <a:pt x="0" y="0"/>
                  </a:moveTo>
                  <a:lnTo>
                    <a:pt x="1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8" name="Google Shape;7258;p95"/>
            <p:cNvSpPr/>
            <p:nvPr/>
          </p:nvSpPr>
          <p:spPr>
            <a:xfrm>
              <a:off x="2586786" y="1734270"/>
              <a:ext cx="163" cy="14"/>
            </a:xfrm>
            <a:custGeom>
              <a:rect b="b" l="l" r="r" t="t"/>
              <a:pathLst>
                <a:path extrusionOk="0" h="1" w="12">
                  <a:moveTo>
                    <a:pt x="1"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9" name="Google Shape;7259;p95"/>
            <p:cNvSpPr/>
            <p:nvPr/>
          </p:nvSpPr>
          <p:spPr>
            <a:xfrm>
              <a:off x="2588646" y="173436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0" name="Google Shape;7260;p95"/>
            <p:cNvSpPr/>
            <p:nvPr/>
          </p:nvSpPr>
          <p:spPr>
            <a:xfrm>
              <a:off x="2589352" y="1733740"/>
              <a:ext cx="6381" cy="638"/>
            </a:xfrm>
            <a:custGeom>
              <a:rect b="b" l="l" r="r" t="t"/>
              <a:pathLst>
                <a:path extrusionOk="0" h="47" w="47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1" name="Google Shape;7261;p95"/>
            <p:cNvSpPr/>
            <p:nvPr/>
          </p:nvSpPr>
          <p:spPr>
            <a:xfrm>
              <a:off x="2586121" y="1734080"/>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2" name="Google Shape;7262;p95"/>
            <p:cNvSpPr/>
            <p:nvPr/>
          </p:nvSpPr>
          <p:spPr>
            <a:xfrm>
              <a:off x="2585075" y="1734080"/>
              <a:ext cx="258" cy="14"/>
            </a:xfrm>
            <a:custGeom>
              <a:rect b="b" l="l" r="r" t="t"/>
              <a:pathLst>
                <a:path extrusionOk="0" h="1" w="19">
                  <a:moveTo>
                    <a:pt x="1" y="0"/>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3" name="Google Shape;7263;p95"/>
            <p:cNvSpPr/>
            <p:nvPr/>
          </p:nvSpPr>
          <p:spPr>
            <a:xfrm>
              <a:off x="2553752" y="1749137"/>
              <a:ext cx="163" cy="204"/>
            </a:xfrm>
            <a:custGeom>
              <a:rect b="b" l="l" r="r" t="t"/>
              <a:pathLst>
                <a:path extrusionOk="0" h="15" w="12">
                  <a:moveTo>
                    <a:pt x="11"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4" name="Google Shape;7264;p95"/>
            <p:cNvSpPr/>
            <p:nvPr/>
          </p:nvSpPr>
          <p:spPr>
            <a:xfrm>
              <a:off x="2553997" y="1748716"/>
              <a:ext cx="109" cy="244"/>
            </a:xfrm>
            <a:custGeom>
              <a:rect b="b" l="l" r="r" t="t"/>
              <a:pathLst>
                <a:path extrusionOk="0" h="18" w="8">
                  <a:moveTo>
                    <a:pt x="7" y="0"/>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5" name="Google Shape;7265;p95"/>
            <p:cNvSpPr/>
            <p:nvPr/>
          </p:nvSpPr>
          <p:spPr>
            <a:xfrm>
              <a:off x="2555612" y="1746720"/>
              <a:ext cx="244" cy="204"/>
            </a:xfrm>
            <a:custGeom>
              <a:rect b="b" l="l" r="r" t="t"/>
              <a:pathLst>
                <a:path extrusionOk="0" h="15" w="18">
                  <a:moveTo>
                    <a:pt x="18" y="0"/>
                  </a:moveTo>
                  <a:lnTo>
                    <a:pt x="0"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6" name="Google Shape;7266;p95"/>
            <p:cNvSpPr/>
            <p:nvPr/>
          </p:nvSpPr>
          <p:spPr>
            <a:xfrm>
              <a:off x="2554893" y="1747426"/>
              <a:ext cx="163" cy="204"/>
            </a:xfrm>
            <a:custGeom>
              <a:rect b="b" l="l" r="r" t="t"/>
              <a:pathLst>
                <a:path extrusionOk="0" h="15" w="12">
                  <a:moveTo>
                    <a:pt x="11"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7" name="Google Shape;7267;p95"/>
            <p:cNvSpPr/>
            <p:nvPr/>
          </p:nvSpPr>
          <p:spPr>
            <a:xfrm>
              <a:off x="2554187" y="1748377"/>
              <a:ext cx="149" cy="204"/>
            </a:xfrm>
            <a:custGeom>
              <a:rect b="b" l="l" r="r" t="t"/>
              <a:pathLst>
                <a:path extrusionOk="0" h="15" w="11">
                  <a:moveTo>
                    <a:pt x="11" y="1"/>
                  </a:moveTo>
                  <a:lnTo>
                    <a:pt x="0"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8" name="Google Shape;7268;p95"/>
            <p:cNvSpPr/>
            <p:nvPr/>
          </p:nvSpPr>
          <p:spPr>
            <a:xfrm>
              <a:off x="2555368" y="1746951"/>
              <a:ext cx="163" cy="204"/>
            </a:xfrm>
            <a:custGeom>
              <a:rect b="b" l="l" r="r" t="t"/>
              <a:pathLst>
                <a:path extrusionOk="0" h="15" w="12">
                  <a:moveTo>
                    <a:pt x="11"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9" name="Google Shape;7269;p95"/>
            <p:cNvSpPr/>
            <p:nvPr/>
          </p:nvSpPr>
          <p:spPr>
            <a:xfrm>
              <a:off x="2554417" y="1747997"/>
              <a:ext cx="163" cy="204"/>
            </a:xfrm>
            <a:custGeom>
              <a:rect b="b" l="l" r="r" t="t"/>
              <a:pathLst>
                <a:path extrusionOk="0" h="15" w="12">
                  <a:moveTo>
                    <a:pt x="11" y="1"/>
                  </a:moveTo>
                  <a:lnTo>
                    <a:pt x="1"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0" name="Google Shape;7270;p95"/>
            <p:cNvSpPr/>
            <p:nvPr/>
          </p:nvSpPr>
          <p:spPr>
            <a:xfrm>
              <a:off x="2553616" y="1749572"/>
              <a:ext cx="109" cy="244"/>
            </a:xfrm>
            <a:custGeom>
              <a:rect b="b" l="l" r="r" t="t"/>
              <a:pathLst>
                <a:path extrusionOk="0" h="18" w="8">
                  <a:moveTo>
                    <a:pt x="7" y="0"/>
                  </a:moveTo>
                  <a:lnTo>
                    <a:pt x="0"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1" name="Google Shape;7271;p95"/>
            <p:cNvSpPr/>
            <p:nvPr/>
          </p:nvSpPr>
          <p:spPr>
            <a:xfrm>
              <a:off x="2553141" y="1752423"/>
              <a:ext cx="14" cy="353"/>
            </a:xfrm>
            <a:custGeom>
              <a:rect b="b" l="l" r="r" t="t"/>
              <a:pathLst>
                <a:path extrusionOk="0" h="26" w="1">
                  <a:moveTo>
                    <a:pt x="0" y="1"/>
                  </a:moveTo>
                  <a:lnTo>
                    <a:pt x="0" y="25"/>
                  </a:lnTo>
                  <a:cubicBezTo>
                    <a:pt x="0" y="18"/>
                    <a:pt x="0"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2" name="Google Shape;7272;p95"/>
            <p:cNvSpPr/>
            <p:nvPr/>
          </p:nvSpPr>
          <p:spPr>
            <a:xfrm>
              <a:off x="2572679" y="1720950"/>
              <a:ext cx="14" cy="163"/>
            </a:xfrm>
            <a:custGeom>
              <a:rect b="b" l="l" r="r" t="t"/>
              <a:pathLst>
                <a:path extrusionOk="0" h="12" w="1">
                  <a:moveTo>
                    <a:pt x="0" y="11"/>
                  </a:moveTo>
                  <a:lnTo>
                    <a:pt x="0" y="4"/>
                  </a:lnTo>
                  <a:cubicBezTo>
                    <a:pt x="0" y="1"/>
                    <a:pt x="0" y="8"/>
                    <a:pt x="0"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3" name="Google Shape;7273;p95"/>
            <p:cNvSpPr/>
            <p:nvPr/>
          </p:nvSpPr>
          <p:spPr>
            <a:xfrm>
              <a:off x="2553087" y="1753143"/>
              <a:ext cx="14" cy="149"/>
            </a:xfrm>
            <a:custGeom>
              <a:rect b="b" l="l" r="r" t="t"/>
              <a:pathLst>
                <a:path extrusionOk="0" h="11" w="1">
                  <a:moveTo>
                    <a:pt x="1"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4" name="Google Shape;7274;p95"/>
            <p:cNvSpPr/>
            <p:nvPr/>
          </p:nvSpPr>
          <p:spPr>
            <a:xfrm>
              <a:off x="2553141" y="1751758"/>
              <a:ext cx="54" cy="353"/>
            </a:xfrm>
            <a:custGeom>
              <a:rect b="b" l="l" r="r" t="t"/>
              <a:pathLst>
                <a:path extrusionOk="0" h="26" w="4">
                  <a:moveTo>
                    <a:pt x="4" y="1"/>
                  </a:moveTo>
                  <a:cubicBezTo>
                    <a:pt x="4" y="8"/>
                    <a:pt x="0" y="15"/>
                    <a:pt x="0" y="25"/>
                  </a:cubicBezTo>
                  <a:cubicBezTo>
                    <a:pt x="4" y="15"/>
                    <a:pt x="4" y="8"/>
                    <a:pt x="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5" name="Google Shape;7275;p95"/>
            <p:cNvSpPr/>
            <p:nvPr/>
          </p:nvSpPr>
          <p:spPr>
            <a:xfrm>
              <a:off x="2555137" y="1747196"/>
              <a:ext cx="149" cy="149"/>
            </a:xfrm>
            <a:custGeom>
              <a:rect b="b" l="l" r="r" t="t"/>
              <a:pathLst>
                <a:path extrusionOk="0" h="11" w="11">
                  <a:moveTo>
                    <a:pt x="0" y="11"/>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6" name="Google Shape;7276;p95"/>
            <p:cNvSpPr/>
            <p:nvPr/>
          </p:nvSpPr>
          <p:spPr>
            <a:xfrm>
              <a:off x="2553467" y="1750047"/>
              <a:ext cx="68" cy="244"/>
            </a:xfrm>
            <a:custGeom>
              <a:rect b="b" l="l" r="r" t="t"/>
              <a:pathLst>
                <a:path extrusionOk="0" h="18" w="5">
                  <a:moveTo>
                    <a:pt x="4" y="0"/>
                  </a:moveTo>
                  <a:cubicBezTo>
                    <a:pt x="4" y="7"/>
                    <a:pt x="1" y="15"/>
                    <a:pt x="1" y="18"/>
                  </a:cubicBezTo>
                  <a:cubicBezTo>
                    <a:pt x="1" y="15"/>
                    <a:pt x="4" y="7"/>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7" name="Google Shape;7277;p95"/>
            <p:cNvSpPr/>
            <p:nvPr/>
          </p:nvSpPr>
          <p:spPr>
            <a:xfrm>
              <a:off x="2553236" y="1751147"/>
              <a:ext cx="54" cy="299"/>
            </a:xfrm>
            <a:custGeom>
              <a:rect b="b" l="l" r="r" t="t"/>
              <a:pathLst>
                <a:path extrusionOk="0" h="22" w="4">
                  <a:moveTo>
                    <a:pt x="4" y="0"/>
                  </a:moveTo>
                  <a:cubicBezTo>
                    <a:pt x="4" y="7"/>
                    <a:pt x="0" y="14"/>
                    <a:pt x="0" y="21"/>
                  </a:cubicBezTo>
                  <a:cubicBezTo>
                    <a:pt x="4" y="14"/>
                    <a:pt x="4" y="7"/>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8" name="Google Shape;7278;p95"/>
            <p:cNvSpPr/>
            <p:nvPr/>
          </p:nvSpPr>
          <p:spPr>
            <a:xfrm>
              <a:off x="2553331" y="1750576"/>
              <a:ext cx="54" cy="285"/>
            </a:xfrm>
            <a:custGeom>
              <a:rect b="b" l="l" r="r" t="t"/>
              <a:pathLst>
                <a:path extrusionOk="0" h="21" w="4">
                  <a:moveTo>
                    <a:pt x="4" y="0"/>
                  </a:moveTo>
                  <a:cubicBezTo>
                    <a:pt x="4" y="7"/>
                    <a:pt x="0" y="14"/>
                    <a:pt x="0" y="21"/>
                  </a:cubicBezTo>
                  <a:cubicBezTo>
                    <a:pt x="0" y="14"/>
                    <a:pt x="4" y="7"/>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9" name="Google Shape;7279;p95"/>
            <p:cNvSpPr/>
            <p:nvPr/>
          </p:nvSpPr>
          <p:spPr>
            <a:xfrm>
              <a:off x="2570398" y="1725716"/>
              <a:ext cx="54" cy="54"/>
            </a:xfrm>
            <a:custGeom>
              <a:rect b="b" l="l" r="r" t="t"/>
              <a:pathLst>
                <a:path extrusionOk="0" h="4" w="4">
                  <a:moveTo>
                    <a:pt x="4" y="0"/>
                  </a:moveTo>
                  <a:lnTo>
                    <a:pt x="0" y="4"/>
                  </a:ln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0" name="Google Shape;7280;p95"/>
            <p:cNvSpPr/>
            <p:nvPr/>
          </p:nvSpPr>
          <p:spPr>
            <a:xfrm>
              <a:off x="2554662" y="1747712"/>
              <a:ext cx="149" cy="204"/>
            </a:xfrm>
            <a:custGeom>
              <a:rect b="b" l="l" r="r" t="t"/>
              <a:pathLst>
                <a:path extrusionOk="0" h="15" w="11">
                  <a:moveTo>
                    <a:pt x="11" y="1"/>
                  </a:moveTo>
                  <a:lnTo>
                    <a:pt x="0"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1" name="Google Shape;7281;p95"/>
            <p:cNvSpPr/>
            <p:nvPr/>
          </p:nvSpPr>
          <p:spPr>
            <a:xfrm>
              <a:off x="2572014" y="1722675"/>
              <a:ext cx="109" cy="190"/>
            </a:xfrm>
            <a:custGeom>
              <a:rect b="b" l="l" r="r" t="t"/>
              <a:pathLst>
                <a:path extrusionOk="0" h="14" w="8">
                  <a:moveTo>
                    <a:pt x="0" y="14"/>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2" name="Google Shape;7282;p95"/>
            <p:cNvSpPr/>
            <p:nvPr/>
          </p:nvSpPr>
          <p:spPr>
            <a:xfrm>
              <a:off x="2572489" y="1721616"/>
              <a:ext cx="54" cy="163"/>
            </a:xfrm>
            <a:custGeom>
              <a:rect b="b" l="l" r="r" t="t"/>
              <a:pathLst>
                <a:path extrusionOk="0" h="12" w="4">
                  <a:moveTo>
                    <a:pt x="0" y="1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3" name="Google Shape;7283;p95"/>
            <p:cNvSpPr/>
            <p:nvPr/>
          </p:nvSpPr>
          <p:spPr>
            <a:xfrm>
              <a:off x="2572299" y="1722050"/>
              <a:ext cx="54" cy="204"/>
            </a:xfrm>
            <a:custGeom>
              <a:rect b="b" l="l" r="r" t="t"/>
              <a:pathLst>
                <a:path extrusionOk="0" h="15" w="4">
                  <a:moveTo>
                    <a:pt x="0" y="15"/>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4" name="Google Shape;7284;p95"/>
            <p:cNvSpPr/>
            <p:nvPr/>
          </p:nvSpPr>
          <p:spPr>
            <a:xfrm>
              <a:off x="2571824" y="1723001"/>
              <a:ext cx="109" cy="204"/>
            </a:xfrm>
            <a:custGeom>
              <a:rect b="b" l="l" r="r" t="t"/>
              <a:pathLst>
                <a:path extrusionOk="0" h="15" w="8">
                  <a:moveTo>
                    <a:pt x="0" y="15"/>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5" name="Google Shape;7285;p95"/>
            <p:cNvSpPr/>
            <p:nvPr/>
          </p:nvSpPr>
          <p:spPr>
            <a:xfrm>
              <a:off x="2572394" y="1721860"/>
              <a:ext cx="54" cy="109"/>
            </a:xfrm>
            <a:custGeom>
              <a:rect b="b" l="l" r="r" t="t"/>
              <a:pathLst>
                <a:path extrusionOk="0" h="8" w="4">
                  <a:moveTo>
                    <a:pt x="0" y="7"/>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6" name="Google Shape;7286;p95"/>
            <p:cNvSpPr/>
            <p:nvPr/>
          </p:nvSpPr>
          <p:spPr>
            <a:xfrm>
              <a:off x="2572150" y="1722335"/>
              <a:ext cx="109" cy="204"/>
            </a:xfrm>
            <a:custGeom>
              <a:rect b="b" l="l" r="r" t="t"/>
              <a:pathLst>
                <a:path extrusionOk="0" h="15" w="8">
                  <a:moveTo>
                    <a:pt x="1" y="15"/>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7" name="Google Shape;7287;p95"/>
            <p:cNvSpPr/>
            <p:nvPr/>
          </p:nvSpPr>
          <p:spPr>
            <a:xfrm>
              <a:off x="2570914" y="1724671"/>
              <a:ext cx="109" cy="244"/>
            </a:xfrm>
            <a:custGeom>
              <a:rect b="b" l="l" r="r" t="t"/>
              <a:pathLst>
                <a:path extrusionOk="0" h="18" w="8">
                  <a:moveTo>
                    <a:pt x="1" y="18"/>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8" name="Google Shape;7288;p95"/>
            <p:cNvSpPr/>
            <p:nvPr/>
          </p:nvSpPr>
          <p:spPr>
            <a:xfrm>
              <a:off x="2570588" y="1725187"/>
              <a:ext cx="149" cy="258"/>
            </a:xfrm>
            <a:custGeom>
              <a:rect b="b" l="l" r="r" t="t"/>
              <a:pathLst>
                <a:path extrusionOk="0" h="19" w="11">
                  <a:moveTo>
                    <a:pt x="0" y="18"/>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9" name="Google Shape;7289;p95"/>
            <p:cNvSpPr/>
            <p:nvPr/>
          </p:nvSpPr>
          <p:spPr>
            <a:xfrm>
              <a:off x="2571634" y="1723381"/>
              <a:ext cx="149" cy="204"/>
            </a:xfrm>
            <a:custGeom>
              <a:rect b="b" l="l" r="r" t="t"/>
              <a:pathLst>
                <a:path extrusionOk="0" h="15" w="11">
                  <a:moveTo>
                    <a:pt x="0" y="15"/>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0" name="Google Shape;7290;p95"/>
            <p:cNvSpPr/>
            <p:nvPr/>
          </p:nvSpPr>
          <p:spPr>
            <a:xfrm>
              <a:off x="2571159" y="1724195"/>
              <a:ext cx="149" cy="244"/>
            </a:xfrm>
            <a:custGeom>
              <a:rect b="b" l="l" r="r" t="t"/>
              <a:pathLst>
                <a:path extrusionOk="0" h="18" w="11">
                  <a:moveTo>
                    <a:pt x="0" y="18"/>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1" name="Google Shape;7291;p95"/>
            <p:cNvSpPr/>
            <p:nvPr/>
          </p:nvSpPr>
          <p:spPr>
            <a:xfrm>
              <a:off x="2571389" y="1723761"/>
              <a:ext cx="163" cy="258"/>
            </a:xfrm>
            <a:custGeom>
              <a:rect b="b" l="l" r="r" t="t"/>
              <a:pathLst>
                <a:path extrusionOk="0" h="19" w="12">
                  <a:moveTo>
                    <a:pt x="1" y="18"/>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2" name="Google Shape;7292;p95"/>
            <p:cNvSpPr/>
            <p:nvPr/>
          </p:nvSpPr>
          <p:spPr>
            <a:xfrm>
              <a:off x="2572679" y="1721140"/>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3" name="Google Shape;7293;p95"/>
            <p:cNvSpPr/>
            <p:nvPr/>
          </p:nvSpPr>
          <p:spPr>
            <a:xfrm>
              <a:off x="2572584" y="1721426"/>
              <a:ext cx="14" cy="109"/>
            </a:xfrm>
            <a:custGeom>
              <a:rect b="b" l="l" r="r" t="t"/>
              <a:pathLst>
                <a:path extrusionOk="0" h="8" w="1">
                  <a:moveTo>
                    <a:pt x="0"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4" name="Google Shape;7294;p95"/>
            <p:cNvSpPr/>
            <p:nvPr/>
          </p:nvSpPr>
          <p:spPr>
            <a:xfrm>
              <a:off x="2572625" y="1721235"/>
              <a:ext cx="14" cy="163"/>
            </a:xfrm>
            <a:custGeom>
              <a:rect b="b" l="l" r="r" t="t"/>
              <a:pathLst>
                <a:path extrusionOk="0" h="12" w="1">
                  <a:moveTo>
                    <a:pt x="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5" name="Google Shape;7295;p95"/>
            <p:cNvSpPr/>
            <p:nvPr/>
          </p:nvSpPr>
          <p:spPr>
            <a:xfrm>
              <a:off x="2604994" y="1750237"/>
              <a:ext cx="14" cy="149"/>
            </a:xfrm>
            <a:custGeom>
              <a:rect b="b" l="l" r="r" t="t"/>
              <a:pathLst>
                <a:path extrusionOk="0" h="11" w="1">
                  <a:moveTo>
                    <a:pt x="1"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6" name="Google Shape;7296;p95"/>
            <p:cNvSpPr/>
            <p:nvPr/>
          </p:nvSpPr>
          <p:spPr>
            <a:xfrm>
              <a:off x="2604003" y="1751242"/>
              <a:ext cx="1439" cy="2105"/>
            </a:xfrm>
            <a:custGeom>
              <a:rect b="b" l="l" r="r" t="t"/>
              <a:pathLst>
                <a:path extrusionOk="0" h="155" w="106">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7" name="Google Shape;7297;p95"/>
            <p:cNvSpPr/>
            <p:nvPr/>
          </p:nvSpPr>
          <p:spPr>
            <a:xfrm>
              <a:off x="2605048" y="1750807"/>
              <a:ext cx="54" cy="244"/>
            </a:xfrm>
            <a:custGeom>
              <a:rect b="b" l="l" r="r" t="t"/>
              <a:pathLst>
                <a:path extrusionOk="0" h="18" w="4">
                  <a:moveTo>
                    <a:pt x="0" y="1"/>
                  </a:moveTo>
                  <a:lnTo>
                    <a:pt x="4"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8" name="Google Shape;7298;p95"/>
            <p:cNvSpPr/>
            <p:nvPr/>
          </p:nvSpPr>
          <p:spPr>
            <a:xfrm>
              <a:off x="2604003" y="1743774"/>
              <a:ext cx="109" cy="244"/>
            </a:xfrm>
            <a:custGeom>
              <a:rect b="b" l="l" r="r" t="t"/>
              <a:pathLst>
                <a:path extrusionOk="0" h="18" w="8">
                  <a:moveTo>
                    <a:pt x="0" y="0"/>
                  </a:moveTo>
                  <a:cubicBezTo>
                    <a:pt x="4" y="7"/>
                    <a:pt x="4" y="11"/>
                    <a:pt x="7" y="18"/>
                  </a:cubicBezTo>
                  <a:cubicBezTo>
                    <a:pt x="4" y="11"/>
                    <a:pt x="4" y="7"/>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9" name="Google Shape;7299;p95"/>
            <p:cNvSpPr/>
            <p:nvPr/>
          </p:nvSpPr>
          <p:spPr>
            <a:xfrm>
              <a:off x="2604043" y="1744005"/>
              <a:ext cx="869" cy="5770"/>
            </a:xfrm>
            <a:custGeom>
              <a:rect b="b" l="l" r="r" t="t"/>
              <a:pathLst>
                <a:path extrusionOk="0" h="425" w="64">
                  <a:moveTo>
                    <a:pt x="1" y="1"/>
                  </a:moveTo>
                  <a:cubicBezTo>
                    <a:pt x="15" y="88"/>
                    <a:pt x="39" y="267"/>
                    <a:pt x="64" y="424"/>
                  </a:cubicBezTo>
                  <a:cubicBezTo>
                    <a:pt x="39" y="267"/>
                    <a:pt x="15" y="85"/>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0" name="Google Shape;7300;p95"/>
            <p:cNvSpPr/>
            <p:nvPr/>
          </p:nvSpPr>
          <p:spPr>
            <a:xfrm>
              <a:off x="1464633" y="1859509"/>
              <a:ext cx="1344" cy="2009"/>
            </a:xfrm>
            <a:custGeom>
              <a:rect b="b" l="l" r="r" t="t"/>
              <a:pathLst>
                <a:path extrusionOk="0" h="148" w="99">
                  <a:moveTo>
                    <a:pt x="1" y="1"/>
                  </a:moveTo>
                  <a:lnTo>
                    <a:pt x="1" y="1"/>
                  </a:lnTo>
                  <a:cubicBezTo>
                    <a:pt x="18" y="60"/>
                    <a:pt x="53" y="109"/>
                    <a:pt x="99" y="148"/>
                  </a:cubicBezTo>
                  <a:cubicBezTo>
                    <a:pt x="81" y="102"/>
                    <a:pt x="57" y="64"/>
                    <a:pt x="25" y="29"/>
                  </a:cubicBez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1" name="Google Shape;7301;p95"/>
            <p:cNvSpPr/>
            <p:nvPr/>
          </p:nvSpPr>
          <p:spPr>
            <a:xfrm>
              <a:off x="1462026" y="1851905"/>
              <a:ext cx="2050" cy="5580"/>
            </a:xfrm>
            <a:custGeom>
              <a:rect b="b" l="l" r="r" t="t"/>
              <a:pathLst>
                <a:path extrusionOk="0" h="411" w="151">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2" name="Google Shape;7302;p95"/>
            <p:cNvSpPr/>
            <p:nvPr/>
          </p:nvSpPr>
          <p:spPr>
            <a:xfrm>
              <a:off x="1586043" y="1964015"/>
              <a:ext cx="5146" cy="4100"/>
            </a:xfrm>
            <a:custGeom>
              <a:rect b="b" l="l" r="r" t="t"/>
              <a:pathLst>
                <a:path extrusionOk="0" h="302" w="379">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3" name="Google Shape;7303;p95"/>
            <p:cNvSpPr/>
            <p:nvPr/>
          </p:nvSpPr>
          <p:spPr>
            <a:xfrm>
              <a:off x="2367754" y="1716578"/>
              <a:ext cx="22213" cy="19226"/>
            </a:xfrm>
            <a:custGeom>
              <a:rect b="b" l="l" r="r" t="t"/>
              <a:pathLst>
                <a:path extrusionOk="0" h="1416" w="1636">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4" name="Google Shape;7304;p95"/>
            <p:cNvSpPr/>
            <p:nvPr/>
          </p:nvSpPr>
          <p:spPr>
            <a:xfrm>
              <a:off x="2376321" y="1716673"/>
              <a:ext cx="584" cy="68"/>
            </a:xfrm>
            <a:custGeom>
              <a:rect b="b" l="l" r="r" t="t"/>
              <a:pathLst>
                <a:path extrusionOk="0" h="5" w="43">
                  <a:moveTo>
                    <a:pt x="0" y="1"/>
                  </a:moveTo>
                  <a:lnTo>
                    <a:pt x="42"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5" name="Google Shape;7305;p95"/>
            <p:cNvSpPr/>
            <p:nvPr/>
          </p:nvSpPr>
          <p:spPr>
            <a:xfrm>
              <a:off x="2377122" y="1716728"/>
              <a:ext cx="543" cy="109"/>
            </a:xfrm>
            <a:custGeom>
              <a:rect b="b" l="l" r="r" t="t"/>
              <a:pathLst>
                <a:path extrusionOk="0" h="8" w="40">
                  <a:moveTo>
                    <a:pt x="1" y="0"/>
                  </a:moveTo>
                  <a:lnTo>
                    <a:pt x="39"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6" name="Google Shape;7306;p95"/>
            <p:cNvSpPr/>
            <p:nvPr/>
          </p:nvSpPr>
          <p:spPr>
            <a:xfrm>
              <a:off x="2378833" y="1717013"/>
              <a:ext cx="543" cy="109"/>
            </a:xfrm>
            <a:custGeom>
              <a:rect b="b" l="l" r="r" t="t"/>
              <a:pathLst>
                <a:path extrusionOk="0" h="8" w="40">
                  <a:moveTo>
                    <a:pt x="1" y="0"/>
                  </a:moveTo>
                  <a:lnTo>
                    <a:pt x="39"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7" name="Google Shape;7307;p95"/>
            <p:cNvSpPr/>
            <p:nvPr/>
          </p:nvSpPr>
          <p:spPr>
            <a:xfrm>
              <a:off x="2377937" y="1716864"/>
              <a:ext cx="584" cy="68"/>
            </a:xfrm>
            <a:custGeom>
              <a:rect b="b" l="l" r="r" t="t"/>
              <a:pathLst>
                <a:path extrusionOk="0" h="5" w="43">
                  <a:moveTo>
                    <a:pt x="0" y="1"/>
                  </a:moveTo>
                  <a:lnTo>
                    <a:pt x="42"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8" name="Google Shape;7308;p95"/>
            <p:cNvSpPr/>
            <p:nvPr/>
          </p:nvSpPr>
          <p:spPr>
            <a:xfrm>
              <a:off x="2375561" y="1716633"/>
              <a:ext cx="584" cy="14"/>
            </a:xfrm>
            <a:custGeom>
              <a:rect b="b" l="l" r="r" t="t"/>
              <a:pathLst>
                <a:path extrusionOk="0" h="1" w="43">
                  <a:moveTo>
                    <a:pt x="0" y="0"/>
                  </a:moveTo>
                  <a:lnTo>
                    <a:pt x="4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9" name="Google Shape;7309;p95"/>
            <p:cNvSpPr/>
            <p:nvPr/>
          </p:nvSpPr>
          <p:spPr>
            <a:xfrm>
              <a:off x="2379784" y="1717203"/>
              <a:ext cx="299" cy="54"/>
            </a:xfrm>
            <a:custGeom>
              <a:rect b="b" l="l" r="r" t="t"/>
              <a:pathLst>
                <a:path extrusionOk="0" h="4" w="22">
                  <a:moveTo>
                    <a:pt x="22"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0" name="Google Shape;7310;p95"/>
            <p:cNvSpPr/>
            <p:nvPr/>
          </p:nvSpPr>
          <p:spPr>
            <a:xfrm>
              <a:off x="2368134" y="1717773"/>
              <a:ext cx="828" cy="149"/>
            </a:xfrm>
            <a:custGeom>
              <a:rect b="b" l="l" r="r" t="t"/>
              <a:pathLst>
                <a:path extrusionOk="0" h="11" w="61">
                  <a:moveTo>
                    <a:pt x="1" y="11"/>
                  </a:moveTo>
                  <a:lnTo>
                    <a:pt x="6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1" name="Google Shape;7311;p95"/>
            <p:cNvSpPr/>
            <p:nvPr/>
          </p:nvSpPr>
          <p:spPr>
            <a:xfrm>
              <a:off x="2374896" y="1716633"/>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2" name="Google Shape;7312;p95"/>
            <p:cNvSpPr/>
            <p:nvPr/>
          </p:nvSpPr>
          <p:spPr>
            <a:xfrm>
              <a:off x="2369234" y="1717488"/>
              <a:ext cx="964" cy="244"/>
            </a:xfrm>
            <a:custGeom>
              <a:rect b="b" l="l" r="r" t="t"/>
              <a:pathLst>
                <a:path extrusionOk="0" h="18" w="71">
                  <a:moveTo>
                    <a:pt x="0" y="18"/>
                  </a:moveTo>
                  <a:lnTo>
                    <a:pt x="7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3" name="Google Shape;7313;p95"/>
            <p:cNvSpPr/>
            <p:nvPr/>
          </p:nvSpPr>
          <p:spPr>
            <a:xfrm>
              <a:off x="2374176" y="1716633"/>
              <a:ext cx="638" cy="54"/>
            </a:xfrm>
            <a:custGeom>
              <a:rect b="b" l="l" r="r" t="t"/>
              <a:pathLst>
                <a:path extrusionOk="0" h="4" w="47">
                  <a:moveTo>
                    <a:pt x="46" y="0"/>
                  </a:moveTo>
                  <a:cubicBezTo>
                    <a:pt x="29" y="0"/>
                    <a:pt x="15" y="0"/>
                    <a:pt x="1" y="4"/>
                  </a:cubicBezTo>
                  <a:cubicBezTo>
                    <a:pt x="15" y="4"/>
                    <a:pt x="29" y="0"/>
                    <a:pt x="4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4" name="Google Shape;7314;p95"/>
            <p:cNvSpPr/>
            <p:nvPr/>
          </p:nvSpPr>
          <p:spPr>
            <a:xfrm>
              <a:off x="2374611" y="1725051"/>
              <a:ext cx="149" cy="109"/>
            </a:xfrm>
            <a:custGeom>
              <a:rect b="b" l="l" r="r" t="t"/>
              <a:pathLst>
                <a:path extrusionOk="0" h="8" w="11">
                  <a:moveTo>
                    <a:pt x="0" y="0"/>
                  </a:moveTo>
                  <a:lnTo>
                    <a:pt x="1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5" name="Google Shape;7315;p95"/>
            <p:cNvSpPr/>
            <p:nvPr/>
          </p:nvSpPr>
          <p:spPr>
            <a:xfrm>
              <a:off x="2375656" y="1726857"/>
              <a:ext cx="244" cy="530"/>
            </a:xfrm>
            <a:custGeom>
              <a:rect b="b" l="l" r="r" t="t"/>
              <a:pathLst>
                <a:path extrusionOk="0" h="39" w="18">
                  <a:moveTo>
                    <a:pt x="18" y="39"/>
                  </a:moveTo>
                  <a:cubicBezTo>
                    <a:pt x="11" y="25"/>
                    <a:pt x="7" y="14"/>
                    <a:pt x="0" y="0"/>
                  </a:cubicBezTo>
                  <a:cubicBezTo>
                    <a:pt x="7" y="14"/>
                    <a:pt x="11" y="25"/>
                    <a:pt x="18" y="3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6" name="Google Shape;7316;p95"/>
            <p:cNvSpPr/>
            <p:nvPr/>
          </p:nvSpPr>
          <p:spPr>
            <a:xfrm>
              <a:off x="2374461" y="1724901"/>
              <a:ext cx="163" cy="109"/>
            </a:xfrm>
            <a:custGeom>
              <a:rect b="b" l="l" r="r" t="t"/>
              <a:pathLst>
                <a:path extrusionOk="0" h="8" w="12">
                  <a:moveTo>
                    <a:pt x="11"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7" name="Google Shape;7317;p95"/>
            <p:cNvSpPr/>
            <p:nvPr/>
          </p:nvSpPr>
          <p:spPr>
            <a:xfrm>
              <a:off x="2374896" y="1725377"/>
              <a:ext cx="149" cy="258"/>
            </a:xfrm>
            <a:custGeom>
              <a:rect b="b" l="l" r="r" t="t"/>
              <a:pathLst>
                <a:path extrusionOk="0" h="19" w="11">
                  <a:moveTo>
                    <a:pt x="11" y="1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8" name="Google Shape;7318;p95"/>
            <p:cNvSpPr/>
            <p:nvPr/>
          </p:nvSpPr>
          <p:spPr>
            <a:xfrm>
              <a:off x="2374746" y="1725187"/>
              <a:ext cx="163" cy="163"/>
            </a:xfrm>
            <a:custGeom>
              <a:rect b="b" l="l" r="r" t="t"/>
              <a:pathLst>
                <a:path extrusionOk="0" h="12" w="12">
                  <a:moveTo>
                    <a:pt x="11"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9" name="Google Shape;7319;p95"/>
            <p:cNvSpPr/>
            <p:nvPr/>
          </p:nvSpPr>
          <p:spPr>
            <a:xfrm>
              <a:off x="2375466" y="1726381"/>
              <a:ext cx="204" cy="434"/>
            </a:xfrm>
            <a:custGeom>
              <a:rect b="b" l="l" r="r" t="t"/>
              <a:pathLst>
                <a:path extrusionOk="0" h="32" w="15">
                  <a:moveTo>
                    <a:pt x="14" y="32"/>
                  </a:moveTo>
                  <a:cubicBezTo>
                    <a:pt x="7" y="18"/>
                    <a:pt x="4" y="7"/>
                    <a:pt x="0" y="0"/>
                  </a:cubicBezTo>
                  <a:cubicBezTo>
                    <a:pt x="4" y="7"/>
                    <a:pt x="7" y="18"/>
                    <a:pt x="14"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0" name="Google Shape;7320;p95"/>
            <p:cNvSpPr/>
            <p:nvPr/>
          </p:nvSpPr>
          <p:spPr>
            <a:xfrm>
              <a:off x="2375276" y="1725947"/>
              <a:ext cx="149" cy="394"/>
            </a:xfrm>
            <a:custGeom>
              <a:rect b="b" l="l" r="r" t="t"/>
              <a:pathLst>
                <a:path extrusionOk="0" h="29" w="11">
                  <a:moveTo>
                    <a:pt x="11" y="29"/>
                  </a:moveTo>
                  <a:cubicBezTo>
                    <a:pt x="7" y="18"/>
                    <a:pt x="4" y="8"/>
                    <a:pt x="0" y="1"/>
                  </a:cubicBezTo>
                  <a:cubicBezTo>
                    <a:pt x="4" y="8"/>
                    <a:pt x="7" y="18"/>
                    <a:pt x="11"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1" name="Google Shape;7321;p95"/>
            <p:cNvSpPr/>
            <p:nvPr/>
          </p:nvSpPr>
          <p:spPr>
            <a:xfrm>
              <a:off x="2375086" y="1725662"/>
              <a:ext cx="149" cy="299"/>
            </a:xfrm>
            <a:custGeom>
              <a:rect b="b" l="l" r="r" t="t"/>
              <a:pathLst>
                <a:path extrusionOk="0" h="22" w="11">
                  <a:moveTo>
                    <a:pt x="11" y="22"/>
                  </a:moveTo>
                  <a:cubicBezTo>
                    <a:pt x="7" y="11"/>
                    <a:pt x="4" y="4"/>
                    <a:pt x="0" y="1"/>
                  </a:cubicBezTo>
                  <a:cubicBezTo>
                    <a:pt x="4" y="4"/>
                    <a:pt x="7" y="11"/>
                    <a:pt x="11"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2" name="Google Shape;7322;p95"/>
            <p:cNvSpPr/>
            <p:nvPr/>
          </p:nvSpPr>
          <p:spPr>
            <a:xfrm>
              <a:off x="2367944" y="1717963"/>
              <a:ext cx="1113" cy="4901"/>
            </a:xfrm>
            <a:custGeom>
              <a:rect b="b" l="l" r="r" t="t"/>
              <a:pathLst>
                <a:path extrusionOk="0" h="361" w="82">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3" name="Google Shape;7323;p95"/>
            <p:cNvSpPr/>
            <p:nvPr/>
          </p:nvSpPr>
          <p:spPr>
            <a:xfrm>
              <a:off x="2376702" y="1727617"/>
              <a:ext cx="339" cy="109"/>
            </a:xfrm>
            <a:custGeom>
              <a:rect b="b" l="l" r="r" t="t"/>
              <a:pathLst>
                <a:path extrusionOk="0" h="8" w="25">
                  <a:moveTo>
                    <a:pt x="25"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4" name="Google Shape;7324;p95"/>
            <p:cNvSpPr/>
            <p:nvPr/>
          </p:nvSpPr>
          <p:spPr>
            <a:xfrm>
              <a:off x="2377177" y="1727753"/>
              <a:ext cx="244" cy="163"/>
            </a:xfrm>
            <a:custGeom>
              <a:rect b="b" l="l" r="r" t="t"/>
              <a:pathLst>
                <a:path extrusionOk="0" h="12" w="18">
                  <a:moveTo>
                    <a:pt x="18" y="1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5" name="Google Shape;7325;p95"/>
            <p:cNvSpPr/>
            <p:nvPr/>
          </p:nvSpPr>
          <p:spPr>
            <a:xfrm>
              <a:off x="2377462" y="1727943"/>
              <a:ext cx="299" cy="204"/>
            </a:xfrm>
            <a:custGeom>
              <a:rect b="b" l="l" r="r" t="t"/>
              <a:pathLst>
                <a:path extrusionOk="0" h="15" w="22">
                  <a:moveTo>
                    <a:pt x="21" y="15"/>
                  </a:moveTo>
                  <a:cubicBezTo>
                    <a:pt x="14" y="11"/>
                    <a:pt x="7" y="8"/>
                    <a:pt x="0" y="1"/>
                  </a:cubicBezTo>
                  <a:cubicBezTo>
                    <a:pt x="7" y="8"/>
                    <a:pt x="14" y="11"/>
                    <a:pt x="21"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6" name="Google Shape;7326;p95"/>
            <p:cNvSpPr/>
            <p:nvPr/>
          </p:nvSpPr>
          <p:spPr>
            <a:xfrm>
              <a:off x="2376131" y="1727468"/>
              <a:ext cx="489" cy="109"/>
            </a:xfrm>
            <a:custGeom>
              <a:rect b="b" l="l" r="r" t="t"/>
              <a:pathLst>
                <a:path extrusionOk="0" h="8" w="36">
                  <a:moveTo>
                    <a:pt x="0" y="1"/>
                  </a:moveTo>
                  <a:cubicBezTo>
                    <a:pt x="11" y="1"/>
                    <a:pt x="25" y="4"/>
                    <a:pt x="35" y="8"/>
                  </a:cubicBezTo>
                  <a:cubicBezTo>
                    <a:pt x="25" y="4"/>
                    <a:pt x="11" y="1"/>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7" name="Google Shape;7327;p95"/>
            <p:cNvSpPr/>
            <p:nvPr/>
          </p:nvSpPr>
          <p:spPr>
            <a:xfrm>
              <a:off x="2377937" y="1728323"/>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8" name="Google Shape;7328;p95"/>
            <p:cNvSpPr/>
            <p:nvPr/>
          </p:nvSpPr>
          <p:spPr>
            <a:xfrm>
              <a:off x="2381169" y="1711881"/>
              <a:ext cx="32763" cy="27725"/>
            </a:xfrm>
            <a:custGeom>
              <a:rect b="b" l="l" r="r" t="t"/>
              <a:pathLst>
                <a:path extrusionOk="0" h="2042" w="2413">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9" name="Google Shape;7329;p95"/>
            <p:cNvSpPr/>
            <p:nvPr/>
          </p:nvSpPr>
          <p:spPr>
            <a:xfrm>
              <a:off x="2379363" y="1731459"/>
              <a:ext cx="6517" cy="4535"/>
            </a:xfrm>
            <a:custGeom>
              <a:rect b="b" l="l" r="r" t="t"/>
              <a:pathLst>
                <a:path extrusionOk="0" h="334" w="48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0" name="Google Shape;7330;p95"/>
            <p:cNvSpPr/>
            <p:nvPr/>
          </p:nvSpPr>
          <p:spPr>
            <a:xfrm>
              <a:off x="2389668" y="1712682"/>
              <a:ext cx="109" cy="109"/>
            </a:xfrm>
            <a:custGeom>
              <a:rect b="b" l="l" r="r" t="t"/>
              <a:pathLst>
                <a:path extrusionOk="0" h="8" w="8">
                  <a:moveTo>
                    <a:pt x="1" y="8"/>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1" name="Google Shape;7331;p95"/>
            <p:cNvSpPr/>
            <p:nvPr/>
          </p:nvSpPr>
          <p:spPr>
            <a:xfrm>
              <a:off x="2389953" y="1712111"/>
              <a:ext cx="204" cy="258"/>
            </a:xfrm>
            <a:custGeom>
              <a:rect b="b" l="l" r="r" t="t"/>
              <a:pathLst>
                <a:path extrusionOk="0" h="19" w="15">
                  <a:moveTo>
                    <a:pt x="1" y="18"/>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2" name="Google Shape;7332;p95"/>
            <p:cNvSpPr/>
            <p:nvPr/>
          </p:nvSpPr>
          <p:spPr>
            <a:xfrm>
              <a:off x="2389532" y="1713021"/>
              <a:ext cx="54" cy="54"/>
            </a:xfrm>
            <a:custGeom>
              <a:rect b="b" l="l" r="r" t="t"/>
              <a:pathLst>
                <a:path extrusionOk="0" h="4" w="4">
                  <a:moveTo>
                    <a:pt x="0" y="4"/>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3" name="Google Shape;7333;p95"/>
            <p:cNvSpPr/>
            <p:nvPr/>
          </p:nvSpPr>
          <p:spPr>
            <a:xfrm>
              <a:off x="2389573" y="1712872"/>
              <a:ext cx="68" cy="109"/>
            </a:xfrm>
            <a:custGeom>
              <a:rect b="b" l="l" r="r" t="t"/>
              <a:pathLst>
                <a:path extrusionOk="0" h="8" w="5">
                  <a:moveTo>
                    <a:pt x="1" y="8"/>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4" name="Google Shape;7334;p95"/>
            <p:cNvSpPr/>
            <p:nvPr/>
          </p:nvSpPr>
          <p:spPr>
            <a:xfrm>
              <a:off x="2389763" y="1712397"/>
              <a:ext cx="204" cy="258"/>
            </a:xfrm>
            <a:custGeom>
              <a:rect b="b" l="l" r="r" t="t"/>
              <a:pathLst>
                <a:path extrusionOk="0" h="19" w="15">
                  <a:moveTo>
                    <a:pt x="1" y="18"/>
                  </a:moveTo>
                  <a:lnTo>
                    <a:pt x="1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5" name="Google Shape;7335;p95"/>
            <p:cNvSpPr/>
            <p:nvPr/>
          </p:nvSpPr>
          <p:spPr>
            <a:xfrm>
              <a:off x="2389478" y="1713116"/>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6" name="Google Shape;7336;p95"/>
            <p:cNvSpPr/>
            <p:nvPr/>
          </p:nvSpPr>
          <p:spPr>
            <a:xfrm>
              <a:off x="2381114" y="1715248"/>
              <a:ext cx="353" cy="774"/>
            </a:xfrm>
            <a:custGeom>
              <a:rect b="b" l="l" r="r" t="t"/>
              <a:pathLst>
                <a:path extrusionOk="0" h="57" w="26">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7" name="Google Shape;7337;p95"/>
            <p:cNvSpPr/>
            <p:nvPr/>
          </p:nvSpPr>
          <p:spPr>
            <a:xfrm>
              <a:off x="2381114" y="1715248"/>
              <a:ext cx="109" cy="14"/>
            </a:xfrm>
            <a:custGeom>
              <a:rect b="b" l="l" r="r" t="t"/>
              <a:pathLst>
                <a:path extrusionOk="0" h="1" w="8">
                  <a:moveTo>
                    <a:pt x="1" y="1"/>
                  </a:moveTo>
                  <a:lnTo>
                    <a:pt x="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8" name="Google Shape;7338;p95"/>
            <p:cNvSpPr/>
            <p:nvPr/>
          </p:nvSpPr>
          <p:spPr>
            <a:xfrm>
              <a:off x="2381209" y="1715248"/>
              <a:ext cx="3530" cy="1779"/>
            </a:xfrm>
            <a:custGeom>
              <a:rect b="b" l="l" r="r" t="t"/>
              <a:pathLst>
                <a:path extrusionOk="0" h="131" w="260">
                  <a:moveTo>
                    <a:pt x="1" y="1"/>
                  </a:moveTo>
                  <a:cubicBezTo>
                    <a:pt x="53" y="1"/>
                    <a:pt x="193" y="64"/>
                    <a:pt x="260" y="130"/>
                  </a:cubicBezTo>
                  <a:cubicBezTo>
                    <a:pt x="193" y="64"/>
                    <a:pt x="53" y="1"/>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9" name="Google Shape;7339;p95"/>
            <p:cNvSpPr/>
            <p:nvPr/>
          </p:nvSpPr>
          <p:spPr>
            <a:xfrm>
              <a:off x="2390198" y="1711921"/>
              <a:ext cx="149" cy="163"/>
            </a:xfrm>
            <a:custGeom>
              <a:rect b="b" l="l" r="r" t="t"/>
              <a:pathLst>
                <a:path extrusionOk="0" h="12" w="11">
                  <a:moveTo>
                    <a:pt x="11" y="1"/>
                  </a:moveTo>
                  <a:lnTo>
                    <a:pt x="0" y="11"/>
                  </a:ln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0" name="Google Shape;7340;p95"/>
            <p:cNvSpPr/>
            <p:nvPr/>
          </p:nvSpPr>
          <p:spPr>
            <a:xfrm>
              <a:off x="2379404" y="1731799"/>
              <a:ext cx="163" cy="244"/>
            </a:xfrm>
            <a:custGeom>
              <a:rect b="b" l="l" r="r" t="t"/>
              <a:pathLst>
                <a:path extrusionOk="0" h="18" w="12">
                  <a:moveTo>
                    <a:pt x="1" y="0"/>
                  </a:moveTo>
                  <a:cubicBezTo>
                    <a:pt x="4" y="7"/>
                    <a:pt x="8" y="14"/>
                    <a:pt x="11" y="18"/>
                  </a:cubicBezTo>
                  <a:cubicBezTo>
                    <a:pt x="8" y="11"/>
                    <a:pt x="4" y="7"/>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1" name="Google Shape;7341;p95"/>
            <p:cNvSpPr/>
            <p:nvPr/>
          </p:nvSpPr>
          <p:spPr>
            <a:xfrm>
              <a:off x="2379268" y="1731459"/>
              <a:ext cx="149" cy="258"/>
            </a:xfrm>
            <a:custGeom>
              <a:rect b="b" l="l" r="r" t="t"/>
              <a:pathLst>
                <a:path extrusionOk="0" h="19" w="11">
                  <a:moveTo>
                    <a:pt x="0" y="1"/>
                  </a:moveTo>
                  <a:cubicBezTo>
                    <a:pt x="4" y="8"/>
                    <a:pt x="7" y="15"/>
                    <a:pt x="11" y="18"/>
                  </a:cubicBezTo>
                  <a:cubicBezTo>
                    <a:pt x="7" y="11"/>
                    <a:pt x="4" y="8"/>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2" name="Google Shape;7342;p95"/>
            <p:cNvSpPr/>
            <p:nvPr/>
          </p:nvSpPr>
          <p:spPr>
            <a:xfrm>
              <a:off x="2403748" y="1738262"/>
              <a:ext cx="339" cy="244"/>
            </a:xfrm>
            <a:custGeom>
              <a:rect b="b" l="l" r="r" t="t"/>
              <a:pathLst>
                <a:path extrusionOk="0" h="18" w="25">
                  <a:moveTo>
                    <a:pt x="25" y="18"/>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3" name="Google Shape;7343;p95"/>
            <p:cNvSpPr/>
            <p:nvPr/>
          </p:nvSpPr>
          <p:spPr>
            <a:xfrm>
              <a:off x="2404888" y="1738968"/>
              <a:ext cx="720" cy="394"/>
            </a:xfrm>
            <a:custGeom>
              <a:rect b="b" l="l" r="r" t="t"/>
              <a:pathLst>
                <a:path extrusionOk="0" h="29" w="53">
                  <a:moveTo>
                    <a:pt x="53" y="29"/>
                  </a:moveTo>
                  <a:cubicBezTo>
                    <a:pt x="35" y="18"/>
                    <a:pt x="18" y="11"/>
                    <a:pt x="0" y="1"/>
                  </a:cubicBezTo>
                  <a:cubicBezTo>
                    <a:pt x="18" y="11"/>
                    <a:pt x="35" y="18"/>
                    <a:pt x="53"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4" name="Google Shape;7344;p95"/>
            <p:cNvSpPr/>
            <p:nvPr/>
          </p:nvSpPr>
          <p:spPr>
            <a:xfrm>
              <a:off x="2403273" y="1737922"/>
              <a:ext cx="299" cy="204"/>
            </a:xfrm>
            <a:custGeom>
              <a:rect b="b" l="l" r="r" t="t"/>
              <a:pathLst>
                <a:path extrusionOk="0" h="15" w="22">
                  <a:moveTo>
                    <a:pt x="21"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5" name="Google Shape;7345;p95"/>
            <p:cNvSpPr/>
            <p:nvPr/>
          </p:nvSpPr>
          <p:spPr>
            <a:xfrm>
              <a:off x="2398901" y="1729613"/>
              <a:ext cx="1005" cy="584"/>
            </a:xfrm>
            <a:custGeom>
              <a:rect b="b" l="l" r="r" t="t"/>
              <a:pathLst>
                <a:path extrusionOk="0" h="43" w="74">
                  <a:moveTo>
                    <a:pt x="73" y="0"/>
                  </a:moveTo>
                  <a:cubicBezTo>
                    <a:pt x="49" y="11"/>
                    <a:pt x="25" y="25"/>
                    <a:pt x="0" y="42"/>
                  </a:cubicBezTo>
                  <a:cubicBezTo>
                    <a:pt x="25" y="28"/>
                    <a:pt x="49" y="11"/>
                    <a:pt x="73"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6" name="Google Shape;7346;p95"/>
            <p:cNvSpPr/>
            <p:nvPr/>
          </p:nvSpPr>
          <p:spPr>
            <a:xfrm>
              <a:off x="2405839" y="1739443"/>
              <a:ext cx="394" cy="204"/>
            </a:xfrm>
            <a:custGeom>
              <a:rect b="b" l="l" r="r" t="t"/>
              <a:pathLst>
                <a:path extrusionOk="0" h="15" w="29">
                  <a:moveTo>
                    <a:pt x="28" y="15"/>
                  </a:moveTo>
                  <a:lnTo>
                    <a:pt x="28" y="15"/>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7" name="Google Shape;7347;p95"/>
            <p:cNvSpPr/>
            <p:nvPr/>
          </p:nvSpPr>
          <p:spPr>
            <a:xfrm>
              <a:off x="2385486" y="1735981"/>
              <a:ext cx="353" cy="14"/>
            </a:xfrm>
            <a:custGeom>
              <a:rect b="b" l="l" r="r" t="t"/>
              <a:pathLst>
                <a:path extrusionOk="0" h="1" w="26">
                  <a:moveTo>
                    <a:pt x="25" y="0"/>
                  </a:moveTo>
                  <a:lnTo>
                    <a:pt x="1" y="0"/>
                  </a:lnTo>
                  <a:lnTo>
                    <a:pt x="25" y="0"/>
                  </a:lnTo>
                  <a:lnTo>
                    <a:pt x="2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8" name="Google Shape;7348;p95"/>
            <p:cNvSpPr/>
            <p:nvPr/>
          </p:nvSpPr>
          <p:spPr>
            <a:xfrm>
              <a:off x="2379784" y="1732369"/>
              <a:ext cx="204" cy="244"/>
            </a:xfrm>
            <a:custGeom>
              <a:rect b="b" l="l" r="r" t="t"/>
              <a:pathLst>
                <a:path extrusionOk="0" h="18" w="15">
                  <a:moveTo>
                    <a:pt x="15" y="18"/>
                  </a:moveTo>
                  <a:cubicBezTo>
                    <a:pt x="11" y="14"/>
                    <a:pt x="4" y="7"/>
                    <a:pt x="1" y="0"/>
                  </a:cubicBezTo>
                  <a:cubicBezTo>
                    <a:pt x="4" y="7"/>
                    <a:pt x="11" y="14"/>
                    <a:pt x="15"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9" name="Google Shape;7349;p95"/>
            <p:cNvSpPr/>
            <p:nvPr/>
          </p:nvSpPr>
          <p:spPr>
            <a:xfrm>
              <a:off x="2402933" y="1737596"/>
              <a:ext cx="258" cy="204"/>
            </a:xfrm>
            <a:custGeom>
              <a:rect b="b" l="l" r="r" t="t"/>
              <a:pathLst>
                <a:path extrusionOk="0" h="15" w="19">
                  <a:moveTo>
                    <a:pt x="18"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0" name="Google Shape;7350;p95"/>
            <p:cNvSpPr/>
            <p:nvPr/>
          </p:nvSpPr>
          <p:spPr>
            <a:xfrm>
              <a:off x="2379594" y="1732125"/>
              <a:ext cx="163" cy="204"/>
            </a:xfrm>
            <a:custGeom>
              <a:rect b="b" l="l" r="r" t="t"/>
              <a:pathLst>
                <a:path extrusionOk="0" h="15" w="12">
                  <a:moveTo>
                    <a:pt x="11" y="15"/>
                  </a:moveTo>
                  <a:cubicBezTo>
                    <a:pt x="8" y="11"/>
                    <a:pt x="4" y="4"/>
                    <a:pt x="1" y="1"/>
                  </a:cubicBezTo>
                  <a:cubicBezTo>
                    <a:pt x="4" y="4"/>
                    <a:pt x="8" y="11"/>
                    <a:pt x="11"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1" name="Google Shape;7351;p95"/>
            <p:cNvSpPr/>
            <p:nvPr/>
          </p:nvSpPr>
          <p:spPr>
            <a:xfrm>
              <a:off x="2380069" y="1732695"/>
              <a:ext cx="204" cy="163"/>
            </a:xfrm>
            <a:custGeom>
              <a:rect b="b" l="l" r="r" t="t"/>
              <a:pathLst>
                <a:path extrusionOk="0" h="12" w="15">
                  <a:moveTo>
                    <a:pt x="15" y="1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2" name="Google Shape;7352;p95"/>
            <p:cNvSpPr/>
            <p:nvPr/>
          </p:nvSpPr>
          <p:spPr>
            <a:xfrm>
              <a:off x="2402648" y="1737311"/>
              <a:ext cx="204" cy="244"/>
            </a:xfrm>
            <a:custGeom>
              <a:rect b="b" l="l" r="r" t="t"/>
              <a:pathLst>
                <a:path extrusionOk="0" h="18" w="15">
                  <a:moveTo>
                    <a:pt x="15" y="18"/>
                  </a:moveTo>
                  <a:cubicBezTo>
                    <a:pt x="11" y="11"/>
                    <a:pt x="8" y="7"/>
                    <a:pt x="1" y="0"/>
                  </a:cubicBezTo>
                  <a:cubicBezTo>
                    <a:pt x="8" y="7"/>
                    <a:pt x="11" y="11"/>
                    <a:pt x="15"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3" name="Google Shape;7353;p95"/>
            <p:cNvSpPr/>
            <p:nvPr/>
          </p:nvSpPr>
          <p:spPr>
            <a:xfrm>
              <a:off x="2380408" y="1732885"/>
              <a:ext cx="339" cy="204"/>
            </a:xfrm>
            <a:custGeom>
              <a:rect b="b" l="l" r="r" t="t"/>
              <a:pathLst>
                <a:path extrusionOk="0" h="15" w="25">
                  <a:moveTo>
                    <a:pt x="25" y="15"/>
                  </a:moveTo>
                  <a:cubicBezTo>
                    <a:pt x="14" y="11"/>
                    <a:pt x="7" y="8"/>
                    <a:pt x="0" y="1"/>
                  </a:cubicBezTo>
                  <a:cubicBezTo>
                    <a:pt x="7" y="8"/>
                    <a:pt x="14" y="11"/>
                    <a:pt x="25"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4" name="Google Shape;7354;p95"/>
            <p:cNvSpPr/>
            <p:nvPr/>
          </p:nvSpPr>
          <p:spPr>
            <a:xfrm>
              <a:off x="2404264" y="1738588"/>
              <a:ext cx="543" cy="353"/>
            </a:xfrm>
            <a:custGeom>
              <a:rect b="b" l="l" r="r" t="t"/>
              <a:pathLst>
                <a:path extrusionOk="0" h="26" w="40">
                  <a:moveTo>
                    <a:pt x="39" y="2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5" name="Google Shape;7355;p95"/>
            <p:cNvSpPr/>
            <p:nvPr/>
          </p:nvSpPr>
          <p:spPr>
            <a:xfrm>
              <a:off x="2392329" y="1712641"/>
              <a:ext cx="3109" cy="2295"/>
            </a:xfrm>
            <a:custGeom>
              <a:rect b="b" l="l" r="r" t="t"/>
              <a:pathLst>
                <a:path extrusionOk="0" h="169" w="229">
                  <a:moveTo>
                    <a:pt x="228" y="168"/>
                  </a:moveTo>
                  <a:cubicBezTo>
                    <a:pt x="158" y="98"/>
                    <a:pt x="74" y="11"/>
                    <a:pt x="1" y="0"/>
                  </a:cubicBezTo>
                  <a:cubicBezTo>
                    <a:pt x="74" y="11"/>
                    <a:pt x="158" y="98"/>
                    <a:pt x="228" y="16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6" name="Google Shape;7356;p95"/>
            <p:cNvSpPr/>
            <p:nvPr/>
          </p:nvSpPr>
          <p:spPr>
            <a:xfrm>
              <a:off x="2405364" y="1714447"/>
              <a:ext cx="244" cy="204"/>
            </a:xfrm>
            <a:custGeom>
              <a:rect b="b" l="l" r="r" t="t"/>
              <a:pathLst>
                <a:path extrusionOk="0" h="15" w="18">
                  <a:moveTo>
                    <a:pt x="0" y="14"/>
                  </a:move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7" name="Google Shape;7357;p95"/>
            <p:cNvSpPr/>
            <p:nvPr/>
          </p:nvSpPr>
          <p:spPr>
            <a:xfrm>
              <a:off x="2400612" y="1717298"/>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8" name="Google Shape;7358;p95"/>
            <p:cNvSpPr/>
            <p:nvPr/>
          </p:nvSpPr>
          <p:spPr>
            <a:xfrm>
              <a:off x="2403884" y="1715153"/>
              <a:ext cx="299" cy="109"/>
            </a:xfrm>
            <a:custGeom>
              <a:rect b="b" l="l" r="r" t="t"/>
              <a:pathLst>
                <a:path extrusionOk="0" h="8" w="22">
                  <a:moveTo>
                    <a:pt x="1" y="8"/>
                  </a:moveTo>
                  <a:lnTo>
                    <a:pt x="2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9" name="Google Shape;7359;p95"/>
            <p:cNvSpPr/>
            <p:nvPr/>
          </p:nvSpPr>
          <p:spPr>
            <a:xfrm>
              <a:off x="2404603" y="1714868"/>
              <a:ext cx="299" cy="109"/>
            </a:xfrm>
            <a:custGeom>
              <a:rect b="b" l="l" r="r" t="t"/>
              <a:pathLst>
                <a:path extrusionOk="0" h="8" w="22">
                  <a:moveTo>
                    <a:pt x="0" y="8"/>
                  </a:moveTo>
                  <a:lnTo>
                    <a:pt x="2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0" name="Google Shape;7360;p95"/>
            <p:cNvSpPr/>
            <p:nvPr/>
          </p:nvSpPr>
          <p:spPr>
            <a:xfrm>
              <a:off x="2403504" y="1715302"/>
              <a:ext cx="299" cy="109"/>
            </a:xfrm>
            <a:custGeom>
              <a:rect b="b" l="l" r="r" t="t"/>
              <a:pathLst>
                <a:path extrusionOk="0" h="8" w="22">
                  <a:moveTo>
                    <a:pt x="1" y="7"/>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1" name="Google Shape;7361;p95"/>
            <p:cNvSpPr/>
            <p:nvPr/>
          </p:nvSpPr>
          <p:spPr>
            <a:xfrm>
              <a:off x="2404929" y="1714637"/>
              <a:ext cx="353" cy="204"/>
            </a:xfrm>
            <a:custGeom>
              <a:rect b="b" l="l" r="r" t="t"/>
              <a:pathLst>
                <a:path extrusionOk="0" h="15" w="26">
                  <a:moveTo>
                    <a:pt x="1" y="14"/>
                  </a:moveTo>
                  <a:lnTo>
                    <a:pt x="2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2" name="Google Shape;7362;p95"/>
            <p:cNvSpPr/>
            <p:nvPr/>
          </p:nvSpPr>
          <p:spPr>
            <a:xfrm>
              <a:off x="2404223" y="1715017"/>
              <a:ext cx="299" cy="149"/>
            </a:xfrm>
            <a:custGeom>
              <a:rect b="b" l="l" r="r" t="t"/>
              <a:pathLst>
                <a:path extrusionOk="0" h="11" w="22">
                  <a:moveTo>
                    <a:pt x="0" y="11"/>
                  </a:moveTo>
                  <a:lnTo>
                    <a:pt x="2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3" name="Google Shape;7363;p95"/>
            <p:cNvSpPr/>
            <p:nvPr/>
          </p:nvSpPr>
          <p:spPr>
            <a:xfrm>
              <a:off x="2390333" y="1711921"/>
              <a:ext cx="543" cy="299"/>
            </a:xfrm>
            <a:custGeom>
              <a:rect b="b" l="l" r="r" t="t"/>
              <a:pathLst>
                <a:path extrusionOk="0" h="22" w="40">
                  <a:moveTo>
                    <a:pt x="1" y="1"/>
                  </a:moveTo>
                  <a:cubicBezTo>
                    <a:pt x="11" y="8"/>
                    <a:pt x="25" y="15"/>
                    <a:pt x="39" y="22"/>
                  </a:cubicBezTo>
                  <a:cubicBezTo>
                    <a:pt x="29" y="15"/>
                    <a:pt x="15" y="8"/>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4" name="Google Shape;7364;p95"/>
            <p:cNvSpPr/>
            <p:nvPr/>
          </p:nvSpPr>
          <p:spPr>
            <a:xfrm>
              <a:off x="2390958" y="1712261"/>
              <a:ext cx="394" cy="149"/>
            </a:xfrm>
            <a:custGeom>
              <a:rect b="b" l="l" r="r" t="t"/>
              <a:pathLst>
                <a:path extrusionOk="0" h="11" w="29">
                  <a:moveTo>
                    <a:pt x="0" y="0"/>
                  </a:moveTo>
                  <a:lnTo>
                    <a:pt x="2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5" name="Google Shape;7365;p95"/>
            <p:cNvSpPr/>
            <p:nvPr/>
          </p:nvSpPr>
          <p:spPr>
            <a:xfrm>
              <a:off x="2391664" y="1712492"/>
              <a:ext cx="204" cy="68"/>
            </a:xfrm>
            <a:custGeom>
              <a:rect b="b" l="l" r="r" t="t"/>
              <a:pathLst>
                <a:path extrusionOk="0" h="5" w="15">
                  <a:moveTo>
                    <a:pt x="1" y="1"/>
                  </a:moveTo>
                  <a:lnTo>
                    <a:pt x="15"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6" name="Google Shape;7366;p95"/>
            <p:cNvSpPr/>
            <p:nvPr/>
          </p:nvSpPr>
          <p:spPr>
            <a:xfrm>
              <a:off x="2400136" y="1717244"/>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7" name="Google Shape;7367;p95"/>
            <p:cNvSpPr/>
            <p:nvPr/>
          </p:nvSpPr>
          <p:spPr>
            <a:xfrm>
              <a:off x="2406029" y="1713822"/>
              <a:ext cx="244" cy="258"/>
            </a:xfrm>
            <a:custGeom>
              <a:rect b="b" l="l" r="r" t="t"/>
              <a:pathLst>
                <a:path extrusionOk="0" h="19" w="18">
                  <a:moveTo>
                    <a:pt x="18" y="1"/>
                  </a:moveTo>
                  <a:cubicBezTo>
                    <a:pt x="11" y="8"/>
                    <a:pt x="4" y="15"/>
                    <a:pt x="0" y="18"/>
                  </a:cubicBezTo>
                  <a:cubicBezTo>
                    <a:pt x="4" y="15"/>
                    <a:pt x="11" y="8"/>
                    <a:pt x="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8" name="Google Shape;7368;p95"/>
            <p:cNvSpPr/>
            <p:nvPr/>
          </p:nvSpPr>
          <p:spPr>
            <a:xfrm>
              <a:off x="2398331" y="1716578"/>
              <a:ext cx="530" cy="204"/>
            </a:xfrm>
            <a:custGeom>
              <a:rect b="b" l="l" r="r" t="t"/>
              <a:pathLst>
                <a:path extrusionOk="0" h="15" w="39">
                  <a:moveTo>
                    <a:pt x="0" y="1"/>
                  </a:moveTo>
                  <a:lnTo>
                    <a:pt x="0" y="1"/>
                  </a:lnTo>
                  <a:cubicBezTo>
                    <a:pt x="14" y="4"/>
                    <a:pt x="28" y="8"/>
                    <a:pt x="39" y="15"/>
                  </a:cubicBezTo>
                  <a:cubicBezTo>
                    <a:pt x="28" y="8"/>
                    <a:pt x="14"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9" name="Google Shape;7369;p95"/>
            <p:cNvSpPr/>
            <p:nvPr/>
          </p:nvSpPr>
          <p:spPr>
            <a:xfrm>
              <a:off x="2399702" y="1717108"/>
              <a:ext cx="109" cy="14"/>
            </a:xfrm>
            <a:custGeom>
              <a:rect b="b" l="l" r="r" t="t"/>
              <a:pathLst>
                <a:path extrusionOk="0" h="1" w="8">
                  <a:moveTo>
                    <a:pt x="1" y="0"/>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0" name="Google Shape;7370;p95"/>
            <p:cNvSpPr/>
            <p:nvPr/>
          </p:nvSpPr>
          <p:spPr>
            <a:xfrm>
              <a:off x="2405649" y="1714162"/>
              <a:ext cx="339" cy="244"/>
            </a:xfrm>
            <a:custGeom>
              <a:rect b="b" l="l" r="r" t="t"/>
              <a:pathLst>
                <a:path extrusionOk="0" h="18" w="25">
                  <a:moveTo>
                    <a:pt x="25" y="0"/>
                  </a:moveTo>
                  <a:cubicBezTo>
                    <a:pt x="14" y="4"/>
                    <a:pt x="7" y="11"/>
                    <a:pt x="0" y="18"/>
                  </a:cubicBezTo>
                  <a:cubicBezTo>
                    <a:pt x="7" y="11"/>
                    <a:pt x="18" y="4"/>
                    <a:pt x="2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1" name="Google Shape;7371;p95"/>
            <p:cNvSpPr/>
            <p:nvPr/>
          </p:nvSpPr>
          <p:spPr>
            <a:xfrm>
              <a:off x="2400747" y="1717244"/>
              <a:ext cx="163" cy="14"/>
            </a:xfrm>
            <a:custGeom>
              <a:rect b="b" l="l" r="r" t="t"/>
              <a:pathLst>
                <a:path extrusionOk="0" h="1" w="12">
                  <a:moveTo>
                    <a:pt x="1" y="1"/>
                  </a:move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2" name="Google Shape;7372;p95"/>
            <p:cNvSpPr/>
            <p:nvPr/>
          </p:nvSpPr>
          <p:spPr>
            <a:xfrm>
              <a:off x="2399322" y="1716959"/>
              <a:ext cx="109" cy="68"/>
            </a:xfrm>
            <a:custGeom>
              <a:rect b="b" l="l" r="r" t="t"/>
              <a:pathLst>
                <a:path extrusionOk="0" h="5" w="8">
                  <a:moveTo>
                    <a:pt x="1" y="1"/>
                  </a:moveTo>
                  <a:lnTo>
                    <a:pt x="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3" name="Google Shape;7373;p95"/>
            <p:cNvSpPr/>
            <p:nvPr/>
          </p:nvSpPr>
          <p:spPr>
            <a:xfrm>
              <a:off x="2381454" y="1716008"/>
              <a:ext cx="2485" cy="5010"/>
            </a:xfrm>
            <a:custGeom>
              <a:rect b="b" l="l" r="r" t="t"/>
              <a:pathLst>
                <a:path extrusionOk="0" h="369" w="183">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4" name="Google Shape;7374;p95"/>
            <p:cNvSpPr/>
            <p:nvPr/>
          </p:nvSpPr>
          <p:spPr>
            <a:xfrm>
              <a:off x="2390863" y="1732315"/>
              <a:ext cx="14" cy="204"/>
            </a:xfrm>
            <a:custGeom>
              <a:rect b="b" l="l" r="r" t="t"/>
              <a:pathLst>
                <a:path extrusionOk="0" h="15" w="1">
                  <a:moveTo>
                    <a:pt x="0" y="1"/>
                  </a:moveTo>
                  <a:lnTo>
                    <a:pt x="0" y="11"/>
                  </a:lnTo>
                  <a:cubicBezTo>
                    <a:pt x="0" y="15"/>
                    <a:pt x="0"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5" name="Google Shape;7375;p95"/>
            <p:cNvSpPr/>
            <p:nvPr/>
          </p:nvSpPr>
          <p:spPr>
            <a:xfrm>
              <a:off x="2390958" y="1732790"/>
              <a:ext cx="54" cy="204"/>
            </a:xfrm>
            <a:custGeom>
              <a:rect b="b" l="l" r="r" t="t"/>
              <a:pathLst>
                <a:path extrusionOk="0" h="15" w="4">
                  <a:moveTo>
                    <a:pt x="0" y="1"/>
                  </a:moveTo>
                  <a:lnTo>
                    <a:pt x="4"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6" name="Google Shape;7376;p95"/>
            <p:cNvSpPr/>
            <p:nvPr/>
          </p:nvSpPr>
          <p:spPr>
            <a:xfrm>
              <a:off x="2390809" y="1732179"/>
              <a:ext cx="68" cy="109"/>
            </a:xfrm>
            <a:custGeom>
              <a:rect b="b" l="l" r="r" t="t"/>
              <a:pathLst>
                <a:path extrusionOk="0" h="8" w="5">
                  <a:moveTo>
                    <a:pt x="4" y="0"/>
                  </a:moveTo>
                  <a:cubicBezTo>
                    <a:pt x="1" y="4"/>
                    <a:pt x="1" y="7"/>
                    <a:pt x="4" y="7"/>
                  </a:cubicBezTo>
                  <a:cubicBezTo>
                    <a:pt x="1" y="7"/>
                    <a:pt x="1" y="4"/>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7" name="Google Shape;7377;p95"/>
            <p:cNvSpPr/>
            <p:nvPr/>
          </p:nvSpPr>
          <p:spPr>
            <a:xfrm>
              <a:off x="2391243" y="1733550"/>
              <a:ext cx="149" cy="353"/>
            </a:xfrm>
            <a:custGeom>
              <a:rect b="b" l="l" r="r" t="t"/>
              <a:pathLst>
                <a:path extrusionOk="0" h="26" w="11">
                  <a:moveTo>
                    <a:pt x="0" y="1"/>
                  </a:moveTo>
                  <a:lnTo>
                    <a:pt x="11"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8" name="Google Shape;7378;p95"/>
            <p:cNvSpPr/>
            <p:nvPr/>
          </p:nvSpPr>
          <p:spPr>
            <a:xfrm>
              <a:off x="2391813" y="1734691"/>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9" name="Google Shape;7379;p95"/>
            <p:cNvSpPr/>
            <p:nvPr/>
          </p:nvSpPr>
          <p:spPr>
            <a:xfrm>
              <a:off x="2391474" y="1734080"/>
              <a:ext cx="258" cy="489"/>
            </a:xfrm>
            <a:custGeom>
              <a:rect b="b" l="l" r="r" t="t"/>
              <a:pathLst>
                <a:path extrusionOk="0" h="36" w="19">
                  <a:moveTo>
                    <a:pt x="1" y="0"/>
                  </a:moveTo>
                  <a:cubicBezTo>
                    <a:pt x="4" y="11"/>
                    <a:pt x="11" y="21"/>
                    <a:pt x="18" y="35"/>
                  </a:cubicBezTo>
                  <a:cubicBezTo>
                    <a:pt x="11" y="21"/>
                    <a:pt x="4" y="11"/>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0" name="Google Shape;7380;p95"/>
            <p:cNvSpPr/>
            <p:nvPr/>
          </p:nvSpPr>
          <p:spPr>
            <a:xfrm>
              <a:off x="2390904" y="1732559"/>
              <a:ext cx="14" cy="149"/>
            </a:xfrm>
            <a:custGeom>
              <a:rect b="b" l="l" r="r" t="t"/>
              <a:pathLst>
                <a:path extrusionOk="0" h="11" w="1">
                  <a:moveTo>
                    <a:pt x="1"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1" name="Google Shape;7381;p95"/>
            <p:cNvSpPr/>
            <p:nvPr/>
          </p:nvSpPr>
          <p:spPr>
            <a:xfrm>
              <a:off x="2391094" y="1733170"/>
              <a:ext cx="109" cy="258"/>
            </a:xfrm>
            <a:custGeom>
              <a:rect b="b" l="l" r="r" t="t"/>
              <a:pathLst>
                <a:path extrusionOk="0" h="19" w="8">
                  <a:moveTo>
                    <a:pt x="1" y="1"/>
                  </a:moveTo>
                  <a:lnTo>
                    <a:pt x="8"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2" name="Google Shape;7382;p95"/>
            <p:cNvSpPr/>
            <p:nvPr/>
          </p:nvSpPr>
          <p:spPr>
            <a:xfrm>
              <a:off x="2384726" y="1733930"/>
              <a:ext cx="109" cy="109"/>
            </a:xfrm>
            <a:custGeom>
              <a:rect b="b" l="l" r="r" t="t"/>
              <a:pathLst>
                <a:path extrusionOk="0" h="8" w="8">
                  <a:moveTo>
                    <a:pt x="8"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3" name="Google Shape;7383;p95"/>
            <p:cNvSpPr/>
            <p:nvPr/>
          </p:nvSpPr>
          <p:spPr>
            <a:xfrm>
              <a:off x="2379308" y="1731459"/>
              <a:ext cx="299" cy="163"/>
            </a:xfrm>
            <a:custGeom>
              <a:rect b="b" l="l" r="r" t="t"/>
              <a:pathLst>
                <a:path extrusionOk="0" h="12" w="22">
                  <a:moveTo>
                    <a:pt x="1" y="1"/>
                  </a:moveTo>
                  <a:lnTo>
                    <a:pt x="22" y="11"/>
                  </a:ln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4" name="Google Shape;7384;p95"/>
            <p:cNvSpPr/>
            <p:nvPr/>
          </p:nvSpPr>
          <p:spPr>
            <a:xfrm>
              <a:off x="2385350" y="1734691"/>
              <a:ext cx="14" cy="68"/>
            </a:xfrm>
            <a:custGeom>
              <a:rect b="b" l="l" r="r" t="t"/>
              <a:pathLst>
                <a:path extrusionOk="0" h="5" w="1">
                  <a:moveTo>
                    <a:pt x="0"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5" name="Google Shape;7385;p95"/>
            <p:cNvSpPr/>
            <p:nvPr/>
          </p:nvSpPr>
          <p:spPr>
            <a:xfrm>
              <a:off x="2379784" y="1731744"/>
              <a:ext cx="543" cy="299"/>
            </a:xfrm>
            <a:custGeom>
              <a:rect b="b" l="l" r="r" t="t"/>
              <a:pathLst>
                <a:path extrusionOk="0" h="22" w="40">
                  <a:moveTo>
                    <a:pt x="39" y="2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6" name="Google Shape;7386;p95"/>
            <p:cNvSpPr/>
            <p:nvPr/>
          </p:nvSpPr>
          <p:spPr>
            <a:xfrm>
              <a:off x="2385826" y="1735791"/>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7" name="Google Shape;7387;p95"/>
            <p:cNvSpPr/>
            <p:nvPr/>
          </p:nvSpPr>
          <p:spPr>
            <a:xfrm>
              <a:off x="2385676" y="1735220"/>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8" name="Google Shape;7388;p95"/>
            <p:cNvSpPr/>
            <p:nvPr/>
          </p:nvSpPr>
          <p:spPr>
            <a:xfrm>
              <a:off x="2381264" y="1715682"/>
              <a:ext cx="434" cy="774"/>
            </a:xfrm>
            <a:custGeom>
              <a:rect b="b" l="l" r="r" t="t"/>
              <a:pathLst>
                <a:path extrusionOk="0" h="57" w="32">
                  <a:moveTo>
                    <a:pt x="0" y="0"/>
                  </a:moveTo>
                  <a:cubicBezTo>
                    <a:pt x="7" y="18"/>
                    <a:pt x="21" y="39"/>
                    <a:pt x="32" y="56"/>
                  </a:cubicBezTo>
                  <a:lnTo>
                    <a:pt x="14" y="25"/>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9" name="Google Shape;7389;p95"/>
            <p:cNvSpPr/>
            <p:nvPr/>
          </p:nvSpPr>
          <p:spPr>
            <a:xfrm>
              <a:off x="2379404" y="1731324"/>
              <a:ext cx="14" cy="54"/>
            </a:xfrm>
            <a:custGeom>
              <a:rect b="b" l="l" r="r" t="t"/>
              <a:pathLst>
                <a:path extrusionOk="0" h="4" w="1">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0" name="Google Shape;7390;p95"/>
            <p:cNvSpPr/>
            <p:nvPr/>
          </p:nvSpPr>
          <p:spPr>
            <a:xfrm>
              <a:off x="2385826" y="1735981"/>
              <a:ext cx="14" cy="14"/>
            </a:xfrm>
            <a:custGeom>
              <a:rect b="b" l="l" r="r" t="t"/>
              <a:pathLst>
                <a:path extrusionOk="0" h="1" w="1">
                  <a:moveTo>
                    <a:pt x="0" y="0"/>
                  </a:moveTo>
                  <a:lnTo>
                    <a:pt x="0" y="0"/>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1" name="Google Shape;7391;p95"/>
            <p:cNvSpPr/>
            <p:nvPr/>
          </p:nvSpPr>
          <p:spPr>
            <a:xfrm>
              <a:off x="2497528" y="1743000"/>
              <a:ext cx="87140" cy="73726"/>
            </a:xfrm>
            <a:custGeom>
              <a:rect b="b" l="l" r="r" t="t"/>
              <a:pathLst>
                <a:path extrusionOk="0" h="5430" w="6418">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2" name="Google Shape;7392;p95"/>
            <p:cNvSpPr/>
            <p:nvPr/>
          </p:nvSpPr>
          <p:spPr>
            <a:xfrm>
              <a:off x="2595449" y="1751378"/>
              <a:ext cx="0" cy="14"/>
            </a:xfrm>
            <a:custGeom>
              <a:rect b="b" l="l" r="r" t="t"/>
              <a:pathLst>
                <a:path extrusionOk="0" h="1" w="0">
                  <a:moveTo>
                    <a:pt x="0"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3" name="Google Shape;7393;p95"/>
            <p:cNvSpPr/>
            <p:nvPr/>
          </p:nvSpPr>
          <p:spPr>
            <a:xfrm>
              <a:off x="2589692" y="1751432"/>
              <a:ext cx="11134" cy="4046"/>
            </a:xfrm>
            <a:custGeom>
              <a:rect b="b" l="l" r="r" t="t"/>
              <a:pathLst>
                <a:path extrusionOk="0" h="298" w="82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4" name="Google Shape;7394;p95"/>
            <p:cNvSpPr/>
            <p:nvPr/>
          </p:nvSpPr>
          <p:spPr>
            <a:xfrm>
              <a:off x="2541736" y="1751432"/>
              <a:ext cx="434" cy="109"/>
            </a:xfrm>
            <a:custGeom>
              <a:rect b="b" l="l" r="r" t="t"/>
              <a:pathLst>
                <a:path extrusionOk="0" h="8" w="32">
                  <a:moveTo>
                    <a:pt x="32" y="0"/>
                  </a:moveTo>
                  <a:cubicBezTo>
                    <a:pt x="21" y="0"/>
                    <a:pt x="11" y="4"/>
                    <a:pt x="0" y="4"/>
                  </a:cubicBezTo>
                  <a:lnTo>
                    <a:pt x="0" y="7"/>
                  </a:lnTo>
                  <a:lnTo>
                    <a:pt x="3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5" name="Google Shape;7395;p95"/>
            <p:cNvSpPr/>
            <p:nvPr/>
          </p:nvSpPr>
          <p:spPr>
            <a:xfrm>
              <a:off x="2550955" y="1754039"/>
              <a:ext cx="394" cy="258"/>
            </a:xfrm>
            <a:custGeom>
              <a:rect b="b" l="l" r="r" t="t"/>
              <a:pathLst>
                <a:path extrusionOk="0" h="19" w="29">
                  <a:moveTo>
                    <a:pt x="0" y="1"/>
                  </a:moveTo>
                  <a:lnTo>
                    <a:pt x="28" y="18"/>
                  </a:lnTo>
                  <a:lnTo>
                    <a:pt x="28"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6" name="Google Shape;7396;p95"/>
            <p:cNvSpPr/>
            <p:nvPr/>
          </p:nvSpPr>
          <p:spPr>
            <a:xfrm>
              <a:off x="2549950" y="1753523"/>
              <a:ext cx="68" cy="14"/>
            </a:xfrm>
            <a:custGeom>
              <a:rect b="b" l="l" r="r" t="t"/>
              <a:pathLst>
                <a:path extrusionOk="0" h="1" w="5">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7" name="Google Shape;7397;p95"/>
            <p:cNvSpPr/>
            <p:nvPr/>
          </p:nvSpPr>
          <p:spPr>
            <a:xfrm>
              <a:off x="2550236" y="1753618"/>
              <a:ext cx="109" cy="54"/>
            </a:xfrm>
            <a:custGeom>
              <a:rect b="b" l="l" r="r" t="t"/>
              <a:pathLst>
                <a:path extrusionOk="0" h="4" w="8">
                  <a:moveTo>
                    <a:pt x="8"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8" name="Google Shape;7398;p95"/>
            <p:cNvSpPr/>
            <p:nvPr/>
          </p:nvSpPr>
          <p:spPr>
            <a:xfrm>
              <a:off x="2549244" y="1753278"/>
              <a:ext cx="244" cy="14"/>
            </a:xfrm>
            <a:custGeom>
              <a:rect b="b" l="l" r="r" t="t"/>
              <a:pathLst>
                <a:path extrusionOk="0" h="1" w="18">
                  <a:moveTo>
                    <a:pt x="18" y="1"/>
                  </a:moveTo>
                  <a:cubicBezTo>
                    <a:pt x="11" y="1"/>
                    <a:pt x="7" y="1"/>
                    <a:pt x="0" y="1"/>
                  </a:cubicBezTo>
                  <a:cubicBezTo>
                    <a:pt x="7" y="1"/>
                    <a:pt x="11" y="1"/>
                    <a:pt x="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9" name="Google Shape;7399;p95"/>
            <p:cNvSpPr/>
            <p:nvPr/>
          </p:nvSpPr>
          <p:spPr>
            <a:xfrm>
              <a:off x="2550480" y="1753754"/>
              <a:ext cx="149" cy="68"/>
            </a:xfrm>
            <a:custGeom>
              <a:rect b="b" l="l" r="r" t="t"/>
              <a:pathLst>
                <a:path extrusionOk="0" h="5" w="11">
                  <a:moveTo>
                    <a:pt x="11"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0" name="Google Shape;7400;p95"/>
            <p:cNvSpPr/>
            <p:nvPr/>
          </p:nvSpPr>
          <p:spPr>
            <a:xfrm>
              <a:off x="2550711" y="1753903"/>
              <a:ext cx="204" cy="109"/>
            </a:xfrm>
            <a:custGeom>
              <a:rect b="b" l="l" r="r" t="t"/>
              <a:pathLst>
                <a:path extrusionOk="0" h="8" w="15">
                  <a:moveTo>
                    <a:pt x="15"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1" name="Google Shape;7401;p95"/>
            <p:cNvSpPr/>
            <p:nvPr/>
          </p:nvSpPr>
          <p:spPr>
            <a:xfrm>
              <a:off x="2549625" y="1753373"/>
              <a:ext cx="109" cy="14"/>
            </a:xfrm>
            <a:custGeom>
              <a:rect b="b" l="l" r="r" t="t"/>
              <a:pathLst>
                <a:path extrusionOk="0" h="1" w="8">
                  <a:moveTo>
                    <a:pt x="7"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2" name="Google Shape;7402;p95"/>
            <p:cNvSpPr/>
            <p:nvPr/>
          </p:nvSpPr>
          <p:spPr>
            <a:xfrm>
              <a:off x="2551756" y="1754568"/>
              <a:ext cx="1439" cy="910"/>
            </a:xfrm>
            <a:custGeom>
              <a:rect b="b" l="l" r="r" t="t"/>
              <a:pathLst>
                <a:path extrusionOk="0" h="67" w="106">
                  <a:moveTo>
                    <a:pt x="1" y="0"/>
                  </a:moveTo>
                  <a:lnTo>
                    <a:pt x="106" y="67"/>
                  </a:lnTo>
                  <a:lnTo>
                    <a:pt x="106" y="60"/>
                  </a:lnTo>
                  <a:lnTo>
                    <a:pt x="88" y="53"/>
                  </a:lnTo>
                  <a:cubicBezTo>
                    <a:pt x="57" y="35"/>
                    <a:pt x="29" y="18"/>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3" name="Google Shape;7403;p95"/>
            <p:cNvSpPr/>
            <p:nvPr/>
          </p:nvSpPr>
          <p:spPr>
            <a:xfrm>
              <a:off x="2542917" y="1751147"/>
              <a:ext cx="543" cy="149"/>
            </a:xfrm>
            <a:custGeom>
              <a:rect b="b" l="l" r="r" t="t"/>
              <a:pathLst>
                <a:path extrusionOk="0" h="11" w="4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4" name="Google Shape;7404;p95"/>
            <p:cNvSpPr/>
            <p:nvPr/>
          </p:nvSpPr>
          <p:spPr>
            <a:xfrm>
              <a:off x="2508784" y="1768770"/>
              <a:ext cx="204" cy="394"/>
            </a:xfrm>
            <a:custGeom>
              <a:rect b="b" l="l" r="r" t="t"/>
              <a:pathLst>
                <a:path extrusionOk="0" h="29" w="15">
                  <a:moveTo>
                    <a:pt x="15" y="29"/>
                  </a:moveTo>
                  <a:cubicBezTo>
                    <a:pt x="11" y="22"/>
                    <a:pt x="4" y="11"/>
                    <a:pt x="1" y="1"/>
                  </a:cubicBezTo>
                  <a:cubicBezTo>
                    <a:pt x="4" y="11"/>
                    <a:pt x="11" y="22"/>
                    <a:pt x="15"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5" name="Google Shape;7405;p95"/>
            <p:cNvSpPr/>
            <p:nvPr/>
          </p:nvSpPr>
          <p:spPr>
            <a:xfrm>
              <a:off x="2511499" y="1770440"/>
              <a:ext cx="489" cy="14"/>
            </a:xfrm>
            <a:custGeom>
              <a:rect b="b" l="l" r="r" t="t"/>
              <a:pathLst>
                <a:path extrusionOk="0" h="1" w="36">
                  <a:moveTo>
                    <a:pt x="15" y="0"/>
                  </a:moveTo>
                  <a:lnTo>
                    <a:pt x="36" y="0"/>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6" name="Google Shape;7406;p95"/>
            <p:cNvSpPr/>
            <p:nvPr/>
          </p:nvSpPr>
          <p:spPr>
            <a:xfrm>
              <a:off x="2509734" y="1769965"/>
              <a:ext cx="1018" cy="394"/>
            </a:xfrm>
            <a:custGeom>
              <a:rect b="b" l="l" r="r" t="t"/>
              <a:pathLst>
                <a:path extrusionOk="0" h="29" w="75">
                  <a:moveTo>
                    <a:pt x="74" y="28"/>
                  </a:moveTo>
                  <a:cubicBezTo>
                    <a:pt x="50" y="21"/>
                    <a:pt x="25" y="11"/>
                    <a:pt x="1" y="0"/>
                  </a:cubicBezTo>
                  <a:cubicBezTo>
                    <a:pt x="25" y="11"/>
                    <a:pt x="50" y="21"/>
                    <a:pt x="74"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7" name="Google Shape;7407;p95"/>
            <p:cNvSpPr/>
            <p:nvPr/>
          </p:nvSpPr>
          <p:spPr>
            <a:xfrm>
              <a:off x="2510888" y="1770345"/>
              <a:ext cx="475" cy="54"/>
            </a:xfrm>
            <a:custGeom>
              <a:rect b="b" l="l" r="r" t="t"/>
              <a:pathLst>
                <a:path extrusionOk="0" h="4" w="35">
                  <a:moveTo>
                    <a:pt x="35" y="4"/>
                  </a:moveTo>
                  <a:cubicBezTo>
                    <a:pt x="21" y="4"/>
                    <a:pt x="11" y="4"/>
                    <a:pt x="0" y="0"/>
                  </a:cubicBezTo>
                  <a:cubicBezTo>
                    <a:pt x="11" y="4"/>
                    <a:pt x="21" y="4"/>
                    <a:pt x="35" y="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8" name="Google Shape;7408;p95"/>
            <p:cNvSpPr/>
            <p:nvPr/>
          </p:nvSpPr>
          <p:spPr>
            <a:xfrm>
              <a:off x="2509354" y="1769680"/>
              <a:ext cx="299" cy="204"/>
            </a:xfrm>
            <a:custGeom>
              <a:rect b="b" l="l" r="r" t="t"/>
              <a:pathLst>
                <a:path extrusionOk="0" h="15" w="22">
                  <a:moveTo>
                    <a:pt x="22" y="14"/>
                  </a:moveTo>
                  <a:cubicBezTo>
                    <a:pt x="15" y="11"/>
                    <a:pt x="8" y="4"/>
                    <a:pt x="1" y="0"/>
                  </a:cubicBezTo>
                  <a:cubicBezTo>
                    <a:pt x="8" y="4"/>
                    <a:pt x="15" y="11"/>
                    <a:pt x="22"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9" name="Google Shape;7409;p95"/>
            <p:cNvSpPr/>
            <p:nvPr/>
          </p:nvSpPr>
          <p:spPr>
            <a:xfrm>
              <a:off x="2509069" y="1769300"/>
              <a:ext cx="204" cy="244"/>
            </a:xfrm>
            <a:custGeom>
              <a:rect b="b" l="l" r="r" t="t"/>
              <a:pathLst>
                <a:path extrusionOk="0" h="18" w="15">
                  <a:moveTo>
                    <a:pt x="15" y="18"/>
                  </a:moveTo>
                  <a:cubicBezTo>
                    <a:pt x="8" y="11"/>
                    <a:pt x="4" y="7"/>
                    <a:pt x="1" y="0"/>
                  </a:cubicBezTo>
                  <a:cubicBezTo>
                    <a:pt x="4" y="7"/>
                    <a:pt x="8" y="11"/>
                    <a:pt x="15"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0" name="Google Shape;7410;p95"/>
            <p:cNvSpPr/>
            <p:nvPr/>
          </p:nvSpPr>
          <p:spPr>
            <a:xfrm>
              <a:off x="2534975" y="1750997"/>
              <a:ext cx="489" cy="543"/>
            </a:xfrm>
            <a:custGeom>
              <a:rect b="b" l="l" r="r" t="t"/>
              <a:pathLst>
                <a:path extrusionOk="0" h="40" w="36">
                  <a:moveTo>
                    <a:pt x="36" y="1"/>
                  </a:moveTo>
                  <a:cubicBezTo>
                    <a:pt x="25" y="11"/>
                    <a:pt x="11" y="25"/>
                    <a:pt x="1" y="39"/>
                  </a:cubicBezTo>
                  <a:cubicBezTo>
                    <a:pt x="11" y="25"/>
                    <a:pt x="25" y="11"/>
                    <a:pt x="3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1" name="Google Shape;7411;p95"/>
            <p:cNvSpPr/>
            <p:nvPr/>
          </p:nvSpPr>
          <p:spPr>
            <a:xfrm>
              <a:off x="2536780" y="1750047"/>
              <a:ext cx="109" cy="14"/>
            </a:xfrm>
            <a:custGeom>
              <a:rect b="b" l="l" r="r" t="t"/>
              <a:pathLst>
                <a:path extrusionOk="0" h="1" w="8">
                  <a:moveTo>
                    <a:pt x="1" y="0"/>
                  </a:moveTo>
                  <a:lnTo>
                    <a:pt x="1" y="0"/>
                  </a:lnTo>
                  <a:lnTo>
                    <a:pt x="8" y="0"/>
                  </a:ln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2" name="Google Shape;7412;p95"/>
            <p:cNvSpPr/>
            <p:nvPr/>
          </p:nvSpPr>
          <p:spPr>
            <a:xfrm>
              <a:off x="2512219" y="1770291"/>
              <a:ext cx="679" cy="109"/>
            </a:xfrm>
            <a:custGeom>
              <a:rect b="b" l="l" r="r" t="t"/>
              <a:pathLst>
                <a:path extrusionOk="0" h="8" w="50">
                  <a:moveTo>
                    <a:pt x="49" y="1"/>
                  </a:moveTo>
                  <a:cubicBezTo>
                    <a:pt x="32" y="4"/>
                    <a:pt x="14" y="8"/>
                    <a:pt x="0" y="8"/>
                  </a:cubicBezTo>
                  <a:cubicBezTo>
                    <a:pt x="14" y="8"/>
                    <a:pt x="32" y="4"/>
                    <a:pt x="4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3" name="Google Shape;7413;p95"/>
            <p:cNvSpPr/>
            <p:nvPr/>
          </p:nvSpPr>
          <p:spPr>
            <a:xfrm>
              <a:off x="2503230" y="1767779"/>
              <a:ext cx="679" cy="204"/>
            </a:xfrm>
            <a:custGeom>
              <a:rect b="b" l="l" r="r" t="t"/>
              <a:pathLst>
                <a:path extrusionOk="0" h="15" w="50">
                  <a:moveTo>
                    <a:pt x="49" y="0"/>
                  </a:moveTo>
                  <a:cubicBezTo>
                    <a:pt x="35" y="0"/>
                    <a:pt x="25" y="4"/>
                    <a:pt x="14" y="7"/>
                  </a:cubicBezTo>
                  <a:lnTo>
                    <a:pt x="0" y="14"/>
                  </a:lnTo>
                  <a:cubicBezTo>
                    <a:pt x="14" y="7"/>
                    <a:pt x="32" y="0"/>
                    <a:pt x="49"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4" name="Google Shape;7414;p95"/>
            <p:cNvSpPr/>
            <p:nvPr/>
          </p:nvSpPr>
          <p:spPr>
            <a:xfrm>
              <a:off x="2542917" y="1751187"/>
              <a:ext cx="489" cy="109"/>
            </a:xfrm>
            <a:custGeom>
              <a:rect b="b" l="l" r="r" t="t"/>
              <a:pathLst>
                <a:path extrusionOk="0" h="8" w="36">
                  <a:moveTo>
                    <a:pt x="36" y="1"/>
                  </a:moveTo>
                  <a:lnTo>
                    <a:pt x="36" y="1"/>
                  </a:lnTo>
                  <a:cubicBezTo>
                    <a:pt x="22" y="4"/>
                    <a:pt x="11" y="4"/>
                    <a:pt x="1" y="8"/>
                  </a:cubicBezTo>
                  <a:cubicBezTo>
                    <a:pt x="11" y="8"/>
                    <a:pt x="22" y="4"/>
                    <a:pt x="3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5" name="Google Shape;7415;p95"/>
            <p:cNvSpPr/>
            <p:nvPr/>
          </p:nvSpPr>
          <p:spPr>
            <a:xfrm>
              <a:off x="2502035" y="1769436"/>
              <a:ext cx="68" cy="394"/>
            </a:xfrm>
            <a:custGeom>
              <a:rect b="b" l="l" r="r" t="t"/>
              <a:pathLst>
                <a:path extrusionOk="0" h="29" w="5">
                  <a:moveTo>
                    <a:pt x="1" y="29"/>
                  </a:moveTo>
                  <a:cubicBezTo>
                    <a:pt x="1" y="18"/>
                    <a:pt x="4" y="11"/>
                    <a:pt x="4" y="1"/>
                  </a:cubicBezTo>
                  <a:cubicBezTo>
                    <a:pt x="4" y="11"/>
                    <a:pt x="1" y="18"/>
                    <a:pt x="1" y="2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6" name="Google Shape;7416;p95"/>
            <p:cNvSpPr/>
            <p:nvPr/>
          </p:nvSpPr>
          <p:spPr>
            <a:xfrm>
              <a:off x="2499143" y="1813793"/>
              <a:ext cx="14" cy="204"/>
            </a:xfrm>
            <a:custGeom>
              <a:rect b="b" l="l" r="r" t="t"/>
              <a:pathLst>
                <a:path extrusionOk="0" h="15" w="1">
                  <a:moveTo>
                    <a:pt x="0" y="14"/>
                  </a:moveTo>
                  <a:cubicBezTo>
                    <a:pt x="0" y="7"/>
                    <a:pt x="0" y="4"/>
                    <a:pt x="0" y="0"/>
                  </a:cubicBezTo>
                  <a:cubicBezTo>
                    <a:pt x="0" y="4"/>
                    <a:pt x="0" y="7"/>
                    <a:pt x="0"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7" name="Google Shape;7417;p95"/>
            <p:cNvSpPr/>
            <p:nvPr/>
          </p:nvSpPr>
          <p:spPr>
            <a:xfrm>
              <a:off x="2500230" y="1774663"/>
              <a:ext cx="448" cy="489"/>
            </a:xfrm>
            <a:custGeom>
              <a:rect b="b" l="l" r="r" t="t"/>
              <a:pathLst>
                <a:path extrusionOk="0" h="36" w="33">
                  <a:moveTo>
                    <a:pt x="32" y="1"/>
                  </a:moveTo>
                  <a:cubicBezTo>
                    <a:pt x="22" y="15"/>
                    <a:pt x="11" y="25"/>
                    <a:pt x="1" y="36"/>
                  </a:cubicBezTo>
                  <a:cubicBezTo>
                    <a:pt x="15" y="25"/>
                    <a:pt x="22" y="15"/>
                    <a:pt x="3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8" name="Google Shape;7418;p95"/>
            <p:cNvSpPr/>
            <p:nvPr/>
          </p:nvSpPr>
          <p:spPr>
            <a:xfrm>
              <a:off x="2502131" y="1767969"/>
              <a:ext cx="1113" cy="1385"/>
            </a:xfrm>
            <a:custGeom>
              <a:rect b="b" l="l" r="r" t="t"/>
              <a:pathLst>
                <a:path extrusionOk="0" h="102" w="82">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9" name="Google Shape;7419;p95"/>
            <p:cNvSpPr/>
            <p:nvPr/>
          </p:nvSpPr>
          <p:spPr>
            <a:xfrm>
              <a:off x="2500664" y="1769911"/>
              <a:ext cx="1480" cy="4725"/>
            </a:xfrm>
            <a:custGeom>
              <a:rect b="b" l="l" r="r" t="t"/>
              <a:pathLst>
                <a:path extrusionOk="0" h="348" w="109">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0" name="Google Shape;7420;p95"/>
            <p:cNvSpPr/>
            <p:nvPr/>
          </p:nvSpPr>
          <p:spPr>
            <a:xfrm>
              <a:off x="2503081" y="1767874"/>
              <a:ext cx="353" cy="204"/>
            </a:xfrm>
            <a:custGeom>
              <a:rect b="b" l="l" r="r" t="t"/>
              <a:pathLst>
                <a:path extrusionOk="0" h="15" w="26">
                  <a:moveTo>
                    <a:pt x="25" y="0"/>
                  </a:moveTo>
                  <a:cubicBezTo>
                    <a:pt x="15" y="4"/>
                    <a:pt x="8" y="7"/>
                    <a:pt x="1" y="14"/>
                  </a:cubicBezTo>
                  <a:lnTo>
                    <a:pt x="11" y="7"/>
                  </a:lnTo>
                  <a:lnTo>
                    <a:pt x="25"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1" name="Google Shape;7421;p95"/>
            <p:cNvSpPr/>
            <p:nvPr/>
          </p:nvSpPr>
          <p:spPr>
            <a:xfrm>
              <a:off x="2579848" y="1757895"/>
              <a:ext cx="68" cy="14"/>
            </a:xfrm>
            <a:custGeom>
              <a:rect b="b" l="l" r="r" t="t"/>
              <a:pathLst>
                <a:path extrusionOk="0" h="1" w="5">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2" name="Google Shape;7422;p95"/>
            <p:cNvSpPr/>
            <p:nvPr/>
          </p:nvSpPr>
          <p:spPr>
            <a:xfrm>
              <a:off x="2583419" y="1758221"/>
              <a:ext cx="204" cy="68"/>
            </a:xfrm>
            <a:custGeom>
              <a:rect b="b" l="l" r="r" t="t"/>
              <a:pathLst>
                <a:path extrusionOk="0" h="5" w="15">
                  <a:moveTo>
                    <a:pt x="0" y="4"/>
                  </a:moveTo>
                  <a:lnTo>
                    <a:pt x="1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3" name="Google Shape;7423;p95"/>
            <p:cNvSpPr/>
            <p:nvPr/>
          </p:nvSpPr>
          <p:spPr>
            <a:xfrm>
              <a:off x="2556318" y="1754568"/>
              <a:ext cx="204" cy="244"/>
            </a:xfrm>
            <a:custGeom>
              <a:rect b="b" l="l" r="r" t="t"/>
              <a:pathLst>
                <a:path extrusionOk="0" h="18" w="15">
                  <a:moveTo>
                    <a:pt x="1" y="18"/>
                  </a:moveTo>
                  <a:cubicBezTo>
                    <a:pt x="8" y="11"/>
                    <a:pt x="11" y="4"/>
                    <a:pt x="15" y="0"/>
                  </a:cubicBezTo>
                  <a:cubicBezTo>
                    <a:pt x="11" y="4"/>
                    <a:pt x="8" y="11"/>
                    <a:pt x="1"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4" name="Google Shape;7424;p95"/>
            <p:cNvSpPr/>
            <p:nvPr/>
          </p:nvSpPr>
          <p:spPr>
            <a:xfrm>
              <a:off x="2582319" y="1758465"/>
              <a:ext cx="109" cy="14"/>
            </a:xfrm>
            <a:custGeom>
              <a:rect b="b" l="l" r="r" t="t"/>
              <a:pathLst>
                <a:path extrusionOk="0" h="1" w="8">
                  <a:moveTo>
                    <a:pt x="1" y="0"/>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5" name="Google Shape;7425;p95"/>
            <p:cNvSpPr/>
            <p:nvPr/>
          </p:nvSpPr>
          <p:spPr>
            <a:xfrm>
              <a:off x="2584030" y="1758126"/>
              <a:ext cx="68" cy="14"/>
            </a:xfrm>
            <a:custGeom>
              <a:rect b="b" l="l" r="r" t="t"/>
              <a:pathLst>
                <a:path extrusionOk="0" h="1" w="5">
                  <a:moveTo>
                    <a:pt x="4"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6" name="Google Shape;7426;p95"/>
            <p:cNvSpPr/>
            <p:nvPr/>
          </p:nvSpPr>
          <p:spPr>
            <a:xfrm>
              <a:off x="2551335" y="1754283"/>
              <a:ext cx="394" cy="244"/>
            </a:xfrm>
            <a:custGeom>
              <a:rect b="b" l="l" r="r" t="t"/>
              <a:pathLst>
                <a:path extrusionOk="0" h="18" w="29">
                  <a:moveTo>
                    <a:pt x="0" y="0"/>
                  </a:moveTo>
                  <a:lnTo>
                    <a:pt x="28" y="18"/>
                  </a:lnTo>
                  <a:lnTo>
                    <a:pt x="18" y="11"/>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7" name="Google Shape;7427;p95"/>
            <p:cNvSpPr/>
            <p:nvPr/>
          </p:nvSpPr>
          <p:spPr>
            <a:xfrm>
              <a:off x="2582890" y="1758370"/>
              <a:ext cx="163" cy="54"/>
            </a:xfrm>
            <a:custGeom>
              <a:rect b="b" l="l" r="r" t="t"/>
              <a:pathLst>
                <a:path extrusionOk="0" h="4" w="12">
                  <a:moveTo>
                    <a:pt x="1" y="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8" name="Google Shape;7428;p95"/>
            <p:cNvSpPr/>
            <p:nvPr/>
          </p:nvSpPr>
          <p:spPr>
            <a:xfrm>
              <a:off x="2581803" y="1758506"/>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9" name="Google Shape;7429;p95"/>
            <p:cNvSpPr/>
            <p:nvPr/>
          </p:nvSpPr>
          <p:spPr>
            <a:xfrm>
              <a:off x="2596494" y="1752423"/>
              <a:ext cx="2811" cy="1344"/>
            </a:xfrm>
            <a:custGeom>
              <a:rect b="b" l="l" r="r" t="t"/>
              <a:pathLst>
                <a:path extrusionOk="0" h="99" w="207">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0" name="Google Shape;7430;p95"/>
            <p:cNvSpPr/>
            <p:nvPr/>
          </p:nvSpPr>
          <p:spPr>
            <a:xfrm>
              <a:off x="2600147" y="1753618"/>
              <a:ext cx="163" cy="14"/>
            </a:xfrm>
            <a:custGeom>
              <a:rect b="b" l="l" r="r" t="t"/>
              <a:pathLst>
                <a:path extrusionOk="0" h="1" w="12">
                  <a:moveTo>
                    <a:pt x="1"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1" name="Google Shape;7431;p95"/>
            <p:cNvSpPr/>
            <p:nvPr/>
          </p:nvSpPr>
          <p:spPr>
            <a:xfrm>
              <a:off x="2596250" y="1752097"/>
              <a:ext cx="54" cy="54"/>
            </a:xfrm>
            <a:custGeom>
              <a:rect b="b" l="l" r="r" t="t"/>
              <a:pathLst>
                <a:path extrusionOk="0" h="4" w="4">
                  <a:moveTo>
                    <a:pt x="1" y="0"/>
                  </a:moveTo>
                  <a:lnTo>
                    <a:pt x="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2" name="Google Shape;7432;p95"/>
            <p:cNvSpPr/>
            <p:nvPr/>
          </p:nvSpPr>
          <p:spPr>
            <a:xfrm>
              <a:off x="2599536" y="1753563"/>
              <a:ext cx="244" cy="14"/>
            </a:xfrm>
            <a:custGeom>
              <a:rect b="b" l="l" r="r" t="t"/>
              <a:pathLst>
                <a:path extrusionOk="0" h="1" w="18">
                  <a:moveTo>
                    <a:pt x="0" y="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3" name="Google Shape;7433;p95"/>
            <p:cNvSpPr/>
            <p:nvPr/>
          </p:nvSpPr>
          <p:spPr>
            <a:xfrm>
              <a:off x="2595639" y="1751473"/>
              <a:ext cx="190" cy="163"/>
            </a:xfrm>
            <a:custGeom>
              <a:rect b="b" l="l" r="r" t="t"/>
              <a:pathLst>
                <a:path extrusionOk="0" h="12" w="14">
                  <a:moveTo>
                    <a:pt x="0" y="1"/>
                  </a:moveTo>
                  <a:lnTo>
                    <a:pt x="14"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4" name="Google Shape;7434;p95"/>
            <p:cNvSpPr/>
            <p:nvPr/>
          </p:nvSpPr>
          <p:spPr>
            <a:xfrm>
              <a:off x="2595965" y="1751758"/>
              <a:ext cx="149" cy="109"/>
            </a:xfrm>
            <a:custGeom>
              <a:rect b="b" l="l" r="r" t="t"/>
              <a:pathLst>
                <a:path extrusionOk="0" h="8" w="11">
                  <a:moveTo>
                    <a:pt x="1" y="1"/>
                  </a:moveTo>
                  <a:lnTo>
                    <a:pt x="1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5" name="Google Shape;7435;p95"/>
            <p:cNvSpPr/>
            <p:nvPr/>
          </p:nvSpPr>
          <p:spPr>
            <a:xfrm>
              <a:off x="2600812" y="1753754"/>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6" name="Google Shape;7436;p95"/>
            <p:cNvSpPr/>
            <p:nvPr/>
          </p:nvSpPr>
          <p:spPr>
            <a:xfrm>
              <a:off x="2578952" y="1755709"/>
              <a:ext cx="774" cy="2050"/>
            </a:xfrm>
            <a:custGeom>
              <a:rect b="b" l="l" r="r" t="t"/>
              <a:pathLst>
                <a:path extrusionOk="0" h="151" w="57">
                  <a:moveTo>
                    <a:pt x="53" y="144"/>
                  </a:moveTo>
                  <a:lnTo>
                    <a:pt x="56" y="151"/>
                  </a:lnTo>
                  <a:lnTo>
                    <a:pt x="53" y="144"/>
                  </a:lnTo>
                  <a:cubicBezTo>
                    <a:pt x="18" y="105"/>
                    <a:pt x="0" y="53"/>
                    <a:pt x="7" y="0"/>
                  </a:cubicBezTo>
                  <a:cubicBezTo>
                    <a:pt x="0" y="53"/>
                    <a:pt x="18" y="105"/>
                    <a:pt x="53" y="14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7" name="Google Shape;7437;p95"/>
            <p:cNvSpPr/>
            <p:nvPr/>
          </p:nvSpPr>
          <p:spPr>
            <a:xfrm>
              <a:off x="2556183" y="1754853"/>
              <a:ext cx="149" cy="204"/>
            </a:xfrm>
            <a:custGeom>
              <a:rect b="b" l="l" r="r" t="t"/>
              <a:pathLst>
                <a:path extrusionOk="0" h="15" w="11">
                  <a:moveTo>
                    <a:pt x="11" y="0"/>
                  </a:moveTo>
                  <a:lnTo>
                    <a:pt x="11" y="0"/>
                  </a:lnTo>
                  <a:cubicBezTo>
                    <a:pt x="7" y="4"/>
                    <a:pt x="4" y="11"/>
                    <a:pt x="0" y="14"/>
                  </a:cubicBezTo>
                  <a:cubicBezTo>
                    <a:pt x="7" y="11"/>
                    <a:pt x="7" y="4"/>
                    <a:pt x="1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8" name="Google Shape;7438;p95"/>
            <p:cNvSpPr/>
            <p:nvPr/>
          </p:nvSpPr>
          <p:spPr>
            <a:xfrm>
              <a:off x="2556033" y="1755138"/>
              <a:ext cx="68" cy="54"/>
            </a:xfrm>
            <a:custGeom>
              <a:rect b="b" l="l" r="r" t="t"/>
              <a:pathLst>
                <a:path extrusionOk="0" h="4" w="5">
                  <a:moveTo>
                    <a:pt x="4"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9" name="Google Shape;7439;p95"/>
            <p:cNvSpPr/>
            <p:nvPr/>
          </p:nvSpPr>
          <p:spPr>
            <a:xfrm>
              <a:off x="2589692" y="1751378"/>
              <a:ext cx="5716" cy="4100"/>
            </a:xfrm>
            <a:custGeom>
              <a:rect b="b" l="l" r="r" t="t"/>
              <a:pathLst>
                <a:path extrusionOk="0" h="302" w="421">
                  <a:moveTo>
                    <a:pt x="420" y="1"/>
                  </a:moveTo>
                  <a:cubicBezTo>
                    <a:pt x="350" y="1"/>
                    <a:pt x="140" y="179"/>
                    <a:pt x="0" y="302"/>
                  </a:cubicBezTo>
                  <a:cubicBezTo>
                    <a:pt x="144" y="179"/>
                    <a:pt x="354" y="1"/>
                    <a:pt x="42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0" name="Google Shape;7440;p95"/>
            <p:cNvSpPr/>
            <p:nvPr/>
          </p:nvSpPr>
          <p:spPr>
            <a:xfrm>
              <a:off x="2552951" y="1755274"/>
              <a:ext cx="204" cy="68"/>
            </a:xfrm>
            <a:custGeom>
              <a:rect b="b" l="l" r="r" t="t"/>
              <a:pathLst>
                <a:path extrusionOk="0" h="5" w="15">
                  <a:moveTo>
                    <a:pt x="0" y="1"/>
                  </a:moveTo>
                  <a:lnTo>
                    <a:pt x="14"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1" name="Google Shape;7441;p95"/>
            <p:cNvSpPr/>
            <p:nvPr/>
          </p:nvSpPr>
          <p:spPr>
            <a:xfrm>
              <a:off x="2551566" y="1754419"/>
              <a:ext cx="1398" cy="828"/>
            </a:xfrm>
            <a:custGeom>
              <a:rect b="b" l="l" r="r" t="t"/>
              <a:pathLst>
                <a:path extrusionOk="0" h="61" w="103">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2" name="Google Shape;7442;p95"/>
            <p:cNvSpPr/>
            <p:nvPr/>
          </p:nvSpPr>
          <p:spPr>
            <a:xfrm>
              <a:off x="2502185" y="1754514"/>
              <a:ext cx="119265" cy="108620"/>
            </a:xfrm>
            <a:custGeom>
              <a:rect b="b" l="l" r="r" t="t"/>
              <a:pathLst>
                <a:path extrusionOk="0" h="8000" w="8784">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3" name="Google Shape;7443;p95"/>
            <p:cNvSpPr/>
            <p:nvPr/>
          </p:nvSpPr>
          <p:spPr>
            <a:xfrm>
              <a:off x="2562306" y="1858137"/>
              <a:ext cx="4155" cy="353"/>
            </a:xfrm>
            <a:custGeom>
              <a:rect b="b" l="l" r="r" t="t"/>
              <a:pathLst>
                <a:path extrusionOk="0" h="26" w="306">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4" name="Google Shape;7444;p95"/>
            <p:cNvSpPr/>
            <p:nvPr/>
          </p:nvSpPr>
          <p:spPr>
            <a:xfrm>
              <a:off x="2597961" y="1785077"/>
              <a:ext cx="5431" cy="8187"/>
            </a:xfrm>
            <a:custGeom>
              <a:rect b="b" l="l" r="r" t="t"/>
              <a:pathLst>
                <a:path extrusionOk="0" h="603" w="400">
                  <a:moveTo>
                    <a:pt x="400" y="554"/>
                  </a:moveTo>
                  <a:cubicBezTo>
                    <a:pt x="169" y="603"/>
                    <a:pt x="39" y="158"/>
                    <a:pt x="1" y="1"/>
                  </a:cubicBezTo>
                  <a:cubicBezTo>
                    <a:pt x="39" y="158"/>
                    <a:pt x="169" y="603"/>
                    <a:pt x="400" y="55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5" name="Google Shape;7445;p95"/>
            <p:cNvSpPr/>
            <p:nvPr/>
          </p:nvSpPr>
          <p:spPr>
            <a:xfrm>
              <a:off x="2605903" y="1793210"/>
              <a:ext cx="720" cy="815"/>
            </a:xfrm>
            <a:custGeom>
              <a:rect b="b" l="l" r="r" t="t"/>
              <a:pathLst>
                <a:path extrusionOk="0" h="60" w="53">
                  <a:moveTo>
                    <a:pt x="53" y="60"/>
                  </a:moveTo>
                  <a:cubicBezTo>
                    <a:pt x="39" y="35"/>
                    <a:pt x="21" y="14"/>
                    <a:pt x="0" y="0"/>
                  </a:cubicBezTo>
                  <a:cubicBezTo>
                    <a:pt x="21" y="14"/>
                    <a:pt x="39" y="35"/>
                    <a:pt x="53" y="6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6" name="Google Shape;7446;p95"/>
            <p:cNvSpPr/>
            <p:nvPr/>
          </p:nvSpPr>
          <p:spPr>
            <a:xfrm>
              <a:off x="2580663" y="1829951"/>
              <a:ext cx="204" cy="109"/>
            </a:xfrm>
            <a:custGeom>
              <a:rect b="b" l="l" r="r" t="t"/>
              <a:pathLst>
                <a:path extrusionOk="0" h="8" w="15">
                  <a:moveTo>
                    <a:pt x="14"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7" name="Google Shape;7447;p95"/>
            <p:cNvSpPr/>
            <p:nvPr/>
          </p:nvSpPr>
          <p:spPr>
            <a:xfrm>
              <a:off x="2555273" y="1862360"/>
              <a:ext cx="68" cy="68"/>
            </a:xfrm>
            <a:custGeom>
              <a:rect b="b" l="l" r="r" t="t"/>
              <a:pathLst>
                <a:path extrusionOk="0" h="5" w="5">
                  <a:moveTo>
                    <a:pt x="4" y="1"/>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8" name="Google Shape;7448;p95"/>
            <p:cNvSpPr/>
            <p:nvPr/>
          </p:nvSpPr>
          <p:spPr>
            <a:xfrm>
              <a:off x="2554798" y="1863080"/>
              <a:ext cx="68" cy="54"/>
            </a:xfrm>
            <a:custGeom>
              <a:rect b="b" l="l" r="r" t="t"/>
              <a:pathLst>
                <a:path extrusionOk="0" h="4" w="5">
                  <a:moveTo>
                    <a:pt x="1" y="4"/>
                  </a:moveTo>
                  <a:lnTo>
                    <a:pt x="4" y="1"/>
                  </a:ln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9" name="Google Shape;7449;p95"/>
            <p:cNvSpPr/>
            <p:nvPr/>
          </p:nvSpPr>
          <p:spPr>
            <a:xfrm>
              <a:off x="2580853" y="1829801"/>
              <a:ext cx="244" cy="163"/>
            </a:xfrm>
            <a:custGeom>
              <a:rect b="b" l="l" r="r" t="t"/>
              <a:pathLst>
                <a:path extrusionOk="0" h="12" w="18">
                  <a:moveTo>
                    <a:pt x="18" y="1"/>
                  </a:moveTo>
                  <a:cubicBezTo>
                    <a:pt x="11" y="4"/>
                    <a:pt x="4" y="8"/>
                    <a:pt x="0" y="11"/>
                  </a:cubicBezTo>
                  <a:cubicBezTo>
                    <a:pt x="4" y="8"/>
                    <a:pt x="11" y="4"/>
                    <a:pt x="1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0" name="Google Shape;7450;p95"/>
            <p:cNvSpPr/>
            <p:nvPr/>
          </p:nvSpPr>
          <p:spPr>
            <a:xfrm>
              <a:off x="2620255" y="1767725"/>
              <a:ext cx="530" cy="258"/>
            </a:xfrm>
            <a:custGeom>
              <a:rect b="b" l="l" r="r" t="t"/>
              <a:pathLst>
                <a:path extrusionOk="0" h="19" w="39">
                  <a:moveTo>
                    <a:pt x="0" y="1"/>
                  </a:moveTo>
                  <a:lnTo>
                    <a:pt x="39"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1" name="Google Shape;7451;p95"/>
            <p:cNvSpPr/>
            <p:nvPr/>
          </p:nvSpPr>
          <p:spPr>
            <a:xfrm>
              <a:off x="2619589" y="1767345"/>
              <a:ext cx="434" cy="258"/>
            </a:xfrm>
            <a:custGeom>
              <a:rect b="b" l="l" r="r" t="t"/>
              <a:pathLst>
                <a:path extrusionOk="0" h="19" w="32">
                  <a:moveTo>
                    <a:pt x="0" y="1"/>
                  </a:moveTo>
                  <a:lnTo>
                    <a:pt x="32"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2" name="Google Shape;7452;p95"/>
            <p:cNvSpPr/>
            <p:nvPr/>
          </p:nvSpPr>
          <p:spPr>
            <a:xfrm>
              <a:off x="2612081" y="1759510"/>
              <a:ext cx="4290" cy="6286"/>
            </a:xfrm>
            <a:custGeom>
              <a:rect b="b" l="l" r="r" t="t"/>
              <a:pathLst>
                <a:path extrusionOk="0" h="463" w="316">
                  <a:moveTo>
                    <a:pt x="315" y="462"/>
                  </a:moveTo>
                  <a:lnTo>
                    <a:pt x="315" y="462"/>
                  </a:lnTo>
                  <a:cubicBezTo>
                    <a:pt x="130" y="382"/>
                    <a:pt x="7" y="203"/>
                    <a:pt x="0" y="0"/>
                  </a:cubicBezTo>
                  <a:cubicBezTo>
                    <a:pt x="7" y="203"/>
                    <a:pt x="130" y="382"/>
                    <a:pt x="315" y="46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3" name="Google Shape;7453;p95"/>
            <p:cNvSpPr/>
            <p:nvPr/>
          </p:nvSpPr>
          <p:spPr>
            <a:xfrm>
              <a:off x="2620920" y="1768064"/>
              <a:ext cx="530" cy="339"/>
            </a:xfrm>
            <a:custGeom>
              <a:rect b="b" l="l" r="r" t="t"/>
              <a:pathLst>
                <a:path extrusionOk="0" h="25" w="39">
                  <a:moveTo>
                    <a:pt x="39" y="25"/>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4" name="Google Shape;7454;p95"/>
            <p:cNvSpPr/>
            <p:nvPr/>
          </p:nvSpPr>
          <p:spPr>
            <a:xfrm>
              <a:off x="2618870" y="1766964"/>
              <a:ext cx="448" cy="258"/>
            </a:xfrm>
            <a:custGeom>
              <a:rect b="b" l="l" r="r" t="t"/>
              <a:pathLst>
                <a:path extrusionOk="0" h="19" w="33">
                  <a:moveTo>
                    <a:pt x="1" y="1"/>
                  </a:moveTo>
                  <a:lnTo>
                    <a:pt x="32"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5" name="Google Shape;7455;p95"/>
            <p:cNvSpPr/>
            <p:nvPr/>
          </p:nvSpPr>
          <p:spPr>
            <a:xfrm>
              <a:off x="2608660" y="1756754"/>
              <a:ext cx="3476" cy="2770"/>
            </a:xfrm>
            <a:custGeom>
              <a:rect b="b" l="l" r="r" t="t"/>
              <a:pathLst>
                <a:path extrusionOk="0" h="204" w="256">
                  <a:moveTo>
                    <a:pt x="0" y="0"/>
                  </a:moveTo>
                  <a:lnTo>
                    <a:pt x="0" y="0"/>
                  </a:lnTo>
                  <a:cubicBezTo>
                    <a:pt x="95" y="70"/>
                    <a:pt x="228" y="165"/>
                    <a:pt x="256" y="203"/>
                  </a:cubicBezTo>
                  <a:cubicBezTo>
                    <a:pt x="228" y="165"/>
                    <a:pt x="98" y="70"/>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6" name="Google Shape;7456;p95"/>
            <p:cNvSpPr/>
            <p:nvPr/>
          </p:nvSpPr>
          <p:spPr>
            <a:xfrm>
              <a:off x="2606093" y="1754894"/>
              <a:ext cx="1154" cy="869"/>
            </a:xfrm>
            <a:custGeom>
              <a:rect b="b" l="l" r="r" t="t"/>
              <a:pathLst>
                <a:path extrusionOk="0" h="64" w="85">
                  <a:moveTo>
                    <a:pt x="0" y="1"/>
                  </a:moveTo>
                  <a:cubicBezTo>
                    <a:pt x="28" y="22"/>
                    <a:pt x="56" y="43"/>
                    <a:pt x="84" y="64"/>
                  </a:cubicBezTo>
                  <a:cubicBezTo>
                    <a:pt x="56" y="43"/>
                    <a:pt x="28" y="22"/>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7" name="Google Shape;7457;p95"/>
            <p:cNvSpPr/>
            <p:nvPr/>
          </p:nvSpPr>
          <p:spPr>
            <a:xfrm>
              <a:off x="2616358" y="1765783"/>
              <a:ext cx="720" cy="339"/>
            </a:xfrm>
            <a:custGeom>
              <a:rect b="b" l="l" r="r" t="t"/>
              <a:pathLst>
                <a:path extrusionOk="0" h="25" w="53">
                  <a:moveTo>
                    <a:pt x="0" y="0"/>
                  </a:moveTo>
                  <a:lnTo>
                    <a:pt x="53"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8" name="Google Shape;7458;p95"/>
            <p:cNvSpPr/>
            <p:nvPr/>
          </p:nvSpPr>
          <p:spPr>
            <a:xfrm>
              <a:off x="2618164" y="1766639"/>
              <a:ext cx="394" cy="204"/>
            </a:xfrm>
            <a:custGeom>
              <a:rect b="b" l="l" r="r" t="t"/>
              <a:pathLst>
                <a:path extrusionOk="0" h="15" w="29">
                  <a:moveTo>
                    <a:pt x="0" y="0"/>
                  </a:moveTo>
                  <a:lnTo>
                    <a:pt x="28"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9" name="Google Shape;7459;p95"/>
            <p:cNvSpPr/>
            <p:nvPr/>
          </p:nvSpPr>
          <p:spPr>
            <a:xfrm>
              <a:off x="2607465" y="1755940"/>
              <a:ext cx="1208" cy="828"/>
            </a:xfrm>
            <a:custGeom>
              <a:rect b="b" l="l" r="r" t="t"/>
              <a:pathLst>
                <a:path extrusionOk="0" h="61" w="89">
                  <a:moveTo>
                    <a:pt x="1" y="1"/>
                  </a:moveTo>
                  <a:lnTo>
                    <a:pt x="88" y="6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0" name="Google Shape;7460;p95"/>
            <p:cNvSpPr/>
            <p:nvPr/>
          </p:nvSpPr>
          <p:spPr>
            <a:xfrm>
              <a:off x="2617349" y="1766258"/>
              <a:ext cx="489" cy="204"/>
            </a:xfrm>
            <a:custGeom>
              <a:rect b="b" l="l" r="r" t="t"/>
              <a:pathLst>
                <a:path extrusionOk="0" h="15" w="36">
                  <a:moveTo>
                    <a:pt x="1" y="0"/>
                  </a:moveTo>
                  <a:lnTo>
                    <a:pt x="36"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1" name="Google Shape;7461;p95"/>
            <p:cNvSpPr/>
            <p:nvPr/>
          </p:nvSpPr>
          <p:spPr>
            <a:xfrm>
              <a:off x="2514350" y="1832802"/>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2" name="Google Shape;7462;p95"/>
            <p:cNvSpPr/>
            <p:nvPr/>
          </p:nvSpPr>
          <p:spPr>
            <a:xfrm>
              <a:off x="2505742" y="1822252"/>
              <a:ext cx="1059" cy="910"/>
            </a:xfrm>
            <a:custGeom>
              <a:rect b="b" l="l" r="r" t="t"/>
              <a:pathLst>
                <a:path extrusionOk="0" h="67" w="78">
                  <a:moveTo>
                    <a:pt x="78" y="67"/>
                  </a:moveTo>
                  <a:cubicBezTo>
                    <a:pt x="50" y="46"/>
                    <a:pt x="22" y="25"/>
                    <a:pt x="1" y="0"/>
                  </a:cubicBezTo>
                  <a:cubicBezTo>
                    <a:pt x="22" y="25"/>
                    <a:pt x="50" y="46"/>
                    <a:pt x="78" y="6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3" name="Google Shape;7463;p95"/>
            <p:cNvSpPr/>
            <p:nvPr/>
          </p:nvSpPr>
          <p:spPr>
            <a:xfrm>
              <a:off x="2514635" y="1833942"/>
              <a:ext cx="394" cy="149"/>
            </a:xfrm>
            <a:custGeom>
              <a:rect b="b" l="l" r="r" t="t"/>
              <a:pathLst>
                <a:path extrusionOk="0" h="11" w="29">
                  <a:moveTo>
                    <a:pt x="1" y="0"/>
                  </a:moveTo>
                  <a:cubicBezTo>
                    <a:pt x="11" y="4"/>
                    <a:pt x="22" y="7"/>
                    <a:pt x="29" y="11"/>
                  </a:cubicBezTo>
                  <a:cubicBezTo>
                    <a:pt x="22" y="7"/>
                    <a:pt x="11" y="4"/>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4" name="Google Shape;7464;p95"/>
            <p:cNvSpPr/>
            <p:nvPr/>
          </p:nvSpPr>
          <p:spPr>
            <a:xfrm>
              <a:off x="2517772" y="1837839"/>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5" name="Google Shape;7465;p95"/>
            <p:cNvSpPr/>
            <p:nvPr/>
          </p:nvSpPr>
          <p:spPr>
            <a:xfrm>
              <a:off x="2518016" y="1839034"/>
              <a:ext cx="14" cy="394"/>
            </a:xfrm>
            <a:custGeom>
              <a:rect b="b" l="l" r="r" t="t"/>
              <a:pathLst>
                <a:path extrusionOk="0" h="29" w="1">
                  <a:moveTo>
                    <a:pt x="0" y="0"/>
                  </a:moveTo>
                  <a:cubicBezTo>
                    <a:pt x="0" y="11"/>
                    <a:pt x="0" y="18"/>
                    <a:pt x="0" y="28"/>
                  </a:cubicBezTo>
                  <a:cubicBezTo>
                    <a:pt x="0" y="18"/>
                    <a:pt x="0"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6" name="Google Shape;7466;p95"/>
            <p:cNvSpPr/>
            <p:nvPr/>
          </p:nvSpPr>
          <p:spPr>
            <a:xfrm>
              <a:off x="2517962" y="1838654"/>
              <a:ext cx="14" cy="299"/>
            </a:xfrm>
            <a:custGeom>
              <a:rect b="b" l="l" r="r" t="t"/>
              <a:pathLst>
                <a:path extrusionOk="0" h="22" w="1">
                  <a:moveTo>
                    <a:pt x="1" y="21"/>
                  </a:moveTo>
                  <a:lnTo>
                    <a:pt x="1" y="0"/>
                  </a:lnTo>
                  <a:cubicBezTo>
                    <a:pt x="1" y="7"/>
                    <a:pt x="1" y="14"/>
                    <a:pt x="1" y="2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7" name="Google Shape;7467;p95"/>
            <p:cNvSpPr/>
            <p:nvPr/>
          </p:nvSpPr>
          <p:spPr>
            <a:xfrm>
              <a:off x="2517867" y="1838219"/>
              <a:ext cx="68" cy="258"/>
            </a:xfrm>
            <a:custGeom>
              <a:rect b="b" l="l" r="r" t="t"/>
              <a:pathLst>
                <a:path extrusionOk="0" h="19" w="5">
                  <a:moveTo>
                    <a:pt x="4" y="18"/>
                  </a:moveTo>
                  <a:cubicBezTo>
                    <a:pt x="4" y="11"/>
                    <a:pt x="4" y="8"/>
                    <a:pt x="1" y="1"/>
                  </a:cubicBezTo>
                  <a:cubicBezTo>
                    <a:pt x="4" y="8"/>
                    <a:pt x="4" y="11"/>
                    <a:pt x="4"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8" name="Google Shape;7468;p95"/>
            <p:cNvSpPr/>
            <p:nvPr/>
          </p:nvSpPr>
          <p:spPr>
            <a:xfrm>
              <a:off x="2514500" y="1833603"/>
              <a:ext cx="54" cy="109"/>
            </a:xfrm>
            <a:custGeom>
              <a:rect b="b" l="l" r="r" t="t"/>
              <a:pathLst>
                <a:path extrusionOk="0" h="8" w="4">
                  <a:moveTo>
                    <a:pt x="0" y="1"/>
                  </a:moveTo>
                  <a:lnTo>
                    <a:pt x="4" y="8"/>
                  </a:lnTo>
                  <a:cubicBezTo>
                    <a:pt x="4" y="4"/>
                    <a:pt x="4" y="4"/>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9" name="Google Shape;7469;p95"/>
            <p:cNvSpPr/>
            <p:nvPr/>
          </p:nvSpPr>
          <p:spPr>
            <a:xfrm>
              <a:off x="2514500" y="1833372"/>
              <a:ext cx="14" cy="109"/>
            </a:xfrm>
            <a:custGeom>
              <a:rect b="b" l="l" r="r" t="t"/>
              <a:pathLst>
                <a:path extrusionOk="0" h="8" w="1">
                  <a:moveTo>
                    <a:pt x="0"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0" name="Google Shape;7470;p95"/>
            <p:cNvSpPr/>
            <p:nvPr/>
          </p:nvSpPr>
          <p:spPr>
            <a:xfrm>
              <a:off x="2503556" y="1818831"/>
              <a:ext cx="14" cy="54"/>
            </a:xfrm>
            <a:custGeom>
              <a:rect b="b" l="l" r="r" t="t"/>
              <a:pathLst>
                <a:path extrusionOk="0" h="4" w="1">
                  <a:moveTo>
                    <a:pt x="1"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1" name="Google Shape;7471;p95"/>
            <p:cNvSpPr/>
            <p:nvPr/>
          </p:nvSpPr>
          <p:spPr>
            <a:xfrm>
              <a:off x="2514310" y="1832422"/>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2" name="Google Shape;7472;p95"/>
            <p:cNvSpPr/>
            <p:nvPr/>
          </p:nvSpPr>
          <p:spPr>
            <a:xfrm>
              <a:off x="2505606" y="1850439"/>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3" name="Google Shape;7473;p95"/>
            <p:cNvSpPr/>
            <p:nvPr/>
          </p:nvSpPr>
          <p:spPr>
            <a:xfrm>
              <a:off x="2503801" y="1819251"/>
              <a:ext cx="54" cy="109"/>
            </a:xfrm>
            <a:custGeom>
              <a:rect b="b" l="l" r="r" t="t"/>
              <a:pathLst>
                <a:path extrusionOk="0" h="8" w="4">
                  <a:moveTo>
                    <a:pt x="4"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4" name="Google Shape;7474;p95"/>
            <p:cNvSpPr/>
            <p:nvPr/>
          </p:nvSpPr>
          <p:spPr>
            <a:xfrm>
              <a:off x="2514595" y="1833793"/>
              <a:ext cx="54" cy="109"/>
            </a:xfrm>
            <a:custGeom>
              <a:rect b="b" l="l" r="r" t="t"/>
              <a:pathLst>
                <a:path extrusionOk="0" h="8" w="4">
                  <a:moveTo>
                    <a:pt x="4" y="8"/>
                  </a:moveTo>
                  <a:cubicBezTo>
                    <a:pt x="0" y="4"/>
                    <a:pt x="0" y="4"/>
                    <a:pt x="0" y="1"/>
                  </a:cubicBezTo>
                  <a:cubicBezTo>
                    <a:pt x="0" y="4"/>
                    <a:pt x="0" y="4"/>
                    <a:pt x="4" y="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5" name="Google Shape;7475;p95"/>
            <p:cNvSpPr/>
            <p:nvPr/>
          </p:nvSpPr>
          <p:spPr>
            <a:xfrm>
              <a:off x="2514405" y="1833087"/>
              <a:ext cx="14" cy="109"/>
            </a:xfrm>
            <a:custGeom>
              <a:rect b="b" l="l" r="r" t="t"/>
              <a:pathLst>
                <a:path extrusionOk="0" h="8" w="1">
                  <a:moveTo>
                    <a:pt x="0"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6" name="Google Shape;7476;p95"/>
            <p:cNvSpPr/>
            <p:nvPr/>
          </p:nvSpPr>
          <p:spPr>
            <a:xfrm>
              <a:off x="2514255" y="1832136"/>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7" name="Google Shape;7477;p95"/>
            <p:cNvSpPr/>
            <p:nvPr/>
          </p:nvSpPr>
          <p:spPr>
            <a:xfrm>
              <a:off x="2507412" y="1823623"/>
              <a:ext cx="720" cy="543"/>
            </a:xfrm>
            <a:custGeom>
              <a:rect b="b" l="l" r="r" t="t"/>
              <a:pathLst>
                <a:path extrusionOk="0" h="40" w="53">
                  <a:moveTo>
                    <a:pt x="0" y="1"/>
                  </a:moveTo>
                  <a:cubicBezTo>
                    <a:pt x="14" y="15"/>
                    <a:pt x="32" y="25"/>
                    <a:pt x="53" y="39"/>
                  </a:cubicBezTo>
                  <a:cubicBezTo>
                    <a:pt x="35" y="25"/>
                    <a:pt x="18" y="1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8" name="Google Shape;7478;p95"/>
            <p:cNvSpPr/>
            <p:nvPr/>
          </p:nvSpPr>
          <p:spPr>
            <a:xfrm>
              <a:off x="2602998" y="1754704"/>
              <a:ext cx="258" cy="204"/>
            </a:xfrm>
            <a:custGeom>
              <a:rect b="b" l="l" r="r" t="t"/>
              <a:pathLst>
                <a:path extrusionOk="0" h="15" w="19">
                  <a:moveTo>
                    <a:pt x="18" y="15"/>
                  </a:moveTo>
                  <a:cubicBezTo>
                    <a:pt x="15" y="8"/>
                    <a:pt x="8" y="4"/>
                    <a:pt x="1" y="1"/>
                  </a:cubicBezTo>
                  <a:cubicBezTo>
                    <a:pt x="8" y="4"/>
                    <a:pt x="15" y="8"/>
                    <a:pt x="18" y="15"/>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9" name="Google Shape;7479;p95"/>
            <p:cNvSpPr/>
            <p:nvPr/>
          </p:nvSpPr>
          <p:spPr>
            <a:xfrm>
              <a:off x="2605564" y="1754799"/>
              <a:ext cx="394" cy="109"/>
            </a:xfrm>
            <a:custGeom>
              <a:rect b="b" l="l" r="r" t="t"/>
              <a:pathLst>
                <a:path extrusionOk="0" h="8" w="29">
                  <a:moveTo>
                    <a:pt x="1" y="8"/>
                  </a:moveTo>
                  <a:lnTo>
                    <a:pt x="29" y="1"/>
                  </a:lnTo>
                  <a:lnTo>
                    <a:pt x="29"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0" name="Google Shape;7480;p95"/>
            <p:cNvSpPr/>
            <p:nvPr/>
          </p:nvSpPr>
          <p:spPr>
            <a:xfrm>
              <a:off x="2554513" y="1799007"/>
              <a:ext cx="3435" cy="774"/>
            </a:xfrm>
            <a:custGeom>
              <a:rect b="b" l="l" r="r" t="t"/>
              <a:pathLst>
                <a:path extrusionOk="0" h="57" w="253">
                  <a:moveTo>
                    <a:pt x="1" y="56"/>
                  </a:moveTo>
                  <a:cubicBezTo>
                    <a:pt x="81" y="21"/>
                    <a:pt x="165" y="0"/>
                    <a:pt x="253" y="0"/>
                  </a:cubicBezTo>
                  <a:cubicBezTo>
                    <a:pt x="165" y="0"/>
                    <a:pt x="81" y="21"/>
                    <a:pt x="1" y="56"/>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1" name="Google Shape;7481;p95"/>
            <p:cNvSpPr/>
            <p:nvPr/>
          </p:nvSpPr>
          <p:spPr>
            <a:xfrm>
              <a:off x="2599196" y="1756374"/>
              <a:ext cx="299" cy="109"/>
            </a:xfrm>
            <a:custGeom>
              <a:rect b="b" l="l" r="r" t="t"/>
              <a:pathLst>
                <a:path extrusionOk="0" h="8" w="22">
                  <a:moveTo>
                    <a:pt x="22"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2" name="Google Shape;7482;p95"/>
            <p:cNvSpPr/>
            <p:nvPr/>
          </p:nvSpPr>
          <p:spPr>
            <a:xfrm>
              <a:off x="2502796" y="1817215"/>
              <a:ext cx="964" cy="109"/>
            </a:xfrm>
            <a:custGeom>
              <a:rect b="b" l="l" r="r" t="t"/>
              <a:pathLst>
                <a:path extrusionOk="0" h="8" w="71">
                  <a:moveTo>
                    <a:pt x="71"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3" name="Google Shape;7483;p95"/>
            <p:cNvSpPr/>
            <p:nvPr/>
          </p:nvSpPr>
          <p:spPr>
            <a:xfrm>
              <a:off x="2513264" y="1818396"/>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4" name="Google Shape;7484;p95"/>
            <p:cNvSpPr/>
            <p:nvPr/>
          </p:nvSpPr>
          <p:spPr>
            <a:xfrm>
              <a:off x="2516020" y="1818301"/>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5" name="Google Shape;7485;p95"/>
            <p:cNvSpPr/>
            <p:nvPr/>
          </p:nvSpPr>
          <p:spPr>
            <a:xfrm>
              <a:off x="2514119" y="1818396"/>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6" name="Google Shape;7486;p95"/>
            <p:cNvSpPr/>
            <p:nvPr/>
          </p:nvSpPr>
          <p:spPr>
            <a:xfrm>
              <a:off x="2596725" y="1756849"/>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7" name="Google Shape;7487;p95"/>
            <p:cNvSpPr/>
            <p:nvPr/>
          </p:nvSpPr>
          <p:spPr>
            <a:xfrm>
              <a:off x="2599766" y="1756184"/>
              <a:ext cx="299" cy="109"/>
            </a:xfrm>
            <a:custGeom>
              <a:rect b="b" l="l" r="r" t="t"/>
              <a:pathLst>
                <a:path extrusionOk="0" h="8" w="22">
                  <a:moveTo>
                    <a:pt x="22"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8" name="Google Shape;7488;p95"/>
            <p:cNvSpPr/>
            <p:nvPr/>
          </p:nvSpPr>
          <p:spPr>
            <a:xfrm>
              <a:off x="2502131" y="1817161"/>
              <a:ext cx="258" cy="14"/>
            </a:xfrm>
            <a:custGeom>
              <a:rect b="b" l="l" r="r" t="t"/>
              <a:pathLst>
                <a:path extrusionOk="0" h="1" w="19">
                  <a:moveTo>
                    <a:pt x="1" y="1"/>
                  </a:moveTo>
                  <a:lnTo>
                    <a:pt x="18"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9" name="Google Shape;7489;p95"/>
            <p:cNvSpPr/>
            <p:nvPr/>
          </p:nvSpPr>
          <p:spPr>
            <a:xfrm>
              <a:off x="2595109" y="1756659"/>
              <a:ext cx="149" cy="54"/>
            </a:xfrm>
            <a:custGeom>
              <a:rect b="b" l="l" r="r" t="t"/>
              <a:pathLst>
                <a:path extrusionOk="0" h="4" w="11">
                  <a:moveTo>
                    <a:pt x="11"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0" name="Google Shape;7490;p95"/>
            <p:cNvSpPr/>
            <p:nvPr/>
          </p:nvSpPr>
          <p:spPr>
            <a:xfrm>
              <a:off x="2602672" y="1754568"/>
              <a:ext cx="109" cy="54"/>
            </a:xfrm>
            <a:custGeom>
              <a:rect b="b" l="l" r="r" t="t"/>
              <a:pathLst>
                <a:path extrusionOk="0" h="4" w="8">
                  <a:moveTo>
                    <a:pt x="7" y="0"/>
                  </a:moveTo>
                  <a:lnTo>
                    <a:pt x="0"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1" name="Google Shape;7491;p95"/>
            <p:cNvSpPr/>
            <p:nvPr/>
          </p:nvSpPr>
          <p:spPr>
            <a:xfrm>
              <a:off x="2595544" y="1756795"/>
              <a:ext cx="190" cy="14"/>
            </a:xfrm>
            <a:custGeom>
              <a:rect b="b" l="l" r="r" t="t"/>
              <a:pathLst>
                <a:path extrusionOk="0" h="1" w="14">
                  <a:moveTo>
                    <a:pt x="14"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2" name="Google Shape;7492;p95"/>
            <p:cNvSpPr/>
            <p:nvPr/>
          </p:nvSpPr>
          <p:spPr>
            <a:xfrm>
              <a:off x="2595965" y="1756849"/>
              <a:ext cx="244" cy="14"/>
            </a:xfrm>
            <a:custGeom>
              <a:rect b="b" l="l" r="r" t="t"/>
              <a:pathLst>
                <a:path extrusionOk="0" h="1" w="18">
                  <a:moveTo>
                    <a:pt x="18"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3" name="Google Shape;7493;p95"/>
            <p:cNvSpPr/>
            <p:nvPr/>
          </p:nvSpPr>
          <p:spPr>
            <a:xfrm>
              <a:off x="2602047" y="1754948"/>
              <a:ext cx="204" cy="149"/>
            </a:xfrm>
            <a:custGeom>
              <a:rect b="b" l="l" r="r" t="t"/>
              <a:pathLst>
                <a:path extrusionOk="0" h="11" w="15">
                  <a:moveTo>
                    <a:pt x="15"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4" name="Google Shape;7494;p95"/>
            <p:cNvSpPr/>
            <p:nvPr/>
          </p:nvSpPr>
          <p:spPr>
            <a:xfrm>
              <a:off x="2507127" y="1817690"/>
              <a:ext cx="1005" cy="109"/>
            </a:xfrm>
            <a:custGeom>
              <a:rect b="b" l="l" r="r" t="t"/>
              <a:pathLst>
                <a:path extrusionOk="0" h="8" w="74">
                  <a:moveTo>
                    <a:pt x="74"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5" name="Google Shape;7495;p95"/>
            <p:cNvSpPr/>
            <p:nvPr/>
          </p:nvSpPr>
          <p:spPr>
            <a:xfrm>
              <a:off x="2526665" y="181721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6" name="Google Shape;7496;p95"/>
            <p:cNvSpPr/>
            <p:nvPr/>
          </p:nvSpPr>
          <p:spPr>
            <a:xfrm>
              <a:off x="2597010" y="1756795"/>
              <a:ext cx="258" cy="14"/>
            </a:xfrm>
            <a:custGeom>
              <a:rect b="b" l="l" r="r" t="t"/>
              <a:pathLst>
                <a:path extrusionOk="0" h="1" w="19">
                  <a:moveTo>
                    <a:pt x="18" y="1"/>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7" name="Google Shape;7497;p95"/>
            <p:cNvSpPr/>
            <p:nvPr/>
          </p:nvSpPr>
          <p:spPr>
            <a:xfrm>
              <a:off x="2527330" y="1817120"/>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8" name="Google Shape;7498;p95"/>
            <p:cNvSpPr/>
            <p:nvPr/>
          </p:nvSpPr>
          <p:spPr>
            <a:xfrm>
              <a:off x="2598626" y="1756564"/>
              <a:ext cx="299" cy="54"/>
            </a:xfrm>
            <a:custGeom>
              <a:rect b="b" l="l" r="r" t="t"/>
              <a:pathLst>
                <a:path extrusionOk="0" h="4" w="22">
                  <a:moveTo>
                    <a:pt x="22"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9" name="Google Shape;7499;p95"/>
            <p:cNvSpPr/>
            <p:nvPr/>
          </p:nvSpPr>
          <p:spPr>
            <a:xfrm>
              <a:off x="2600337" y="1755940"/>
              <a:ext cx="299" cy="109"/>
            </a:xfrm>
            <a:custGeom>
              <a:rect b="b" l="l" r="r" t="t"/>
              <a:pathLst>
                <a:path extrusionOk="0" h="8" w="22">
                  <a:moveTo>
                    <a:pt x="22"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0" name="Google Shape;7500;p95"/>
            <p:cNvSpPr/>
            <p:nvPr/>
          </p:nvSpPr>
          <p:spPr>
            <a:xfrm>
              <a:off x="2598056" y="1756659"/>
              <a:ext cx="299" cy="54"/>
            </a:xfrm>
            <a:custGeom>
              <a:rect b="b" l="l" r="r" t="t"/>
              <a:pathLst>
                <a:path extrusionOk="0" h="4" w="22">
                  <a:moveTo>
                    <a:pt x="22"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1" name="Google Shape;7501;p95"/>
            <p:cNvSpPr/>
            <p:nvPr/>
          </p:nvSpPr>
          <p:spPr>
            <a:xfrm>
              <a:off x="2597485" y="1756754"/>
              <a:ext cx="299" cy="54"/>
            </a:xfrm>
            <a:custGeom>
              <a:rect b="b" l="l" r="r" t="t"/>
              <a:pathLst>
                <a:path extrusionOk="0" h="4" w="22">
                  <a:moveTo>
                    <a:pt x="22" y="0"/>
                  </a:moveTo>
                  <a:lnTo>
                    <a:pt x="1"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2" name="Google Shape;7502;p95"/>
            <p:cNvSpPr/>
            <p:nvPr/>
          </p:nvSpPr>
          <p:spPr>
            <a:xfrm>
              <a:off x="2601477" y="1755329"/>
              <a:ext cx="258" cy="149"/>
            </a:xfrm>
            <a:custGeom>
              <a:rect b="b" l="l" r="r" t="t"/>
              <a:pathLst>
                <a:path extrusionOk="0" h="11" w="19">
                  <a:moveTo>
                    <a:pt x="18" y="0"/>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3" name="Google Shape;7503;p95"/>
            <p:cNvSpPr/>
            <p:nvPr/>
          </p:nvSpPr>
          <p:spPr>
            <a:xfrm>
              <a:off x="2508498" y="1817880"/>
              <a:ext cx="923" cy="109"/>
            </a:xfrm>
            <a:custGeom>
              <a:rect b="b" l="l" r="r" t="t"/>
              <a:pathLst>
                <a:path extrusionOk="0" h="8" w="68">
                  <a:moveTo>
                    <a:pt x="67"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4" name="Google Shape;7504;p95"/>
            <p:cNvSpPr/>
            <p:nvPr/>
          </p:nvSpPr>
          <p:spPr>
            <a:xfrm>
              <a:off x="2600907" y="1755654"/>
              <a:ext cx="258" cy="163"/>
            </a:xfrm>
            <a:custGeom>
              <a:rect b="b" l="l" r="r" t="t"/>
              <a:pathLst>
                <a:path extrusionOk="0" h="12" w="19">
                  <a:moveTo>
                    <a:pt x="18"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5" name="Google Shape;7505;p95"/>
            <p:cNvSpPr/>
            <p:nvPr/>
          </p:nvSpPr>
          <p:spPr>
            <a:xfrm>
              <a:off x="2504181" y="1817310"/>
              <a:ext cx="1195" cy="149"/>
            </a:xfrm>
            <a:custGeom>
              <a:rect b="b" l="l" r="r" t="t"/>
              <a:pathLst>
                <a:path extrusionOk="0" h="11" w="88">
                  <a:moveTo>
                    <a:pt x="88"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6" name="Google Shape;7506;p95"/>
            <p:cNvSpPr/>
            <p:nvPr/>
          </p:nvSpPr>
          <p:spPr>
            <a:xfrm>
              <a:off x="2512640" y="1818396"/>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7" name="Google Shape;7507;p95"/>
            <p:cNvSpPr/>
            <p:nvPr/>
          </p:nvSpPr>
          <p:spPr>
            <a:xfrm>
              <a:off x="2505457" y="1817446"/>
              <a:ext cx="1344" cy="204"/>
            </a:xfrm>
            <a:custGeom>
              <a:rect b="b" l="l" r="r" t="t"/>
              <a:pathLst>
                <a:path extrusionOk="0" h="15" w="99">
                  <a:moveTo>
                    <a:pt x="99" y="1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8" name="Google Shape;7508;p95"/>
            <p:cNvSpPr/>
            <p:nvPr/>
          </p:nvSpPr>
          <p:spPr>
            <a:xfrm>
              <a:off x="2509788" y="1818070"/>
              <a:ext cx="1195" cy="204"/>
            </a:xfrm>
            <a:custGeom>
              <a:rect b="b" l="l" r="r" t="t"/>
              <a:pathLst>
                <a:path extrusionOk="0" h="15" w="88">
                  <a:moveTo>
                    <a:pt x="88" y="1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9" name="Google Shape;7509;p95"/>
            <p:cNvSpPr/>
            <p:nvPr/>
          </p:nvSpPr>
          <p:spPr>
            <a:xfrm>
              <a:off x="2511404" y="1818355"/>
              <a:ext cx="149" cy="14"/>
            </a:xfrm>
            <a:custGeom>
              <a:rect b="b" l="l" r="r" t="t"/>
              <a:pathLst>
                <a:path extrusionOk="0" h="1" w="11">
                  <a:moveTo>
                    <a:pt x="1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0" name="Google Shape;7510;p95"/>
            <p:cNvSpPr/>
            <p:nvPr/>
          </p:nvSpPr>
          <p:spPr>
            <a:xfrm>
              <a:off x="2512029" y="181835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1" name="Google Shape;7511;p95"/>
            <p:cNvSpPr/>
            <p:nvPr/>
          </p:nvSpPr>
          <p:spPr>
            <a:xfrm>
              <a:off x="2991016" y="2067204"/>
              <a:ext cx="18968" cy="6409"/>
            </a:xfrm>
            <a:custGeom>
              <a:rect b="b" l="l" r="r" t="t"/>
              <a:pathLst>
                <a:path extrusionOk="0" h="472" w="1397">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2" name="Google Shape;7512;p95"/>
            <p:cNvSpPr/>
            <p:nvPr/>
          </p:nvSpPr>
          <p:spPr>
            <a:xfrm>
              <a:off x="3012726" y="2048969"/>
              <a:ext cx="73699" cy="62008"/>
            </a:xfrm>
            <a:custGeom>
              <a:rect b="b" l="l" r="r" t="t"/>
              <a:pathLst>
                <a:path extrusionOk="0" h="4567" w="5428">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3" name="Google Shape;7513;p95"/>
            <p:cNvSpPr/>
            <p:nvPr/>
          </p:nvSpPr>
          <p:spPr>
            <a:xfrm>
              <a:off x="2746593" y="2003634"/>
              <a:ext cx="83583" cy="84330"/>
            </a:xfrm>
            <a:custGeom>
              <a:rect b="b" l="l" r="r" t="t"/>
              <a:pathLst>
                <a:path extrusionOk="0" h="6211" w="6156">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4" name="Google Shape;7514;p95"/>
            <p:cNvSpPr/>
            <p:nvPr/>
          </p:nvSpPr>
          <p:spPr>
            <a:xfrm>
              <a:off x="2846320" y="2013450"/>
              <a:ext cx="74445" cy="60949"/>
            </a:xfrm>
            <a:custGeom>
              <a:rect b="b" l="l" r="r" t="t"/>
              <a:pathLst>
                <a:path extrusionOk="0" h="4489" w="5483">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5" name="Google Shape;7515;p95"/>
            <p:cNvSpPr/>
            <p:nvPr/>
          </p:nvSpPr>
          <p:spPr>
            <a:xfrm>
              <a:off x="2823415" y="2090109"/>
              <a:ext cx="73061" cy="19457"/>
            </a:xfrm>
            <a:custGeom>
              <a:rect b="b" l="l" r="r" t="t"/>
              <a:pathLst>
                <a:path extrusionOk="0" h="1433" w="5381">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6" name="Google Shape;7516;p95"/>
            <p:cNvSpPr/>
            <p:nvPr/>
          </p:nvSpPr>
          <p:spPr>
            <a:xfrm>
              <a:off x="2838907" y="2066647"/>
              <a:ext cx="2675" cy="2281"/>
            </a:xfrm>
            <a:custGeom>
              <a:rect b="b" l="l" r="r" t="t"/>
              <a:pathLst>
                <a:path extrusionOk="0" h="168" w="197">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7" name="Google Shape;7517;p95"/>
            <p:cNvSpPr/>
            <p:nvPr/>
          </p:nvSpPr>
          <p:spPr>
            <a:xfrm>
              <a:off x="2928980" y="2107991"/>
              <a:ext cx="29246" cy="3842"/>
            </a:xfrm>
            <a:custGeom>
              <a:rect b="b" l="l" r="r" t="t"/>
              <a:pathLst>
                <a:path extrusionOk="0" h="283" w="2154">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8" name="Google Shape;7518;p95"/>
            <p:cNvSpPr/>
            <p:nvPr/>
          </p:nvSpPr>
          <p:spPr>
            <a:xfrm>
              <a:off x="2771508" y="2053260"/>
              <a:ext cx="2240" cy="3666"/>
            </a:xfrm>
            <a:custGeom>
              <a:rect b="b" l="l" r="r" t="t"/>
              <a:pathLst>
                <a:path extrusionOk="0" h="270" w="165">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9" name="Google Shape;7519;p95"/>
            <p:cNvSpPr/>
            <p:nvPr/>
          </p:nvSpPr>
          <p:spPr>
            <a:xfrm>
              <a:off x="2920182" y="2034251"/>
              <a:ext cx="46788" cy="53482"/>
            </a:xfrm>
            <a:custGeom>
              <a:rect b="b" l="l" r="r" t="t"/>
              <a:pathLst>
                <a:path extrusionOk="0" h="3939" w="3446">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0" name="Google Shape;7520;p95"/>
            <p:cNvSpPr/>
            <p:nvPr/>
          </p:nvSpPr>
          <p:spPr>
            <a:xfrm>
              <a:off x="2975850" y="2069105"/>
              <a:ext cx="7658" cy="4046"/>
            </a:xfrm>
            <a:custGeom>
              <a:rect b="b" l="l" r="r" t="t"/>
              <a:pathLst>
                <a:path extrusionOk="0" h="298" w="564">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1" name="Google Shape;7521;p95"/>
            <p:cNvSpPr/>
            <p:nvPr/>
          </p:nvSpPr>
          <p:spPr>
            <a:xfrm>
              <a:off x="2759899" y="2034536"/>
              <a:ext cx="923" cy="204"/>
            </a:xfrm>
            <a:custGeom>
              <a:rect b="b" l="l" r="r" t="t"/>
              <a:pathLst>
                <a:path extrusionOk="0" h="15" w="68">
                  <a:moveTo>
                    <a:pt x="67" y="14"/>
                  </a:moveTo>
                  <a:lnTo>
                    <a:pt x="1" y="0"/>
                  </a:lnTo>
                  <a:lnTo>
                    <a:pt x="1" y="0"/>
                  </a:lnTo>
                  <a:lnTo>
                    <a:pt x="67"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2" name="Google Shape;7522;p95"/>
            <p:cNvSpPr/>
            <p:nvPr/>
          </p:nvSpPr>
          <p:spPr>
            <a:xfrm>
              <a:off x="2760660" y="2035011"/>
              <a:ext cx="3870" cy="5227"/>
            </a:xfrm>
            <a:custGeom>
              <a:rect b="b" l="l" r="r" t="t"/>
              <a:pathLst>
                <a:path extrusionOk="0" h="385" w="285">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3" name="Google Shape;7523;p95"/>
            <p:cNvSpPr/>
            <p:nvPr/>
          </p:nvSpPr>
          <p:spPr>
            <a:xfrm>
              <a:off x="2956787" y="2113666"/>
              <a:ext cx="11093" cy="8595"/>
            </a:xfrm>
            <a:custGeom>
              <a:rect b="b" l="l" r="r" t="t"/>
              <a:pathLst>
                <a:path extrusionOk="0" h="633" w="817">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4" name="Google Shape;7524;p95"/>
            <p:cNvSpPr/>
            <p:nvPr/>
          </p:nvSpPr>
          <p:spPr>
            <a:xfrm>
              <a:off x="2901173" y="2106945"/>
              <a:ext cx="20312" cy="6490"/>
            </a:xfrm>
            <a:custGeom>
              <a:rect b="b" l="l" r="r" t="t"/>
              <a:pathLst>
                <a:path extrusionOk="0" h="478" w="1496">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5" name="Google Shape;7525;p95"/>
            <p:cNvSpPr/>
            <p:nvPr/>
          </p:nvSpPr>
          <p:spPr>
            <a:xfrm>
              <a:off x="2923413" y="2117536"/>
              <a:ext cx="11527" cy="4711"/>
            </a:xfrm>
            <a:custGeom>
              <a:rect b="b" l="l" r="r" t="t"/>
              <a:pathLst>
                <a:path extrusionOk="0" h="347" w="849">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6" name="Google Shape;7526;p95"/>
            <p:cNvSpPr/>
            <p:nvPr/>
          </p:nvSpPr>
          <p:spPr>
            <a:xfrm>
              <a:off x="2984729" y="2031441"/>
              <a:ext cx="10713" cy="16320"/>
            </a:xfrm>
            <a:custGeom>
              <a:rect b="b" l="l" r="r" t="t"/>
              <a:pathLst>
                <a:path extrusionOk="0" h="1202" w="789">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7" name="Google Shape;7527;p95"/>
            <p:cNvSpPr/>
            <p:nvPr/>
          </p:nvSpPr>
          <p:spPr>
            <a:xfrm>
              <a:off x="2859015" y="2039003"/>
              <a:ext cx="109" cy="14"/>
            </a:xfrm>
            <a:custGeom>
              <a:rect b="b" l="l" r="r" t="t"/>
              <a:pathLst>
                <a:path extrusionOk="0" h="1" w="8">
                  <a:moveTo>
                    <a:pt x="0" y="0"/>
                  </a:moveTo>
                  <a:lnTo>
                    <a:pt x="7"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8" name="Google Shape;7528;p95"/>
            <p:cNvSpPr/>
            <p:nvPr/>
          </p:nvSpPr>
          <p:spPr>
            <a:xfrm>
              <a:off x="2860481" y="2039098"/>
              <a:ext cx="163" cy="54"/>
            </a:xfrm>
            <a:custGeom>
              <a:rect b="b" l="l" r="r" t="t"/>
              <a:pathLst>
                <a:path extrusionOk="0" h="4" w="12">
                  <a:moveTo>
                    <a:pt x="1" y="4"/>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9" name="Google Shape;7529;p95"/>
            <p:cNvSpPr/>
            <p:nvPr/>
          </p:nvSpPr>
          <p:spPr>
            <a:xfrm>
              <a:off x="2860156" y="2039193"/>
              <a:ext cx="149" cy="14"/>
            </a:xfrm>
            <a:custGeom>
              <a:rect b="b" l="l" r="r" t="t"/>
              <a:pathLst>
                <a:path extrusionOk="0" h="1" w="11">
                  <a:moveTo>
                    <a:pt x="0" y="0"/>
                  </a:moveTo>
                  <a:lnTo>
                    <a:pt x="1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0" name="Google Shape;7530;p95"/>
            <p:cNvSpPr/>
            <p:nvPr/>
          </p:nvSpPr>
          <p:spPr>
            <a:xfrm>
              <a:off x="2858160" y="2038569"/>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1" name="Google Shape;7531;p95"/>
            <p:cNvSpPr/>
            <p:nvPr/>
          </p:nvSpPr>
          <p:spPr>
            <a:xfrm>
              <a:off x="2858581" y="2038759"/>
              <a:ext cx="109" cy="109"/>
            </a:xfrm>
            <a:custGeom>
              <a:rect b="b" l="l" r="r" t="t"/>
              <a:pathLst>
                <a:path extrusionOk="0" h="8" w="8">
                  <a:moveTo>
                    <a:pt x="1" y="1"/>
                  </a:moveTo>
                  <a:lnTo>
                    <a:pt x="8"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2" name="Google Shape;7532;p95"/>
            <p:cNvSpPr/>
            <p:nvPr/>
          </p:nvSpPr>
          <p:spPr>
            <a:xfrm>
              <a:off x="2860821" y="2038949"/>
              <a:ext cx="109" cy="68"/>
            </a:xfrm>
            <a:custGeom>
              <a:rect b="b" l="l" r="r" t="t"/>
              <a:pathLst>
                <a:path extrusionOk="0" h="5" w="8">
                  <a:moveTo>
                    <a:pt x="0" y="4"/>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3" name="Google Shape;7533;p95"/>
            <p:cNvSpPr/>
            <p:nvPr/>
          </p:nvSpPr>
          <p:spPr>
            <a:xfrm>
              <a:off x="2852457" y="2033776"/>
              <a:ext cx="109" cy="204"/>
            </a:xfrm>
            <a:custGeom>
              <a:rect b="b" l="l" r="r" t="t"/>
              <a:pathLst>
                <a:path extrusionOk="0" h="15" w="8">
                  <a:moveTo>
                    <a:pt x="0" y="0"/>
                  </a:moveTo>
                  <a:lnTo>
                    <a:pt x="7"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4" name="Google Shape;7534;p95"/>
            <p:cNvSpPr/>
            <p:nvPr/>
          </p:nvSpPr>
          <p:spPr>
            <a:xfrm>
              <a:off x="2852267" y="2033301"/>
              <a:ext cx="109" cy="244"/>
            </a:xfrm>
            <a:custGeom>
              <a:rect b="b" l="l" r="r" t="t"/>
              <a:pathLst>
                <a:path extrusionOk="0" h="18" w="8">
                  <a:moveTo>
                    <a:pt x="0" y="0"/>
                  </a:moveTo>
                  <a:lnTo>
                    <a:pt x="7"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5" name="Google Shape;7535;p95"/>
            <p:cNvSpPr/>
            <p:nvPr/>
          </p:nvSpPr>
          <p:spPr>
            <a:xfrm>
              <a:off x="2852647" y="2034156"/>
              <a:ext cx="109" cy="204"/>
            </a:xfrm>
            <a:custGeom>
              <a:rect b="b" l="l" r="r" t="t"/>
              <a:pathLst>
                <a:path extrusionOk="0" h="15" w="8">
                  <a:moveTo>
                    <a:pt x="0" y="0"/>
                  </a:moveTo>
                  <a:lnTo>
                    <a:pt x="7" y="1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6" name="Google Shape;7536;p95"/>
            <p:cNvSpPr/>
            <p:nvPr/>
          </p:nvSpPr>
          <p:spPr>
            <a:xfrm>
              <a:off x="2852118" y="2032826"/>
              <a:ext cx="109" cy="244"/>
            </a:xfrm>
            <a:custGeom>
              <a:rect b="b" l="l" r="r" t="t"/>
              <a:pathLst>
                <a:path extrusionOk="0" h="18" w="8">
                  <a:moveTo>
                    <a:pt x="1" y="0"/>
                  </a:moveTo>
                  <a:lnTo>
                    <a:pt x="8"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7" name="Google Shape;7537;p95"/>
            <p:cNvSpPr/>
            <p:nvPr/>
          </p:nvSpPr>
          <p:spPr>
            <a:xfrm>
              <a:off x="2851602" y="2031060"/>
              <a:ext cx="109" cy="339"/>
            </a:xfrm>
            <a:custGeom>
              <a:rect b="b" l="l" r="r" t="t"/>
              <a:pathLst>
                <a:path extrusionOk="0" h="25" w="8">
                  <a:moveTo>
                    <a:pt x="0" y="0"/>
                  </a:moveTo>
                  <a:lnTo>
                    <a:pt x="7" y="2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8" name="Google Shape;7538;p95"/>
            <p:cNvSpPr/>
            <p:nvPr/>
          </p:nvSpPr>
          <p:spPr>
            <a:xfrm>
              <a:off x="2851928" y="2032296"/>
              <a:ext cx="109" cy="244"/>
            </a:xfrm>
            <a:custGeom>
              <a:rect b="b" l="l" r="r" t="t"/>
              <a:pathLst>
                <a:path extrusionOk="0" h="18" w="8">
                  <a:moveTo>
                    <a:pt x="1" y="1"/>
                  </a:moveTo>
                  <a:lnTo>
                    <a:pt x="8"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9" name="Google Shape;7539;p95"/>
            <p:cNvSpPr/>
            <p:nvPr/>
          </p:nvSpPr>
          <p:spPr>
            <a:xfrm>
              <a:off x="2857725" y="2038189"/>
              <a:ext cx="109" cy="109"/>
            </a:xfrm>
            <a:custGeom>
              <a:rect b="b" l="l" r="r" t="t"/>
              <a:pathLst>
                <a:path extrusionOk="0" h="8" w="8">
                  <a:moveTo>
                    <a:pt x="1" y="1"/>
                  </a:moveTo>
                  <a:lnTo>
                    <a:pt x="8"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0" name="Google Shape;7540;p95"/>
            <p:cNvSpPr/>
            <p:nvPr/>
          </p:nvSpPr>
          <p:spPr>
            <a:xfrm>
              <a:off x="2851792" y="2031671"/>
              <a:ext cx="109" cy="299"/>
            </a:xfrm>
            <a:custGeom>
              <a:rect b="b" l="l" r="r" t="t"/>
              <a:pathLst>
                <a:path extrusionOk="0" h="22" w="8">
                  <a:moveTo>
                    <a:pt x="0" y="1"/>
                  </a:moveTo>
                  <a:lnTo>
                    <a:pt x="7" y="22"/>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1" name="Google Shape;7541;p95"/>
            <p:cNvSpPr/>
            <p:nvPr/>
          </p:nvSpPr>
          <p:spPr>
            <a:xfrm>
              <a:off x="2852837" y="2034482"/>
              <a:ext cx="54" cy="204"/>
            </a:xfrm>
            <a:custGeom>
              <a:rect b="b" l="l" r="r" t="t"/>
              <a:pathLst>
                <a:path extrusionOk="0" h="15" w="4">
                  <a:moveTo>
                    <a:pt x="0" y="1"/>
                  </a:moveTo>
                  <a:lnTo>
                    <a:pt x="4"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2" name="Google Shape;7542;p95"/>
            <p:cNvSpPr/>
            <p:nvPr/>
          </p:nvSpPr>
          <p:spPr>
            <a:xfrm>
              <a:off x="2856870" y="2037523"/>
              <a:ext cx="109" cy="109"/>
            </a:xfrm>
            <a:custGeom>
              <a:rect b="b" l="l" r="r" t="t"/>
              <a:pathLst>
                <a:path extrusionOk="0" h="8" w="8">
                  <a:moveTo>
                    <a:pt x="1" y="1"/>
                  </a:moveTo>
                  <a:lnTo>
                    <a:pt x="8"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3" name="Google Shape;7543;p95"/>
            <p:cNvSpPr/>
            <p:nvPr/>
          </p:nvSpPr>
          <p:spPr>
            <a:xfrm>
              <a:off x="2852973" y="2034821"/>
              <a:ext cx="109" cy="149"/>
            </a:xfrm>
            <a:custGeom>
              <a:rect b="b" l="l" r="r" t="t"/>
              <a:pathLst>
                <a:path extrusionOk="0" h="11" w="8">
                  <a:moveTo>
                    <a:pt x="1" y="0"/>
                  </a:moveTo>
                  <a:lnTo>
                    <a:pt x="8"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4" name="Google Shape;7544;p95"/>
            <p:cNvSpPr/>
            <p:nvPr/>
          </p:nvSpPr>
          <p:spPr>
            <a:xfrm>
              <a:off x="2854019" y="2035772"/>
              <a:ext cx="109" cy="54"/>
            </a:xfrm>
            <a:custGeom>
              <a:rect b="b" l="l" r="r" t="t"/>
              <a:pathLst>
                <a:path extrusionOk="0" h="4" w="8">
                  <a:moveTo>
                    <a:pt x="1" y="0"/>
                  </a:moveTo>
                  <a:lnTo>
                    <a:pt x="8" y="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5" name="Google Shape;7545;p95"/>
            <p:cNvSpPr/>
            <p:nvPr/>
          </p:nvSpPr>
          <p:spPr>
            <a:xfrm>
              <a:off x="2857304" y="2037903"/>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6" name="Google Shape;7546;p95"/>
            <p:cNvSpPr/>
            <p:nvPr/>
          </p:nvSpPr>
          <p:spPr>
            <a:xfrm>
              <a:off x="2854263" y="2035813"/>
              <a:ext cx="54" cy="14"/>
            </a:xfrm>
            <a:custGeom>
              <a:rect b="b" l="l" r="r" t="t"/>
              <a:pathLst>
                <a:path extrusionOk="0" h="1" w="4">
                  <a:moveTo>
                    <a:pt x="0" y="1"/>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7" name="Google Shape;7547;p95"/>
            <p:cNvSpPr/>
            <p:nvPr/>
          </p:nvSpPr>
          <p:spPr>
            <a:xfrm>
              <a:off x="2853163" y="2035107"/>
              <a:ext cx="109" cy="109"/>
            </a:xfrm>
            <a:custGeom>
              <a:rect b="b" l="l" r="r" t="t"/>
              <a:pathLst>
                <a:path extrusionOk="0" h="8" w="8">
                  <a:moveTo>
                    <a:pt x="1" y="0"/>
                  </a:moveTo>
                  <a:lnTo>
                    <a:pt x="8"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8" name="Google Shape;7548;p95"/>
            <p:cNvSpPr/>
            <p:nvPr/>
          </p:nvSpPr>
          <p:spPr>
            <a:xfrm>
              <a:off x="2853598" y="2035487"/>
              <a:ext cx="109" cy="109"/>
            </a:xfrm>
            <a:custGeom>
              <a:rect b="b" l="l" r="r" t="t"/>
              <a:pathLst>
                <a:path extrusionOk="0" h="8" w="8">
                  <a:moveTo>
                    <a:pt x="0" y="0"/>
                  </a:moveTo>
                  <a:lnTo>
                    <a:pt x="7"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9" name="Google Shape;7549;p95"/>
            <p:cNvSpPr/>
            <p:nvPr/>
          </p:nvSpPr>
          <p:spPr>
            <a:xfrm>
              <a:off x="2853788" y="2035622"/>
              <a:ext cx="109" cy="109"/>
            </a:xfrm>
            <a:custGeom>
              <a:rect b="b" l="l" r="r" t="t"/>
              <a:pathLst>
                <a:path extrusionOk="0" h="8" w="8">
                  <a:moveTo>
                    <a:pt x="0" y="1"/>
                  </a:moveTo>
                  <a:lnTo>
                    <a:pt x="7"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0" name="Google Shape;7550;p95"/>
            <p:cNvSpPr/>
            <p:nvPr/>
          </p:nvSpPr>
          <p:spPr>
            <a:xfrm>
              <a:off x="2859490" y="2039139"/>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1" name="Google Shape;7551;p95"/>
            <p:cNvSpPr/>
            <p:nvPr/>
          </p:nvSpPr>
          <p:spPr>
            <a:xfrm>
              <a:off x="2889049" y="2032921"/>
              <a:ext cx="3204" cy="2105"/>
            </a:xfrm>
            <a:custGeom>
              <a:rect b="b" l="l" r="r" t="t"/>
              <a:pathLst>
                <a:path extrusionOk="0" h="155" w="236">
                  <a:moveTo>
                    <a:pt x="235" y="0"/>
                  </a:moveTo>
                  <a:cubicBezTo>
                    <a:pt x="204" y="112"/>
                    <a:pt x="102" y="130"/>
                    <a:pt x="1" y="154"/>
                  </a:cubicBezTo>
                  <a:cubicBezTo>
                    <a:pt x="106" y="133"/>
                    <a:pt x="204" y="112"/>
                    <a:pt x="235"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2" name="Google Shape;7552;p95"/>
            <p:cNvSpPr/>
            <p:nvPr/>
          </p:nvSpPr>
          <p:spPr>
            <a:xfrm>
              <a:off x="2861242" y="2038243"/>
              <a:ext cx="4440" cy="530"/>
            </a:xfrm>
            <a:custGeom>
              <a:rect b="b" l="l" r="r" t="t"/>
              <a:pathLst>
                <a:path extrusionOk="0" h="39" w="327">
                  <a:moveTo>
                    <a:pt x="326" y="7"/>
                  </a:moveTo>
                  <a:cubicBezTo>
                    <a:pt x="197" y="4"/>
                    <a:pt x="53" y="0"/>
                    <a:pt x="1" y="39"/>
                  </a:cubicBezTo>
                  <a:cubicBezTo>
                    <a:pt x="53" y="0"/>
                    <a:pt x="197" y="4"/>
                    <a:pt x="326"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3" name="Google Shape;7553;p95"/>
            <p:cNvSpPr/>
            <p:nvPr/>
          </p:nvSpPr>
          <p:spPr>
            <a:xfrm>
              <a:off x="2910922" y="2013858"/>
              <a:ext cx="54" cy="14"/>
            </a:xfrm>
            <a:custGeom>
              <a:rect b="b" l="l" r="r" t="t"/>
              <a:pathLst>
                <a:path extrusionOk="0" h="1" w="4">
                  <a:moveTo>
                    <a:pt x="4" y="0"/>
                  </a:moveTo>
                  <a:lnTo>
                    <a:pt x="0" y="0"/>
                  </a:ln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4" name="Google Shape;7554;p95"/>
            <p:cNvSpPr/>
            <p:nvPr/>
          </p:nvSpPr>
          <p:spPr>
            <a:xfrm>
              <a:off x="2853353" y="2035297"/>
              <a:ext cx="109" cy="109"/>
            </a:xfrm>
            <a:custGeom>
              <a:rect b="b" l="l" r="r" t="t"/>
              <a:pathLst>
                <a:path extrusionOk="0" h="8" w="8">
                  <a:moveTo>
                    <a:pt x="8"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5" name="Google Shape;7555;p95"/>
            <p:cNvSpPr/>
            <p:nvPr/>
          </p:nvSpPr>
          <p:spPr>
            <a:xfrm>
              <a:off x="2860006" y="2039193"/>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6" name="Google Shape;7556;p95"/>
            <p:cNvSpPr/>
            <p:nvPr/>
          </p:nvSpPr>
          <p:spPr>
            <a:xfrm>
              <a:off x="2899598" y="2013287"/>
              <a:ext cx="8486" cy="1765"/>
            </a:xfrm>
            <a:custGeom>
              <a:rect b="b" l="l" r="r" t="t"/>
              <a:pathLst>
                <a:path extrusionOk="0" h="130" w="625">
                  <a:moveTo>
                    <a:pt x="624" y="11"/>
                  </a:moveTo>
                  <a:cubicBezTo>
                    <a:pt x="424" y="7"/>
                    <a:pt x="120" y="0"/>
                    <a:pt x="1" y="130"/>
                  </a:cubicBezTo>
                  <a:cubicBezTo>
                    <a:pt x="120" y="0"/>
                    <a:pt x="424" y="7"/>
                    <a:pt x="624"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7" name="Google Shape;7557;p95"/>
            <p:cNvSpPr/>
            <p:nvPr/>
          </p:nvSpPr>
          <p:spPr>
            <a:xfrm>
              <a:off x="2909971" y="2013518"/>
              <a:ext cx="109" cy="14"/>
            </a:xfrm>
            <a:custGeom>
              <a:rect b="b" l="l" r="r" t="t"/>
              <a:pathLst>
                <a:path extrusionOk="0" h="1" w="8">
                  <a:moveTo>
                    <a:pt x="0" y="1"/>
                  </a:moveTo>
                  <a:lnTo>
                    <a:pt x="7"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8" name="Google Shape;7558;p95"/>
            <p:cNvSpPr/>
            <p:nvPr/>
          </p:nvSpPr>
          <p:spPr>
            <a:xfrm>
              <a:off x="2909632" y="2013478"/>
              <a:ext cx="109" cy="14"/>
            </a:xfrm>
            <a:custGeom>
              <a:rect b="b" l="l" r="r" t="t"/>
              <a:pathLst>
                <a:path extrusionOk="0" h="1" w="8">
                  <a:moveTo>
                    <a:pt x="1" y="0"/>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9" name="Google Shape;7559;p95"/>
            <p:cNvSpPr/>
            <p:nvPr/>
          </p:nvSpPr>
          <p:spPr>
            <a:xfrm>
              <a:off x="2910392" y="2013668"/>
              <a:ext cx="68" cy="14"/>
            </a:xfrm>
            <a:custGeom>
              <a:rect b="b" l="l" r="r" t="t"/>
              <a:pathLst>
                <a:path extrusionOk="0" h="1" w="5">
                  <a:moveTo>
                    <a:pt x="1" y="0"/>
                  </a:moveTo>
                  <a:lnTo>
                    <a:pt x="4"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0" name="Google Shape;7560;p95"/>
            <p:cNvSpPr/>
            <p:nvPr/>
          </p:nvSpPr>
          <p:spPr>
            <a:xfrm>
              <a:off x="2962544" y="2114711"/>
              <a:ext cx="394" cy="204"/>
            </a:xfrm>
            <a:custGeom>
              <a:rect b="b" l="l" r="r" t="t"/>
              <a:pathLst>
                <a:path extrusionOk="0" h="15" w="29">
                  <a:moveTo>
                    <a:pt x="28" y="1"/>
                  </a:moveTo>
                  <a:lnTo>
                    <a:pt x="0" y="8"/>
                  </a:lnTo>
                  <a:lnTo>
                    <a:pt x="4" y="8"/>
                  </a:lnTo>
                  <a:lnTo>
                    <a:pt x="11" y="11"/>
                  </a:lnTo>
                  <a:lnTo>
                    <a:pt x="14" y="11"/>
                  </a:lnTo>
                  <a:lnTo>
                    <a:pt x="21" y="15"/>
                  </a:lnTo>
                  <a:cubicBezTo>
                    <a:pt x="21" y="11"/>
                    <a:pt x="25" y="4"/>
                    <a:pt x="2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1" name="Google Shape;7561;p95"/>
            <p:cNvSpPr/>
            <p:nvPr/>
          </p:nvSpPr>
          <p:spPr>
            <a:xfrm>
              <a:off x="2968192" y="2108113"/>
              <a:ext cx="14895" cy="5757"/>
            </a:xfrm>
            <a:custGeom>
              <a:rect b="b" l="l" r="r" t="t"/>
              <a:pathLst>
                <a:path extrusionOk="0" h="424" w="1097">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2" name="Google Shape;7562;p95"/>
            <p:cNvSpPr/>
            <p:nvPr/>
          </p:nvSpPr>
          <p:spPr>
            <a:xfrm>
              <a:off x="2962679" y="2114861"/>
              <a:ext cx="54" cy="14"/>
            </a:xfrm>
            <a:custGeom>
              <a:rect b="b" l="l" r="r" t="t"/>
              <a:pathLst>
                <a:path extrusionOk="0" h="1" w="4">
                  <a:moveTo>
                    <a:pt x="4"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3" name="Google Shape;7563;p95"/>
            <p:cNvSpPr/>
            <p:nvPr/>
          </p:nvSpPr>
          <p:spPr>
            <a:xfrm>
              <a:off x="2968246" y="2112675"/>
              <a:ext cx="530" cy="530"/>
            </a:xfrm>
            <a:custGeom>
              <a:rect b="b" l="l" r="r" t="t"/>
              <a:pathLst>
                <a:path extrusionOk="0" h="39" w="39">
                  <a:moveTo>
                    <a:pt x="0" y="0"/>
                  </a:moveTo>
                  <a:cubicBezTo>
                    <a:pt x="11" y="11"/>
                    <a:pt x="25" y="25"/>
                    <a:pt x="39" y="39"/>
                  </a:cubicBezTo>
                  <a:cubicBezTo>
                    <a:pt x="25" y="25"/>
                    <a:pt x="11"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4" name="Google Shape;7564;p95"/>
            <p:cNvSpPr/>
            <p:nvPr/>
          </p:nvSpPr>
          <p:spPr>
            <a:xfrm>
              <a:off x="2962544" y="2114806"/>
              <a:ext cx="0" cy="14"/>
            </a:xfrm>
            <a:custGeom>
              <a:rect b="b" l="l" r="r" t="t"/>
              <a:pathLst>
                <a:path extrusionOk="0" h="1" w="0">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5" name="Google Shape;7565;p95"/>
            <p:cNvSpPr/>
            <p:nvPr/>
          </p:nvSpPr>
          <p:spPr>
            <a:xfrm>
              <a:off x="2962924" y="2114711"/>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6" name="Google Shape;7566;p95"/>
            <p:cNvSpPr/>
            <p:nvPr/>
          </p:nvSpPr>
          <p:spPr>
            <a:xfrm>
              <a:off x="2968816" y="2113286"/>
              <a:ext cx="530" cy="584"/>
            </a:xfrm>
            <a:custGeom>
              <a:rect b="b" l="l" r="r" t="t"/>
              <a:pathLst>
                <a:path extrusionOk="0" h="43" w="39">
                  <a:moveTo>
                    <a:pt x="39" y="43"/>
                  </a:moveTo>
                  <a:cubicBezTo>
                    <a:pt x="25" y="29"/>
                    <a:pt x="14" y="15"/>
                    <a:pt x="0" y="1"/>
                  </a:cubicBezTo>
                  <a:cubicBezTo>
                    <a:pt x="14" y="15"/>
                    <a:pt x="25" y="29"/>
                    <a:pt x="39" y="4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7" name="Google Shape;7567;p95"/>
            <p:cNvSpPr/>
            <p:nvPr/>
          </p:nvSpPr>
          <p:spPr>
            <a:xfrm>
              <a:off x="2109605" y="1718303"/>
              <a:ext cx="11147" cy="17827"/>
            </a:xfrm>
            <a:custGeom>
              <a:rect b="b" l="l" r="r" t="t"/>
              <a:pathLst>
                <a:path extrusionOk="0" h="1313" w="821">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8" name="Google Shape;7568;p95"/>
            <p:cNvSpPr/>
            <p:nvPr/>
          </p:nvSpPr>
          <p:spPr>
            <a:xfrm>
              <a:off x="2142544" y="1743706"/>
              <a:ext cx="19171" cy="11066"/>
            </a:xfrm>
            <a:custGeom>
              <a:rect b="b" l="l" r="r" t="t"/>
              <a:pathLst>
                <a:path extrusionOk="0" h="815" w="1412">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9" name="Google Shape;7569;p95"/>
            <p:cNvSpPr/>
            <p:nvPr/>
          </p:nvSpPr>
          <p:spPr>
            <a:xfrm>
              <a:off x="2099300" y="1663436"/>
              <a:ext cx="82904" cy="79917"/>
            </a:xfrm>
            <a:custGeom>
              <a:rect b="b" l="l" r="r" t="t"/>
              <a:pathLst>
                <a:path extrusionOk="0" h="5886" w="6106">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0" name="Google Shape;7570;p95"/>
            <p:cNvSpPr/>
            <p:nvPr/>
          </p:nvSpPr>
          <p:spPr>
            <a:xfrm>
              <a:off x="2139082" y="1663966"/>
              <a:ext cx="1344" cy="2485"/>
            </a:xfrm>
            <a:custGeom>
              <a:rect b="b" l="l" r="r" t="t"/>
              <a:pathLst>
                <a:path extrusionOk="0" h="183" w="99">
                  <a:moveTo>
                    <a:pt x="98" y="183"/>
                  </a:moveTo>
                  <a:lnTo>
                    <a:pt x="98" y="183"/>
                  </a:lnTo>
                  <a:cubicBezTo>
                    <a:pt x="42" y="148"/>
                    <a:pt x="21" y="70"/>
                    <a:pt x="0" y="0"/>
                  </a:cubicBezTo>
                  <a:cubicBezTo>
                    <a:pt x="21" y="70"/>
                    <a:pt x="42" y="148"/>
                    <a:pt x="98" y="18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1" name="Google Shape;7571;p95"/>
            <p:cNvSpPr/>
            <p:nvPr/>
          </p:nvSpPr>
          <p:spPr>
            <a:xfrm>
              <a:off x="2128057" y="1665391"/>
              <a:ext cx="299" cy="204"/>
            </a:xfrm>
            <a:custGeom>
              <a:rect b="b" l="l" r="r" t="t"/>
              <a:pathLst>
                <a:path extrusionOk="0" h="15" w="22">
                  <a:moveTo>
                    <a:pt x="21" y="14"/>
                  </a:moveTo>
                  <a:lnTo>
                    <a:pt x="0" y="0"/>
                  </a:ln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2" name="Google Shape;7572;p95"/>
            <p:cNvSpPr/>
            <p:nvPr/>
          </p:nvSpPr>
          <p:spPr>
            <a:xfrm>
              <a:off x="2142734" y="1667061"/>
              <a:ext cx="923" cy="149"/>
            </a:xfrm>
            <a:custGeom>
              <a:rect b="b" l="l" r="r" t="t"/>
              <a:pathLst>
                <a:path extrusionOk="0" h="11" w="68">
                  <a:moveTo>
                    <a:pt x="67" y="11"/>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3" name="Google Shape;7573;p95"/>
            <p:cNvSpPr/>
            <p:nvPr/>
          </p:nvSpPr>
          <p:spPr>
            <a:xfrm>
              <a:off x="2105477" y="1674515"/>
              <a:ext cx="299" cy="14"/>
            </a:xfrm>
            <a:custGeom>
              <a:rect b="b" l="l" r="r" t="t"/>
              <a:pathLst>
                <a:path extrusionOk="0" h="1" w="22">
                  <a:moveTo>
                    <a:pt x="21"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4" name="Google Shape;7574;p95"/>
            <p:cNvSpPr/>
            <p:nvPr/>
          </p:nvSpPr>
          <p:spPr>
            <a:xfrm>
              <a:off x="2105097" y="1674570"/>
              <a:ext cx="299" cy="14"/>
            </a:xfrm>
            <a:custGeom>
              <a:rect b="b" l="l" r="r" t="t"/>
              <a:pathLst>
                <a:path extrusionOk="0" h="1" w="22">
                  <a:moveTo>
                    <a:pt x="21"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5" name="Google Shape;7575;p95"/>
            <p:cNvSpPr/>
            <p:nvPr/>
          </p:nvSpPr>
          <p:spPr>
            <a:xfrm>
              <a:off x="2101866" y="1674610"/>
              <a:ext cx="2770" cy="204"/>
            </a:xfrm>
            <a:custGeom>
              <a:rect b="b" l="l" r="r" t="t"/>
              <a:pathLst>
                <a:path extrusionOk="0" h="15" w="204">
                  <a:moveTo>
                    <a:pt x="203" y="1"/>
                  </a:moveTo>
                  <a:lnTo>
                    <a:pt x="0" y="1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6" name="Google Shape;7576;p95"/>
            <p:cNvSpPr/>
            <p:nvPr/>
          </p:nvSpPr>
          <p:spPr>
            <a:xfrm>
              <a:off x="2104622" y="1674570"/>
              <a:ext cx="394" cy="14"/>
            </a:xfrm>
            <a:custGeom>
              <a:rect b="b" l="l" r="r" t="t"/>
              <a:pathLst>
                <a:path extrusionOk="0" h="1" w="29">
                  <a:moveTo>
                    <a:pt x="28" y="0"/>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7" name="Google Shape;7577;p95"/>
            <p:cNvSpPr/>
            <p:nvPr/>
          </p:nvSpPr>
          <p:spPr>
            <a:xfrm>
              <a:off x="2101526" y="1674855"/>
              <a:ext cx="299" cy="14"/>
            </a:xfrm>
            <a:custGeom>
              <a:rect b="b" l="l" r="r" t="t"/>
              <a:pathLst>
                <a:path extrusionOk="0" h="1" w="22">
                  <a:moveTo>
                    <a:pt x="1" y="0"/>
                  </a:moveTo>
                  <a:lnTo>
                    <a:pt x="22"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8" name="Google Shape;7578;p95"/>
            <p:cNvSpPr/>
            <p:nvPr/>
          </p:nvSpPr>
          <p:spPr>
            <a:xfrm>
              <a:off x="2127296" y="1665391"/>
              <a:ext cx="774" cy="720"/>
            </a:xfrm>
            <a:custGeom>
              <a:rect b="b" l="l" r="r" t="t"/>
              <a:pathLst>
                <a:path extrusionOk="0" h="53" w="57">
                  <a:moveTo>
                    <a:pt x="0" y="53"/>
                  </a:moveTo>
                  <a:lnTo>
                    <a:pt x="56" y="0"/>
                  </a:lnTo>
                  <a:lnTo>
                    <a:pt x="56"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9" name="Google Shape;7579;p95"/>
            <p:cNvSpPr/>
            <p:nvPr/>
          </p:nvSpPr>
          <p:spPr>
            <a:xfrm>
              <a:off x="2106903" y="1674475"/>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0" name="Google Shape;7580;p95"/>
            <p:cNvSpPr/>
            <p:nvPr/>
          </p:nvSpPr>
          <p:spPr>
            <a:xfrm>
              <a:off x="2106659" y="1674475"/>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1" name="Google Shape;7581;p95"/>
            <p:cNvSpPr/>
            <p:nvPr/>
          </p:nvSpPr>
          <p:spPr>
            <a:xfrm>
              <a:off x="2105858" y="1674515"/>
              <a:ext cx="244" cy="14"/>
            </a:xfrm>
            <a:custGeom>
              <a:rect b="b" l="l" r="r" t="t"/>
              <a:pathLst>
                <a:path extrusionOk="0" h="1" w="18">
                  <a:moveTo>
                    <a:pt x="18" y="1"/>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2" name="Google Shape;7582;p95"/>
            <p:cNvSpPr/>
            <p:nvPr/>
          </p:nvSpPr>
          <p:spPr>
            <a:xfrm>
              <a:off x="2107134" y="1674475"/>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3" name="Google Shape;7583;p95"/>
            <p:cNvSpPr/>
            <p:nvPr/>
          </p:nvSpPr>
          <p:spPr>
            <a:xfrm>
              <a:off x="2106183" y="1674475"/>
              <a:ext cx="204" cy="14"/>
            </a:xfrm>
            <a:custGeom>
              <a:rect b="b" l="l" r="r" t="t"/>
              <a:pathLst>
                <a:path extrusionOk="0" h="1" w="15">
                  <a:moveTo>
                    <a:pt x="15"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4" name="Google Shape;7584;p95"/>
            <p:cNvSpPr/>
            <p:nvPr/>
          </p:nvSpPr>
          <p:spPr>
            <a:xfrm>
              <a:off x="2102762" y="1677652"/>
              <a:ext cx="68" cy="448"/>
            </a:xfrm>
            <a:custGeom>
              <a:rect b="b" l="l" r="r" t="t"/>
              <a:pathLst>
                <a:path extrusionOk="0" h="33" w="5">
                  <a:moveTo>
                    <a:pt x="4" y="32"/>
                  </a:moveTo>
                  <a:cubicBezTo>
                    <a:pt x="4" y="22"/>
                    <a:pt x="4" y="11"/>
                    <a:pt x="1" y="1"/>
                  </a:cubicBezTo>
                  <a:cubicBezTo>
                    <a:pt x="4" y="11"/>
                    <a:pt x="4" y="22"/>
                    <a:pt x="4"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5" name="Google Shape;7585;p95"/>
            <p:cNvSpPr/>
            <p:nvPr/>
          </p:nvSpPr>
          <p:spPr>
            <a:xfrm>
              <a:off x="2101771" y="1676416"/>
              <a:ext cx="54" cy="109"/>
            </a:xfrm>
            <a:custGeom>
              <a:rect b="b" l="l" r="r" t="t"/>
              <a:pathLst>
                <a:path extrusionOk="0" h="8" w="4">
                  <a:moveTo>
                    <a:pt x="4"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6" name="Google Shape;7586;p95"/>
            <p:cNvSpPr/>
            <p:nvPr/>
          </p:nvSpPr>
          <p:spPr>
            <a:xfrm>
              <a:off x="2102572" y="1688826"/>
              <a:ext cx="3584" cy="434"/>
            </a:xfrm>
            <a:custGeom>
              <a:rect b="b" l="l" r="r" t="t"/>
              <a:pathLst>
                <a:path extrusionOk="0" h="32" w="264">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7" name="Google Shape;7587;p95"/>
            <p:cNvSpPr/>
            <p:nvPr/>
          </p:nvSpPr>
          <p:spPr>
            <a:xfrm>
              <a:off x="2106374" y="1691813"/>
              <a:ext cx="163" cy="353"/>
            </a:xfrm>
            <a:custGeom>
              <a:rect b="b" l="l" r="r" t="t"/>
              <a:pathLst>
                <a:path extrusionOk="0" h="26" w="12">
                  <a:moveTo>
                    <a:pt x="1" y="25"/>
                  </a:moveTo>
                  <a:lnTo>
                    <a:pt x="1" y="25"/>
                  </a:lnTo>
                  <a:lnTo>
                    <a:pt x="1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8" name="Google Shape;7588;p95"/>
            <p:cNvSpPr/>
            <p:nvPr/>
          </p:nvSpPr>
          <p:spPr>
            <a:xfrm>
              <a:off x="2101676" y="1676280"/>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9" name="Google Shape;7589;p95"/>
            <p:cNvSpPr/>
            <p:nvPr/>
          </p:nvSpPr>
          <p:spPr>
            <a:xfrm>
              <a:off x="2101907" y="1676606"/>
              <a:ext cx="543" cy="394"/>
            </a:xfrm>
            <a:custGeom>
              <a:rect b="b" l="l" r="r" t="t"/>
              <a:pathLst>
                <a:path extrusionOk="0" h="29" w="4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0" name="Google Shape;7590;p95"/>
            <p:cNvSpPr/>
            <p:nvPr/>
          </p:nvSpPr>
          <p:spPr>
            <a:xfrm>
              <a:off x="2143359" y="1670619"/>
              <a:ext cx="54" cy="448"/>
            </a:xfrm>
            <a:custGeom>
              <a:rect b="b" l="l" r="r" t="t"/>
              <a:pathLst>
                <a:path extrusionOk="0" h="33" w="4">
                  <a:moveTo>
                    <a:pt x="4" y="1"/>
                  </a:moveTo>
                  <a:cubicBezTo>
                    <a:pt x="4" y="11"/>
                    <a:pt x="0" y="22"/>
                    <a:pt x="4" y="32"/>
                  </a:cubicBez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1" name="Google Shape;7591;p95"/>
            <p:cNvSpPr/>
            <p:nvPr/>
          </p:nvSpPr>
          <p:spPr>
            <a:xfrm>
              <a:off x="2143304" y="1674760"/>
              <a:ext cx="14" cy="489"/>
            </a:xfrm>
            <a:custGeom>
              <a:rect b="b" l="l" r="r" t="t"/>
              <a:pathLst>
                <a:path extrusionOk="0" h="36" w="1">
                  <a:moveTo>
                    <a:pt x="1" y="0"/>
                  </a:moveTo>
                  <a:lnTo>
                    <a:pt x="1" y="3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2" name="Google Shape;7592;p95"/>
            <p:cNvSpPr/>
            <p:nvPr/>
          </p:nvSpPr>
          <p:spPr>
            <a:xfrm>
              <a:off x="2143454" y="1669383"/>
              <a:ext cx="14" cy="489"/>
            </a:xfrm>
            <a:custGeom>
              <a:rect b="b" l="l" r="r" t="t"/>
              <a:pathLst>
                <a:path extrusionOk="0" h="36" w="1">
                  <a:moveTo>
                    <a:pt x="0" y="1"/>
                  </a:moveTo>
                  <a:cubicBezTo>
                    <a:pt x="0" y="15"/>
                    <a:pt x="0" y="25"/>
                    <a:pt x="0" y="36"/>
                  </a:cubicBezTo>
                  <a:cubicBezTo>
                    <a:pt x="0" y="25"/>
                    <a:pt x="0" y="15"/>
                    <a:pt x="0"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3" name="Google Shape;7593;p95"/>
            <p:cNvSpPr/>
            <p:nvPr/>
          </p:nvSpPr>
          <p:spPr>
            <a:xfrm>
              <a:off x="2143304" y="1672044"/>
              <a:ext cx="14" cy="258"/>
            </a:xfrm>
            <a:custGeom>
              <a:rect b="b" l="l" r="r" t="t"/>
              <a:pathLst>
                <a:path extrusionOk="0" h="19" w="1">
                  <a:moveTo>
                    <a:pt x="1" y="1"/>
                  </a:moveTo>
                  <a:lnTo>
                    <a:pt x="1" y="1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4" name="Google Shape;7594;p95"/>
            <p:cNvSpPr/>
            <p:nvPr/>
          </p:nvSpPr>
          <p:spPr>
            <a:xfrm>
              <a:off x="2143304" y="1673524"/>
              <a:ext cx="14" cy="394"/>
            </a:xfrm>
            <a:custGeom>
              <a:rect b="b" l="l" r="r" t="t"/>
              <a:pathLst>
                <a:path extrusionOk="0" h="29" w="1">
                  <a:moveTo>
                    <a:pt x="1" y="2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5" name="Google Shape;7595;p95"/>
            <p:cNvSpPr/>
            <p:nvPr/>
          </p:nvSpPr>
          <p:spPr>
            <a:xfrm>
              <a:off x="2143494" y="1668297"/>
              <a:ext cx="68" cy="434"/>
            </a:xfrm>
            <a:custGeom>
              <a:rect b="b" l="l" r="r" t="t"/>
              <a:pathLst>
                <a:path extrusionOk="0" h="32" w="5">
                  <a:moveTo>
                    <a:pt x="4" y="0"/>
                  </a:moveTo>
                  <a:cubicBezTo>
                    <a:pt x="4" y="11"/>
                    <a:pt x="4" y="21"/>
                    <a:pt x="1" y="32"/>
                  </a:cubicBezTo>
                  <a:cubicBezTo>
                    <a:pt x="4" y="21"/>
                    <a:pt x="4" y="11"/>
                    <a:pt x="4"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6" name="Google Shape;7596;p95"/>
            <p:cNvSpPr/>
            <p:nvPr/>
          </p:nvSpPr>
          <p:spPr>
            <a:xfrm>
              <a:off x="2143589" y="1667251"/>
              <a:ext cx="68" cy="394"/>
            </a:xfrm>
            <a:custGeom>
              <a:rect b="b" l="l" r="r" t="t"/>
              <a:pathLst>
                <a:path extrusionOk="0" h="29" w="5">
                  <a:moveTo>
                    <a:pt x="4" y="0"/>
                  </a:moveTo>
                  <a:lnTo>
                    <a:pt x="1" y="2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7" name="Google Shape;7597;p95"/>
            <p:cNvSpPr/>
            <p:nvPr/>
          </p:nvSpPr>
          <p:spPr>
            <a:xfrm>
              <a:off x="2184186" y="1698140"/>
              <a:ext cx="6626" cy="9138"/>
            </a:xfrm>
            <a:custGeom>
              <a:rect b="b" l="l" r="r" t="t"/>
              <a:pathLst>
                <a:path extrusionOk="0" h="673" w="488">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8" name="Google Shape;7598;p95"/>
            <p:cNvSpPr/>
            <p:nvPr/>
          </p:nvSpPr>
          <p:spPr>
            <a:xfrm>
              <a:off x="2184336" y="1702281"/>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9" name="Google Shape;7599;p95"/>
            <p:cNvSpPr/>
            <p:nvPr/>
          </p:nvSpPr>
          <p:spPr>
            <a:xfrm>
              <a:off x="2184376" y="1702661"/>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0" name="Google Shape;7600;p95"/>
            <p:cNvSpPr/>
            <p:nvPr/>
          </p:nvSpPr>
          <p:spPr>
            <a:xfrm>
              <a:off x="2184376" y="1702417"/>
              <a:ext cx="14" cy="14"/>
            </a:xfrm>
            <a:custGeom>
              <a:rect b="b" l="l" r="r" t="t"/>
              <a:pathLst>
                <a:path extrusionOk="0" h="1" w="1">
                  <a:moveTo>
                    <a:pt x="1"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1" name="Google Shape;7601;p95"/>
            <p:cNvSpPr/>
            <p:nvPr/>
          </p:nvSpPr>
          <p:spPr>
            <a:xfrm>
              <a:off x="2184336" y="1702132"/>
              <a:ext cx="14" cy="68"/>
            </a:xfrm>
            <a:custGeom>
              <a:rect b="b" l="l" r="r" t="t"/>
              <a:pathLst>
                <a:path extrusionOk="0" h="5" w="1">
                  <a:moveTo>
                    <a:pt x="0" y="1"/>
                  </a:moveTo>
                  <a:lnTo>
                    <a:pt x="0" y="4"/>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2" name="Google Shape;7602;p95"/>
            <p:cNvSpPr/>
            <p:nvPr/>
          </p:nvSpPr>
          <p:spPr>
            <a:xfrm>
              <a:off x="2185666" y="1698615"/>
              <a:ext cx="394" cy="679"/>
            </a:xfrm>
            <a:custGeom>
              <a:rect b="b" l="l" r="r" t="t"/>
              <a:pathLst>
                <a:path extrusionOk="0" h="50" w="29">
                  <a:moveTo>
                    <a:pt x="28" y="1"/>
                  </a:moveTo>
                  <a:lnTo>
                    <a:pt x="28" y="1"/>
                  </a:lnTo>
                  <a:cubicBezTo>
                    <a:pt x="18" y="18"/>
                    <a:pt x="7" y="32"/>
                    <a:pt x="0" y="50"/>
                  </a:cubicBezTo>
                  <a:cubicBezTo>
                    <a:pt x="7" y="36"/>
                    <a:pt x="18" y="18"/>
                    <a:pt x="28"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3" name="Google Shape;7603;p95"/>
            <p:cNvSpPr/>
            <p:nvPr/>
          </p:nvSpPr>
          <p:spPr>
            <a:xfrm>
              <a:off x="2184241" y="1703558"/>
              <a:ext cx="14" cy="204"/>
            </a:xfrm>
            <a:custGeom>
              <a:rect b="b" l="l" r="r" t="t"/>
              <a:pathLst>
                <a:path extrusionOk="0" h="15" w="1">
                  <a:moveTo>
                    <a:pt x="0"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4" name="Google Shape;7604;p95"/>
            <p:cNvSpPr/>
            <p:nvPr/>
          </p:nvSpPr>
          <p:spPr>
            <a:xfrm>
              <a:off x="2184145" y="1704033"/>
              <a:ext cx="54" cy="204"/>
            </a:xfrm>
            <a:custGeom>
              <a:rect b="b" l="l" r="r" t="t"/>
              <a:pathLst>
                <a:path extrusionOk="0" h="15" w="4">
                  <a:moveTo>
                    <a:pt x="0" y="15"/>
                  </a:moveTo>
                  <a:lnTo>
                    <a:pt x="4"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5" name="Google Shape;7605;p95"/>
            <p:cNvSpPr/>
            <p:nvPr/>
          </p:nvSpPr>
          <p:spPr>
            <a:xfrm>
              <a:off x="2185422" y="1699525"/>
              <a:ext cx="109" cy="149"/>
            </a:xfrm>
            <a:custGeom>
              <a:rect b="b" l="l" r="r" t="t"/>
              <a:pathLst>
                <a:path extrusionOk="0" h="11" w="8">
                  <a:moveTo>
                    <a:pt x="1" y="11"/>
                  </a:moveTo>
                  <a:lnTo>
                    <a:pt x="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6" name="Google Shape;7606;p95"/>
            <p:cNvSpPr/>
            <p:nvPr/>
          </p:nvSpPr>
          <p:spPr>
            <a:xfrm>
              <a:off x="2184336" y="1702987"/>
              <a:ext cx="14" cy="14"/>
            </a:xfrm>
            <a:custGeom>
              <a:rect b="b" l="l" r="r" t="t"/>
              <a:pathLst>
                <a:path extrusionOk="0" h="1" w="1">
                  <a:moveTo>
                    <a:pt x="0" y="1"/>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7" name="Google Shape;7607;p95"/>
            <p:cNvSpPr/>
            <p:nvPr/>
          </p:nvSpPr>
          <p:spPr>
            <a:xfrm>
              <a:off x="2184336" y="1703232"/>
              <a:ext cx="14" cy="109"/>
            </a:xfrm>
            <a:custGeom>
              <a:rect b="b" l="l" r="r" t="t"/>
              <a:pathLst>
                <a:path extrusionOk="0" h="8" w="1">
                  <a:moveTo>
                    <a:pt x="0" y="7"/>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8" name="Google Shape;7608;p95"/>
            <p:cNvSpPr/>
            <p:nvPr/>
          </p:nvSpPr>
          <p:spPr>
            <a:xfrm>
              <a:off x="2188178" y="1703177"/>
              <a:ext cx="2580" cy="4195"/>
            </a:xfrm>
            <a:custGeom>
              <a:rect b="b" l="l" r="r" t="t"/>
              <a:pathLst>
                <a:path extrusionOk="0" h="309" w="190">
                  <a:moveTo>
                    <a:pt x="1" y="309"/>
                  </a:moveTo>
                  <a:cubicBezTo>
                    <a:pt x="36" y="190"/>
                    <a:pt x="102" y="85"/>
                    <a:pt x="190" y="1"/>
                  </a:cubicBezTo>
                  <a:lnTo>
                    <a:pt x="190" y="1"/>
                  </a:lnTo>
                  <a:cubicBezTo>
                    <a:pt x="102" y="85"/>
                    <a:pt x="36" y="190"/>
                    <a:pt x="1" y="30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9" name="Google Shape;7609;p95"/>
            <p:cNvSpPr/>
            <p:nvPr/>
          </p:nvSpPr>
          <p:spPr>
            <a:xfrm>
              <a:off x="2186372" y="1671338"/>
              <a:ext cx="27820" cy="35044"/>
            </a:xfrm>
            <a:custGeom>
              <a:rect b="b" l="l" r="r" t="t"/>
              <a:pathLst>
                <a:path extrusionOk="0" h="2581" w="2049">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0" name="Google Shape;7610;p95"/>
            <p:cNvSpPr/>
            <p:nvPr/>
          </p:nvSpPr>
          <p:spPr>
            <a:xfrm>
              <a:off x="2189889" y="1694393"/>
              <a:ext cx="109" cy="149"/>
            </a:xfrm>
            <a:custGeom>
              <a:rect b="b" l="l" r="r" t="t"/>
              <a:pathLst>
                <a:path extrusionOk="0" h="11" w="8">
                  <a:moveTo>
                    <a:pt x="8" y="0"/>
                  </a:moveTo>
                  <a:cubicBezTo>
                    <a:pt x="8" y="4"/>
                    <a:pt x="4" y="7"/>
                    <a:pt x="1" y="11"/>
                  </a:cubicBezTo>
                  <a:lnTo>
                    <a:pt x="4" y="7"/>
                  </a:lnTo>
                  <a:cubicBezTo>
                    <a:pt x="4" y="7"/>
                    <a:pt x="8" y="4"/>
                    <a:pt x="8"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1" name="Google Shape;7611;p95"/>
            <p:cNvSpPr/>
            <p:nvPr/>
          </p:nvSpPr>
          <p:spPr>
            <a:xfrm>
              <a:off x="2189373" y="1694773"/>
              <a:ext cx="244" cy="109"/>
            </a:xfrm>
            <a:custGeom>
              <a:rect b="b" l="l" r="r" t="t"/>
              <a:pathLst>
                <a:path extrusionOk="0" h="8" w="18">
                  <a:moveTo>
                    <a:pt x="0" y="7"/>
                  </a:moveTo>
                  <a:cubicBezTo>
                    <a:pt x="7" y="4"/>
                    <a:pt x="11" y="4"/>
                    <a:pt x="18" y="0"/>
                  </a:cubicBezTo>
                  <a:cubicBezTo>
                    <a:pt x="11" y="4"/>
                    <a:pt x="7" y="4"/>
                    <a:pt x="0"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2" name="Google Shape;7612;p95"/>
            <p:cNvSpPr/>
            <p:nvPr/>
          </p:nvSpPr>
          <p:spPr>
            <a:xfrm>
              <a:off x="2189658" y="1694583"/>
              <a:ext cx="204" cy="149"/>
            </a:xfrm>
            <a:custGeom>
              <a:rect b="b" l="l" r="r" t="t"/>
              <a:pathLst>
                <a:path extrusionOk="0" h="11" w="15">
                  <a:moveTo>
                    <a:pt x="0" y="11"/>
                  </a:moveTo>
                  <a:cubicBezTo>
                    <a:pt x="4" y="7"/>
                    <a:pt x="11" y="4"/>
                    <a:pt x="14" y="0"/>
                  </a:cubicBezTo>
                  <a:cubicBezTo>
                    <a:pt x="11" y="4"/>
                    <a:pt x="4" y="7"/>
                    <a:pt x="0" y="1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3" name="Google Shape;7613;p95"/>
            <p:cNvSpPr/>
            <p:nvPr/>
          </p:nvSpPr>
          <p:spPr>
            <a:xfrm>
              <a:off x="2190798" y="1683599"/>
              <a:ext cx="54" cy="434"/>
            </a:xfrm>
            <a:custGeom>
              <a:rect b="b" l="l" r="r" t="t"/>
              <a:pathLst>
                <a:path extrusionOk="0" h="32" w="4">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4" name="Google Shape;7614;p95"/>
            <p:cNvSpPr/>
            <p:nvPr/>
          </p:nvSpPr>
          <p:spPr>
            <a:xfrm>
              <a:off x="2190649" y="1692628"/>
              <a:ext cx="14" cy="14"/>
            </a:xfrm>
            <a:custGeom>
              <a:rect b="b" l="l" r="r" t="t"/>
              <a:pathLst>
                <a:path extrusionOk="0" h="1" w="1">
                  <a:moveTo>
                    <a:pt x="1"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5" name="Google Shape;7615;p95"/>
            <p:cNvSpPr/>
            <p:nvPr/>
          </p:nvSpPr>
          <p:spPr>
            <a:xfrm>
              <a:off x="2190894" y="1684020"/>
              <a:ext cx="204" cy="1969"/>
            </a:xfrm>
            <a:custGeom>
              <a:rect b="b" l="l" r="r" t="t"/>
              <a:pathLst>
                <a:path extrusionOk="0" h="145" w="15">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6" name="Google Shape;7616;p95"/>
            <p:cNvSpPr/>
            <p:nvPr/>
          </p:nvSpPr>
          <p:spPr>
            <a:xfrm>
              <a:off x="2190554" y="1682404"/>
              <a:ext cx="258" cy="1208"/>
            </a:xfrm>
            <a:custGeom>
              <a:rect b="b" l="l" r="r" t="t"/>
              <a:pathLst>
                <a:path extrusionOk="0" h="89" w="19">
                  <a:moveTo>
                    <a:pt x="1" y="1"/>
                  </a:moveTo>
                  <a:cubicBezTo>
                    <a:pt x="8" y="29"/>
                    <a:pt x="15" y="57"/>
                    <a:pt x="18" y="88"/>
                  </a:cubicBezTo>
                  <a:lnTo>
                    <a:pt x="18" y="88"/>
                  </a:lnTo>
                  <a:cubicBezTo>
                    <a:pt x="15" y="57"/>
                    <a:pt x="8" y="29"/>
                    <a:pt x="1"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7" name="Google Shape;7617;p95"/>
            <p:cNvSpPr/>
            <p:nvPr/>
          </p:nvSpPr>
          <p:spPr>
            <a:xfrm>
              <a:off x="2186331" y="1673334"/>
              <a:ext cx="14" cy="109"/>
            </a:xfrm>
            <a:custGeom>
              <a:rect b="b" l="l" r="r" t="t"/>
              <a:pathLst>
                <a:path extrusionOk="0" h="8" w="1">
                  <a:moveTo>
                    <a:pt x="0" y="0"/>
                  </a:moveTo>
                  <a:lnTo>
                    <a:pt x="0"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8" name="Google Shape;7618;p95"/>
            <p:cNvSpPr/>
            <p:nvPr/>
          </p:nvSpPr>
          <p:spPr>
            <a:xfrm>
              <a:off x="2187418" y="1676280"/>
              <a:ext cx="204" cy="109"/>
            </a:xfrm>
            <a:custGeom>
              <a:rect b="b" l="l" r="r" t="t"/>
              <a:pathLst>
                <a:path extrusionOk="0" h="8" w="15">
                  <a:moveTo>
                    <a:pt x="15" y="7"/>
                  </a:moveTo>
                  <a:cubicBezTo>
                    <a:pt x="8" y="4"/>
                    <a:pt x="4" y="4"/>
                    <a:pt x="1" y="0"/>
                  </a:cubicBezTo>
                  <a:cubicBezTo>
                    <a:pt x="4" y="4"/>
                    <a:pt x="8" y="4"/>
                    <a:pt x="15"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9" name="Google Shape;7619;p95"/>
            <p:cNvSpPr/>
            <p:nvPr/>
          </p:nvSpPr>
          <p:spPr>
            <a:xfrm>
              <a:off x="2186522" y="1674380"/>
              <a:ext cx="109" cy="394"/>
            </a:xfrm>
            <a:custGeom>
              <a:rect b="b" l="l" r="r" t="t"/>
              <a:pathLst>
                <a:path extrusionOk="0" h="29" w="8">
                  <a:moveTo>
                    <a:pt x="7" y="28"/>
                  </a:moveTo>
                  <a:cubicBezTo>
                    <a:pt x="7" y="18"/>
                    <a:pt x="4" y="11"/>
                    <a:pt x="0" y="0"/>
                  </a:cubicBezTo>
                  <a:cubicBezTo>
                    <a:pt x="4" y="11"/>
                    <a:pt x="7" y="18"/>
                    <a:pt x="7" y="2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0" name="Google Shape;7620;p95"/>
            <p:cNvSpPr/>
            <p:nvPr/>
          </p:nvSpPr>
          <p:spPr>
            <a:xfrm>
              <a:off x="2187228" y="1676090"/>
              <a:ext cx="163" cy="109"/>
            </a:xfrm>
            <a:custGeom>
              <a:rect b="b" l="l" r="r" t="t"/>
              <a:pathLst>
                <a:path extrusionOk="0" h="8" w="12">
                  <a:moveTo>
                    <a:pt x="11" y="7"/>
                  </a:moveTo>
                  <a:cubicBezTo>
                    <a:pt x="8" y="7"/>
                    <a:pt x="4" y="4"/>
                    <a:pt x="1" y="0"/>
                  </a:cubicBezTo>
                  <a:cubicBezTo>
                    <a:pt x="4" y="4"/>
                    <a:pt x="8" y="7"/>
                    <a:pt x="11" y="7"/>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1" name="Google Shape;7621;p95"/>
            <p:cNvSpPr/>
            <p:nvPr/>
          </p:nvSpPr>
          <p:spPr>
            <a:xfrm>
              <a:off x="2187037" y="1675805"/>
              <a:ext cx="163" cy="204"/>
            </a:xfrm>
            <a:custGeom>
              <a:rect b="b" l="l" r="r" t="t"/>
              <a:pathLst>
                <a:path extrusionOk="0" h="15" w="12">
                  <a:moveTo>
                    <a:pt x="11" y="14"/>
                  </a:moveTo>
                  <a:cubicBezTo>
                    <a:pt x="8" y="11"/>
                    <a:pt x="4" y="4"/>
                    <a:pt x="1" y="0"/>
                  </a:cubicBezTo>
                  <a:cubicBezTo>
                    <a:pt x="4" y="4"/>
                    <a:pt x="8" y="11"/>
                    <a:pt x="11" y="14"/>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2" name="Google Shape;7622;p95"/>
            <p:cNvSpPr/>
            <p:nvPr/>
          </p:nvSpPr>
          <p:spPr>
            <a:xfrm>
              <a:off x="2186372" y="1673714"/>
              <a:ext cx="109" cy="434"/>
            </a:xfrm>
            <a:custGeom>
              <a:rect b="b" l="l" r="r" t="t"/>
              <a:pathLst>
                <a:path extrusionOk="0" h="32" w="8">
                  <a:moveTo>
                    <a:pt x="8" y="32"/>
                  </a:moveTo>
                  <a:cubicBezTo>
                    <a:pt x="8" y="21"/>
                    <a:pt x="4" y="11"/>
                    <a:pt x="1" y="0"/>
                  </a:cubicBezTo>
                  <a:cubicBezTo>
                    <a:pt x="4" y="11"/>
                    <a:pt x="8" y="21"/>
                    <a:pt x="8" y="3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3" name="Google Shape;7623;p95"/>
            <p:cNvSpPr/>
            <p:nvPr/>
          </p:nvSpPr>
          <p:spPr>
            <a:xfrm>
              <a:off x="2186902" y="1675425"/>
              <a:ext cx="109" cy="244"/>
            </a:xfrm>
            <a:custGeom>
              <a:rect b="b" l="l" r="r" t="t"/>
              <a:pathLst>
                <a:path extrusionOk="0" h="18" w="8">
                  <a:moveTo>
                    <a:pt x="7" y="18"/>
                  </a:moveTo>
                  <a:cubicBezTo>
                    <a:pt x="4" y="14"/>
                    <a:pt x="0" y="7"/>
                    <a:pt x="0" y="0"/>
                  </a:cubicBezTo>
                  <a:cubicBezTo>
                    <a:pt x="0" y="7"/>
                    <a:pt x="4" y="14"/>
                    <a:pt x="7" y="1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4" name="Google Shape;7624;p95"/>
            <p:cNvSpPr/>
            <p:nvPr/>
          </p:nvSpPr>
          <p:spPr>
            <a:xfrm>
              <a:off x="2186712" y="1674950"/>
              <a:ext cx="109" cy="299"/>
            </a:xfrm>
            <a:custGeom>
              <a:rect b="b" l="l" r="r" t="t"/>
              <a:pathLst>
                <a:path extrusionOk="0" h="22" w="8">
                  <a:moveTo>
                    <a:pt x="0" y="0"/>
                  </a:moveTo>
                  <a:cubicBezTo>
                    <a:pt x="0" y="11"/>
                    <a:pt x="4" y="18"/>
                    <a:pt x="7" y="21"/>
                  </a:cubicBezTo>
                  <a:cubicBezTo>
                    <a:pt x="4" y="18"/>
                    <a:pt x="4" y="11"/>
                    <a:pt x="0"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5" name="Google Shape;7625;p95"/>
            <p:cNvSpPr/>
            <p:nvPr/>
          </p:nvSpPr>
          <p:spPr>
            <a:xfrm>
              <a:off x="2190989" y="1685119"/>
              <a:ext cx="14" cy="14"/>
            </a:xfrm>
            <a:custGeom>
              <a:rect b="b" l="l" r="r" t="t"/>
              <a:pathLst>
                <a:path extrusionOk="0" h="1" w="1">
                  <a:moveTo>
                    <a:pt x="0" y="0"/>
                  </a:move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6" name="Google Shape;7626;p95"/>
            <p:cNvSpPr/>
            <p:nvPr/>
          </p:nvSpPr>
          <p:spPr>
            <a:xfrm>
              <a:off x="2190839" y="1683599"/>
              <a:ext cx="163" cy="1480"/>
            </a:xfrm>
            <a:custGeom>
              <a:rect b="b" l="l" r="r" t="t"/>
              <a:pathLst>
                <a:path extrusionOk="0" h="109" w="12">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7" name="Google Shape;7627;p95"/>
            <p:cNvSpPr/>
            <p:nvPr/>
          </p:nvSpPr>
          <p:spPr>
            <a:xfrm>
              <a:off x="2193745" y="1702892"/>
              <a:ext cx="679" cy="299"/>
            </a:xfrm>
            <a:custGeom>
              <a:rect b="b" l="l" r="r" t="t"/>
              <a:pathLst>
                <a:path extrusionOk="0" h="22" w="50">
                  <a:moveTo>
                    <a:pt x="49" y="22"/>
                  </a:moveTo>
                  <a:cubicBezTo>
                    <a:pt x="32" y="15"/>
                    <a:pt x="14" y="4"/>
                    <a:pt x="0" y="1"/>
                  </a:cubicBezTo>
                  <a:cubicBezTo>
                    <a:pt x="14" y="4"/>
                    <a:pt x="32" y="15"/>
                    <a:pt x="49" y="22"/>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8" name="Google Shape;7628;p95"/>
            <p:cNvSpPr/>
            <p:nvPr/>
          </p:nvSpPr>
          <p:spPr>
            <a:xfrm>
              <a:off x="2192740" y="1702512"/>
              <a:ext cx="163" cy="68"/>
            </a:xfrm>
            <a:custGeom>
              <a:rect b="b" l="l" r="r" t="t"/>
              <a:pathLst>
                <a:path extrusionOk="0" h="5" w="12">
                  <a:moveTo>
                    <a:pt x="1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9" name="Google Shape;7629;p95"/>
            <p:cNvSpPr/>
            <p:nvPr/>
          </p:nvSpPr>
          <p:spPr>
            <a:xfrm>
              <a:off x="2194546" y="1703272"/>
              <a:ext cx="679" cy="353"/>
            </a:xfrm>
            <a:custGeom>
              <a:rect b="b" l="l" r="r" t="t"/>
              <a:pathLst>
                <a:path extrusionOk="0" h="26" w="50">
                  <a:moveTo>
                    <a:pt x="50" y="2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0" name="Google Shape;7630;p95"/>
            <p:cNvSpPr/>
            <p:nvPr/>
          </p:nvSpPr>
          <p:spPr>
            <a:xfrm>
              <a:off x="2193270" y="1702661"/>
              <a:ext cx="299" cy="149"/>
            </a:xfrm>
            <a:custGeom>
              <a:rect b="b" l="l" r="r" t="t"/>
              <a:pathLst>
                <a:path extrusionOk="0" h="11" w="22">
                  <a:moveTo>
                    <a:pt x="21" y="11"/>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1" name="Google Shape;7631;p95"/>
            <p:cNvSpPr/>
            <p:nvPr/>
          </p:nvSpPr>
          <p:spPr>
            <a:xfrm>
              <a:off x="2195646" y="1703843"/>
              <a:ext cx="299" cy="204"/>
            </a:xfrm>
            <a:custGeom>
              <a:rect b="b" l="l" r="r" t="t"/>
              <a:pathLst>
                <a:path extrusionOk="0" h="15" w="22">
                  <a:moveTo>
                    <a:pt x="21" y="15"/>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2" name="Google Shape;7632;p95"/>
            <p:cNvSpPr/>
            <p:nvPr/>
          </p:nvSpPr>
          <p:spPr>
            <a:xfrm>
              <a:off x="2196067" y="1672098"/>
              <a:ext cx="204" cy="54"/>
            </a:xfrm>
            <a:custGeom>
              <a:rect b="b" l="l" r="r" t="t"/>
              <a:pathLst>
                <a:path extrusionOk="0" h="4" w="15">
                  <a:moveTo>
                    <a:pt x="15" y="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3" name="Google Shape;7633;p95"/>
            <p:cNvSpPr/>
            <p:nvPr/>
          </p:nvSpPr>
          <p:spPr>
            <a:xfrm>
              <a:off x="2197017" y="1672289"/>
              <a:ext cx="163" cy="14"/>
            </a:xfrm>
            <a:custGeom>
              <a:rect b="b" l="l" r="r" t="t"/>
              <a:pathLst>
                <a:path extrusionOk="0" h="1" w="12">
                  <a:moveTo>
                    <a:pt x="11" y="0"/>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4" name="Google Shape;7634;p95"/>
            <p:cNvSpPr/>
            <p:nvPr/>
          </p:nvSpPr>
          <p:spPr>
            <a:xfrm>
              <a:off x="2196596" y="1672194"/>
              <a:ext cx="244" cy="54"/>
            </a:xfrm>
            <a:custGeom>
              <a:rect b="b" l="l" r="r" t="t"/>
              <a:pathLst>
                <a:path extrusionOk="0" h="4" w="18">
                  <a:moveTo>
                    <a:pt x="18" y="4"/>
                  </a:moveTo>
                  <a:lnTo>
                    <a:pt x="0"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5" name="Google Shape;7635;p95"/>
            <p:cNvSpPr/>
            <p:nvPr/>
          </p:nvSpPr>
          <p:spPr>
            <a:xfrm>
              <a:off x="2186331" y="1671189"/>
              <a:ext cx="6762" cy="2159"/>
            </a:xfrm>
            <a:custGeom>
              <a:rect b="b" l="l" r="r" t="t"/>
              <a:pathLst>
                <a:path extrusionOk="0" h="159" w="498">
                  <a:moveTo>
                    <a:pt x="497" y="1"/>
                  </a:moveTo>
                  <a:cubicBezTo>
                    <a:pt x="424" y="25"/>
                    <a:pt x="189" y="99"/>
                    <a:pt x="0" y="158"/>
                  </a:cubicBezTo>
                  <a:cubicBezTo>
                    <a:pt x="193" y="102"/>
                    <a:pt x="424" y="25"/>
                    <a:pt x="49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6" name="Google Shape;7636;p95"/>
            <p:cNvSpPr/>
            <p:nvPr/>
          </p:nvSpPr>
          <p:spPr>
            <a:xfrm>
              <a:off x="2196311" y="1672139"/>
              <a:ext cx="204" cy="68"/>
            </a:xfrm>
            <a:custGeom>
              <a:rect b="b" l="l" r="r" t="t"/>
              <a:pathLst>
                <a:path extrusionOk="0" h="5" w="15">
                  <a:moveTo>
                    <a:pt x="14" y="4"/>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7" name="Google Shape;7637;p95"/>
            <p:cNvSpPr/>
            <p:nvPr/>
          </p:nvSpPr>
          <p:spPr>
            <a:xfrm>
              <a:off x="2197397" y="1672614"/>
              <a:ext cx="68" cy="109"/>
            </a:xfrm>
            <a:custGeom>
              <a:rect b="b" l="l" r="r" t="t"/>
              <a:pathLst>
                <a:path extrusionOk="0" h="8" w="5">
                  <a:moveTo>
                    <a:pt x="4" y="8"/>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8" name="Google Shape;7638;p95"/>
            <p:cNvSpPr/>
            <p:nvPr/>
          </p:nvSpPr>
          <p:spPr>
            <a:xfrm>
              <a:off x="2197546" y="1672900"/>
              <a:ext cx="54" cy="109"/>
            </a:xfrm>
            <a:custGeom>
              <a:rect b="b" l="l" r="r" t="t"/>
              <a:pathLst>
                <a:path extrusionOk="0" h="8" w="4">
                  <a:moveTo>
                    <a:pt x="4"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9" name="Google Shape;7639;p95"/>
            <p:cNvSpPr/>
            <p:nvPr/>
          </p:nvSpPr>
          <p:spPr>
            <a:xfrm>
              <a:off x="2197302" y="1672329"/>
              <a:ext cx="14" cy="68"/>
            </a:xfrm>
            <a:custGeom>
              <a:rect b="b" l="l" r="r" t="t"/>
              <a:pathLst>
                <a:path extrusionOk="0" h="5" w="1">
                  <a:moveTo>
                    <a:pt x="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0" name="Google Shape;7640;p95"/>
            <p:cNvSpPr/>
            <p:nvPr/>
          </p:nvSpPr>
          <p:spPr>
            <a:xfrm>
              <a:off x="2211572" y="1686029"/>
              <a:ext cx="584" cy="2811"/>
            </a:xfrm>
            <a:custGeom>
              <a:rect b="b" l="l" r="r" t="t"/>
              <a:pathLst>
                <a:path extrusionOk="0" h="207" w="43">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1" name="Google Shape;7641;p95"/>
            <p:cNvSpPr/>
            <p:nvPr/>
          </p:nvSpPr>
          <p:spPr>
            <a:xfrm>
              <a:off x="2198253" y="1673904"/>
              <a:ext cx="109" cy="109"/>
            </a:xfrm>
            <a:custGeom>
              <a:rect b="b" l="l" r="r" t="t"/>
              <a:pathLst>
                <a:path extrusionOk="0" h="8" w="8">
                  <a:moveTo>
                    <a:pt x="8" y="7"/>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2" name="Google Shape;7642;p95"/>
            <p:cNvSpPr/>
            <p:nvPr/>
          </p:nvSpPr>
          <p:spPr>
            <a:xfrm>
              <a:off x="2198022" y="1673565"/>
              <a:ext cx="54" cy="109"/>
            </a:xfrm>
            <a:custGeom>
              <a:rect b="b" l="l" r="r" t="t"/>
              <a:pathLst>
                <a:path extrusionOk="0" h="8" w="4">
                  <a:moveTo>
                    <a:pt x="4" y="8"/>
                  </a:moveTo>
                  <a:lnTo>
                    <a:pt x="0"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3" name="Google Shape;7643;p95"/>
            <p:cNvSpPr/>
            <p:nvPr/>
          </p:nvSpPr>
          <p:spPr>
            <a:xfrm>
              <a:off x="2197777" y="1673280"/>
              <a:ext cx="14" cy="68"/>
            </a:xfrm>
            <a:custGeom>
              <a:rect b="b" l="l" r="r" t="t"/>
              <a:pathLst>
                <a:path extrusionOk="0" h="5" w="1">
                  <a:moveTo>
                    <a:pt x="1" y="4"/>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4" name="Google Shape;7644;p95"/>
            <p:cNvSpPr/>
            <p:nvPr/>
          </p:nvSpPr>
          <p:spPr>
            <a:xfrm>
              <a:off x="2211803" y="1688826"/>
              <a:ext cx="258" cy="299"/>
            </a:xfrm>
            <a:custGeom>
              <a:rect b="b" l="l" r="r" t="t"/>
              <a:pathLst>
                <a:path extrusionOk="0" h="22" w="19">
                  <a:moveTo>
                    <a:pt x="18" y="0"/>
                  </a:moveTo>
                  <a:cubicBezTo>
                    <a:pt x="15" y="11"/>
                    <a:pt x="8" y="18"/>
                    <a:pt x="1" y="21"/>
                  </a:cubicBezTo>
                  <a:cubicBezTo>
                    <a:pt x="8" y="18"/>
                    <a:pt x="15" y="14"/>
                    <a:pt x="18" y="7"/>
                  </a:cubicBezTo>
                  <a:lnTo>
                    <a:pt x="18"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5" name="Google Shape;7645;p95"/>
            <p:cNvSpPr/>
            <p:nvPr/>
          </p:nvSpPr>
          <p:spPr>
            <a:xfrm>
              <a:off x="2211762" y="1700095"/>
              <a:ext cx="489" cy="679"/>
            </a:xfrm>
            <a:custGeom>
              <a:rect b="b" l="l" r="r" t="t"/>
              <a:pathLst>
                <a:path extrusionOk="0" h="50" w="36">
                  <a:moveTo>
                    <a:pt x="0" y="49"/>
                  </a:moveTo>
                  <a:cubicBezTo>
                    <a:pt x="11" y="32"/>
                    <a:pt x="21" y="14"/>
                    <a:pt x="35" y="0"/>
                  </a:cubicBezTo>
                  <a:cubicBezTo>
                    <a:pt x="21" y="14"/>
                    <a:pt x="11" y="32"/>
                    <a:pt x="0" y="49"/>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6" name="Google Shape;7646;p95"/>
            <p:cNvSpPr/>
            <p:nvPr/>
          </p:nvSpPr>
          <p:spPr>
            <a:xfrm>
              <a:off x="2211233" y="1700761"/>
              <a:ext cx="543" cy="1819"/>
            </a:xfrm>
            <a:custGeom>
              <a:rect b="b" l="l" r="r" t="t"/>
              <a:pathLst>
                <a:path extrusionOk="0" h="134" w="40">
                  <a:moveTo>
                    <a:pt x="1" y="133"/>
                  </a:moveTo>
                  <a:cubicBezTo>
                    <a:pt x="1" y="84"/>
                    <a:pt x="15" y="39"/>
                    <a:pt x="39" y="0"/>
                  </a:cubicBezTo>
                  <a:cubicBezTo>
                    <a:pt x="15" y="39"/>
                    <a:pt x="1" y="84"/>
                    <a:pt x="1" y="133"/>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7" name="Google Shape;7647;p95"/>
            <p:cNvSpPr/>
            <p:nvPr/>
          </p:nvSpPr>
          <p:spPr>
            <a:xfrm>
              <a:off x="2211192" y="1702852"/>
              <a:ext cx="109" cy="1344"/>
            </a:xfrm>
            <a:custGeom>
              <a:rect b="b" l="l" r="r" t="t"/>
              <a:pathLst>
                <a:path extrusionOk="0" h="99" w="8">
                  <a:moveTo>
                    <a:pt x="7" y="0"/>
                  </a:moveTo>
                  <a:cubicBezTo>
                    <a:pt x="7" y="32"/>
                    <a:pt x="7" y="63"/>
                    <a:pt x="0" y="98"/>
                  </a:cubicBezTo>
                  <a:lnTo>
                    <a:pt x="0" y="98"/>
                  </a:lnTo>
                  <a:cubicBezTo>
                    <a:pt x="7" y="63"/>
                    <a:pt x="7" y="32"/>
                    <a:pt x="7" y="0"/>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8" name="Google Shape;7648;p95"/>
            <p:cNvSpPr/>
            <p:nvPr/>
          </p:nvSpPr>
          <p:spPr>
            <a:xfrm>
              <a:off x="2212047" y="1688772"/>
              <a:ext cx="109" cy="163"/>
            </a:xfrm>
            <a:custGeom>
              <a:rect b="b" l="l" r="r" t="t"/>
              <a:pathLst>
                <a:path extrusionOk="0" h="12" w="8">
                  <a:moveTo>
                    <a:pt x="7" y="1"/>
                  </a:moveTo>
                  <a:lnTo>
                    <a:pt x="4" y="4"/>
                  </a:lnTo>
                  <a:lnTo>
                    <a:pt x="0" y="11"/>
                  </a:lnTo>
                  <a:cubicBezTo>
                    <a:pt x="4" y="8"/>
                    <a:pt x="4" y="4"/>
                    <a:pt x="7" y="1"/>
                  </a:cubicBez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9" name="Google Shape;7649;p95"/>
            <p:cNvSpPr/>
            <p:nvPr/>
          </p:nvSpPr>
          <p:spPr>
            <a:xfrm>
              <a:off x="2200208" y="1705703"/>
              <a:ext cx="2444" cy="489"/>
            </a:xfrm>
            <a:custGeom>
              <a:rect b="b" l="l" r="r" t="t"/>
              <a:pathLst>
                <a:path extrusionOk="0" h="36" w="180">
                  <a:moveTo>
                    <a:pt x="179" y="0"/>
                  </a:moveTo>
                  <a:lnTo>
                    <a:pt x="0" y="35"/>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0" name="Google Shape;7650;p95"/>
            <p:cNvSpPr/>
            <p:nvPr/>
          </p:nvSpPr>
          <p:spPr>
            <a:xfrm>
              <a:off x="2207906" y="1704657"/>
              <a:ext cx="584" cy="109"/>
            </a:xfrm>
            <a:custGeom>
              <a:rect b="b" l="l" r="r" t="t"/>
              <a:pathLst>
                <a:path extrusionOk="0" h="8" w="43">
                  <a:moveTo>
                    <a:pt x="43"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1" name="Google Shape;7651;p95"/>
            <p:cNvSpPr/>
            <p:nvPr/>
          </p:nvSpPr>
          <p:spPr>
            <a:xfrm>
              <a:off x="2208857" y="1704467"/>
              <a:ext cx="543" cy="109"/>
            </a:xfrm>
            <a:custGeom>
              <a:rect b="b" l="l" r="r" t="t"/>
              <a:pathLst>
                <a:path extrusionOk="0" h="8" w="40">
                  <a:moveTo>
                    <a:pt x="39"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2" name="Google Shape;7652;p95"/>
            <p:cNvSpPr/>
            <p:nvPr/>
          </p:nvSpPr>
          <p:spPr>
            <a:xfrm>
              <a:off x="2206100" y="1704942"/>
              <a:ext cx="584" cy="109"/>
            </a:xfrm>
            <a:custGeom>
              <a:rect b="b" l="l" r="r" t="t"/>
              <a:pathLst>
                <a:path extrusionOk="0" h="8" w="43">
                  <a:moveTo>
                    <a:pt x="43"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3" name="Google Shape;7653;p95"/>
            <p:cNvSpPr/>
            <p:nvPr/>
          </p:nvSpPr>
          <p:spPr>
            <a:xfrm>
              <a:off x="2209766" y="1704318"/>
              <a:ext cx="489" cy="109"/>
            </a:xfrm>
            <a:custGeom>
              <a:rect b="b" l="l" r="r" t="t"/>
              <a:pathLst>
                <a:path extrusionOk="0" h="8" w="36">
                  <a:moveTo>
                    <a:pt x="35"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4" name="Google Shape;7654;p95"/>
            <p:cNvSpPr/>
            <p:nvPr/>
          </p:nvSpPr>
          <p:spPr>
            <a:xfrm>
              <a:off x="2203493" y="1705418"/>
              <a:ext cx="625" cy="149"/>
            </a:xfrm>
            <a:custGeom>
              <a:rect b="b" l="l" r="r" t="t"/>
              <a:pathLst>
                <a:path extrusionOk="0" h="11" w="46">
                  <a:moveTo>
                    <a:pt x="46" y="0"/>
                  </a:moveTo>
                  <a:lnTo>
                    <a:pt x="0"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5" name="Google Shape;7655;p95"/>
            <p:cNvSpPr/>
            <p:nvPr/>
          </p:nvSpPr>
          <p:spPr>
            <a:xfrm>
              <a:off x="2210662" y="1704182"/>
              <a:ext cx="489" cy="109"/>
            </a:xfrm>
            <a:custGeom>
              <a:rect b="b" l="l" r="r" t="t"/>
              <a:pathLst>
                <a:path extrusionOk="0" h="8" w="36">
                  <a:moveTo>
                    <a:pt x="36" y="0"/>
                  </a:moveTo>
                  <a:lnTo>
                    <a:pt x="1" y="7"/>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6" name="Google Shape;7656;p95"/>
            <p:cNvSpPr/>
            <p:nvPr/>
          </p:nvSpPr>
          <p:spPr>
            <a:xfrm>
              <a:off x="2205150" y="1705078"/>
              <a:ext cx="679" cy="163"/>
            </a:xfrm>
            <a:custGeom>
              <a:rect b="b" l="l" r="r" t="t"/>
              <a:pathLst>
                <a:path extrusionOk="0" h="12" w="50">
                  <a:moveTo>
                    <a:pt x="50"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7" name="Google Shape;7657;p95"/>
            <p:cNvSpPr/>
            <p:nvPr/>
          </p:nvSpPr>
          <p:spPr>
            <a:xfrm>
              <a:off x="2202679" y="1705553"/>
              <a:ext cx="679" cy="163"/>
            </a:xfrm>
            <a:custGeom>
              <a:rect b="b" l="l" r="r" t="t"/>
              <a:pathLst>
                <a:path extrusionOk="0" h="12" w="50">
                  <a:moveTo>
                    <a:pt x="50" y="1"/>
                  </a:moveTo>
                  <a:lnTo>
                    <a:pt x="1" y="1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8" name="Google Shape;7658;p95"/>
            <p:cNvSpPr/>
            <p:nvPr/>
          </p:nvSpPr>
          <p:spPr>
            <a:xfrm>
              <a:off x="2204295" y="1705268"/>
              <a:ext cx="679" cy="109"/>
            </a:xfrm>
            <a:custGeom>
              <a:rect b="b" l="l" r="r" t="t"/>
              <a:pathLst>
                <a:path extrusionOk="0" h="8" w="50">
                  <a:moveTo>
                    <a:pt x="50" y="1"/>
                  </a:moveTo>
                  <a:lnTo>
                    <a:pt x="1"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9" name="Google Shape;7659;p95"/>
            <p:cNvSpPr/>
            <p:nvPr/>
          </p:nvSpPr>
          <p:spPr>
            <a:xfrm>
              <a:off x="2207010" y="1704793"/>
              <a:ext cx="584" cy="109"/>
            </a:xfrm>
            <a:custGeom>
              <a:rect b="b" l="l" r="r" t="t"/>
              <a:pathLst>
                <a:path extrusionOk="0" h="8" w="43">
                  <a:moveTo>
                    <a:pt x="42" y="1"/>
                  </a:moveTo>
                  <a:lnTo>
                    <a:pt x="0" y="8"/>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0" name="Google Shape;7660;p95"/>
            <p:cNvSpPr/>
            <p:nvPr/>
          </p:nvSpPr>
          <p:spPr>
            <a:xfrm>
              <a:off x="2189604" y="1699050"/>
              <a:ext cx="299" cy="339"/>
            </a:xfrm>
            <a:custGeom>
              <a:rect b="b" l="l" r="r" t="t"/>
              <a:pathLst>
                <a:path extrusionOk="0" h="25" w="22">
                  <a:moveTo>
                    <a:pt x="22" y="25"/>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1" name="Google Shape;7661;p95"/>
            <p:cNvSpPr/>
            <p:nvPr/>
          </p:nvSpPr>
          <p:spPr>
            <a:xfrm>
              <a:off x="2190364" y="1699946"/>
              <a:ext cx="353" cy="394"/>
            </a:xfrm>
            <a:custGeom>
              <a:rect b="b" l="l" r="r" t="t"/>
              <a:pathLst>
                <a:path extrusionOk="0" h="29" w="26">
                  <a:moveTo>
                    <a:pt x="25" y="29"/>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2" name="Google Shape;7662;p95"/>
            <p:cNvSpPr/>
            <p:nvPr/>
          </p:nvSpPr>
          <p:spPr>
            <a:xfrm>
              <a:off x="2191314" y="1701046"/>
              <a:ext cx="299" cy="394"/>
            </a:xfrm>
            <a:custGeom>
              <a:rect b="b" l="l" r="r" t="t"/>
              <a:pathLst>
                <a:path extrusionOk="0" h="29" w="22">
                  <a:moveTo>
                    <a:pt x="22" y="2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3" name="Google Shape;7663;p95"/>
            <p:cNvSpPr/>
            <p:nvPr/>
          </p:nvSpPr>
          <p:spPr>
            <a:xfrm>
              <a:off x="2188178" y="1697475"/>
              <a:ext cx="258" cy="299"/>
            </a:xfrm>
            <a:custGeom>
              <a:rect b="b" l="l" r="r" t="t"/>
              <a:pathLst>
                <a:path extrusionOk="0" h="22" w="19">
                  <a:moveTo>
                    <a:pt x="18" y="22"/>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4" name="Google Shape;7664;p95"/>
            <p:cNvSpPr/>
            <p:nvPr/>
          </p:nvSpPr>
          <p:spPr>
            <a:xfrm>
              <a:off x="2188843" y="1698235"/>
              <a:ext cx="299" cy="353"/>
            </a:xfrm>
            <a:custGeom>
              <a:rect b="b" l="l" r="r" t="t"/>
              <a:pathLst>
                <a:path extrusionOk="0" h="26" w="22">
                  <a:moveTo>
                    <a:pt x="22" y="25"/>
                  </a:moveTo>
                  <a:lnTo>
                    <a:pt x="1" y="1"/>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5" name="Google Shape;7665;p95"/>
            <p:cNvSpPr/>
            <p:nvPr/>
          </p:nvSpPr>
          <p:spPr>
            <a:xfrm>
              <a:off x="2191980" y="1701901"/>
              <a:ext cx="299" cy="394"/>
            </a:xfrm>
            <a:custGeom>
              <a:rect b="b" l="l" r="r" t="t"/>
              <a:pathLst>
                <a:path extrusionOk="0" h="29" w="22">
                  <a:moveTo>
                    <a:pt x="22" y="28"/>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6" name="Google Shape;7666;p95"/>
            <p:cNvSpPr/>
            <p:nvPr/>
          </p:nvSpPr>
          <p:spPr>
            <a:xfrm>
              <a:off x="2187513" y="1696769"/>
              <a:ext cx="204" cy="204"/>
            </a:xfrm>
            <a:custGeom>
              <a:rect b="b" l="l" r="r" t="t"/>
              <a:pathLst>
                <a:path extrusionOk="0" h="15" w="15">
                  <a:moveTo>
                    <a:pt x="15" y="14"/>
                  </a:moveTo>
                  <a:lnTo>
                    <a:pt x="1" y="0"/>
                  </a:lnTo>
                  <a:close/>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667" name="Google Shape;7667;p95"/>
          <p:cNvGrpSpPr/>
          <p:nvPr/>
        </p:nvGrpSpPr>
        <p:grpSpPr>
          <a:xfrm>
            <a:off x="3450485" y="919691"/>
            <a:ext cx="2310381" cy="1488888"/>
            <a:chOff x="229225" y="549050"/>
            <a:chExt cx="7161750" cy="4615275"/>
          </a:xfrm>
        </p:grpSpPr>
        <p:sp>
          <p:nvSpPr>
            <p:cNvPr id="7668" name="Google Shape;7668;p95"/>
            <p:cNvSpPr/>
            <p:nvPr/>
          </p:nvSpPr>
          <p:spPr>
            <a:xfrm>
              <a:off x="627425" y="2326500"/>
              <a:ext cx="1488625" cy="1368700"/>
            </a:xfrm>
            <a:custGeom>
              <a:rect b="b" l="l" r="r" t="t"/>
              <a:pathLst>
                <a:path extrusionOk="0" h="54748" w="59545">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9" name="Google Shape;7669;p95"/>
            <p:cNvSpPr/>
            <p:nvPr/>
          </p:nvSpPr>
          <p:spPr>
            <a:xfrm>
              <a:off x="229225" y="2394575"/>
              <a:ext cx="390500" cy="214975"/>
            </a:xfrm>
            <a:custGeom>
              <a:rect b="b" l="l" r="r" t="t"/>
              <a:pathLst>
                <a:path extrusionOk="0" h="8599" w="1562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0" name="Google Shape;7670;p95"/>
            <p:cNvSpPr/>
            <p:nvPr/>
          </p:nvSpPr>
          <p:spPr>
            <a:xfrm>
              <a:off x="619700" y="2453625"/>
              <a:ext cx="7750" cy="4700"/>
            </a:xfrm>
            <a:custGeom>
              <a:rect b="b" l="l" r="r" t="t"/>
              <a:pathLst>
                <a:path extrusionOk="0" h="188" w="310">
                  <a:moveTo>
                    <a:pt x="310" y="0"/>
                  </a:moveTo>
                  <a:lnTo>
                    <a:pt x="310" y="0"/>
                  </a:lnTo>
                  <a:cubicBezTo>
                    <a:pt x="208" y="64"/>
                    <a:pt x="105" y="127"/>
                    <a:pt x="1" y="188"/>
                  </a:cubicBezTo>
                  <a:cubicBezTo>
                    <a:pt x="110" y="136"/>
                    <a:pt x="214" y="72"/>
                    <a:pt x="3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1" name="Google Shape;7671;p95"/>
            <p:cNvSpPr/>
            <p:nvPr/>
          </p:nvSpPr>
          <p:spPr>
            <a:xfrm>
              <a:off x="485900" y="2399275"/>
              <a:ext cx="75" cy="175"/>
            </a:xfrm>
            <a:custGeom>
              <a:rect b="b" l="l" r="r" t="t"/>
              <a:pathLst>
                <a:path extrusionOk="0" h="7" w="3">
                  <a:moveTo>
                    <a:pt x="0" y="0"/>
                  </a:moveTo>
                  <a:lnTo>
                    <a:pt x="0" y="6"/>
                  </a:lnTo>
                  <a:cubicBezTo>
                    <a:pt x="3" y="6"/>
                    <a:pt x="3" y="0"/>
                    <a:pt x="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2" name="Google Shape;7672;p95"/>
            <p:cNvSpPr/>
            <p:nvPr/>
          </p:nvSpPr>
          <p:spPr>
            <a:xfrm>
              <a:off x="485900" y="2399275"/>
              <a:ext cx="75" cy="175"/>
            </a:xfrm>
            <a:custGeom>
              <a:rect b="b" l="l" r="r" t="t"/>
              <a:pathLst>
                <a:path extrusionOk="0" fill="none" h="7" w="3">
                  <a:moveTo>
                    <a:pt x="0" y="6"/>
                  </a:moveTo>
                  <a:cubicBezTo>
                    <a:pt x="3" y="6"/>
                    <a:pt x="3" y="0"/>
                    <a:pt x="0" y="0"/>
                  </a:cubicBezTo>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3" name="Google Shape;7673;p95"/>
            <p:cNvSpPr/>
            <p:nvPr/>
          </p:nvSpPr>
          <p:spPr>
            <a:xfrm>
              <a:off x="974450" y="2255775"/>
              <a:ext cx="21025" cy="28625"/>
            </a:xfrm>
            <a:custGeom>
              <a:rect b="b" l="l" r="r" t="t"/>
              <a:pathLst>
                <a:path extrusionOk="0" h="1145" w="841">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4" name="Google Shape;7674;p95"/>
            <p:cNvSpPr/>
            <p:nvPr/>
          </p:nvSpPr>
          <p:spPr>
            <a:xfrm>
              <a:off x="277475" y="1782875"/>
              <a:ext cx="1282325" cy="813425"/>
            </a:xfrm>
            <a:custGeom>
              <a:rect b="b" l="l" r="r" t="t"/>
              <a:pathLst>
                <a:path extrusionOk="0" h="32537" w="51293">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5" name="Google Shape;7675;p95"/>
            <p:cNvSpPr/>
            <p:nvPr/>
          </p:nvSpPr>
          <p:spPr>
            <a:xfrm>
              <a:off x="1982300" y="2504500"/>
              <a:ext cx="64825" cy="112625"/>
            </a:xfrm>
            <a:custGeom>
              <a:rect b="b" l="l" r="r" t="t"/>
              <a:pathLst>
                <a:path extrusionOk="0" h="4505" w="2593">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6" name="Google Shape;7676;p95"/>
            <p:cNvSpPr/>
            <p:nvPr/>
          </p:nvSpPr>
          <p:spPr>
            <a:xfrm>
              <a:off x="1965925" y="2438400"/>
              <a:ext cx="16400" cy="66125"/>
            </a:xfrm>
            <a:custGeom>
              <a:rect b="b" l="l" r="r" t="t"/>
              <a:pathLst>
                <a:path extrusionOk="0" h="2645" w="656">
                  <a:moveTo>
                    <a:pt x="0" y="0"/>
                  </a:moveTo>
                  <a:lnTo>
                    <a:pt x="0" y="0"/>
                  </a:lnTo>
                  <a:cubicBezTo>
                    <a:pt x="263" y="858"/>
                    <a:pt x="445" y="1761"/>
                    <a:pt x="655" y="2645"/>
                  </a:cubicBezTo>
                  <a:cubicBezTo>
                    <a:pt x="525" y="1738"/>
                    <a:pt x="358" y="834"/>
                    <a:pt x="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7" name="Google Shape;7677;p95"/>
            <p:cNvSpPr/>
            <p:nvPr/>
          </p:nvSpPr>
          <p:spPr>
            <a:xfrm>
              <a:off x="1646825" y="2096200"/>
              <a:ext cx="445350" cy="351225"/>
            </a:xfrm>
            <a:custGeom>
              <a:rect b="b" l="l" r="r" t="t"/>
              <a:pathLst>
                <a:path extrusionOk="0" h="14049" w="17814">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8" name="Google Shape;7678;p95"/>
            <p:cNvSpPr/>
            <p:nvPr/>
          </p:nvSpPr>
          <p:spPr>
            <a:xfrm>
              <a:off x="2029925" y="2223150"/>
              <a:ext cx="265325" cy="386075"/>
            </a:xfrm>
            <a:custGeom>
              <a:rect b="b" l="l" r="r" t="t"/>
              <a:pathLst>
                <a:path extrusionOk="0" h="15443" w="10613">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9" name="Google Shape;7679;p95"/>
            <p:cNvSpPr/>
            <p:nvPr/>
          </p:nvSpPr>
          <p:spPr>
            <a:xfrm>
              <a:off x="2287025" y="2324375"/>
              <a:ext cx="290100" cy="308650"/>
            </a:xfrm>
            <a:custGeom>
              <a:rect b="b" l="l" r="r" t="t"/>
              <a:pathLst>
                <a:path extrusionOk="0" h="12346" w="11604">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0" name="Google Shape;7680;p95"/>
            <p:cNvSpPr/>
            <p:nvPr/>
          </p:nvSpPr>
          <p:spPr>
            <a:xfrm>
              <a:off x="2000425" y="3668900"/>
              <a:ext cx="255750" cy="503975"/>
            </a:xfrm>
            <a:custGeom>
              <a:rect b="b" l="l" r="r" t="t"/>
              <a:pathLst>
                <a:path extrusionOk="0" h="20159" w="1023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1" name="Google Shape;7681;p95"/>
            <p:cNvSpPr/>
            <p:nvPr/>
          </p:nvSpPr>
          <p:spPr>
            <a:xfrm>
              <a:off x="2105800" y="4171775"/>
              <a:ext cx="307475" cy="989675"/>
            </a:xfrm>
            <a:custGeom>
              <a:rect b="b" l="l" r="r" t="t"/>
              <a:pathLst>
                <a:path extrusionOk="0" h="39587" w="12299">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2" name="Google Shape;7682;p95"/>
            <p:cNvSpPr/>
            <p:nvPr/>
          </p:nvSpPr>
          <p:spPr>
            <a:xfrm>
              <a:off x="2271275" y="4054625"/>
              <a:ext cx="651325" cy="1046350"/>
            </a:xfrm>
            <a:custGeom>
              <a:rect b="b" l="l" r="r" t="t"/>
              <a:pathLst>
                <a:path extrusionOk="0" h="41854" w="26053">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3" name="Google Shape;7683;p95"/>
            <p:cNvSpPr/>
            <p:nvPr/>
          </p:nvSpPr>
          <p:spPr>
            <a:xfrm>
              <a:off x="1583375" y="3415625"/>
              <a:ext cx="27825" cy="21875"/>
            </a:xfrm>
            <a:custGeom>
              <a:rect b="b" l="l" r="r" t="t"/>
              <a:pathLst>
                <a:path extrusionOk="0" h="875" w="1113">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4" name="Google Shape;7684;p95"/>
            <p:cNvSpPr/>
            <p:nvPr/>
          </p:nvSpPr>
          <p:spPr>
            <a:xfrm>
              <a:off x="1611100" y="3392825"/>
              <a:ext cx="26300" cy="24650"/>
            </a:xfrm>
            <a:custGeom>
              <a:rect b="b" l="l" r="r" t="t"/>
              <a:pathLst>
                <a:path extrusionOk="0" h="986" w="1052">
                  <a:moveTo>
                    <a:pt x="1051" y="1"/>
                  </a:moveTo>
                  <a:cubicBezTo>
                    <a:pt x="690" y="327"/>
                    <a:pt x="338" y="633"/>
                    <a:pt x="3" y="928"/>
                  </a:cubicBezTo>
                  <a:cubicBezTo>
                    <a:pt x="18" y="945"/>
                    <a:pt x="26" y="968"/>
                    <a:pt x="1" y="985"/>
                  </a:cubicBezTo>
                  <a:cubicBezTo>
                    <a:pt x="315" y="792"/>
                    <a:pt x="673" y="440"/>
                    <a:pt x="10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5" name="Google Shape;7685;p95"/>
            <p:cNvSpPr/>
            <p:nvPr/>
          </p:nvSpPr>
          <p:spPr>
            <a:xfrm>
              <a:off x="2233600" y="3828000"/>
              <a:ext cx="18275" cy="19275"/>
            </a:xfrm>
            <a:custGeom>
              <a:rect b="b" l="l" r="r" t="t"/>
              <a:pathLst>
                <a:path extrusionOk="0" h="771" w="731">
                  <a:moveTo>
                    <a:pt x="731" y="0"/>
                  </a:moveTo>
                  <a:lnTo>
                    <a:pt x="731" y="0"/>
                  </a:lnTo>
                  <a:cubicBezTo>
                    <a:pt x="488" y="257"/>
                    <a:pt x="246" y="514"/>
                    <a:pt x="1" y="770"/>
                  </a:cubicBezTo>
                  <a:cubicBezTo>
                    <a:pt x="246" y="517"/>
                    <a:pt x="488" y="257"/>
                    <a:pt x="73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6" name="Google Shape;7686;p95"/>
            <p:cNvSpPr/>
            <p:nvPr/>
          </p:nvSpPr>
          <p:spPr>
            <a:xfrm>
              <a:off x="2564525" y="3930825"/>
              <a:ext cx="88525" cy="91100"/>
            </a:xfrm>
            <a:custGeom>
              <a:rect b="b" l="l" r="r" t="t"/>
              <a:pathLst>
                <a:path extrusionOk="0" h="3644" w="3541">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7" name="Google Shape;7687;p95"/>
            <p:cNvSpPr/>
            <p:nvPr/>
          </p:nvSpPr>
          <p:spPr>
            <a:xfrm>
              <a:off x="1589325" y="3178675"/>
              <a:ext cx="1345850" cy="1985650"/>
            </a:xfrm>
            <a:custGeom>
              <a:rect b="b" l="l" r="r" t="t"/>
              <a:pathLst>
                <a:path extrusionOk="0" h="79426" w="53834">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8" name="Google Shape;7688;p95"/>
            <p:cNvSpPr/>
            <p:nvPr/>
          </p:nvSpPr>
          <p:spPr>
            <a:xfrm>
              <a:off x="2003525" y="3325225"/>
              <a:ext cx="305325" cy="147250"/>
            </a:xfrm>
            <a:custGeom>
              <a:rect b="b" l="l" r="r" t="t"/>
              <a:pathLst>
                <a:path extrusionOk="0" h="5890" w="12213">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9" name="Google Shape;7689;p95"/>
            <p:cNvSpPr/>
            <p:nvPr/>
          </p:nvSpPr>
          <p:spPr>
            <a:xfrm>
              <a:off x="2053850" y="2646725"/>
              <a:ext cx="613050" cy="516425"/>
            </a:xfrm>
            <a:custGeom>
              <a:rect b="b" l="l" r="r" t="t"/>
              <a:pathLst>
                <a:path extrusionOk="0" h="20657" w="24522">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0" name="Google Shape;7690;p95"/>
            <p:cNvSpPr/>
            <p:nvPr/>
          </p:nvSpPr>
          <p:spPr>
            <a:xfrm>
              <a:off x="2878850" y="956500"/>
              <a:ext cx="59000" cy="79050"/>
            </a:xfrm>
            <a:custGeom>
              <a:rect b="b" l="l" r="r" t="t"/>
              <a:pathLst>
                <a:path extrusionOk="0" h="3162" w="2360">
                  <a:moveTo>
                    <a:pt x="2359" y="0"/>
                  </a:moveTo>
                  <a:lnTo>
                    <a:pt x="2359" y="0"/>
                  </a:lnTo>
                  <a:cubicBezTo>
                    <a:pt x="1542" y="1034"/>
                    <a:pt x="757" y="2087"/>
                    <a:pt x="1" y="3161"/>
                  </a:cubicBezTo>
                  <a:cubicBezTo>
                    <a:pt x="780" y="2113"/>
                    <a:pt x="1568" y="1063"/>
                    <a:pt x="235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1" name="Google Shape;7691;p95"/>
            <p:cNvSpPr/>
            <p:nvPr/>
          </p:nvSpPr>
          <p:spPr>
            <a:xfrm>
              <a:off x="2591950" y="1603975"/>
              <a:ext cx="3275" cy="3925"/>
            </a:xfrm>
            <a:custGeom>
              <a:rect b="b" l="l" r="r" t="t"/>
              <a:pathLst>
                <a:path extrusionOk="0" h="157" w="131">
                  <a:moveTo>
                    <a:pt x="131" y="0"/>
                  </a:moveTo>
                  <a:cubicBezTo>
                    <a:pt x="88" y="52"/>
                    <a:pt x="47" y="104"/>
                    <a:pt x="1" y="156"/>
                  </a:cubicBezTo>
                  <a:cubicBezTo>
                    <a:pt x="47" y="107"/>
                    <a:pt x="90" y="55"/>
                    <a:pt x="13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2" name="Google Shape;7692;p95"/>
            <p:cNvSpPr/>
            <p:nvPr/>
          </p:nvSpPr>
          <p:spPr>
            <a:xfrm>
              <a:off x="2741575" y="1422025"/>
              <a:ext cx="117325" cy="137075"/>
            </a:xfrm>
            <a:custGeom>
              <a:rect b="b" l="l" r="r" t="t"/>
              <a:pathLst>
                <a:path extrusionOk="0" h="5483" w="4693">
                  <a:moveTo>
                    <a:pt x="4692" y="0"/>
                  </a:moveTo>
                  <a:lnTo>
                    <a:pt x="4692" y="0"/>
                  </a:lnTo>
                  <a:cubicBezTo>
                    <a:pt x="3061" y="1779"/>
                    <a:pt x="1476" y="3592"/>
                    <a:pt x="1" y="5483"/>
                  </a:cubicBezTo>
                  <a:cubicBezTo>
                    <a:pt x="1568" y="3661"/>
                    <a:pt x="3130" y="1834"/>
                    <a:pt x="46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3" name="Google Shape;7693;p95"/>
            <p:cNvSpPr/>
            <p:nvPr/>
          </p:nvSpPr>
          <p:spPr>
            <a:xfrm>
              <a:off x="2753550" y="1723425"/>
              <a:ext cx="46075" cy="54600"/>
            </a:xfrm>
            <a:custGeom>
              <a:rect b="b" l="l" r="r" t="t"/>
              <a:pathLst>
                <a:path extrusionOk="0" h="2184" w="1843">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4" name="Google Shape;7694;p95"/>
            <p:cNvSpPr/>
            <p:nvPr/>
          </p:nvSpPr>
          <p:spPr>
            <a:xfrm>
              <a:off x="3013825" y="1258700"/>
              <a:ext cx="106550" cy="113700"/>
            </a:xfrm>
            <a:custGeom>
              <a:rect b="b" l="l" r="r" t="t"/>
              <a:pathLst>
                <a:path extrusionOk="0" h="4548" w="4262">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5" name="Google Shape;7695;p95"/>
            <p:cNvSpPr/>
            <p:nvPr/>
          </p:nvSpPr>
          <p:spPr>
            <a:xfrm>
              <a:off x="3189500" y="1467850"/>
              <a:ext cx="5950" cy="5300"/>
            </a:xfrm>
            <a:custGeom>
              <a:rect b="b" l="l" r="r" t="t"/>
              <a:pathLst>
                <a:path extrusionOk="0" h="212" w="238">
                  <a:moveTo>
                    <a:pt x="237" y="1"/>
                  </a:moveTo>
                  <a:lnTo>
                    <a:pt x="237" y="1"/>
                  </a:lnTo>
                  <a:cubicBezTo>
                    <a:pt x="142" y="53"/>
                    <a:pt x="64" y="125"/>
                    <a:pt x="0" y="211"/>
                  </a:cubicBezTo>
                  <a:cubicBezTo>
                    <a:pt x="78" y="139"/>
                    <a:pt x="159" y="73"/>
                    <a:pt x="23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6" name="Google Shape;7696;p95"/>
            <p:cNvSpPr/>
            <p:nvPr/>
          </p:nvSpPr>
          <p:spPr>
            <a:xfrm>
              <a:off x="1570450" y="549050"/>
              <a:ext cx="1813800" cy="1774475"/>
            </a:xfrm>
            <a:custGeom>
              <a:rect b="b" l="l" r="r" t="t"/>
              <a:pathLst>
                <a:path extrusionOk="0" h="70979" w="72552">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7" name="Google Shape;7697;p95"/>
            <p:cNvSpPr/>
            <p:nvPr/>
          </p:nvSpPr>
          <p:spPr>
            <a:xfrm>
              <a:off x="1156325" y="1192300"/>
              <a:ext cx="429675" cy="394375"/>
            </a:xfrm>
            <a:custGeom>
              <a:rect b="b" l="l" r="r" t="t"/>
              <a:pathLst>
                <a:path extrusionOk="0" h="15775" w="17187">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8" name="Google Shape;7698;p95"/>
            <p:cNvSpPr/>
            <p:nvPr/>
          </p:nvSpPr>
          <p:spPr>
            <a:xfrm>
              <a:off x="1539350" y="1278375"/>
              <a:ext cx="75750" cy="77625"/>
            </a:xfrm>
            <a:custGeom>
              <a:rect b="b" l="l" r="r" t="t"/>
              <a:pathLst>
                <a:path extrusionOk="0" h="3105" w="303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9" name="Google Shape;7699;p95"/>
            <p:cNvSpPr/>
            <p:nvPr/>
          </p:nvSpPr>
          <p:spPr>
            <a:xfrm>
              <a:off x="1546875" y="1112825"/>
              <a:ext cx="224550" cy="180650"/>
            </a:xfrm>
            <a:custGeom>
              <a:rect b="b" l="l" r="r" t="t"/>
              <a:pathLst>
                <a:path extrusionOk="0" h="7226" w="8982">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0" name="Google Shape;7700;p95"/>
            <p:cNvSpPr/>
            <p:nvPr/>
          </p:nvSpPr>
          <p:spPr>
            <a:xfrm>
              <a:off x="1737125" y="905350"/>
              <a:ext cx="192825" cy="321850"/>
            </a:xfrm>
            <a:custGeom>
              <a:rect b="b" l="l" r="r" t="t"/>
              <a:pathLst>
                <a:path extrusionOk="0" h="12874" w="7713">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1" name="Google Shape;7701;p95"/>
            <p:cNvSpPr/>
            <p:nvPr/>
          </p:nvSpPr>
          <p:spPr>
            <a:xfrm>
              <a:off x="3134800" y="2033550"/>
              <a:ext cx="230750" cy="177850"/>
            </a:xfrm>
            <a:custGeom>
              <a:rect b="b" l="l" r="r" t="t"/>
              <a:pathLst>
                <a:path extrusionOk="0" h="7114" w="923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2" name="Google Shape;7702;p95"/>
            <p:cNvSpPr/>
            <p:nvPr/>
          </p:nvSpPr>
          <p:spPr>
            <a:xfrm>
              <a:off x="3451425" y="1868325"/>
              <a:ext cx="900375" cy="1164925"/>
            </a:xfrm>
            <a:custGeom>
              <a:rect b="b" l="l" r="r" t="t"/>
              <a:pathLst>
                <a:path extrusionOk="0" h="46597" w="36015">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3" name="Google Shape;7703;p95"/>
            <p:cNvSpPr/>
            <p:nvPr/>
          </p:nvSpPr>
          <p:spPr>
            <a:xfrm>
              <a:off x="3718175" y="2963250"/>
              <a:ext cx="10100" cy="10000"/>
            </a:xfrm>
            <a:custGeom>
              <a:rect b="b" l="l" r="r" t="t"/>
              <a:pathLst>
                <a:path extrusionOk="0" h="400" w="404">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4" name="Google Shape;7704;p95"/>
            <p:cNvSpPr/>
            <p:nvPr/>
          </p:nvSpPr>
          <p:spPr>
            <a:xfrm>
              <a:off x="3701000" y="2861350"/>
              <a:ext cx="59850" cy="102000"/>
            </a:xfrm>
            <a:custGeom>
              <a:rect b="b" l="l" r="r" t="t"/>
              <a:pathLst>
                <a:path extrusionOk="0" h="4080" w="2394">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5" name="Google Shape;7705;p95"/>
            <p:cNvSpPr/>
            <p:nvPr/>
          </p:nvSpPr>
          <p:spPr>
            <a:xfrm>
              <a:off x="4162850" y="3176950"/>
              <a:ext cx="825" cy="1400"/>
            </a:xfrm>
            <a:custGeom>
              <a:rect b="b" l="l" r="r" t="t"/>
              <a:pathLst>
                <a:path extrusionOk="0" h="56" w="33">
                  <a:moveTo>
                    <a:pt x="32" y="1"/>
                  </a:moveTo>
                  <a:cubicBezTo>
                    <a:pt x="24" y="12"/>
                    <a:pt x="15" y="27"/>
                    <a:pt x="6" y="41"/>
                  </a:cubicBezTo>
                  <a:lnTo>
                    <a:pt x="1" y="56"/>
                  </a:lnTo>
                  <a:cubicBezTo>
                    <a:pt x="9" y="35"/>
                    <a:pt x="24" y="18"/>
                    <a:pt x="3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6" name="Google Shape;7706;p95"/>
            <p:cNvSpPr/>
            <p:nvPr/>
          </p:nvSpPr>
          <p:spPr>
            <a:xfrm>
              <a:off x="3697825" y="3288025"/>
              <a:ext cx="7975" cy="11300"/>
            </a:xfrm>
            <a:custGeom>
              <a:rect b="b" l="l" r="r" t="t"/>
              <a:pathLst>
                <a:path extrusionOk="0" h="452" w="319">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7" name="Google Shape;7707;p95"/>
            <p:cNvSpPr/>
            <p:nvPr/>
          </p:nvSpPr>
          <p:spPr>
            <a:xfrm>
              <a:off x="3909450" y="3369675"/>
              <a:ext cx="62600" cy="80850"/>
            </a:xfrm>
            <a:custGeom>
              <a:rect b="b" l="l" r="r" t="t"/>
              <a:pathLst>
                <a:path extrusionOk="0" h="3234" w="2504">
                  <a:moveTo>
                    <a:pt x="2503" y="0"/>
                  </a:moveTo>
                  <a:lnTo>
                    <a:pt x="2503" y="0"/>
                  </a:lnTo>
                  <a:cubicBezTo>
                    <a:pt x="1712" y="1025"/>
                    <a:pt x="910" y="2038"/>
                    <a:pt x="110" y="3055"/>
                  </a:cubicBezTo>
                  <a:lnTo>
                    <a:pt x="0" y="3234"/>
                  </a:lnTo>
                  <a:cubicBezTo>
                    <a:pt x="846" y="2162"/>
                    <a:pt x="1689" y="1091"/>
                    <a:pt x="250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8" name="Google Shape;7708;p95"/>
            <p:cNvSpPr/>
            <p:nvPr/>
          </p:nvSpPr>
          <p:spPr>
            <a:xfrm>
              <a:off x="3285550" y="3006625"/>
              <a:ext cx="1042475" cy="1050600"/>
            </a:xfrm>
            <a:custGeom>
              <a:rect b="b" l="l" r="r" t="t"/>
              <a:pathLst>
                <a:path extrusionOk="0" h="42024" w="41699">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9" name="Google Shape;7709;p95"/>
            <p:cNvSpPr/>
            <p:nvPr/>
          </p:nvSpPr>
          <p:spPr>
            <a:xfrm>
              <a:off x="4020600" y="4528725"/>
              <a:ext cx="89650" cy="23625"/>
            </a:xfrm>
            <a:custGeom>
              <a:rect b="b" l="l" r="r" t="t"/>
              <a:pathLst>
                <a:path extrusionOk="0" h="945" w="3586">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0" name="Google Shape;7710;p95"/>
            <p:cNvSpPr/>
            <p:nvPr/>
          </p:nvSpPr>
          <p:spPr>
            <a:xfrm>
              <a:off x="3817925" y="4050975"/>
              <a:ext cx="202775" cy="477700"/>
            </a:xfrm>
            <a:custGeom>
              <a:rect b="b" l="l" r="r" t="t"/>
              <a:pathLst>
                <a:path extrusionOk="0" h="19108" w="8111">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1" name="Google Shape;7711;p95"/>
            <p:cNvSpPr/>
            <p:nvPr/>
          </p:nvSpPr>
          <p:spPr>
            <a:xfrm>
              <a:off x="4110175" y="3244525"/>
              <a:ext cx="798225" cy="1302350"/>
            </a:xfrm>
            <a:custGeom>
              <a:rect b="b" l="l" r="r" t="t"/>
              <a:pathLst>
                <a:path extrusionOk="0" h="52094" w="31929">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2" name="Google Shape;7712;p95"/>
            <p:cNvSpPr/>
            <p:nvPr/>
          </p:nvSpPr>
          <p:spPr>
            <a:xfrm>
              <a:off x="3835550" y="2303200"/>
              <a:ext cx="19500" cy="20300"/>
            </a:xfrm>
            <a:custGeom>
              <a:rect b="b" l="l" r="r" t="t"/>
              <a:pathLst>
                <a:path extrusionOk="0" h="812" w="780">
                  <a:moveTo>
                    <a:pt x="779" y="1"/>
                  </a:moveTo>
                  <a:cubicBezTo>
                    <a:pt x="638" y="145"/>
                    <a:pt x="494" y="289"/>
                    <a:pt x="352" y="434"/>
                  </a:cubicBezTo>
                  <a:cubicBezTo>
                    <a:pt x="231" y="555"/>
                    <a:pt x="121" y="691"/>
                    <a:pt x="0" y="812"/>
                  </a:cubicBezTo>
                  <a:cubicBezTo>
                    <a:pt x="263" y="549"/>
                    <a:pt x="517" y="269"/>
                    <a:pt x="7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3" name="Google Shape;7713;p95"/>
            <p:cNvSpPr/>
            <p:nvPr/>
          </p:nvSpPr>
          <p:spPr>
            <a:xfrm>
              <a:off x="3855025" y="2280550"/>
              <a:ext cx="21675" cy="22675"/>
            </a:xfrm>
            <a:custGeom>
              <a:rect b="b" l="l" r="r" t="t"/>
              <a:pathLst>
                <a:path extrusionOk="0" h="907" w="867">
                  <a:moveTo>
                    <a:pt x="867" y="0"/>
                  </a:moveTo>
                  <a:lnTo>
                    <a:pt x="867" y="0"/>
                  </a:lnTo>
                  <a:cubicBezTo>
                    <a:pt x="578" y="306"/>
                    <a:pt x="289" y="607"/>
                    <a:pt x="0" y="907"/>
                  </a:cubicBezTo>
                  <a:cubicBezTo>
                    <a:pt x="289" y="607"/>
                    <a:pt x="581" y="306"/>
                    <a:pt x="86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4" name="Google Shape;7714;p95"/>
            <p:cNvSpPr/>
            <p:nvPr/>
          </p:nvSpPr>
          <p:spPr>
            <a:xfrm>
              <a:off x="3876675" y="2249375"/>
              <a:ext cx="28750" cy="31200"/>
            </a:xfrm>
            <a:custGeom>
              <a:rect b="b" l="l" r="r" t="t"/>
              <a:pathLst>
                <a:path extrusionOk="0" h="1248" w="115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5" name="Google Shape;7715;p95"/>
            <p:cNvSpPr/>
            <p:nvPr/>
          </p:nvSpPr>
          <p:spPr>
            <a:xfrm>
              <a:off x="3514925" y="1774450"/>
              <a:ext cx="981275" cy="1252850"/>
            </a:xfrm>
            <a:custGeom>
              <a:rect b="b" l="l" r="r" t="t"/>
              <a:pathLst>
                <a:path extrusionOk="0" h="50114" w="39251">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6" name="Google Shape;7716;p95"/>
            <p:cNvSpPr/>
            <p:nvPr/>
          </p:nvSpPr>
          <p:spPr>
            <a:xfrm>
              <a:off x="4676950" y="2073550"/>
              <a:ext cx="20750" cy="22675"/>
            </a:xfrm>
            <a:custGeom>
              <a:rect b="b" l="l" r="r" t="t"/>
              <a:pathLst>
                <a:path extrusionOk="0" h="907" w="830">
                  <a:moveTo>
                    <a:pt x="829" y="0"/>
                  </a:moveTo>
                  <a:cubicBezTo>
                    <a:pt x="748" y="87"/>
                    <a:pt x="662" y="174"/>
                    <a:pt x="581" y="260"/>
                  </a:cubicBezTo>
                  <a:cubicBezTo>
                    <a:pt x="388" y="477"/>
                    <a:pt x="194" y="693"/>
                    <a:pt x="1" y="907"/>
                  </a:cubicBezTo>
                  <a:cubicBezTo>
                    <a:pt x="278" y="604"/>
                    <a:pt x="555" y="301"/>
                    <a:pt x="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7" name="Google Shape;7717;p95"/>
            <p:cNvSpPr/>
            <p:nvPr/>
          </p:nvSpPr>
          <p:spPr>
            <a:xfrm>
              <a:off x="4104175" y="2561150"/>
              <a:ext cx="133900" cy="132250"/>
            </a:xfrm>
            <a:custGeom>
              <a:rect b="b" l="l" r="r" t="t"/>
              <a:pathLst>
                <a:path extrusionOk="0" h="5290" w="5356">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8" name="Google Shape;7718;p95"/>
            <p:cNvSpPr/>
            <p:nvPr/>
          </p:nvSpPr>
          <p:spPr>
            <a:xfrm>
              <a:off x="4529425" y="2080700"/>
              <a:ext cx="100725" cy="115050"/>
            </a:xfrm>
            <a:custGeom>
              <a:rect b="b" l="l" r="r" t="t"/>
              <a:pathLst>
                <a:path extrusionOk="0" h="4602" w="4029">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9" name="Google Shape;7719;p95"/>
            <p:cNvSpPr/>
            <p:nvPr/>
          </p:nvSpPr>
          <p:spPr>
            <a:xfrm>
              <a:off x="4023550" y="2864950"/>
              <a:ext cx="12525" cy="11925"/>
            </a:xfrm>
            <a:custGeom>
              <a:rect b="b" l="l" r="r" t="t"/>
              <a:pathLst>
                <a:path extrusionOk="0" h="477" w="501">
                  <a:moveTo>
                    <a:pt x="500" y="0"/>
                  </a:moveTo>
                  <a:lnTo>
                    <a:pt x="500" y="0"/>
                  </a:lnTo>
                  <a:cubicBezTo>
                    <a:pt x="336" y="159"/>
                    <a:pt x="168" y="318"/>
                    <a:pt x="1" y="477"/>
                  </a:cubicBezTo>
                  <a:cubicBezTo>
                    <a:pt x="136" y="468"/>
                    <a:pt x="301" y="312"/>
                    <a:pt x="50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0" name="Google Shape;7720;p95"/>
            <p:cNvSpPr/>
            <p:nvPr/>
          </p:nvSpPr>
          <p:spPr>
            <a:xfrm>
              <a:off x="4146900" y="2619550"/>
              <a:ext cx="291675" cy="383175"/>
            </a:xfrm>
            <a:custGeom>
              <a:rect b="b" l="l" r="r" t="t"/>
              <a:pathLst>
                <a:path extrusionOk="0" h="15327" w="11667">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1" name="Google Shape;7721;p95"/>
            <p:cNvSpPr/>
            <p:nvPr/>
          </p:nvSpPr>
          <p:spPr>
            <a:xfrm>
              <a:off x="4438500" y="2570050"/>
              <a:ext cx="41375" cy="49525"/>
            </a:xfrm>
            <a:custGeom>
              <a:rect b="b" l="l" r="r" t="t"/>
              <a:pathLst>
                <a:path extrusionOk="0" h="1981" w="1655">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2" name="Google Shape;7722;p95"/>
            <p:cNvSpPr/>
            <p:nvPr/>
          </p:nvSpPr>
          <p:spPr>
            <a:xfrm>
              <a:off x="4346675" y="2672675"/>
              <a:ext cx="43475" cy="51550"/>
            </a:xfrm>
            <a:custGeom>
              <a:rect b="b" l="l" r="r" t="t"/>
              <a:pathLst>
                <a:path extrusionOk="0" h="2062" w="1739">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3" name="Google Shape;7723;p95"/>
            <p:cNvSpPr/>
            <p:nvPr/>
          </p:nvSpPr>
          <p:spPr>
            <a:xfrm>
              <a:off x="3715150" y="1348850"/>
              <a:ext cx="1605150" cy="1793100"/>
            </a:xfrm>
            <a:custGeom>
              <a:rect b="b" l="l" r="r" t="t"/>
              <a:pathLst>
                <a:path extrusionOk="0" h="71724" w="64206">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4" name="Google Shape;7724;p95"/>
            <p:cNvSpPr/>
            <p:nvPr/>
          </p:nvSpPr>
          <p:spPr>
            <a:xfrm>
              <a:off x="5218275" y="1585725"/>
              <a:ext cx="162200" cy="137000"/>
            </a:xfrm>
            <a:custGeom>
              <a:rect b="b" l="l" r="r" t="t"/>
              <a:pathLst>
                <a:path extrusionOk="0" h="5480" w="6488">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5" name="Google Shape;7725;p95"/>
            <p:cNvSpPr/>
            <p:nvPr/>
          </p:nvSpPr>
          <p:spPr>
            <a:xfrm>
              <a:off x="4237700" y="3191475"/>
              <a:ext cx="64175" cy="89875"/>
            </a:xfrm>
            <a:custGeom>
              <a:rect b="b" l="l" r="r" t="t"/>
              <a:pathLst>
                <a:path extrusionOk="0" h="3595" w="2567">
                  <a:moveTo>
                    <a:pt x="2567" y="0"/>
                  </a:moveTo>
                  <a:lnTo>
                    <a:pt x="2567" y="0"/>
                  </a:lnTo>
                  <a:cubicBezTo>
                    <a:pt x="1698" y="1192"/>
                    <a:pt x="841" y="2391"/>
                    <a:pt x="0" y="3594"/>
                  </a:cubicBezTo>
                  <a:cubicBezTo>
                    <a:pt x="852" y="2393"/>
                    <a:pt x="1707" y="1195"/>
                    <a:pt x="256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6" name="Google Shape;7726;p95"/>
            <p:cNvSpPr/>
            <p:nvPr/>
          </p:nvSpPr>
          <p:spPr>
            <a:xfrm>
              <a:off x="4212000" y="3281400"/>
              <a:ext cx="25725" cy="37050"/>
            </a:xfrm>
            <a:custGeom>
              <a:rect b="b" l="l" r="r" t="t"/>
              <a:pathLst>
                <a:path extrusionOk="0" h="1482" w="1029">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7" name="Google Shape;7727;p95"/>
            <p:cNvSpPr/>
            <p:nvPr/>
          </p:nvSpPr>
          <p:spPr>
            <a:xfrm>
              <a:off x="3872150" y="3337350"/>
              <a:ext cx="734525" cy="1216250"/>
            </a:xfrm>
            <a:custGeom>
              <a:rect b="b" l="l" r="r" t="t"/>
              <a:pathLst>
                <a:path extrusionOk="0" h="48650" w="29381">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8" name="Google Shape;7728;p95"/>
            <p:cNvSpPr/>
            <p:nvPr/>
          </p:nvSpPr>
          <p:spPr>
            <a:xfrm>
              <a:off x="4007750" y="3526075"/>
              <a:ext cx="134350" cy="162425"/>
            </a:xfrm>
            <a:custGeom>
              <a:rect b="b" l="l" r="r" t="t"/>
              <a:pathLst>
                <a:path extrusionOk="0" h="6497" w="5374">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9" name="Google Shape;7729;p95"/>
            <p:cNvSpPr/>
            <p:nvPr/>
          </p:nvSpPr>
          <p:spPr>
            <a:xfrm>
              <a:off x="4015750" y="3586775"/>
              <a:ext cx="128225" cy="188550"/>
            </a:xfrm>
            <a:custGeom>
              <a:rect b="b" l="l" r="r" t="t"/>
              <a:pathLst>
                <a:path extrusionOk="0" h="7542" w="5129">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0" name="Google Shape;7730;p95"/>
            <p:cNvSpPr/>
            <p:nvPr/>
          </p:nvSpPr>
          <p:spPr>
            <a:xfrm>
              <a:off x="3786475" y="1293300"/>
              <a:ext cx="2115175" cy="2649500"/>
            </a:xfrm>
            <a:custGeom>
              <a:rect b="b" l="l" r="r" t="t"/>
              <a:pathLst>
                <a:path extrusionOk="0" h="105980" w="84607">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1" name="Google Shape;7731;p95"/>
            <p:cNvSpPr/>
            <p:nvPr/>
          </p:nvSpPr>
          <p:spPr>
            <a:xfrm>
              <a:off x="5490650" y="3675725"/>
              <a:ext cx="84675" cy="91500"/>
            </a:xfrm>
            <a:custGeom>
              <a:rect b="b" l="l" r="r" t="t"/>
              <a:pathLst>
                <a:path extrusionOk="0" h="3660" w="3387">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2" name="Google Shape;7732;p95"/>
            <p:cNvSpPr/>
            <p:nvPr/>
          </p:nvSpPr>
          <p:spPr>
            <a:xfrm>
              <a:off x="5646325" y="3602300"/>
              <a:ext cx="178375" cy="319450"/>
            </a:xfrm>
            <a:custGeom>
              <a:rect b="b" l="l" r="r" t="t"/>
              <a:pathLst>
                <a:path extrusionOk="0" h="12778" w="7135">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3" name="Google Shape;7733;p95"/>
            <p:cNvSpPr/>
            <p:nvPr/>
          </p:nvSpPr>
          <p:spPr>
            <a:xfrm>
              <a:off x="5824675" y="3921725"/>
              <a:ext cx="90675" cy="31725"/>
            </a:xfrm>
            <a:custGeom>
              <a:rect b="b" l="l" r="r" t="t"/>
              <a:pathLst>
                <a:path extrusionOk="0" h="1269" w="3627">
                  <a:moveTo>
                    <a:pt x="1" y="1"/>
                  </a:moveTo>
                  <a:cubicBezTo>
                    <a:pt x="853" y="653"/>
                    <a:pt x="2163" y="1049"/>
                    <a:pt x="3627" y="1268"/>
                  </a:cubicBezTo>
                  <a:cubicBezTo>
                    <a:pt x="2386" y="945"/>
                    <a:pt x="1173" y="520"/>
                    <a:pt x="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4" name="Google Shape;7734;p95"/>
            <p:cNvSpPr/>
            <p:nvPr/>
          </p:nvSpPr>
          <p:spPr>
            <a:xfrm>
              <a:off x="5516775" y="3755850"/>
              <a:ext cx="747050" cy="258800"/>
            </a:xfrm>
            <a:custGeom>
              <a:rect b="b" l="l" r="r" t="t"/>
              <a:pathLst>
                <a:path extrusionOk="0" h="10352" w="29882">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5" name="Google Shape;7735;p95"/>
            <p:cNvSpPr/>
            <p:nvPr/>
          </p:nvSpPr>
          <p:spPr>
            <a:xfrm>
              <a:off x="5788675" y="3606475"/>
              <a:ext cx="8175" cy="6375"/>
            </a:xfrm>
            <a:custGeom>
              <a:rect b="b" l="l" r="r" t="t"/>
              <a:pathLst>
                <a:path extrusionOk="0" h="255" w="327">
                  <a:moveTo>
                    <a:pt x="165" y="0"/>
                  </a:moveTo>
                  <a:cubicBezTo>
                    <a:pt x="0" y="0"/>
                    <a:pt x="0" y="254"/>
                    <a:pt x="165" y="254"/>
                  </a:cubicBezTo>
                  <a:cubicBezTo>
                    <a:pt x="326" y="254"/>
                    <a:pt x="326" y="0"/>
                    <a:pt x="1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6" name="Google Shape;7736;p95"/>
            <p:cNvSpPr/>
            <p:nvPr/>
          </p:nvSpPr>
          <p:spPr>
            <a:xfrm>
              <a:off x="5590950" y="3167925"/>
              <a:ext cx="491425" cy="517425"/>
            </a:xfrm>
            <a:custGeom>
              <a:rect b="b" l="l" r="r" t="t"/>
              <a:pathLst>
                <a:path extrusionOk="0" h="20697" w="19657">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7" name="Google Shape;7737;p95"/>
            <p:cNvSpPr/>
            <p:nvPr/>
          </p:nvSpPr>
          <p:spPr>
            <a:xfrm>
              <a:off x="5996400" y="2979625"/>
              <a:ext cx="227725" cy="171275"/>
            </a:xfrm>
            <a:custGeom>
              <a:rect b="b" l="l" r="r" t="t"/>
              <a:pathLst>
                <a:path extrusionOk="0" h="6851" w="9109">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8" name="Google Shape;7738;p95"/>
            <p:cNvSpPr/>
            <p:nvPr/>
          </p:nvSpPr>
          <p:spPr>
            <a:xfrm>
              <a:off x="6186125" y="2701725"/>
              <a:ext cx="225450" cy="340000"/>
            </a:xfrm>
            <a:custGeom>
              <a:rect b="b" l="l" r="r" t="t"/>
              <a:pathLst>
                <a:path extrusionOk="0" h="13600" w="9018">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9" name="Google Shape;7739;p95"/>
            <p:cNvSpPr/>
            <p:nvPr/>
          </p:nvSpPr>
          <p:spPr>
            <a:xfrm>
              <a:off x="6187425" y="2719500"/>
              <a:ext cx="405000" cy="468050"/>
            </a:xfrm>
            <a:custGeom>
              <a:rect b="b" l="l" r="r" t="t"/>
              <a:pathLst>
                <a:path extrusionOk="0" h="18722" w="1620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0" name="Google Shape;7740;p95"/>
            <p:cNvSpPr/>
            <p:nvPr/>
          </p:nvSpPr>
          <p:spPr>
            <a:xfrm>
              <a:off x="6328025" y="2219625"/>
              <a:ext cx="575775" cy="590850"/>
            </a:xfrm>
            <a:custGeom>
              <a:rect b="b" l="l" r="r" t="t"/>
              <a:pathLst>
                <a:path extrusionOk="0" h="23634" w="23031">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1" name="Google Shape;7741;p95"/>
            <p:cNvSpPr/>
            <p:nvPr/>
          </p:nvSpPr>
          <p:spPr>
            <a:xfrm>
              <a:off x="6705250" y="2055250"/>
              <a:ext cx="527450" cy="644225"/>
            </a:xfrm>
            <a:custGeom>
              <a:rect b="b" l="l" r="r" t="t"/>
              <a:pathLst>
                <a:path extrusionOk="0" h="25769" w="21098">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2" name="Google Shape;7742;p95"/>
            <p:cNvSpPr/>
            <p:nvPr/>
          </p:nvSpPr>
          <p:spPr>
            <a:xfrm>
              <a:off x="5768900" y="1995950"/>
              <a:ext cx="164800" cy="211150"/>
            </a:xfrm>
            <a:custGeom>
              <a:rect b="b" l="l" r="r" t="t"/>
              <a:pathLst>
                <a:path extrusionOk="0" h="8446" w="6592">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3" name="Google Shape;7743;p95"/>
            <p:cNvSpPr/>
            <p:nvPr/>
          </p:nvSpPr>
          <p:spPr>
            <a:xfrm>
              <a:off x="5705950" y="2238400"/>
              <a:ext cx="36900" cy="47575"/>
            </a:xfrm>
            <a:custGeom>
              <a:rect b="b" l="l" r="r" t="t"/>
              <a:pathLst>
                <a:path extrusionOk="0" h="1903" w="1476">
                  <a:moveTo>
                    <a:pt x="1476" y="0"/>
                  </a:moveTo>
                  <a:lnTo>
                    <a:pt x="1476" y="0"/>
                  </a:lnTo>
                  <a:cubicBezTo>
                    <a:pt x="985" y="635"/>
                    <a:pt x="494" y="1271"/>
                    <a:pt x="1" y="1903"/>
                  </a:cubicBezTo>
                  <a:cubicBezTo>
                    <a:pt x="425" y="1377"/>
                    <a:pt x="847" y="846"/>
                    <a:pt x="1268" y="318"/>
                  </a:cubicBezTo>
                  <a:lnTo>
                    <a:pt x="147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4" name="Google Shape;7744;p95"/>
            <p:cNvSpPr/>
            <p:nvPr/>
          </p:nvSpPr>
          <p:spPr>
            <a:xfrm>
              <a:off x="5166150" y="3442125"/>
              <a:ext cx="4425" cy="5725"/>
            </a:xfrm>
            <a:custGeom>
              <a:rect b="b" l="l" r="r" t="t"/>
              <a:pathLst>
                <a:path extrusionOk="0" h="229" w="177">
                  <a:moveTo>
                    <a:pt x="177" y="1"/>
                  </a:moveTo>
                  <a:cubicBezTo>
                    <a:pt x="108" y="76"/>
                    <a:pt x="59" y="151"/>
                    <a:pt x="1" y="229"/>
                  </a:cubicBezTo>
                  <a:cubicBezTo>
                    <a:pt x="59" y="154"/>
                    <a:pt x="119" y="76"/>
                    <a:pt x="1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5" name="Google Shape;7745;p95"/>
            <p:cNvSpPr/>
            <p:nvPr/>
          </p:nvSpPr>
          <p:spPr>
            <a:xfrm>
              <a:off x="5451900" y="3109550"/>
              <a:ext cx="52075" cy="70600"/>
            </a:xfrm>
            <a:custGeom>
              <a:rect b="b" l="l" r="r" t="t"/>
              <a:pathLst>
                <a:path extrusionOk="0" h="2824" w="2083">
                  <a:moveTo>
                    <a:pt x="2082" y="0"/>
                  </a:moveTo>
                  <a:cubicBezTo>
                    <a:pt x="1386" y="942"/>
                    <a:pt x="693" y="1883"/>
                    <a:pt x="0" y="2824"/>
                  </a:cubicBezTo>
                  <a:cubicBezTo>
                    <a:pt x="249" y="2492"/>
                    <a:pt x="500" y="2163"/>
                    <a:pt x="745" y="1831"/>
                  </a:cubicBezTo>
                  <a:cubicBezTo>
                    <a:pt x="1199" y="1224"/>
                    <a:pt x="1637" y="612"/>
                    <a:pt x="20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6" name="Google Shape;7746;p95"/>
            <p:cNvSpPr/>
            <p:nvPr/>
          </p:nvSpPr>
          <p:spPr>
            <a:xfrm>
              <a:off x="6131925" y="2028500"/>
              <a:ext cx="71475" cy="94575"/>
            </a:xfrm>
            <a:custGeom>
              <a:rect b="b" l="l" r="r" t="t"/>
              <a:pathLst>
                <a:path extrusionOk="0" h="3783" w="2859">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7" name="Google Shape;7747;p95"/>
            <p:cNvSpPr/>
            <p:nvPr/>
          </p:nvSpPr>
          <p:spPr>
            <a:xfrm>
              <a:off x="6257025" y="2090000"/>
              <a:ext cx="175750" cy="248300"/>
            </a:xfrm>
            <a:custGeom>
              <a:rect b="b" l="l" r="r" t="t"/>
              <a:pathLst>
                <a:path extrusionOk="0" h="9932" w="703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8" name="Google Shape;7748;p95"/>
            <p:cNvSpPr/>
            <p:nvPr/>
          </p:nvSpPr>
          <p:spPr>
            <a:xfrm>
              <a:off x="6294325" y="2124500"/>
              <a:ext cx="299850" cy="401100"/>
            </a:xfrm>
            <a:custGeom>
              <a:rect b="b" l="l" r="r" t="t"/>
              <a:pathLst>
                <a:path extrusionOk="0" h="16044" w="11994">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9" name="Google Shape;7749;p95"/>
            <p:cNvSpPr/>
            <p:nvPr/>
          </p:nvSpPr>
          <p:spPr>
            <a:xfrm>
              <a:off x="6594150" y="2032400"/>
              <a:ext cx="76950" cy="92050"/>
            </a:xfrm>
            <a:custGeom>
              <a:rect b="b" l="l" r="r" t="t"/>
              <a:pathLst>
                <a:path extrusionOk="0" h="3682" w="3078">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0" name="Google Shape;7750;p95"/>
            <p:cNvSpPr/>
            <p:nvPr/>
          </p:nvSpPr>
          <p:spPr>
            <a:xfrm>
              <a:off x="6161675" y="2525575"/>
              <a:ext cx="132675" cy="194325"/>
            </a:xfrm>
            <a:custGeom>
              <a:rect b="b" l="l" r="r" t="t"/>
              <a:pathLst>
                <a:path extrusionOk="0" h="7773" w="5307">
                  <a:moveTo>
                    <a:pt x="5307" y="1"/>
                  </a:moveTo>
                  <a:lnTo>
                    <a:pt x="5307" y="1"/>
                  </a:lnTo>
                  <a:cubicBezTo>
                    <a:pt x="3459" y="2535"/>
                    <a:pt x="1672" y="5116"/>
                    <a:pt x="0" y="7772"/>
                  </a:cubicBezTo>
                  <a:cubicBezTo>
                    <a:pt x="1733" y="5154"/>
                    <a:pt x="3499" y="2564"/>
                    <a:pt x="530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1" name="Google Shape;7751;p95"/>
            <p:cNvSpPr/>
            <p:nvPr/>
          </p:nvSpPr>
          <p:spPr>
            <a:xfrm>
              <a:off x="6379550" y="3041325"/>
              <a:ext cx="23100" cy="28100"/>
            </a:xfrm>
            <a:custGeom>
              <a:rect b="b" l="l" r="r" t="t"/>
              <a:pathLst>
                <a:path extrusionOk="0" h="1124" w="924">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2" name="Google Shape;7752;p95"/>
            <p:cNvSpPr/>
            <p:nvPr/>
          </p:nvSpPr>
          <p:spPr>
            <a:xfrm>
              <a:off x="6393200" y="3039675"/>
              <a:ext cx="2425" cy="3650"/>
            </a:xfrm>
            <a:custGeom>
              <a:rect b="b" l="l" r="r" t="t"/>
              <a:pathLst>
                <a:path extrusionOk="0" h="146" w="97">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3" name="Google Shape;7753;p95"/>
            <p:cNvSpPr/>
            <p:nvPr/>
          </p:nvSpPr>
          <p:spPr>
            <a:xfrm>
              <a:off x="6013550" y="3351625"/>
              <a:ext cx="475" cy="600"/>
            </a:xfrm>
            <a:custGeom>
              <a:rect b="b" l="l" r="r" t="t"/>
              <a:pathLst>
                <a:path extrusionOk="0" h="24" w="19">
                  <a:moveTo>
                    <a:pt x="18" y="0"/>
                  </a:moveTo>
                  <a:cubicBezTo>
                    <a:pt x="8" y="14"/>
                    <a:pt x="1" y="23"/>
                    <a:pt x="1" y="23"/>
                  </a:cubicBezTo>
                  <a:cubicBezTo>
                    <a:pt x="1" y="23"/>
                    <a:pt x="6" y="16"/>
                    <a:pt x="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4" name="Google Shape;7754;p95"/>
            <p:cNvSpPr/>
            <p:nvPr/>
          </p:nvSpPr>
          <p:spPr>
            <a:xfrm>
              <a:off x="6661050" y="2225050"/>
              <a:ext cx="3275" cy="4200"/>
            </a:xfrm>
            <a:custGeom>
              <a:rect b="b" l="l" r="r" t="t"/>
              <a:pathLst>
                <a:path extrusionOk="0" h="168" w="131">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5" name="Google Shape;7755;p95"/>
            <p:cNvSpPr/>
            <p:nvPr/>
          </p:nvSpPr>
          <p:spPr>
            <a:xfrm>
              <a:off x="4492925" y="1558725"/>
              <a:ext cx="2898050" cy="2460325"/>
            </a:xfrm>
            <a:custGeom>
              <a:rect b="b" l="l" r="r" t="t"/>
              <a:pathLst>
                <a:path extrusionOk="0" h="98413" w="115922">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6" name="Google Shape;7756;p95"/>
            <p:cNvSpPr/>
            <p:nvPr/>
          </p:nvSpPr>
          <p:spPr>
            <a:xfrm>
              <a:off x="3821825" y="993775"/>
              <a:ext cx="392800" cy="417775"/>
            </a:xfrm>
            <a:custGeom>
              <a:rect b="b" l="l" r="r" t="t"/>
              <a:pathLst>
                <a:path extrusionOk="0" h="16711" w="15712">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7" name="Google Shape;7757;p95"/>
            <p:cNvSpPr/>
            <p:nvPr/>
          </p:nvSpPr>
          <p:spPr>
            <a:xfrm>
              <a:off x="4492625" y="804475"/>
              <a:ext cx="446125" cy="296800"/>
            </a:xfrm>
            <a:custGeom>
              <a:rect b="b" l="l" r="r" t="t"/>
              <a:pathLst>
                <a:path extrusionOk="0" h="11872" w="17845">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8" name="Google Shape;7758;p95"/>
            <p:cNvSpPr/>
            <p:nvPr/>
          </p:nvSpPr>
          <p:spPr>
            <a:xfrm>
              <a:off x="5432550" y="952075"/>
              <a:ext cx="328650" cy="322675"/>
            </a:xfrm>
            <a:custGeom>
              <a:rect b="b" l="l" r="r" t="t"/>
              <a:pathLst>
                <a:path extrusionOk="0" h="12907" w="13146">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9" name="Google Shape;7759;p95"/>
            <p:cNvSpPr/>
            <p:nvPr/>
          </p:nvSpPr>
          <p:spPr>
            <a:xfrm>
              <a:off x="6326800" y="1440800"/>
              <a:ext cx="161475" cy="100175"/>
            </a:xfrm>
            <a:custGeom>
              <a:rect b="b" l="l" r="r" t="t"/>
              <a:pathLst>
                <a:path extrusionOk="0" h="4007" w="6459">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0" name="Google Shape;7760;p95"/>
            <p:cNvSpPr/>
            <p:nvPr/>
          </p:nvSpPr>
          <p:spPr>
            <a:xfrm>
              <a:off x="6512725" y="1459400"/>
              <a:ext cx="130525" cy="109825"/>
            </a:xfrm>
            <a:custGeom>
              <a:rect b="b" l="l" r="r" t="t"/>
              <a:pathLst>
                <a:path extrusionOk="0" h="4393" w="5221">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1" name="Google Shape;7761;p95"/>
            <p:cNvSpPr/>
            <p:nvPr/>
          </p:nvSpPr>
          <p:spPr>
            <a:xfrm>
              <a:off x="6382025" y="1568650"/>
              <a:ext cx="133400" cy="76300"/>
            </a:xfrm>
            <a:custGeom>
              <a:rect b="b" l="l" r="r" t="t"/>
              <a:pathLst>
                <a:path extrusionOk="0" h="3052" w="5336">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2" name="Google Shape;7762;p95"/>
            <p:cNvSpPr/>
            <p:nvPr/>
          </p:nvSpPr>
          <p:spPr>
            <a:xfrm>
              <a:off x="7159050" y="1734200"/>
              <a:ext cx="125325" cy="71225"/>
            </a:xfrm>
            <a:custGeom>
              <a:rect b="b" l="l" r="r" t="t"/>
              <a:pathLst>
                <a:path extrusionOk="0" h="2849" w="5013">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3" name="Google Shape;7763;p95"/>
            <p:cNvSpPr/>
            <p:nvPr/>
          </p:nvSpPr>
          <p:spPr>
            <a:xfrm>
              <a:off x="5991550" y="3413900"/>
              <a:ext cx="83825" cy="164550"/>
            </a:xfrm>
            <a:custGeom>
              <a:rect b="b" l="l" r="r" t="t"/>
              <a:pathLst>
                <a:path extrusionOk="0" h="6582" w="3353">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4" name="Google Shape;7764;p95"/>
            <p:cNvSpPr/>
            <p:nvPr/>
          </p:nvSpPr>
          <p:spPr>
            <a:xfrm>
              <a:off x="5981225" y="3763550"/>
              <a:ext cx="150150" cy="137775"/>
            </a:xfrm>
            <a:custGeom>
              <a:rect b="b" l="l" r="r" t="t"/>
              <a:pathLst>
                <a:path extrusionOk="0" h="5511" w="6006">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5" name="Google Shape;7765;p95"/>
            <p:cNvSpPr/>
            <p:nvPr/>
          </p:nvSpPr>
          <p:spPr>
            <a:xfrm>
              <a:off x="6073900" y="3620300"/>
              <a:ext cx="92475" cy="102900"/>
            </a:xfrm>
            <a:custGeom>
              <a:rect b="b" l="l" r="r" t="t"/>
              <a:pathLst>
                <a:path extrusionOk="0" h="4116" w="3699">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6" name="Google Shape;7766;p95"/>
            <p:cNvSpPr/>
            <p:nvPr/>
          </p:nvSpPr>
          <p:spPr>
            <a:xfrm>
              <a:off x="5776700" y="3655450"/>
              <a:ext cx="255650" cy="229725"/>
            </a:xfrm>
            <a:custGeom>
              <a:rect b="b" l="l" r="r" t="t"/>
              <a:pathLst>
                <a:path extrusionOk="0" h="9189" w="10226">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7" name="Google Shape;7767;p95"/>
            <p:cNvSpPr/>
            <p:nvPr/>
          </p:nvSpPr>
          <p:spPr>
            <a:xfrm>
              <a:off x="6225900" y="3825325"/>
              <a:ext cx="398875" cy="192375"/>
            </a:xfrm>
            <a:custGeom>
              <a:rect b="b" l="l" r="r" t="t"/>
              <a:pathLst>
                <a:path extrusionOk="0" h="7695" w="15955">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8" name="Google Shape;7768;p95"/>
            <p:cNvSpPr/>
            <p:nvPr/>
          </p:nvSpPr>
          <p:spPr>
            <a:xfrm>
              <a:off x="6167800" y="4229200"/>
              <a:ext cx="43975" cy="65425"/>
            </a:xfrm>
            <a:custGeom>
              <a:rect b="b" l="l" r="r" t="t"/>
              <a:pathLst>
                <a:path extrusionOk="0" h="2617" w="1759">
                  <a:moveTo>
                    <a:pt x="1759" y="0"/>
                  </a:moveTo>
                  <a:cubicBezTo>
                    <a:pt x="1236" y="792"/>
                    <a:pt x="702" y="1574"/>
                    <a:pt x="168" y="2359"/>
                  </a:cubicBezTo>
                  <a:cubicBezTo>
                    <a:pt x="113" y="2446"/>
                    <a:pt x="56" y="2529"/>
                    <a:pt x="1" y="2616"/>
                  </a:cubicBezTo>
                  <a:cubicBezTo>
                    <a:pt x="598" y="1750"/>
                    <a:pt x="1190" y="881"/>
                    <a:pt x="175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9" name="Google Shape;7769;p95"/>
            <p:cNvSpPr/>
            <p:nvPr/>
          </p:nvSpPr>
          <p:spPr>
            <a:xfrm>
              <a:off x="6091225" y="4333200"/>
              <a:ext cx="12375" cy="16700"/>
            </a:xfrm>
            <a:custGeom>
              <a:rect b="b" l="l" r="r" t="t"/>
              <a:pathLst>
                <a:path extrusionOk="0" h="668" w="495">
                  <a:moveTo>
                    <a:pt x="494" y="1"/>
                  </a:moveTo>
                  <a:lnTo>
                    <a:pt x="494" y="1"/>
                  </a:lnTo>
                  <a:cubicBezTo>
                    <a:pt x="330" y="223"/>
                    <a:pt x="165" y="445"/>
                    <a:pt x="1" y="668"/>
                  </a:cubicBezTo>
                  <a:lnTo>
                    <a:pt x="451" y="73"/>
                  </a:lnTo>
                  <a:cubicBezTo>
                    <a:pt x="465" y="50"/>
                    <a:pt x="483" y="27"/>
                    <a:pt x="49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0" name="Google Shape;7770;p95"/>
            <p:cNvSpPr/>
            <p:nvPr/>
          </p:nvSpPr>
          <p:spPr>
            <a:xfrm>
              <a:off x="6144775" y="4219175"/>
              <a:ext cx="40950" cy="59275"/>
            </a:xfrm>
            <a:custGeom>
              <a:rect b="b" l="l" r="r" t="t"/>
              <a:pathLst>
                <a:path extrusionOk="0" h="2371" w="1638">
                  <a:moveTo>
                    <a:pt x="1638" y="0"/>
                  </a:moveTo>
                  <a:cubicBezTo>
                    <a:pt x="1147" y="736"/>
                    <a:pt x="639" y="1464"/>
                    <a:pt x="113" y="2180"/>
                  </a:cubicBezTo>
                  <a:lnTo>
                    <a:pt x="1" y="2370"/>
                  </a:lnTo>
                  <a:cubicBezTo>
                    <a:pt x="569" y="1591"/>
                    <a:pt x="1118" y="803"/>
                    <a:pt x="163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1" name="Google Shape;7771;p95"/>
            <p:cNvSpPr/>
            <p:nvPr/>
          </p:nvSpPr>
          <p:spPr>
            <a:xfrm>
              <a:off x="5868925" y="3998175"/>
              <a:ext cx="673275" cy="683025"/>
            </a:xfrm>
            <a:custGeom>
              <a:rect b="b" l="l" r="r" t="t"/>
              <a:pathLst>
                <a:path extrusionOk="0" h="27321" w="26931">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2" name="Google Shape;7772;p95"/>
            <p:cNvSpPr/>
            <p:nvPr/>
          </p:nvSpPr>
          <p:spPr>
            <a:xfrm>
              <a:off x="6158125" y="4021950"/>
              <a:ext cx="552250" cy="774725"/>
            </a:xfrm>
            <a:custGeom>
              <a:rect b="b" l="l" r="r" t="t"/>
              <a:pathLst>
                <a:path extrusionOk="0" h="30989" w="2209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3" name="Google Shape;7773;p95"/>
            <p:cNvSpPr/>
            <p:nvPr/>
          </p:nvSpPr>
          <p:spPr>
            <a:xfrm>
              <a:off x="6920800" y="4536575"/>
              <a:ext cx="288650" cy="364500"/>
            </a:xfrm>
            <a:custGeom>
              <a:rect b="b" l="l" r="r" t="t"/>
              <a:pathLst>
                <a:path extrusionOk="0" h="14580" w="11546">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4" name="Google Shape;7774;p95"/>
            <p:cNvSpPr/>
            <p:nvPr/>
          </p:nvSpPr>
          <p:spPr>
            <a:xfrm>
              <a:off x="4490450" y="4030275"/>
              <a:ext cx="166950" cy="327500"/>
            </a:xfrm>
            <a:custGeom>
              <a:rect b="b" l="l" r="r" t="t"/>
              <a:pathLst>
                <a:path extrusionOk="0" h="13100" w="6678">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5" name="Google Shape;7775;p95"/>
            <p:cNvSpPr/>
            <p:nvPr/>
          </p:nvSpPr>
          <p:spPr>
            <a:xfrm>
              <a:off x="2233550" y="2129125"/>
              <a:ext cx="18850" cy="19225"/>
            </a:xfrm>
            <a:custGeom>
              <a:rect b="b" l="l" r="r" t="t"/>
              <a:pathLst>
                <a:path extrusionOk="0" h="769" w="754">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6" name="Google Shape;7776;p95"/>
            <p:cNvSpPr/>
            <p:nvPr/>
          </p:nvSpPr>
          <p:spPr>
            <a:xfrm>
              <a:off x="1535825" y="2847850"/>
              <a:ext cx="14525" cy="17925"/>
            </a:xfrm>
            <a:custGeom>
              <a:rect b="b" l="l" r="r" t="t"/>
              <a:pathLst>
                <a:path extrusionOk="0" h="717" w="581">
                  <a:moveTo>
                    <a:pt x="581" y="0"/>
                  </a:moveTo>
                  <a:cubicBezTo>
                    <a:pt x="387" y="234"/>
                    <a:pt x="194" y="474"/>
                    <a:pt x="0" y="716"/>
                  </a:cubicBezTo>
                  <a:lnTo>
                    <a:pt x="58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7" name="Google Shape;7777;p95"/>
            <p:cNvSpPr/>
            <p:nvPr/>
          </p:nvSpPr>
          <p:spPr>
            <a:xfrm>
              <a:off x="1637725" y="3318000"/>
              <a:ext cx="22850" cy="21675"/>
            </a:xfrm>
            <a:custGeom>
              <a:rect b="b" l="l" r="r" t="t"/>
              <a:pathLst>
                <a:path extrusionOk="0" h="867" w="914">
                  <a:moveTo>
                    <a:pt x="913" y="0"/>
                  </a:moveTo>
                  <a:cubicBezTo>
                    <a:pt x="598" y="286"/>
                    <a:pt x="292" y="575"/>
                    <a:pt x="1" y="866"/>
                  </a:cubicBezTo>
                  <a:cubicBezTo>
                    <a:pt x="177" y="716"/>
                    <a:pt x="356" y="563"/>
                    <a:pt x="535" y="413"/>
                  </a:cubicBezTo>
                  <a:cubicBezTo>
                    <a:pt x="659" y="274"/>
                    <a:pt x="786" y="139"/>
                    <a:pt x="91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8" name="Google Shape;7778;p95"/>
            <p:cNvSpPr/>
            <p:nvPr/>
          </p:nvSpPr>
          <p:spPr>
            <a:xfrm>
              <a:off x="1580550" y="3339650"/>
              <a:ext cx="57200" cy="68650"/>
            </a:xfrm>
            <a:custGeom>
              <a:rect b="b" l="l" r="r" t="t"/>
              <a:pathLst>
                <a:path extrusionOk="0" h="2746" w="2288">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9" name="Google Shape;7779;p95"/>
            <p:cNvSpPr/>
            <p:nvPr/>
          </p:nvSpPr>
          <p:spPr>
            <a:xfrm>
              <a:off x="1583350" y="3416000"/>
              <a:ext cx="9150" cy="13450"/>
            </a:xfrm>
            <a:custGeom>
              <a:rect b="b" l="l" r="r" t="t"/>
              <a:pathLst>
                <a:path extrusionOk="0" h="538" w="366">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0" name="Google Shape;7780;p95"/>
            <p:cNvSpPr/>
            <p:nvPr/>
          </p:nvSpPr>
          <p:spPr>
            <a:xfrm>
              <a:off x="989675" y="1551075"/>
              <a:ext cx="1615425" cy="1865375"/>
            </a:xfrm>
            <a:custGeom>
              <a:rect b="b" l="l" r="r" t="t"/>
              <a:pathLst>
                <a:path extrusionOk="0" h="74615" w="64617">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1" name="Google Shape;7781;p95"/>
            <p:cNvSpPr/>
            <p:nvPr/>
          </p:nvSpPr>
          <p:spPr>
            <a:xfrm>
              <a:off x="2436050" y="2480575"/>
              <a:ext cx="6675" cy="6050"/>
            </a:xfrm>
            <a:custGeom>
              <a:rect b="b" l="l" r="r" t="t"/>
              <a:pathLst>
                <a:path extrusionOk="0" h="242" w="267">
                  <a:moveTo>
                    <a:pt x="256" y="1"/>
                  </a:moveTo>
                  <a:cubicBezTo>
                    <a:pt x="243" y="1"/>
                    <a:pt x="165" y="73"/>
                    <a:pt x="1" y="242"/>
                  </a:cubicBezTo>
                  <a:cubicBezTo>
                    <a:pt x="59" y="207"/>
                    <a:pt x="114" y="164"/>
                    <a:pt x="174" y="126"/>
                  </a:cubicBezTo>
                  <a:cubicBezTo>
                    <a:pt x="236" y="47"/>
                    <a:pt x="266" y="1"/>
                    <a:pt x="25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2" name="Google Shape;7782;p95"/>
            <p:cNvSpPr/>
            <p:nvPr/>
          </p:nvSpPr>
          <p:spPr>
            <a:xfrm>
              <a:off x="3237575" y="748750"/>
              <a:ext cx="6150" cy="6250"/>
            </a:xfrm>
            <a:custGeom>
              <a:rect b="b" l="l" r="r" t="t"/>
              <a:pathLst>
                <a:path extrusionOk="0" h="250" w="246">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3" name="Google Shape;7783;p95"/>
            <p:cNvSpPr/>
            <p:nvPr/>
          </p:nvSpPr>
          <p:spPr>
            <a:xfrm>
              <a:off x="3544900" y="2688975"/>
              <a:ext cx="3150" cy="5800"/>
            </a:xfrm>
            <a:custGeom>
              <a:rect b="b" l="l" r="r" t="t"/>
              <a:pathLst>
                <a:path extrusionOk="0" h="232" w="126">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4" name="Google Shape;7784;p95"/>
            <p:cNvSpPr/>
            <p:nvPr/>
          </p:nvSpPr>
          <p:spPr>
            <a:xfrm>
              <a:off x="3431000" y="2330125"/>
              <a:ext cx="228750" cy="311750"/>
            </a:xfrm>
            <a:custGeom>
              <a:rect b="b" l="l" r="r" t="t"/>
              <a:pathLst>
                <a:path extrusionOk="0" h="12470" w="915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785" name="Google Shape;7785;p95"/>
          <p:cNvGrpSpPr/>
          <p:nvPr/>
        </p:nvGrpSpPr>
        <p:grpSpPr>
          <a:xfrm>
            <a:off x="3548403" y="2849588"/>
            <a:ext cx="2310282" cy="1374222"/>
            <a:chOff x="238125" y="732525"/>
            <a:chExt cx="7130500" cy="4241425"/>
          </a:xfrm>
        </p:grpSpPr>
        <p:sp>
          <p:nvSpPr>
            <p:cNvPr id="7786" name="Google Shape;7786;p95"/>
            <p:cNvSpPr/>
            <p:nvPr/>
          </p:nvSpPr>
          <p:spPr>
            <a:xfrm>
              <a:off x="3175800" y="1003350"/>
              <a:ext cx="3741725" cy="3331975"/>
            </a:xfrm>
            <a:custGeom>
              <a:rect b="b" l="l" r="r" t="t"/>
              <a:pathLst>
                <a:path extrusionOk="0" h="133279" w="149669">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7" name="Google Shape;7787;p95"/>
            <p:cNvSpPr/>
            <p:nvPr/>
          </p:nvSpPr>
          <p:spPr>
            <a:xfrm>
              <a:off x="3167575" y="993250"/>
              <a:ext cx="3759100" cy="3349975"/>
            </a:xfrm>
            <a:custGeom>
              <a:rect b="b" l="l" r="r" t="t"/>
              <a:pathLst>
                <a:path extrusionOk="0" h="133999" w="150364">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8" name="Google Shape;7788;p95"/>
            <p:cNvSpPr/>
            <p:nvPr/>
          </p:nvSpPr>
          <p:spPr>
            <a:xfrm>
              <a:off x="4467225" y="3815075"/>
              <a:ext cx="177425" cy="289800"/>
            </a:xfrm>
            <a:custGeom>
              <a:rect b="b" l="l" r="r" t="t"/>
              <a:pathLst>
                <a:path extrusionOk="0" h="11592" w="7097">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9" name="Google Shape;7789;p95"/>
            <p:cNvSpPr/>
            <p:nvPr/>
          </p:nvSpPr>
          <p:spPr>
            <a:xfrm>
              <a:off x="4458375" y="3806875"/>
              <a:ext cx="194800" cy="307475"/>
            </a:xfrm>
            <a:custGeom>
              <a:rect b="b" l="l" r="r" t="t"/>
              <a:pathLst>
                <a:path extrusionOk="0" h="12299" w="7792">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0" name="Google Shape;7790;p95"/>
            <p:cNvSpPr/>
            <p:nvPr/>
          </p:nvSpPr>
          <p:spPr>
            <a:xfrm>
              <a:off x="5304725" y="3312525"/>
              <a:ext cx="45475" cy="78625"/>
            </a:xfrm>
            <a:custGeom>
              <a:rect b="b" l="l" r="r" t="t"/>
              <a:pathLst>
                <a:path extrusionOk="0" h="3145" w="1819">
                  <a:moveTo>
                    <a:pt x="480" y="0"/>
                  </a:moveTo>
                  <a:lnTo>
                    <a:pt x="0" y="1654"/>
                  </a:lnTo>
                  <a:lnTo>
                    <a:pt x="480" y="3144"/>
                  </a:lnTo>
                  <a:lnTo>
                    <a:pt x="1503" y="2753"/>
                  </a:lnTo>
                  <a:lnTo>
                    <a:pt x="1818" y="1566"/>
                  </a:lnTo>
                  <a:lnTo>
                    <a:pt x="48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1" name="Google Shape;7791;p95"/>
            <p:cNvSpPr/>
            <p:nvPr/>
          </p:nvSpPr>
          <p:spPr>
            <a:xfrm>
              <a:off x="5296500" y="3296100"/>
              <a:ext cx="62525" cy="105475"/>
            </a:xfrm>
            <a:custGeom>
              <a:rect b="b" l="l" r="r" t="t"/>
              <a:pathLst>
                <a:path extrusionOk="0" h="4219" w="2501">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2" name="Google Shape;7792;p95"/>
            <p:cNvSpPr/>
            <p:nvPr/>
          </p:nvSpPr>
          <p:spPr>
            <a:xfrm>
              <a:off x="5643750" y="3420800"/>
              <a:ext cx="232675" cy="252250"/>
            </a:xfrm>
            <a:custGeom>
              <a:rect b="b" l="l" r="r" t="t"/>
              <a:pathLst>
                <a:path extrusionOk="0" h="10090" w="9307">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3" name="Google Shape;7793;p95"/>
            <p:cNvSpPr/>
            <p:nvPr/>
          </p:nvSpPr>
          <p:spPr>
            <a:xfrm>
              <a:off x="5628275" y="3412900"/>
              <a:ext cx="256350" cy="268025"/>
            </a:xfrm>
            <a:custGeom>
              <a:rect b="b" l="l" r="r" t="t"/>
              <a:pathLst>
                <a:path extrusionOk="0" h="10721" w="10254">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4" name="Google Shape;7794;p95"/>
            <p:cNvSpPr/>
            <p:nvPr/>
          </p:nvSpPr>
          <p:spPr>
            <a:xfrm>
              <a:off x="5873550" y="3662925"/>
              <a:ext cx="284775" cy="73250"/>
            </a:xfrm>
            <a:custGeom>
              <a:rect b="b" l="l" r="r" t="t"/>
              <a:pathLst>
                <a:path extrusionOk="0" h="2930" w="11391">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5" name="Google Shape;7795;p95"/>
            <p:cNvSpPr/>
            <p:nvPr/>
          </p:nvSpPr>
          <p:spPr>
            <a:xfrm>
              <a:off x="5859050" y="3654075"/>
              <a:ext cx="342200" cy="90000"/>
            </a:xfrm>
            <a:custGeom>
              <a:rect b="b" l="l" r="r" t="t"/>
              <a:pathLst>
                <a:path extrusionOk="0" h="3600" w="13688">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6" name="Google Shape;7796;p95"/>
            <p:cNvSpPr/>
            <p:nvPr/>
          </p:nvSpPr>
          <p:spPr>
            <a:xfrm>
              <a:off x="6185775" y="3706475"/>
              <a:ext cx="137975" cy="31600"/>
            </a:xfrm>
            <a:custGeom>
              <a:rect b="b" l="l" r="r" t="t"/>
              <a:pathLst>
                <a:path extrusionOk="0" h="1264" w="5519">
                  <a:moveTo>
                    <a:pt x="3397" y="1"/>
                  </a:moveTo>
                  <a:lnTo>
                    <a:pt x="0" y="556"/>
                  </a:lnTo>
                  <a:lnTo>
                    <a:pt x="1818" y="1263"/>
                  </a:lnTo>
                  <a:lnTo>
                    <a:pt x="5518" y="556"/>
                  </a:lnTo>
                  <a:lnTo>
                    <a:pt x="3397"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7" name="Google Shape;7797;p95"/>
            <p:cNvSpPr/>
            <p:nvPr/>
          </p:nvSpPr>
          <p:spPr>
            <a:xfrm>
              <a:off x="6156100" y="3698600"/>
              <a:ext cx="203625" cy="47675"/>
            </a:xfrm>
            <a:custGeom>
              <a:rect b="b" l="l" r="r" t="t"/>
              <a:pathLst>
                <a:path extrusionOk="0" h="1907" w="8145">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8" name="Google Shape;7798;p95"/>
            <p:cNvSpPr/>
            <p:nvPr/>
          </p:nvSpPr>
          <p:spPr>
            <a:xfrm>
              <a:off x="6158300" y="3493725"/>
              <a:ext cx="139875" cy="161950"/>
            </a:xfrm>
            <a:custGeom>
              <a:rect b="b" l="l" r="r" t="t"/>
              <a:pathLst>
                <a:path extrusionOk="0" h="6478" w="5595">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9" name="Google Shape;7799;p95"/>
            <p:cNvSpPr/>
            <p:nvPr/>
          </p:nvSpPr>
          <p:spPr>
            <a:xfrm>
              <a:off x="6149775" y="3484875"/>
              <a:ext cx="165125" cy="188175"/>
            </a:xfrm>
            <a:custGeom>
              <a:rect b="b" l="l" r="r" t="t"/>
              <a:pathLst>
                <a:path extrusionOk="0" h="7527" w="6605">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0" name="Google Shape;7800;p95"/>
            <p:cNvSpPr/>
            <p:nvPr/>
          </p:nvSpPr>
          <p:spPr>
            <a:xfrm>
              <a:off x="5945525" y="3367450"/>
              <a:ext cx="213125" cy="254775"/>
            </a:xfrm>
            <a:custGeom>
              <a:rect b="b" l="l" r="r" t="t"/>
              <a:pathLst>
                <a:path extrusionOk="0" h="10191" w="8525">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1" name="Google Shape;7801;p95"/>
            <p:cNvSpPr/>
            <p:nvPr/>
          </p:nvSpPr>
          <p:spPr>
            <a:xfrm>
              <a:off x="5936075" y="3355775"/>
              <a:ext cx="232350" cy="278450"/>
            </a:xfrm>
            <a:custGeom>
              <a:rect b="b" l="l" r="r" t="t"/>
              <a:pathLst>
                <a:path extrusionOk="0" h="11138" w="9294">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2" name="Google Shape;7802;p95"/>
            <p:cNvSpPr/>
            <p:nvPr/>
          </p:nvSpPr>
          <p:spPr>
            <a:xfrm>
              <a:off x="6429775" y="3529075"/>
              <a:ext cx="453650" cy="254450"/>
            </a:xfrm>
            <a:custGeom>
              <a:rect b="b" l="l" r="r" t="t"/>
              <a:pathLst>
                <a:path extrusionOk="0" h="10178" w="18146">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3" name="Google Shape;7803;p95"/>
            <p:cNvSpPr/>
            <p:nvPr/>
          </p:nvSpPr>
          <p:spPr>
            <a:xfrm>
              <a:off x="6416200" y="3519925"/>
              <a:ext cx="483325" cy="271500"/>
            </a:xfrm>
            <a:custGeom>
              <a:rect b="b" l="l" r="r" t="t"/>
              <a:pathLst>
                <a:path extrusionOk="0" h="10860" w="19333">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4" name="Google Shape;7804;p95"/>
            <p:cNvSpPr/>
            <p:nvPr/>
          </p:nvSpPr>
          <p:spPr>
            <a:xfrm>
              <a:off x="5992575" y="3785400"/>
              <a:ext cx="867500" cy="764650"/>
            </a:xfrm>
            <a:custGeom>
              <a:rect b="b" l="l" r="r" t="t"/>
              <a:pathLst>
                <a:path extrusionOk="0" h="30586" w="3470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5" name="Google Shape;7805;p95"/>
            <p:cNvSpPr/>
            <p:nvPr/>
          </p:nvSpPr>
          <p:spPr>
            <a:xfrm>
              <a:off x="5985000" y="3768350"/>
              <a:ext cx="883600" cy="789850"/>
            </a:xfrm>
            <a:custGeom>
              <a:rect b="b" l="l" r="r" t="t"/>
              <a:pathLst>
                <a:path extrusionOk="0" h="31594" w="35344">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6" name="Google Shape;7806;p95"/>
            <p:cNvSpPr/>
            <p:nvPr/>
          </p:nvSpPr>
          <p:spPr>
            <a:xfrm>
              <a:off x="6575950" y="4616250"/>
              <a:ext cx="97550" cy="109575"/>
            </a:xfrm>
            <a:custGeom>
              <a:rect b="b" l="l" r="r" t="t"/>
              <a:pathLst>
                <a:path extrusionOk="0" h="4383" w="3902">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7" name="Google Shape;7807;p95"/>
            <p:cNvSpPr/>
            <p:nvPr/>
          </p:nvSpPr>
          <p:spPr>
            <a:xfrm>
              <a:off x="6568050" y="4609625"/>
              <a:ext cx="115875" cy="126600"/>
            </a:xfrm>
            <a:custGeom>
              <a:rect b="b" l="l" r="r" t="t"/>
              <a:pathLst>
                <a:path extrusionOk="0" h="5064" w="4635">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8" name="Google Shape;7808;p95"/>
            <p:cNvSpPr/>
            <p:nvPr/>
          </p:nvSpPr>
          <p:spPr>
            <a:xfrm>
              <a:off x="6995150" y="4713800"/>
              <a:ext cx="195750" cy="190700"/>
            </a:xfrm>
            <a:custGeom>
              <a:rect b="b" l="l" r="r" t="t"/>
              <a:pathLst>
                <a:path extrusionOk="0" h="7628" w="783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9" name="Google Shape;7809;p95"/>
            <p:cNvSpPr/>
            <p:nvPr/>
          </p:nvSpPr>
          <p:spPr>
            <a:xfrm>
              <a:off x="6985700" y="4705900"/>
              <a:ext cx="213100" cy="209650"/>
            </a:xfrm>
            <a:custGeom>
              <a:rect b="b" l="l" r="r" t="t"/>
              <a:pathLst>
                <a:path extrusionOk="0" h="8386" w="8524">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0" name="Google Shape;7810;p95"/>
            <p:cNvSpPr/>
            <p:nvPr/>
          </p:nvSpPr>
          <p:spPr>
            <a:xfrm>
              <a:off x="7223700" y="4478300"/>
              <a:ext cx="126625" cy="235850"/>
            </a:xfrm>
            <a:custGeom>
              <a:rect b="b" l="l" r="r" t="t"/>
              <a:pathLst>
                <a:path extrusionOk="0" h="9434" w="5065">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1" name="Google Shape;7811;p95"/>
            <p:cNvSpPr/>
            <p:nvPr/>
          </p:nvSpPr>
          <p:spPr>
            <a:xfrm>
              <a:off x="7219600" y="4466625"/>
              <a:ext cx="149025" cy="258875"/>
            </a:xfrm>
            <a:custGeom>
              <a:rect b="b" l="l" r="r" t="t"/>
              <a:pathLst>
                <a:path extrusionOk="0" h="10355" w="5961">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2" name="Google Shape;7812;p95"/>
            <p:cNvSpPr/>
            <p:nvPr/>
          </p:nvSpPr>
          <p:spPr>
            <a:xfrm>
              <a:off x="6134625" y="2921400"/>
              <a:ext cx="43275" cy="96300"/>
            </a:xfrm>
            <a:custGeom>
              <a:rect b="b" l="l" r="r" t="t"/>
              <a:pathLst>
                <a:path extrusionOk="0" h="3852" w="1731">
                  <a:moveTo>
                    <a:pt x="1415" y="0"/>
                  </a:moveTo>
                  <a:lnTo>
                    <a:pt x="1" y="682"/>
                  </a:lnTo>
                  <a:lnTo>
                    <a:pt x="1" y="2627"/>
                  </a:lnTo>
                  <a:lnTo>
                    <a:pt x="1415" y="3852"/>
                  </a:lnTo>
                  <a:lnTo>
                    <a:pt x="1730" y="1920"/>
                  </a:lnTo>
                  <a:lnTo>
                    <a:pt x="141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3" name="Google Shape;7813;p95"/>
            <p:cNvSpPr/>
            <p:nvPr/>
          </p:nvSpPr>
          <p:spPr>
            <a:xfrm>
              <a:off x="6126725" y="2909725"/>
              <a:ext cx="59375" cy="122825"/>
            </a:xfrm>
            <a:custGeom>
              <a:rect b="b" l="l" r="r" t="t"/>
              <a:pathLst>
                <a:path extrusionOk="0" h="4913" w="2375">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4" name="Google Shape;7814;p95"/>
            <p:cNvSpPr/>
            <p:nvPr/>
          </p:nvSpPr>
          <p:spPr>
            <a:xfrm>
              <a:off x="5917450" y="3060600"/>
              <a:ext cx="65350" cy="60650"/>
            </a:xfrm>
            <a:custGeom>
              <a:rect b="b" l="l" r="r" t="t"/>
              <a:pathLst>
                <a:path extrusionOk="0" h="2426" w="2614">
                  <a:moveTo>
                    <a:pt x="1099" y="1"/>
                  </a:moveTo>
                  <a:lnTo>
                    <a:pt x="0" y="1175"/>
                  </a:lnTo>
                  <a:lnTo>
                    <a:pt x="568" y="2425"/>
                  </a:lnTo>
                  <a:lnTo>
                    <a:pt x="1440" y="2425"/>
                  </a:lnTo>
                  <a:lnTo>
                    <a:pt x="2614" y="708"/>
                  </a:lnTo>
                  <a:lnTo>
                    <a:pt x="1099"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5" name="Google Shape;7815;p95"/>
            <p:cNvSpPr/>
            <p:nvPr/>
          </p:nvSpPr>
          <p:spPr>
            <a:xfrm>
              <a:off x="5908275" y="3050825"/>
              <a:ext cx="86225" cy="78325"/>
            </a:xfrm>
            <a:custGeom>
              <a:rect b="b" l="l" r="r" t="t"/>
              <a:pathLst>
                <a:path extrusionOk="0" h="3133" w="3449">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6" name="Google Shape;7816;p95"/>
            <p:cNvSpPr/>
            <p:nvPr/>
          </p:nvSpPr>
          <p:spPr>
            <a:xfrm>
              <a:off x="6168100" y="3083025"/>
              <a:ext cx="108300" cy="173650"/>
            </a:xfrm>
            <a:custGeom>
              <a:rect b="b" l="l" r="r" t="t"/>
              <a:pathLst>
                <a:path extrusionOk="0" h="6946" w="4332">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7" name="Google Shape;7817;p95"/>
            <p:cNvSpPr/>
            <p:nvPr/>
          </p:nvSpPr>
          <p:spPr>
            <a:xfrm>
              <a:off x="6159575" y="3067875"/>
              <a:ext cx="125650" cy="204275"/>
            </a:xfrm>
            <a:custGeom>
              <a:rect b="b" l="l" r="r" t="t"/>
              <a:pathLst>
                <a:path extrusionOk="0" h="8171" w="5026">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8" name="Google Shape;7818;p95"/>
            <p:cNvSpPr/>
            <p:nvPr/>
          </p:nvSpPr>
          <p:spPr>
            <a:xfrm>
              <a:off x="6241950" y="3244650"/>
              <a:ext cx="111475" cy="160375"/>
            </a:xfrm>
            <a:custGeom>
              <a:rect b="b" l="l" r="r" t="t"/>
              <a:pathLst>
                <a:path extrusionOk="0" h="6415" w="4459">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9" name="Google Shape;7819;p95"/>
            <p:cNvSpPr/>
            <p:nvPr/>
          </p:nvSpPr>
          <p:spPr>
            <a:xfrm>
              <a:off x="6225225" y="3228550"/>
              <a:ext cx="138600" cy="187525"/>
            </a:xfrm>
            <a:custGeom>
              <a:rect b="b" l="l" r="r" t="t"/>
              <a:pathLst>
                <a:path extrusionOk="0" h="7501" w="5544">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0" name="Google Shape;7820;p95"/>
            <p:cNvSpPr/>
            <p:nvPr/>
          </p:nvSpPr>
          <p:spPr>
            <a:xfrm>
              <a:off x="6323400" y="2434950"/>
              <a:ext cx="220375" cy="347575"/>
            </a:xfrm>
            <a:custGeom>
              <a:rect b="b" l="l" r="r" t="t"/>
              <a:pathLst>
                <a:path extrusionOk="0" h="13903" w="8815">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1" name="Google Shape;7821;p95"/>
            <p:cNvSpPr/>
            <p:nvPr/>
          </p:nvSpPr>
          <p:spPr>
            <a:xfrm>
              <a:off x="6314250" y="2424850"/>
              <a:ext cx="238050" cy="377575"/>
            </a:xfrm>
            <a:custGeom>
              <a:rect b="b" l="l" r="r" t="t"/>
              <a:pathLst>
                <a:path extrusionOk="0" h="15103" w="9522">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2" name="Google Shape;7822;p95"/>
            <p:cNvSpPr/>
            <p:nvPr/>
          </p:nvSpPr>
          <p:spPr>
            <a:xfrm>
              <a:off x="6470500" y="2285950"/>
              <a:ext cx="89675" cy="141450"/>
            </a:xfrm>
            <a:custGeom>
              <a:rect b="b" l="l" r="r" t="t"/>
              <a:pathLst>
                <a:path extrusionOk="0" h="5658" w="3587">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3" name="Google Shape;7823;p95"/>
            <p:cNvSpPr/>
            <p:nvPr/>
          </p:nvSpPr>
          <p:spPr>
            <a:xfrm>
              <a:off x="6462300" y="2274900"/>
              <a:ext cx="105775" cy="160375"/>
            </a:xfrm>
            <a:custGeom>
              <a:rect b="b" l="l" r="r" t="t"/>
              <a:pathLst>
                <a:path extrusionOk="0" h="6415" w="4231">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4" name="Google Shape;7824;p95"/>
            <p:cNvSpPr/>
            <p:nvPr/>
          </p:nvSpPr>
          <p:spPr>
            <a:xfrm>
              <a:off x="6378950" y="1950375"/>
              <a:ext cx="126300" cy="303725"/>
            </a:xfrm>
            <a:custGeom>
              <a:rect b="b" l="l" r="r" t="t"/>
              <a:pathLst>
                <a:path extrusionOk="0" h="12149" w="5052">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5" name="Google Shape;7825;p95"/>
            <p:cNvSpPr/>
            <p:nvPr/>
          </p:nvSpPr>
          <p:spPr>
            <a:xfrm>
              <a:off x="6370425" y="1934925"/>
              <a:ext cx="145575" cy="327050"/>
            </a:xfrm>
            <a:custGeom>
              <a:rect b="b" l="l" r="r" t="t"/>
              <a:pathLst>
                <a:path extrusionOk="0" h="13082" w="5823">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6" name="Google Shape;7826;p95"/>
            <p:cNvSpPr/>
            <p:nvPr/>
          </p:nvSpPr>
          <p:spPr>
            <a:xfrm>
              <a:off x="5626075" y="893825"/>
              <a:ext cx="145875" cy="113350"/>
            </a:xfrm>
            <a:custGeom>
              <a:rect b="b" l="l" r="r" t="t"/>
              <a:pathLst>
                <a:path extrusionOk="0" h="4534" w="5835">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7" name="Google Shape;7827;p95"/>
            <p:cNvSpPr/>
            <p:nvPr/>
          </p:nvSpPr>
          <p:spPr>
            <a:xfrm>
              <a:off x="5617225" y="885625"/>
              <a:ext cx="162600" cy="131025"/>
            </a:xfrm>
            <a:custGeom>
              <a:rect b="b" l="l" r="r" t="t"/>
              <a:pathLst>
                <a:path extrusionOk="0" h="5241" w="6504">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8" name="Google Shape;7828;p95"/>
            <p:cNvSpPr/>
            <p:nvPr/>
          </p:nvSpPr>
          <p:spPr>
            <a:xfrm>
              <a:off x="5828725" y="897925"/>
              <a:ext cx="80850" cy="36650"/>
            </a:xfrm>
            <a:custGeom>
              <a:rect b="b" l="l" r="r" t="t"/>
              <a:pathLst>
                <a:path extrusionOk="0" h="1466" w="3234">
                  <a:moveTo>
                    <a:pt x="1" y="1"/>
                  </a:moveTo>
                  <a:lnTo>
                    <a:pt x="885" y="1465"/>
                  </a:lnTo>
                  <a:lnTo>
                    <a:pt x="3233" y="733"/>
                  </a:lnTo>
                  <a:lnTo>
                    <a:pt x="2350"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9" name="Google Shape;7829;p95"/>
            <p:cNvSpPr/>
            <p:nvPr/>
          </p:nvSpPr>
          <p:spPr>
            <a:xfrm>
              <a:off x="5814525" y="890350"/>
              <a:ext cx="111475" cy="53700"/>
            </a:xfrm>
            <a:custGeom>
              <a:rect b="b" l="l" r="r" t="t"/>
              <a:pathLst>
                <a:path extrusionOk="0" h="2148" w="4459">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0" name="Google Shape;7830;p95"/>
            <p:cNvSpPr/>
            <p:nvPr/>
          </p:nvSpPr>
          <p:spPr>
            <a:xfrm>
              <a:off x="5765925" y="1013475"/>
              <a:ext cx="80825" cy="48625"/>
            </a:xfrm>
            <a:custGeom>
              <a:rect b="b" l="l" r="r" t="t"/>
              <a:pathLst>
                <a:path extrusionOk="0" h="1945" w="3233">
                  <a:moveTo>
                    <a:pt x="0" y="0"/>
                  </a:moveTo>
                  <a:lnTo>
                    <a:pt x="871" y="1945"/>
                  </a:lnTo>
                  <a:lnTo>
                    <a:pt x="3233" y="972"/>
                  </a:lnTo>
                  <a:lnTo>
                    <a:pt x="1616" y="164"/>
                  </a:lnTo>
                  <a:lnTo>
                    <a:pt x="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1" name="Google Shape;7831;p95"/>
            <p:cNvSpPr/>
            <p:nvPr/>
          </p:nvSpPr>
          <p:spPr>
            <a:xfrm>
              <a:off x="5752975" y="1004300"/>
              <a:ext cx="113025" cy="68225"/>
            </a:xfrm>
            <a:custGeom>
              <a:rect b="b" l="l" r="r" t="t"/>
              <a:pathLst>
                <a:path extrusionOk="0" h="2729" w="4521">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2" name="Google Shape;7832;p95"/>
            <p:cNvSpPr/>
            <p:nvPr/>
          </p:nvSpPr>
          <p:spPr>
            <a:xfrm>
              <a:off x="4952100" y="890350"/>
              <a:ext cx="78950" cy="112725"/>
            </a:xfrm>
            <a:custGeom>
              <a:rect b="b" l="l" r="r" t="t"/>
              <a:pathLst>
                <a:path extrusionOk="0" h="4509" w="3158">
                  <a:moveTo>
                    <a:pt x="1" y="0"/>
                  </a:moveTo>
                  <a:lnTo>
                    <a:pt x="1" y="1882"/>
                  </a:lnTo>
                  <a:lnTo>
                    <a:pt x="960" y="4508"/>
                  </a:lnTo>
                  <a:lnTo>
                    <a:pt x="3157" y="2576"/>
                  </a:lnTo>
                  <a:lnTo>
                    <a:pt x="3157" y="1251"/>
                  </a:lnTo>
                  <a:lnTo>
                    <a:pt x="1"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3" name="Google Shape;7833;p95"/>
            <p:cNvSpPr/>
            <p:nvPr/>
          </p:nvSpPr>
          <p:spPr>
            <a:xfrm>
              <a:off x="4944200" y="878675"/>
              <a:ext cx="94750" cy="137975"/>
            </a:xfrm>
            <a:custGeom>
              <a:rect b="b" l="l" r="r" t="t"/>
              <a:pathLst>
                <a:path extrusionOk="0" h="5519" w="379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4" name="Google Shape;7834;p95"/>
            <p:cNvSpPr/>
            <p:nvPr/>
          </p:nvSpPr>
          <p:spPr>
            <a:xfrm>
              <a:off x="4770275" y="799125"/>
              <a:ext cx="164800" cy="161950"/>
            </a:xfrm>
            <a:custGeom>
              <a:rect b="b" l="l" r="r" t="t"/>
              <a:pathLst>
                <a:path extrusionOk="0" h="6478" w="6592">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5" name="Google Shape;7835;p95"/>
            <p:cNvSpPr/>
            <p:nvPr/>
          </p:nvSpPr>
          <p:spPr>
            <a:xfrm>
              <a:off x="4761750" y="785550"/>
              <a:ext cx="184075" cy="183425"/>
            </a:xfrm>
            <a:custGeom>
              <a:rect b="b" l="l" r="r" t="t"/>
              <a:pathLst>
                <a:path extrusionOk="0" h="7337" w="7363">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6" name="Google Shape;7836;p95"/>
            <p:cNvSpPr/>
            <p:nvPr/>
          </p:nvSpPr>
          <p:spPr>
            <a:xfrm>
              <a:off x="4392100" y="1174150"/>
              <a:ext cx="165750" cy="386075"/>
            </a:xfrm>
            <a:custGeom>
              <a:rect b="b" l="l" r="r" t="t"/>
              <a:pathLst>
                <a:path extrusionOk="0" h="15443" w="663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7" name="Google Shape;7837;p95"/>
            <p:cNvSpPr/>
            <p:nvPr/>
          </p:nvSpPr>
          <p:spPr>
            <a:xfrm>
              <a:off x="4383875" y="1161200"/>
              <a:ext cx="181875" cy="406925"/>
            </a:xfrm>
            <a:custGeom>
              <a:rect b="b" l="l" r="r" t="t"/>
              <a:pathLst>
                <a:path extrusionOk="0" h="16277" w="7275">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8" name="Google Shape;7838;p95"/>
            <p:cNvSpPr/>
            <p:nvPr/>
          </p:nvSpPr>
          <p:spPr>
            <a:xfrm>
              <a:off x="3327950" y="2153675"/>
              <a:ext cx="78950" cy="116200"/>
            </a:xfrm>
            <a:custGeom>
              <a:rect b="b" l="l" r="r" t="t"/>
              <a:pathLst>
                <a:path extrusionOk="0" h="4648" w="3158">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9" name="Google Shape;7839;p95"/>
            <p:cNvSpPr/>
            <p:nvPr/>
          </p:nvSpPr>
          <p:spPr>
            <a:xfrm>
              <a:off x="3320050" y="2144525"/>
              <a:ext cx="94725" cy="134825"/>
            </a:xfrm>
            <a:custGeom>
              <a:rect b="b" l="l" r="r" t="t"/>
              <a:pathLst>
                <a:path extrusionOk="0" h="5393" w="3789">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0" name="Google Shape;7840;p95"/>
            <p:cNvSpPr/>
            <p:nvPr/>
          </p:nvSpPr>
          <p:spPr>
            <a:xfrm>
              <a:off x="3404025" y="2057075"/>
              <a:ext cx="144925" cy="252250"/>
            </a:xfrm>
            <a:custGeom>
              <a:rect b="b" l="l" r="r" t="t"/>
              <a:pathLst>
                <a:path extrusionOk="0" h="10090" w="5797">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1" name="Google Shape;7841;p95"/>
            <p:cNvSpPr/>
            <p:nvPr/>
          </p:nvSpPr>
          <p:spPr>
            <a:xfrm>
              <a:off x="3394250" y="2048250"/>
              <a:ext cx="162600" cy="270550"/>
            </a:xfrm>
            <a:custGeom>
              <a:rect b="b" l="l" r="r" t="t"/>
              <a:pathLst>
                <a:path extrusionOk="0" h="10822" w="6504">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2" name="Google Shape;7842;p95"/>
            <p:cNvSpPr/>
            <p:nvPr/>
          </p:nvSpPr>
          <p:spPr>
            <a:xfrm>
              <a:off x="3658775" y="1084500"/>
              <a:ext cx="236775" cy="215300"/>
            </a:xfrm>
            <a:custGeom>
              <a:rect b="b" l="l" r="r" t="t"/>
              <a:pathLst>
                <a:path extrusionOk="0" h="8612" w="9471">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3" name="Google Shape;7843;p95"/>
            <p:cNvSpPr/>
            <p:nvPr/>
          </p:nvSpPr>
          <p:spPr>
            <a:xfrm>
              <a:off x="3645200" y="1074400"/>
              <a:ext cx="260450" cy="239600"/>
            </a:xfrm>
            <a:custGeom>
              <a:rect b="b" l="l" r="r" t="t"/>
              <a:pathLst>
                <a:path extrusionOk="0" h="9584" w="10418">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4" name="Google Shape;7844;p95"/>
            <p:cNvSpPr/>
            <p:nvPr/>
          </p:nvSpPr>
          <p:spPr>
            <a:xfrm>
              <a:off x="3780950" y="1045975"/>
              <a:ext cx="134825" cy="91250"/>
            </a:xfrm>
            <a:custGeom>
              <a:rect b="b" l="l" r="r" t="t"/>
              <a:pathLst>
                <a:path extrusionOk="0" h="3650" w="5393">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5" name="Google Shape;7845;p95"/>
            <p:cNvSpPr/>
            <p:nvPr/>
          </p:nvSpPr>
          <p:spPr>
            <a:xfrm>
              <a:off x="3768950" y="1035550"/>
              <a:ext cx="156600" cy="111475"/>
            </a:xfrm>
            <a:custGeom>
              <a:rect b="b" l="l" r="r" t="t"/>
              <a:pathLst>
                <a:path extrusionOk="0" h="4459" w="6264">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6" name="Google Shape;7846;p95"/>
            <p:cNvSpPr/>
            <p:nvPr/>
          </p:nvSpPr>
          <p:spPr>
            <a:xfrm>
              <a:off x="3098775" y="1751200"/>
              <a:ext cx="166375" cy="133550"/>
            </a:xfrm>
            <a:custGeom>
              <a:rect b="b" l="l" r="r" t="t"/>
              <a:pathLst>
                <a:path extrusionOk="0" h="5342" w="6655">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7" name="Google Shape;7847;p95"/>
            <p:cNvSpPr/>
            <p:nvPr/>
          </p:nvSpPr>
          <p:spPr>
            <a:xfrm>
              <a:off x="3089925" y="1740150"/>
              <a:ext cx="182800" cy="153450"/>
            </a:xfrm>
            <a:custGeom>
              <a:rect b="b" l="l" r="r" t="t"/>
              <a:pathLst>
                <a:path extrusionOk="0" h="6138" w="7312">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8" name="Google Shape;7848;p95"/>
            <p:cNvSpPr/>
            <p:nvPr/>
          </p:nvSpPr>
          <p:spPr>
            <a:xfrm>
              <a:off x="3793250" y="2636350"/>
              <a:ext cx="57175" cy="35700"/>
            </a:xfrm>
            <a:custGeom>
              <a:rect b="b" l="l" r="r" t="t"/>
              <a:pathLst>
                <a:path extrusionOk="0" h="1428" w="2287">
                  <a:moveTo>
                    <a:pt x="1743" y="0"/>
                  </a:moveTo>
                  <a:lnTo>
                    <a:pt x="1" y="480"/>
                  </a:lnTo>
                  <a:lnTo>
                    <a:pt x="2286" y="1427"/>
                  </a:lnTo>
                  <a:lnTo>
                    <a:pt x="2286" y="1427"/>
                  </a:lnTo>
                  <a:lnTo>
                    <a:pt x="1743"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9" name="Google Shape;7849;p95"/>
            <p:cNvSpPr/>
            <p:nvPr/>
          </p:nvSpPr>
          <p:spPr>
            <a:xfrm>
              <a:off x="3768950" y="2626875"/>
              <a:ext cx="95675" cy="59375"/>
            </a:xfrm>
            <a:custGeom>
              <a:rect b="b" l="l" r="r" t="t"/>
              <a:pathLst>
                <a:path extrusionOk="0" h="2375" w="3827">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0" name="Google Shape;7850;p95"/>
            <p:cNvSpPr/>
            <p:nvPr/>
          </p:nvSpPr>
          <p:spPr>
            <a:xfrm>
              <a:off x="3702975" y="2517025"/>
              <a:ext cx="43275" cy="68200"/>
            </a:xfrm>
            <a:custGeom>
              <a:rect b="b" l="l" r="r" t="t"/>
              <a:pathLst>
                <a:path extrusionOk="0" h="2728" w="1731">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1" name="Google Shape;7851;p95"/>
            <p:cNvSpPr/>
            <p:nvPr/>
          </p:nvSpPr>
          <p:spPr>
            <a:xfrm>
              <a:off x="3694450" y="2505025"/>
              <a:ext cx="62850" cy="88100"/>
            </a:xfrm>
            <a:custGeom>
              <a:rect b="b" l="l" r="r" t="t"/>
              <a:pathLst>
                <a:path extrusionOk="0" h="3524" w="2514">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2" name="Google Shape;7852;p95"/>
            <p:cNvSpPr/>
            <p:nvPr/>
          </p:nvSpPr>
          <p:spPr>
            <a:xfrm>
              <a:off x="3696975" y="2570375"/>
              <a:ext cx="25275" cy="78000"/>
            </a:xfrm>
            <a:custGeom>
              <a:rect b="b" l="l" r="r" t="t"/>
              <a:pathLst>
                <a:path extrusionOk="0" h="3120" w="1011">
                  <a:moveTo>
                    <a:pt x="455" y="0"/>
                  </a:moveTo>
                  <a:lnTo>
                    <a:pt x="1" y="1402"/>
                  </a:lnTo>
                  <a:lnTo>
                    <a:pt x="581" y="3119"/>
                  </a:lnTo>
                  <a:lnTo>
                    <a:pt x="1011" y="3119"/>
                  </a:lnTo>
                  <a:lnTo>
                    <a:pt x="1011" y="278"/>
                  </a:lnTo>
                  <a:lnTo>
                    <a:pt x="45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3" name="Google Shape;7853;p95"/>
            <p:cNvSpPr/>
            <p:nvPr/>
          </p:nvSpPr>
          <p:spPr>
            <a:xfrm>
              <a:off x="3688775" y="2563750"/>
              <a:ext cx="43275" cy="92500"/>
            </a:xfrm>
            <a:custGeom>
              <a:rect b="b" l="l" r="r" t="t"/>
              <a:pathLst>
                <a:path extrusionOk="0" h="3700" w="1731">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4" name="Google Shape;7854;p95"/>
            <p:cNvSpPr/>
            <p:nvPr/>
          </p:nvSpPr>
          <p:spPr>
            <a:xfrm>
              <a:off x="4360850" y="1623350"/>
              <a:ext cx="47375" cy="27475"/>
            </a:xfrm>
            <a:custGeom>
              <a:rect b="b" l="l" r="r" t="t"/>
              <a:pathLst>
                <a:path extrusionOk="0" h="1099" w="1895">
                  <a:moveTo>
                    <a:pt x="0" y="0"/>
                  </a:moveTo>
                  <a:lnTo>
                    <a:pt x="556" y="1099"/>
                  </a:lnTo>
                  <a:lnTo>
                    <a:pt x="1326" y="947"/>
                  </a:lnTo>
                  <a:lnTo>
                    <a:pt x="1894"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5" name="Google Shape;7855;p95"/>
            <p:cNvSpPr/>
            <p:nvPr/>
          </p:nvSpPr>
          <p:spPr>
            <a:xfrm>
              <a:off x="4347900" y="1615450"/>
              <a:ext cx="74200" cy="44550"/>
            </a:xfrm>
            <a:custGeom>
              <a:rect b="b" l="l" r="r" t="t"/>
              <a:pathLst>
                <a:path extrusionOk="0" h="1782" w="2968">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6" name="Google Shape;7856;p95"/>
            <p:cNvSpPr/>
            <p:nvPr/>
          </p:nvSpPr>
          <p:spPr>
            <a:xfrm>
              <a:off x="2445000" y="785850"/>
              <a:ext cx="922425" cy="1196450"/>
            </a:xfrm>
            <a:custGeom>
              <a:rect b="b" l="l" r="r" t="t"/>
              <a:pathLst>
                <a:path extrusionOk="0" h="47858" w="36897">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7" name="Google Shape;7857;p95"/>
            <p:cNvSpPr/>
            <p:nvPr/>
          </p:nvSpPr>
          <p:spPr>
            <a:xfrm>
              <a:off x="2437100" y="777350"/>
              <a:ext cx="939800" cy="1218525"/>
            </a:xfrm>
            <a:custGeom>
              <a:rect b="b" l="l" r="r" t="t"/>
              <a:pathLst>
                <a:path extrusionOk="0" h="48741" w="37592">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8" name="Google Shape;7858;p95"/>
            <p:cNvSpPr/>
            <p:nvPr/>
          </p:nvSpPr>
          <p:spPr>
            <a:xfrm>
              <a:off x="2067150" y="740400"/>
              <a:ext cx="667350" cy="530050"/>
            </a:xfrm>
            <a:custGeom>
              <a:rect b="b" l="l" r="r" t="t"/>
              <a:pathLst>
                <a:path extrusionOk="0" h="21202" w="26694">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9" name="Google Shape;7859;p95"/>
            <p:cNvSpPr/>
            <p:nvPr/>
          </p:nvSpPr>
          <p:spPr>
            <a:xfrm>
              <a:off x="2057975" y="732525"/>
              <a:ext cx="685375" cy="546450"/>
            </a:xfrm>
            <a:custGeom>
              <a:rect b="b" l="l" r="r" t="t"/>
              <a:pathLst>
                <a:path extrusionOk="0" h="21858" w="27415">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0" name="Google Shape;7860;p95"/>
            <p:cNvSpPr/>
            <p:nvPr/>
          </p:nvSpPr>
          <p:spPr>
            <a:xfrm>
              <a:off x="2007475" y="1152350"/>
              <a:ext cx="49275" cy="59075"/>
            </a:xfrm>
            <a:custGeom>
              <a:rect b="b" l="l" r="r" t="t"/>
              <a:pathLst>
                <a:path extrusionOk="0" h="2363" w="1971">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1" name="Google Shape;7861;p95"/>
            <p:cNvSpPr/>
            <p:nvPr/>
          </p:nvSpPr>
          <p:spPr>
            <a:xfrm>
              <a:off x="1995800" y="1140375"/>
              <a:ext cx="70100" cy="82100"/>
            </a:xfrm>
            <a:custGeom>
              <a:rect b="b" l="l" r="r" t="t"/>
              <a:pathLst>
                <a:path extrusionOk="0" h="3284" w="2804">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2" name="Google Shape;7862;p95"/>
            <p:cNvSpPr/>
            <p:nvPr/>
          </p:nvSpPr>
          <p:spPr>
            <a:xfrm>
              <a:off x="2092700" y="954125"/>
              <a:ext cx="54950" cy="101675"/>
            </a:xfrm>
            <a:custGeom>
              <a:rect b="b" l="l" r="r" t="t"/>
              <a:pathLst>
                <a:path extrusionOk="0" h="4067" w="2198">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3" name="Google Shape;7863;p95"/>
            <p:cNvSpPr/>
            <p:nvPr/>
          </p:nvSpPr>
          <p:spPr>
            <a:xfrm>
              <a:off x="2084500" y="938325"/>
              <a:ext cx="73900" cy="125350"/>
            </a:xfrm>
            <a:custGeom>
              <a:rect b="b" l="l" r="r" t="t"/>
              <a:pathLst>
                <a:path extrusionOk="0" h="5014" w="2956">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4" name="Google Shape;7864;p95"/>
            <p:cNvSpPr/>
            <p:nvPr/>
          </p:nvSpPr>
          <p:spPr>
            <a:xfrm>
              <a:off x="1999575" y="874575"/>
              <a:ext cx="83050" cy="141750"/>
            </a:xfrm>
            <a:custGeom>
              <a:rect b="b" l="l" r="r" t="t"/>
              <a:pathLst>
                <a:path extrusionOk="0" h="5670" w="3322">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5" name="Google Shape;7865;p95"/>
            <p:cNvSpPr/>
            <p:nvPr/>
          </p:nvSpPr>
          <p:spPr>
            <a:xfrm>
              <a:off x="1989175" y="864475"/>
              <a:ext cx="101025" cy="173625"/>
            </a:xfrm>
            <a:custGeom>
              <a:rect b="b" l="l" r="r" t="t"/>
              <a:pathLst>
                <a:path extrusionOk="0" h="6945" w="4041">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6" name="Google Shape;7866;p95"/>
            <p:cNvSpPr/>
            <p:nvPr/>
          </p:nvSpPr>
          <p:spPr>
            <a:xfrm>
              <a:off x="1924775" y="1047875"/>
              <a:ext cx="106400" cy="104500"/>
            </a:xfrm>
            <a:custGeom>
              <a:rect b="b" l="l" r="r" t="t"/>
              <a:pathLst>
                <a:path extrusionOk="0" h="4180" w="4256">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7" name="Google Shape;7867;p95"/>
            <p:cNvSpPr/>
            <p:nvPr/>
          </p:nvSpPr>
          <p:spPr>
            <a:xfrm>
              <a:off x="1916875" y="1036500"/>
              <a:ext cx="124100" cy="128500"/>
            </a:xfrm>
            <a:custGeom>
              <a:rect b="b" l="l" r="r" t="t"/>
              <a:pathLst>
                <a:path extrusionOk="0" h="5140" w="4964">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8" name="Google Shape;7868;p95"/>
            <p:cNvSpPr/>
            <p:nvPr/>
          </p:nvSpPr>
          <p:spPr>
            <a:xfrm>
              <a:off x="1706650" y="1016300"/>
              <a:ext cx="192575" cy="136400"/>
            </a:xfrm>
            <a:custGeom>
              <a:rect b="b" l="l" r="r" t="t"/>
              <a:pathLst>
                <a:path extrusionOk="0" h="5456" w="7703">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9" name="Google Shape;7869;p95"/>
            <p:cNvSpPr/>
            <p:nvPr/>
          </p:nvSpPr>
          <p:spPr>
            <a:xfrm>
              <a:off x="1697800" y="1004950"/>
              <a:ext cx="209625" cy="156600"/>
            </a:xfrm>
            <a:custGeom>
              <a:rect b="b" l="l" r="r" t="t"/>
              <a:pathLst>
                <a:path extrusionOk="0" h="6264" w="8385">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0" name="Google Shape;7870;p95"/>
            <p:cNvSpPr/>
            <p:nvPr/>
          </p:nvSpPr>
          <p:spPr>
            <a:xfrm>
              <a:off x="1640975" y="919700"/>
              <a:ext cx="161975" cy="96625"/>
            </a:xfrm>
            <a:custGeom>
              <a:rect b="b" l="l" r="r" t="t"/>
              <a:pathLst>
                <a:path extrusionOk="0" h="3865" w="6479">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1" name="Google Shape;7871;p95"/>
            <p:cNvSpPr/>
            <p:nvPr/>
          </p:nvSpPr>
          <p:spPr>
            <a:xfrm>
              <a:off x="1629625" y="910875"/>
              <a:ext cx="184375" cy="113650"/>
            </a:xfrm>
            <a:custGeom>
              <a:rect b="b" l="l" r="r" t="t"/>
              <a:pathLst>
                <a:path extrusionOk="0" h="4546" w="7375">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2" name="Google Shape;7872;p95"/>
            <p:cNvSpPr/>
            <p:nvPr/>
          </p:nvSpPr>
          <p:spPr>
            <a:xfrm>
              <a:off x="1843950" y="961050"/>
              <a:ext cx="72950" cy="40125"/>
            </a:xfrm>
            <a:custGeom>
              <a:rect b="b" l="l" r="r" t="t"/>
              <a:pathLst>
                <a:path extrusionOk="0" h="1605" w="2918">
                  <a:moveTo>
                    <a:pt x="392" y="1"/>
                  </a:moveTo>
                  <a:lnTo>
                    <a:pt x="1" y="594"/>
                  </a:lnTo>
                  <a:lnTo>
                    <a:pt x="1024" y="1605"/>
                  </a:lnTo>
                  <a:lnTo>
                    <a:pt x="2211" y="670"/>
                  </a:lnTo>
                  <a:lnTo>
                    <a:pt x="291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3" name="Google Shape;7873;p95"/>
            <p:cNvSpPr/>
            <p:nvPr/>
          </p:nvSpPr>
          <p:spPr>
            <a:xfrm>
              <a:off x="1833850" y="953475"/>
              <a:ext cx="102950" cy="58125"/>
            </a:xfrm>
            <a:custGeom>
              <a:rect b="b" l="l" r="r" t="t"/>
              <a:pathLst>
                <a:path extrusionOk="0" h="2325" w="4118">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4" name="Google Shape;7874;p95"/>
            <p:cNvSpPr/>
            <p:nvPr/>
          </p:nvSpPr>
          <p:spPr>
            <a:xfrm>
              <a:off x="1900150" y="882450"/>
              <a:ext cx="40425" cy="51500"/>
            </a:xfrm>
            <a:custGeom>
              <a:rect b="b" l="l" r="r" t="t"/>
              <a:pathLst>
                <a:path extrusionOk="0" h="2060" w="1617">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5" name="Google Shape;7875;p95"/>
            <p:cNvSpPr/>
            <p:nvPr/>
          </p:nvSpPr>
          <p:spPr>
            <a:xfrm>
              <a:off x="1889725" y="873000"/>
              <a:ext cx="58750" cy="77975"/>
            </a:xfrm>
            <a:custGeom>
              <a:rect b="b" l="l" r="r" t="t"/>
              <a:pathLst>
                <a:path extrusionOk="0" h="3119" w="235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6" name="Google Shape;7876;p95"/>
            <p:cNvSpPr/>
            <p:nvPr/>
          </p:nvSpPr>
          <p:spPr>
            <a:xfrm>
              <a:off x="1439900" y="1099950"/>
              <a:ext cx="185325" cy="192275"/>
            </a:xfrm>
            <a:custGeom>
              <a:rect b="b" l="l" r="r" t="t"/>
              <a:pathLst>
                <a:path extrusionOk="0" h="7691" w="7413">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7" name="Google Shape;7877;p95"/>
            <p:cNvSpPr/>
            <p:nvPr/>
          </p:nvSpPr>
          <p:spPr>
            <a:xfrm>
              <a:off x="1431375" y="1091425"/>
              <a:ext cx="201725" cy="208700"/>
            </a:xfrm>
            <a:custGeom>
              <a:rect b="b" l="l" r="r" t="t"/>
              <a:pathLst>
                <a:path extrusionOk="0" h="8348" w="8069">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8" name="Google Shape;7878;p95"/>
            <p:cNvSpPr/>
            <p:nvPr/>
          </p:nvSpPr>
          <p:spPr>
            <a:xfrm>
              <a:off x="1514700" y="1211400"/>
              <a:ext cx="329275" cy="270225"/>
            </a:xfrm>
            <a:custGeom>
              <a:rect b="b" l="l" r="r" t="t"/>
              <a:pathLst>
                <a:path extrusionOk="0" h="10809" w="13171">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9" name="Google Shape;7879;p95"/>
            <p:cNvSpPr/>
            <p:nvPr/>
          </p:nvSpPr>
          <p:spPr>
            <a:xfrm>
              <a:off x="1506825" y="1202875"/>
              <a:ext cx="349150" cy="287600"/>
            </a:xfrm>
            <a:custGeom>
              <a:rect b="b" l="l" r="r" t="t"/>
              <a:pathLst>
                <a:path extrusionOk="0" h="11504" w="13966">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0" name="Google Shape;7880;p95"/>
            <p:cNvSpPr/>
            <p:nvPr/>
          </p:nvSpPr>
          <p:spPr>
            <a:xfrm>
              <a:off x="1843950" y="1219275"/>
              <a:ext cx="96625" cy="163875"/>
            </a:xfrm>
            <a:custGeom>
              <a:rect b="b" l="l" r="r" t="t"/>
              <a:pathLst>
                <a:path extrusionOk="0" h="6555" w="3865">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1" name="Google Shape;7881;p95"/>
            <p:cNvSpPr/>
            <p:nvPr/>
          </p:nvSpPr>
          <p:spPr>
            <a:xfrm>
              <a:off x="1835425" y="1205075"/>
              <a:ext cx="113050" cy="190700"/>
            </a:xfrm>
            <a:custGeom>
              <a:rect b="b" l="l" r="r" t="t"/>
              <a:pathLst>
                <a:path extrusionOk="0" h="7628" w="4522">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2" name="Google Shape;7882;p95"/>
            <p:cNvSpPr/>
            <p:nvPr/>
          </p:nvSpPr>
          <p:spPr>
            <a:xfrm>
              <a:off x="1794700" y="1458875"/>
              <a:ext cx="74850" cy="69800"/>
            </a:xfrm>
            <a:custGeom>
              <a:rect b="b" l="l" r="r" t="t"/>
              <a:pathLst>
                <a:path extrusionOk="0" h="2792" w="2994">
                  <a:moveTo>
                    <a:pt x="1971" y="1"/>
                  </a:moveTo>
                  <a:lnTo>
                    <a:pt x="872" y="847"/>
                  </a:lnTo>
                  <a:lnTo>
                    <a:pt x="1" y="1465"/>
                  </a:lnTo>
                  <a:lnTo>
                    <a:pt x="1504" y="2791"/>
                  </a:lnTo>
                  <a:lnTo>
                    <a:pt x="2994" y="2791"/>
                  </a:lnTo>
                  <a:lnTo>
                    <a:pt x="1971"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3" name="Google Shape;7883;p95"/>
            <p:cNvSpPr/>
            <p:nvPr/>
          </p:nvSpPr>
          <p:spPr>
            <a:xfrm>
              <a:off x="1782075" y="1445925"/>
              <a:ext cx="98850" cy="90625"/>
            </a:xfrm>
            <a:custGeom>
              <a:rect b="b" l="l" r="r" t="t"/>
              <a:pathLst>
                <a:path extrusionOk="0" h="3625" w="3954">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4" name="Google Shape;7884;p95"/>
            <p:cNvSpPr/>
            <p:nvPr/>
          </p:nvSpPr>
          <p:spPr>
            <a:xfrm>
              <a:off x="241275" y="1079650"/>
              <a:ext cx="2559200" cy="3887025"/>
            </a:xfrm>
            <a:custGeom>
              <a:rect b="b" l="l" r="r" t="t"/>
              <a:pathLst>
                <a:path extrusionOk="0" h="155481" w="102368">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5" name="Google Shape;7885;p95"/>
            <p:cNvSpPr/>
            <p:nvPr/>
          </p:nvSpPr>
          <p:spPr>
            <a:xfrm>
              <a:off x="238125" y="1071925"/>
              <a:ext cx="2568675" cy="3902025"/>
            </a:xfrm>
            <a:custGeom>
              <a:rect b="b" l="l" r="r" t="t"/>
              <a:pathLst>
                <a:path extrusionOk="0" h="156081" w="102747">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6" name="Google Shape;7886;p95"/>
            <p:cNvSpPr/>
            <p:nvPr/>
          </p:nvSpPr>
          <p:spPr>
            <a:xfrm>
              <a:off x="1940550" y="1654925"/>
              <a:ext cx="124725" cy="149650"/>
            </a:xfrm>
            <a:custGeom>
              <a:rect b="b" l="l" r="r" t="t"/>
              <a:pathLst>
                <a:path extrusionOk="0" h="5986" w="4989">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7" name="Google Shape;7887;p95"/>
            <p:cNvSpPr/>
            <p:nvPr/>
          </p:nvSpPr>
          <p:spPr>
            <a:xfrm>
              <a:off x="1932650" y="1641650"/>
              <a:ext cx="145575" cy="179325"/>
            </a:xfrm>
            <a:custGeom>
              <a:rect b="b" l="l" r="r" t="t"/>
              <a:pathLst>
                <a:path extrusionOk="0" h="7173" w="5823">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8" name="Google Shape;7888;p95"/>
            <p:cNvSpPr/>
            <p:nvPr/>
          </p:nvSpPr>
          <p:spPr>
            <a:xfrm>
              <a:off x="2019475" y="1292525"/>
              <a:ext cx="410075" cy="583375"/>
            </a:xfrm>
            <a:custGeom>
              <a:rect b="b" l="l" r="r" t="t"/>
              <a:pathLst>
                <a:path extrusionOk="0" h="23335" w="16403">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9" name="Google Shape;7889;p95"/>
            <p:cNvSpPr/>
            <p:nvPr/>
          </p:nvSpPr>
          <p:spPr>
            <a:xfrm>
              <a:off x="2011275" y="1270725"/>
              <a:ext cx="427750" cy="619075"/>
            </a:xfrm>
            <a:custGeom>
              <a:rect b="b" l="l" r="r" t="t"/>
              <a:pathLst>
                <a:path extrusionOk="0" h="24763" w="1711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0" name="Google Shape;7890;p95"/>
            <p:cNvSpPr/>
            <p:nvPr/>
          </p:nvSpPr>
          <p:spPr>
            <a:xfrm>
              <a:off x="2342725" y="2272700"/>
              <a:ext cx="102300" cy="109875"/>
            </a:xfrm>
            <a:custGeom>
              <a:rect b="b" l="l" r="r" t="t"/>
              <a:pathLst>
                <a:path extrusionOk="0" h="4395" w="4092">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1" name="Google Shape;7891;p95"/>
            <p:cNvSpPr/>
            <p:nvPr/>
          </p:nvSpPr>
          <p:spPr>
            <a:xfrm>
              <a:off x="2334825" y="2250600"/>
              <a:ext cx="118400" cy="142075"/>
            </a:xfrm>
            <a:custGeom>
              <a:rect b="b" l="l" r="r" t="t"/>
              <a:pathLst>
                <a:path extrusionOk="0" h="5683" w="4736">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2" name="Google Shape;7892;p95"/>
            <p:cNvSpPr/>
            <p:nvPr/>
          </p:nvSpPr>
          <p:spPr>
            <a:xfrm>
              <a:off x="1713900" y="3010725"/>
              <a:ext cx="224775" cy="69925"/>
            </a:xfrm>
            <a:custGeom>
              <a:rect b="b" l="l" r="r" t="t"/>
              <a:pathLst>
                <a:path extrusionOk="0" h="2797" w="8991">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3" name="Google Shape;7893;p95"/>
            <p:cNvSpPr/>
            <p:nvPr/>
          </p:nvSpPr>
          <p:spPr>
            <a:xfrm>
              <a:off x="1691475" y="3002850"/>
              <a:ext cx="265200" cy="86825"/>
            </a:xfrm>
            <a:custGeom>
              <a:rect b="b" l="l" r="r" t="t"/>
              <a:pathLst>
                <a:path extrusionOk="0" h="3473" w="10608">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4" name="Google Shape;7894;p95"/>
            <p:cNvSpPr/>
            <p:nvPr/>
          </p:nvSpPr>
          <p:spPr>
            <a:xfrm>
              <a:off x="1938650" y="3067875"/>
              <a:ext cx="120300" cy="55275"/>
            </a:xfrm>
            <a:custGeom>
              <a:rect b="b" l="l" r="r" t="t"/>
              <a:pathLst>
                <a:path extrusionOk="0" h="2211" w="4812">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5" name="Google Shape;7895;p95"/>
            <p:cNvSpPr/>
            <p:nvPr/>
          </p:nvSpPr>
          <p:spPr>
            <a:xfrm>
              <a:off x="1916875" y="3059350"/>
              <a:ext cx="152175" cy="75475"/>
            </a:xfrm>
            <a:custGeom>
              <a:rect b="b" l="l" r="r" t="t"/>
              <a:pathLst>
                <a:path extrusionOk="0" h="3019" w="6087">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6" name="Google Shape;7896;p95"/>
            <p:cNvSpPr/>
            <p:nvPr/>
          </p:nvSpPr>
          <p:spPr>
            <a:xfrm>
              <a:off x="1843950" y="3121225"/>
              <a:ext cx="55275" cy="29075"/>
            </a:xfrm>
            <a:custGeom>
              <a:rect b="b" l="l" r="r" t="t"/>
              <a:pathLst>
                <a:path extrusionOk="0" h="1163" w="2211">
                  <a:moveTo>
                    <a:pt x="1" y="0"/>
                  </a:moveTo>
                  <a:lnTo>
                    <a:pt x="1226" y="1162"/>
                  </a:lnTo>
                  <a:lnTo>
                    <a:pt x="2211" y="278"/>
                  </a:lnTo>
                  <a:lnTo>
                    <a:pt x="165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7" name="Google Shape;7897;p95"/>
            <p:cNvSpPr/>
            <p:nvPr/>
          </p:nvSpPr>
          <p:spPr>
            <a:xfrm>
              <a:off x="1824375" y="3113325"/>
              <a:ext cx="88750" cy="47700"/>
            </a:xfrm>
            <a:custGeom>
              <a:rect b="b" l="l" r="r" t="t"/>
              <a:pathLst>
                <a:path extrusionOk="0" h="1908" w="355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8" name="Google Shape;7898;p95"/>
            <p:cNvSpPr/>
            <p:nvPr/>
          </p:nvSpPr>
          <p:spPr>
            <a:xfrm>
              <a:off x="2090500" y="3105425"/>
              <a:ext cx="65050" cy="33175"/>
            </a:xfrm>
            <a:custGeom>
              <a:rect b="b" l="l" r="r" t="t"/>
              <a:pathLst>
                <a:path extrusionOk="0" h="1327" w="2602">
                  <a:moveTo>
                    <a:pt x="0" y="1"/>
                  </a:moveTo>
                  <a:lnTo>
                    <a:pt x="468" y="1327"/>
                  </a:lnTo>
                  <a:lnTo>
                    <a:pt x="2602" y="658"/>
                  </a:lnTo>
                  <a:lnTo>
                    <a:pt x="0"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9" name="Google Shape;7899;p95"/>
            <p:cNvSpPr/>
            <p:nvPr/>
          </p:nvSpPr>
          <p:spPr>
            <a:xfrm>
              <a:off x="2077875" y="3094075"/>
              <a:ext cx="106725" cy="54325"/>
            </a:xfrm>
            <a:custGeom>
              <a:rect b="b" l="l" r="r" t="t"/>
              <a:pathLst>
                <a:path extrusionOk="0" h="2173" w="4269">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03" name="Shape 7903"/>
        <p:cNvGrpSpPr/>
        <p:nvPr/>
      </p:nvGrpSpPr>
      <p:grpSpPr>
        <a:xfrm>
          <a:off x="0" y="0"/>
          <a:ext cx="0" cy="0"/>
          <a:chOff x="0" y="0"/>
          <a:chExt cx="0" cy="0"/>
        </a:xfrm>
      </p:grpSpPr>
      <p:grpSp>
        <p:nvGrpSpPr>
          <p:cNvPr id="7904" name="Google Shape;7904;p96"/>
          <p:cNvGrpSpPr/>
          <p:nvPr/>
        </p:nvGrpSpPr>
        <p:grpSpPr>
          <a:xfrm>
            <a:off x="2100560" y="3398663"/>
            <a:ext cx="1102891" cy="760337"/>
            <a:chOff x="4967783" y="2151471"/>
            <a:chExt cx="3920692" cy="2702940"/>
          </a:xfrm>
        </p:grpSpPr>
        <p:grpSp>
          <p:nvGrpSpPr>
            <p:cNvPr id="7905" name="Google Shape;7905;p96"/>
            <p:cNvGrpSpPr/>
            <p:nvPr/>
          </p:nvGrpSpPr>
          <p:grpSpPr>
            <a:xfrm>
              <a:off x="5045709" y="2252109"/>
              <a:ext cx="3761071" cy="2501708"/>
              <a:chOff x="2691784" y="1805334"/>
              <a:chExt cx="3761071" cy="2501708"/>
            </a:xfrm>
          </p:grpSpPr>
          <p:sp>
            <p:nvSpPr>
              <p:cNvPr id="7906" name="Google Shape;7906;p96"/>
              <p:cNvSpPr/>
              <p:nvPr/>
            </p:nvSpPr>
            <p:spPr>
              <a:xfrm>
                <a:off x="4306153" y="4266675"/>
                <a:ext cx="932050" cy="40353"/>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7" name="Google Shape;7907;p96"/>
              <p:cNvSpPr/>
              <p:nvPr/>
            </p:nvSpPr>
            <p:spPr>
              <a:xfrm>
                <a:off x="2691784" y="3762285"/>
                <a:ext cx="1916675" cy="544757"/>
              </a:xfrm>
              <a:custGeom>
                <a:rect b="b" l="l" r="r" t="t"/>
                <a:pathLst>
                  <a:path extrusionOk="0" h="36518" w="128485">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8" name="Google Shape;7908;p96"/>
              <p:cNvSpPr/>
              <p:nvPr/>
            </p:nvSpPr>
            <p:spPr>
              <a:xfrm>
                <a:off x="2695021" y="3035999"/>
                <a:ext cx="754960" cy="529407"/>
              </a:xfrm>
              <a:custGeom>
                <a:rect b="b" l="l" r="r" t="t"/>
                <a:pathLst>
                  <a:path extrusionOk="0" h="35489" w="50609">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9" name="Google Shape;7909;p96"/>
              <p:cNvSpPr/>
              <p:nvPr/>
            </p:nvSpPr>
            <p:spPr>
              <a:xfrm>
                <a:off x="3661791" y="2531620"/>
                <a:ext cx="2791064" cy="544757"/>
              </a:xfrm>
              <a:custGeom>
                <a:rect b="b" l="l" r="r" t="t"/>
                <a:pathLst>
                  <a:path extrusionOk="0" h="36518" w="18710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0" name="Google Shape;7910;p96"/>
              <p:cNvSpPr/>
              <p:nvPr/>
            </p:nvSpPr>
            <p:spPr>
              <a:xfrm>
                <a:off x="5153124" y="1805334"/>
                <a:ext cx="1294451" cy="512461"/>
              </a:xfrm>
              <a:custGeom>
                <a:rect b="b" l="l" r="r" t="t"/>
                <a:pathLst>
                  <a:path extrusionOk="0" h="34353" w="86774">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1" name="Google Shape;7911;p96"/>
              <p:cNvSpPr/>
              <p:nvPr/>
            </p:nvSpPr>
            <p:spPr>
              <a:xfrm>
                <a:off x="2785807" y="1805334"/>
                <a:ext cx="2143839" cy="40367"/>
              </a:xfrm>
              <a:custGeom>
                <a:rect b="b" l="l" r="r" t="t"/>
                <a:pathLst>
                  <a:path extrusionOk="0" h="2706" w="143713">
                    <a:moveTo>
                      <a:pt x="0" y="0"/>
                    </a:moveTo>
                    <a:lnTo>
                      <a:pt x="0" y="2705"/>
                    </a:lnTo>
                    <a:lnTo>
                      <a:pt x="143712" y="2705"/>
                    </a:lnTo>
                    <a:lnTo>
                      <a:pt x="143712"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2" name="Google Shape;7912;p96"/>
              <p:cNvSpPr/>
              <p:nvPr/>
            </p:nvSpPr>
            <p:spPr>
              <a:xfrm>
                <a:off x="5447728" y="4266675"/>
                <a:ext cx="932050" cy="40353"/>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13" name="Google Shape;7913;p96"/>
            <p:cNvGrpSpPr/>
            <p:nvPr/>
          </p:nvGrpSpPr>
          <p:grpSpPr>
            <a:xfrm>
              <a:off x="4967783" y="2151471"/>
              <a:ext cx="3920692" cy="2702940"/>
              <a:chOff x="2613858" y="1704696"/>
              <a:chExt cx="3920692" cy="2702940"/>
            </a:xfrm>
          </p:grpSpPr>
          <p:sp>
            <p:nvSpPr>
              <p:cNvPr id="7914" name="Google Shape;7914;p96"/>
              <p:cNvSpPr/>
              <p:nvPr/>
            </p:nvSpPr>
            <p:spPr>
              <a:xfrm rot="5400000">
                <a:off x="4924676" y="1720789"/>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5" name="Google Shape;7915;p96"/>
              <p:cNvSpPr/>
              <p:nvPr/>
            </p:nvSpPr>
            <p:spPr>
              <a:xfrm rot="5400000">
                <a:off x="6309028" y="2311963"/>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6" name="Google Shape;7916;p96"/>
              <p:cNvSpPr/>
              <p:nvPr/>
            </p:nvSpPr>
            <p:spPr>
              <a:xfrm rot="5400000">
                <a:off x="5222154" y="4182115"/>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7" name="Google Shape;7917;p96"/>
              <p:cNvSpPr/>
              <p:nvPr/>
            </p:nvSpPr>
            <p:spPr>
              <a:xfrm rot="5400000">
                <a:off x="2597765" y="3554395"/>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8" name="Google Shape;7918;p96"/>
              <p:cNvSpPr/>
              <p:nvPr/>
            </p:nvSpPr>
            <p:spPr>
              <a:xfrm rot="5400000">
                <a:off x="3433899" y="2945028"/>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919" name="Google Shape;7919;p96"/>
          <p:cNvGrpSpPr/>
          <p:nvPr/>
        </p:nvGrpSpPr>
        <p:grpSpPr>
          <a:xfrm>
            <a:off x="3504468" y="1286940"/>
            <a:ext cx="1561911" cy="708580"/>
            <a:chOff x="3530532" y="1496185"/>
            <a:chExt cx="1561911" cy="708580"/>
          </a:xfrm>
        </p:grpSpPr>
        <p:grpSp>
          <p:nvGrpSpPr>
            <p:cNvPr id="7920" name="Google Shape;7920;p96"/>
            <p:cNvGrpSpPr/>
            <p:nvPr/>
          </p:nvGrpSpPr>
          <p:grpSpPr>
            <a:xfrm>
              <a:off x="3720318" y="1857562"/>
              <a:ext cx="1372125" cy="54"/>
              <a:chOff x="3720318" y="1857562"/>
              <a:chExt cx="1372125" cy="54"/>
            </a:xfrm>
          </p:grpSpPr>
          <p:cxnSp>
            <p:nvCxnSpPr>
              <p:cNvPr id="7921" name="Google Shape;7921;p96"/>
              <p:cNvCxnSpPr>
                <a:endCxn id="7922" idx="2"/>
              </p:cNvCxnSpPr>
              <p:nvPr/>
            </p:nvCxnSpPr>
            <p:spPr>
              <a:xfrm>
                <a:off x="4440243" y="1857616"/>
                <a:ext cx="173400" cy="0"/>
              </a:xfrm>
              <a:prstGeom prst="straightConnector1">
                <a:avLst/>
              </a:prstGeom>
              <a:noFill/>
              <a:ln cap="flat" cmpd="sng" w="9525">
                <a:solidFill>
                  <a:srgbClr val="A5B7C6"/>
                </a:solidFill>
                <a:prstDash val="solid"/>
                <a:round/>
                <a:headEnd len="med" w="med" type="none"/>
                <a:tailEnd len="med" w="med" type="none"/>
              </a:ln>
            </p:spPr>
          </p:cxnSp>
          <p:cxnSp>
            <p:nvCxnSpPr>
              <p:cNvPr id="7923" name="Google Shape;7923;p96"/>
              <p:cNvCxnSpPr/>
              <p:nvPr/>
            </p:nvCxnSpPr>
            <p:spPr>
              <a:xfrm>
                <a:off x="4074943" y="1857562"/>
                <a:ext cx="173400" cy="0"/>
              </a:xfrm>
              <a:prstGeom prst="straightConnector1">
                <a:avLst/>
              </a:prstGeom>
              <a:noFill/>
              <a:ln cap="flat" cmpd="sng" w="9525">
                <a:solidFill>
                  <a:srgbClr val="A5B7C6"/>
                </a:solidFill>
                <a:prstDash val="solid"/>
                <a:round/>
                <a:headEnd len="med" w="med" type="none"/>
                <a:tailEnd len="med" w="med" type="none"/>
              </a:ln>
            </p:spPr>
          </p:cxnSp>
          <p:cxnSp>
            <p:nvCxnSpPr>
              <p:cNvPr id="7924" name="Google Shape;7924;p96"/>
              <p:cNvCxnSpPr/>
              <p:nvPr/>
            </p:nvCxnSpPr>
            <p:spPr>
              <a:xfrm>
                <a:off x="3720318" y="1857562"/>
                <a:ext cx="173400" cy="0"/>
              </a:xfrm>
              <a:prstGeom prst="straightConnector1">
                <a:avLst/>
              </a:prstGeom>
              <a:noFill/>
              <a:ln cap="flat" cmpd="sng" w="9525">
                <a:solidFill>
                  <a:srgbClr val="A5B7C6"/>
                </a:solidFill>
                <a:prstDash val="solid"/>
                <a:round/>
                <a:headEnd len="med" w="med" type="none"/>
                <a:tailEnd len="med" w="med" type="none"/>
              </a:ln>
            </p:spPr>
          </p:cxnSp>
          <p:cxnSp>
            <p:nvCxnSpPr>
              <p:cNvPr id="7925" name="Google Shape;7925;p96"/>
              <p:cNvCxnSpPr>
                <a:stCxn id="7922" idx="6"/>
              </p:cNvCxnSpPr>
              <p:nvPr/>
            </p:nvCxnSpPr>
            <p:spPr>
              <a:xfrm>
                <a:off x="4801443" y="1857616"/>
                <a:ext cx="291000" cy="0"/>
              </a:xfrm>
              <a:prstGeom prst="straightConnector1">
                <a:avLst/>
              </a:prstGeom>
              <a:noFill/>
              <a:ln cap="flat" cmpd="sng" w="9525">
                <a:solidFill>
                  <a:srgbClr val="A5B7C6"/>
                </a:solidFill>
                <a:prstDash val="solid"/>
                <a:round/>
                <a:headEnd len="med" w="med" type="none"/>
                <a:tailEnd len="med" w="med" type="triangle"/>
              </a:ln>
            </p:spPr>
          </p:cxnSp>
        </p:grpSp>
        <p:grpSp>
          <p:nvGrpSpPr>
            <p:cNvPr id="7926" name="Google Shape;7926;p96"/>
            <p:cNvGrpSpPr/>
            <p:nvPr/>
          </p:nvGrpSpPr>
          <p:grpSpPr>
            <a:xfrm>
              <a:off x="3567462" y="1496185"/>
              <a:ext cx="286500" cy="272914"/>
              <a:chOff x="3567462" y="1496185"/>
              <a:chExt cx="286500" cy="272914"/>
            </a:xfrm>
          </p:grpSpPr>
          <p:cxnSp>
            <p:nvCxnSpPr>
              <p:cNvPr id="7927" name="Google Shape;7927;p96"/>
              <p:cNvCxnSpPr/>
              <p:nvPr/>
            </p:nvCxnSpPr>
            <p:spPr>
              <a:xfrm rot="10800000">
                <a:off x="3626625" y="1596000"/>
                <a:ext cx="0" cy="173100"/>
              </a:xfrm>
              <a:prstGeom prst="straightConnector1">
                <a:avLst/>
              </a:prstGeom>
              <a:noFill/>
              <a:ln cap="flat" cmpd="sng" w="9525">
                <a:solidFill>
                  <a:srgbClr val="A5B7C6"/>
                </a:solidFill>
                <a:prstDash val="solid"/>
                <a:round/>
                <a:headEnd len="med" w="med" type="none"/>
                <a:tailEnd len="med" w="med" type="none"/>
              </a:ln>
            </p:spPr>
          </p:cxnSp>
          <p:sp>
            <p:nvSpPr>
              <p:cNvPr id="7928" name="Google Shape;7928;p96"/>
              <p:cNvSpPr/>
              <p:nvPr/>
            </p:nvSpPr>
            <p:spPr>
              <a:xfrm>
                <a:off x="3567462" y="1496185"/>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929" name="Google Shape;7929;p96"/>
            <p:cNvSpPr/>
            <p:nvPr/>
          </p:nvSpPr>
          <p:spPr>
            <a:xfrm>
              <a:off x="3530532" y="1771972"/>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0" name="Google Shape;7930;p96"/>
            <p:cNvSpPr/>
            <p:nvPr/>
          </p:nvSpPr>
          <p:spPr>
            <a:xfrm>
              <a:off x="3891569" y="1779209"/>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931" name="Google Shape;7931;p96"/>
            <p:cNvGrpSpPr/>
            <p:nvPr/>
          </p:nvGrpSpPr>
          <p:grpSpPr>
            <a:xfrm>
              <a:off x="3929014" y="1960574"/>
              <a:ext cx="286500" cy="242342"/>
              <a:chOff x="3929014" y="1960574"/>
              <a:chExt cx="286500" cy="242342"/>
            </a:xfrm>
          </p:grpSpPr>
          <p:cxnSp>
            <p:nvCxnSpPr>
              <p:cNvPr id="7932" name="Google Shape;7932;p96"/>
              <p:cNvCxnSpPr/>
              <p:nvPr/>
            </p:nvCxnSpPr>
            <p:spPr>
              <a:xfrm rot="10800000">
                <a:off x="3988400" y="1960574"/>
                <a:ext cx="0" cy="144300"/>
              </a:xfrm>
              <a:prstGeom prst="straightConnector1">
                <a:avLst/>
              </a:prstGeom>
              <a:noFill/>
              <a:ln cap="flat" cmpd="sng" w="9525">
                <a:solidFill>
                  <a:srgbClr val="A5B7C6"/>
                </a:solidFill>
                <a:prstDash val="solid"/>
                <a:round/>
                <a:headEnd len="med" w="med" type="none"/>
                <a:tailEnd len="med" w="med" type="none"/>
              </a:ln>
            </p:spPr>
          </p:cxnSp>
          <p:sp>
            <p:nvSpPr>
              <p:cNvPr id="7933" name="Google Shape;7933;p96"/>
              <p:cNvSpPr/>
              <p:nvPr/>
            </p:nvSpPr>
            <p:spPr>
              <a:xfrm>
                <a:off x="3929014" y="2103016"/>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34" name="Google Shape;7934;p96"/>
            <p:cNvGrpSpPr/>
            <p:nvPr/>
          </p:nvGrpSpPr>
          <p:grpSpPr>
            <a:xfrm>
              <a:off x="4290828" y="1496185"/>
              <a:ext cx="286500" cy="272914"/>
              <a:chOff x="4290828" y="1496185"/>
              <a:chExt cx="286500" cy="272914"/>
            </a:xfrm>
          </p:grpSpPr>
          <p:cxnSp>
            <p:nvCxnSpPr>
              <p:cNvPr id="7935" name="Google Shape;7935;p96"/>
              <p:cNvCxnSpPr/>
              <p:nvPr/>
            </p:nvCxnSpPr>
            <p:spPr>
              <a:xfrm rot="10800000">
                <a:off x="4350000" y="1596000"/>
                <a:ext cx="0" cy="173100"/>
              </a:xfrm>
              <a:prstGeom prst="straightConnector1">
                <a:avLst/>
              </a:prstGeom>
              <a:noFill/>
              <a:ln cap="flat" cmpd="sng" w="9525">
                <a:solidFill>
                  <a:srgbClr val="A5B7C6"/>
                </a:solidFill>
                <a:prstDash val="solid"/>
                <a:round/>
                <a:headEnd len="med" w="med" type="none"/>
                <a:tailEnd len="med" w="med" type="none"/>
              </a:ln>
            </p:spPr>
          </p:cxnSp>
          <p:sp>
            <p:nvSpPr>
              <p:cNvPr id="7936" name="Google Shape;7936;p96"/>
              <p:cNvSpPr/>
              <p:nvPr/>
            </p:nvSpPr>
            <p:spPr>
              <a:xfrm>
                <a:off x="4290828" y="1496185"/>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937" name="Google Shape;7937;p96"/>
            <p:cNvSpPr/>
            <p:nvPr/>
          </p:nvSpPr>
          <p:spPr>
            <a:xfrm>
              <a:off x="4252606" y="1771972"/>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2" name="Google Shape;7922;p96"/>
            <p:cNvSpPr/>
            <p:nvPr/>
          </p:nvSpPr>
          <p:spPr>
            <a:xfrm>
              <a:off x="4613643" y="1763716"/>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938" name="Google Shape;7938;p96"/>
            <p:cNvGrpSpPr/>
            <p:nvPr/>
          </p:nvGrpSpPr>
          <p:grpSpPr>
            <a:xfrm>
              <a:off x="4657726" y="1959674"/>
              <a:ext cx="286500" cy="245092"/>
              <a:chOff x="4657726" y="1959674"/>
              <a:chExt cx="286500" cy="245092"/>
            </a:xfrm>
          </p:grpSpPr>
          <p:cxnSp>
            <p:nvCxnSpPr>
              <p:cNvPr id="7939" name="Google Shape;7939;p96"/>
              <p:cNvCxnSpPr/>
              <p:nvPr/>
            </p:nvCxnSpPr>
            <p:spPr>
              <a:xfrm rot="10800000">
                <a:off x="4707475" y="1959674"/>
                <a:ext cx="0" cy="145200"/>
              </a:xfrm>
              <a:prstGeom prst="straightConnector1">
                <a:avLst/>
              </a:prstGeom>
              <a:noFill/>
              <a:ln cap="flat" cmpd="sng" w="9525">
                <a:solidFill>
                  <a:srgbClr val="A5B7C6"/>
                </a:solidFill>
                <a:prstDash val="solid"/>
                <a:round/>
                <a:headEnd len="med" w="med" type="none"/>
                <a:tailEnd len="med" w="med" type="none"/>
              </a:ln>
            </p:spPr>
          </p:cxnSp>
          <p:sp>
            <p:nvSpPr>
              <p:cNvPr id="7940" name="Google Shape;7940;p96"/>
              <p:cNvSpPr/>
              <p:nvPr/>
            </p:nvSpPr>
            <p:spPr>
              <a:xfrm>
                <a:off x="4657726" y="2104866"/>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941" name="Google Shape;7941;p96"/>
          <p:cNvGrpSpPr/>
          <p:nvPr/>
        </p:nvGrpSpPr>
        <p:grpSpPr>
          <a:xfrm>
            <a:off x="3486488" y="2149036"/>
            <a:ext cx="1597032" cy="378649"/>
            <a:chOff x="3512551" y="2358282"/>
            <a:chExt cx="1597032" cy="378649"/>
          </a:xfrm>
        </p:grpSpPr>
        <p:grpSp>
          <p:nvGrpSpPr>
            <p:cNvPr id="7942" name="Google Shape;7942;p96"/>
            <p:cNvGrpSpPr/>
            <p:nvPr/>
          </p:nvGrpSpPr>
          <p:grpSpPr>
            <a:xfrm>
              <a:off x="3738198" y="2553002"/>
              <a:ext cx="1145834" cy="117"/>
              <a:chOff x="3738198" y="2553002"/>
              <a:chExt cx="1145834" cy="117"/>
            </a:xfrm>
          </p:grpSpPr>
          <p:cxnSp>
            <p:nvCxnSpPr>
              <p:cNvPr id="7943" name="Google Shape;7943;p96"/>
              <p:cNvCxnSpPr/>
              <p:nvPr/>
            </p:nvCxnSpPr>
            <p:spPr>
              <a:xfrm>
                <a:off x="4195395" y="2553002"/>
                <a:ext cx="231600" cy="0"/>
              </a:xfrm>
              <a:prstGeom prst="straightConnector1">
                <a:avLst/>
              </a:prstGeom>
              <a:noFill/>
              <a:ln cap="flat" cmpd="sng" w="9525">
                <a:solidFill>
                  <a:srgbClr val="435D74"/>
                </a:solidFill>
                <a:prstDash val="solid"/>
                <a:round/>
                <a:headEnd len="med" w="med" type="none"/>
                <a:tailEnd len="med" w="med" type="none"/>
              </a:ln>
            </p:spPr>
          </p:cxnSp>
          <p:cxnSp>
            <p:nvCxnSpPr>
              <p:cNvPr id="7944" name="Google Shape;7944;p96"/>
              <p:cNvCxnSpPr/>
              <p:nvPr/>
            </p:nvCxnSpPr>
            <p:spPr>
              <a:xfrm>
                <a:off x="4652432" y="2553002"/>
                <a:ext cx="231600" cy="0"/>
              </a:xfrm>
              <a:prstGeom prst="straightConnector1">
                <a:avLst/>
              </a:prstGeom>
              <a:noFill/>
              <a:ln cap="flat" cmpd="sng" w="9525">
                <a:solidFill>
                  <a:srgbClr val="435D74"/>
                </a:solidFill>
                <a:prstDash val="solid"/>
                <a:round/>
                <a:headEnd len="med" w="med" type="none"/>
                <a:tailEnd len="med" w="med" type="none"/>
              </a:ln>
            </p:spPr>
          </p:cxnSp>
          <p:cxnSp>
            <p:nvCxnSpPr>
              <p:cNvPr id="7945" name="Google Shape;7945;p96"/>
              <p:cNvCxnSpPr>
                <a:stCxn id="7946" idx="6"/>
                <a:endCxn id="7947" idx="2"/>
              </p:cNvCxnSpPr>
              <p:nvPr/>
            </p:nvCxnSpPr>
            <p:spPr>
              <a:xfrm>
                <a:off x="3738198" y="2553118"/>
                <a:ext cx="231300" cy="0"/>
              </a:xfrm>
              <a:prstGeom prst="straightConnector1">
                <a:avLst/>
              </a:prstGeom>
              <a:noFill/>
              <a:ln cap="flat" cmpd="sng" w="9525">
                <a:solidFill>
                  <a:srgbClr val="435D74"/>
                </a:solidFill>
                <a:prstDash val="solid"/>
                <a:round/>
                <a:headEnd len="med" w="med" type="none"/>
                <a:tailEnd len="med" w="med" type="none"/>
              </a:ln>
            </p:spPr>
          </p:cxnSp>
        </p:grpSp>
        <p:grpSp>
          <p:nvGrpSpPr>
            <p:cNvPr id="7948" name="Google Shape;7948;p96"/>
            <p:cNvGrpSpPr/>
            <p:nvPr/>
          </p:nvGrpSpPr>
          <p:grpSpPr>
            <a:xfrm>
              <a:off x="3969644" y="2440153"/>
              <a:ext cx="225900" cy="296779"/>
              <a:chOff x="3969644" y="2440153"/>
              <a:chExt cx="225900" cy="296779"/>
            </a:xfrm>
          </p:grpSpPr>
          <p:cxnSp>
            <p:nvCxnSpPr>
              <p:cNvPr id="7949" name="Google Shape;7949;p96"/>
              <p:cNvCxnSpPr/>
              <p:nvPr/>
            </p:nvCxnSpPr>
            <p:spPr>
              <a:xfrm>
                <a:off x="4082390" y="2637031"/>
                <a:ext cx="0" cy="99900"/>
              </a:xfrm>
              <a:prstGeom prst="straightConnector1">
                <a:avLst/>
              </a:prstGeom>
              <a:noFill/>
              <a:ln cap="flat" cmpd="sng" w="9525">
                <a:solidFill>
                  <a:srgbClr val="435D74"/>
                </a:solidFill>
                <a:prstDash val="solid"/>
                <a:round/>
                <a:headEnd len="med" w="med" type="none"/>
                <a:tailEnd len="med" w="med" type="none"/>
              </a:ln>
            </p:spPr>
          </p:cxnSp>
          <p:sp>
            <p:nvSpPr>
              <p:cNvPr id="7947" name="Google Shape;7947;p96"/>
              <p:cNvSpPr/>
              <p:nvPr/>
            </p:nvSpPr>
            <p:spPr>
              <a:xfrm>
                <a:off x="3969644" y="2440153"/>
                <a:ext cx="225900" cy="2259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0" name="Google Shape;7950;p96"/>
              <p:cNvSpPr/>
              <p:nvPr/>
            </p:nvSpPr>
            <p:spPr>
              <a:xfrm>
                <a:off x="3998471" y="2468982"/>
                <a:ext cx="168300" cy="1683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51" name="Google Shape;7951;p96"/>
            <p:cNvGrpSpPr/>
            <p:nvPr/>
          </p:nvGrpSpPr>
          <p:grpSpPr>
            <a:xfrm>
              <a:off x="4426818" y="2358282"/>
              <a:ext cx="225600" cy="307471"/>
              <a:chOff x="4426818" y="2358282"/>
              <a:chExt cx="225600" cy="307471"/>
            </a:xfrm>
          </p:grpSpPr>
          <p:cxnSp>
            <p:nvCxnSpPr>
              <p:cNvPr id="7952" name="Google Shape;7952;p96"/>
              <p:cNvCxnSpPr>
                <a:stCxn id="7953" idx="0"/>
              </p:cNvCxnSpPr>
              <p:nvPr/>
            </p:nvCxnSpPr>
            <p:spPr>
              <a:xfrm rot="10800000">
                <a:off x="4539644" y="2358282"/>
                <a:ext cx="0" cy="110700"/>
              </a:xfrm>
              <a:prstGeom prst="straightConnector1">
                <a:avLst/>
              </a:prstGeom>
              <a:noFill/>
              <a:ln cap="flat" cmpd="sng" w="9525">
                <a:solidFill>
                  <a:srgbClr val="435D74"/>
                </a:solidFill>
                <a:prstDash val="solid"/>
                <a:round/>
                <a:headEnd len="med" w="med" type="none"/>
                <a:tailEnd len="med" w="med" type="none"/>
              </a:ln>
            </p:spPr>
          </p:cxnSp>
          <p:sp>
            <p:nvSpPr>
              <p:cNvPr id="7954" name="Google Shape;7954;p96"/>
              <p:cNvSpPr/>
              <p:nvPr/>
            </p:nvSpPr>
            <p:spPr>
              <a:xfrm>
                <a:off x="4426818" y="2440153"/>
                <a:ext cx="225600" cy="2256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3" name="Google Shape;7953;p96"/>
              <p:cNvSpPr/>
              <p:nvPr/>
            </p:nvSpPr>
            <p:spPr>
              <a:xfrm>
                <a:off x="4455644" y="2468982"/>
                <a:ext cx="168000" cy="1680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55" name="Google Shape;7955;p96"/>
            <p:cNvGrpSpPr/>
            <p:nvPr/>
          </p:nvGrpSpPr>
          <p:grpSpPr>
            <a:xfrm>
              <a:off x="4883984" y="2440153"/>
              <a:ext cx="225600" cy="296479"/>
              <a:chOff x="4883984" y="2440153"/>
              <a:chExt cx="225600" cy="296479"/>
            </a:xfrm>
          </p:grpSpPr>
          <p:cxnSp>
            <p:nvCxnSpPr>
              <p:cNvPr id="7956" name="Google Shape;7956;p96"/>
              <p:cNvCxnSpPr/>
              <p:nvPr/>
            </p:nvCxnSpPr>
            <p:spPr>
              <a:xfrm>
                <a:off x="4996858" y="2637031"/>
                <a:ext cx="0" cy="99600"/>
              </a:xfrm>
              <a:prstGeom prst="straightConnector1">
                <a:avLst/>
              </a:prstGeom>
              <a:noFill/>
              <a:ln cap="flat" cmpd="sng" w="9525">
                <a:solidFill>
                  <a:srgbClr val="435D74"/>
                </a:solidFill>
                <a:prstDash val="solid"/>
                <a:round/>
                <a:headEnd len="med" w="med" type="none"/>
                <a:tailEnd len="med" w="med" type="none"/>
              </a:ln>
            </p:spPr>
          </p:cxnSp>
          <p:sp>
            <p:nvSpPr>
              <p:cNvPr id="7957" name="Google Shape;7957;p96"/>
              <p:cNvSpPr/>
              <p:nvPr/>
            </p:nvSpPr>
            <p:spPr>
              <a:xfrm>
                <a:off x="4883984" y="2440153"/>
                <a:ext cx="225600" cy="2256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8" name="Google Shape;7958;p96"/>
              <p:cNvSpPr/>
              <p:nvPr/>
            </p:nvSpPr>
            <p:spPr>
              <a:xfrm>
                <a:off x="4912810" y="2468982"/>
                <a:ext cx="168000" cy="1680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59" name="Google Shape;7959;p96"/>
            <p:cNvGrpSpPr/>
            <p:nvPr/>
          </p:nvGrpSpPr>
          <p:grpSpPr>
            <a:xfrm>
              <a:off x="3512551" y="2358356"/>
              <a:ext cx="225647" cy="307629"/>
              <a:chOff x="2182679" y="2005014"/>
              <a:chExt cx="792300" cy="1080158"/>
            </a:xfrm>
          </p:grpSpPr>
          <p:cxnSp>
            <p:nvCxnSpPr>
              <p:cNvPr id="7960" name="Google Shape;7960;p96"/>
              <p:cNvCxnSpPr>
                <a:stCxn id="7961" idx="0"/>
              </p:cNvCxnSpPr>
              <p:nvPr/>
            </p:nvCxnSpPr>
            <p:spPr>
              <a:xfrm rot="10800000">
                <a:off x="2578961" y="2005014"/>
                <a:ext cx="0" cy="388800"/>
              </a:xfrm>
              <a:prstGeom prst="straightConnector1">
                <a:avLst/>
              </a:prstGeom>
              <a:noFill/>
              <a:ln cap="flat" cmpd="sng" w="9525">
                <a:solidFill>
                  <a:srgbClr val="435D74"/>
                </a:solidFill>
                <a:prstDash val="solid"/>
                <a:round/>
                <a:headEnd len="med" w="med" type="none"/>
                <a:tailEnd len="med" w="med" type="none"/>
              </a:ln>
            </p:spPr>
          </p:cxnSp>
          <p:sp>
            <p:nvSpPr>
              <p:cNvPr id="7946" name="Google Shape;7946;p96"/>
              <p:cNvSpPr/>
              <p:nvPr/>
            </p:nvSpPr>
            <p:spPr>
              <a:xfrm>
                <a:off x="2182679" y="2292572"/>
                <a:ext cx="792300" cy="7926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1" name="Google Shape;7961;p96"/>
              <p:cNvSpPr/>
              <p:nvPr/>
            </p:nvSpPr>
            <p:spPr>
              <a:xfrm>
                <a:off x="2283911" y="2393814"/>
                <a:ext cx="590100" cy="5901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962" name="Google Shape;7962;p96"/>
          <p:cNvGrpSpPr/>
          <p:nvPr/>
        </p:nvGrpSpPr>
        <p:grpSpPr>
          <a:xfrm>
            <a:off x="6846570" y="972834"/>
            <a:ext cx="1559809" cy="722610"/>
            <a:chOff x="634175" y="2986275"/>
            <a:chExt cx="3147949" cy="1458344"/>
          </a:xfrm>
        </p:grpSpPr>
        <p:cxnSp>
          <p:nvCxnSpPr>
            <p:cNvPr id="7963" name="Google Shape;7963;p96"/>
            <p:cNvCxnSpPr>
              <a:stCxn id="7964" idx="4"/>
              <a:endCxn id="7965" idx="0"/>
            </p:cNvCxnSpPr>
            <p:nvPr/>
          </p:nvCxnSpPr>
          <p:spPr>
            <a:xfrm>
              <a:off x="929975" y="3577875"/>
              <a:ext cx="591300" cy="275100"/>
            </a:xfrm>
            <a:prstGeom prst="straightConnector1">
              <a:avLst/>
            </a:prstGeom>
            <a:noFill/>
            <a:ln cap="flat" cmpd="sng" w="9525">
              <a:solidFill>
                <a:srgbClr val="435D74"/>
              </a:solidFill>
              <a:prstDash val="solid"/>
              <a:round/>
              <a:headEnd len="med" w="med" type="none"/>
              <a:tailEnd len="med" w="med" type="none"/>
            </a:ln>
          </p:spPr>
        </p:cxnSp>
        <p:cxnSp>
          <p:nvCxnSpPr>
            <p:cNvPr id="7966" name="Google Shape;7966;p96"/>
            <p:cNvCxnSpPr>
              <a:stCxn id="7965" idx="0"/>
              <a:endCxn id="7967" idx="4"/>
            </p:cNvCxnSpPr>
            <p:nvPr/>
          </p:nvCxnSpPr>
          <p:spPr>
            <a:xfrm flipH="1" rot="10800000">
              <a:off x="1521366" y="3577919"/>
              <a:ext cx="686700" cy="275100"/>
            </a:xfrm>
            <a:prstGeom prst="straightConnector1">
              <a:avLst/>
            </a:prstGeom>
            <a:noFill/>
            <a:ln cap="flat" cmpd="sng" w="9525">
              <a:solidFill>
                <a:srgbClr val="435D74"/>
              </a:solidFill>
              <a:prstDash val="solid"/>
              <a:round/>
              <a:headEnd len="med" w="med" type="none"/>
              <a:tailEnd len="med" w="med" type="none"/>
            </a:ln>
          </p:spPr>
        </p:cxnSp>
        <p:cxnSp>
          <p:nvCxnSpPr>
            <p:cNvPr id="7968" name="Google Shape;7968;p96"/>
            <p:cNvCxnSpPr>
              <a:stCxn id="7967" idx="4"/>
              <a:endCxn id="7969" idx="0"/>
            </p:cNvCxnSpPr>
            <p:nvPr/>
          </p:nvCxnSpPr>
          <p:spPr>
            <a:xfrm>
              <a:off x="2208152" y="3577875"/>
              <a:ext cx="686700" cy="275100"/>
            </a:xfrm>
            <a:prstGeom prst="straightConnector1">
              <a:avLst/>
            </a:prstGeom>
            <a:noFill/>
            <a:ln cap="flat" cmpd="sng" w="9525">
              <a:solidFill>
                <a:srgbClr val="435D74"/>
              </a:solidFill>
              <a:prstDash val="solid"/>
              <a:round/>
              <a:headEnd len="med" w="med" type="none"/>
              <a:tailEnd len="med" w="med" type="none"/>
            </a:ln>
          </p:spPr>
        </p:cxnSp>
        <p:cxnSp>
          <p:nvCxnSpPr>
            <p:cNvPr id="7970" name="Google Shape;7970;p96"/>
            <p:cNvCxnSpPr>
              <a:stCxn id="7969" idx="0"/>
              <a:endCxn id="7971" idx="4"/>
            </p:cNvCxnSpPr>
            <p:nvPr/>
          </p:nvCxnSpPr>
          <p:spPr>
            <a:xfrm flipH="1" rot="10800000">
              <a:off x="2894933" y="3577918"/>
              <a:ext cx="591300" cy="275100"/>
            </a:xfrm>
            <a:prstGeom prst="straightConnector1">
              <a:avLst/>
            </a:prstGeom>
            <a:noFill/>
            <a:ln cap="flat" cmpd="sng" w="9525">
              <a:solidFill>
                <a:srgbClr val="435D74"/>
              </a:solidFill>
              <a:prstDash val="solid"/>
              <a:round/>
              <a:headEnd len="med" w="med" type="none"/>
              <a:tailEnd len="med" w="med" type="none"/>
            </a:ln>
          </p:spPr>
        </p:cxnSp>
        <p:sp>
          <p:nvSpPr>
            <p:cNvPr id="7971" name="Google Shape;7971;p96"/>
            <p:cNvSpPr/>
            <p:nvPr/>
          </p:nvSpPr>
          <p:spPr>
            <a:xfrm>
              <a:off x="3190524" y="2986275"/>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7967" name="Google Shape;7967;p96"/>
            <p:cNvSpPr/>
            <p:nvPr/>
          </p:nvSpPr>
          <p:spPr>
            <a:xfrm>
              <a:off x="1912352" y="2986275"/>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7964" name="Google Shape;7964;p96"/>
            <p:cNvSpPr/>
            <p:nvPr/>
          </p:nvSpPr>
          <p:spPr>
            <a:xfrm>
              <a:off x="634175" y="2986275"/>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7969" name="Google Shape;7969;p96"/>
            <p:cNvSpPr/>
            <p:nvPr/>
          </p:nvSpPr>
          <p:spPr>
            <a:xfrm>
              <a:off x="2599133" y="3853018"/>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7965" name="Google Shape;7965;p96"/>
            <p:cNvSpPr/>
            <p:nvPr/>
          </p:nvSpPr>
          <p:spPr>
            <a:xfrm>
              <a:off x="1225566" y="3853019"/>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FFFFFF"/>
                </a:solidFill>
                <a:latin typeface="Calibri"/>
                <a:ea typeface="Calibri"/>
                <a:cs typeface="Calibri"/>
                <a:sym typeface="Calibri"/>
              </a:endParaRPr>
            </a:p>
          </p:txBody>
        </p:sp>
      </p:grpSp>
      <p:grpSp>
        <p:nvGrpSpPr>
          <p:cNvPr id="7972" name="Google Shape;7972;p96"/>
          <p:cNvGrpSpPr/>
          <p:nvPr/>
        </p:nvGrpSpPr>
        <p:grpSpPr>
          <a:xfrm>
            <a:off x="3500360" y="2682741"/>
            <a:ext cx="1570719" cy="294123"/>
            <a:chOff x="998425" y="1182125"/>
            <a:chExt cx="1065400" cy="199500"/>
          </a:xfrm>
        </p:grpSpPr>
        <p:sp>
          <p:nvSpPr>
            <p:cNvPr id="7973" name="Google Shape;7973;p96"/>
            <p:cNvSpPr/>
            <p:nvPr/>
          </p:nvSpPr>
          <p:spPr>
            <a:xfrm>
              <a:off x="998425" y="1182125"/>
              <a:ext cx="1065400" cy="199500"/>
            </a:xfrm>
            <a:custGeom>
              <a:rect b="b" l="l" r="r" t="t"/>
              <a:pathLst>
                <a:path extrusionOk="0" h="7980" w="42616">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4" name="Google Shape;7974;p96"/>
            <p:cNvSpPr/>
            <p:nvPr/>
          </p:nvSpPr>
          <p:spPr>
            <a:xfrm>
              <a:off x="1017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5" name="Google Shape;7975;p96"/>
            <p:cNvSpPr/>
            <p:nvPr/>
          </p:nvSpPr>
          <p:spPr>
            <a:xfrm>
              <a:off x="1303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6" name="Google Shape;7976;p96"/>
            <p:cNvSpPr/>
            <p:nvPr/>
          </p:nvSpPr>
          <p:spPr>
            <a:xfrm>
              <a:off x="1589250" y="1193175"/>
              <a:ext cx="177475" cy="177500"/>
            </a:xfrm>
            <a:custGeom>
              <a:rect b="b" l="l" r="r" t="t"/>
              <a:pathLst>
                <a:path extrusionOk="0" h="7100" w="7099">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7" name="Google Shape;7977;p96"/>
            <p:cNvSpPr/>
            <p:nvPr/>
          </p:nvSpPr>
          <p:spPr>
            <a:xfrm>
              <a:off x="1875200" y="1193175"/>
              <a:ext cx="177525" cy="177500"/>
            </a:xfrm>
            <a:custGeom>
              <a:rect b="b" l="l" r="r" t="t"/>
              <a:pathLst>
                <a:path extrusionOk="0" h="7100" w="7101">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78" name="Google Shape;7978;p96"/>
          <p:cNvGrpSpPr/>
          <p:nvPr/>
        </p:nvGrpSpPr>
        <p:grpSpPr>
          <a:xfrm>
            <a:off x="6843616" y="1800228"/>
            <a:ext cx="1565716" cy="366729"/>
            <a:chOff x="1247650" y="2075423"/>
            <a:chExt cx="6648477" cy="1557238"/>
          </a:xfrm>
        </p:grpSpPr>
        <p:sp>
          <p:nvSpPr>
            <p:cNvPr id="7979" name="Google Shape;7979;p96"/>
            <p:cNvSpPr/>
            <p:nvPr/>
          </p:nvSpPr>
          <p:spPr>
            <a:xfrm>
              <a:off x="6633862" y="2075423"/>
              <a:ext cx="953444" cy="825696"/>
            </a:xfrm>
            <a:custGeom>
              <a:rect b="b" l="l" r="r" t="t"/>
              <a:pathLst>
                <a:path extrusionOk="0" h="50027" w="57767">
                  <a:moveTo>
                    <a:pt x="14439" y="0"/>
                  </a:moveTo>
                  <a:lnTo>
                    <a:pt x="0" y="25014"/>
                  </a:lnTo>
                  <a:lnTo>
                    <a:pt x="14439" y="50027"/>
                  </a:lnTo>
                  <a:lnTo>
                    <a:pt x="43329" y="50027"/>
                  </a:lnTo>
                  <a:lnTo>
                    <a:pt x="57767" y="25014"/>
                  </a:lnTo>
                  <a:lnTo>
                    <a:pt x="43329"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0" name="Google Shape;7980;p96"/>
            <p:cNvSpPr/>
            <p:nvPr/>
          </p:nvSpPr>
          <p:spPr>
            <a:xfrm>
              <a:off x="5359252" y="2806965"/>
              <a:ext cx="953461" cy="825696"/>
            </a:xfrm>
            <a:custGeom>
              <a:rect b="b" l="l" r="r" t="t"/>
              <a:pathLst>
                <a:path extrusionOk="0" h="50027" w="57768">
                  <a:moveTo>
                    <a:pt x="14439" y="0"/>
                  </a:moveTo>
                  <a:lnTo>
                    <a:pt x="1" y="25013"/>
                  </a:lnTo>
                  <a:lnTo>
                    <a:pt x="14439" y="50027"/>
                  </a:lnTo>
                  <a:lnTo>
                    <a:pt x="43329" y="50027"/>
                  </a:lnTo>
                  <a:lnTo>
                    <a:pt x="57767" y="25013"/>
                  </a:lnTo>
                  <a:lnTo>
                    <a:pt x="43329"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1" name="Google Shape;7981;p96"/>
            <p:cNvSpPr/>
            <p:nvPr/>
          </p:nvSpPr>
          <p:spPr>
            <a:xfrm>
              <a:off x="1601478" y="2075425"/>
              <a:ext cx="953316" cy="825696"/>
            </a:xfrm>
            <a:custGeom>
              <a:rect b="b" l="l" r="r" t="t"/>
              <a:pathLst>
                <a:path extrusionOk="0" h="50027" w="57768">
                  <a:moveTo>
                    <a:pt x="14439" y="0"/>
                  </a:moveTo>
                  <a:lnTo>
                    <a:pt x="1" y="25013"/>
                  </a:lnTo>
                  <a:lnTo>
                    <a:pt x="14439" y="50027"/>
                  </a:lnTo>
                  <a:lnTo>
                    <a:pt x="43329" y="50027"/>
                  </a:lnTo>
                  <a:lnTo>
                    <a:pt x="57768" y="25013"/>
                  </a:lnTo>
                  <a:lnTo>
                    <a:pt x="43329"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2" name="Google Shape;7982;p96"/>
            <p:cNvSpPr/>
            <p:nvPr/>
          </p:nvSpPr>
          <p:spPr>
            <a:xfrm>
              <a:off x="2857827" y="2807112"/>
              <a:ext cx="953370" cy="825320"/>
            </a:xfrm>
            <a:custGeom>
              <a:rect b="b" l="l" r="r" t="t"/>
              <a:pathLst>
                <a:path extrusionOk="0" h="50027" w="57780">
                  <a:moveTo>
                    <a:pt x="14452" y="0"/>
                  </a:moveTo>
                  <a:lnTo>
                    <a:pt x="0" y="25013"/>
                  </a:lnTo>
                  <a:lnTo>
                    <a:pt x="14452" y="50027"/>
                  </a:lnTo>
                  <a:lnTo>
                    <a:pt x="43328" y="50027"/>
                  </a:lnTo>
                  <a:lnTo>
                    <a:pt x="57780" y="25013"/>
                  </a:lnTo>
                  <a:lnTo>
                    <a:pt x="43328"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3" name="Google Shape;7983;p96"/>
            <p:cNvSpPr/>
            <p:nvPr/>
          </p:nvSpPr>
          <p:spPr>
            <a:xfrm>
              <a:off x="4097386" y="2075425"/>
              <a:ext cx="953444" cy="825696"/>
            </a:xfrm>
            <a:custGeom>
              <a:rect b="b" l="l" r="r" t="t"/>
              <a:pathLst>
                <a:path extrusionOk="0" h="50027" w="57767">
                  <a:moveTo>
                    <a:pt x="14439" y="0"/>
                  </a:moveTo>
                  <a:lnTo>
                    <a:pt x="0" y="25013"/>
                  </a:lnTo>
                  <a:lnTo>
                    <a:pt x="14439" y="50027"/>
                  </a:lnTo>
                  <a:lnTo>
                    <a:pt x="43328" y="50027"/>
                  </a:lnTo>
                  <a:lnTo>
                    <a:pt x="57767" y="25013"/>
                  </a:lnTo>
                  <a:lnTo>
                    <a:pt x="43328"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4" name="Google Shape;7984;p96"/>
            <p:cNvSpPr/>
            <p:nvPr/>
          </p:nvSpPr>
          <p:spPr>
            <a:xfrm>
              <a:off x="1247650" y="2490334"/>
              <a:ext cx="6648477" cy="729445"/>
            </a:xfrm>
            <a:custGeom>
              <a:rect b="b" l="l" r="r" t="t"/>
              <a:pathLst>
                <a:path extrusionOk="0" fill="none" h="31310" w="285373">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cap="flat" cmpd="sng" w="9525">
              <a:solidFill>
                <a:srgbClr val="869FB2"/>
              </a:solidFill>
              <a:prstDash val="solid"/>
              <a:miter lim="1300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85" name="Google Shape;7985;p96"/>
          <p:cNvGrpSpPr/>
          <p:nvPr/>
        </p:nvGrpSpPr>
        <p:grpSpPr>
          <a:xfrm>
            <a:off x="6827928" y="2949043"/>
            <a:ext cx="1597061" cy="663440"/>
            <a:chOff x="6796238" y="3158297"/>
            <a:chExt cx="1630319" cy="677257"/>
          </a:xfrm>
        </p:grpSpPr>
        <p:cxnSp>
          <p:nvCxnSpPr>
            <p:cNvPr id="7986" name="Google Shape;7986;p96"/>
            <p:cNvCxnSpPr/>
            <p:nvPr/>
          </p:nvCxnSpPr>
          <p:spPr>
            <a:xfrm>
              <a:off x="7012244" y="3664854"/>
              <a:ext cx="0" cy="170700"/>
            </a:xfrm>
            <a:prstGeom prst="straightConnector1">
              <a:avLst/>
            </a:prstGeom>
            <a:noFill/>
            <a:ln cap="flat" cmpd="sng" w="9525">
              <a:solidFill>
                <a:srgbClr val="A5B7C6"/>
              </a:solidFill>
              <a:prstDash val="solid"/>
              <a:round/>
              <a:headEnd len="med" w="med" type="none"/>
              <a:tailEnd len="med" w="med" type="diamond"/>
            </a:ln>
          </p:spPr>
        </p:cxnSp>
        <p:cxnSp>
          <p:nvCxnSpPr>
            <p:cNvPr id="7987" name="Google Shape;7987;p96"/>
            <p:cNvCxnSpPr/>
            <p:nvPr/>
          </p:nvCxnSpPr>
          <p:spPr>
            <a:xfrm>
              <a:off x="7810957" y="3664854"/>
              <a:ext cx="0" cy="170700"/>
            </a:xfrm>
            <a:prstGeom prst="straightConnector1">
              <a:avLst/>
            </a:prstGeom>
            <a:noFill/>
            <a:ln cap="flat" cmpd="sng" w="9525">
              <a:solidFill>
                <a:srgbClr val="A5B7C6"/>
              </a:solidFill>
              <a:prstDash val="solid"/>
              <a:round/>
              <a:headEnd len="med" w="med" type="none"/>
              <a:tailEnd len="med" w="med" type="diamond"/>
            </a:ln>
          </p:spPr>
        </p:cxnSp>
        <p:cxnSp>
          <p:nvCxnSpPr>
            <p:cNvPr id="7988" name="Google Shape;7988;p96"/>
            <p:cNvCxnSpPr/>
            <p:nvPr/>
          </p:nvCxnSpPr>
          <p:spPr>
            <a:xfrm rot="10800000">
              <a:off x="8196652" y="3170826"/>
              <a:ext cx="0" cy="169800"/>
            </a:xfrm>
            <a:prstGeom prst="straightConnector1">
              <a:avLst/>
            </a:prstGeom>
            <a:noFill/>
            <a:ln cap="flat" cmpd="sng" w="9525">
              <a:solidFill>
                <a:srgbClr val="A5B7C6"/>
              </a:solidFill>
              <a:prstDash val="solid"/>
              <a:round/>
              <a:headEnd len="med" w="med" type="none"/>
              <a:tailEnd len="med" w="med" type="diamond"/>
            </a:ln>
          </p:spPr>
        </p:cxnSp>
        <p:cxnSp>
          <p:nvCxnSpPr>
            <p:cNvPr id="7989" name="Google Shape;7989;p96"/>
            <p:cNvCxnSpPr/>
            <p:nvPr/>
          </p:nvCxnSpPr>
          <p:spPr>
            <a:xfrm rot="10800000">
              <a:off x="7411601" y="3158297"/>
              <a:ext cx="0" cy="170700"/>
            </a:xfrm>
            <a:prstGeom prst="straightConnector1">
              <a:avLst/>
            </a:prstGeom>
            <a:noFill/>
            <a:ln cap="flat" cmpd="sng" w="9525">
              <a:solidFill>
                <a:srgbClr val="A5B7C6"/>
              </a:solidFill>
              <a:prstDash val="solid"/>
              <a:round/>
              <a:headEnd len="med" w="med" type="none"/>
              <a:tailEnd len="med" w="med" type="diamond"/>
            </a:ln>
          </p:spPr>
        </p:cxnSp>
        <p:grpSp>
          <p:nvGrpSpPr>
            <p:cNvPr id="7990" name="Google Shape;7990;p96"/>
            <p:cNvGrpSpPr/>
            <p:nvPr/>
          </p:nvGrpSpPr>
          <p:grpSpPr>
            <a:xfrm>
              <a:off x="6796238" y="3311904"/>
              <a:ext cx="1630319" cy="377697"/>
              <a:chOff x="6796238" y="3311904"/>
              <a:chExt cx="1630319" cy="377697"/>
            </a:xfrm>
          </p:grpSpPr>
          <p:sp>
            <p:nvSpPr>
              <p:cNvPr id="7991" name="Google Shape;7991;p96"/>
              <p:cNvSpPr/>
              <p:nvPr/>
            </p:nvSpPr>
            <p:spPr>
              <a:xfrm>
                <a:off x="6796238" y="3311904"/>
                <a:ext cx="798025" cy="377697"/>
              </a:xfrm>
              <a:custGeom>
                <a:rect b="b" l="l" r="r" t="t"/>
                <a:pathLst>
                  <a:path extrusionOk="0" h="16266" w="34368">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2" name="Google Shape;7992;p96"/>
              <p:cNvSpPr/>
              <p:nvPr/>
            </p:nvSpPr>
            <p:spPr>
              <a:xfrm>
                <a:off x="7628207" y="3311904"/>
                <a:ext cx="798350" cy="377697"/>
              </a:xfrm>
              <a:custGeom>
                <a:rect b="b" l="l" r="r" t="t"/>
                <a:pathLst>
                  <a:path extrusionOk="0" h="16266" w="34382">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3" name="Google Shape;7993;p96"/>
              <p:cNvSpPr/>
              <p:nvPr/>
            </p:nvSpPr>
            <p:spPr>
              <a:xfrm>
                <a:off x="7229098" y="3311904"/>
                <a:ext cx="762823" cy="377697"/>
              </a:xfrm>
              <a:custGeom>
                <a:rect b="b" l="l" r="r" t="t"/>
                <a:pathLst>
                  <a:path extrusionOk="0" h="16266" w="32852">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994" name="Google Shape;7994;p96"/>
          <p:cNvGrpSpPr/>
          <p:nvPr/>
        </p:nvGrpSpPr>
        <p:grpSpPr>
          <a:xfrm>
            <a:off x="5349066" y="970435"/>
            <a:ext cx="1368606" cy="1593805"/>
            <a:chOff x="1839112" y="2209163"/>
            <a:chExt cx="1918159" cy="2233784"/>
          </a:xfrm>
        </p:grpSpPr>
        <p:sp>
          <p:nvSpPr>
            <p:cNvPr id="7995" name="Google Shape;7995;p96"/>
            <p:cNvSpPr/>
            <p:nvPr/>
          </p:nvSpPr>
          <p:spPr>
            <a:xfrm>
              <a:off x="1839112" y="2209163"/>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6" name="Google Shape;7996;p96"/>
            <p:cNvSpPr/>
            <p:nvPr/>
          </p:nvSpPr>
          <p:spPr>
            <a:xfrm>
              <a:off x="3182171" y="2209163"/>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7" name="Google Shape;7997;p96"/>
            <p:cNvSpPr/>
            <p:nvPr/>
          </p:nvSpPr>
          <p:spPr>
            <a:xfrm>
              <a:off x="3182171" y="3040766"/>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998" name="Google Shape;7998;p96"/>
            <p:cNvCxnSpPr>
              <a:stCxn id="7995" idx="6"/>
              <a:endCxn id="7996" idx="2"/>
            </p:cNvCxnSpPr>
            <p:nvPr/>
          </p:nvCxnSpPr>
          <p:spPr>
            <a:xfrm>
              <a:off x="2414212" y="2496713"/>
              <a:ext cx="768000" cy="600"/>
            </a:xfrm>
            <a:prstGeom prst="bentConnector3">
              <a:avLst>
                <a:gd fmla="val 50017" name="adj1"/>
              </a:avLst>
            </a:prstGeom>
            <a:noFill/>
            <a:ln cap="flat" cmpd="sng" w="9525">
              <a:solidFill>
                <a:srgbClr val="325D79"/>
              </a:solidFill>
              <a:prstDash val="solid"/>
              <a:round/>
              <a:headEnd len="med" w="med" type="none"/>
              <a:tailEnd len="med" w="med" type="none"/>
            </a:ln>
          </p:spPr>
        </p:cxnSp>
        <p:cxnSp>
          <p:nvCxnSpPr>
            <p:cNvPr id="7999" name="Google Shape;7999;p96"/>
            <p:cNvCxnSpPr>
              <a:stCxn id="7996" idx="4"/>
              <a:endCxn id="8000" idx="0"/>
            </p:cNvCxnSpPr>
            <p:nvPr/>
          </p:nvCxnSpPr>
          <p:spPr>
            <a:xfrm rot="5400000">
              <a:off x="2669921" y="2240963"/>
              <a:ext cx="256500" cy="1343100"/>
            </a:xfrm>
            <a:prstGeom prst="bentConnector3">
              <a:avLst>
                <a:gd fmla="val 50000" name="adj1"/>
              </a:avLst>
            </a:prstGeom>
            <a:noFill/>
            <a:ln cap="flat" cmpd="sng" w="9525">
              <a:solidFill>
                <a:srgbClr val="325D79"/>
              </a:solidFill>
              <a:prstDash val="solid"/>
              <a:round/>
              <a:headEnd len="med" w="med" type="none"/>
              <a:tailEnd len="med" w="med" type="none"/>
            </a:ln>
          </p:spPr>
        </p:cxnSp>
        <p:cxnSp>
          <p:nvCxnSpPr>
            <p:cNvPr id="8001" name="Google Shape;8001;p96"/>
            <p:cNvCxnSpPr>
              <a:stCxn id="8000" idx="6"/>
              <a:endCxn id="7997" idx="2"/>
            </p:cNvCxnSpPr>
            <p:nvPr/>
          </p:nvCxnSpPr>
          <p:spPr>
            <a:xfrm>
              <a:off x="2414212" y="3328316"/>
              <a:ext cx="768000" cy="600"/>
            </a:xfrm>
            <a:prstGeom prst="bentConnector3">
              <a:avLst>
                <a:gd fmla="val 50017" name="adj1"/>
              </a:avLst>
            </a:prstGeom>
            <a:noFill/>
            <a:ln cap="flat" cmpd="sng" w="9525">
              <a:solidFill>
                <a:srgbClr val="325D79"/>
              </a:solidFill>
              <a:prstDash val="solid"/>
              <a:round/>
              <a:headEnd len="med" w="med" type="none"/>
              <a:tailEnd len="med" w="med" type="none"/>
            </a:ln>
          </p:spPr>
        </p:cxnSp>
        <p:cxnSp>
          <p:nvCxnSpPr>
            <p:cNvPr id="8002" name="Google Shape;8002;p96"/>
            <p:cNvCxnSpPr>
              <a:stCxn id="7997" idx="4"/>
              <a:endCxn id="8003" idx="0"/>
            </p:cNvCxnSpPr>
            <p:nvPr/>
          </p:nvCxnSpPr>
          <p:spPr>
            <a:xfrm rot="5400000">
              <a:off x="2672171" y="3070316"/>
              <a:ext cx="252000" cy="1343100"/>
            </a:xfrm>
            <a:prstGeom prst="bentConnector3">
              <a:avLst>
                <a:gd fmla="val 49996" name="adj1"/>
              </a:avLst>
            </a:prstGeom>
            <a:noFill/>
            <a:ln cap="flat" cmpd="sng" w="9525">
              <a:solidFill>
                <a:srgbClr val="325D79"/>
              </a:solidFill>
              <a:prstDash val="solid"/>
              <a:round/>
              <a:headEnd len="med" w="med" type="none"/>
              <a:tailEnd len="med" w="med" type="none"/>
            </a:ln>
          </p:spPr>
        </p:cxnSp>
        <p:sp>
          <p:nvSpPr>
            <p:cNvPr id="8000" name="Google Shape;8000;p96"/>
            <p:cNvSpPr/>
            <p:nvPr/>
          </p:nvSpPr>
          <p:spPr>
            <a:xfrm>
              <a:off x="1839112" y="3040766"/>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3" name="Google Shape;8003;p96"/>
            <p:cNvSpPr/>
            <p:nvPr/>
          </p:nvSpPr>
          <p:spPr>
            <a:xfrm>
              <a:off x="1839112" y="3867848"/>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4" name="Google Shape;8004;p96"/>
            <p:cNvSpPr/>
            <p:nvPr/>
          </p:nvSpPr>
          <p:spPr>
            <a:xfrm>
              <a:off x="3182171" y="3867848"/>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005" name="Google Shape;8005;p96"/>
            <p:cNvCxnSpPr>
              <a:endCxn id="8004" idx="2"/>
            </p:cNvCxnSpPr>
            <p:nvPr/>
          </p:nvCxnSpPr>
          <p:spPr>
            <a:xfrm>
              <a:off x="2413871" y="4154498"/>
              <a:ext cx="768300" cy="900"/>
            </a:xfrm>
            <a:prstGeom prst="bentConnector3">
              <a:avLst>
                <a:gd fmla="val 50000" name="adj1"/>
              </a:avLst>
            </a:prstGeom>
            <a:noFill/>
            <a:ln cap="flat" cmpd="sng" w="9525">
              <a:solidFill>
                <a:srgbClr val="325D79"/>
              </a:solidFill>
              <a:prstDash val="solid"/>
              <a:round/>
              <a:headEnd len="med" w="med" type="none"/>
              <a:tailEnd len="med" w="med" type="none"/>
            </a:ln>
          </p:spPr>
        </p:cxnSp>
      </p:grpSp>
      <p:grpSp>
        <p:nvGrpSpPr>
          <p:cNvPr id="8006" name="Google Shape;8006;p96"/>
          <p:cNvGrpSpPr/>
          <p:nvPr/>
        </p:nvGrpSpPr>
        <p:grpSpPr>
          <a:xfrm>
            <a:off x="3481439" y="976671"/>
            <a:ext cx="1637968" cy="154942"/>
            <a:chOff x="238125" y="2506075"/>
            <a:chExt cx="7115411" cy="673075"/>
          </a:xfrm>
        </p:grpSpPr>
        <p:sp>
          <p:nvSpPr>
            <p:cNvPr id="8007" name="Google Shape;8007;p96"/>
            <p:cNvSpPr/>
            <p:nvPr/>
          </p:nvSpPr>
          <p:spPr>
            <a:xfrm>
              <a:off x="238125" y="2506075"/>
              <a:ext cx="1643150" cy="673075"/>
            </a:xfrm>
            <a:custGeom>
              <a:rect b="b" l="l" r="r" t="t"/>
              <a:pathLst>
                <a:path extrusionOk="0" h="26923" w="65726">
                  <a:moveTo>
                    <a:pt x="0" y="0"/>
                  </a:moveTo>
                  <a:lnTo>
                    <a:pt x="10782" y="13477"/>
                  </a:lnTo>
                  <a:lnTo>
                    <a:pt x="0" y="26923"/>
                  </a:lnTo>
                  <a:lnTo>
                    <a:pt x="54943" y="26923"/>
                  </a:lnTo>
                  <a:lnTo>
                    <a:pt x="65725" y="13477"/>
                  </a:lnTo>
                  <a:lnTo>
                    <a:pt x="54943"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8" name="Google Shape;8008;p96"/>
            <p:cNvSpPr/>
            <p:nvPr/>
          </p:nvSpPr>
          <p:spPr>
            <a:xfrm>
              <a:off x="1606190"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9" name="Google Shape;8009;p96"/>
            <p:cNvSpPr/>
            <p:nvPr/>
          </p:nvSpPr>
          <p:spPr>
            <a:xfrm>
              <a:off x="297348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0" name="Google Shape;8010;p96"/>
            <p:cNvSpPr/>
            <p:nvPr/>
          </p:nvSpPr>
          <p:spPr>
            <a:xfrm>
              <a:off x="570961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1" name="Google Shape;8011;p96"/>
            <p:cNvSpPr/>
            <p:nvPr/>
          </p:nvSpPr>
          <p:spPr>
            <a:xfrm>
              <a:off x="4342321" y="2506075"/>
              <a:ext cx="1643150" cy="673075"/>
            </a:xfrm>
            <a:custGeom>
              <a:rect b="b" l="l" r="r" t="t"/>
              <a:pathLst>
                <a:path extrusionOk="0" h="26923" w="65726">
                  <a:moveTo>
                    <a:pt x="1" y="0"/>
                  </a:moveTo>
                  <a:lnTo>
                    <a:pt x="10751" y="13477"/>
                  </a:lnTo>
                  <a:lnTo>
                    <a:pt x="1" y="26923"/>
                  </a:lnTo>
                  <a:lnTo>
                    <a:pt x="54944" y="26923"/>
                  </a:lnTo>
                  <a:lnTo>
                    <a:pt x="65726" y="13477"/>
                  </a:lnTo>
                  <a:lnTo>
                    <a:pt x="54944"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12" name="Google Shape;8012;p96"/>
          <p:cNvGrpSpPr/>
          <p:nvPr/>
        </p:nvGrpSpPr>
        <p:grpSpPr>
          <a:xfrm>
            <a:off x="720124" y="1298269"/>
            <a:ext cx="2476762" cy="91743"/>
            <a:chOff x="1464850" y="436376"/>
            <a:chExt cx="6001362" cy="222300"/>
          </a:xfrm>
        </p:grpSpPr>
        <p:sp>
          <p:nvSpPr>
            <p:cNvPr id="8013" name="Google Shape;8013;p96"/>
            <p:cNvSpPr/>
            <p:nvPr/>
          </p:nvSpPr>
          <p:spPr>
            <a:xfrm>
              <a:off x="1464850"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4" name="Google Shape;8014;p96"/>
            <p:cNvSpPr/>
            <p:nvPr/>
          </p:nvSpPr>
          <p:spPr>
            <a:xfrm>
              <a:off x="4410215"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5" name="Google Shape;8015;p96"/>
            <p:cNvSpPr/>
            <p:nvPr/>
          </p:nvSpPr>
          <p:spPr>
            <a:xfrm>
              <a:off x="7243912"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6" name="Google Shape;8016;p96"/>
            <p:cNvSpPr/>
            <p:nvPr/>
          </p:nvSpPr>
          <p:spPr>
            <a:xfrm>
              <a:off x="2920366"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7" name="Google Shape;8017;p96"/>
            <p:cNvSpPr/>
            <p:nvPr/>
          </p:nvSpPr>
          <p:spPr>
            <a:xfrm>
              <a:off x="5831847"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018" name="Google Shape;8018;p96"/>
            <p:cNvCxnSpPr/>
            <p:nvPr/>
          </p:nvCxnSpPr>
          <p:spPr>
            <a:xfrm>
              <a:off x="1798637" y="547513"/>
              <a:ext cx="988200" cy="0"/>
            </a:xfrm>
            <a:prstGeom prst="straightConnector1">
              <a:avLst/>
            </a:prstGeom>
            <a:noFill/>
            <a:ln cap="flat" cmpd="sng" w="9525">
              <a:solidFill>
                <a:srgbClr val="5F7D95"/>
              </a:solidFill>
              <a:prstDash val="solid"/>
              <a:round/>
              <a:headEnd len="med" w="med" type="none"/>
              <a:tailEnd len="med" w="med" type="none"/>
            </a:ln>
          </p:spPr>
        </p:cxnSp>
        <p:cxnSp>
          <p:nvCxnSpPr>
            <p:cNvPr id="8019" name="Google Shape;8019;p96"/>
            <p:cNvCxnSpPr/>
            <p:nvPr/>
          </p:nvCxnSpPr>
          <p:spPr>
            <a:xfrm>
              <a:off x="3276248" y="547513"/>
              <a:ext cx="988200" cy="0"/>
            </a:xfrm>
            <a:prstGeom prst="straightConnector1">
              <a:avLst/>
            </a:prstGeom>
            <a:noFill/>
            <a:ln cap="flat" cmpd="sng" w="9525">
              <a:solidFill>
                <a:srgbClr val="5F7D95"/>
              </a:solidFill>
              <a:prstDash val="solid"/>
              <a:round/>
              <a:headEnd len="med" w="med" type="none"/>
              <a:tailEnd len="med" w="med" type="none"/>
            </a:ln>
          </p:spPr>
        </p:cxnSp>
        <p:cxnSp>
          <p:nvCxnSpPr>
            <p:cNvPr id="8020" name="Google Shape;8020;p96"/>
            <p:cNvCxnSpPr/>
            <p:nvPr/>
          </p:nvCxnSpPr>
          <p:spPr>
            <a:xfrm>
              <a:off x="4753898" y="547513"/>
              <a:ext cx="988200" cy="0"/>
            </a:xfrm>
            <a:prstGeom prst="straightConnector1">
              <a:avLst/>
            </a:prstGeom>
            <a:noFill/>
            <a:ln cap="flat" cmpd="sng" w="9525">
              <a:solidFill>
                <a:srgbClr val="5F7D95"/>
              </a:solidFill>
              <a:prstDash val="solid"/>
              <a:round/>
              <a:headEnd len="med" w="med" type="none"/>
              <a:tailEnd len="med" w="med" type="none"/>
            </a:ln>
          </p:spPr>
        </p:cxnSp>
        <p:cxnSp>
          <p:nvCxnSpPr>
            <p:cNvPr id="8021" name="Google Shape;8021;p96"/>
            <p:cNvCxnSpPr/>
            <p:nvPr/>
          </p:nvCxnSpPr>
          <p:spPr>
            <a:xfrm>
              <a:off x="6143961" y="547513"/>
              <a:ext cx="988200" cy="0"/>
            </a:xfrm>
            <a:prstGeom prst="straightConnector1">
              <a:avLst/>
            </a:prstGeom>
            <a:noFill/>
            <a:ln cap="flat" cmpd="sng" w="9525">
              <a:solidFill>
                <a:srgbClr val="5F7D95"/>
              </a:solidFill>
              <a:prstDash val="solid"/>
              <a:round/>
              <a:headEnd len="med" w="med" type="none"/>
              <a:tailEnd len="med" w="med" type="none"/>
            </a:ln>
          </p:spPr>
        </p:cxnSp>
      </p:grpSp>
      <p:grpSp>
        <p:nvGrpSpPr>
          <p:cNvPr id="8022" name="Google Shape;8022;p96"/>
          <p:cNvGrpSpPr/>
          <p:nvPr/>
        </p:nvGrpSpPr>
        <p:grpSpPr>
          <a:xfrm>
            <a:off x="706391" y="2533734"/>
            <a:ext cx="1452710" cy="651923"/>
            <a:chOff x="803162" y="2667727"/>
            <a:chExt cx="1411906" cy="633611"/>
          </a:xfrm>
        </p:grpSpPr>
        <p:cxnSp>
          <p:nvCxnSpPr>
            <p:cNvPr id="8023" name="Google Shape;8023;p96"/>
            <p:cNvCxnSpPr>
              <a:stCxn id="8024" idx="2"/>
              <a:endCxn id="8025" idx="0"/>
            </p:cNvCxnSpPr>
            <p:nvPr/>
          </p:nvCxnSpPr>
          <p:spPr>
            <a:xfrm flipH="1" rot="-5400000">
              <a:off x="1629114" y="2672827"/>
              <a:ext cx="129300" cy="3693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026" name="Google Shape;8026;p96"/>
            <p:cNvCxnSpPr>
              <a:stCxn id="8027" idx="0"/>
              <a:endCxn id="8024" idx="2"/>
            </p:cNvCxnSpPr>
            <p:nvPr/>
          </p:nvCxnSpPr>
          <p:spPr>
            <a:xfrm rot="-5400000">
              <a:off x="1259830" y="2672682"/>
              <a:ext cx="129300" cy="3693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028" name="Google Shape;8028;p96"/>
            <p:cNvCxnSpPr>
              <a:stCxn id="8027" idx="2"/>
              <a:endCxn id="8029" idx="0"/>
            </p:cNvCxnSpPr>
            <p:nvPr/>
          </p:nvCxnSpPr>
          <p:spPr>
            <a:xfrm flipH="1" rot="-5400000">
              <a:off x="1163380" y="3023532"/>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030" name="Google Shape;8030;p96"/>
            <p:cNvCxnSpPr>
              <a:stCxn id="8031" idx="0"/>
              <a:endCxn id="8027" idx="2"/>
            </p:cNvCxnSpPr>
            <p:nvPr/>
          </p:nvCxnSpPr>
          <p:spPr>
            <a:xfrm rot="-5400000">
              <a:off x="987062" y="3023388"/>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032" name="Google Shape;8032;p96"/>
            <p:cNvCxnSpPr>
              <a:stCxn id="8025" idx="2"/>
              <a:endCxn id="8033" idx="0"/>
            </p:cNvCxnSpPr>
            <p:nvPr/>
          </p:nvCxnSpPr>
          <p:spPr>
            <a:xfrm flipH="1" rot="-5400000">
              <a:off x="1901948" y="3023532"/>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034" name="Google Shape;8034;p96"/>
            <p:cNvCxnSpPr>
              <a:stCxn id="8035" idx="0"/>
              <a:endCxn id="8025" idx="2"/>
            </p:cNvCxnSpPr>
            <p:nvPr/>
          </p:nvCxnSpPr>
          <p:spPr>
            <a:xfrm rot="-5400000">
              <a:off x="1725631" y="3023388"/>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sp>
          <p:nvSpPr>
            <p:cNvPr id="8031" name="Google Shape;8031;p96"/>
            <p:cNvSpPr/>
            <p:nvPr/>
          </p:nvSpPr>
          <p:spPr>
            <a:xfrm>
              <a:off x="803162"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029" name="Google Shape;8029;p96"/>
            <p:cNvSpPr/>
            <p:nvPr/>
          </p:nvSpPr>
          <p:spPr>
            <a:xfrm>
              <a:off x="1155799"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035" name="Google Shape;8035;p96"/>
            <p:cNvSpPr/>
            <p:nvPr/>
          </p:nvSpPr>
          <p:spPr>
            <a:xfrm>
              <a:off x="1541731"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033" name="Google Shape;8033;p96"/>
            <p:cNvSpPr/>
            <p:nvPr/>
          </p:nvSpPr>
          <p:spPr>
            <a:xfrm>
              <a:off x="1894368"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025" name="Google Shape;8025;p96"/>
            <p:cNvSpPr/>
            <p:nvPr/>
          </p:nvSpPr>
          <p:spPr>
            <a:xfrm>
              <a:off x="1718048" y="2921982"/>
              <a:ext cx="320700" cy="125100"/>
            </a:xfrm>
            <a:prstGeom prst="roundRect">
              <a:avLst>
                <a:gd fmla="val 50000" name="adj"/>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027" name="Google Shape;8027;p96"/>
            <p:cNvSpPr/>
            <p:nvPr/>
          </p:nvSpPr>
          <p:spPr>
            <a:xfrm>
              <a:off x="979480" y="2921982"/>
              <a:ext cx="320700" cy="125100"/>
            </a:xfrm>
            <a:prstGeom prst="roundRect">
              <a:avLst>
                <a:gd fmla="val 50000" name="adj"/>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024" name="Google Shape;8024;p96"/>
            <p:cNvSpPr/>
            <p:nvPr/>
          </p:nvSpPr>
          <p:spPr>
            <a:xfrm>
              <a:off x="1348764" y="2667727"/>
              <a:ext cx="320700" cy="125100"/>
            </a:xfrm>
            <a:prstGeom prst="roundRect">
              <a:avLst>
                <a:gd fmla="val 50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FFFFFF"/>
                </a:solidFill>
              </a:endParaRPr>
            </a:p>
          </p:txBody>
        </p:sp>
      </p:grpSp>
      <p:grpSp>
        <p:nvGrpSpPr>
          <p:cNvPr id="8036" name="Google Shape;8036;p96"/>
          <p:cNvGrpSpPr/>
          <p:nvPr/>
        </p:nvGrpSpPr>
        <p:grpSpPr>
          <a:xfrm>
            <a:off x="706393" y="969273"/>
            <a:ext cx="2518541" cy="209309"/>
            <a:chOff x="803163" y="1111966"/>
            <a:chExt cx="2447800" cy="203430"/>
          </a:xfrm>
        </p:grpSpPr>
        <p:grpSp>
          <p:nvGrpSpPr>
            <p:cNvPr id="8037" name="Google Shape;8037;p96"/>
            <p:cNvGrpSpPr/>
            <p:nvPr/>
          </p:nvGrpSpPr>
          <p:grpSpPr>
            <a:xfrm>
              <a:off x="1958180" y="1111966"/>
              <a:ext cx="588019" cy="121396"/>
              <a:chOff x="4808316" y="2800065"/>
              <a:chExt cx="1999386" cy="412910"/>
            </a:xfrm>
          </p:grpSpPr>
          <p:sp>
            <p:nvSpPr>
              <p:cNvPr id="8038" name="Google Shape;8038;p96"/>
              <p:cNvSpPr/>
              <p:nvPr/>
            </p:nvSpPr>
            <p:spPr>
              <a:xfrm>
                <a:off x="4849302" y="3079475"/>
                <a:ext cx="1958400" cy="1335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039" name="Google Shape;8039;p96"/>
              <p:cNvGrpSpPr/>
              <p:nvPr/>
            </p:nvGrpSpPr>
            <p:grpSpPr>
              <a:xfrm>
                <a:off x="4808316" y="2800065"/>
                <a:ext cx="92400" cy="411825"/>
                <a:chOff x="845575" y="2563700"/>
                <a:chExt cx="92400" cy="411825"/>
              </a:xfrm>
            </p:grpSpPr>
            <p:cxnSp>
              <p:nvCxnSpPr>
                <p:cNvPr id="8040" name="Google Shape;8040;p96"/>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041" name="Google Shape;8041;p96"/>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cxnSp>
          <p:nvCxnSpPr>
            <p:cNvPr id="8042" name="Google Shape;8042;p96"/>
            <p:cNvCxnSpPr/>
            <p:nvPr/>
          </p:nvCxnSpPr>
          <p:spPr>
            <a:xfrm>
              <a:off x="3237251" y="1127387"/>
              <a:ext cx="0" cy="105600"/>
            </a:xfrm>
            <a:prstGeom prst="straightConnector1">
              <a:avLst/>
            </a:prstGeom>
            <a:noFill/>
            <a:ln cap="flat" cmpd="sng" w="9525">
              <a:solidFill>
                <a:srgbClr val="667E92"/>
              </a:solidFill>
              <a:prstDash val="solid"/>
              <a:round/>
              <a:headEnd len="sm" w="sm" type="none"/>
              <a:tailEnd len="sm" w="sm" type="none"/>
            </a:ln>
          </p:spPr>
        </p:cxnSp>
        <p:sp>
          <p:nvSpPr>
            <p:cNvPr id="8043" name="Google Shape;8043;p96"/>
            <p:cNvSpPr/>
            <p:nvPr/>
          </p:nvSpPr>
          <p:spPr>
            <a:xfrm>
              <a:off x="3223663" y="1111974"/>
              <a:ext cx="27300" cy="273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044" name="Google Shape;8044;p96"/>
            <p:cNvGrpSpPr/>
            <p:nvPr/>
          </p:nvGrpSpPr>
          <p:grpSpPr>
            <a:xfrm>
              <a:off x="803163" y="1111974"/>
              <a:ext cx="591158" cy="121545"/>
              <a:chOff x="803163" y="1111974"/>
              <a:chExt cx="591158" cy="121545"/>
            </a:xfrm>
          </p:grpSpPr>
          <p:grpSp>
            <p:nvGrpSpPr>
              <p:cNvPr id="8045" name="Google Shape;8045;p96"/>
              <p:cNvGrpSpPr/>
              <p:nvPr/>
            </p:nvGrpSpPr>
            <p:grpSpPr>
              <a:xfrm>
                <a:off x="803163" y="1111974"/>
                <a:ext cx="27175" cy="121077"/>
                <a:chOff x="845575" y="2563700"/>
                <a:chExt cx="92400" cy="411825"/>
              </a:xfrm>
            </p:grpSpPr>
            <p:cxnSp>
              <p:nvCxnSpPr>
                <p:cNvPr id="8046" name="Google Shape;8046;p96"/>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047" name="Google Shape;8047;p96"/>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048" name="Google Shape;8048;p96"/>
              <p:cNvSpPr/>
              <p:nvPr/>
            </p:nvSpPr>
            <p:spPr>
              <a:xfrm>
                <a:off x="818321" y="1194219"/>
                <a:ext cx="576000" cy="393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49" name="Google Shape;8049;p96"/>
            <p:cNvGrpSpPr/>
            <p:nvPr/>
          </p:nvGrpSpPr>
          <p:grpSpPr>
            <a:xfrm>
              <a:off x="1381910" y="1194219"/>
              <a:ext cx="588341" cy="121177"/>
              <a:chOff x="1381910" y="1194219"/>
              <a:chExt cx="588341" cy="121177"/>
            </a:xfrm>
          </p:grpSpPr>
          <p:grpSp>
            <p:nvGrpSpPr>
              <p:cNvPr id="8050" name="Google Shape;8050;p96"/>
              <p:cNvGrpSpPr/>
              <p:nvPr/>
            </p:nvGrpSpPr>
            <p:grpSpPr>
              <a:xfrm rot="10800000">
                <a:off x="1381910" y="1194319"/>
                <a:ext cx="27175" cy="121077"/>
                <a:chOff x="2070100" y="2563700"/>
                <a:chExt cx="92400" cy="411825"/>
              </a:xfrm>
            </p:grpSpPr>
            <p:cxnSp>
              <p:nvCxnSpPr>
                <p:cNvPr id="8051" name="Google Shape;8051;p96"/>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052" name="Google Shape;8052;p96"/>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053" name="Google Shape;8053;p96"/>
              <p:cNvSpPr/>
              <p:nvPr/>
            </p:nvSpPr>
            <p:spPr>
              <a:xfrm>
                <a:off x="1394250" y="1194219"/>
                <a:ext cx="576000" cy="39300"/>
              </a:xfrm>
              <a:prstGeom prst="rect">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54" name="Google Shape;8054;p96"/>
            <p:cNvGrpSpPr/>
            <p:nvPr/>
          </p:nvGrpSpPr>
          <p:grpSpPr>
            <a:xfrm>
              <a:off x="2532079" y="1194219"/>
              <a:ext cx="704927" cy="121177"/>
              <a:chOff x="2532079" y="1194219"/>
              <a:chExt cx="704927" cy="121177"/>
            </a:xfrm>
          </p:grpSpPr>
          <p:grpSp>
            <p:nvGrpSpPr>
              <p:cNvPr id="8055" name="Google Shape;8055;p96"/>
              <p:cNvGrpSpPr/>
              <p:nvPr/>
            </p:nvGrpSpPr>
            <p:grpSpPr>
              <a:xfrm rot="10800000">
                <a:off x="2532079" y="1194319"/>
                <a:ext cx="27175" cy="121077"/>
                <a:chOff x="2070100" y="2563700"/>
                <a:chExt cx="92400" cy="411825"/>
              </a:xfrm>
            </p:grpSpPr>
            <p:cxnSp>
              <p:nvCxnSpPr>
                <p:cNvPr id="8056" name="Google Shape;8056;p96"/>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057" name="Google Shape;8057;p96"/>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058" name="Google Shape;8058;p96"/>
              <p:cNvSpPr/>
              <p:nvPr/>
            </p:nvSpPr>
            <p:spPr>
              <a:xfrm>
                <a:off x="2546107" y="1194219"/>
                <a:ext cx="690900" cy="39300"/>
              </a:xfrm>
              <a:prstGeom prst="rect">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059" name="Google Shape;8059;p96"/>
          <p:cNvGrpSpPr/>
          <p:nvPr/>
        </p:nvGrpSpPr>
        <p:grpSpPr>
          <a:xfrm>
            <a:off x="3499403" y="3665904"/>
            <a:ext cx="1567778" cy="491677"/>
            <a:chOff x="5194708" y="3484366"/>
            <a:chExt cx="3148148" cy="987304"/>
          </a:xfrm>
        </p:grpSpPr>
        <p:grpSp>
          <p:nvGrpSpPr>
            <p:cNvPr id="8060" name="Google Shape;8060;p96"/>
            <p:cNvGrpSpPr/>
            <p:nvPr/>
          </p:nvGrpSpPr>
          <p:grpSpPr>
            <a:xfrm>
              <a:off x="7531521" y="3484366"/>
              <a:ext cx="811335" cy="987304"/>
              <a:chOff x="3379425" y="1617275"/>
              <a:chExt cx="1090650" cy="1327200"/>
            </a:xfrm>
          </p:grpSpPr>
          <p:sp>
            <p:nvSpPr>
              <p:cNvPr id="8061" name="Google Shape;8061;p96"/>
              <p:cNvSpPr/>
              <p:nvPr/>
            </p:nvSpPr>
            <p:spPr>
              <a:xfrm>
                <a:off x="3554475"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cap="flat" cmpd="sng" w="19050">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2" name="Google Shape;8062;p96"/>
              <p:cNvSpPr/>
              <p:nvPr/>
            </p:nvSpPr>
            <p:spPr>
              <a:xfrm>
                <a:off x="3379425"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3" name="Google Shape;8063;p96"/>
              <p:cNvSpPr/>
              <p:nvPr/>
            </p:nvSpPr>
            <p:spPr>
              <a:xfrm>
                <a:off x="3775050" y="2771175"/>
                <a:ext cx="300875" cy="173300"/>
              </a:xfrm>
              <a:custGeom>
                <a:rect b="b" l="l" r="r" t="t"/>
                <a:pathLst>
                  <a:path extrusionOk="0" h="6932" w="12035">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64" name="Google Shape;8064;p96"/>
            <p:cNvGrpSpPr/>
            <p:nvPr/>
          </p:nvGrpSpPr>
          <p:grpSpPr>
            <a:xfrm>
              <a:off x="6752546" y="3484366"/>
              <a:ext cx="811428" cy="987304"/>
              <a:chOff x="2332275" y="1617275"/>
              <a:chExt cx="1090775" cy="1327200"/>
            </a:xfrm>
          </p:grpSpPr>
          <p:sp>
            <p:nvSpPr>
              <p:cNvPr id="8065" name="Google Shape;8065;p96"/>
              <p:cNvSpPr/>
              <p:nvPr/>
            </p:nvSpPr>
            <p:spPr>
              <a:xfrm>
                <a:off x="2507425"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cap="flat" cmpd="sng" w="19050">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6" name="Google Shape;8066;p96"/>
              <p:cNvSpPr/>
              <p:nvPr/>
            </p:nvSpPr>
            <p:spPr>
              <a:xfrm>
                <a:off x="2332275" y="1617275"/>
                <a:ext cx="1090775" cy="1273950"/>
              </a:xfrm>
              <a:custGeom>
                <a:rect b="b" l="l" r="r" t="t"/>
                <a:pathLst>
                  <a:path extrusionOk="0" h="50958" w="43631">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7" name="Google Shape;8067;p96"/>
              <p:cNvSpPr/>
              <p:nvPr/>
            </p:nvSpPr>
            <p:spPr>
              <a:xfrm>
                <a:off x="2727925"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68" name="Google Shape;8068;p96"/>
            <p:cNvGrpSpPr/>
            <p:nvPr/>
          </p:nvGrpSpPr>
          <p:grpSpPr>
            <a:xfrm>
              <a:off x="5973664" y="3484366"/>
              <a:ext cx="811335" cy="987304"/>
              <a:chOff x="1285250" y="1617275"/>
              <a:chExt cx="1090650" cy="1327200"/>
            </a:xfrm>
          </p:grpSpPr>
          <p:sp>
            <p:nvSpPr>
              <p:cNvPr id="8069" name="Google Shape;8069;p96"/>
              <p:cNvSpPr/>
              <p:nvPr/>
            </p:nvSpPr>
            <p:spPr>
              <a:xfrm>
                <a:off x="1460300"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cap="flat" cmpd="sng" w="19050">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0" name="Google Shape;8070;p96"/>
              <p:cNvSpPr/>
              <p:nvPr/>
            </p:nvSpPr>
            <p:spPr>
              <a:xfrm>
                <a:off x="1285250"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1" name="Google Shape;8071;p96"/>
              <p:cNvSpPr/>
              <p:nvPr/>
            </p:nvSpPr>
            <p:spPr>
              <a:xfrm>
                <a:off x="1680900" y="2771175"/>
                <a:ext cx="300850" cy="173300"/>
              </a:xfrm>
              <a:custGeom>
                <a:rect b="b" l="l" r="r" t="t"/>
                <a:pathLst>
                  <a:path extrusionOk="0" h="6932" w="12034">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72" name="Google Shape;8072;p96"/>
            <p:cNvGrpSpPr/>
            <p:nvPr/>
          </p:nvGrpSpPr>
          <p:grpSpPr>
            <a:xfrm>
              <a:off x="5194708" y="3484366"/>
              <a:ext cx="811409" cy="987304"/>
              <a:chOff x="238125" y="1617275"/>
              <a:chExt cx="1090750" cy="1327200"/>
            </a:xfrm>
          </p:grpSpPr>
          <p:sp>
            <p:nvSpPr>
              <p:cNvPr id="8073" name="Google Shape;8073;p96"/>
              <p:cNvSpPr/>
              <p:nvPr/>
            </p:nvSpPr>
            <p:spPr>
              <a:xfrm>
                <a:off x="413250"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cap="flat" cmpd="sng" w="19050">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4" name="Google Shape;8074;p96"/>
              <p:cNvSpPr/>
              <p:nvPr/>
            </p:nvSpPr>
            <p:spPr>
              <a:xfrm>
                <a:off x="238125" y="1617275"/>
                <a:ext cx="1090750" cy="1273950"/>
              </a:xfrm>
              <a:custGeom>
                <a:rect b="b" l="l" r="r" t="t"/>
                <a:pathLst>
                  <a:path extrusionOk="0" h="50958" w="4363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5" name="Google Shape;8075;p96"/>
              <p:cNvSpPr/>
              <p:nvPr/>
            </p:nvSpPr>
            <p:spPr>
              <a:xfrm>
                <a:off x="633750"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076" name="Google Shape;8076;p96"/>
          <p:cNvGrpSpPr/>
          <p:nvPr/>
        </p:nvGrpSpPr>
        <p:grpSpPr>
          <a:xfrm>
            <a:off x="3460012" y="3146315"/>
            <a:ext cx="1616964" cy="346256"/>
            <a:chOff x="1808063" y="4294338"/>
            <a:chExt cx="3370782" cy="721817"/>
          </a:xfrm>
        </p:grpSpPr>
        <p:sp>
          <p:nvSpPr>
            <p:cNvPr id="8077" name="Google Shape;8077;p96"/>
            <p:cNvSpPr/>
            <p:nvPr/>
          </p:nvSpPr>
          <p:spPr>
            <a:xfrm>
              <a:off x="1906300"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8" name="Google Shape;8078;p96"/>
            <p:cNvSpPr/>
            <p:nvPr/>
          </p:nvSpPr>
          <p:spPr>
            <a:xfrm>
              <a:off x="3795035" y="4655290"/>
              <a:ext cx="721912" cy="360865"/>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9" name="Google Shape;8079;p96"/>
            <p:cNvSpPr/>
            <p:nvPr/>
          </p:nvSpPr>
          <p:spPr>
            <a:xfrm>
              <a:off x="3133137" y="4294338"/>
              <a:ext cx="721729" cy="360865"/>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0" name="Google Shape;8080;p96"/>
            <p:cNvSpPr/>
            <p:nvPr/>
          </p:nvSpPr>
          <p:spPr>
            <a:xfrm>
              <a:off x="1808063" y="4294338"/>
              <a:ext cx="722460" cy="36205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1" name="Google Shape;8081;p96"/>
            <p:cNvSpPr/>
            <p:nvPr/>
          </p:nvSpPr>
          <p:spPr>
            <a:xfrm>
              <a:off x="2470965" y="4655290"/>
              <a:ext cx="721912" cy="360865"/>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2" name="Google Shape;8082;p96"/>
            <p:cNvSpPr/>
            <p:nvPr/>
          </p:nvSpPr>
          <p:spPr>
            <a:xfrm>
              <a:off x="4456385" y="4294338"/>
              <a:ext cx="722460" cy="36205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3" name="Google Shape;8083;p96"/>
            <p:cNvSpPr/>
            <p:nvPr/>
          </p:nvSpPr>
          <p:spPr>
            <a:xfrm>
              <a:off x="2568813"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4" name="Google Shape;8084;p96"/>
            <p:cNvSpPr/>
            <p:nvPr/>
          </p:nvSpPr>
          <p:spPr>
            <a:xfrm>
              <a:off x="3231883"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5" name="Google Shape;8085;p96"/>
            <p:cNvSpPr/>
            <p:nvPr/>
          </p:nvSpPr>
          <p:spPr>
            <a:xfrm>
              <a:off x="3894395"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6" name="Google Shape;8086;p96"/>
            <p:cNvSpPr/>
            <p:nvPr/>
          </p:nvSpPr>
          <p:spPr>
            <a:xfrm>
              <a:off x="4560958"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87" name="Google Shape;8087;p96"/>
          <p:cNvGrpSpPr/>
          <p:nvPr/>
        </p:nvGrpSpPr>
        <p:grpSpPr>
          <a:xfrm>
            <a:off x="738224" y="3432344"/>
            <a:ext cx="1295882" cy="646587"/>
            <a:chOff x="834100" y="3642869"/>
            <a:chExt cx="1259483" cy="628426"/>
          </a:xfrm>
        </p:grpSpPr>
        <p:sp>
          <p:nvSpPr>
            <p:cNvPr id="8088" name="Google Shape;8088;p96"/>
            <p:cNvSpPr/>
            <p:nvPr/>
          </p:nvSpPr>
          <p:spPr>
            <a:xfrm>
              <a:off x="1557115" y="4061516"/>
              <a:ext cx="127079" cy="163426"/>
            </a:xfrm>
            <a:custGeom>
              <a:rect b="b" l="l" r="r" t="t"/>
              <a:pathLst>
                <a:path extrusionOk="0" fill="none" h="37079" w="28816">
                  <a:moveTo>
                    <a:pt x="28815" y="37078"/>
                  </a:moveTo>
                  <a:lnTo>
                    <a:pt x="17922" y="37078"/>
                  </a:lnTo>
                  <a:cubicBezTo>
                    <a:pt x="14829" y="37078"/>
                    <a:pt x="14212" y="33613"/>
                    <a:pt x="14212" y="33613"/>
                  </a:cubicBezTo>
                  <a:lnTo>
                    <a:pt x="14212" y="10631"/>
                  </a:lnTo>
                  <a:lnTo>
                    <a:pt x="0" y="10631"/>
                  </a:lnTo>
                  <a:lnTo>
                    <a:pt x="0"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9" name="Google Shape;8089;p96"/>
            <p:cNvSpPr/>
            <p:nvPr/>
          </p:nvSpPr>
          <p:spPr>
            <a:xfrm>
              <a:off x="1847875" y="4224937"/>
              <a:ext cx="161119" cy="4"/>
            </a:xfrm>
            <a:custGeom>
              <a:rect b="b" l="l" r="r" t="t"/>
              <a:pathLst>
                <a:path extrusionOk="0" fill="none" h="1" w="36535">
                  <a:moveTo>
                    <a:pt x="1" y="0"/>
                  </a:moveTo>
                  <a:lnTo>
                    <a:pt x="36535"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0" name="Google Shape;8090;p96"/>
            <p:cNvSpPr/>
            <p:nvPr/>
          </p:nvSpPr>
          <p:spPr>
            <a:xfrm>
              <a:off x="1684189" y="4176763"/>
              <a:ext cx="163690" cy="94532"/>
            </a:xfrm>
            <a:custGeom>
              <a:rect b="b" l="l" r="r" t="t"/>
              <a:pathLst>
                <a:path extrusionOk="0" h="21448" w="37118">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1" name="Google Shape;8091;p96"/>
            <p:cNvSpPr/>
            <p:nvPr/>
          </p:nvSpPr>
          <p:spPr>
            <a:xfrm>
              <a:off x="1246916" y="3961205"/>
              <a:ext cx="77612" cy="4"/>
            </a:xfrm>
            <a:custGeom>
              <a:rect b="b" l="l" r="r" t="t"/>
              <a:pathLst>
                <a:path extrusionOk="0" fill="none" h="1" w="17599">
                  <a:moveTo>
                    <a:pt x="1759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2" name="Google Shape;8092;p96"/>
            <p:cNvSpPr/>
            <p:nvPr/>
          </p:nvSpPr>
          <p:spPr>
            <a:xfrm>
              <a:off x="854078" y="3861292"/>
              <a:ext cx="154429" cy="4"/>
            </a:xfrm>
            <a:custGeom>
              <a:rect b="b" l="l" r="r" t="t"/>
              <a:pathLst>
                <a:path extrusionOk="0" fill="none" h="1" w="35018">
                  <a:moveTo>
                    <a:pt x="35017"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3" name="Google Shape;8093;p96"/>
            <p:cNvSpPr/>
            <p:nvPr/>
          </p:nvSpPr>
          <p:spPr>
            <a:xfrm>
              <a:off x="1164630" y="3861309"/>
              <a:ext cx="79574" cy="199792"/>
            </a:xfrm>
            <a:custGeom>
              <a:rect b="b" l="l" r="r" t="t"/>
              <a:pathLst>
                <a:path extrusionOk="0" fill="none" h="45330" w="18044">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4" name="Google Shape;8094;p96"/>
            <p:cNvSpPr/>
            <p:nvPr/>
          </p:nvSpPr>
          <p:spPr>
            <a:xfrm>
              <a:off x="854078" y="4061097"/>
              <a:ext cx="146866" cy="4"/>
            </a:xfrm>
            <a:custGeom>
              <a:rect b="b" l="l" r="r" t="t"/>
              <a:pathLst>
                <a:path extrusionOk="0" fill="none" h="1" w="33303">
                  <a:moveTo>
                    <a:pt x="1" y="1"/>
                  </a:moveTo>
                  <a:lnTo>
                    <a:pt x="3330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5" name="Google Shape;8095;p96"/>
            <p:cNvSpPr/>
            <p:nvPr/>
          </p:nvSpPr>
          <p:spPr>
            <a:xfrm>
              <a:off x="1000939" y="4005884"/>
              <a:ext cx="163695" cy="94514"/>
            </a:xfrm>
            <a:custGeom>
              <a:rect b="b" l="l" r="r" t="t"/>
              <a:pathLst>
                <a:path extrusionOk="0" h="21444" w="37119">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6" name="Google Shape;8096;p96"/>
            <p:cNvSpPr/>
            <p:nvPr/>
          </p:nvSpPr>
          <p:spPr>
            <a:xfrm>
              <a:off x="1008502" y="3822418"/>
              <a:ext cx="163690" cy="94528"/>
            </a:xfrm>
            <a:custGeom>
              <a:rect b="b" l="l" r="r" t="t"/>
              <a:pathLst>
                <a:path extrusionOk="0" h="21447" w="37118">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7" name="Google Shape;8097;p96"/>
            <p:cNvSpPr/>
            <p:nvPr/>
          </p:nvSpPr>
          <p:spPr>
            <a:xfrm>
              <a:off x="1603156" y="3961205"/>
              <a:ext cx="77612" cy="4"/>
            </a:xfrm>
            <a:custGeom>
              <a:rect b="b" l="l" r="r" t="t"/>
              <a:pathLst>
                <a:path extrusionOk="0" fill="none" h="1" w="17599">
                  <a:moveTo>
                    <a:pt x="1" y="0"/>
                  </a:moveTo>
                  <a:lnTo>
                    <a:pt x="17598"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8" name="Google Shape;8098;p96"/>
            <p:cNvSpPr/>
            <p:nvPr/>
          </p:nvSpPr>
          <p:spPr>
            <a:xfrm>
              <a:off x="1926576" y="3861292"/>
              <a:ext cx="144308" cy="4"/>
            </a:xfrm>
            <a:custGeom>
              <a:rect b="b" l="l" r="r" t="t"/>
              <a:pathLst>
                <a:path extrusionOk="0" fill="none" h="1" w="32723">
                  <a:moveTo>
                    <a:pt x="1" y="1"/>
                  </a:moveTo>
                  <a:lnTo>
                    <a:pt x="327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9" name="Google Shape;8099;p96"/>
            <p:cNvSpPr/>
            <p:nvPr/>
          </p:nvSpPr>
          <p:spPr>
            <a:xfrm>
              <a:off x="1680763" y="3861309"/>
              <a:ext cx="82127" cy="199792"/>
            </a:xfrm>
            <a:custGeom>
              <a:rect b="b" l="l" r="r" t="t"/>
              <a:pathLst>
                <a:path extrusionOk="0" fill="none" h="45330" w="18623">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0" name="Google Shape;8100;p96"/>
            <p:cNvSpPr/>
            <p:nvPr/>
          </p:nvSpPr>
          <p:spPr>
            <a:xfrm>
              <a:off x="1926576" y="4061097"/>
              <a:ext cx="144308" cy="4"/>
            </a:xfrm>
            <a:custGeom>
              <a:rect b="b" l="l" r="r" t="t"/>
              <a:pathLst>
                <a:path extrusionOk="0" fill="none" h="1" w="32723">
                  <a:moveTo>
                    <a:pt x="32723"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1" name="Google Shape;8101;p96"/>
            <p:cNvSpPr/>
            <p:nvPr/>
          </p:nvSpPr>
          <p:spPr>
            <a:xfrm>
              <a:off x="1762436" y="3822418"/>
              <a:ext cx="163677" cy="94528"/>
            </a:xfrm>
            <a:custGeom>
              <a:rect b="b" l="l" r="r" t="t"/>
              <a:pathLst>
                <a:path extrusionOk="0" h="21447" w="37115">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2" name="Google Shape;8102;p96"/>
            <p:cNvSpPr/>
            <p:nvPr/>
          </p:nvSpPr>
          <p:spPr>
            <a:xfrm>
              <a:off x="1762886" y="4005884"/>
              <a:ext cx="163695" cy="94514"/>
            </a:xfrm>
            <a:custGeom>
              <a:rect b="b" l="l" r="r" t="t"/>
              <a:pathLst>
                <a:path extrusionOk="0" h="21444" w="37119">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3" name="Google Shape;8103;p96"/>
            <p:cNvSpPr/>
            <p:nvPr/>
          </p:nvSpPr>
          <p:spPr>
            <a:xfrm>
              <a:off x="1325004" y="3820086"/>
              <a:ext cx="278558" cy="278382"/>
            </a:xfrm>
            <a:custGeom>
              <a:rect b="b" l="l" r="r" t="t"/>
              <a:pathLst>
                <a:path extrusionOk="0" fill="none" h="63161" w="63165">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4" name="Google Shape;8104;p96"/>
            <p:cNvSpPr/>
            <p:nvPr/>
          </p:nvSpPr>
          <p:spPr>
            <a:xfrm>
              <a:off x="1235816" y="3689223"/>
              <a:ext cx="134752" cy="171223"/>
            </a:xfrm>
            <a:custGeom>
              <a:rect b="b" l="l" r="r" t="t"/>
              <a:pathLst>
                <a:path extrusionOk="0" fill="none" h="38848" w="30556">
                  <a:moveTo>
                    <a:pt x="1" y="1"/>
                  </a:moveTo>
                  <a:lnTo>
                    <a:pt x="12633" y="1"/>
                  </a:lnTo>
                  <a:cubicBezTo>
                    <a:pt x="15723" y="1"/>
                    <a:pt x="16343" y="3466"/>
                    <a:pt x="16343" y="3466"/>
                  </a:cubicBezTo>
                  <a:lnTo>
                    <a:pt x="16343" y="26448"/>
                  </a:lnTo>
                  <a:lnTo>
                    <a:pt x="30556" y="26448"/>
                  </a:lnTo>
                  <a:lnTo>
                    <a:pt x="30556"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5" name="Google Shape;8105;p96"/>
            <p:cNvSpPr/>
            <p:nvPr/>
          </p:nvSpPr>
          <p:spPr>
            <a:xfrm>
              <a:off x="910512" y="3689223"/>
              <a:ext cx="161618" cy="4"/>
            </a:xfrm>
            <a:custGeom>
              <a:rect b="b" l="l" r="r" t="t"/>
              <a:pathLst>
                <a:path extrusionOk="0" fill="none" h="1" w="36648">
                  <a:moveTo>
                    <a:pt x="36648"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6" name="Google Shape;8106;p96"/>
            <p:cNvSpPr/>
            <p:nvPr/>
          </p:nvSpPr>
          <p:spPr>
            <a:xfrm>
              <a:off x="1072126" y="3642869"/>
              <a:ext cx="163695" cy="94532"/>
            </a:xfrm>
            <a:custGeom>
              <a:rect b="b" l="l" r="r" t="t"/>
              <a:pathLst>
                <a:path extrusionOk="0" h="21448" w="37119">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7" name="Google Shape;8107;p96"/>
            <p:cNvSpPr/>
            <p:nvPr/>
          </p:nvSpPr>
          <p:spPr>
            <a:xfrm>
              <a:off x="1235913" y="4073301"/>
              <a:ext cx="134655" cy="151640"/>
            </a:xfrm>
            <a:custGeom>
              <a:rect b="b" l="l" r="r" t="t"/>
              <a:pathLst>
                <a:path extrusionOk="0" fill="none" h="34405" w="30534">
                  <a:moveTo>
                    <a:pt x="0" y="34404"/>
                  </a:moveTo>
                  <a:lnTo>
                    <a:pt x="12611" y="34404"/>
                  </a:lnTo>
                  <a:cubicBezTo>
                    <a:pt x="15705" y="34404"/>
                    <a:pt x="16325" y="30939"/>
                    <a:pt x="16325" y="30939"/>
                  </a:cubicBezTo>
                  <a:lnTo>
                    <a:pt x="16325" y="7957"/>
                  </a:lnTo>
                  <a:lnTo>
                    <a:pt x="30534" y="7957"/>
                  </a:lnTo>
                  <a:lnTo>
                    <a:pt x="30534"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8" name="Google Shape;8108;p96"/>
            <p:cNvSpPr/>
            <p:nvPr/>
          </p:nvSpPr>
          <p:spPr>
            <a:xfrm>
              <a:off x="910512" y="4224937"/>
              <a:ext cx="161618" cy="4"/>
            </a:xfrm>
            <a:custGeom>
              <a:rect b="b" l="l" r="r" t="t"/>
              <a:pathLst>
                <a:path extrusionOk="0" fill="none" h="1" w="36648">
                  <a:moveTo>
                    <a:pt x="3664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9" name="Google Shape;8109;p96"/>
            <p:cNvSpPr/>
            <p:nvPr/>
          </p:nvSpPr>
          <p:spPr>
            <a:xfrm>
              <a:off x="1072126" y="4176763"/>
              <a:ext cx="163695" cy="94532"/>
            </a:xfrm>
            <a:custGeom>
              <a:rect b="b" l="l" r="r" t="t"/>
              <a:pathLst>
                <a:path extrusionOk="0" h="21448" w="37119">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0" name="Google Shape;8110;p96"/>
            <p:cNvSpPr/>
            <p:nvPr/>
          </p:nvSpPr>
          <p:spPr>
            <a:xfrm>
              <a:off x="1562328" y="3689223"/>
              <a:ext cx="128816" cy="171223"/>
            </a:xfrm>
            <a:custGeom>
              <a:rect b="b" l="l" r="r" t="t"/>
              <a:pathLst>
                <a:path extrusionOk="0" fill="none" h="38848" w="29210">
                  <a:moveTo>
                    <a:pt x="29209" y="1"/>
                  </a:moveTo>
                  <a:lnTo>
                    <a:pt x="17922" y="1"/>
                  </a:lnTo>
                  <a:cubicBezTo>
                    <a:pt x="14829" y="1"/>
                    <a:pt x="14209" y="3466"/>
                    <a:pt x="14209" y="3466"/>
                  </a:cubicBezTo>
                  <a:lnTo>
                    <a:pt x="14209" y="26448"/>
                  </a:lnTo>
                  <a:lnTo>
                    <a:pt x="0" y="26448"/>
                  </a:lnTo>
                  <a:lnTo>
                    <a:pt x="0"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1" name="Google Shape;8111;p96"/>
            <p:cNvSpPr/>
            <p:nvPr/>
          </p:nvSpPr>
          <p:spPr>
            <a:xfrm>
              <a:off x="1854826" y="3689223"/>
              <a:ext cx="154169" cy="4"/>
            </a:xfrm>
            <a:custGeom>
              <a:rect b="b" l="l" r="r" t="t"/>
              <a:pathLst>
                <a:path extrusionOk="0" fill="none" h="1" w="34959">
                  <a:moveTo>
                    <a:pt x="1" y="1"/>
                  </a:moveTo>
                  <a:lnTo>
                    <a:pt x="34959"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2" name="Google Shape;8112;p96"/>
            <p:cNvSpPr/>
            <p:nvPr/>
          </p:nvSpPr>
          <p:spPr>
            <a:xfrm>
              <a:off x="1691140" y="3642869"/>
              <a:ext cx="163690" cy="94532"/>
            </a:xfrm>
            <a:custGeom>
              <a:rect b="b" l="l" r="r" t="t"/>
              <a:pathLst>
                <a:path extrusionOk="0" h="21448" w="37118">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113" name="Google Shape;8113;p96"/>
            <p:cNvGrpSpPr/>
            <p:nvPr/>
          </p:nvGrpSpPr>
          <p:grpSpPr>
            <a:xfrm>
              <a:off x="1360364" y="3847835"/>
              <a:ext cx="208119" cy="224359"/>
              <a:chOff x="1360769" y="3847100"/>
              <a:chExt cx="208119" cy="224359"/>
            </a:xfrm>
          </p:grpSpPr>
          <p:sp>
            <p:nvSpPr>
              <p:cNvPr id="8114" name="Google Shape;8114;p96"/>
              <p:cNvSpPr/>
              <p:nvPr/>
            </p:nvSpPr>
            <p:spPr>
              <a:xfrm>
                <a:off x="1360769" y="3847113"/>
                <a:ext cx="99163" cy="224346"/>
              </a:xfrm>
              <a:custGeom>
                <a:rect b="b" l="l" r="r" t="t"/>
                <a:pathLst>
                  <a:path extrusionOk="0" fill="none" h="50901" w="22486">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cap="flat" cmpd="sng" w="9525">
                <a:solidFill>
                  <a:srgbClr val="E4E9E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5" name="Google Shape;8115;p96"/>
              <p:cNvSpPr/>
              <p:nvPr/>
            </p:nvSpPr>
            <p:spPr>
              <a:xfrm>
                <a:off x="1418941" y="3907967"/>
                <a:ext cx="40718" cy="51312"/>
              </a:xfrm>
              <a:custGeom>
                <a:rect b="b" l="l" r="r" t="t"/>
                <a:pathLst>
                  <a:path extrusionOk="0" fill="none" h="11642" w="9233">
                    <a:moveTo>
                      <a:pt x="9233" y="1"/>
                    </a:moveTo>
                    <a:cubicBezTo>
                      <a:pt x="9233" y="1"/>
                      <a:pt x="0" y="570"/>
                      <a:pt x="2586" y="1164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6" name="Google Shape;8116;p96"/>
              <p:cNvSpPr/>
              <p:nvPr/>
            </p:nvSpPr>
            <p:spPr>
              <a:xfrm>
                <a:off x="1432983" y="3877824"/>
                <a:ext cx="26566" cy="25035"/>
              </a:xfrm>
              <a:custGeom>
                <a:rect b="b" l="l" r="r" t="t"/>
                <a:pathLst>
                  <a:path extrusionOk="0" fill="none" h="5680" w="6024">
                    <a:moveTo>
                      <a:pt x="1" y="1795"/>
                    </a:moveTo>
                    <a:cubicBezTo>
                      <a:pt x="1" y="1795"/>
                      <a:pt x="6023" y="0"/>
                      <a:pt x="6023" y="568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7" name="Google Shape;8117;p96"/>
              <p:cNvSpPr/>
              <p:nvPr/>
            </p:nvSpPr>
            <p:spPr>
              <a:xfrm>
                <a:off x="1406421" y="3881663"/>
                <a:ext cx="8727" cy="21196"/>
              </a:xfrm>
              <a:custGeom>
                <a:rect b="b" l="l" r="r" t="t"/>
                <a:pathLst>
                  <a:path extrusionOk="0" fill="none" h="4809" w="1979">
                    <a:moveTo>
                      <a:pt x="1" y="1"/>
                    </a:moveTo>
                    <a:cubicBezTo>
                      <a:pt x="1" y="1"/>
                      <a:pt x="1" y="2730"/>
                      <a:pt x="1978" y="4809"/>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8" name="Google Shape;8118;p96"/>
              <p:cNvSpPr/>
              <p:nvPr/>
            </p:nvSpPr>
            <p:spPr>
              <a:xfrm>
                <a:off x="1372301" y="3910479"/>
                <a:ext cx="51967" cy="15131"/>
              </a:xfrm>
              <a:custGeom>
                <a:rect b="b" l="l" r="r" t="t"/>
                <a:pathLst>
                  <a:path extrusionOk="0" fill="none" h="3433" w="11784">
                    <a:moveTo>
                      <a:pt x="1" y="2663"/>
                    </a:moveTo>
                    <a:cubicBezTo>
                      <a:pt x="3364" y="0"/>
                      <a:pt x="6622" y="3433"/>
                      <a:pt x="6622" y="3433"/>
                    </a:cubicBezTo>
                    <a:cubicBezTo>
                      <a:pt x="6622" y="3433"/>
                      <a:pt x="7307" y="387"/>
                      <a:pt x="11783" y="1653"/>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9" name="Google Shape;8119;p96"/>
              <p:cNvSpPr/>
              <p:nvPr/>
            </p:nvSpPr>
            <p:spPr>
              <a:xfrm>
                <a:off x="1383436" y="3963823"/>
                <a:ext cx="27351" cy="50572"/>
              </a:xfrm>
              <a:custGeom>
                <a:rect b="b" l="l" r="r" t="t"/>
                <a:pathLst>
                  <a:path extrusionOk="0" fill="none" h="11474" w="6202">
                    <a:moveTo>
                      <a:pt x="22" y="11474"/>
                    </a:moveTo>
                    <a:cubicBezTo>
                      <a:pt x="22" y="11474"/>
                      <a:pt x="0" y="5735"/>
                      <a:pt x="4440" y="6297"/>
                    </a:cubicBezTo>
                    <a:cubicBezTo>
                      <a:pt x="4440" y="6297"/>
                      <a:pt x="2134" y="3149"/>
                      <a:pt x="6202"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0" name="Google Shape;8120;p96"/>
              <p:cNvSpPr/>
              <p:nvPr/>
            </p:nvSpPr>
            <p:spPr>
              <a:xfrm>
                <a:off x="1398461" y="4014391"/>
                <a:ext cx="12132" cy="31518"/>
              </a:xfrm>
              <a:custGeom>
                <a:rect b="b" l="l" r="r" t="t"/>
                <a:pathLst>
                  <a:path extrusionOk="0" fill="none" h="7151" w="2751">
                    <a:moveTo>
                      <a:pt x="2751" y="1"/>
                    </a:moveTo>
                    <a:cubicBezTo>
                      <a:pt x="2751" y="1"/>
                      <a:pt x="0" y="2963"/>
                      <a:pt x="1806" y="715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1" name="Google Shape;8121;p96"/>
              <p:cNvSpPr/>
              <p:nvPr/>
            </p:nvSpPr>
            <p:spPr>
              <a:xfrm>
                <a:off x="1424264" y="4012138"/>
                <a:ext cx="35284" cy="21165"/>
              </a:xfrm>
              <a:custGeom>
                <a:rect b="b" l="l" r="r" t="t"/>
                <a:pathLst>
                  <a:path extrusionOk="0" fill="none" h="4802" w="8001">
                    <a:moveTo>
                      <a:pt x="8000" y="512"/>
                    </a:moveTo>
                    <a:cubicBezTo>
                      <a:pt x="3783" y="1"/>
                      <a:pt x="1978" y="4087"/>
                      <a:pt x="1978" y="4087"/>
                    </a:cubicBezTo>
                    <a:cubicBezTo>
                      <a:pt x="1978" y="4087"/>
                      <a:pt x="858" y="3598"/>
                      <a:pt x="0" y="4802"/>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2" name="Google Shape;8122;p96"/>
              <p:cNvSpPr/>
              <p:nvPr/>
            </p:nvSpPr>
            <p:spPr>
              <a:xfrm>
                <a:off x="1397156" y="3942280"/>
                <a:ext cx="31183" cy="17449"/>
              </a:xfrm>
              <a:custGeom>
                <a:rect b="b" l="l" r="r" t="t"/>
                <a:pathLst>
                  <a:path extrusionOk="0" fill="none" h="3959" w="7071">
                    <a:moveTo>
                      <a:pt x="7070" y="1"/>
                    </a:moveTo>
                    <a:cubicBezTo>
                      <a:pt x="7070" y="1"/>
                      <a:pt x="2802" y="3959"/>
                      <a:pt x="1"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3" name="Google Shape;8123;p96"/>
              <p:cNvSpPr/>
              <p:nvPr/>
            </p:nvSpPr>
            <p:spPr>
              <a:xfrm>
                <a:off x="1428334" y="3973727"/>
                <a:ext cx="31214" cy="15378"/>
              </a:xfrm>
              <a:custGeom>
                <a:rect b="b" l="l" r="r" t="t"/>
                <a:pathLst>
                  <a:path extrusionOk="0" fill="none" h="3489" w="7078">
                    <a:moveTo>
                      <a:pt x="0" y="1125"/>
                    </a:moveTo>
                    <a:cubicBezTo>
                      <a:pt x="0" y="1125"/>
                      <a:pt x="4411" y="1"/>
                      <a:pt x="7077" y="3488"/>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4" name="Google Shape;8124;p96"/>
              <p:cNvSpPr/>
              <p:nvPr/>
            </p:nvSpPr>
            <p:spPr>
              <a:xfrm>
                <a:off x="1468924" y="3907967"/>
                <a:ext cx="40704" cy="51312"/>
              </a:xfrm>
              <a:custGeom>
                <a:rect b="b" l="l" r="r" t="t"/>
                <a:pathLst>
                  <a:path extrusionOk="0" fill="none" h="11642" w="9230">
                    <a:moveTo>
                      <a:pt x="0" y="1"/>
                    </a:moveTo>
                    <a:cubicBezTo>
                      <a:pt x="0" y="1"/>
                      <a:pt x="9229" y="570"/>
                      <a:pt x="6647" y="1164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5" name="Google Shape;8125;p96"/>
              <p:cNvSpPr/>
              <p:nvPr/>
            </p:nvSpPr>
            <p:spPr>
              <a:xfrm>
                <a:off x="1469021" y="3877824"/>
                <a:ext cx="26561" cy="25035"/>
              </a:xfrm>
              <a:custGeom>
                <a:rect b="b" l="l" r="r" t="t"/>
                <a:pathLst>
                  <a:path extrusionOk="0" fill="none" h="5680" w="6023">
                    <a:moveTo>
                      <a:pt x="6023" y="1795"/>
                    </a:moveTo>
                    <a:cubicBezTo>
                      <a:pt x="6023" y="1795"/>
                      <a:pt x="0" y="0"/>
                      <a:pt x="0" y="5680"/>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6" name="Google Shape;8126;p96"/>
              <p:cNvSpPr/>
              <p:nvPr/>
            </p:nvSpPr>
            <p:spPr>
              <a:xfrm>
                <a:off x="1513434" y="3881663"/>
                <a:ext cx="8710" cy="21196"/>
              </a:xfrm>
              <a:custGeom>
                <a:rect b="b" l="l" r="r" t="t"/>
                <a:pathLst>
                  <a:path extrusionOk="0" fill="none" h="4809" w="1975">
                    <a:moveTo>
                      <a:pt x="1975" y="1"/>
                    </a:moveTo>
                    <a:cubicBezTo>
                      <a:pt x="1975" y="1"/>
                      <a:pt x="1975" y="2730"/>
                      <a:pt x="1" y="4809"/>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7" name="Google Shape;8127;p96"/>
              <p:cNvSpPr/>
              <p:nvPr/>
            </p:nvSpPr>
            <p:spPr>
              <a:xfrm>
                <a:off x="1517778" y="3963823"/>
                <a:ext cx="27355" cy="50572"/>
              </a:xfrm>
              <a:custGeom>
                <a:rect b="b" l="l" r="r" t="t"/>
                <a:pathLst>
                  <a:path extrusionOk="0" fill="none" h="11474" w="6203">
                    <a:moveTo>
                      <a:pt x="6181" y="11474"/>
                    </a:moveTo>
                    <a:cubicBezTo>
                      <a:pt x="6181" y="11474"/>
                      <a:pt x="6202" y="5735"/>
                      <a:pt x="1767" y="6297"/>
                    </a:cubicBezTo>
                    <a:cubicBezTo>
                      <a:pt x="1767" y="6297"/>
                      <a:pt x="4068" y="3149"/>
                      <a:pt x="1" y="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8" name="Google Shape;8128;p96"/>
              <p:cNvSpPr/>
              <p:nvPr/>
            </p:nvSpPr>
            <p:spPr>
              <a:xfrm>
                <a:off x="1517990" y="4014391"/>
                <a:ext cx="12119" cy="31518"/>
              </a:xfrm>
              <a:custGeom>
                <a:rect b="b" l="l" r="r" t="t"/>
                <a:pathLst>
                  <a:path extrusionOk="0" fill="none" h="7151" w="2748">
                    <a:moveTo>
                      <a:pt x="0" y="1"/>
                    </a:moveTo>
                    <a:cubicBezTo>
                      <a:pt x="0" y="1"/>
                      <a:pt x="2747" y="2963"/>
                      <a:pt x="942" y="715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9" name="Google Shape;8129;p96"/>
              <p:cNvSpPr/>
              <p:nvPr/>
            </p:nvSpPr>
            <p:spPr>
              <a:xfrm>
                <a:off x="1469021" y="4012138"/>
                <a:ext cx="35298" cy="21165"/>
              </a:xfrm>
              <a:custGeom>
                <a:rect b="b" l="l" r="r" t="t"/>
                <a:pathLst>
                  <a:path extrusionOk="0" fill="none" h="4802" w="8004">
                    <a:moveTo>
                      <a:pt x="0" y="512"/>
                    </a:moveTo>
                    <a:cubicBezTo>
                      <a:pt x="4217" y="1"/>
                      <a:pt x="6023" y="4087"/>
                      <a:pt x="6023" y="4087"/>
                    </a:cubicBezTo>
                    <a:cubicBezTo>
                      <a:pt x="6023" y="4087"/>
                      <a:pt x="7143" y="3598"/>
                      <a:pt x="8004" y="4802"/>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0" name="Google Shape;8130;p96"/>
              <p:cNvSpPr/>
              <p:nvPr/>
            </p:nvSpPr>
            <p:spPr>
              <a:xfrm>
                <a:off x="1500244" y="3942280"/>
                <a:ext cx="31183" cy="17449"/>
              </a:xfrm>
              <a:custGeom>
                <a:rect b="b" l="l" r="r" t="t"/>
                <a:pathLst>
                  <a:path extrusionOk="0" fill="none" h="3959" w="7071">
                    <a:moveTo>
                      <a:pt x="1" y="1"/>
                    </a:moveTo>
                    <a:cubicBezTo>
                      <a:pt x="1" y="1"/>
                      <a:pt x="4265" y="3959"/>
                      <a:pt x="7070" y="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1" name="Google Shape;8131;p96"/>
              <p:cNvSpPr/>
              <p:nvPr/>
            </p:nvSpPr>
            <p:spPr>
              <a:xfrm>
                <a:off x="1469021" y="3973727"/>
                <a:ext cx="31227" cy="15378"/>
              </a:xfrm>
              <a:custGeom>
                <a:rect b="b" l="l" r="r" t="t"/>
                <a:pathLst>
                  <a:path extrusionOk="0" fill="none" h="3489" w="7081">
                    <a:moveTo>
                      <a:pt x="7081" y="1125"/>
                    </a:moveTo>
                    <a:cubicBezTo>
                      <a:pt x="7081" y="1125"/>
                      <a:pt x="2670" y="1"/>
                      <a:pt x="0" y="3488"/>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2" name="Google Shape;8132;p96"/>
              <p:cNvSpPr/>
              <p:nvPr/>
            </p:nvSpPr>
            <p:spPr>
              <a:xfrm>
                <a:off x="1504314" y="3910479"/>
                <a:ext cx="51950" cy="15131"/>
              </a:xfrm>
              <a:custGeom>
                <a:rect b="b" l="l" r="r" t="t"/>
                <a:pathLst>
                  <a:path extrusionOk="0" fill="none" h="3433" w="11780">
                    <a:moveTo>
                      <a:pt x="11780" y="2663"/>
                    </a:moveTo>
                    <a:cubicBezTo>
                      <a:pt x="8420" y="0"/>
                      <a:pt x="5162" y="3433"/>
                      <a:pt x="5162" y="3433"/>
                    </a:cubicBezTo>
                    <a:cubicBezTo>
                      <a:pt x="5162" y="3433"/>
                      <a:pt x="4473" y="387"/>
                      <a:pt x="1" y="1653"/>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3" name="Google Shape;8133;p96"/>
              <p:cNvSpPr/>
              <p:nvPr/>
            </p:nvSpPr>
            <p:spPr>
              <a:xfrm>
                <a:off x="1469738" y="3847100"/>
                <a:ext cx="99150" cy="224346"/>
              </a:xfrm>
              <a:custGeom>
                <a:rect b="b" l="l" r="r" t="t"/>
                <a:pathLst>
                  <a:path extrusionOk="0" fill="none" h="50901" w="22483">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134" name="Google Shape;8134;p96"/>
            <p:cNvSpPr/>
            <p:nvPr/>
          </p:nvSpPr>
          <p:spPr>
            <a:xfrm>
              <a:off x="2008060" y="4212384"/>
              <a:ext cx="24537" cy="23585"/>
            </a:xfrm>
            <a:custGeom>
              <a:rect b="b" l="l" r="r" t="t"/>
              <a:pathLst>
                <a:path extrusionOk="0" h="5351" w="5564">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5" name="Google Shape;8135;p96"/>
            <p:cNvSpPr/>
            <p:nvPr/>
          </p:nvSpPr>
          <p:spPr>
            <a:xfrm>
              <a:off x="1545645" y="4049730"/>
              <a:ext cx="24520" cy="23576"/>
            </a:xfrm>
            <a:custGeom>
              <a:rect b="b" l="l" r="r" t="t"/>
              <a:pathLst>
                <a:path extrusionOk="0" h="5349" w="556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6" name="Google Shape;8136;p96"/>
            <p:cNvSpPr/>
            <p:nvPr/>
          </p:nvSpPr>
          <p:spPr>
            <a:xfrm>
              <a:off x="1231521" y="3947489"/>
              <a:ext cx="24524" cy="23576"/>
            </a:xfrm>
            <a:custGeom>
              <a:rect b="b" l="l" r="r" t="t"/>
              <a:pathLst>
                <a:path extrusionOk="0" h="5349" w="5561">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7" name="Google Shape;8137;p96"/>
            <p:cNvSpPr/>
            <p:nvPr/>
          </p:nvSpPr>
          <p:spPr>
            <a:xfrm>
              <a:off x="834100" y="4046742"/>
              <a:ext cx="24520" cy="23580"/>
            </a:xfrm>
            <a:custGeom>
              <a:rect b="b" l="l" r="r" t="t"/>
              <a:pathLst>
                <a:path extrusionOk="0" h="5350" w="556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8" name="Google Shape;8138;p96"/>
            <p:cNvSpPr/>
            <p:nvPr/>
          </p:nvSpPr>
          <p:spPr>
            <a:xfrm>
              <a:off x="834100" y="3849652"/>
              <a:ext cx="24520" cy="23580"/>
            </a:xfrm>
            <a:custGeom>
              <a:rect b="b" l="l" r="r" t="t"/>
              <a:pathLst>
                <a:path extrusionOk="0" h="5350" w="556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9" name="Google Shape;8139;p96"/>
            <p:cNvSpPr/>
            <p:nvPr/>
          </p:nvSpPr>
          <p:spPr>
            <a:xfrm>
              <a:off x="1668053" y="3947489"/>
              <a:ext cx="24520" cy="23576"/>
            </a:xfrm>
            <a:custGeom>
              <a:rect b="b" l="l" r="r" t="t"/>
              <a:pathLst>
                <a:path extrusionOk="0" h="5349" w="556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0" name="Google Shape;8140;p96"/>
            <p:cNvSpPr/>
            <p:nvPr/>
          </p:nvSpPr>
          <p:spPr>
            <a:xfrm>
              <a:off x="889649" y="3678195"/>
              <a:ext cx="23589" cy="23576"/>
            </a:xfrm>
            <a:custGeom>
              <a:rect b="b" l="l" r="r" t="t"/>
              <a:pathLst>
                <a:path extrusionOk="0" h="5349" w="5349">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1" name="Google Shape;8141;p96"/>
            <p:cNvSpPr/>
            <p:nvPr/>
          </p:nvSpPr>
          <p:spPr>
            <a:xfrm>
              <a:off x="1357708" y="3848642"/>
              <a:ext cx="24542" cy="23585"/>
            </a:xfrm>
            <a:custGeom>
              <a:rect b="b" l="l" r="r" t="t"/>
              <a:pathLst>
                <a:path extrusionOk="0" h="5351" w="5565">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2" name="Google Shape;8142;p96"/>
            <p:cNvSpPr/>
            <p:nvPr/>
          </p:nvSpPr>
          <p:spPr>
            <a:xfrm>
              <a:off x="1357708" y="4049730"/>
              <a:ext cx="24542" cy="23585"/>
            </a:xfrm>
            <a:custGeom>
              <a:rect b="b" l="l" r="r" t="t"/>
              <a:pathLst>
                <a:path extrusionOk="0" h="5351" w="5565">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3" name="Google Shape;8143;p96"/>
            <p:cNvSpPr/>
            <p:nvPr/>
          </p:nvSpPr>
          <p:spPr>
            <a:xfrm>
              <a:off x="889649" y="4212384"/>
              <a:ext cx="24520" cy="23585"/>
            </a:xfrm>
            <a:custGeom>
              <a:rect b="b" l="l" r="r" t="t"/>
              <a:pathLst>
                <a:path extrusionOk="0" h="5351" w="556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4" name="Google Shape;8144;p96"/>
            <p:cNvSpPr/>
            <p:nvPr/>
          </p:nvSpPr>
          <p:spPr>
            <a:xfrm>
              <a:off x="2008060" y="3678195"/>
              <a:ext cx="24537" cy="23576"/>
            </a:xfrm>
            <a:custGeom>
              <a:rect b="b" l="l" r="r" t="t"/>
              <a:pathLst>
                <a:path extrusionOk="0" h="5349" w="5564">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5" name="Google Shape;8145;p96"/>
            <p:cNvSpPr/>
            <p:nvPr/>
          </p:nvSpPr>
          <p:spPr>
            <a:xfrm>
              <a:off x="1548251" y="3848642"/>
              <a:ext cx="24520" cy="23580"/>
            </a:xfrm>
            <a:custGeom>
              <a:rect b="b" l="l" r="r" t="t"/>
              <a:pathLst>
                <a:path extrusionOk="0" h="5350" w="556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6" name="Google Shape;8146;p96"/>
            <p:cNvSpPr/>
            <p:nvPr/>
          </p:nvSpPr>
          <p:spPr>
            <a:xfrm>
              <a:off x="2069063" y="3847033"/>
              <a:ext cx="24520" cy="23585"/>
            </a:xfrm>
            <a:custGeom>
              <a:rect b="b" l="l" r="r" t="t"/>
              <a:pathLst>
                <a:path extrusionOk="0" h="5351" w="556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7" name="Google Shape;8147;p96"/>
            <p:cNvSpPr/>
            <p:nvPr/>
          </p:nvSpPr>
          <p:spPr>
            <a:xfrm>
              <a:off x="2069063" y="4046870"/>
              <a:ext cx="24520" cy="23576"/>
            </a:xfrm>
            <a:custGeom>
              <a:rect b="b" l="l" r="r" t="t"/>
              <a:pathLst>
                <a:path extrusionOk="0" h="5349" w="556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48" name="Google Shape;8148;p96"/>
          <p:cNvGrpSpPr/>
          <p:nvPr/>
        </p:nvGrpSpPr>
        <p:grpSpPr>
          <a:xfrm rot="5400000">
            <a:off x="5951337" y="3228841"/>
            <a:ext cx="164064" cy="1414916"/>
            <a:chOff x="4428249" y="1369375"/>
            <a:chExt cx="36905" cy="429569"/>
          </a:xfrm>
        </p:grpSpPr>
        <p:sp>
          <p:nvSpPr>
            <p:cNvPr id="8149" name="Google Shape;8149;p96"/>
            <p:cNvSpPr/>
            <p:nvPr/>
          </p:nvSpPr>
          <p:spPr>
            <a:xfrm>
              <a:off x="4428249" y="1369375"/>
              <a:ext cx="2375" cy="429104"/>
            </a:xfrm>
            <a:custGeom>
              <a:rect b="b" l="l" r="r" t="t"/>
              <a:pathLst>
                <a:path extrusionOk="0" h="18328" w="95">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0" name="Google Shape;8150;p96"/>
            <p:cNvSpPr/>
            <p:nvPr/>
          </p:nvSpPr>
          <p:spPr>
            <a:xfrm>
              <a:off x="4428354" y="1369375"/>
              <a:ext cx="36800" cy="2200"/>
            </a:xfrm>
            <a:custGeom>
              <a:rect b="b" l="l" r="r" t="t"/>
              <a:pathLst>
                <a:path extrusionOk="0" h="88" w="1472">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1" name="Google Shape;8151;p96"/>
            <p:cNvSpPr/>
            <p:nvPr/>
          </p:nvSpPr>
          <p:spPr>
            <a:xfrm>
              <a:off x="4428704" y="1383625"/>
              <a:ext cx="17350" cy="2200"/>
            </a:xfrm>
            <a:custGeom>
              <a:rect b="b" l="l" r="r" t="t"/>
              <a:pathLst>
                <a:path extrusionOk="0" h="88" w="694">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2" name="Google Shape;8152;p96"/>
            <p:cNvSpPr/>
            <p:nvPr/>
          </p:nvSpPr>
          <p:spPr>
            <a:xfrm>
              <a:off x="4428704" y="1397875"/>
              <a:ext cx="17350" cy="2175"/>
            </a:xfrm>
            <a:custGeom>
              <a:rect b="b" l="l" r="r" t="t"/>
              <a:pathLst>
                <a:path extrusionOk="0" h="87" w="694">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3" name="Google Shape;8153;p96"/>
            <p:cNvSpPr/>
            <p:nvPr/>
          </p:nvSpPr>
          <p:spPr>
            <a:xfrm>
              <a:off x="4428704" y="1412125"/>
              <a:ext cx="36100" cy="2175"/>
            </a:xfrm>
            <a:custGeom>
              <a:rect b="b" l="l" r="r" t="t"/>
              <a:pathLst>
                <a:path extrusionOk="0" h="87" w="1444">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4" name="Google Shape;8154;p96"/>
            <p:cNvSpPr/>
            <p:nvPr/>
          </p:nvSpPr>
          <p:spPr>
            <a:xfrm>
              <a:off x="4428354" y="1426350"/>
              <a:ext cx="18050" cy="2200"/>
            </a:xfrm>
            <a:custGeom>
              <a:rect b="b" l="l" r="r" t="t"/>
              <a:pathLst>
                <a:path extrusionOk="0" h="88" w="722">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5" name="Google Shape;8155;p96"/>
            <p:cNvSpPr/>
            <p:nvPr/>
          </p:nvSpPr>
          <p:spPr>
            <a:xfrm>
              <a:off x="4428704" y="1440600"/>
              <a:ext cx="17350" cy="2200"/>
            </a:xfrm>
            <a:custGeom>
              <a:rect b="b" l="l" r="r" t="t"/>
              <a:pathLst>
                <a:path extrusionOk="0" h="88" w="694">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6" name="Google Shape;8156;p96"/>
            <p:cNvSpPr/>
            <p:nvPr/>
          </p:nvSpPr>
          <p:spPr>
            <a:xfrm>
              <a:off x="4428704" y="1454850"/>
              <a:ext cx="36100" cy="2375"/>
            </a:xfrm>
            <a:custGeom>
              <a:rect b="b" l="l" r="r" t="t"/>
              <a:pathLst>
                <a:path extrusionOk="0" h="95" w="1444">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7" name="Google Shape;8157;p96"/>
            <p:cNvSpPr/>
            <p:nvPr/>
          </p:nvSpPr>
          <p:spPr>
            <a:xfrm>
              <a:off x="4428354" y="1469100"/>
              <a:ext cx="18050" cy="2375"/>
            </a:xfrm>
            <a:custGeom>
              <a:rect b="b" l="l" r="r" t="t"/>
              <a:pathLst>
                <a:path extrusionOk="0" h="95" w="722">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8" name="Google Shape;8158;p96"/>
            <p:cNvSpPr/>
            <p:nvPr/>
          </p:nvSpPr>
          <p:spPr>
            <a:xfrm>
              <a:off x="4428354" y="1483350"/>
              <a:ext cx="18050" cy="2350"/>
            </a:xfrm>
            <a:custGeom>
              <a:rect b="b" l="l" r="r" t="t"/>
              <a:pathLst>
                <a:path extrusionOk="0" h="94" w="722">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9" name="Google Shape;8159;p96"/>
            <p:cNvSpPr/>
            <p:nvPr/>
          </p:nvSpPr>
          <p:spPr>
            <a:xfrm>
              <a:off x="4428704" y="1497575"/>
              <a:ext cx="36100" cy="2200"/>
            </a:xfrm>
            <a:custGeom>
              <a:rect b="b" l="l" r="r" t="t"/>
              <a:pathLst>
                <a:path extrusionOk="0" h="88" w="1444">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0" name="Google Shape;8160;p96"/>
            <p:cNvSpPr/>
            <p:nvPr/>
          </p:nvSpPr>
          <p:spPr>
            <a:xfrm>
              <a:off x="4428704" y="1511825"/>
              <a:ext cx="17350" cy="2375"/>
            </a:xfrm>
            <a:custGeom>
              <a:rect b="b" l="l" r="r" t="t"/>
              <a:pathLst>
                <a:path extrusionOk="0" h="95" w="694">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1" name="Google Shape;8161;p96"/>
            <p:cNvSpPr/>
            <p:nvPr/>
          </p:nvSpPr>
          <p:spPr>
            <a:xfrm>
              <a:off x="4428354" y="1526075"/>
              <a:ext cx="18050" cy="2375"/>
            </a:xfrm>
            <a:custGeom>
              <a:rect b="b" l="l" r="r" t="t"/>
              <a:pathLst>
                <a:path extrusionOk="0" h="95" w="722">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2" name="Google Shape;8162;p96"/>
            <p:cNvSpPr/>
            <p:nvPr/>
          </p:nvSpPr>
          <p:spPr>
            <a:xfrm>
              <a:off x="4428704" y="1540325"/>
              <a:ext cx="36100" cy="2350"/>
            </a:xfrm>
            <a:custGeom>
              <a:rect b="b" l="l" r="r" t="t"/>
              <a:pathLst>
                <a:path extrusionOk="0" h="94" w="1444">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3" name="Google Shape;8163;p96"/>
            <p:cNvSpPr/>
            <p:nvPr/>
          </p:nvSpPr>
          <p:spPr>
            <a:xfrm>
              <a:off x="4428704" y="1554550"/>
              <a:ext cx="17350" cy="2375"/>
            </a:xfrm>
            <a:custGeom>
              <a:rect b="b" l="l" r="r" t="t"/>
              <a:pathLst>
                <a:path extrusionOk="0" h="95" w="694">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4" name="Google Shape;8164;p96"/>
            <p:cNvSpPr/>
            <p:nvPr/>
          </p:nvSpPr>
          <p:spPr>
            <a:xfrm>
              <a:off x="4428704" y="1568800"/>
              <a:ext cx="17350" cy="2375"/>
            </a:xfrm>
            <a:custGeom>
              <a:rect b="b" l="l" r="r" t="t"/>
              <a:pathLst>
                <a:path extrusionOk="0" h="95" w="694">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5" name="Google Shape;8165;p96"/>
            <p:cNvSpPr/>
            <p:nvPr/>
          </p:nvSpPr>
          <p:spPr>
            <a:xfrm>
              <a:off x="4428354" y="1583050"/>
              <a:ext cx="36800" cy="2375"/>
            </a:xfrm>
            <a:custGeom>
              <a:rect b="b" l="l" r="r" t="t"/>
              <a:pathLst>
                <a:path extrusionOk="0" h="95" w="1472">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6" name="Google Shape;8166;p96"/>
            <p:cNvSpPr/>
            <p:nvPr/>
          </p:nvSpPr>
          <p:spPr>
            <a:xfrm>
              <a:off x="4428704" y="1597300"/>
              <a:ext cx="17350" cy="2375"/>
            </a:xfrm>
            <a:custGeom>
              <a:rect b="b" l="l" r="r" t="t"/>
              <a:pathLst>
                <a:path extrusionOk="0" h="95" w="694">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7" name="Google Shape;8167;p96"/>
            <p:cNvSpPr/>
            <p:nvPr/>
          </p:nvSpPr>
          <p:spPr>
            <a:xfrm>
              <a:off x="4428704" y="1611550"/>
              <a:ext cx="17350" cy="2350"/>
            </a:xfrm>
            <a:custGeom>
              <a:rect b="b" l="l" r="r" t="t"/>
              <a:pathLst>
                <a:path extrusionOk="0" h="94" w="694">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8" name="Google Shape;8168;p96"/>
            <p:cNvSpPr/>
            <p:nvPr/>
          </p:nvSpPr>
          <p:spPr>
            <a:xfrm>
              <a:off x="4428704" y="1625775"/>
              <a:ext cx="36100" cy="2375"/>
            </a:xfrm>
            <a:custGeom>
              <a:rect b="b" l="l" r="r" t="t"/>
              <a:pathLst>
                <a:path extrusionOk="0" h="95" w="1444">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9" name="Google Shape;8169;p96"/>
            <p:cNvSpPr/>
            <p:nvPr/>
          </p:nvSpPr>
          <p:spPr>
            <a:xfrm>
              <a:off x="4428354" y="1640025"/>
              <a:ext cx="18050" cy="2375"/>
            </a:xfrm>
            <a:custGeom>
              <a:rect b="b" l="l" r="r" t="t"/>
              <a:pathLst>
                <a:path extrusionOk="0" h="95" w="722">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0" name="Google Shape;8170;p96"/>
            <p:cNvSpPr/>
            <p:nvPr/>
          </p:nvSpPr>
          <p:spPr>
            <a:xfrm>
              <a:off x="4428704" y="1654275"/>
              <a:ext cx="17350" cy="2375"/>
            </a:xfrm>
            <a:custGeom>
              <a:rect b="b" l="l" r="r" t="t"/>
              <a:pathLst>
                <a:path extrusionOk="0" h="95" w="694">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1" name="Google Shape;8171;p96"/>
            <p:cNvSpPr/>
            <p:nvPr/>
          </p:nvSpPr>
          <p:spPr>
            <a:xfrm>
              <a:off x="4428704" y="1668525"/>
              <a:ext cx="36100" cy="2350"/>
            </a:xfrm>
            <a:custGeom>
              <a:rect b="b" l="l" r="r" t="t"/>
              <a:pathLst>
                <a:path extrusionOk="0" h="94" w="1444">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2" name="Google Shape;8172;p96"/>
            <p:cNvSpPr/>
            <p:nvPr/>
          </p:nvSpPr>
          <p:spPr>
            <a:xfrm>
              <a:off x="4428704" y="1682950"/>
              <a:ext cx="17350" cy="2175"/>
            </a:xfrm>
            <a:custGeom>
              <a:rect b="b" l="l" r="r" t="t"/>
              <a:pathLst>
                <a:path extrusionOk="0" h="87" w="694">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3" name="Google Shape;8173;p96"/>
            <p:cNvSpPr/>
            <p:nvPr/>
          </p:nvSpPr>
          <p:spPr>
            <a:xfrm>
              <a:off x="4428354" y="1697200"/>
              <a:ext cx="18050" cy="2175"/>
            </a:xfrm>
            <a:custGeom>
              <a:rect b="b" l="l" r="r" t="t"/>
              <a:pathLst>
                <a:path extrusionOk="0" h="87" w="722">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4" name="Google Shape;8174;p96"/>
            <p:cNvSpPr/>
            <p:nvPr/>
          </p:nvSpPr>
          <p:spPr>
            <a:xfrm>
              <a:off x="4428704" y="1711425"/>
              <a:ext cx="36100" cy="2200"/>
            </a:xfrm>
            <a:custGeom>
              <a:rect b="b" l="l" r="r" t="t"/>
              <a:pathLst>
                <a:path extrusionOk="0" h="88" w="1444">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5" name="Google Shape;8175;p96"/>
            <p:cNvSpPr/>
            <p:nvPr/>
          </p:nvSpPr>
          <p:spPr>
            <a:xfrm>
              <a:off x="4428704" y="1725675"/>
              <a:ext cx="17350" cy="2375"/>
            </a:xfrm>
            <a:custGeom>
              <a:rect b="b" l="l" r="r" t="t"/>
              <a:pathLst>
                <a:path extrusionOk="0" h="95" w="694">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6" name="Google Shape;8176;p96"/>
            <p:cNvSpPr/>
            <p:nvPr/>
          </p:nvSpPr>
          <p:spPr>
            <a:xfrm>
              <a:off x="4428704" y="1739925"/>
              <a:ext cx="17350" cy="2175"/>
            </a:xfrm>
            <a:custGeom>
              <a:rect b="b" l="l" r="r" t="t"/>
              <a:pathLst>
                <a:path extrusionOk="0" h="87" w="694">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7" name="Google Shape;8177;p96"/>
            <p:cNvSpPr/>
            <p:nvPr/>
          </p:nvSpPr>
          <p:spPr>
            <a:xfrm>
              <a:off x="4428354" y="1754175"/>
              <a:ext cx="36800" cy="2175"/>
            </a:xfrm>
            <a:custGeom>
              <a:rect b="b" l="l" r="r" t="t"/>
              <a:pathLst>
                <a:path extrusionOk="0" h="87" w="1472">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8" name="Google Shape;8178;p96"/>
            <p:cNvSpPr/>
            <p:nvPr/>
          </p:nvSpPr>
          <p:spPr>
            <a:xfrm>
              <a:off x="4428704" y="1768400"/>
              <a:ext cx="17350" cy="2200"/>
            </a:xfrm>
            <a:custGeom>
              <a:rect b="b" l="l" r="r" t="t"/>
              <a:pathLst>
                <a:path extrusionOk="0" h="88" w="694">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9" name="Google Shape;8179;p96"/>
            <p:cNvSpPr/>
            <p:nvPr/>
          </p:nvSpPr>
          <p:spPr>
            <a:xfrm>
              <a:off x="4428704" y="1782650"/>
              <a:ext cx="17350" cy="2200"/>
            </a:xfrm>
            <a:custGeom>
              <a:rect b="b" l="l" r="r" t="t"/>
              <a:pathLst>
                <a:path extrusionOk="0" h="88" w="694">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0" name="Google Shape;8180;p96"/>
            <p:cNvSpPr/>
            <p:nvPr/>
          </p:nvSpPr>
          <p:spPr>
            <a:xfrm>
              <a:off x="4428542" y="1796744"/>
              <a:ext cx="36100" cy="2200"/>
            </a:xfrm>
            <a:custGeom>
              <a:rect b="b" l="l" r="r" t="t"/>
              <a:pathLst>
                <a:path extrusionOk="0" h="88" w="1444">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81" name="Google Shape;8181;p96"/>
          <p:cNvGrpSpPr/>
          <p:nvPr/>
        </p:nvGrpSpPr>
        <p:grpSpPr>
          <a:xfrm flipH="1" rot="10800000">
            <a:off x="5323766" y="2817385"/>
            <a:ext cx="1419207" cy="24808"/>
            <a:chOff x="219558" y="4738465"/>
            <a:chExt cx="5852400" cy="102300"/>
          </a:xfrm>
        </p:grpSpPr>
        <p:cxnSp>
          <p:nvCxnSpPr>
            <p:cNvPr id="8182" name="Google Shape;8182;p96"/>
            <p:cNvCxnSpPr/>
            <p:nvPr/>
          </p:nvCxnSpPr>
          <p:spPr>
            <a:xfrm>
              <a:off x="219558" y="4789684"/>
              <a:ext cx="5852400" cy="0"/>
            </a:xfrm>
            <a:prstGeom prst="straightConnector1">
              <a:avLst/>
            </a:prstGeom>
            <a:noFill/>
            <a:ln cap="flat" cmpd="sng" w="9525">
              <a:solidFill>
                <a:srgbClr val="5F7D95"/>
              </a:solidFill>
              <a:prstDash val="solid"/>
              <a:round/>
              <a:headEnd len="med" w="med" type="oval"/>
              <a:tailEnd len="med" w="med" type="oval"/>
            </a:ln>
          </p:spPr>
        </p:cxnSp>
        <p:sp>
          <p:nvSpPr>
            <p:cNvPr id="8183" name="Google Shape;8183;p96"/>
            <p:cNvSpPr/>
            <p:nvPr/>
          </p:nvSpPr>
          <p:spPr>
            <a:xfrm>
              <a:off x="1200298"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4" name="Google Shape;8184;p96"/>
            <p:cNvSpPr/>
            <p:nvPr/>
          </p:nvSpPr>
          <p:spPr>
            <a:xfrm>
              <a:off x="2175146"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5" name="Google Shape;8185;p96"/>
            <p:cNvSpPr/>
            <p:nvPr/>
          </p:nvSpPr>
          <p:spPr>
            <a:xfrm>
              <a:off x="3040751"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6" name="Google Shape;8186;p96"/>
            <p:cNvSpPr/>
            <p:nvPr/>
          </p:nvSpPr>
          <p:spPr>
            <a:xfrm>
              <a:off x="4028157"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7" name="Google Shape;8187;p96"/>
            <p:cNvSpPr/>
            <p:nvPr/>
          </p:nvSpPr>
          <p:spPr>
            <a:xfrm>
              <a:off x="5040827"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88" name="Google Shape;8188;p96"/>
          <p:cNvGrpSpPr/>
          <p:nvPr/>
        </p:nvGrpSpPr>
        <p:grpSpPr>
          <a:xfrm>
            <a:off x="5335084" y="3190448"/>
            <a:ext cx="1396570" cy="385016"/>
            <a:chOff x="5286284" y="2966544"/>
            <a:chExt cx="1396570" cy="385016"/>
          </a:xfrm>
        </p:grpSpPr>
        <p:cxnSp>
          <p:nvCxnSpPr>
            <p:cNvPr id="8189" name="Google Shape;8189;p96"/>
            <p:cNvCxnSpPr/>
            <p:nvPr/>
          </p:nvCxnSpPr>
          <p:spPr>
            <a:xfrm>
              <a:off x="5752056" y="3094781"/>
              <a:ext cx="470100" cy="0"/>
            </a:xfrm>
            <a:prstGeom prst="straightConnector1">
              <a:avLst/>
            </a:prstGeom>
            <a:noFill/>
            <a:ln cap="flat" cmpd="sng" w="9525">
              <a:solidFill>
                <a:srgbClr val="435D74"/>
              </a:solidFill>
              <a:prstDash val="solid"/>
              <a:round/>
              <a:headEnd len="med" w="med" type="oval"/>
              <a:tailEnd len="med" w="med" type="oval"/>
            </a:ln>
          </p:spPr>
        </p:cxnSp>
        <p:cxnSp>
          <p:nvCxnSpPr>
            <p:cNvPr id="8190" name="Google Shape;8190;p96"/>
            <p:cNvCxnSpPr/>
            <p:nvPr/>
          </p:nvCxnSpPr>
          <p:spPr>
            <a:xfrm>
              <a:off x="5980194" y="3351560"/>
              <a:ext cx="594300" cy="0"/>
            </a:xfrm>
            <a:prstGeom prst="straightConnector1">
              <a:avLst/>
            </a:prstGeom>
            <a:noFill/>
            <a:ln cap="flat" cmpd="sng" w="9525">
              <a:solidFill>
                <a:srgbClr val="435D74"/>
              </a:solidFill>
              <a:prstDash val="solid"/>
              <a:round/>
              <a:headEnd len="med" w="med" type="oval"/>
              <a:tailEnd len="med" w="med" type="oval"/>
            </a:ln>
          </p:spPr>
        </p:cxnSp>
        <p:grpSp>
          <p:nvGrpSpPr>
            <p:cNvPr id="8191" name="Google Shape;8191;p96"/>
            <p:cNvGrpSpPr/>
            <p:nvPr/>
          </p:nvGrpSpPr>
          <p:grpSpPr>
            <a:xfrm>
              <a:off x="5287688" y="3173364"/>
              <a:ext cx="1395166" cy="74100"/>
              <a:chOff x="5287688" y="3173364"/>
              <a:chExt cx="1395166" cy="74100"/>
            </a:xfrm>
          </p:grpSpPr>
          <p:cxnSp>
            <p:nvCxnSpPr>
              <p:cNvPr id="8192" name="Google Shape;8192;p96"/>
              <p:cNvCxnSpPr/>
              <p:nvPr/>
            </p:nvCxnSpPr>
            <p:spPr>
              <a:xfrm>
                <a:off x="6682853" y="3173540"/>
                <a:ext cx="0" cy="73800"/>
              </a:xfrm>
              <a:prstGeom prst="straightConnector1">
                <a:avLst/>
              </a:prstGeom>
              <a:noFill/>
              <a:ln cap="flat" cmpd="sng" w="9525">
                <a:solidFill>
                  <a:srgbClr val="5F7D95"/>
                </a:solidFill>
                <a:prstDash val="solid"/>
                <a:round/>
                <a:headEnd len="med" w="med" type="none"/>
                <a:tailEnd len="med" w="med" type="none"/>
              </a:ln>
            </p:spPr>
          </p:cxnSp>
          <p:cxnSp>
            <p:nvCxnSpPr>
              <p:cNvPr id="8193" name="Google Shape;8193;p96"/>
              <p:cNvCxnSpPr/>
              <p:nvPr/>
            </p:nvCxnSpPr>
            <p:spPr>
              <a:xfrm>
                <a:off x="5287688" y="3210371"/>
                <a:ext cx="1394700" cy="0"/>
              </a:xfrm>
              <a:prstGeom prst="straightConnector1">
                <a:avLst/>
              </a:prstGeom>
              <a:noFill/>
              <a:ln cap="flat" cmpd="sng" w="9525">
                <a:solidFill>
                  <a:srgbClr val="5F7D95"/>
                </a:solidFill>
                <a:prstDash val="solid"/>
                <a:round/>
                <a:headEnd len="med" w="med" type="none"/>
                <a:tailEnd len="med" w="med" type="none"/>
              </a:ln>
            </p:spPr>
          </p:cxnSp>
          <p:cxnSp>
            <p:nvCxnSpPr>
              <p:cNvPr id="8194" name="Google Shape;8194;p96"/>
              <p:cNvCxnSpPr/>
              <p:nvPr/>
            </p:nvCxnSpPr>
            <p:spPr>
              <a:xfrm>
                <a:off x="5518476"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8195" name="Google Shape;8195;p96"/>
              <p:cNvCxnSpPr/>
              <p:nvPr/>
            </p:nvCxnSpPr>
            <p:spPr>
              <a:xfrm>
                <a:off x="5287935"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8196" name="Google Shape;8196;p96"/>
              <p:cNvCxnSpPr/>
              <p:nvPr/>
            </p:nvCxnSpPr>
            <p:spPr>
              <a:xfrm>
                <a:off x="5751239"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8197" name="Google Shape;8197;p96"/>
              <p:cNvCxnSpPr/>
              <p:nvPr/>
            </p:nvCxnSpPr>
            <p:spPr>
              <a:xfrm>
                <a:off x="5982252"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8198" name="Google Shape;8198;p96"/>
              <p:cNvCxnSpPr/>
              <p:nvPr/>
            </p:nvCxnSpPr>
            <p:spPr>
              <a:xfrm>
                <a:off x="6216184"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8199" name="Google Shape;8199;p96"/>
              <p:cNvCxnSpPr/>
              <p:nvPr/>
            </p:nvCxnSpPr>
            <p:spPr>
              <a:xfrm>
                <a:off x="6449534" y="3173364"/>
                <a:ext cx="0" cy="74100"/>
              </a:xfrm>
              <a:prstGeom prst="straightConnector1">
                <a:avLst/>
              </a:prstGeom>
              <a:noFill/>
              <a:ln cap="flat" cmpd="sng" w="9525">
                <a:solidFill>
                  <a:srgbClr val="5F7D95"/>
                </a:solidFill>
                <a:prstDash val="solid"/>
                <a:round/>
                <a:headEnd len="med" w="med" type="none"/>
                <a:tailEnd len="med" w="med" type="none"/>
              </a:ln>
            </p:spPr>
          </p:cxnSp>
        </p:grpSp>
        <p:cxnSp>
          <p:nvCxnSpPr>
            <p:cNvPr id="8200" name="Google Shape;8200;p96"/>
            <p:cNvCxnSpPr/>
            <p:nvPr/>
          </p:nvCxnSpPr>
          <p:spPr>
            <a:xfrm>
              <a:off x="5286284" y="2966544"/>
              <a:ext cx="468600" cy="0"/>
            </a:xfrm>
            <a:prstGeom prst="straightConnector1">
              <a:avLst/>
            </a:prstGeom>
            <a:noFill/>
            <a:ln cap="flat" cmpd="sng" w="9525">
              <a:solidFill>
                <a:srgbClr val="435D74"/>
              </a:solidFill>
              <a:prstDash val="solid"/>
              <a:round/>
              <a:headEnd len="med" w="med" type="oval"/>
              <a:tailEnd len="med" w="med" type="oval"/>
            </a:ln>
          </p:spPr>
        </p:cxnSp>
      </p:grpSp>
      <p:grpSp>
        <p:nvGrpSpPr>
          <p:cNvPr id="8201" name="Google Shape;8201;p96"/>
          <p:cNvGrpSpPr/>
          <p:nvPr/>
        </p:nvGrpSpPr>
        <p:grpSpPr>
          <a:xfrm>
            <a:off x="2021150" y="1609224"/>
            <a:ext cx="1182276" cy="662027"/>
            <a:chOff x="2029517" y="1732295"/>
            <a:chExt cx="1149068" cy="643432"/>
          </a:xfrm>
        </p:grpSpPr>
        <p:grpSp>
          <p:nvGrpSpPr>
            <p:cNvPr id="8202" name="Google Shape;8202;p96"/>
            <p:cNvGrpSpPr/>
            <p:nvPr/>
          </p:nvGrpSpPr>
          <p:grpSpPr>
            <a:xfrm>
              <a:off x="2708660" y="1746937"/>
              <a:ext cx="455427" cy="244429"/>
              <a:chOff x="2700693" y="1746937"/>
              <a:chExt cx="455427" cy="244429"/>
            </a:xfrm>
          </p:grpSpPr>
          <p:grpSp>
            <p:nvGrpSpPr>
              <p:cNvPr id="8203" name="Google Shape;8203;p96"/>
              <p:cNvGrpSpPr/>
              <p:nvPr/>
            </p:nvGrpSpPr>
            <p:grpSpPr>
              <a:xfrm>
                <a:off x="2905682" y="1782817"/>
                <a:ext cx="250438" cy="208549"/>
                <a:chOff x="2905682" y="1782817"/>
                <a:chExt cx="250438" cy="208549"/>
              </a:xfrm>
            </p:grpSpPr>
            <p:cxnSp>
              <p:nvCxnSpPr>
                <p:cNvPr id="8204" name="Google Shape;8204;p96"/>
                <p:cNvCxnSpPr/>
                <p:nvPr/>
              </p:nvCxnSpPr>
              <p:spPr>
                <a:xfrm flipH="1" rot="-5400000">
                  <a:off x="2905682" y="1782817"/>
                  <a:ext cx="175200" cy="1752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8205" name="Google Shape;8205;p96"/>
                <p:cNvSpPr/>
                <p:nvPr/>
              </p:nvSpPr>
              <p:spPr>
                <a:xfrm>
                  <a:off x="3078213" y="1919045"/>
                  <a:ext cx="77906" cy="72321"/>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06" name="Google Shape;8206;p96"/>
              <p:cNvGrpSpPr/>
              <p:nvPr/>
            </p:nvGrpSpPr>
            <p:grpSpPr>
              <a:xfrm>
                <a:off x="2700693" y="1746937"/>
                <a:ext cx="449967" cy="72374"/>
                <a:chOff x="2700693" y="1746937"/>
                <a:chExt cx="449967" cy="72374"/>
              </a:xfrm>
            </p:grpSpPr>
            <p:cxnSp>
              <p:nvCxnSpPr>
                <p:cNvPr id="8207" name="Google Shape;8207;p96"/>
                <p:cNvCxnSpPr/>
                <p:nvPr/>
              </p:nvCxnSpPr>
              <p:spPr>
                <a:xfrm>
                  <a:off x="2700693" y="1782453"/>
                  <a:ext cx="379800" cy="6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8208" name="Google Shape;8208;p96"/>
                <p:cNvSpPr/>
                <p:nvPr/>
              </p:nvSpPr>
              <p:spPr>
                <a:xfrm>
                  <a:off x="3072753" y="1746937"/>
                  <a:ext cx="77906" cy="72374"/>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09" name="Google Shape;8209;p96"/>
            <p:cNvGrpSpPr/>
            <p:nvPr/>
          </p:nvGrpSpPr>
          <p:grpSpPr>
            <a:xfrm>
              <a:off x="2029517" y="1732295"/>
              <a:ext cx="1149068" cy="643432"/>
              <a:chOff x="2029517" y="1732295"/>
              <a:chExt cx="1149068" cy="643432"/>
            </a:xfrm>
          </p:grpSpPr>
          <p:grpSp>
            <p:nvGrpSpPr>
              <p:cNvPr id="8210" name="Google Shape;8210;p96"/>
              <p:cNvGrpSpPr/>
              <p:nvPr/>
            </p:nvGrpSpPr>
            <p:grpSpPr>
              <a:xfrm>
                <a:off x="2703618" y="2103152"/>
                <a:ext cx="474966" cy="260017"/>
                <a:chOff x="2703618" y="2103152"/>
                <a:chExt cx="474966" cy="260017"/>
              </a:xfrm>
            </p:grpSpPr>
            <p:grpSp>
              <p:nvGrpSpPr>
                <p:cNvPr id="8211" name="Google Shape;8211;p96"/>
                <p:cNvGrpSpPr/>
                <p:nvPr/>
              </p:nvGrpSpPr>
              <p:grpSpPr>
                <a:xfrm>
                  <a:off x="2703618" y="2290640"/>
                  <a:ext cx="450291" cy="72529"/>
                  <a:chOff x="2703618" y="2290640"/>
                  <a:chExt cx="450291" cy="72529"/>
                </a:xfrm>
              </p:grpSpPr>
              <p:cxnSp>
                <p:nvCxnSpPr>
                  <p:cNvPr id="8212" name="Google Shape;8212;p96"/>
                  <p:cNvCxnSpPr/>
                  <p:nvPr/>
                </p:nvCxnSpPr>
                <p:spPr>
                  <a:xfrm>
                    <a:off x="2703618" y="2326818"/>
                    <a:ext cx="379800" cy="6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8213" name="Google Shape;8213;p96"/>
                  <p:cNvSpPr/>
                  <p:nvPr/>
                </p:nvSpPr>
                <p:spPr>
                  <a:xfrm>
                    <a:off x="3076003" y="2290640"/>
                    <a:ext cx="77906" cy="72529"/>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14" name="Google Shape;8214;p96"/>
                <p:cNvGrpSpPr/>
                <p:nvPr/>
              </p:nvGrpSpPr>
              <p:grpSpPr>
                <a:xfrm>
                  <a:off x="2908607" y="2103152"/>
                  <a:ext cx="269977" cy="223538"/>
                  <a:chOff x="2908607" y="2103152"/>
                  <a:chExt cx="269977" cy="223538"/>
                </a:xfrm>
              </p:grpSpPr>
              <p:cxnSp>
                <p:nvCxnSpPr>
                  <p:cNvPr id="8215" name="Google Shape;8215;p96"/>
                  <p:cNvCxnSpPr/>
                  <p:nvPr/>
                </p:nvCxnSpPr>
                <p:spPr>
                  <a:xfrm flipH="1" rot="10800000">
                    <a:off x="2908607" y="2140990"/>
                    <a:ext cx="199800" cy="1857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8216" name="Google Shape;8216;p96"/>
                  <p:cNvSpPr/>
                  <p:nvPr/>
                </p:nvSpPr>
                <p:spPr>
                  <a:xfrm>
                    <a:off x="3100678" y="2103152"/>
                    <a:ext cx="77906" cy="72368"/>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17" name="Google Shape;8217;p96"/>
              <p:cNvGrpSpPr/>
              <p:nvPr/>
            </p:nvGrpSpPr>
            <p:grpSpPr>
              <a:xfrm>
                <a:off x="2029517" y="1732295"/>
                <a:ext cx="685827" cy="643432"/>
                <a:chOff x="2029517" y="1732295"/>
                <a:chExt cx="685827" cy="643432"/>
              </a:xfrm>
            </p:grpSpPr>
            <p:sp>
              <p:nvSpPr>
                <p:cNvPr id="8218" name="Google Shape;8218;p96"/>
                <p:cNvSpPr/>
                <p:nvPr/>
              </p:nvSpPr>
              <p:spPr>
                <a:xfrm>
                  <a:off x="2029517" y="1996395"/>
                  <a:ext cx="135152" cy="135374"/>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219" name="Google Shape;8219;p96"/>
                <p:cNvGrpSpPr/>
                <p:nvPr/>
              </p:nvGrpSpPr>
              <p:grpSpPr>
                <a:xfrm>
                  <a:off x="2158948" y="1732295"/>
                  <a:ext cx="556396" cy="333108"/>
                  <a:chOff x="2158948" y="1732295"/>
                  <a:chExt cx="556396" cy="333108"/>
                </a:xfrm>
              </p:grpSpPr>
              <p:cxnSp>
                <p:nvCxnSpPr>
                  <p:cNvPr id="8220" name="Google Shape;8220;p96"/>
                  <p:cNvCxnSpPr/>
                  <p:nvPr/>
                </p:nvCxnSpPr>
                <p:spPr>
                  <a:xfrm flipH="1" rot="10800000">
                    <a:off x="2158948" y="1783103"/>
                    <a:ext cx="459000" cy="282300"/>
                  </a:xfrm>
                  <a:prstGeom prst="bentConnector3">
                    <a:avLst>
                      <a:gd fmla="val 50000" name="adj1"/>
                    </a:avLst>
                  </a:prstGeom>
                  <a:noFill/>
                  <a:ln cap="flat" cmpd="sng" w="9525">
                    <a:solidFill>
                      <a:srgbClr val="BAC8D3"/>
                    </a:solidFill>
                    <a:prstDash val="solid"/>
                    <a:round/>
                    <a:headEnd len="med" w="med" type="none"/>
                    <a:tailEnd len="med" w="med" type="none"/>
                  </a:ln>
                </p:spPr>
              </p:cxnSp>
              <p:sp>
                <p:nvSpPr>
                  <p:cNvPr id="8221" name="Google Shape;8221;p96"/>
                  <p:cNvSpPr/>
                  <p:nvPr/>
                </p:nvSpPr>
                <p:spPr>
                  <a:xfrm>
                    <a:off x="2612072" y="1732295"/>
                    <a:ext cx="103272" cy="100095"/>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22" name="Google Shape;8222;p96"/>
                <p:cNvGrpSpPr/>
                <p:nvPr/>
              </p:nvGrpSpPr>
              <p:grpSpPr>
                <a:xfrm>
                  <a:off x="2159908" y="2065057"/>
                  <a:ext cx="550884" cy="310670"/>
                  <a:chOff x="2159908" y="2065057"/>
                  <a:chExt cx="550884" cy="310670"/>
                </a:xfrm>
              </p:grpSpPr>
              <p:cxnSp>
                <p:nvCxnSpPr>
                  <p:cNvPr id="8223" name="Google Shape;8223;p96"/>
                  <p:cNvCxnSpPr/>
                  <p:nvPr/>
                </p:nvCxnSpPr>
                <p:spPr>
                  <a:xfrm>
                    <a:off x="2159908" y="2065057"/>
                    <a:ext cx="454500" cy="262200"/>
                  </a:xfrm>
                  <a:prstGeom prst="bentConnector3">
                    <a:avLst>
                      <a:gd fmla="val 50000" name="adj1"/>
                    </a:avLst>
                  </a:prstGeom>
                  <a:noFill/>
                  <a:ln cap="flat" cmpd="sng" w="9525">
                    <a:solidFill>
                      <a:srgbClr val="BAC8D3"/>
                    </a:solidFill>
                    <a:prstDash val="solid"/>
                    <a:round/>
                    <a:headEnd len="med" w="med" type="none"/>
                    <a:tailEnd len="med" w="med" type="none"/>
                  </a:ln>
                </p:spPr>
              </p:cxnSp>
              <p:sp>
                <p:nvSpPr>
                  <p:cNvPr id="8224" name="Google Shape;8224;p96"/>
                  <p:cNvSpPr/>
                  <p:nvPr/>
                </p:nvSpPr>
                <p:spPr>
                  <a:xfrm>
                    <a:off x="2607514" y="2275632"/>
                    <a:ext cx="103279" cy="100095"/>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grpSp>
        <p:nvGrpSpPr>
          <p:cNvPr id="8225" name="Google Shape;8225;p96"/>
          <p:cNvGrpSpPr/>
          <p:nvPr/>
        </p:nvGrpSpPr>
        <p:grpSpPr>
          <a:xfrm>
            <a:off x="706399" y="1556837"/>
            <a:ext cx="962651" cy="810058"/>
            <a:chOff x="732462" y="1766083"/>
            <a:chExt cx="962651" cy="810058"/>
          </a:xfrm>
        </p:grpSpPr>
        <p:grpSp>
          <p:nvGrpSpPr>
            <p:cNvPr id="8226" name="Google Shape;8226;p96"/>
            <p:cNvGrpSpPr/>
            <p:nvPr/>
          </p:nvGrpSpPr>
          <p:grpSpPr>
            <a:xfrm>
              <a:off x="732462" y="1908333"/>
              <a:ext cx="339369" cy="524756"/>
              <a:chOff x="844912" y="1819635"/>
              <a:chExt cx="329836" cy="510016"/>
            </a:xfrm>
          </p:grpSpPr>
          <p:sp>
            <p:nvSpPr>
              <p:cNvPr id="8227" name="Google Shape;8227;p96"/>
              <p:cNvSpPr/>
              <p:nvPr/>
            </p:nvSpPr>
            <p:spPr>
              <a:xfrm>
                <a:off x="844912" y="2015566"/>
                <a:ext cx="118283" cy="11847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8" name="Google Shape;8228;p96"/>
              <p:cNvSpPr/>
              <p:nvPr/>
            </p:nvSpPr>
            <p:spPr>
              <a:xfrm>
                <a:off x="1013654" y="2074499"/>
                <a:ext cx="148151" cy="238327"/>
              </a:xfrm>
              <a:custGeom>
                <a:rect b="b" l="l" r="r" t="t"/>
                <a:pathLst>
                  <a:path extrusionOk="0" fill="none" h="40463" w="25153">
                    <a:moveTo>
                      <a:pt x="25152" y="40463"/>
                    </a:moveTo>
                    <a:cubicBezTo>
                      <a:pt x="19315" y="40463"/>
                      <a:pt x="14378" y="32724"/>
                      <a:pt x="12777" y="22150"/>
                    </a:cubicBezTo>
                    <a:lnTo>
                      <a:pt x="12810" y="22350"/>
                    </a:lnTo>
                    <a:cubicBezTo>
                      <a:pt x="10542" y="7606"/>
                      <a:pt x="6372" y="1"/>
                      <a:pt x="1" y="1"/>
                    </a:cubicBezTo>
                    <a:lnTo>
                      <a:pt x="1" y="1"/>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9" name="Google Shape;8229;p96"/>
              <p:cNvSpPr/>
              <p:nvPr/>
            </p:nvSpPr>
            <p:spPr>
              <a:xfrm>
                <a:off x="1013654" y="1836607"/>
                <a:ext cx="148151" cy="238327"/>
              </a:xfrm>
              <a:custGeom>
                <a:rect b="b" l="l" r="r" t="t"/>
                <a:pathLst>
                  <a:path extrusionOk="0" fill="none" h="40463" w="25153">
                    <a:moveTo>
                      <a:pt x="25152" y="0"/>
                    </a:moveTo>
                    <a:cubicBezTo>
                      <a:pt x="19315" y="0"/>
                      <a:pt x="14378" y="7706"/>
                      <a:pt x="12777" y="18313"/>
                    </a:cubicBezTo>
                    <a:lnTo>
                      <a:pt x="12810" y="18113"/>
                    </a:lnTo>
                    <a:cubicBezTo>
                      <a:pt x="10542" y="32857"/>
                      <a:pt x="6372" y="40462"/>
                      <a:pt x="1" y="40462"/>
                    </a:cubicBezTo>
                    <a:lnTo>
                      <a:pt x="1" y="40462"/>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0" name="Google Shape;8230;p96"/>
              <p:cNvSpPr/>
              <p:nvPr/>
            </p:nvSpPr>
            <p:spPr>
              <a:xfrm>
                <a:off x="1004031" y="2056625"/>
                <a:ext cx="35958" cy="35958"/>
              </a:xfrm>
              <a:custGeom>
                <a:rect b="b" l="l" r="r" t="t"/>
                <a:pathLst>
                  <a:path extrusionOk="0" h="6105" w="6105">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1" name="Google Shape;8231;p96"/>
              <p:cNvSpPr/>
              <p:nvPr/>
            </p:nvSpPr>
            <p:spPr>
              <a:xfrm>
                <a:off x="1149398" y="2295742"/>
                <a:ext cx="25351" cy="33909"/>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2" name="Google Shape;8232;p96"/>
              <p:cNvSpPr/>
              <p:nvPr/>
            </p:nvSpPr>
            <p:spPr>
              <a:xfrm>
                <a:off x="1149398" y="1819635"/>
                <a:ext cx="25351" cy="34032"/>
              </a:xfrm>
              <a:custGeom>
                <a:rect b="b" l="l" r="r" t="t"/>
                <a:pathLst>
                  <a:path extrusionOk="0" h="5778" w="4304">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33" name="Google Shape;8233;p96"/>
            <p:cNvGrpSpPr/>
            <p:nvPr/>
          </p:nvGrpSpPr>
          <p:grpSpPr>
            <a:xfrm>
              <a:off x="1184858" y="2256650"/>
              <a:ext cx="510255" cy="319491"/>
              <a:chOff x="1284601" y="2158168"/>
              <a:chExt cx="495923" cy="310517"/>
            </a:xfrm>
          </p:grpSpPr>
          <p:sp>
            <p:nvSpPr>
              <p:cNvPr id="8234" name="Google Shape;8234;p96"/>
              <p:cNvSpPr/>
              <p:nvPr/>
            </p:nvSpPr>
            <p:spPr>
              <a:xfrm>
                <a:off x="1284601" y="2265773"/>
                <a:ext cx="93683" cy="93836"/>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235" name="Google Shape;8235;p96"/>
              <p:cNvGrpSpPr/>
              <p:nvPr/>
            </p:nvGrpSpPr>
            <p:grpSpPr>
              <a:xfrm>
                <a:off x="1507666" y="2158168"/>
                <a:ext cx="272858" cy="310517"/>
                <a:chOff x="1507666" y="2158168"/>
                <a:chExt cx="272858" cy="310517"/>
              </a:xfrm>
            </p:grpSpPr>
            <p:grpSp>
              <p:nvGrpSpPr>
                <p:cNvPr id="8236" name="Google Shape;8236;p96"/>
                <p:cNvGrpSpPr/>
                <p:nvPr/>
              </p:nvGrpSpPr>
              <p:grpSpPr>
                <a:xfrm>
                  <a:off x="1507666" y="2176104"/>
                  <a:ext cx="166395" cy="273149"/>
                  <a:chOff x="1507666" y="2176104"/>
                  <a:chExt cx="166395" cy="273149"/>
                </a:xfrm>
              </p:grpSpPr>
              <p:sp>
                <p:nvSpPr>
                  <p:cNvPr id="8237" name="Google Shape;8237;p96"/>
                  <p:cNvSpPr/>
                  <p:nvPr/>
                </p:nvSpPr>
                <p:spPr>
                  <a:xfrm>
                    <a:off x="1512966" y="2312791"/>
                    <a:ext cx="75451" cy="66021"/>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8" name="Google Shape;8238;p96"/>
                  <p:cNvSpPr/>
                  <p:nvPr/>
                </p:nvSpPr>
                <p:spPr>
                  <a:xfrm>
                    <a:off x="1588205" y="2193153"/>
                    <a:ext cx="72901" cy="54035"/>
                  </a:xfrm>
                  <a:custGeom>
                    <a:rect b="b" l="l" r="r" t="t"/>
                    <a:pathLst>
                      <a:path extrusionOk="0" fill="none" h="9174" w="12377">
                        <a:moveTo>
                          <a:pt x="1" y="9174"/>
                        </a:moveTo>
                        <a:cubicBezTo>
                          <a:pt x="1635" y="3870"/>
                          <a:pt x="6539" y="0"/>
                          <a:pt x="12376"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9" name="Google Shape;8239;p96"/>
                  <p:cNvSpPr/>
                  <p:nvPr/>
                </p:nvSpPr>
                <p:spPr>
                  <a:xfrm>
                    <a:off x="1588205" y="2378202"/>
                    <a:ext cx="72901" cy="54041"/>
                  </a:xfrm>
                  <a:custGeom>
                    <a:rect b="b" l="l" r="r" t="t"/>
                    <a:pathLst>
                      <a:path extrusionOk="0" fill="none" h="9175" w="12377">
                        <a:moveTo>
                          <a:pt x="1" y="1"/>
                        </a:moveTo>
                        <a:cubicBezTo>
                          <a:pt x="1635" y="5305"/>
                          <a:pt x="6539" y="9174"/>
                          <a:pt x="12376" y="9174"/>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0" name="Google Shape;8240;p96"/>
                  <p:cNvSpPr/>
                  <p:nvPr/>
                </p:nvSpPr>
                <p:spPr>
                  <a:xfrm>
                    <a:off x="1512966" y="2246980"/>
                    <a:ext cx="75451" cy="65821"/>
                  </a:xfrm>
                  <a:custGeom>
                    <a:rect b="b" l="l" r="r" t="t"/>
                    <a:pathLst>
                      <a:path extrusionOk="0" fill="none" h="11175" w="12810">
                        <a:moveTo>
                          <a:pt x="1" y="11175"/>
                        </a:moveTo>
                        <a:cubicBezTo>
                          <a:pt x="6539" y="11175"/>
                          <a:pt x="10275" y="7105"/>
                          <a:pt x="12810"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1" name="Google Shape;8241;p96"/>
                  <p:cNvSpPr/>
                  <p:nvPr/>
                </p:nvSpPr>
                <p:spPr>
                  <a:xfrm>
                    <a:off x="1507666" y="2294782"/>
                    <a:ext cx="37926" cy="35823"/>
                  </a:xfrm>
                  <a:custGeom>
                    <a:rect b="b" l="l" r="r" t="t"/>
                    <a:pathLst>
                      <a:path extrusionOk="0" h="6082" w="6439">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2" name="Google Shape;8242;p96"/>
                  <p:cNvSpPr/>
                  <p:nvPr/>
                </p:nvSpPr>
                <p:spPr>
                  <a:xfrm>
                    <a:off x="1648710" y="2415180"/>
                    <a:ext cx="25351" cy="34074"/>
                  </a:xfrm>
                  <a:custGeom>
                    <a:rect b="b" l="l" r="r" t="t"/>
                    <a:pathLst>
                      <a:path extrusionOk="0" h="5785" w="4304">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3" name="Google Shape;8243;p96"/>
                  <p:cNvSpPr/>
                  <p:nvPr/>
                </p:nvSpPr>
                <p:spPr>
                  <a:xfrm>
                    <a:off x="1648710" y="2176104"/>
                    <a:ext cx="25351" cy="34103"/>
                  </a:xfrm>
                  <a:custGeom>
                    <a:rect b="b" l="l" r="r" t="t"/>
                    <a:pathLst>
                      <a:path extrusionOk="0" h="5790" w="4304">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244" name="Google Shape;8244;p96"/>
                <p:cNvSpPr/>
                <p:nvPr/>
              </p:nvSpPr>
              <p:spPr>
                <a:xfrm>
                  <a:off x="1707626" y="2395718"/>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5" name="Google Shape;8245;p96"/>
                <p:cNvSpPr/>
                <p:nvPr/>
              </p:nvSpPr>
              <p:spPr>
                <a:xfrm>
                  <a:off x="1707626" y="2158168"/>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46" name="Google Shape;8246;p96"/>
            <p:cNvGrpSpPr/>
            <p:nvPr/>
          </p:nvGrpSpPr>
          <p:grpSpPr>
            <a:xfrm>
              <a:off x="1184858" y="1766083"/>
              <a:ext cx="510255" cy="319491"/>
              <a:chOff x="1284601" y="1681380"/>
              <a:chExt cx="495923" cy="310517"/>
            </a:xfrm>
          </p:grpSpPr>
          <p:sp>
            <p:nvSpPr>
              <p:cNvPr id="8247" name="Google Shape;8247;p96"/>
              <p:cNvSpPr/>
              <p:nvPr/>
            </p:nvSpPr>
            <p:spPr>
              <a:xfrm>
                <a:off x="1284601" y="1789723"/>
                <a:ext cx="93683" cy="93836"/>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248" name="Google Shape;8248;p96"/>
              <p:cNvGrpSpPr/>
              <p:nvPr/>
            </p:nvGrpSpPr>
            <p:grpSpPr>
              <a:xfrm>
                <a:off x="1507666" y="1681380"/>
                <a:ext cx="272858" cy="310517"/>
                <a:chOff x="1507666" y="1681380"/>
                <a:chExt cx="272858" cy="310517"/>
              </a:xfrm>
            </p:grpSpPr>
            <p:grpSp>
              <p:nvGrpSpPr>
                <p:cNvPr id="8249" name="Google Shape;8249;p96"/>
                <p:cNvGrpSpPr/>
                <p:nvPr/>
              </p:nvGrpSpPr>
              <p:grpSpPr>
                <a:xfrm>
                  <a:off x="1507666" y="1700120"/>
                  <a:ext cx="166395" cy="272984"/>
                  <a:chOff x="1507666" y="1700120"/>
                  <a:chExt cx="166395" cy="272984"/>
                </a:xfrm>
              </p:grpSpPr>
              <p:sp>
                <p:nvSpPr>
                  <p:cNvPr id="8250" name="Google Shape;8250;p96"/>
                  <p:cNvSpPr/>
                  <p:nvPr/>
                </p:nvSpPr>
                <p:spPr>
                  <a:xfrm>
                    <a:off x="1512966" y="1836607"/>
                    <a:ext cx="75451" cy="66021"/>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1" name="Google Shape;8251;p96"/>
                  <p:cNvSpPr/>
                  <p:nvPr/>
                </p:nvSpPr>
                <p:spPr>
                  <a:xfrm>
                    <a:off x="1588205" y="1716969"/>
                    <a:ext cx="72901" cy="54235"/>
                  </a:xfrm>
                  <a:custGeom>
                    <a:rect b="b" l="l" r="r" t="t"/>
                    <a:pathLst>
                      <a:path extrusionOk="0" fill="none" h="9208" w="12377">
                        <a:moveTo>
                          <a:pt x="1" y="9207"/>
                        </a:moveTo>
                        <a:cubicBezTo>
                          <a:pt x="1635" y="3870"/>
                          <a:pt x="6539" y="1"/>
                          <a:pt x="12376"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2" name="Google Shape;8252;p96"/>
                  <p:cNvSpPr/>
                  <p:nvPr/>
                </p:nvSpPr>
                <p:spPr>
                  <a:xfrm>
                    <a:off x="1588205" y="1902024"/>
                    <a:ext cx="72901" cy="54035"/>
                  </a:xfrm>
                  <a:custGeom>
                    <a:rect b="b" l="l" r="r" t="t"/>
                    <a:pathLst>
                      <a:path extrusionOk="0" fill="none" h="9174" w="12377">
                        <a:moveTo>
                          <a:pt x="1" y="0"/>
                        </a:moveTo>
                        <a:cubicBezTo>
                          <a:pt x="1635" y="5304"/>
                          <a:pt x="6539" y="9173"/>
                          <a:pt x="12376" y="9173"/>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3" name="Google Shape;8253;p96"/>
                  <p:cNvSpPr/>
                  <p:nvPr/>
                </p:nvSpPr>
                <p:spPr>
                  <a:xfrm>
                    <a:off x="1512966" y="1770990"/>
                    <a:ext cx="75451" cy="65632"/>
                  </a:xfrm>
                  <a:custGeom>
                    <a:rect b="b" l="l" r="r" t="t"/>
                    <a:pathLst>
                      <a:path extrusionOk="0" fill="none" h="11143" w="12810">
                        <a:moveTo>
                          <a:pt x="1" y="11142"/>
                        </a:moveTo>
                        <a:cubicBezTo>
                          <a:pt x="6539" y="11142"/>
                          <a:pt x="10275" y="7106"/>
                          <a:pt x="12810"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4" name="Google Shape;8254;p96"/>
                  <p:cNvSpPr/>
                  <p:nvPr/>
                </p:nvSpPr>
                <p:spPr>
                  <a:xfrm>
                    <a:off x="1507666" y="1818598"/>
                    <a:ext cx="37926" cy="36023"/>
                  </a:xfrm>
                  <a:custGeom>
                    <a:rect b="b" l="l" r="r" t="t"/>
                    <a:pathLst>
                      <a:path extrusionOk="0" h="6116" w="6439">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5" name="Google Shape;8255;p96"/>
                  <p:cNvSpPr/>
                  <p:nvPr/>
                </p:nvSpPr>
                <p:spPr>
                  <a:xfrm>
                    <a:off x="1648710" y="1939072"/>
                    <a:ext cx="25351" cy="34032"/>
                  </a:xfrm>
                  <a:custGeom>
                    <a:rect b="b" l="l" r="r" t="t"/>
                    <a:pathLst>
                      <a:path extrusionOk="0" h="5778" w="4304">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6" name="Google Shape;8256;p96"/>
                  <p:cNvSpPr/>
                  <p:nvPr/>
                </p:nvSpPr>
                <p:spPr>
                  <a:xfrm>
                    <a:off x="1648710" y="1700120"/>
                    <a:ext cx="25351" cy="33909"/>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257" name="Google Shape;8257;p96"/>
                <p:cNvSpPr/>
                <p:nvPr/>
              </p:nvSpPr>
              <p:spPr>
                <a:xfrm>
                  <a:off x="1707626" y="1918930"/>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8" name="Google Shape;8258;p96"/>
                <p:cNvSpPr/>
                <p:nvPr/>
              </p:nvSpPr>
              <p:spPr>
                <a:xfrm>
                  <a:off x="1707626" y="1681380"/>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8259" name="Google Shape;8259;p96"/>
          <p:cNvGrpSpPr/>
          <p:nvPr/>
        </p:nvGrpSpPr>
        <p:grpSpPr>
          <a:xfrm>
            <a:off x="6815339" y="2324267"/>
            <a:ext cx="1622269" cy="552443"/>
            <a:chOff x="6894650" y="2574740"/>
            <a:chExt cx="1445100" cy="492111"/>
          </a:xfrm>
        </p:grpSpPr>
        <p:sp>
          <p:nvSpPr>
            <p:cNvPr id="8260" name="Google Shape;8260;p96"/>
            <p:cNvSpPr/>
            <p:nvPr/>
          </p:nvSpPr>
          <p:spPr>
            <a:xfrm>
              <a:off x="7151862" y="2854413"/>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1" name="Google Shape;8261;p96"/>
            <p:cNvSpPr/>
            <p:nvPr/>
          </p:nvSpPr>
          <p:spPr>
            <a:xfrm>
              <a:off x="7664213" y="2854413"/>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2" name="Google Shape;8262;p96"/>
            <p:cNvSpPr/>
            <p:nvPr/>
          </p:nvSpPr>
          <p:spPr>
            <a:xfrm>
              <a:off x="6895687" y="2575804"/>
              <a:ext cx="420489" cy="212471"/>
            </a:xfrm>
            <a:custGeom>
              <a:rect b="b" l="l" r="r" t="t"/>
              <a:pathLst>
                <a:path extrusionOk="0" h="6393" w="12652">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3" name="Google Shape;8263;p96"/>
            <p:cNvSpPr/>
            <p:nvPr/>
          </p:nvSpPr>
          <p:spPr>
            <a:xfrm>
              <a:off x="7399530" y="2574740"/>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4" name="Google Shape;8264;p96"/>
            <p:cNvSpPr/>
            <p:nvPr/>
          </p:nvSpPr>
          <p:spPr>
            <a:xfrm>
              <a:off x="7911880" y="2574740"/>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265" name="Google Shape;8265;p96"/>
            <p:cNvCxnSpPr/>
            <p:nvPr/>
          </p:nvCxnSpPr>
          <p:spPr>
            <a:xfrm>
              <a:off x="6894650" y="2821921"/>
              <a:ext cx="1445100" cy="0"/>
            </a:xfrm>
            <a:prstGeom prst="straightConnector1">
              <a:avLst/>
            </a:prstGeom>
            <a:noFill/>
            <a:ln cap="flat" cmpd="sng" w="9525">
              <a:solidFill>
                <a:srgbClr val="869FB2"/>
              </a:solidFill>
              <a:prstDash val="solid"/>
              <a:round/>
              <a:headEnd len="med" w="med" type="none"/>
              <a:tailEnd len="med" w="med" type="none"/>
            </a:ln>
          </p:spPr>
        </p:cxnSp>
      </p:grpSp>
      <p:grpSp>
        <p:nvGrpSpPr>
          <p:cNvPr id="8266" name="Google Shape;8266;p96"/>
          <p:cNvGrpSpPr/>
          <p:nvPr/>
        </p:nvGrpSpPr>
        <p:grpSpPr>
          <a:xfrm>
            <a:off x="6834882" y="3698522"/>
            <a:ext cx="1583206" cy="475705"/>
            <a:chOff x="6953919" y="3907920"/>
            <a:chExt cx="1377300" cy="475705"/>
          </a:xfrm>
        </p:grpSpPr>
        <p:cxnSp>
          <p:nvCxnSpPr>
            <p:cNvPr id="8267" name="Google Shape;8267;p96"/>
            <p:cNvCxnSpPr/>
            <p:nvPr/>
          </p:nvCxnSpPr>
          <p:spPr>
            <a:xfrm rot="10800000">
              <a:off x="7118546" y="4100689"/>
              <a:ext cx="0" cy="185100"/>
            </a:xfrm>
            <a:prstGeom prst="straightConnector1">
              <a:avLst/>
            </a:prstGeom>
            <a:noFill/>
            <a:ln cap="flat" cmpd="sng" w="19050">
              <a:solidFill>
                <a:srgbClr val="5F7D95"/>
              </a:solidFill>
              <a:prstDash val="solid"/>
              <a:round/>
              <a:headEnd len="med" w="med" type="none"/>
              <a:tailEnd len="med" w="med" type="none"/>
            </a:ln>
          </p:spPr>
        </p:cxnSp>
        <p:cxnSp>
          <p:nvCxnSpPr>
            <p:cNvPr id="8268" name="Google Shape;8268;p96"/>
            <p:cNvCxnSpPr/>
            <p:nvPr/>
          </p:nvCxnSpPr>
          <p:spPr>
            <a:xfrm>
              <a:off x="7480500" y="4197025"/>
              <a:ext cx="0" cy="186600"/>
            </a:xfrm>
            <a:prstGeom prst="straightConnector1">
              <a:avLst/>
            </a:prstGeom>
            <a:noFill/>
            <a:ln cap="flat" cmpd="sng" w="19050">
              <a:solidFill>
                <a:srgbClr val="5F7D95"/>
              </a:solidFill>
              <a:prstDash val="solid"/>
              <a:round/>
              <a:headEnd len="med" w="med" type="none"/>
              <a:tailEnd len="med" w="med" type="none"/>
            </a:ln>
          </p:spPr>
        </p:cxnSp>
        <p:cxnSp>
          <p:nvCxnSpPr>
            <p:cNvPr id="8269" name="Google Shape;8269;p96"/>
            <p:cNvCxnSpPr/>
            <p:nvPr/>
          </p:nvCxnSpPr>
          <p:spPr>
            <a:xfrm rot="10800000">
              <a:off x="7848574" y="3907920"/>
              <a:ext cx="0" cy="185100"/>
            </a:xfrm>
            <a:prstGeom prst="straightConnector1">
              <a:avLst/>
            </a:prstGeom>
            <a:noFill/>
            <a:ln cap="flat" cmpd="sng" w="19050">
              <a:solidFill>
                <a:srgbClr val="5F7D95"/>
              </a:solidFill>
              <a:prstDash val="solid"/>
              <a:round/>
              <a:headEnd len="med" w="med" type="none"/>
              <a:tailEnd len="med" w="med" type="none"/>
            </a:ln>
          </p:spPr>
        </p:cxnSp>
        <p:cxnSp>
          <p:nvCxnSpPr>
            <p:cNvPr id="8270" name="Google Shape;8270;p96"/>
            <p:cNvCxnSpPr/>
            <p:nvPr/>
          </p:nvCxnSpPr>
          <p:spPr>
            <a:xfrm>
              <a:off x="8218032" y="3997243"/>
              <a:ext cx="0" cy="197100"/>
            </a:xfrm>
            <a:prstGeom prst="straightConnector1">
              <a:avLst/>
            </a:prstGeom>
            <a:noFill/>
            <a:ln cap="flat" cmpd="sng" w="19050">
              <a:solidFill>
                <a:srgbClr val="5F7D95"/>
              </a:solidFill>
              <a:prstDash val="solid"/>
              <a:round/>
              <a:headEnd len="med" w="med" type="none"/>
              <a:tailEnd len="med" w="med" type="none"/>
            </a:ln>
          </p:spPr>
        </p:cxnSp>
        <p:cxnSp>
          <p:nvCxnSpPr>
            <p:cNvPr id="8271" name="Google Shape;8271;p96"/>
            <p:cNvCxnSpPr/>
            <p:nvPr/>
          </p:nvCxnSpPr>
          <p:spPr>
            <a:xfrm flipH="1">
              <a:off x="6953919" y="3961822"/>
              <a:ext cx="1377300" cy="376800"/>
            </a:xfrm>
            <a:prstGeom prst="straightConnector1">
              <a:avLst/>
            </a:prstGeom>
            <a:noFill/>
            <a:ln cap="flat" cmpd="sng" w="19050">
              <a:solidFill>
                <a:srgbClr val="435D74"/>
              </a:solidFill>
              <a:prstDash val="solid"/>
              <a:round/>
              <a:headEnd len="med" w="med" type="none"/>
              <a:tailEnd len="med" w="med" type="none"/>
            </a:ln>
          </p:spPr>
        </p:cxnSp>
      </p:grpSp>
      <p:grpSp>
        <p:nvGrpSpPr>
          <p:cNvPr id="8272" name="Google Shape;8272;p96"/>
          <p:cNvGrpSpPr/>
          <p:nvPr/>
        </p:nvGrpSpPr>
        <p:grpSpPr>
          <a:xfrm>
            <a:off x="2338470" y="2459668"/>
            <a:ext cx="836286" cy="824529"/>
            <a:chOff x="2389399" y="2595741"/>
            <a:chExt cx="812796" cy="801369"/>
          </a:xfrm>
        </p:grpSpPr>
        <p:grpSp>
          <p:nvGrpSpPr>
            <p:cNvPr id="8273" name="Google Shape;8273;p96"/>
            <p:cNvGrpSpPr/>
            <p:nvPr/>
          </p:nvGrpSpPr>
          <p:grpSpPr>
            <a:xfrm>
              <a:off x="2492145" y="2881565"/>
              <a:ext cx="607300" cy="229751"/>
              <a:chOff x="2492145" y="2881565"/>
              <a:chExt cx="607300" cy="229751"/>
            </a:xfrm>
          </p:grpSpPr>
          <p:sp>
            <p:nvSpPr>
              <p:cNvPr id="8274" name="Google Shape;8274;p96"/>
              <p:cNvSpPr/>
              <p:nvPr/>
            </p:nvSpPr>
            <p:spPr>
              <a:xfrm>
                <a:off x="2530550" y="2913581"/>
                <a:ext cx="530589" cy="165697"/>
              </a:xfrm>
              <a:custGeom>
                <a:rect b="b" l="l" r="r" t="t"/>
                <a:pathLst>
                  <a:path extrusionOk="0" h="36397" w="116549">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5" name="Google Shape;8275;p96"/>
              <p:cNvSpPr/>
              <p:nvPr/>
            </p:nvSpPr>
            <p:spPr>
              <a:xfrm>
                <a:off x="2886492" y="2881565"/>
                <a:ext cx="212952" cy="229751"/>
              </a:xfrm>
              <a:custGeom>
                <a:rect b="b" l="l" r="r" t="t"/>
                <a:pathLst>
                  <a:path extrusionOk="0" h="50467" w="46777">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6" name="Google Shape;8276;p96"/>
              <p:cNvSpPr/>
              <p:nvPr/>
            </p:nvSpPr>
            <p:spPr>
              <a:xfrm>
                <a:off x="2492145" y="2881565"/>
                <a:ext cx="212934" cy="229751"/>
              </a:xfrm>
              <a:custGeom>
                <a:rect b="b" l="l" r="r" t="t"/>
                <a:pathLst>
                  <a:path extrusionOk="0" h="50467" w="46773">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77" name="Google Shape;8277;p96"/>
            <p:cNvGrpSpPr/>
            <p:nvPr/>
          </p:nvGrpSpPr>
          <p:grpSpPr>
            <a:xfrm>
              <a:off x="2389399" y="2595741"/>
              <a:ext cx="812796" cy="296825"/>
              <a:chOff x="2389399" y="2595741"/>
              <a:chExt cx="812796" cy="296825"/>
            </a:xfrm>
          </p:grpSpPr>
          <p:grpSp>
            <p:nvGrpSpPr>
              <p:cNvPr id="8278" name="Google Shape;8278;p96"/>
              <p:cNvGrpSpPr/>
              <p:nvPr/>
            </p:nvGrpSpPr>
            <p:grpSpPr>
              <a:xfrm>
                <a:off x="2389399" y="2595741"/>
                <a:ext cx="363638" cy="296825"/>
                <a:chOff x="2389399" y="2595741"/>
                <a:chExt cx="363638" cy="296825"/>
              </a:xfrm>
            </p:grpSpPr>
            <p:grpSp>
              <p:nvGrpSpPr>
                <p:cNvPr id="8279" name="Google Shape;8279;p96"/>
                <p:cNvGrpSpPr/>
                <p:nvPr/>
              </p:nvGrpSpPr>
              <p:grpSpPr>
                <a:xfrm>
                  <a:off x="2493852" y="2794333"/>
                  <a:ext cx="259185" cy="98232"/>
                  <a:chOff x="2493852" y="2794333"/>
                  <a:chExt cx="259185" cy="98232"/>
                </a:xfrm>
              </p:grpSpPr>
              <p:sp>
                <p:nvSpPr>
                  <p:cNvPr id="8280" name="Google Shape;8280;p96"/>
                  <p:cNvSpPr/>
                  <p:nvPr/>
                </p:nvSpPr>
                <p:spPr>
                  <a:xfrm>
                    <a:off x="2500419" y="2800896"/>
                    <a:ext cx="246135" cy="85123"/>
                  </a:xfrm>
                  <a:custGeom>
                    <a:rect b="b" l="l" r="r" t="t"/>
                    <a:pathLst>
                      <a:path extrusionOk="0" h="18698" w="54066">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1" name="Google Shape;8281;p96"/>
                  <p:cNvSpPr/>
                  <p:nvPr/>
                </p:nvSpPr>
                <p:spPr>
                  <a:xfrm>
                    <a:off x="2493852" y="2794333"/>
                    <a:ext cx="15360" cy="15356"/>
                  </a:xfrm>
                  <a:custGeom>
                    <a:rect b="b" l="l" r="r" t="t"/>
                    <a:pathLst>
                      <a:path extrusionOk="0" h="3373" w="3374">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2" name="Google Shape;8282;p96"/>
                  <p:cNvSpPr/>
                  <p:nvPr/>
                </p:nvSpPr>
                <p:spPr>
                  <a:xfrm>
                    <a:off x="2737686" y="2877210"/>
                    <a:ext cx="15351" cy="15356"/>
                  </a:xfrm>
                  <a:custGeom>
                    <a:rect b="b" l="l" r="r" t="t"/>
                    <a:pathLst>
                      <a:path extrusionOk="0" h="3373" w="3372">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83" name="Google Shape;8283;p96"/>
                <p:cNvGrpSpPr/>
                <p:nvPr/>
              </p:nvGrpSpPr>
              <p:grpSpPr>
                <a:xfrm>
                  <a:off x="2389399" y="2595741"/>
                  <a:ext cx="224343" cy="182054"/>
                  <a:chOff x="2389399" y="2595741"/>
                  <a:chExt cx="224343" cy="182054"/>
                </a:xfrm>
              </p:grpSpPr>
              <p:sp>
                <p:nvSpPr>
                  <p:cNvPr id="8284" name="Google Shape;8284;p96"/>
                  <p:cNvSpPr/>
                  <p:nvPr/>
                </p:nvSpPr>
                <p:spPr>
                  <a:xfrm>
                    <a:off x="2389399" y="2595741"/>
                    <a:ext cx="224343" cy="182054"/>
                  </a:xfrm>
                  <a:custGeom>
                    <a:rect b="b" l="l" r="r" t="t"/>
                    <a:pathLst>
                      <a:path extrusionOk="0" h="39990" w="49279">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5" name="Google Shape;8285;p96"/>
                  <p:cNvSpPr/>
                  <p:nvPr/>
                </p:nvSpPr>
                <p:spPr>
                  <a:xfrm>
                    <a:off x="2430284" y="2686181"/>
                    <a:ext cx="140326" cy="1106"/>
                  </a:xfrm>
                  <a:custGeom>
                    <a:rect b="b" l="l" r="r" t="t"/>
                    <a:pathLst>
                      <a:path extrusionOk="0" h="243" w="30824">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86" name="Google Shape;8286;p96"/>
              <p:cNvGrpSpPr/>
              <p:nvPr/>
            </p:nvGrpSpPr>
            <p:grpSpPr>
              <a:xfrm>
                <a:off x="2683630" y="2595741"/>
                <a:ext cx="224334" cy="296825"/>
                <a:chOff x="2683630" y="2595741"/>
                <a:chExt cx="224334" cy="296825"/>
              </a:xfrm>
            </p:grpSpPr>
            <p:grpSp>
              <p:nvGrpSpPr>
                <p:cNvPr id="8287" name="Google Shape;8287;p96"/>
                <p:cNvGrpSpPr/>
                <p:nvPr/>
              </p:nvGrpSpPr>
              <p:grpSpPr>
                <a:xfrm>
                  <a:off x="2788083" y="2794333"/>
                  <a:ext cx="15356" cy="98232"/>
                  <a:chOff x="2788083" y="2794333"/>
                  <a:chExt cx="15356" cy="98232"/>
                </a:xfrm>
              </p:grpSpPr>
              <p:sp>
                <p:nvSpPr>
                  <p:cNvPr id="8288" name="Google Shape;8288;p96"/>
                  <p:cNvSpPr/>
                  <p:nvPr/>
                </p:nvSpPr>
                <p:spPr>
                  <a:xfrm>
                    <a:off x="2794655" y="2800905"/>
                    <a:ext cx="2213" cy="85114"/>
                  </a:xfrm>
                  <a:custGeom>
                    <a:rect b="b" l="l" r="r" t="t"/>
                    <a:pathLst>
                      <a:path extrusionOk="0" h="18696" w="486">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9" name="Google Shape;8289;p96"/>
                  <p:cNvSpPr/>
                  <p:nvPr/>
                </p:nvSpPr>
                <p:spPr>
                  <a:xfrm>
                    <a:off x="2788083" y="2794333"/>
                    <a:ext cx="15356" cy="15356"/>
                  </a:xfrm>
                  <a:custGeom>
                    <a:rect b="b" l="l" r="r" t="t"/>
                    <a:pathLst>
                      <a:path extrusionOk="0" h="3373" w="3373">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0" name="Google Shape;8290;p96"/>
                  <p:cNvSpPr/>
                  <p:nvPr/>
                </p:nvSpPr>
                <p:spPr>
                  <a:xfrm>
                    <a:off x="2788083" y="2877210"/>
                    <a:ext cx="15356" cy="15356"/>
                  </a:xfrm>
                  <a:custGeom>
                    <a:rect b="b" l="l" r="r" t="t"/>
                    <a:pathLst>
                      <a:path extrusionOk="0" h="3373" w="3373">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91" name="Google Shape;8291;p96"/>
                <p:cNvGrpSpPr/>
                <p:nvPr/>
              </p:nvGrpSpPr>
              <p:grpSpPr>
                <a:xfrm>
                  <a:off x="2683630" y="2595741"/>
                  <a:ext cx="224334" cy="182054"/>
                  <a:chOff x="2683630" y="2595741"/>
                  <a:chExt cx="224334" cy="182054"/>
                </a:xfrm>
              </p:grpSpPr>
              <p:sp>
                <p:nvSpPr>
                  <p:cNvPr id="8292" name="Google Shape;8292;p96"/>
                  <p:cNvSpPr/>
                  <p:nvPr/>
                </p:nvSpPr>
                <p:spPr>
                  <a:xfrm>
                    <a:off x="2683630" y="2595741"/>
                    <a:ext cx="224334" cy="182054"/>
                  </a:xfrm>
                  <a:custGeom>
                    <a:rect b="b" l="l" r="r" t="t"/>
                    <a:pathLst>
                      <a:path extrusionOk="0" h="39990" w="49277">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3" name="Google Shape;8293;p96"/>
                  <p:cNvSpPr/>
                  <p:nvPr/>
                </p:nvSpPr>
                <p:spPr>
                  <a:xfrm>
                    <a:off x="2724889" y="2686181"/>
                    <a:ext cx="140322" cy="1106"/>
                  </a:xfrm>
                  <a:custGeom>
                    <a:rect b="b" l="l" r="r" t="t"/>
                    <a:pathLst>
                      <a:path extrusionOk="0" h="243" w="30823">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94" name="Google Shape;8294;p96"/>
              <p:cNvGrpSpPr/>
              <p:nvPr/>
            </p:nvGrpSpPr>
            <p:grpSpPr>
              <a:xfrm>
                <a:off x="2838475" y="2595741"/>
                <a:ext cx="363719" cy="296825"/>
                <a:chOff x="2838475" y="2595741"/>
                <a:chExt cx="363719" cy="296825"/>
              </a:xfrm>
            </p:grpSpPr>
            <p:grpSp>
              <p:nvGrpSpPr>
                <p:cNvPr id="8295" name="Google Shape;8295;p96"/>
                <p:cNvGrpSpPr/>
                <p:nvPr/>
              </p:nvGrpSpPr>
              <p:grpSpPr>
                <a:xfrm>
                  <a:off x="2838475" y="2794333"/>
                  <a:ext cx="259185" cy="98232"/>
                  <a:chOff x="2838475" y="2794333"/>
                  <a:chExt cx="259185" cy="98232"/>
                </a:xfrm>
              </p:grpSpPr>
              <p:sp>
                <p:nvSpPr>
                  <p:cNvPr id="8296" name="Google Shape;8296;p96"/>
                  <p:cNvSpPr/>
                  <p:nvPr/>
                </p:nvSpPr>
                <p:spPr>
                  <a:xfrm>
                    <a:off x="2845042" y="2800896"/>
                    <a:ext cx="246122" cy="85123"/>
                  </a:xfrm>
                  <a:custGeom>
                    <a:rect b="b" l="l" r="r" t="t"/>
                    <a:pathLst>
                      <a:path extrusionOk="0" h="18698" w="54063">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7" name="Google Shape;8297;p96"/>
                  <p:cNvSpPr/>
                  <p:nvPr/>
                </p:nvSpPr>
                <p:spPr>
                  <a:xfrm>
                    <a:off x="3082301" y="2794333"/>
                    <a:ext cx="15360" cy="15356"/>
                  </a:xfrm>
                  <a:custGeom>
                    <a:rect b="b" l="l" r="r" t="t"/>
                    <a:pathLst>
                      <a:path extrusionOk="0" h="3373" w="3374">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8" name="Google Shape;8298;p96"/>
                  <p:cNvSpPr/>
                  <p:nvPr/>
                </p:nvSpPr>
                <p:spPr>
                  <a:xfrm>
                    <a:off x="2838475" y="2877210"/>
                    <a:ext cx="15351" cy="15356"/>
                  </a:xfrm>
                  <a:custGeom>
                    <a:rect b="b" l="l" r="r" t="t"/>
                    <a:pathLst>
                      <a:path extrusionOk="0" h="3373" w="3372">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99" name="Google Shape;8299;p96"/>
                <p:cNvGrpSpPr/>
                <p:nvPr/>
              </p:nvGrpSpPr>
              <p:grpSpPr>
                <a:xfrm>
                  <a:off x="2977852" y="2595741"/>
                  <a:ext cx="224343" cy="182054"/>
                  <a:chOff x="2977852" y="2595741"/>
                  <a:chExt cx="224343" cy="182054"/>
                </a:xfrm>
              </p:grpSpPr>
              <p:sp>
                <p:nvSpPr>
                  <p:cNvPr id="8300" name="Google Shape;8300;p96"/>
                  <p:cNvSpPr/>
                  <p:nvPr/>
                </p:nvSpPr>
                <p:spPr>
                  <a:xfrm>
                    <a:off x="2977852" y="2595741"/>
                    <a:ext cx="224343" cy="182054"/>
                  </a:xfrm>
                  <a:custGeom>
                    <a:rect b="b" l="l" r="r" t="t"/>
                    <a:pathLst>
                      <a:path extrusionOk="0" h="39990" w="49279">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1" name="Google Shape;8301;p96"/>
                  <p:cNvSpPr/>
                  <p:nvPr/>
                </p:nvSpPr>
                <p:spPr>
                  <a:xfrm>
                    <a:off x="3020572" y="2686181"/>
                    <a:ext cx="140326" cy="1106"/>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8302" name="Google Shape;8302;p96"/>
            <p:cNvGrpSpPr/>
            <p:nvPr/>
          </p:nvGrpSpPr>
          <p:grpSpPr>
            <a:xfrm>
              <a:off x="2389399" y="3100241"/>
              <a:ext cx="812796" cy="296869"/>
              <a:chOff x="2389399" y="3100241"/>
              <a:chExt cx="812796" cy="296869"/>
            </a:xfrm>
          </p:grpSpPr>
          <p:grpSp>
            <p:nvGrpSpPr>
              <p:cNvPr id="8303" name="Google Shape;8303;p96"/>
              <p:cNvGrpSpPr/>
              <p:nvPr/>
            </p:nvGrpSpPr>
            <p:grpSpPr>
              <a:xfrm>
                <a:off x="2683630" y="3100241"/>
                <a:ext cx="224334" cy="296869"/>
                <a:chOff x="2683630" y="3100241"/>
                <a:chExt cx="224334" cy="296869"/>
              </a:xfrm>
            </p:grpSpPr>
            <p:grpSp>
              <p:nvGrpSpPr>
                <p:cNvPr id="8304" name="Google Shape;8304;p96"/>
                <p:cNvGrpSpPr/>
                <p:nvPr/>
              </p:nvGrpSpPr>
              <p:grpSpPr>
                <a:xfrm>
                  <a:off x="2788083" y="3100241"/>
                  <a:ext cx="15356" cy="98237"/>
                  <a:chOff x="2788083" y="3100241"/>
                  <a:chExt cx="15356" cy="98237"/>
                </a:xfrm>
              </p:grpSpPr>
              <p:sp>
                <p:nvSpPr>
                  <p:cNvPr id="8305" name="Google Shape;8305;p96"/>
                  <p:cNvSpPr/>
                  <p:nvPr/>
                </p:nvSpPr>
                <p:spPr>
                  <a:xfrm>
                    <a:off x="2794655" y="3106808"/>
                    <a:ext cx="2213" cy="85118"/>
                  </a:xfrm>
                  <a:custGeom>
                    <a:rect b="b" l="l" r="r" t="t"/>
                    <a:pathLst>
                      <a:path extrusionOk="0" h="18697" w="486">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6" name="Google Shape;8306;p96"/>
                  <p:cNvSpPr/>
                  <p:nvPr/>
                </p:nvSpPr>
                <p:spPr>
                  <a:xfrm>
                    <a:off x="2788083" y="3183117"/>
                    <a:ext cx="15356" cy="15360"/>
                  </a:xfrm>
                  <a:custGeom>
                    <a:rect b="b" l="l" r="r" t="t"/>
                    <a:pathLst>
                      <a:path extrusionOk="0" h="3374" w="3373">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7" name="Google Shape;8307;p96"/>
                  <p:cNvSpPr/>
                  <p:nvPr/>
                </p:nvSpPr>
                <p:spPr>
                  <a:xfrm>
                    <a:off x="2788083" y="3100241"/>
                    <a:ext cx="15356" cy="15356"/>
                  </a:xfrm>
                  <a:custGeom>
                    <a:rect b="b" l="l" r="r" t="t"/>
                    <a:pathLst>
                      <a:path extrusionOk="0" h="3373" w="3373">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08" name="Google Shape;8308;p96"/>
                <p:cNvGrpSpPr/>
                <p:nvPr/>
              </p:nvGrpSpPr>
              <p:grpSpPr>
                <a:xfrm>
                  <a:off x="2683630" y="3215065"/>
                  <a:ext cx="224334" cy="182045"/>
                  <a:chOff x="2683630" y="3215065"/>
                  <a:chExt cx="224334" cy="182045"/>
                </a:xfrm>
              </p:grpSpPr>
              <p:sp>
                <p:nvSpPr>
                  <p:cNvPr id="8309" name="Google Shape;8309;p96"/>
                  <p:cNvSpPr/>
                  <p:nvPr/>
                </p:nvSpPr>
                <p:spPr>
                  <a:xfrm>
                    <a:off x="2683630" y="3215065"/>
                    <a:ext cx="224334" cy="182045"/>
                  </a:xfrm>
                  <a:custGeom>
                    <a:rect b="b" l="l" r="r" t="t"/>
                    <a:pathLst>
                      <a:path extrusionOk="0" h="39988" w="49277">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0" name="Google Shape;8310;p96"/>
                  <p:cNvSpPr/>
                  <p:nvPr/>
                </p:nvSpPr>
                <p:spPr>
                  <a:xfrm>
                    <a:off x="2724889" y="3305500"/>
                    <a:ext cx="140331" cy="1106"/>
                  </a:xfrm>
                  <a:custGeom>
                    <a:rect b="b" l="l" r="r" t="t"/>
                    <a:pathLst>
                      <a:path extrusionOk="0" h="243" w="30825">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311" name="Google Shape;8311;p96"/>
              <p:cNvGrpSpPr/>
              <p:nvPr/>
            </p:nvGrpSpPr>
            <p:grpSpPr>
              <a:xfrm>
                <a:off x="2389399" y="3100241"/>
                <a:ext cx="363638" cy="296869"/>
                <a:chOff x="2389399" y="3100241"/>
                <a:chExt cx="363638" cy="296869"/>
              </a:xfrm>
            </p:grpSpPr>
            <p:grpSp>
              <p:nvGrpSpPr>
                <p:cNvPr id="8312" name="Google Shape;8312;p96"/>
                <p:cNvGrpSpPr/>
                <p:nvPr/>
              </p:nvGrpSpPr>
              <p:grpSpPr>
                <a:xfrm>
                  <a:off x="2493852" y="3100241"/>
                  <a:ext cx="259185" cy="98237"/>
                  <a:chOff x="2493852" y="3100241"/>
                  <a:chExt cx="259185" cy="98237"/>
                </a:xfrm>
              </p:grpSpPr>
              <p:sp>
                <p:nvSpPr>
                  <p:cNvPr id="8313" name="Google Shape;8313;p96"/>
                  <p:cNvSpPr/>
                  <p:nvPr/>
                </p:nvSpPr>
                <p:spPr>
                  <a:xfrm>
                    <a:off x="2500428" y="3106803"/>
                    <a:ext cx="246126" cy="85123"/>
                  </a:xfrm>
                  <a:custGeom>
                    <a:rect b="b" l="l" r="r" t="t"/>
                    <a:pathLst>
                      <a:path extrusionOk="0" h="18698" w="54064">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4" name="Google Shape;8314;p96"/>
                  <p:cNvSpPr/>
                  <p:nvPr/>
                </p:nvSpPr>
                <p:spPr>
                  <a:xfrm>
                    <a:off x="2493852" y="3183117"/>
                    <a:ext cx="15360" cy="15360"/>
                  </a:xfrm>
                  <a:custGeom>
                    <a:rect b="b" l="l" r="r" t="t"/>
                    <a:pathLst>
                      <a:path extrusionOk="0" h="3374" w="3374">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5" name="Google Shape;8315;p96"/>
                  <p:cNvSpPr/>
                  <p:nvPr/>
                </p:nvSpPr>
                <p:spPr>
                  <a:xfrm>
                    <a:off x="2737686" y="3100241"/>
                    <a:ext cx="15351" cy="15356"/>
                  </a:xfrm>
                  <a:custGeom>
                    <a:rect b="b" l="l" r="r" t="t"/>
                    <a:pathLst>
                      <a:path extrusionOk="0" h="3373" w="3372">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16" name="Google Shape;8316;p96"/>
                <p:cNvGrpSpPr/>
                <p:nvPr/>
              </p:nvGrpSpPr>
              <p:grpSpPr>
                <a:xfrm>
                  <a:off x="2389399" y="3215065"/>
                  <a:ext cx="224343" cy="182045"/>
                  <a:chOff x="2389399" y="3215065"/>
                  <a:chExt cx="224343" cy="182045"/>
                </a:xfrm>
              </p:grpSpPr>
              <p:sp>
                <p:nvSpPr>
                  <p:cNvPr id="8317" name="Google Shape;8317;p96"/>
                  <p:cNvSpPr/>
                  <p:nvPr/>
                </p:nvSpPr>
                <p:spPr>
                  <a:xfrm>
                    <a:off x="2389399" y="3215065"/>
                    <a:ext cx="224343" cy="182045"/>
                  </a:xfrm>
                  <a:custGeom>
                    <a:rect b="b" l="l" r="r" t="t"/>
                    <a:pathLst>
                      <a:path extrusionOk="0" h="39988" w="49279">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8" name="Google Shape;8318;p96"/>
                  <p:cNvSpPr/>
                  <p:nvPr/>
                </p:nvSpPr>
                <p:spPr>
                  <a:xfrm>
                    <a:off x="2430630" y="3305500"/>
                    <a:ext cx="140331" cy="1106"/>
                  </a:xfrm>
                  <a:custGeom>
                    <a:rect b="b" l="l" r="r" t="t"/>
                    <a:pathLst>
                      <a:path extrusionOk="0" h="243" w="30825">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319" name="Google Shape;8319;p96"/>
              <p:cNvGrpSpPr/>
              <p:nvPr/>
            </p:nvGrpSpPr>
            <p:grpSpPr>
              <a:xfrm>
                <a:off x="2838475" y="3100241"/>
                <a:ext cx="363719" cy="296869"/>
                <a:chOff x="2838475" y="3100241"/>
                <a:chExt cx="363719" cy="296869"/>
              </a:xfrm>
            </p:grpSpPr>
            <p:grpSp>
              <p:nvGrpSpPr>
                <p:cNvPr id="8320" name="Google Shape;8320;p96"/>
                <p:cNvGrpSpPr/>
                <p:nvPr/>
              </p:nvGrpSpPr>
              <p:grpSpPr>
                <a:xfrm>
                  <a:off x="2838475" y="3100241"/>
                  <a:ext cx="259185" cy="98237"/>
                  <a:chOff x="2838475" y="3100241"/>
                  <a:chExt cx="259185" cy="98237"/>
                </a:xfrm>
              </p:grpSpPr>
              <p:sp>
                <p:nvSpPr>
                  <p:cNvPr id="8321" name="Google Shape;8321;p96"/>
                  <p:cNvSpPr/>
                  <p:nvPr/>
                </p:nvSpPr>
                <p:spPr>
                  <a:xfrm>
                    <a:off x="2845042" y="3106803"/>
                    <a:ext cx="246131" cy="85123"/>
                  </a:xfrm>
                  <a:custGeom>
                    <a:rect b="b" l="l" r="r" t="t"/>
                    <a:pathLst>
                      <a:path extrusionOk="0" h="18698" w="54065">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2" name="Google Shape;8322;p96"/>
                  <p:cNvSpPr/>
                  <p:nvPr/>
                </p:nvSpPr>
                <p:spPr>
                  <a:xfrm>
                    <a:off x="3082301" y="3183117"/>
                    <a:ext cx="15360" cy="15360"/>
                  </a:xfrm>
                  <a:custGeom>
                    <a:rect b="b" l="l" r="r" t="t"/>
                    <a:pathLst>
                      <a:path extrusionOk="0" h="3374" w="3374">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3" name="Google Shape;8323;p96"/>
                  <p:cNvSpPr/>
                  <p:nvPr/>
                </p:nvSpPr>
                <p:spPr>
                  <a:xfrm>
                    <a:off x="2838475" y="3100241"/>
                    <a:ext cx="15351" cy="15356"/>
                  </a:xfrm>
                  <a:custGeom>
                    <a:rect b="b" l="l" r="r" t="t"/>
                    <a:pathLst>
                      <a:path extrusionOk="0" h="3373" w="3372">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24" name="Google Shape;8324;p96"/>
                <p:cNvGrpSpPr/>
                <p:nvPr/>
              </p:nvGrpSpPr>
              <p:grpSpPr>
                <a:xfrm>
                  <a:off x="2977852" y="3215065"/>
                  <a:ext cx="224343" cy="182045"/>
                  <a:chOff x="2977852" y="3215065"/>
                  <a:chExt cx="224343" cy="182045"/>
                </a:xfrm>
              </p:grpSpPr>
              <p:sp>
                <p:nvSpPr>
                  <p:cNvPr id="8325" name="Google Shape;8325;p96"/>
                  <p:cNvSpPr/>
                  <p:nvPr/>
                </p:nvSpPr>
                <p:spPr>
                  <a:xfrm>
                    <a:off x="2977852" y="3215065"/>
                    <a:ext cx="224343" cy="182045"/>
                  </a:xfrm>
                  <a:custGeom>
                    <a:rect b="b" l="l" r="r" t="t"/>
                    <a:pathLst>
                      <a:path extrusionOk="0" h="39988" w="49279">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6" name="Google Shape;8326;p96"/>
                  <p:cNvSpPr/>
                  <p:nvPr/>
                </p:nvSpPr>
                <p:spPr>
                  <a:xfrm>
                    <a:off x="3020598" y="3305519"/>
                    <a:ext cx="140326" cy="1106"/>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30" name="Shape 8330"/>
        <p:cNvGrpSpPr/>
        <p:nvPr/>
      </p:nvGrpSpPr>
      <p:grpSpPr>
        <a:xfrm>
          <a:off x="0" y="0"/>
          <a:ext cx="0" cy="0"/>
          <a:chOff x="0" y="0"/>
          <a:chExt cx="0" cy="0"/>
        </a:xfrm>
      </p:grpSpPr>
      <p:grpSp>
        <p:nvGrpSpPr>
          <p:cNvPr id="8331" name="Google Shape;8331;p97"/>
          <p:cNvGrpSpPr/>
          <p:nvPr/>
        </p:nvGrpSpPr>
        <p:grpSpPr>
          <a:xfrm>
            <a:off x="702088" y="3155922"/>
            <a:ext cx="2390414" cy="1024800"/>
            <a:chOff x="728925" y="3296613"/>
            <a:chExt cx="2390414" cy="1024800"/>
          </a:xfrm>
        </p:grpSpPr>
        <p:grpSp>
          <p:nvGrpSpPr>
            <p:cNvPr id="8332" name="Google Shape;8332;p97"/>
            <p:cNvGrpSpPr/>
            <p:nvPr/>
          </p:nvGrpSpPr>
          <p:grpSpPr>
            <a:xfrm>
              <a:off x="728925" y="3619800"/>
              <a:ext cx="2390414" cy="500893"/>
              <a:chOff x="728925" y="3619800"/>
              <a:chExt cx="2390414" cy="500893"/>
            </a:xfrm>
          </p:grpSpPr>
          <p:sp>
            <p:nvSpPr>
              <p:cNvPr id="8333" name="Google Shape;8333;p97"/>
              <p:cNvSpPr/>
              <p:nvPr/>
            </p:nvSpPr>
            <p:spPr>
              <a:xfrm>
                <a:off x="728925" y="3619800"/>
                <a:ext cx="2390400" cy="167100"/>
              </a:xfrm>
              <a:prstGeom prst="rect">
                <a:avLst/>
              </a:prstGeom>
              <a:noFill/>
              <a:ln cap="flat" cmpd="sng" w="9525">
                <a:solidFill>
                  <a:srgbClr val="E3E7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8334" name="Google Shape;8334;p97"/>
              <p:cNvSpPr/>
              <p:nvPr/>
            </p:nvSpPr>
            <p:spPr>
              <a:xfrm>
                <a:off x="728939" y="3953593"/>
                <a:ext cx="2390400" cy="167100"/>
              </a:xfrm>
              <a:prstGeom prst="rect">
                <a:avLst/>
              </a:prstGeom>
              <a:noFill/>
              <a:ln cap="flat" cmpd="sng" w="9525">
                <a:solidFill>
                  <a:srgbClr val="E3E7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grpSp>
        <p:grpSp>
          <p:nvGrpSpPr>
            <p:cNvPr id="8335" name="Google Shape;8335;p97"/>
            <p:cNvGrpSpPr/>
            <p:nvPr/>
          </p:nvGrpSpPr>
          <p:grpSpPr>
            <a:xfrm>
              <a:off x="1348050" y="3296613"/>
              <a:ext cx="1706152" cy="1024800"/>
              <a:chOff x="1348050" y="3296613"/>
              <a:chExt cx="1706152" cy="1024800"/>
            </a:xfrm>
          </p:grpSpPr>
          <p:sp>
            <p:nvSpPr>
              <p:cNvPr id="8336" name="Google Shape;8336;p97"/>
              <p:cNvSpPr/>
              <p:nvPr/>
            </p:nvSpPr>
            <p:spPr>
              <a:xfrm>
                <a:off x="1348050"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8337" name="Google Shape;8337;p97"/>
              <p:cNvSpPr/>
              <p:nvPr/>
            </p:nvSpPr>
            <p:spPr>
              <a:xfrm>
                <a:off x="1687082"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8338" name="Google Shape;8338;p97"/>
              <p:cNvSpPr/>
              <p:nvPr/>
            </p:nvSpPr>
            <p:spPr>
              <a:xfrm>
                <a:off x="2040389"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8339" name="Google Shape;8339;p97"/>
              <p:cNvSpPr/>
              <p:nvPr/>
            </p:nvSpPr>
            <p:spPr>
              <a:xfrm>
                <a:off x="2393695"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8340" name="Google Shape;8340;p97"/>
              <p:cNvSpPr/>
              <p:nvPr/>
            </p:nvSpPr>
            <p:spPr>
              <a:xfrm>
                <a:off x="2747002"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grpSp>
        <p:grpSp>
          <p:nvGrpSpPr>
            <p:cNvPr id="8341" name="Google Shape;8341;p97"/>
            <p:cNvGrpSpPr/>
            <p:nvPr/>
          </p:nvGrpSpPr>
          <p:grpSpPr>
            <a:xfrm>
              <a:off x="1455707" y="3654858"/>
              <a:ext cx="1491150" cy="417657"/>
              <a:chOff x="1455707" y="3654858"/>
              <a:chExt cx="1491150" cy="417657"/>
            </a:xfrm>
          </p:grpSpPr>
          <p:sp>
            <p:nvSpPr>
              <p:cNvPr id="8342" name="Google Shape;8342;p97"/>
              <p:cNvSpPr/>
              <p:nvPr/>
            </p:nvSpPr>
            <p:spPr>
              <a:xfrm>
                <a:off x="1472938" y="36876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3" name="Google Shape;8343;p97"/>
              <p:cNvSpPr/>
              <p:nvPr/>
            </p:nvSpPr>
            <p:spPr>
              <a:xfrm>
                <a:off x="1490853" y="36696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4" name="Google Shape;8344;p97"/>
              <p:cNvSpPr/>
              <p:nvPr/>
            </p:nvSpPr>
            <p:spPr>
              <a:xfrm>
                <a:off x="1819181" y="40314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5" name="Google Shape;8345;p97"/>
              <p:cNvSpPr/>
              <p:nvPr/>
            </p:nvSpPr>
            <p:spPr>
              <a:xfrm>
                <a:off x="1837096" y="40134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6" name="Google Shape;8346;p97"/>
              <p:cNvSpPr/>
              <p:nvPr/>
            </p:nvSpPr>
            <p:spPr>
              <a:xfrm>
                <a:off x="1478676" y="400820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7" name="Google Shape;8347;p97"/>
              <p:cNvSpPr/>
              <p:nvPr/>
            </p:nvSpPr>
            <p:spPr>
              <a:xfrm>
                <a:off x="1455707" y="400797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8" name="Google Shape;8348;p97"/>
              <p:cNvSpPr/>
              <p:nvPr/>
            </p:nvSpPr>
            <p:spPr>
              <a:xfrm>
                <a:off x="1841579" y="36550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9" name="Google Shape;8349;p97"/>
              <p:cNvSpPr/>
              <p:nvPr/>
            </p:nvSpPr>
            <p:spPr>
              <a:xfrm>
                <a:off x="1818610" y="36548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0" name="Google Shape;8350;p97"/>
              <p:cNvSpPr/>
              <p:nvPr/>
            </p:nvSpPr>
            <p:spPr>
              <a:xfrm>
                <a:off x="2172491" y="40314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1" name="Google Shape;8351;p97"/>
              <p:cNvSpPr/>
              <p:nvPr/>
            </p:nvSpPr>
            <p:spPr>
              <a:xfrm>
                <a:off x="2190406" y="40134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2" name="Google Shape;8352;p97"/>
              <p:cNvSpPr/>
              <p:nvPr/>
            </p:nvSpPr>
            <p:spPr>
              <a:xfrm>
                <a:off x="2194889" y="36550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3" name="Google Shape;8353;p97"/>
              <p:cNvSpPr/>
              <p:nvPr/>
            </p:nvSpPr>
            <p:spPr>
              <a:xfrm>
                <a:off x="2171920" y="36548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4" name="Google Shape;8354;p97"/>
              <p:cNvSpPr/>
              <p:nvPr/>
            </p:nvSpPr>
            <p:spPr>
              <a:xfrm>
                <a:off x="2874730" y="36876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5" name="Google Shape;8355;p97"/>
              <p:cNvSpPr/>
              <p:nvPr/>
            </p:nvSpPr>
            <p:spPr>
              <a:xfrm>
                <a:off x="2892645" y="36696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6" name="Google Shape;8356;p97"/>
              <p:cNvSpPr/>
              <p:nvPr/>
            </p:nvSpPr>
            <p:spPr>
              <a:xfrm>
                <a:off x="2901559" y="400551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7" name="Google Shape;8357;p97"/>
              <p:cNvSpPr/>
              <p:nvPr/>
            </p:nvSpPr>
            <p:spPr>
              <a:xfrm>
                <a:off x="2878589" y="400528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8" name="Google Shape;8358;p97"/>
              <p:cNvSpPr/>
              <p:nvPr/>
            </p:nvSpPr>
            <p:spPr>
              <a:xfrm>
                <a:off x="2525796" y="40314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9" name="Google Shape;8359;p97"/>
              <p:cNvSpPr/>
              <p:nvPr/>
            </p:nvSpPr>
            <p:spPr>
              <a:xfrm>
                <a:off x="2543711" y="40134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0" name="Google Shape;8360;p97"/>
              <p:cNvSpPr/>
              <p:nvPr/>
            </p:nvSpPr>
            <p:spPr>
              <a:xfrm>
                <a:off x="2548194" y="36550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1" name="Google Shape;8361;p97"/>
              <p:cNvSpPr/>
              <p:nvPr/>
            </p:nvSpPr>
            <p:spPr>
              <a:xfrm>
                <a:off x="2525225" y="36548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aphicFrame>
        <p:nvGraphicFramePr>
          <p:cNvPr id="8362" name="Google Shape;8362;p97"/>
          <p:cNvGraphicFramePr/>
          <p:nvPr/>
        </p:nvGraphicFramePr>
        <p:xfrm>
          <a:off x="5937787" y="2153834"/>
          <a:ext cx="3000000" cy="3000000"/>
        </p:xfrm>
        <a:graphic>
          <a:graphicData uri="http://schemas.openxmlformats.org/drawingml/2006/table">
            <a:tbl>
              <a:tblPr>
                <a:noFill/>
                <a:tableStyleId>{04D0B651-03DF-4497-BCE3-E2327ABBB25E}</a:tableStyleId>
              </a:tblPr>
              <a:tblGrid>
                <a:gridCol w="626025"/>
                <a:gridCol w="626025"/>
                <a:gridCol w="626025"/>
                <a:gridCol w="626025"/>
              </a:tblGrid>
              <a:tr h="10000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solidFill>
                      <a:srgbClr val="CFD9E0"/>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CFD9E0"/>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E3E9ED"/>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869FB2"/>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7994A9">
                        <a:alpha val="64709"/>
                      </a:srgbClr>
                    </a:solidFill>
                  </a:tcPr>
                </a:tc>
              </a:tr>
            </a:tbl>
          </a:graphicData>
        </a:graphic>
      </p:graphicFrame>
      <p:grpSp>
        <p:nvGrpSpPr>
          <p:cNvPr id="8363" name="Google Shape;8363;p97"/>
          <p:cNvGrpSpPr/>
          <p:nvPr/>
        </p:nvGrpSpPr>
        <p:grpSpPr>
          <a:xfrm>
            <a:off x="710464" y="981599"/>
            <a:ext cx="2396505" cy="976502"/>
            <a:chOff x="749309" y="1112739"/>
            <a:chExt cx="2371603" cy="976502"/>
          </a:xfrm>
        </p:grpSpPr>
        <p:grpSp>
          <p:nvGrpSpPr>
            <p:cNvPr id="8364" name="Google Shape;8364;p97"/>
            <p:cNvGrpSpPr/>
            <p:nvPr/>
          </p:nvGrpSpPr>
          <p:grpSpPr>
            <a:xfrm>
              <a:off x="1092126" y="1112739"/>
              <a:ext cx="2028786" cy="975464"/>
              <a:chOff x="1092126" y="1112739"/>
              <a:chExt cx="2028786" cy="975464"/>
            </a:xfrm>
          </p:grpSpPr>
          <p:sp>
            <p:nvSpPr>
              <p:cNvPr id="8365" name="Google Shape;8365;p97"/>
              <p:cNvSpPr/>
              <p:nvPr/>
            </p:nvSpPr>
            <p:spPr>
              <a:xfrm>
                <a:off x="1092126"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6" name="Google Shape;8366;p97"/>
              <p:cNvSpPr/>
              <p:nvPr/>
            </p:nvSpPr>
            <p:spPr>
              <a:xfrm>
                <a:off x="1434943"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7" name="Google Shape;8367;p97"/>
              <p:cNvSpPr/>
              <p:nvPr/>
            </p:nvSpPr>
            <p:spPr>
              <a:xfrm>
                <a:off x="1777760"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8" name="Google Shape;8368;p97"/>
              <p:cNvSpPr/>
              <p:nvPr/>
            </p:nvSpPr>
            <p:spPr>
              <a:xfrm>
                <a:off x="2120578"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9" name="Google Shape;8369;p97"/>
              <p:cNvSpPr/>
              <p:nvPr/>
            </p:nvSpPr>
            <p:spPr>
              <a:xfrm>
                <a:off x="2463395"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0" name="Google Shape;8370;p97"/>
              <p:cNvSpPr/>
              <p:nvPr/>
            </p:nvSpPr>
            <p:spPr>
              <a:xfrm>
                <a:off x="2806212"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1" name="Google Shape;8371;p97"/>
              <p:cNvSpPr/>
              <p:nvPr/>
            </p:nvSpPr>
            <p:spPr>
              <a:xfrm>
                <a:off x="1092126"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2" name="Google Shape;8372;p97"/>
              <p:cNvSpPr/>
              <p:nvPr/>
            </p:nvSpPr>
            <p:spPr>
              <a:xfrm>
                <a:off x="1434943"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3" name="Google Shape;8373;p97"/>
              <p:cNvSpPr/>
              <p:nvPr/>
            </p:nvSpPr>
            <p:spPr>
              <a:xfrm>
                <a:off x="1777760"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4" name="Google Shape;8374;p97"/>
              <p:cNvSpPr/>
              <p:nvPr/>
            </p:nvSpPr>
            <p:spPr>
              <a:xfrm>
                <a:off x="2120578"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5" name="Google Shape;8375;p97"/>
              <p:cNvSpPr/>
              <p:nvPr/>
            </p:nvSpPr>
            <p:spPr>
              <a:xfrm>
                <a:off x="2463395"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6" name="Google Shape;8376;p97"/>
              <p:cNvSpPr/>
              <p:nvPr/>
            </p:nvSpPr>
            <p:spPr>
              <a:xfrm>
                <a:off x="2806212"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7" name="Google Shape;8377;p97"/>
              <p:cNvSpPr/>
              <p:nvPr/>
            </p:nvSpPr>
            <p:spPr>
              <a:xfrm>
                <a:off x="1092126"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8" name="Google Shape;8378;p97"/>
              <p:cNvSpPr/>
              <p:nvPr/>
            </p:nvSpPr>
            <p:spPr>
              <a:xfrm>
                <a:off x="1434943"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9" name="Google Shape;8379;p97"/>
              <p:cNvSpPr/>
              <p:nvPr/>
            </p:nvSpPr>
            <p:spPr>
              <a:xfrm>
                <a:off x="1777760"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0" name="Google Shape;8380;p97"/>
              <p:cNvSpPr/>
              <p:nvPr/>
            </p:nvSpPr>
            <p:spPr>
              <a:xfrm>
                <a:off x="2120578"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1" name="Google Shape;8381;p97"/>
              <p:cNvSpPr/>
              <p:nvPr/>
            </p:nvSpPr>
            <p:spPr>
              <a:xfrm>
                <a:off x="2463395"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2" name="Google Shape;8382;p97"/>
              <p:cNvSpPr/>
              <p:nvPr/>
            </p:nvSpPr>
            <p:spPr>
              <a:xfrm>
                <a:off x="2806212"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3" name="Google Shape;8383;p97"/>
              <p:cNvSpPr/>
              <p:nvPr/>
            </p:nvSpPr>
            <p:spPr>
              <a:xfrm>
                <a:off x="1092126"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4" name="Google Shape;8384;p97"/>
              <p:cNvSpPr/>
              <p:nvPr/>
            </p:nvSpPr>
            <p:spPr>
              <a:xfrm>
                <a:off x="1434943"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5" name="Google Shape;8385;p97"/>
              <p:cNvSpPr/>
              <p:nvPr/>
            </p:nvSpPr>
            <p:spPr>
              <a:xfrm>
                <a:off x="1777760"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6" name="Google Shape;8386;p97"/>
              <p:cNvSpPr/>
              <p:nvPr/>
            </p:nvSpPr>
            <p:spPr>
              <a:xfrm>
                <a:off x="2120578"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7" name="Google Shape;8387;p97"/>
              <p:cNvSpPr/>
              <p:nvPr/>
            </p:nvSpPr>
            <p:spPr>
              <a:xfrm>
                <a:off x="2463395"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8" name="Google Shape;8388;p97"/>
              <p:cNvSpPr/>
              <p:nvPr/>
            </p:nvSpPr>
            <p:spPr>
              <a:xfrm>
                <a:off x="2806212"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89" name="Google Shape;8389;p97"/>
            <p:cNvGrpSpPr/>
            <p:nvPr/>
          </p:nvGrpSpPr>
          <p:grpSpPr>
            <a:xfrm>
              <a:off x="749309" y="1112739"/>
              <a:ext cx="314700" cy="975464"/>
              <a:chOff x="749309" y="1112739"/>
              <a:chExt cx="314700" cy="975464"/>
            </a:xfrm>
          </p:grpSpPr>
          <p:sp>
            <p:nvSpPr>
              <p:cNvPr id="8390" name="Google Shape;8390;p97"/>
              <p:cNvSpPr/>
              <p:nvPr/>
            </p:nvSpPr>
            <p:spPr>
              <a:xfrm>
                <a:off x="749309" y="1362294"/>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1" name="Google Shape;8391;p97"/>
              <p:cNvSpPr/>
              <p:nvPr/>
            </p:nvSpPr>
            <p:spPr>
              <a:xfrm>
                <a:off x="749309" y="1611849"/>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2" name="Google Shape;8392;p97"/>
              <p:cNvSpPr/>
              <p:nvPr/>
            </p:nvSpPr>
            <p:spPr>
              <a:xfrm>
                <a:off x="749309" y="1861404"/>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3" name="Google Shape;8393;p97"/>
              <p:cNvSpPr/>
              <p:nvPr/>
            </p:nvSpPr>
            <p:spPr>
              <a:xfrm>
                <a:off x="749309" y="1112739"/>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394" name="Google Shape;8394;p97"/>
            <p:cNvSpPr/>
            <p:nvPr/>
          </p:nvSpPr>
          <p:spPr>
            <a:xfrm>
              <a:off x="1434877" y="1258345"/>
              <a:ext cx="16857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5" name="Google Shape;8395;p97"/>
            <p:cNvSpPr/>
            <p:nvPr/>
          </p:nvSpPr>
          <p:spPr>
            <a:xfrm>
              <a:off x="1777683" y="2010641"/>
              <a:ext cx="10002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6" name="Google Shape;8396;p97"/>
            <p:cNvSpPr/>
            <p:nvPr/>
          </p:nvSpPr>
          <p:spPr>
            <a:xfrm>
              <a:off x="1092070"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7" name="Google Shape;8397;p97"/>
            <p:cNvSpPr/>
            <p:nvPr/>
          </p:nvSpPr>
          <p:spPr>
            <a:xfrm>
              <a:off x="2463277"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aphicFrame>
        <p:nvGraphicFramePr>
          <p:cNvPr id="8398" name="Google Shape;8398;p97"/>
          <p:cNvGraphicFramePr/>
          <p:nvPr/>
        </p:nvGraphicFramePr>
        <p:xfrm>
          <a:off x="5937812" y="981584"/>
          <a:ext cx="3000000" cy="3000000"/>
        </p:xfrm>
        <a:graphic>
          <a:graphicData uri="http://schemas.openxmlformats.org/drawingml/2006/table">
            <a:tbl>
              <a:tblPr>
                <a:noFill/>
                <a:tableStyleId>{04D0B651-03DF-4497-BCE3-E2327ABBB25E}</a:tableStyleId>
              </a:tblPr>
              <a:tblGrid>
                <a:gridCol w="626025"/>
                <a:gridCol w="626025"/>
                <a:gridCol w="626025"/>
                <a:gridCol w="626025"/>
              </a:tblGrid>
              <a:tr h="32550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alpha val="0"/>
                        </a:srgbClr>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32550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32550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bl>
          </a:graphicData>
        </a:graphic>
      </p:graphicFrame>
      <p:graphicFrame>
        <p:nvGraphicFramePr>
          <p:cNvPr id="8399" name="Google Shape;8399;p97"/>
          <p:cNvGraphicFramePr/>
          <p:nvPr/>
        </p:nvGraphicFramePr>
        <p:xfrm>
          <a:off x="3358675" y="2153834"/>
          <a:ext cx="3000000" cy="3000000"/>
        </p:xfrm>
        <a:graphic>
          <a:graphicData uri="http://schemas.openxmlformats.org/drawingml/2006/table">
            <a:tbl>
              <a:tblPr>
                <a:noFill/>
                <a:tableStyleId>{04D0B651-03DF-4497-BCE3-E2327ABBB25E}</a:tableStyleId>
              </a:tblPr>
              <a:tblGrid>
                <a:gridCol w="590850"/>
                <a:gridCol w="590850"/>
                <a:gridCol w="590850"/>
                <a:gridCol w="590850"/>
              </a:tblGrid>
              <a:tr h="289525">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289525">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289525">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bl>
          </a:graphicData>
        </a:graphic>
      </p:graphicFrame>
      <p:grpSp>
        <p:nvGrpSpPr>
          <p:cNvPr id="8400" name="Google Shape;8400;p97"/>
          <p:cNvGrpSpPr/>
          <p:nvPr/>
        </p:nvGrpSpPr>
        <p:grpSpPr>
          <a:xfrm>
            <a:off x="3360661" y="3144795"/>
            <a:ext cx="2363377" cy="1047062"/>
            <a:chOff x="3358399" y="3285485"/>
            <a:chExt cx="2363377" cy="1047062"/>
          </a:xfrm>
        </p:grpSpPr>
        <p:grpSp>
          <p:nvGrpSpPr>
            <p:cNvPr id="8401" name="Google Shape;8401;p97"/>
            <p:cNvGrpSpPr/>
            <p:nvPr/>
          </p:nvGrpSpPr>
          <p:grpSpPr>
            <a:xfrm>
              <a:off x="3358412" y="3285485"/>
              <a:ext cx="2363244" cy="139500"/>
              <a:chOff x="3358412" y="3285485"/>
              <a:chExt cx="2363244" cy="139500"/>
            </a:xfrm>
          </p:grpSpPr>
          <p:sp>
            <p:nvSpPr>
              <p:cNvPr id="8402" name="Google Shape;8402;p97"/>
              <p:cNvSpPr/>
              <p:nvPr/>
            </p:nvSpPr>
            <p:spPr>
              <a:xfrm>
                <a:off x="3358412"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3" name="Google Shape;8403;p97"/>
              <p:cNvSpPr/>
              <p:nvPr/>
            </p:nvSpPr>
            <p:spPr>
              <a:xfrm>
                <a:off x="3838898"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4" name="Google Shape;8404;p97"/>
              <p:cNvSpPr/>
              <p:nvPr/>
            </p:nvSpPr>
            <p:spPr>
              <a:xfrm>
                <a:off x="4319384"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5" name="Google Shape;8405;p97"/>
              <p:cNvSpPr/>
              <p:nvPr/>
            </p:nvSpPr>
            <p:spPr>
              <a:xfrm>
                <a:off x="4799870"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6" name="Google Shape;8406;p97"/>
              <p:cNvSpPr/>
              <p:nvPr/>
            </p:nvSpPr>
            <p:spPr>
              <a:xfrm>
                <a:off x="5280356"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07" name="Google Shape;8407;p97"/>
            <p:cNvGrpSpPr/>
            <p:nvPr/>
          </p:nvGrpSpPr>
          <p:grpSpPr>
            <a:xfrm>
              <a:off x="3358412" y="3466996"/>
              <a:ext cx="2363244" cy="139500"/>
              <a:chOff x="3358412" y="3466996"/>
              <a:chExt cx="2363244" cy="139500"/>
            </a:xfrm>
          </p:grpSpPr>
          <p:sp>
            <p:nvSpPr>
              <p:cNvPr id="8408" name="Google Shape;8408;p97"/>
              <p:cNvSpPr/>
              <p:nvPr/>
            </p:nvSpPr>
            <p:spPr>
              <a:xfrm>
                <a:off x="3358412"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9" name="Google Shape;8409;p97"/>
              <p:cNvSpPr/>
              <p:nvPr/>
            </p:nvSpPr>
            <p:spPr>
              <a:xfrm>
                <a:off x="3838898"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0" name="Google Shape;8410;p97"/>
              <p:cNvSpPr/>
              <p:nvPr/>
            </p:nvSpPr>
            <p:spPr>
              <a:xfrm>
                <a:off x="4319384"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1" name="Google Shape;8411;p97"/>
              <p:cNvSpPr/>
              <p:nvPr/>
            </p:nvSpPr>
            <p:spPr>
              <a:xfrm>
                <a:off x="4799870"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2" name="Google Shape;8412;p97"/>
              <p:cNvSpPr/>
              <p:nvPr/>
            </p:nvSpPr>
            <p:spPr>
              <a:xfrm>
                <a:off x="5280356"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13" name="Google Shape;8413;p97"/>
            <p:cNvGrpSpPr/>
            <p:nvPr/>
          </p:nvGrpSpPr>
          <p:grpSpPr>
            <a:xfrm>
              <a:off x="3358412" y="3648507"/>
              <a:ext cx="2363244" cy="139500"/>
              <a:chOff x="3358412" y="3648507"/>
              <a:chExt cx="2363244" cy="139500"/>
            </a:xfrm>
          </p:grpSpPr>
          <p:sp>
            <p:nvSpPr>
              <p:cNvPr id="8414" name="Google Shape;8414;p97"/>
              <p:cNvSpPr/>
              <p:nvPr/>
            </p:nvSpPr>
            <p:spPr>
              <a:xfrm>
                <a:off x="3358412"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5" name="Google Shape;8415;p97"/>
              <p:cNvSpPr/>
              <p:nvPr/>
            </p:nvSpPr>
            <p:spPr>
              <a:xfrm>
                <a:off x="3838898"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6" name="Google Shape;8416;p97"/>
              <p:cNvSpPr/>
              <p:nvPr/>
            </p:nvSpPr>
            <p:spPr>
              <a:xfrm>
                <a:off x="4319384"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7" name="Google Shape;8417;p97"/>
              <p:cNvSpPr/>
              <p:nvPr/>
            </p:nvSpPr>
            <p:spPr>
              <a:xfrm>
                <a:off x="4799870"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8" name="Google Shape;8418;p97"/>
              <p:cNvSpPr/>
              <p:nvPr/>
            </p:nvSpPr>
            <p:spPr>
              <a:xfrm>
                <a:off x="5280356"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19" name="Google Shape;8419;p97"/>
            <p:cNvGrpSpPr/>
            <p:nvPr/>
          </p:nvGrpSpPr>
          <p:grpSpPr>
            <a:xfrm>
              <a:off x="3358412" y="3830018"/>
              <a:ext cx="2363244" cy="139500"/>
              <a:chOff x="3358412" y="3830018"/>
              <a:chExt cx="2363244" cy="139500"/>
            </a:xfrm>
          </p:grpSpPr>
          <p:sp>
            <p:nvSpPr>
              <p:cNvPr id="8420" name="Google Shape;8420;p97"/>
              <p:cNvSpPr/>
              <p:nvPr/>
            </p:nvSpPr>
            <p:spPr>
              <a:xfrm>
                <a:off x="3358412"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1" name="Google Shape;8421;p97"/>
              <p:cNvSpPr/>
              <p:nvPr/>
            </p:nvSpPr>
            <p:spPr>
              <a:xfrm>
                <a:off x="3838898"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2" name="Google Shape;8422;p97"/>
              <p:cNvSpPr/>
              <p:nvPr/>
            </p:nvSpPr>
            <p:spPr>
              <a:xfrm>
                <a:off x="4319384"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3" name="Google Shape;8423;p97"/>
              <p:cNvSpPr/>
              <p:nvPr/>
            </p:nvSpPr>
            <p:spPr>
              <a:xfrm>
                <a:off x="4799870"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4" name="Google Shape;8424;p97"/>
              <p:cNvSpPr/>
              <p:nvPr/>
            </p:nvSpPr>
            <p:spPr>
              <a:xfrm>
                <a:off x="5280356"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25" name="Google Shape;8425;p97"/>
            <p:cNvGrpSpPr/>
            <p:nvPr/>
          </p:nvGrpSpPr>
          <p:grpSpPr>
            <a:xfrm>
              <a:off x="3358399" y="4011514"/>
              <a:ext cx="2363377" cy="139537"/>
              <a:chOff x="3294800" y="4134603"/>
              <a:chExt cx="2638876" cy="152400"/>
            </a:xfrm>
          </p:grpSpPr>
          <p:sp>
            <p:nvSpPr>
              <p:cNvPr id="8426" name="Google Shape;8426;p97"/>
              <p:cNvSpPr/>
              <p:nvPr/>
            </p:nvSpPr>
            <p:spPr>
              <a:xfrm>
                <a:off x="3294800"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7" name="Google Shape;8427;p97"/>
              <p:cNvSpPr/>
              <p:nvPr/>
            </p:nvSpPr>
            <p:spPr>
              <a:xfrm>
                <a:off x="3831294"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8" name="Google Shape;8428;p97"/>
              <p:cNvSpPr/>
              <p:nvPr/>
            </p:nvSpPr>
            <p:spPr>
              <a:xfrm>
                <a:off x="4367788"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9" name="Google Shape;8429;p97"/>
              <p:cNvSpPr/>
              <p:nvPr/>
            </p:nvSpPr>
            <p:spPr>
              <a:xfrm>
                <a:off x="4904282"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0" name="Google Shape;8430;p97"/>
              <p:cNvSpPr/>
              <p:nvPr/>
            </p:nvSpPr>
            <p:spPr>
              <a:xfrm>
                <a:off x="5440776"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31" name="Google Shape;8431;p97"/>
            <p:cNvGrpSpPr/>
            <p:nvPr/>
          </p:nvGrpSpPr>
          <p:grpSpPr>
            <a:xfrm>
              <a:off x="3358399" y="4193010"/>
              <a:ext cx="2363377" cy="139537"/>
              <a:chOff x="3294800" y="4134603"/>
              <a:chExt cx="2638876" cy="152400"/>
            </a:xfrm>
          </p:grpSpPr>
          <p:sp>
            <p:nvSpPr>
              <p:cNvPr id="8432" name="Google Shape;8432;p97"/>
              <p:cNvSpPr/>
              <p:nvPr/>
            </p:nvSpPr>
            <p:spPr>
              <a:xfrm>
                <a:off x="3294800"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3" name="Google Shape;8433;p97"/>
              <p:cNvSpPr/>
              <p:nvPr/>
            </p:nvSpPr>
            <p:spPr>
              <a:xfrm>
                <a:off x="3831294"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4" name="Google Shape;8434;p97"/>
              <p:cNvSpPr/>
              <p:nvPr/>
            </p:nvSpPr>
            <p:spPr>
              <a:xfrm>
                <a:off x="4367788"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5" name="Google Shape;8435;p97"/>
              <p:cNvSpPr/>
              <p:nvPr/>
            </p:nvSpPr>
            <p:spPr>
              <a:xfrm>
                <a:off x="4904282"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6" name="Google Shape;8436;p97"/>
              <p:cNvSpPr/>
              <p:nvPr/>
            </p:nvSpPr>
            <p:spPr>
              <a:xfrm>
                <a:off x="5440776"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aphicFrame>
        <p:nvGraphicFramePr>
          <p:cNvPr id="8437" name="Google Shape;8437;p97"/>
          <p:cNvGraphicFramePr/>
          <p:nvPr/>
        </p:nvGraphicFramePr>
        <p:xfrm>
          <a:off x="711463" y="2153834"/>
          <a:ext cx="3000000" cy="3000000"/>
        </p:xfrm>
        <a:graphic>
          <a:graphicData uri="http://schemas.openxmlformats.org/drawingml/2006/table">
            <a:tbl>
              <a:tblPr>
                <a:noFill/>
                <a:tableStyleId>{04D0B651-03DF-4497-BCE3-E2327ABBB25E}</a:tableStyleId>
              </a:tblPr>
              <a:tblGrid>
                <a:gridCol w="592450"/>
                <a:gridCol w="592450"/>
                <a:gridCol w="592450"/>
                <a:gridCol w="592450"/>
              </a:tblGrid>
              <a:tr h="29645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alpha val="0"/>
                        </a:srgbClr>
                      </a:solidFill>
                      <a:prstDash val="solid"/>
                      <a:round/>
                      <a:headEnd len="sm" w="sm" type="none"/>
                      <a:tailEnd len="sm" w="sm" type="none"/>
                    </a:lnL>
                    <a:lnR cap="flat" cmpd="sng" w="9525">
                      <a:solidFill>
                        <a:srgbClr val="5F8195"/>
                      </a:solidFill>
                      <a:prstDash val="solid"/>
                      <a:round/>
                      <a:headEnd len="sm" w="sm" type="none"/>
                      <a:tailEnd len="sm" w="sm" type="none"/>
                    </a:lnR>
                    <a:lnT cap="flat" cmpd="sng" w="9525">
                      <a:solidFill>
                        <a:srgbClr val="F2F2F2">
                          <a:alpha val="0"/>
                        </a:srgbClr>
                      </a:solidFill>
                      <a:prstDash val="solid"/>
                      <a:round/>
                      <a:headEnd len="sm" w="sm" type="none"/>
                      <a:tailEnd len="sm" w="sm" type="none"/>
                    </a:lnT>
                    <a:lnB cap="flat" cmpd="sng" w="9525">
                      <a:solidFill>
                        <a:srgbClr val="869FB1"/>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5F8195"/>
                      </a:solidFill>
                      <a:prstDash val="solid"/>
                      <a:round/>
                      <a:headEnd len="sm" w="sm" type="none"/>
                      <a:tailEnd len="sm" w="sm" type="none"/>
                    </a:lnL>
                    <a:lnR cap="flat" cmpd="sng" w="9525">
                      <a:solidFill>
                        <a:srgbClr val="5F8195">
                          <a:alpha val="0"/>
                        </a:srgbClr>
                      </a:solidFill>
                      <a:prstDash val="dash"/>
                      <a:round/>
                      <a:headEnd len="sm" w="sm" type="none"/>
                      <a:tailEnd len="sm" w="sm" type="none"/>
                    </a:lnR>
                    <a:lnT cap="flat" cmpd="sng" w="9525">
                      <a:solidFill>
                        <a:srgbClr val="5F8195"/>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5F8195">
                          <a:alpha val="0"/>
                        </a:srgbClr>
                      </a:solidFill>
                      <a:prstDash val="dash"/>
                      <a:round/>
                      <a:headEnd len="sm" w="sm" type="none"/>
                      <a:tailEnd len="sm" w="sm" type="none"/>
                    </a:lnL>
                    <a:lnR cap="flat" cmpd="sng" w="9525">
                      <a:solidFill>
                        <a:srgbClr val="5F8195">
                          <a:alpha val="0"/>
                        </a:srgbClr>
                      </a:solidFill>
                      <a:prstDash val="dash"/>
                      <a:round/>
                      <a:headEnd len="sm" w="sm" type="none"/>
                      <a:tailEnd len="sm" w="sm" type="none"/>
                    </a:lnR>
                    <a:lnT cap="flat" cmpd="sng" w="9525">
                      <a:solidFill>
                        <a:srgbClr val="5F8195"/>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5F8195">
                          <a:alpha val="0"/>
                        </a:srgbClr>
                      </a:solidFill>
                      <a:prstDash val="dash"/>
                      <a:round/>
                      <a:headEnd len="sm" w="sm" type="none"/>
                      <a:tailEnd len="sm" w="sm" type="none"/>
                    </a:lnL>
                    <a:lnR cap="flat" cmpd="sng" w="9525">
                      <a:solidFill>
                        <a:srgbClr val="5F8195"/>
                      </a:solidFill>
                      <a:prstDash val="solid"/>
                      <a:round/>
                      <a:headEnd len="sm" w="sm" type="none"/>
                      <a:tailEnd len="sm" w="sm" type="none"/>
                    </a:lnR>
                    <a:lnT cap="flat" cmpd="sng" w="9525">
                      <a:solidFill>
                        <a:srgbClr val="5F8195"/>
                      </a:solidFill>
                      <a:prstDash val="solid"/>
                      <a:round/>
                      <a:headEnd len="sm" w="sm" type="none"/>
                      <a:tailEnd len="sm" w="sm" type="none"/>
                    </a:lnT>
                    <a:lnB cap="flat" cmpd="sng" w="9525">
                      <a:solidFill>
                        <a:srgbClr val="A5B7C5"/>
                      </a:solidFill>
                      <a:prstDash val="solid"/>
                      <a:round/>
                      <a:headEnd len="sm" w="sm" type="none"/>
                      <a:tailEnd len="sm" w="sm" type="none"/>
                    </a:lnB>
                  </a:tcPr>
                </a:tc>
              </a:tr>
              <a:tr h="296450">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869FB1"/>
                      </a:solidFill>
                      <a:prstDash val="solid"/>
                      <a:round/>
                      <a:headEnd len="sm" w="sm" type="none"/>
                      <a:tailEnd len="sm" w="sm" type="none"/>
                    </a:lnR>
                    <a:lnT cap="flat" cmpd="sng" w="9525">
                      <a:solidFill>
                        <a:srgbClr val="869FB1"/>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A5B7C5"/>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A5B7C5"/>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solidFill>
                      <a:prstDash val="solid"/>
                      <a:round/>
                      <a:headEnd len="sm" w="sm" type="none"/>
                      <a:tailEnd len="sm" w="sm" type="none"/>
                    </a:lnR>
                    <a:lnT cap="flat" cmpd="sng" w="9525">
                      <a:solidFill>
                        <a:srgbClr val="A5B7C5"/>
                      </a:solidFill>
                      <a:prstDash val="solid"/>
                      <a:round/>
                      <a:headEnd len="sm" w="sm" type="none"/>
                      <a:tailEnd len="sm" w="sm" type="none"/>
                    </a:lnT>
                    <a:lnB cap="flat" cmpd="sng" w="9525">
                      <a:solidFill>
                        <a:srgbClr val="F2F2F2"/>
                      </a:solidFill>
                      <a:prstDash val="solid"/>
                      <a:round/>
                      <a:headEnd len="sm" w="sm" type="none"/>
                      <a:tailEnd len="sm" w="sm" type="none"/>
                    </a:lnB>
                  </a:tcPr>
                </a:tc>
              </a:tr>
              <a:tr h="296450">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869FB1"/>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869FB1"/>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A5B7C5"/>
                      </a:solidFill>
                      <a:prstDash val="solid"/>
                      <a:round/>
                      <a:headEnd len="sm" w="sm" type="none"/>
                      <a:tailEnd len="sm" w="sm" type="none"/>
                    </a:lnB>
                  </a:tcPr>
                </a:tc>
              </a:tr>
            </a:tbl>
          </a:graphicData>
        </a:graphic>
      </p:graphicFrame>
      <p:grpSp>
        <p:nvGrpSpPr>
          <p:cNvPr id="8438" name="Google Shape;8438;p97"/>
          <p:cNvGrpSpPr/>
          <p:nvPr/>
        </p:nvGrpSpPr>
        <p:grpSpPr>
          <a:xfrm>
            <a:off x="4161132" y="2557649"/>
            <a:ext cx="1302095" cy="60959"/>
            <a:chOff x="3558802" y="4011427"/>
            <a:chExt cx="1866000" cy="111300"/>
          </a:xfrm>
        </p:grpSpPr>
        <p:sp>
          <p:nvSpPr>
            <p:cNvPr id="8439" name="Google Shape;8439;p97"/>
            <p:cNvSpPr/>
            <p:nvPr/>
          </p:nvSpPr>
          <p:spPr>
            <a:xfrm flipH="1" rot="5400000">
              <a:off x="4436152" y="3134077"/>
              <a:ext cx="111300" cy="1866000"/>
            </a:xfrm>
            <a:prstGeom prst="round2SameRect">
              <a:avLst>
                <a:gd fmla="val 50000" name="adj1"/>
                <a:gd fmla="val 50000" name="adj2"/>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0" name="Google Shape;8440;p97"/>
            <p:cNvSpPr/>
            <p:nvPr/>
          </p:nvSpPr>
          <p:spPr>
            <a:xfrm flipH="1" rot="5400000">
              <a:off x="4167866" y="3416648"/>
              <a:ext cx="97200" cy="13014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41" name="Google Shape;8441;p97"/>
          <p:cNvGrpSpPr/>
          <p:nvPr/>
        </p:nvGrpSpPr>
        <p:grpSpPr>
          <a:xfrm>
            <a:off x="4706620" y="2839808"/>
            <a:ext cx="914340" cy="60959"/>
            <a:chOff x="3558802" y="4011427"/>
            <a:chExt cx="1866000" cy="111300"/>
          </a:xfrm>
        </p:grpSpPr>
        <p:sp>
          <p:nvSpPr>
            <p:cNvPr id="8442" name="Google Shape;8442;p97"/>
            <p:cNvSpPr/>
            <p:nvPr/>
          </p:nvSpPr>
          <p:spPr>
            <a:xfrm flipH="1" rot="5400000">
              <a:off x="4436152" y="3134077"/>
              <a:ext cx="111300" cy="1866000"/>
            </a:xfrm>
            <a:prstGeom prst="round2SameRect">
              <a:avLst>
                <a:gd fmla="val 50000" name="adj1"/>
                <a:gd fmla="val 50000" name="adj2"/>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3" name="Google Shape;8443;p97"/>
            <p:cNvSpPr/>
            <p:nvPr/>
          </p:nvSpPr>
          <p:spPr>
            <a:xfrm flipH="1" rot="5400000">
              <a:off x="4167866" y="3416648"/>
              <a:ext cx="97200" cy="13014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44" name="Google Shape;8444;p97"/>
          <p:cNvGrpSpPr/>
          <p:nvPr/>
        </p:nvGrpSpPr>
        <p:grpSpPr>
          <a:xfrm>
            <a:off x="5871419" y="3167606"/>
            <a:ext cx="2522867" cy="1001454"/>
            <a:chOff x="1904318" y="789980"/>
            <a:chExt cx="1489472" cy="606868"/>
          </a:xfrm>
        </p:grpSpPr>
        <p:cxnSp>
          <p:nvCxnSpPr>
            <p:cNvPr id="8445" name="Google Shape;8445;p97"/>
            <p:cNvCxnSpPr/>
            <p:nvPr/>
          </p:nvCxnSpPr>
          <p:spPr>
            <a:xfrm rot="10800000">
              <a:off x="2109981" y="1180903"/>
              <a:ext cx="1280400" cy="0"/>
            </a:xfrm>
            <a:prstGeom prst="straightConnector1">
              <a:avLst/>
            </a:prstGeom>
            <a:noFill/>
            <a:ln cap="flat" cmpd="sng" w="9525">
              <a:solidFill>
                <a:srgbClr val="B3C3CE"/>
              </a:solidFill>
              <a:prstDash val="solid"/>
              <a:round/>
              <a:headEnd len="med" w="med" type="none"/>
              <a:tailEnd len="med" w="med" type="none"/>
            </a:ln>
          </p:spPr>
        </p:cxnSp>
        <p:cxnSp>
          <p:nvCxnSpPr>
            <p:cNvPr id="8446" name="Google Shape;8446;p97"/>
            <p:cNvCxnSpPr/>
            <p:nvPr/>
          </p:nvCxnSpPr>
          <p:spPr>
            <a:xfrm rot="10800000">
              <a:off x="2109981" y="985080"/>
              <a:ext cx="1280400" cy="0"/>
            </a:xfrm>
            <a:prstGeom prst="straightConnector1">
              <a:avLst/>
            </a:prstGeom>
            <a:noFill/>
            <a:ln cap="flat" cmpd="sng" w="9525">
              <a:solidFill>
                <a:srgbClr val="B3C3CE"/>
              </a:solidFill>
              <a:prstDash val="solid"/>
              <a:round/>
              <a:headEnd len="med" w="med" type="none"/>
              <a:tailEnd len="med" w="med" type="none"/>
            </a:ln>
          </p:spPr>
        </p:cxnSp>
        <p:cxnSp>
          <p:nvCxnSpPr>
            <p:cNvPr id="8447" name="Google Shape;8447;p97"/>
            <p:cNvCxnSpPr/>
            <p:nvPr/>
          </p:nvCxnSpPr>
          <p:spPr>
            <a:xfrm rot="10800000">
              <a:off x="2109981" y="1376729"/>
              <a:ext cx="1280400" cy="0"/>
            </a:xfrm>
            <a:prstGeom prst="straightConnector1">
              <a:avLst/>
            </a:prstGeom>
            <a:noFill/>
            <a:ln cap="flat" cmpd="sng" w="9525">
              <a:solidFill>
                <a:srgbClr val="B3C3CE"/>
              </a:solidFill>
              <a:prstDash val="solid"/>
              <a:round/>
              <a:headEnd len="med" w="med" type="none"/>
              <a:tailEnd len="med" w="med" type="none"/>
            </a:ln>
          </p:spPr>
        </p:cxnSp>
        <p:sp>
          <p:nvSpPr>
            <p:cNvPr id="8448" name="Google Shape;8448;p97"/>
            <p:cNvSpPr txBox="1"/>
            <p:nvPr/>
          </p:nvSpPr>
          <p:spPr>
            <a:xfrm flipH="1">
              <a:off x="2109710" y="789981"/>
              <a:ext cx="2811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JANUARY</a:t>
              </a:r>
              <a:endParaRPr sz="400">
                <a:solidFill>
                  <a:srgbClr val="E3E9ED"/>
                </a:solidFill>
              </a:endParaRPr>
            </a:p>
          </p:txBody>
        </p:sp>
        <p:sp>
          <p:nvSpPr>
            <p:cNvPr id="8449" name="Google Shape;8449;p97"/>
            <p:cNvSpPr txBox="1"/>
            <p:nvPr/>
          </p:nvSpPr>
          <p:spPr>
            <a:xfrm flipH="1">
              <a:off x="2434275" y="789980"/>
              <a:ext cx="2892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FEBRUARY</a:t>
              </a:r>
              <a:endParaRPr sz="400">
                <a:solidFill>
                  <a:srgbClr val="E3E9ED"/>
                </a:solidFill>
              </a:endParaRPr>
            </a:p>
          </p:txBody>
        </p:sp>
        <p:sp>
          <p:nvSpPr>
            <p:cNvPr id="8450" name="Google Shape;8450;p97"/>
            <p:cNvSpPr txBox="1"/>
            <p:nvPr/>
          </p:nvSpPr>
          <p:spPr>
            <a:xfrm flipH="1">
              <a:off x="2781049" y="789981"/>
              <a:ext cx="2811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MARCH</a:t>
              </a:r>
              <a:endParaRPr sz="400">
                <a:solidFill>
                  <a:srgbClr val="E3E9ED"/>
                </a:solidFill>
              </a:endParaRPr>
            </a:p>
          </p:txBody>
        </p:sp>
        <p:sp>
          <p:nvSpPr>
            <p:cNvPr id="8451" name="Google Shape;8451;p97"/>
            <p:cNvSpPr txBox="1"/>
            <p:nvPr/>
          </p:nvSpPr>
          <p:spPr>
            <a:xfrm flipH="1">
              <a:off x="3112690" y="789981"/>
              <a:ext cx="2811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APRIL</a:t>
              </a:r>
              <a:endParaRPr sz="400">
                <a:solidFill>
                  <a:srgbClr val="E3E9ED"/>
                </a:solidFill>
              </a:endParaRPr>
            </a:p>
          </p:txBody>
        </p:sp>
        <p:sp>
          <p:nvSpPr>
            <p:cNvPr id="8452" name="Google Shape;8452;p97"/>
            <p:cNvSpPr/>
            <p:nvPr/>
          </p:nvSpPr>
          <p:spPr>
            <a:xfrm>
              <a:off x="2105681" y="964326"/>
              <a:ext cx="2892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3" name="Google Shape;8453;p97"/>
            <p:cNvSpPr/>
            <p:nvPr/>
          </p:nvSpPr>
          <p:spPr>
            <a:xfrm>
              <a:off x="2109515" y="1159286"/>
              <a:ext cx="280200" cy="42600"/>
            </a:xfrm>
            <a:prstGeom prst="rect">
              <a:avLst/>
            </a:prstGeom>
            <a:solidFill>
              <a:srgbClr val="EEEE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4" name="Google Shape;8454;p97"/>
            <p:cNvSpPr/>
            <p:nvPr/>
          </p:nvSpPr>
          <p:spPr>
            <a:xfrm>
              <a:off x="2753389" y="1353677"/>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5" name="Google Shape;8455;p97"/>
            <p:cNvSpPr/>
            <p:nvPr/>
          </p:nvSpPr>
          <p:spPr>
            <a:xfrm>
              <a:off x="2105681" y="1159287"/>
              <a:ext cx="2892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6" name="Google Shape;8456;p97"/>
            <p:cNvSpPr/>
            <p:nvPr/>
          </p:nvSpPr>
          <p:spPr>
            <a:xfrm>
              <a:off x="2412005" y="1354248"/>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7" name="Google Shape;8457;p97"/>
            <p:cNvSpPr/>
            <p:nvPr/>
          </p:nvSpPr>
          <p:spPr>
            <a:xfrm>
              <a:off x="2410087"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8" name="Google Shape;8458;p97"/>
            <p:cNvSpPr txBox="1"/>
            <p:nvPr/>
          </p:nvSpPr>
          <p:spPr>
            <a:xfrm flipH="1">
              <a:off x="1906114" y="918164"/>
              <a:ext cx="203400" cy="106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1600"/>
                </a:spcAft>
                <a:buNone/>
              </a:pPr>
              <a:r>
                <a:rPr lang="en" sz="400">
                  <a:solidFill>
                    <a:srgbClr val="E3E9ED"/>
                  </a:solidFill>
                </a:rPr>
                <a:t>PHASE 1</a:t>
              </a:r>
              <a:endParaRPr sz="400">
                <a:solidFill>
                  <a:srgbClr val="E3E9ED"/>
                </a:solidFill>
              </a:endParaRPr>
            </a:p>
          </p:txBody>
        </p:sp>
        <p:sp>
          <p:nvSpPr>
            <p:cNvPr id="8459" name="Google Shape;8459;p97"/>
            <p:cNvSpPr txBox="1"/>
            <p:nvPr/>
          </p:nvSpPr>
          <p:spPr>
            <a:xfrm flipH="1">
              <a:off x="1904318" y="1113390"/>
              <a:ext cx="205200" cy="912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8460" name="Google Shape;8460;p97"/>
            <p:cNvSpPr txBox="1"/>
            <p:nvPr/>
          </p:nvSpPr>
          <p:spPr>
            <a:xfrm flipH="1">
              <a:off x="1906118" y="1304527"/>
              <a:ext cx="203400" cy="912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8461" name="Google Shape;8461;p97"/>
            <p:cNvSpPr/>
            <p:nvPr/>
          </p:nvSpPr>
          <p:spPr>
            <a:xfrm>
              <a:off x="2750975"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62" name="Google Shape;8462;p97"/>
          <p:cNvGrpSpPr/>
          <p:nvPr/>
        </p:nvGrpSpPr>
        <p:grpSpPr>
          <a:xfrm>
            <a:off x="3355824" y="951642"/>
            <a:ext cx="2363393" cy="1005865"/>
            <a:chOff x="3292400" y="1193188"/>
            <a:chExt cx="2615240" cy="1131075"/>
          </a:xfrm>
        </p:grpSpPr>
        <p:sp>
          <p:nvSpPr>
            <p:cNvPr id="8463" name="Google Shape;8463;p97"/>
            <p:cNvSpPr/>
            <p:nvPr/>
          </p:nvSpPr>
          <p:spPr>
            <a:xfrm>
              <a:off x="3292400" y="1845763"/>
              <a:ext cx="370500" cy="478500"/>
            </a:xfrm>
            <a:prstGeom prst="round2DiagRect">
              <a:avLst>
                <a:gd fmla="val 16667" name="adj1"/>
                <a:gd fmla="val 0" name="adj2"/>
              </a:avLst>
            </a:prstGeom>
            <a:noFill/>
            <a:ln cap="flat" cmpd="sng" w="9525">
              <a:solidFill>
                <a:srgbClr val="ABBCC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64" name="Google Shape;8464;p97"/>
            <p:cNvSpPr/>
            <p:nvPr/>
          </p:nvSpPr>
          <p:spPr>
            <a:xfrm>
              <a:off x="3292400" y="1314860"/>
              <a:ext cx="370500" cy="478500"/>
            </a:xfrm>
            <a:prstGeom prst="round2DiagRect">
              <a:avLst>
                <a:gd fmla="val 16667" name="adj1"/>
                <a:gd fmla="val 0" name="adj2"/>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65" name="Google Shape;8465;p97"/>
            <p:cNvSpPr txBox="1"/>
            <p:nvPr/>
          </p:nvSpPr>
          <p:spPr>
            <a:xfrm flipH="1">
              <a:off x="3678794" y="1193199"/>
              <a:ext cx="3705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JANUARY</a:t>
              </a:r>
              <a:endParaRPr sz="400">
                <a:solidFill>
                  <a:srgbClr val="FFFFFF"/>
                </a:solidFill>
              </a:endParaRPr>
            </a:p>
          </p:txBody>
        </p:sp>
        <p:sp>
          <p:nvSpPr>
            <p:cNvPr id="8466" name="Google Shape;8466;p97"/>
            <p:cNvSpPr txBox="1"/>
            <p:nvPr/>
          </p:nvSpPr>
          <p:spPr>
            <a:xfrm flipH="1">
              <a:off x="4051671" y="1193188"/>
              <a:ext cx="4014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FEBRUARY</a:t>
              </a:r>
              <a:endParaRPr sz="400">
                <a:solidFill>
                  <a:srgbClr val="FFFFFF"/>
                </a:solidFill>
              </a:endParaRPr>
            </a:p>
          </p:txBody>
        </p:sp>
        <p:sp>
          <p:nvSpPr>
            <p:cNvPr id="8467" name="Google Shape;8467;p97"/>
            <p:cNvSpPr txBox="1"/>
            <p:nvPr/>
          </p:nvSpPr>
          <p:spPr>
            <a:xfrm flipH="1">
              <a:off x="4453057" y="1193188"/>
              <a:ext cx="3480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MARCH</a:t>
              </a:r>
              <a:endParaRPr sz="400">
                <a:solidFill>
                  <a:srgbClr val="FFFFFF"/>
                </a:solidFill>
              </a:endParaRPr>
            </a:p>
          </p:txBody>
        </p:sp>
        <p:sp>
          <p:nvSpPr>
            <p:cNvPr id="8468" name="Google Shape;8468;p97"/>
            <p:cNvSpPr txBox="1"/>
            <p:nvPr/>
          </p:nvSpPr>
          <p:spPr>
            <a:xfrm flipH="1">
              <a:off x="4831790" y="1193197"/>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APRIL</a:t>
              </a:r>
              <a:endParaRPr sz="400">
                <a:solidFill>
                  <a:srgbClr val="FFFFFF"/>
                </a:solidFill>
              </a:endParaRPr>
            </a:p>
          </p:txBody>
        </p:sp>
        <p:sp>
          <p:nvSpPr>
            <p:cNvPr id="8469" name="Google Shape;8469;p97"/>
            <p:cNvSpPr txBox="1"/>
            <p:nvPr/>
          </p:nvSpPr>
          <p:spPr>
            <a:xfrm flipH="1">
              <a:off x="5186134" y="1193197"/>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MAY</a:t>
              </a:r>
              <a:endParaRPr sz="400">
                <a:solidFill>
                  <a:srgbClr val="FFFFFF"/>
                </a:solidFill>
              </a:endParaRPr>
            </a:p>
          </p:txBody>
        </p:sp>
        <p:sp>
          <p:nvSpPr>
            <p:cNvPr id="8470" name="Google Shape;8470;p97"/>
            <p:cNvSpPr txBox="1"/>
            <p:nvPr/>
          </p:nvSpPr>
          <p:spPr>
            <a:xfrm flipH="1">
              <a:off x="5562148" y="1193197"/>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JUNE</a:t>
              </a:r>
              <a:endParaRPr sz="400">
                <a:solidFill>
                  <a:srgbClr val="FFFFFF"/>
                </a:solidFill>
              </a:endParaRPr>
            </a:p>
          </p:txBody>
        </p:sp>
        <p:sp>
          <p:nvSpPr>
            <p:cNvPr id="8471" name="Google Shape;8471;p97"/>
            <p:cNvSpPr txBox="1"/>
            <p:nvPr/>
          </p:nvSpPr>
          <p:spPr>
            <a:xfrm flipH="1">
              <a:off x="3349576" y="1372466"/>
              <a:ext cx="272700" cy="96600"/>
            </a:xfrm>
            <a:prstGeom prst="rect">
              <a:avLst/>
            </a:prstGeom>
            <a:noFill/>
            <a:ln>
              <a:noFill/>
            </a:ln>
          </p:spPr>
          <p:txBody>
            <a:bodyPr anchorCtr="0" anchor="t" bIns="0" lIns="0" spcFirstLastPara="1" rIns="0" wrap="square" tIns="0">
              <a:noAutofit/>
            </a:bodyPr>
            <a:lstStyle/>
            <a:p>
              <a:pPr indent="0" lvl="0" marL="0" rtl="0" algn="r">
                <a:spcBef>
                  <a:spcPts val="0"/>
                </a:spcBef>
                <a:spcAft>
                  <a:spcPts val="1600"/>
                </a:spcAft>
                <a:buNone/>
              </a:pPr>
              <a:r>
                <a:rPr lang="en" sz="400">
                  <a:solidFill>
                    <a:srgbClr val="FFFFFF"/>
                  </a:solidFill>
                </a:rPr>
                <a:t>PHASE 1</a:t>
              </a:r>
              <a:endParaRPr sz="400">
                <a:solidFill>
                  <a:srgbClr val="FFFFFF"/>
                </a:solidFill>
              </a:endParaRPr>
            </a:p>
          </p:txBody>
        </p:sp>
        <p:sp>
          <p:nvSpPr>
            <p:cNvPr id="8472" name="Google Shape;8472;p97"/>
            <p:cNvSpPr txBox="1"/>
            <p:nvPr/>
          </p:nvSpPr>
          <p:spPr>
            <a:xfrm flipH="1">
              <a:off x="3349579" y="1895516"/>
              <a:ext cx="272700" cy="96600"/>
            </a:xfrm>
            <a:prstGeom prst="rect">
              <a:avLst/>
            </a:prstGeom>
            <a:noFill/>
            <a:ln>
              <a:noFill/>
            </a:ln>
          </p:spPr>
          <p:txBody>
            <a:bodyPr anchorCtr="0" anchor="t" bIns="0" lIns="0" spcFirstLastPara="1" rIns="0" wrap="square" tIns="0">
              <a:noAutofit/>
            </a:bodyPr>
            <a:lstStyle/>
            <a:p>
              <a:pPr indent="0" lvl="0" marL="0" rtl="0" algn="r">
                <a:spcBef>
                  <a:spcPts val="0"/>
                </a:spcBef>
                <a:spcAft>
                  <a:spcPts val="1600"/>
                </a:spcAft>
                <a:buNone/>
              </a:pPr>
              <a:r>
                <a:rPr lang="en" sz="400">
                  <a:solidFill>
                    <a:srgbClr val="FFFFFF"/>
                  </a:solidFill>
                </a:rPr>
                <a:t>PHASE 2</a:t>
              </a:r>
              <a:endParaRPr sz="400">
                <a:solidFill>
                  <a:srgbClr val="FFFFFF"/>
                </a:solidFill>
              </a:endParaRPr>
            </a:p>
          </p:txBody>
        </p:sp>
        <p:sp>
          <p:nvSpPr>
            <p:cNvPr id="8473" name="Google Shape;8473;p97"/>
            <p:cNvSpPr txBox="1"/>
            <p:nvPr/>
          </p:nvSpPr>
          <p:spPr>
            <a:xfrm flipH="1">
              <a:off x="3355878" y="1543623"/>
              <a:ext cx="256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8474" name="Google Shape;8474;p97"/>
            <p:cNvSpPr txBox="1"/>
            <p:nvPr/>
          </p:nvSpPr>
          <p:spPr>
            <a:xfrm flipH="1">
              <a:off x="3355878" y="1720328"/>
              <a:ext cx="256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8475" name="Google Shape;8475;p97"/>
            <p:cNvSpPr txBox="1"/>
            <p:nvPr/>
          </p:nvSpPr>
          <p:spPr>
            <a:xfrm flipH="1">
              <a:off x="3355878" y="2072220"/>
              <a:ext cx="256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8476" name="Google Shape;8476;p97"/>
            <p:cNvSpPr txBox="1"/>
            <p:nvPr/>
          </p:nvSpPr>
          <p:spPr>
            <a:xfrm flipH="1">
              <a:off x="3355889" y="2248920"/>
              <a:ext cx="256200" cy="684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8477" name="Google Shape;8477;p97"/>
            <p:cNvGrpSpPr/>
            <p:nvPr/>
          </p:nvGrpSpPr>
          <p:grpSpPr>
            <a:xfrm>
              <a:off x="3748438" y="1378608"/>
              <a:ext cx="2159202" cy="903971"/>
              <a:chOff x="1683525" y="2179850"/>
              <a:chExt cx="4519050" cy="2134525"/>
            </a:xfrm>
          </p:grpSpPr>
          <p:sp>
            <p:nvSpPr>
              <p:cNvPr id="8478" name="Google Shape;8478;p97"/>
              <p:cNvSpPr/>
              <p:nvPr/>
            </p:nvSpPr>
            <p:spPr>
              <a:xfrm>
                <a:off x="1683525" y="2179850"/>
                <a:ext cx="4519050" cy="53925"/>
              </a:xfrm>
              <a:custGeom>
                <a:rect b="b" l="l" r="r" t="t"/>
                <a:pathLst>
                  <a:path extrusionOk="0" h="2157" w="180762">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79" name="Google Shape;8479;p97"/>
              <p:cNvSpPr/>
              <p:nvPr/>
            </p:nvSpPr>
            <p:spPr>
              <a:xfrm>
                <a:off x="1683525" y="2595975"/>
                <a:ext cx="4519050" cy="53900"/>
              </a:xfrm>
              <a:custGeom>
                <a:rect b="b" l="l" r="r" t="t"/>
                <a:pathLst>
                  <a:path extrusionOk="0" h="2156" w="180762">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80" name="Google Shape;8480;p97"/>
              <p:cNvSpPr/>
              <p:nvPr/>
            </p:nvSpPr>
            <p:spPr>
              <a:xfrm>
                <a:off x="1683525" y="3012100"/>
                <a:ext cx="4519050" cy="53900"/>
              </a:xfrm>
              <a:custGeom>
                <a:rect b="b" l="l" r="r" t="t"/>
                <a:pathLst>
                  <a:path extrusionOk="0" h="2156" w="180762">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81" name="Google Shape;8481;p97"/>
              <p:cNvSpPr/>
              <p:nvPr/>
            </p:nvSpPr>
            <p:spPr>
              <a:xfrm>
                <a:off x="1683525" y="3428225"/>
                <a:ext cx="4519050" cy="53900"/>
              </a:xfrm>
              <a:custGeom>
                <a:rect b="b" l="l" r="r" t="t"/>
                <a:pathLst>
                  <a:path extrusionOk="0" h="2156" w="180762">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82" name="Google Shape;8482;p97"/>
              <p:cNvSpPr/>
              <p:nvPr/>
            </p:nvSpPr>
            <p:spPr>
              <a:xfrm>
                <a:off x="1683525" y="3844350"/>
                <a:ext cx="4519050" cy="53900"/>
              </a:xfrm>
              <a:custGeom>
                <a:rect b="b" l="l" r="r" t="t"/>
                <a:pathLst>
                  <a:path extrusionOk="0" h="2156" w="180762">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83" name="Google Shape;8483;p97"/>
              <p:cNvSpPr/>
              <p:nvPr/>
            </p:nvSpPr>
            <p:spPr>
              <a:xfrm>
                <a:off x="1683525" y="4260475"/>
                <a:ext cx="4519050" cy="53900"/>
              </a:xfrm>
              <a:custGeom>
                <a:rect b="b" l="l" r="r" t="t"/>
                <a:pathLst>
                  <a:path extrusionOk="0" h="2156" w="180762">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84" name="Google Shape;8484;p97"/>
              <p:cNvSpPr/>
              <p:nvPr/>
            </p:nvSpPr>
            <p:spPr>
              <a:xfrm>
                <a:off x="1683525" y="2179850"/>
                <a:ext cx="921275" cy="53925"/>
              </a:xfrm>
              <a:custGeom>
                <a:rect b="b" l="l" r="r" t="t"/>
                <a:pathLst>
                  <a:path extrusionOk="0" h="2157" w="36851">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85" name="Google Shape;8485;p97"/>
              <p:cNvSpPr/>
              <p:nvPr/>
            </p:nvSpPr>
            <p:spPr>
              <a:xfrm>
                <a:off x="2166625" y="2595975"/>
                <a:ext cx="2036900" cy="53900"/>
              </a:xfrm>
              <a:custGeom>
                <a:rect b="b" l="l" r="r" t="t"/>
                <a:pathLst>
                  <a:path extrusionOk="0" h="2156" w="81476">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86" name="Google Shape;8486;p97"/>
              <p:cNvSpPr/>
              <p:nvPr/>
            </p:nvSpPr>
            <p:spPr>
              <a:xfrm>
                <a:off x="2808675" y="3012100"/>
                <a:ext cx="1082000" cy="53900"/>
              </a:xfrm>
              <a:custGeom>
                <a:rect b="b" l="l" r="r" t="t"/>
                <a:pathLst>
                  <a:path extrusionOk="0" h="2156" w="4328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87" name="Google Shape;8487;p97"/>
              <p:cNvSpPr/>
              <p:nvPr/>
            </p:nvSpPr>
            <p:spPr>
              <a:xfrm>
                <a:off x="2942925" y="3428225"/>
                <a:ext cx="2044925" cy="53900"/>
              </a:xfrm>
              <a:custGeom>
                <a:rect b="b" l="l" r="r" t="t"/>
                <a:pathLst>
                  <a:path extrusionOk="0" h="2156" w="81797">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88" name="Google Shape;8488;p97"/>
              <p:cNvSpPr/>
              <p:nvPr/>
            </p:nvSpPr>
            <p:spPr>
              <a:xfrm>
                <a:off x="3933825" y="3844350"/>
                <a:ext cx="1650825" cy="53900"/>
              </a:xfrm>
              <a:custGeom>
                <a:rect b="b" l="l" r="r" t="t"/>
                <a:pathLst>
                  <a:path extrusionOk="0" h="2156" w="66033">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489" name="Google Shape;8489;p97"/>
              <p:cNvSpPr/>
              <p:nvPr/>
            </p:nvSpPr>
            <p:spPr>
              <a:xfrm>
                <a:off x="5058950" y="4260775"/>
                <a:ext cx="1143625" cy="53600"/>
              </a:xfrm>
              <a:custGeom>
                <a:rect b="b" l="l" r="r" t="t"/>
                <a:pathLst>
                  <a:path extrusionOk="0" h="2144" w="45745">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grpSp>
      </p:gr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3" name="Shape 8493"/>
        <p:cNvGrpSpPr/>
        <p:nvPr/>
      </p:nvGrpSpPr>
      <p:grpSpPr>
        <a:xfrm>
          <a:off x="0" y="0"/>
          <a:ext cx="0" cy="0"/>
          <a:chOff x="0" y="0"/>
          <a:chExt cx="0" cy="0"/>
        </a:xfrm>
      </p:grpSpPr>
      <p:grpSp>
        <p:nvGrpSpPr>
          <p:cNvPr id="8494" name="Google Shape;8494;p98"/>
          <p:cNvGrpSpPr/>
          <p:nvPr/>
        </p:nvGrpSpPr>
        <p:grpSpPr>
          <a:xfrm>
            <a:off x="4796690" y="970938"/>
            <a:ext cx="745431" cy="718863"/>
            <a:chOff x="4249973" y="1201875"/>
            <a:chExt cx="1958568" cy="1888762"/>
          </a:xfrm>
        </p:grpSpPr>
        <p:sp>
          <p:nvSpPr>
            <p:cNvPr id="8495" name="Google Shape;8495;p98"/>
            <p:cNvSpPr/>
            <p:nvPr/>
          </p:nvSpPr>
          <p:spPr>
            <a:xfrm>
              <a:off x="4468527" y="1411932"/>
              <a:ext cx="1528500" cy="1452600"/>
            </a:xfrm>
            <a:prstGeom prst="pentagon">
              <a:avLst>
                <a:gd fmla="val 105146" name="hf"/>
                <a:gd fmla="val 110557" name="vf"/>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96" name="Google Shape;8496;p98"/>
            <p:cNvGrpSpPr/>
            <p:nvPr/>
          </p:nvGrpSpPr>
          <p:grpSpPr>
            <a:xfrm>
              <a:off x="5853086" y="1789142"/>
              <a:ext cx="355454" cy="1048099"/>
              <a:chOff x="5576108" y="2016725"/>
              <a:chExt cx="565200" cy="1666560"/>
            </a:xfrm>
          </p:grpSpPr>
          <p:sp>
            <p:nvSpPr>
              <p:cNvPr id="8497" name="Google Shape;8497;p98"/>
              <p:cNvSpPr/>
              <p:nvPr/>
            </p:nvSpPr>
            <p:spPr>
              <a:xfrm>
                <a:off x="5576108" y="20167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8498" name="Google Shape;8498;p98"/>
              <p:cNvSpPr/>
              <p:nvPr/>
            </p:nvSpPr>
            <p:spPr>
              <a:xfrm rot="6479001">
                <a:off x="5275897" y="3050667"/>
                <a:ext cx="1119386" cy="152834"/>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99" name="Google Shape;8499;p98"/>
            <p:cNvGrpSpPr/>
            <p:nvPr/>
          </p:nvGrpSpPr>
          <p:grpSpPr>
            <a:xfrm>
              <a:off x="4869455" y="2691676"/>
              <a:ext cx="1013897" cy="398961"/>
              <a:chOff x="4012057" y="3451825"/>
              <a:chExt cx="1612175" cy="634379"/>
            </a:xfrm>
          </p:grpSpPr>
          <p:sp>
            <p:nvSpPr>
              <p:cNvPr id="8500" name="Google Shape;8500;p98"/>
              <p:cNvSpPr/>
              <p:nvPr/>
            </p:nvSpPr>
            <p:spPr>
              <a:xfrm>
                <a:off x="5059033" y="34518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8501" name="Google Shape;8501;p98"/>
              <p:cNvSpPr/>
              <p:nvPr/>
            </p:nvSpPr>
            <p:spPr>
              <a:xfrm rot="10799079">
                <a:off x="4012507" y="3933353"/>
                <a:ext cx="1119600" cy="15270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02" name="Google Shape;8502;p98"/>
            <p:cNvGrpSpPr/>
            <p:nvPr/>
          </p:nvGrpSpPr>
          <p:grpSpPr>
            <a:xfrm>
              <a:off x="4276937" y="2155961"/>
              <a:ext cx="651965" cy="891358"/>
              <a:chOff x="3069908" y="2599997"/>
              <a:chExt cx="1036675" cy="1417328"/>
            </a:xfrm>
          </p:grpSpPr>
          <p:sp>
            <p:nvSpPr>
              <p:cNvPr id="8503" name="Google Shape;8503;p98"/>
              <p:cNvSpPr/>
              <p:nvPr/>
            </p:nvSpPr>
            <p:spPr>
              <a:xfrm>
                <a:off x="3541383" y="34518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8504" name="Google Shape;8504;p98"/>
              <p:cNvSpPr/>
              <p:nvPr/>
            </p:nvSpPr>
            <p:spPr>
              <a:xfrm rot="-6478717">
                <a:off x="2755922" y="3079191"/>
                <a:ext cx="1119672" cy="15341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05" name="Google Shape;8505;p98"/>
            <p:cNvGrpSpPr/>
            <p:nvPr/>
          </p:nvGrpSpPr>
          <p:grpSpPr>
            <a:xfrm>
              <a:off x="5054918" y="1201875"/>
              <a:ext cx="999548" cy="602711"/>
              <a:chOff x="4306958" y="1082925"/>
              <a:chExt cx="1589359" cy="958358"/>
            </a:xfrm>
          </p:grpSpPr>
          <p:sp>
            <p:nvSpPr>
              <p:cNvPr id="8506" name="Google Shape;8506;p98"/>
              <p:cNvSpPr/>
              <p:nvPr/>
            </p:nvSpPr>
            <p:spPr>
              <a:xfrm>
                <a:off x="4306958" y="10829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8507" name="Google Shape;8507;p98"/>
              <p:cNvSpPr/>
              <p:nvPr/>
            </p:nvSpPr>
            <p:spPr>
              <a:xfrm rot="2159678">
                <a:off x="4838902" y="1574444"/>
                <a:ext cx="1119431" cy="152476"/>
              </a:xfrm>
              <a:prstGeom prst="rightArrow">
                <a:avLst>
                  <a:gd fmla="val 25514" name="adj1"/>
                  <a:gd fmla="val 64322"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08" name="Google Shape;8508;p98"/>
            <p:cNvGrpSpPr/>
            <p:nvPr/>
          </p:nvGrpSpPr>
          <p:grpSpPr>
            <a:xfrm>
              <a:off x="4249973" y="1303451"/>
              <a:ext cx="799317" cy="841334"/>
              <a:chOff x="3027033" y="1244439"/>
              <a:chExt cx="1270977" cy="1337786"/>
            </a:xfrm>
          </p:grpSpPr>
          <p:sp>
            <p:nvSpPr>
              <p:cNvPr id="8509" name="Google Shape;8509;p98"/>
              <p:cNvSpPr/>
              <p:nvPr/>
            </p:nvSpPr>
            <p:spPr>
              <a:xfrm>
                <a:off x="3027033" y="20167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8510" name="Google Shape;8510;p98"/>
              <p:cNvSpPr/>
              <p:nvPr/>
            </p:nvSpPr>
            <p:spPr>
              <a:xfrm rot="-2159137">
                <a:off x="3240473" y="1559002"/>
                <a:ext cx="1119673" cy="15327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511" name="Google Shape;8511;p98"/>
          <p:cNvGrpSpPr/>
          <p:nvPr/>
        </p:nvGrpSpPr>
        <p:grpSpPr>
          <a:xfrm>
            <a:off x="713063" y="1849388"/>
            <a:ext cx="761767" cy="729896"/>
            <a:chOff x="2657744" y="2337745"/>
            <a:chExt cx="832987" cy="798137"/>
          </a:xfrm>
        </p:grpSpPr>
        <p:sp>
          <p:nvSpPr>
            <p:cNvPr id="8512" name="Google Shape;8512;p98"/>
            <p:cNvSpPr/>
            <p:nvPr/>
          </p:nvSpPr>
          <p:spPr>
            <a:xfrm>
              <a:off x="2812050" y="2337745"/>
              <a:ext cx="516050" cy="266400"/>
            </a:xfrm>
            <a:custGeom>
              <a:rect b="b" l="l" r="r" t="t"/>
              <a:pathLst>
                <a:path extrusionOk="0" h="10656" w="20642">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3" name="Google Shape;8513;p98"/>
            <p:cNvSpPr/>
            <p:nvPr/>
          </p:nvSpPr>
          <p:spPr>
            <a:xfrm>
              <a:off x="3113181" y="2645625"/>
              <a:ext cx="377550" cy="476425"/>
            </a:xfrm>
            <a:custGeom>
              <a:rect b="b" l="l" r="r" t="t"/>
              <a:pathLst>
                <a:path extrusionOk="0" h="19057" w="15102">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4" name="Google Shape;8514;p98"/>
            <p:cNvSpPr/>
            <p:nvPr/>
          </p:nvSpPr>
          <p:spPr>
            <a:xfrm>
              <a:off x="3082750" y="2605975"/>
              <a:ext cx="244675" cy="231900"/>
            </a:xfrm>
            <a:custGeom>
              <a:rect b="b" l="l" r="r" t="t"/>
              <a:pathLst>
                <a:path extrusionOk="0" h="9276" w="9787">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5" name="Google Shape;8515;p98"/>
            <p:cNvSpPr/>
            <p:nvPr/>
          </p:nvSpPr>
          <p:spPr>
            <a:xfrm>
              <a:off x="2657744" y="2659457"/>
              <a:ext cx="377575" cy="476425"/>
            </a:xfrm>
            <a:custGeom>
              <a:rect b="b" l="l" r="r" t="t"/>
              <a:pathLst>
                <a:path extrusionOk="0" h="19057" w="15103">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6" name="Google Shape;8516;p98"/>
            <p:cNvSpPr/>
            <p:nvPr/>
          </p:nvSpPr>
          <p:spPr>
            <a:xfrm>
              <a:off x="2812775" y="2605975"/>
              <a:ext cx="244675" cy="231900"/>
            </a:xfrm>
            <a:custGeom>
              <a:rect b="b" l="l" r="r" t="t"/>
              <a:pathLst>
                <a:path extrusionOk="0" h="9276" w="9787">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7" name="Google Shape;8517;p98"/>
            <p:cNvSpPr/>
            <p:nvPr/>
          </p:nvSpPr>
          <p:spPr>
            <a:xfrm>
              <a:off x="2944250" y="2859150"/>
              <a:ext cx="251675" cy="226375"/>
            </a:xfrm>
            <a:custGeom>
              <a:rect b="b" l="l" r="r" t="t"/>
              <a:pathLst>
                <a:path extrusionOk="0" h="9055" w="10067">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18" name="Google Shape;8518;p98"/>
          <p:cNvGrpSpPr/>
          <p:nvPr/>
        </p:nvGrpSpPr>
        <p:grpSpPr>
          <a:xfrm>
            <a:off x="3224027" y="1852594"/>
            <a:ext cx="685569" cy="723586"/>
            <a:chOff x="3398134" y="2057755"/>
            <a:chExt cx="704087" cy="743130"/>
          </a:xfrm>
        </p:grpSpPr>
        <p:grpSp>
          <p:nvGrpSpPr>
            <p:cNvPr id="8519" name="Google Shape;8519;p98"/>
            <p:cNvGrpSpPr/>
            <p:nvPr/>
          </p:nvGrpSpPr>
          <p:grpSpPr>
            <a:xfrm>
              <a:off x="3398134" y="2290183"/>
              <a:ext cx="315300" cy="219900"/>
              <a:chOff x="3398134" y="2290183"/>
              <a:chExt cx="315300" cy="219900"/>
            </a:xfrm>
          </p:grpSpPr>
          <p:sp>
            <p:nvSpPr>
              <p:cNvPr id="8520" name="Google Shape;8520;p98"/>
              <p:cNvSpPr/>
              <p:nvPr/>
            </p:nvSpPr>
            <p:spPr>
              <a:xfrm>
                <a:off x="3493534" y="2290183"/>
                <a:ext cx="219900" cy="2199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8521" name="Google Shape;8521;p98"/>
              <p:cNvCxnSpPr>
                <a:stCxn id="8520" idx="2"/>
              </p:cNvCxnSpPr>
              <p:nvPr/>
            </p:nvCxnSpPr>
            <p:spPr>
              <a:xfrm rot="10800000">
                <a:off x="3398134" y="2400133"/>
                <a:ext cx="95400" cy="0"/>
              </a:xfrm>
              <a:prstGeom prst="straightConnector1">
                <a:avLst/>
              </a:prstGeom>
              <a:noFill/>
              <a:ln cap="flat" cmpd="sng" w="9525">
                <a:solidFill>
                  <a:srgbClr val="435D74"/>
                </a:solidFill>
                <a:prstDash val="solid"/>
                <a:round/>
                <a:headEnd len="med" w="med" type="none"/>
                <a:tailEnd len="med" w="med" type="none"/>
              </a:ln>
            </p:spPr>
          </p:cxnSp>
        </p:grpSp>
        <p:grpSp>
          <p:nvGrpSpPr>
            <p:cNvPr id="8522" name="Google Shape;8522;p98"/>
            <p:cNvGrpSpPr/>
            <p:nvPr/>
          </p:nvGrpSpPr>
          <p:grpSpPr>
            <a:xfrm>
              <a:off x="3547823" y="2467358"/>
              <a:ext cx="219900" cy="333527"/>
              <a:chOff x="3547823" y="2467358"/>
              <a:chExt cx="219900" cy="333527"/>
            </a:xfrm>
          </p:grpSpPr>
          <p:sp>
            <p:nvSpPr>
              <p:cNvPr id="8523" name="Google Shape;8523;p98"/>
              <p:cNvSpPr/>
              <p:nvPr/>
            </p:nvSpPr>
            <p:spPr>
              <a:xfrm>
                <a:off x="3547823" y="2467358"/>
                <a:ext cx="219900" cy="219900"/>
              </a:xfrm>
              <a:prstGeom prst="ellipse">
                <a:avLst/>
              </a:prstGeom>
              <a:noFill/>
              <a:ln cap="flat" cmpd="sng" w="9525">
                <a:solidFill>
                  <a:srgbClr val="5F7D95"/>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8524" name="Google Shape;8524;p98"/>
              <p:cNvCxnSpPr/>
              <p:nvPr/>
            </p:nvCxnSpPr>
            <p:spPr>
              <a:xfrm rot="10800000">
                <a:off x="3657701" y="2687185"/>
                <a:ext cx="0" cy="113700"/>
              </a:xfrm>
              <a:prstGeom prst="straightConnector1">
                <a:avLst/>
              </a:prstGeom>
              <a:noFill/>
              <a:ln cap="flat" cmpd="sng" w="9525">
                <a:solidFill>
                  <a:srgbClr val="5F7D95"/>
                </a:solidFill>
                <a:prstDash val="solid"/>
                <a:round/>
                <a:headEnd len="med" w="med" type="none"/>
                <a:tailEnd len="med" w="med" type="none"/>
              </a:ln>
            </p:spPr>
          </p:cxnSp>
        </p:grpSp>
        <p:grpSp>
          <p:nvGrpSpPr>
            <p:cNvPr id="8525" name="Google Shape;8525;p98"/>
            <p:cNvGrpSpPr/>
            <p:nvPr/>
          </p:nvGrpSpPr>
          <p:grpSpPr>
            <a:xfrm>
              <a:off x="3734138" y="2467358"/>
              <a:ext cx="219900" cy="333527"/>
              <a:chOff x="3734138" y="2467358"/>
              <a:chExt cx="219900" cy="333527"/>
            </a:xfrm>
          </p:grpSpPr>
          <p:sp>
            <p:nvSpPr>
              <p:cNvPr id="8526" name="Google Shape;8526;p98"/>
              <p:cNvSpPr/>
              <p:nvPr/>
            </p:nvSpPr>
            <p:spPr>
              <a:xfrm>
                <a:off x="3734138" y="2467358"/>
                <a:ext cx="219900" cy="219900"/>
              </a:xfrm>
              <a:prstGeom prst="ellipse">
                <a:avLst/>
              </a:prstGeom>
              <a:noFill/>
              <a:ln cap="flat" cmpd="sng" w="9525">
                <a:solidFill>
                  <a:srgbClr val="869FB2"/>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8527" name="Google Shape;8527;p98"/>
              <p:cNvCxnSpPr/>
              <p:nvPr/>
            </p:nvCxnSpPr>
            <p:spPr>
              <a:xfrm rot="10800000">
                <a:off x="3844020" y="2687185"/>
                <a:ext cx="0" cy="113700"/>
              </a:xfrm>
              <a:prstGeom prst="straightConnector1">
                <a:avLst/>
              </a:prstGeom>
              <a:noFill/>
              <a:ln cap="flat" cmpd="sng" w="9525">
                <a:solidFill>
                  <a:srgbClr val="869FB2"/>
                </a:solidFill>
                <a:prstDash val="solid"/>
                <a:round/>
                <a:headEnd len="med" w="med" type="none"/>
                <a:tailEnd len="med" w="med" type="none"/>
              </a:ln>
            </p:spPr>
          </p:cxnSp>
        </p:grpSp>
        <p:grpSp>
          <p:nvGrpSpPr>
            <p:cNvPr id="8528" name="Google Shape;8528;p98"/>
            <p:cNvGrpSpPr/>
            <p:nvPr/>
          </p:nvGrpSpPr>
          <p:grpSpPr>
            <a:xfrm>
              <a:off x="3787560" y="2288011"/>
              <a:ext cx="314661" cy="219900"/>
              <a:chOff x="3787560" y="2288011"/>
              <a:chExt cx="314661" cy="219900"/>
            </a:xfrm>
          </p:grpSpPr>
          <p:sp>
            <p:nvSpPr>
              <p:cNvPr id="8529" name="Google Shape;8529;p98"/>
              <p:cNvSpPr/>
              <p:nvPr/>
            </p:nvSpPr>
            <p:spPr>
              <a:xfrm>
                <a:off x="3787560" y="2288011"/>
                <a:ext cx="219900" cy="219900"/>
              </a:xfrm>
              <a:prstGeom prst="ellipse">
                <a:avLst/>
              </a:prstGeom>
              <a:noFill/>
              <a:ln cap="flat" cmpd="sng" w="9525">
                <a:solidFill>
                  <a:srgbClr val="A5B7C6"/>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8530" name="Google Shape;8530;p98"/>
              <p:cNvCxnSpPr/>
              <p:nvPr/>
            </p:nvCxnSpPr>
            <p:spPr>
              <a:xfrm rot="10800000">
                <a:off x="4007421" y="2400064"/>
                <a:ext cx="94800" cy="0"/>
              </a:xfrm>
              <a:prstGeom prst="straightConnector1">
                <a:avLst/>
              </a:prstGeom>
              <a:noFill/>
              <a:ln cap="flat" cmpd="sng" w="9525">
                <a:solidFill>
                  <a:srgbClr val="A5B7C6"/>
                </a:solidFill>
                <a:prstDash val="solid"/>
                <a:round/>
                <a:headEnd len="med" w="med" type="none"/>
                <a:tailEnd len="med" w="med" type="none"/>
              </a:ln>
            </p:spPr>
          </p:cxnSp>
        </p:grpSp>
        <p:grpSp>
          <p:nvGrpSpPr>
            <p:cNvPr id="8531" name="Google Shape;8531;p98"/>
            <p:cNvGrpSpPr/>
            <p:nvPr/>
          </p:nvGrpSpPr>
          <p:grpSpPr>
            <a:xfrm>
              <a:off x="3637290" y="2057755"/>
              <a:ext cx="219900" cy="335499"/>
              <a:chOff x="3637290" y="2057755"/>
              <a:chExt cx="219900" cy="335499"/>
            </a:xfrm>
          </p:grpSpPr>
          <p:sp>
            <p:nvSpPr>
              <p:cNvPr id="8532" name="Google Shape;8532;p98"/>
              <p:cNvSpPr/>
              <p:nvPr/>
            </p:nvSpPr>
            <p:spPr>
              <a:xfrm>
                <a:off x="3637290" y="2173354"/>
                <a:ext cx="219900" cy="219900"/>
              </a:xfrm>
              <a:prstGeom prst="ellipse">
                <a:avLst/>
              </a:prstGeom>
              <a:noFill/>
              <a:ln cap="flat" cmpd="sng" w="9525">
                <a:solidFill>
                  <a:srgbClr val="BAC8D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FFFFFF"/>
                  </a:solidFill>
                  <a:latin typeface="Calibri"/>
                  <a:ea typeface="Calibri"/>
                  <a:cs typeface="Calibri"/>
                  <a:sym typeface="Calibri"/>
                </a:endParaRPr>
              </a:p>
            </p:txBody>
          </p:sp>
          <p:cxnSp>
            <p:nvCxnSpPr>
              <p:cNvPr id="8533" name="Google Shape;8533;p98"/>
              <p:cNvCxnSpPr/>
              <p:nvPr/>
            </p:nvCxnSpPr>
            <p:spPr>
              <a:xfrm rot="10800000">
                <a:off x="3747169" y="2057755"/>
                <a:ext cx="0" cy="113700"/>
              </a:xfrm>
              <a:prstGeom prst="straightConnector1">
                <a:avLst/>
              </a:prstGeom>
              <a:noFill/>
              <a:ln cap="flat" cmpd="sng" w="9525">
                <a:solidFill>
                  <a:srgbClr val="BAC8D3"/>
                </a:solidFill>
                <a:prstDash val="solid"/>
                <a:round/>
                <a:headEnd len="med" w="med" type="none"/>
                <a:tailEnd len="med" w="med" type="none"/>
              </a:ln>
            </p:spPr>
          </p:cxnSp>
        </p:grpSp>
      </p:grpSp>
      <p:grpSp>
        <p:nvGrpSpPr>
          <p:cNvPr id="8534" name="Google Shape;8534;p98"/>
          <p:cNvGrpSpPr/>
          <p:nvPr/>
        </p:nvGrpSpPr>
        <p:grpSpPr>
          <a:xfrm>
            <a:off x="4899249" y="1859290"/>
            <a:ext cx="710153" cy="710153"/>
            <a:chOff x="5007123" y="2079403"/>
            <a:chExt cx="687600" cy="687600"/>
          </a:xfrm>
        </p:grpSpPr>
        <p:sp>
          <p:nvSpPr>
            <p:cNvPr id="8535" name="Google Shape;8535;p98"/>
            <p:cNvSpPr/>
            <p:nvPr/>
          </p:nvSpPr>
          <p:spPr>
            <a:xfrm>
              <a:off x="5007123" y="2079403"/>
              <a:ext cx="687600" cy="6876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6" name="Google Shape;8536;p98"/>
            <p:cNvSpPr/>
            <p:nvPr/>
          </p:nvSpPr>
          <p:spPr>
            <a:xfrm>
              <a:off x="5069448" y="2141702"/>
              <a:ext cx="563100" cy="562800"/>
            </a:xfrm>
            <a:prstGeom prst="ellipse">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7" name="Google Shape;8537;p98"/>
            <p:cNvSpPr/>
            <p:nvPr/>
          </p:nvSpPr>
          <p:spPr>
            <a:xfrm>
              <a:off x="5146403" y="2218605"/>
              <a:ext cx="409200" cy="4092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8" name="Google Shape;8538;p98"/>
            <p:cNvSpPr/>
            <p:nvPr/>
          </p:nvSpPr>
          <p:spPr>
            <a:xfrm>
              <a:off x="5221891" y="2294066"/>
              <a:ext cx="258300" cy="258300"/>
            </a:xfrm>
            <a:prstGeom prst="ellipse">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39" name="Google Shape;8539;p98"/>
          <p:cNvGrpSpPr/>
          <p:nvPr/>
        </p:nvGrpSpPr>
        <p:grpSpPr>
          <a:xfrm>
            <a:off x="5708687" y="1853796"/>
            <a:ext cx="720998" cy="721183"/>
            <a:chOff x="5797446" y="2063053"/>
            <a:chExt cx="698100" cy="698280"/>
          </a:xfrm>
        </p:grpSpPr>
        <p:sp>
          <p:nvSpPr>
            <p:cNvPr id="8540" name="Google Shape;8540;p98"/>
            <p:cNvSpPr/>
            <p:nvPr/>
          </p:nvSpPr>
          <p:spPr>
            <a:xfrm>
              <a:off x="5797446" y="2063053"/>
              <a:ext cx="698100" cy="6981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1" name="Google Shape;8541;p98"/>
            <p:cNvSpPr/>
            <p:nvPr/>
          </p:nvSpPr>
          <p:spPr>
            <a:xfrm>
              <a:off x="5872067" y="2212295"/>
              <a:ext cx="549000" cy="549000"/>
            </a:xfrm>
            <a:prstGeom prst="ellipse">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2" name="Google Shape;8542;p98"/>
            <p:cNvSpPr/>
            <p:nvPr/>
          </p:nvSpPr>
          <p:spPr>
            <a:xfrm>
              <a:off x="5921353" y="2310867"/>
              <a:ext cx="450300" cy="4503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3" name="Google Shape;8543;p98"/>
            <p:cNvSpPr/>
            <p:nvPr/>
          </p:nvSpPr>
          <p:spPr>
            <a:xfrm>
              <a:off x="5967936" y="2404033"/>
              <a:ext cx="357300" cy="357300"/>
            </a:xfrm>
            <a:prstGeom prst="ellipse">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44" name="Google Shape;8544;p98"/>
          <p:cNvGrpSpPr/>
          <p:nvPr/>
        </p:nvGrpSpPr>
        <p:grpSpPr>
          <a:xfrm>
            <a:off x="8153834" y="3499401"/>
            <a:ext cx="280585" cy="673164"/>
            <a:chOff x="8075075" y="3754290"/>
            <a:chExt cx="255612" cy="613194"/>
          </a:xfrm>
        </p:grpSpPr>
        <p:grpSp>
          <p:nvGrpSpPr>
            <p:cNvPr id="8545" name="Google Shape;8545;p98"/>
            <p:cNvGrpSpPr/>
            <p:nvPr/>
          </p:nvGrpSpPr>
          <p:grpSpPr>
            <a:xfrm>
              <a:off x="8075075" y="3754290"/>
              <a:ext cx="255612" cy="613194"/>
              <a:chOff x="8075075" y="3754290"/>
              <a:chExt cx="255612" cy="613194"/>
            </a:xfrm>
          </p:grpSpPr>
          <p:sp>
            <p:nvSpPr>
              <p:cNvPr id="8546" name="Google Shape;8546;p98"/>
              <p:cNvSpPr/>
              <p:nvPr/>
            </p:nvSpPr>
            <p:spPr>
              <a:xfrm>
                <a:off x="8075075" y="4252967"/>
                <a:ext cx="255612" cy="114517"/>
              </a:xfrm>
              <a:custGeom>
                <a:rect b="b" l="l" r="r" t="t"/>
                <a:pathLst>
                  <a:path extrusionOk="0" h="7497" w="16734">
                    <a:moveTo>
                      <a:pt x="1" y="1"/>
                    </a:moveTo>
                    <a:lnTo>
                      <a:pt x="8369" y="7496"/>
                    </a:lnTo>
                    <a:lnTo>
                      <a:pt x="1673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7" name="Google Shape;8547;p98"/>
              <p:cNvSpPr/>
              <p:nvPr/>
            </p:nvSpPr>
            <p:spPr>
              <a:xfrm>
                <a:off x="8075075" y="3754290"/>
                <a:ext cx="255612" cy="498713"/>
              </a:xfrm>
              <a:custGeom>
                <a:rect b="b" l="l" r="r" t="t"/>
                <a:pathLst>
                  <a:path extrusionOk="0" h="32649" w="16734">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548" name="Google Shape;8548;p98"/>
            <p:cNvSpPr/>
            <p:nvPr/>
          </p:nvSpPr>
          <p:spPr>
            <a:xfrm>
              <a:off x="8107762" y="3782257"/>
              <a:ext cx="190281" cy="190281"/>
            </a:xfrm>
            <a:custGeom>
              <a:rect b="b" l="l" r="r" t="t"/>
              <a:pathLst>
                <a:path extrusionOk="0" h="12457" w="12457">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49" name="Google Shape;8549;p98"/>
          <p:cNvGrpSpPr/>
          <p:nvPr/>
        </p:nvGrpSpPr>
        <p:grpSpPr>
          <a:xfrm>
            <a:off x="5270892" y="3488198"/>
            <a:ext cx="470352" cy="683745"/>
            <a:chOff x="1697726" y="3244179"/>
            <a:chExt cx="788124" cy="1146069"/>
          </a:xfrm>
        </p:grpSpPr>
        <p:sp>
          <p:nvSpPr>
            <p:cNvPr id="8550" name="Google Shape;8550;p98"/>
            <p:cNvSpPr/>
            <p:nvPr/>
          </p:nvSpPr>
          <p:spPr>
            <a:xfrm>
              <a:off x="1697726" y="3244179"/>
              <a:ext cx="788124" cy="1146069"/>
            </a:xfrm>
            <a:custGeom>
              <a:rect b="b" l="l" r="r" t="t"/>
              <a:pathLst>
                <a:path extrusionOk="0" h="44156" w="30365">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1" name="Google Shape;8551;p98"/>
            <p:cNvSpPr/>
            <p:nvPr/>
          </p:nvSpPr>
          <p:spPr>
            <a:xfrm>
              <a:off x="1743302" y="4053603"/>
              <a:ext cx="291293" cy="291267"/>
            </a:xfrm>
            <a:custGeom>
              <a:rect b="b" l="l" r="r" t="t"/>
              <a:pathLst>
                <a:path extrusionOk="0" h="11222" w="11223">
                  <a:moveTo>
                    <a:pt x="1" y="0"/>
                  </a:moveTo>
                  <a:lnTo>
                    <a:pt x="1" y="11222"/>
                  </a:lnTo>
                  <a:lnTo>
                    <a:pt x="11222" y="11222"/>
                  </a:lnTo>
                  <a:lnTo>
                    <a:pt x="11222"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552" name="Google Shape;8552;p98"/>
          <p:cNvSpPr/>
          <p:nvPr/>
        </p:nvSpPr>
        <p:spPr>
          <a:xfrm>
            <a:off x="8128357" y="3402200"/>
            <a:ext cx="204" cy="4"/>
          </a:xfrm>
          <a:custGeom>
            <a:rect b="b" l="l" r="r" t="t"/>
            <a:pathLst>
              <a:path extrusionOk="0" h="1" w="48">
                <a:moveTo>
                  <a:pt x="48" y="0"/>
                </a:moveTo>
                <a:lnTo>
                  <a:pt x="1"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553" name="Google Shape;8553;p98"/>
          <p:cNvGrpSpPr/>
          <p:nvPr/>
        </p:nvGrpSpPr>
        <p:grpSpPr>
          <a:xfrm>
            <a:off x="5892043" y="3499400"/>
            <a:ext cx="293891" cy="293845"/>
            <a:chOff x="6134814" y="3754290"/>
            <a:chExt cx="293891" cy="293845"/>
          </a:xfrm>
        </p:grpSpPr>
        <p:sp>
          <p:nvSpPr>
            <p:cNvPr id="8554" name="Google Shape;8554;p98"/>
            <p:cNvSpPr/>
            <p:nvPr/>
          </p:nvSpPr>
          <p:spPr>
            <a:xfrm>
              <a:off x="6134814" y="3754290"/>
              <a:ext cx="293891" cy="293845"/>
            </a:xfrm>
            <a:custGeom>
              <a:rect b="b" l="l" r="r" t="t"/>
              <a:pathLst>
                <a:path extrusionOk="0" h="19237" w="1924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5" name="Google Shape;8555;p98"/>
            <p:cNvSpPr/>
            <p:nvPr/>
          </p:nvSpPr>
          <p:spPr>
            <a:xfrm>
              <a:off x="6147232" y="3764860"/>
              <a:ext cx="118946" cy="107337"/>
            </a:xfrm>
            <a:custGeom>
              <a:rect b="b" l="l" r="r" t="t"/>
              <a:pathLst>
                <a:path extrusionOk="0" h="7027" w="7787">
                  <a:moveTo>
                    <a:pt x="0" y="1"/>
                  </a:moveTo>
                  <a:lnTo>
                    <a:pt x="0" y="7026"/>
                  </a:lnTo>
                  <a:lnTo>
                    <a:pt x="7787" y="1"/>
                  </a:lnTo>
                  <a:close/>
                </a:path>
              </a:pathLst>
            </a:custGeom>
            <a:noFill/>
            <a:ln cap="flat" cmpd="sng" w="9525">
              <a:solidFill>
                <a:srgbClr val="F2F2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56" name="Google Shape;8556;p98"/>
          <p:cNvGrpSpPr/>
          <p:nvPr/>
        </p:nvGrpSpPr>
        <p:grpSpPr>
          <a:xfrm>
            <a:off x="5892043" y="3878071"/>
            <a:ext cx="293891" cy="293891"/>
            <a:chOff x="6134814" y="4086186"/>
            <a:chExt cx="293891" cy="293891"/>
          </a:xfrm>
        </p:grpSpPr>
        <p:sp>
          <p:nvSpPr>
            <p:cNvPr id="8557" name="Google Shape;8557;p98"/>
            <p:cNvSpPr/>
            <p:nvPr/>
          </p:nvSpPr>
          <p:spPr>
            <a:xfrm>
              <a:off x="6134814" y="4086186"/>
              <a:ext cx="293891" cy="293891"/>
            </a:xfrm>
            <a:custGeom>
              <a:rect b="b" l="l" r="r" t="t"/>
              <a:pathLst>
                <a:path extrusionOk="0" h="19240" w="19240">
                  <a:moveTo>
                    <a:pt x="1" y="1"/>
                  </a:moveTo>
                  <a:lnTo>
                    <a:pt x="1" y="9619"/>
                  </a:lnTo>
                  <a:cubicBezTo>
                    <a:pt x="1" y="14930"/>
                    <a:pt x="4308" y="19240"/>
                    <a:pt x="9619" y="19240"/>
                  </a:cubicBezTo>
                  <a:cubicBezTo>
                    <a:pt x="14933" y="19240"/>
                    <a:pt x="19240" y="14933"/>
                    <a:pt x="19240" y="9619"/>
                  </a:cubicBezTo>
                  <a:lnTo>
                    <a:pt x="19240"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8" name="Google Shape;8558;p98"/>
            <p:cNvSpPr/>
            <p:nvPr/>
          </p:nvSpPr>
          <p:spPr>
            <a:xfrm>
              <a:off x="6147232" y="4096771"/>
              <a:ext cx="118946" cy="107322"/>
            </a:xfrm>
            <a:custGeom>
              <a:rect b="b" l="l" r="r" t="t"/>
              <a:pathLst>
                <a:path extrusionOk="0" h="7026" w="7787">
                  <a:moveTo>
                    <a:pt x="0" y="0"/>
                  </a:moveTo>
                  <a:lnTo>
                    <a:pt x="0" y="7026"/>
                  </a:lnTo>
                  <a:lnTo>
                    <a:pt x="7787" y="0"/>
                  </a:lnTo>
                  <a:close/>
                </a:path>
              </a:pathLst>
            </a:custGeom>
            <a:noFill/>
            <a:ln cap="flat" cmpd="sng" w="9525">
              <a:solidFill>
                <a:srgbClr val="F2F2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559" name="Google Shape;8559;p98"/>
          <p:cNvSpPr/>
          <p:nvPr/>
        </p:nvSpPr>
        <p:spPr>
          <a:xfrm>
            <a:off x="6930470" y="3498597"/>
            <a:ext cx="609693" cy="673150"/>
          </a:xfrm>
          <a:custGeom>
            <a:rect b="b" l="l" r="r" t="t"/>
            <a:pathLst>
              <a:path extrusionOk="0" h="5225" w="4733">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0" name="Google Shape;8560;p98"/>
          <p:cNvSpPr/>
          <p:nvPr/>
        </p:nvSpPr>
        <p:spPr>
          <a:xfrm rot="10800000">
            <a:off x="6336732" y="3496335"/>
            <a:ext cx="442939" cy="675638"/>
          </a:xfrm>
          <a:custGeom>
            <a:rect b="b" l="l" r="r" t="t"/>
            <a:pathLst>
              <a:path extrusionOk="0" h="22743" w="1491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561" name="Google Shape;8561;p98"/>
          <p:cNvGrpSpPr/>
          <p:nvPr/>
        </p:nvGrpSpPr>
        <p:grpSpPr>
          <a:xfrm>
            <a:off x="7817018" y="2706764"/>
            <a:ext cx="622883" cy="621944"/>
            <a:chOff x="1187048" y="238125"/>
            <a:chExt cx="5256397" cy="5248476"/>
          </a:xfrm>
        </p:grpSpPr>
        <p:sp>
          <p:nvSpPr>
            <p:cNvPr id="8562" name="Google Shape;8562;p98"/>
            <p:cNvSpPr/>
            <p:nvPr/>
          </p:nvSpPr>
          <p:spPr>
            <a:xfrm>
              <a:off x="1188450" y="238125"/>
              <a:ext cx="3198750" cy="2628625"/>
            </a:xfrm>
            <a:custGeom>
              <a:rect b="b" l="l" r="r" t="t"/>
              <a:pathLst>
                <a:path extrusionOk="0" h="105145" w="12795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3" name="Google Shape;8563;p98"/>
            <p:cNvSpPr/>
            <p:nvPr/>
          </p:nvSpPr>
          <p:spPr>
            <a:xfrm>
              <a:off x="1187048" y="2289901"/>
              <a:ext cx="2628362" cy="3196700"/>
            </a:xfrm>
            <a:custGeom>
              <a:rect b="b" l="l" r="r" t="t"/>
              <a:pathLst>
                <a:path extrusionOk="0" h="127868" w="105145">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4" name="Google Shape;8564;p98"/>
            <p:cNvSpPr/>
            <p:nvPr/>
          </p:nvSpPr>
          <p:spPr>
            <a:xfrm>
              <a:off x="3812708" y="244502"/>
              <a:ext cx="2628650" cy="3170611"/>
            </a:xfrm>
            <a:custGeom>
              <a:rect b="b" l="l" r="r" t="t"/>
              <a:pathLst>
                <a:path extrusionOk="0" h="127873" w="105146">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5" name="Google Shape;8565;p98"/>
            <p:cNvSpPr/>
            <p:nvPr/>
          </p:nvSpPr>
          <p:spPr>
            <a:xfrm>
              <a:off x="3244845" y="2847950"/>
              <a:ext cx="3198600" cy="2628500"/>
            </a:xfrm>
            <a:custGeom>
              <a:rect b="b" l="l" r="r" t="t"/>
              <a:pathLst>
                <a:path extrusionOk="0" h="105140" w="127944">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66" name="Google Shape;8566;p98"/>
          <p:cNvGrpSpPr/>
          <p:nvPr/>
        </p:nvGrpSpPr>
        <p:grpSpPr>
          <a:xfrm>
            <a:off x="2274123" y="2716372"/>
            <a:ext cx="1310987" cy="612407"/>
            <a:chOff x="238125" y="1188750"/>
            <a:chExt cx="7140450" cy="3335550"/>
          </a:xfrm>
        </p:grpSpPr>
        <p:sp>
          <p:nvSpPr>
            <p:cNvPr id="8567" name="Google Shape;8567;p98"/>
            <p:cNvSpPr/>
            <p:nvPr/>
          </p:nvSpPr>
          <p:spPr>
            <a:xfrm>
              <a:off x="238125" y="1188750"/>
              <a:ext cx="3507025" cy="1584000"/>
            </a:xfrm>
            <a:custGeom>
              <a:rect b="b" l="l" r="r" t="t"/>
              <a:pathLst>
                <a:path extrusionOk="0" h="63360" w="140281">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8" name="Google Shape;8568;p98"/>
            <p:cNvSpPr/>
            <p:nvPr/>
          </p:nvSpPr>
          <p:spPr>
            <a:xfrm>
              <a:off x="238125" y="2940300"/>
              <a:ext cx="3507025" cy="1584000"/>
            </a:xfrm>
            <a:custGeom>
              <a:rect b="b" l="l" r="r" t="t"/>
              <a:pathLst>
                <a:path extrusionOk="0" h="63360" w="140281">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9" name="Google Shape;8569;p98"/>
            <p:cNvSpPr/>
            <p:nvPr/>
          </p:nvSpPr>
          <p:spPr>
            <a:xfrm>
              <a:off x="3871550" y="1188750"/>
              <a:ext cx="3507025" cy="1584000"/>
            </a:xfrm>
            <a:custGeom>
              <a:rect b="b" l="l" r="r" t="t"/>
              <a:pathLst>
                <a:path extrusionOk="0" h="63360" w="140281">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0" name="Google Shape;8570;p98"/>
            <p:cNvSpPr/>
            <p:nvPr/>
          </p:nvSpPr>
          <p:spPr>
            <a:xfrm>
              <a:off x="3871550" y="2940300"/>
              <a:ext cx="3507025" cy="1584000"/>
            </a:xfrm>
            <a:custGeom>
              <a:rect b="b" l="l" r="r" t="t"/>
              <a:pathLst>
                <a:path extrusionOk="0" h="63360" w="140281">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1" name="Google Shape;8571;p98"/>
            <p:cNvSpPr/>
            <p:nvPr/>
          </p:nvSpPr>
          <p:spPr>
            <a:xfrm>
              <a:off x="2842425" y="1934600"/>
              <a:ext cx="1843850" cy="1843850"/>
            </a:xfrm>
            <a:custGeom>
              <a:rect b="b" l="l" r="r" t="t"/>
              <a:pathLst>
                <a:path extrusionOk="0" h="73754" w="73754">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72" name="Google Shape;8572;p98"/>
          <p:cNvGrpSpPr/>
          <p:nvPr/>
        </p:nvGrpSpPr>
        <p:grpSpPr>
          <a:xfrm>
            <a:off x="6599995" y="2706927"/>
            <a:ext cx="1110299" cy="621702"/>
            <a:chOff x="238125" y="1335475"/>
            <a:chExt cx="5418735" cy="3034175"/>
          </a:xfrm>
        </p:grpSpPr>
        <p:sp>
          <p:nvSpPr>
            <p:cNvPr id="8573" name="Google Shape;8573;p98"/>
            <p:cNvSpPr/>
            <p:nvPr/>
          </p:nvSpPr>
          <p:spPr>
            <a:xfrm>
              <a:off x="3669985" y="1335475"/>
              <a:ext cx="1986875" cy="3034175"/>
            </a:xfrm>
            <a:custGeom>
              <a:rect b="b" l="l" r="r" t="t"/>
              <a:pathLst>
                <a:path extrusionOk="0" h="121367" w="79475">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4" name="Google Shape;8574;p98"/>
            <p:cNvSpPr/>
            <p:nvPr/>
          </p:nvSpPr>
          <p:spPr>
            <a:xfrm>
              <a:off x="1956350" y="1335475"/>
              <a:ext cx="1984950" cy="3034175"/>
            </a:xfrm>
            <a:custGeom>
              <a:rect b="b" l="l" r="r" t="t"/>
              <a:pathLst>
                <a:path extrusionOk="0" h="121367" w="79398">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5" name="Google Shape;8575;p98"/>
            <p:cNvSpPr/>
            <p:nvPr/>
          </p:nvSpPr>
          <p:spPr>
            <a:xfrm>
              <a:off x="238125" y="1335475"/>
              <a:ext cx="1986850" cy="3034175"/>
            </a:xfrm>
            <a:custGeom>
              <a:rect b="b" l="l" r="r" t="t"/>
              <a:pathLst>
                <a:path extrusionOk="0" h="121367" w="79474">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76" name="Google Shape;8576;p98"/>
          <p:cNvGrpSpPr/>
          <p:nvPr/>
        </p:nvGrpSpPr>
        <p:grpSpPr>
          <a:xfrm>
            <a:off x="5417655" y="2703824"/>
            <a:ext cx="1074451" cy="627181"/>
            <a:chOff x="5359127" y="2910889"/>
            <a:chExt cx="1097723" cy="640831"/>
          </a:xfrm>
        </p:grpSpPr>
        <p:grpSp>
          <p:nvGrpSpPr>
            <p:cNvPr id="8577" name="Google Shape;8577;p98"/>
            <p:cNvGrpSpPr/>
            <p:nvPr/>
          </p:nvGrpSpPr>
          <p:grpSpPr>
            <a:xfrm>
              <a:off x="5929791" y="3263088"/>
              <a:ext cx="527060" cy="287097"/>
              <a:chOff x="5929791" y="3263088"/>
              <a:chExt cx="527060" cy="287097"/>
            </a:xfrm>
          </p:grpSpPr>
          <p:sp>
            <p:nvSpPr>
              <p:cNvPr id="8578" name="Google Shape;8578;p98"/>
              <p:cNvSpPr/>
              <p:nvPr/>
            </p:nvSpPr>
            <p:spPr>
              <a:xfrm>
                <a:off x="5929791" y="3263088"/>
                <a:ext cx="328465" cy="284502"/>
              </a:xfrm>
              <a:custGeom>
                <a:rect b="b" l="l" r="r" t="t"/>
                <a:pathLst>
                  <a:path extrusionOk="0" h="2231390" w="2576195">
                    <a:moveTo>
                      <a:pt x="1288021" y="0"/>
                    </a:moveTo>
                    <a:lnTo>
                      <a:pt x="0" y="2230932"/>
                    </a:lnTo>
                    <a:lnTo>
                      <a:pt x="2576042" y="2230932"/>
                    </a:lnTo>
                    <a:lnTo>
                      <a:pt x="1288021" y="0"/>
                    </a:lnTo>
                    <a:close/>
                  </a:path>
                </a:pathLst>
              </a:custGeom>
              <a:noFill/>
              <a:ln cap="flat" cmpd="sng" w="9525">
                <a:solidFill>
                  <a:srgbClr val="869FB2"/>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8579" name="Google Shape;8579;p98"/>
              <p:cNvSpPr/>
              <p:nvPr/>
            </p:nvSpPr>
            <p:spPr>
              <a:xfrm>
                <a:off x="6247886" y="3331025"/>
                <a:ext cx="208964" cy="219161"/>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869FB2"/>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8580" name="Google Shape;8580;p98"/>
            <p:cNvGrpSpPr/>
            <p:nvPr/>
          </p:nvGrpSpPr>
          <p:grpSpPr>
            <a:xfrm>
              <a:off x="5359127" y="3263089"/>
              <a:ext cx="526428" cy="288631"/>
              <a:chOff x="5359127" y="3263089"/>
              <a:chExt cx="526428" cy="288631"/>
            </a:xfrm>
          </p:grpSpPr>
          <p:sp>
            <p:nvSpPr>
              <p:cNvPr id="8581" name="Google Shape;8581;p98"/>
              <p:cNvSpPr/>
              <p:nvPr/>
            </p:nvSpPr>
            <p:spPr>
              <a:xfrm>
                <a:off x="5557090" y="3263089"/>
                <a:ext cx="328465" cy="284502"/>
              </a:xfrm>
              <a:custGeom>
                <a:rect b="b" l="l" r="r" t="t"/>
                <a:pathLst>
                  <a:path extrusionOk="0" h="2231390" w="2576195">
                    <a:moveTo>
                      <a:pt x="1288034" y="0"/>
                    </a:moveTo>
                    <a:lnTo>
                      <a:pt x="0" y="2230920"/>
                    </a:lnTo>
                    <a:lnTo>
                      <a:pt x="2576055" y="2230920"/>
                    </a:lnTo>
                    <a:lnTo>
                      <a:pt x="1288034" y="0"/>
                    </a:lnTo>
                    <a:close/>
                  </a:path>
                </a:pathLst>
              </a:custGeom>
              <a:noFill/>
              <a:ln cap="flat" cmpd="sng" w="9525">
                <a:solidFill>
                  <a:srgbClr val="5F7D95"/>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8582" name="Google Shape;8582;p98"/>
              <p:cNvSpPr/>
              <p:nvPr/>
            </p:nvSpPr>
            <p:spPr>
              <a:xfrm flipH="1">
                <a:off x="5359127" y="3332559"/>
                <a:ext cx="208964" cy="219161"/>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5F7D95"/>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8583" name="Google Shape;8583;p98"/>
            <p:cNvGrpSpPr/>
            <p:nvPr/>
          </p:nvGrpSpPr>
          <p:grpSpPr>
            <a:xfrm>
              <a:off x="5551525" y="2910889"/>
              <a:ext cx="520901" cy="610283"/>
              <a:chOff x="5551525" y="2910889"/>
              <a:chExt cx="520901" cy="610283"/>
            </a:xfrm>
          </p:grpSpPr>
          <p:sp>
            <p:nvSpPr>
              <p:cNvPr id="8584" name="Google Shape;8584;p98"/>
              <p:cNvSpPr/>
              <p:nvPr/>
            </p:nvSpPr>
            <p:spPr>
              <a:xfrm>
                <a:off x="5743962" y="3236669"/>
                <a:ext cx="328465" cy="284502"/>
              </a:xfrm>
              <a:custGeom>
                <a:rect b="b" l="l" r="r" t="t"/>
                <a:pathLst>
                  <a:path extrusionOk="0" h="2231390" w="2576195">
                    <a:moveTo>
                      <a:pt x="2576042" y="0"/>
                    </a:moveTo>
                    <a:lnTo>
                      <a:pt x="0" y="0"/>
                    </a:lnTo>
                    <a:lnTo>
                      <a:pt x="1288021" y="2230920"/>
                    </a:lnTo>
                    <a:lnTo>
                      <a:pt x="2576042" y="0"/>
                    </a:lnTo>
                    <a:close/>
                  </a:path>
                </a:pathLst>
              </a:custGeom>
              <a:noFill/>
              <a:ln cap="flat" cmpd="sng" w="9525">
                <a:solidFill>
                  <a:srgbClr val="E3E9ED"/>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8585" name="Google Shape;8585;p98"/>
              <p:cNvSpPr/>
              <p:nvPr/>
            </p:nvSpPr>
            <p:spPr>
              <a:xfrm flipH="1">
                <a:off x="5551525" y="2910889"/>
                <a:ext cx="208964" cy="328741"/>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E3E9ED"/>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8586" name="Google Shape;8586;p98"/>
            <p:cNvGrpSpPr/>
            <p:nvPr/>
          </p:nvGrpSpPr>
          <p:grpSpPr>
            <a:xfrm>
              <a:off x="5743962" y="2919100"/>
              <a:ext cx="623674" cy="284502"/>
              <a:chOff x="5743962" y="2919100"/>
              <a:chExt cx="623674" cy="284502"/>
            </a:xfrm>
          </p:grpSpPr>
          <p:sp>
            <p:nvSpPr>
              <p:cNvPr id="8587" name="Google Shape;8587;p98"/>
              <p:cNvSpPr/>
              <p:nvPr/>
            </p:nvSpPr>
            <p:spPr>
              <a:xfrm>
                <a:off x="5743962" y="2919100"/>
                <a:ext cx="328465" cy="284502"/>
              </a:xfrm>
              <a:custGeom>
                <a:rect b="b" l="l" r="r" t="t"/>
                <a:pathLst>
                  <a:path extrusionOk="0" h="2231390" w="2576195">
                    <a:moveTo>
                      <a:pt x="1288021" y="0"/>
                    </a:moveTo>
                    <a:lnTo>
                      <a:pt x="0" y="2230920"/>
                    </a:lnTo>
                    <a:lnTo>
                      <a:pt x="2576042" y="2230920"/>
                    </a:lnTo>
                    <a:lnTo>
                      <a:pt x="1288021" y="0"/>
                    </a:lnTo>
                    <a:close/>
                  </a:path>
                </a:pathLst>
              </a:custGeom>
              <a:noFill/>
              <a:ln cap="flat" cmpd="sng" w="9525">
                <a:solidFill>
                  <a:srgbClr val="435D74"/>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8588" name="Google Shape;8588;p98"/>
              <p:cNvSpPr/>
              <p:nvPr/>
            </p:nvSpPr>
            <p:spPr>
              <a:xfrm>
                <a:off x="6060335" y="2920591"/>
                <a:ext cx="307300" cy="282602"/>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435D74"/>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grpSp>
        <p:nvGrpSpPr>
          <p:cNvPr id="8589" name="Google Shape;8589;p98"/>
          <p:cNvGrpSpPr/>
          <p:nvPr/>
        </p:nvGrpSpPr>
        <p:grpSpPr>
          <a:xfrm>
            <a:off x="7568868" y="1854536"/>
            <a:ext cx="874976" cy="719600"/>
            <a:chOff x="7608988" y="2093194"/>
            <a:chExt cx="817276" cy="672147"/>
          </a:xfrm>
        </p:grpSpPr>
        <p:cxnSp>
          <p:nvCxnSpPr>
            <p:cNvPr id="8590" name="Google Shape;8590;p98"/>
            <p:cNvCxnSpPr/>
            <p:nvPr/>
          </p:nvCxnSpPr>
          <p:spPr>
            <a:xfrm flipH="1" rot="5400000">
              <a:off x="7620257" y="213649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8591" name="Google Shape;8591;p98"/>
            <p:cNvCxnSpPr/>
            <p:nvPr/>
          </p:nvCxnSpPr>
          <p:spPr>
            <a:xfrm rot="-5400000">
              <a:off x="8285120" y="213649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8592" name="Google Shape;8592;p98"/>
            <p:cNvCxnSpPr/>
            <p:nvPr/>
          </p:nvCxnSpPr>
          <p:spPr>
            <a:xfrm rot="5400000">
              <a:off x="7620257" y="264474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8593" name="Google Shape;8593;p98"/>
            <p:cNvCxnSpPr/>
            <p:nvPr/>
          </p:nvCxnSpPr>
          <p:spPr>
            <a:xfrm flipH="1" rot="-5400000">
              <a:off x="8285120" y="264474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8594" name="Google Shape;8594;p98"/>
            <p:cNvCxnSpPr/>
            <p:nvPr/>
          </p:nvCxnSpPr>
          <p:spPr>
            <a:xfrm rot="10800000">
              <a:off x="7608988" y="2425132"/>
              <a:ext cx="83400" cy="0"/>
            </a:xfrm>
            <a:prstGeom prst="straightConnector1">
              <a:avLst/>
            </a:prstGeom>
            <a:noFill/>
            <a:ln cap="flat" cmpd="sng" w="9525">
              <a:solidFill>
                <a:srgbClr val="667E92"/>
              </a:solidFill>
              <a:prstDash val="solid"/>
              <a:round/>
              <a:headEnd len="med" w="med" type="none"/>
              <a:tailEnd len="med" w="med" type="none"/>
            </a:ln>
          </p:spPr>
        </p:cxnSp>
        <p:cxnSp>
          <p:nvCxnSpPr>
            <p:cNvPr id="8595" name="Google Shape;8595;p98"/>
            <p:cNvCxnSpPr/>
            <p:nvPr/>
          </p:nvCxnSpPr>
          <p:spPr>
            <a:xfrm rot="10800000">
              <a:off x="8342865" y="2425132"/>
              <a:ext cx="83400" cy="0"/>
            </a:xfrm>
            <a:prstGeom prst="straightConnector1">
              <a:avLst/>
            </a:prstGeom>
            <a:noFill/>
            <a:ln cap="flat" cmpd="sng" w="9525">
              <a:solidFill>
                <a:srgbClr val="667E92"/>
              </a:solidFill>
              <a:prstDash val="solid"/>
              <a:round/>
              <a:headEnd len="med" w="med" type="none"/>
              <a:tailEnd len="med" w="med" type="none"/>
            </a:ln>
          </p:spPr>
        </p:cxnSp>
        <p:grpSp>
          <p:nvGrpSpPr>
            <p:cNvPr id="8596" name="Google Shape;8596;p98"/>
            <p:cNvGrpSpPr/>
            <p:nvPr/>
          </p:nvGrpSpPr>
          <p:grpSpPr>
            <a:xfrm>
              <a:off x="7721175" y="2093194"/>
              <a:ext cx="599587" cy="623846"/>
              <a:chOff x="7721175" y="2093194"/>
              <a:chExt cx="599587" cy="623846"/>
            </a:xfrm>
          </p:grpSpPr>
          <p:grpSp>
            <p:nvGrpSpPr>
              <p:cNvPr id="8597" name="Google Shape;8597;p98"/>
              <p:cNvGrpSpPr/>
              <p:nvPr/>
            </p:nvGrpSpPr>
            <p:grpSpPr>
              <a:xfrm>
                <a:off x="7721175" y="2093194"/>
                <a:ext cx="291605" cy="623846"/>
                <a:chOff x="9405575" y="2061418"/>
                <a:chExt cx="291605" cy="623846"/>
              </a:xfrm>
            </p:grpSpPr>
            <p:sp>
              <p:nvSpPr>
                <p:cNvPr id="8598" name="Google Shape;8598;p98"/>
                <p:cNvSpPr/>
                <p:nvPr/>
              </p:nvSpPr>
              <p:spPr>
                <a:xfrm>
                  <a:off x="9405575" y="2061418"/>
                  <a:ext cx="291379" cy="623846"/>
                </a:xfrm>
                <a:custGeom>
                  <a:rect b="b" l="l" r="r" t="t"/>
                  <a:pathLst>
                    <a:path extrusionOk="0" h="45503" w="21253">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9" name="Google Shape;8599;p98"/>
                <p:cNvSpPr/>
                <p:nvPr/>
              </p:nvSpPr>
              <p:spPr>
                <a:xfrm>
                  <a:off x="9535402" y="2540968"/>
                  <a:ext cx="161778" cy="68948"/>
                </a:xfrm>
                <a:custGeom>
                  <a:rect b="b" l="l" r="r" t="t"/>
                  <a:pathLst>
                    <a:path extrusionOk="0" h="5029" w="1180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0" name="Google Shape;8600;p98"/>
                <p:cNvSpPr/>
                <p:nvPr/>
              </p:nvSpPr>
              <p:spPr>
                <a:xfrm>
                  <a:off x="9455875" y="2286606"/>
                  <a:ext cx="137251" cy="112148"/>
                </a:xfrm>
                <a:custGeom>
                  <a:rect b="b" l="l" r="r" t="t"/>
                  <a:pathLst>
                    <a:path extrusionOk="0" h="8180" w="10011">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1" name="Google Shape;8601;p98"/>
                <p:cNvSpPr/>
                <p:nvPr/>
              </p:nvSpPr>
              <p:spPr>
                <a:xfrm>
                  <a:off x="9578545" y="2355317"/>
                  <a:ext cx="116370" cy="14560"/>
                </a:xfrm>
                <a:custGeom>
                  <a:rect b="b" l="l" r="r" t="t"/>
                  <a:pathLst>
                    <a:path extrusionOk="0" h="1062" w="8488">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2" name="Google Shape;8602;p98"/>
                <p:cNvSpPr/>
                <p:nvPr/>
              </p:nvSpPr>
              <p:spPr>
                <a:xfrm>
                  <a:off x="9533620" y="2389824"/>
                  <a:ext cx="104429" cy="58240"/>
                </a:xfrm>
                <a:custGeom>
                  <a:rect b="b" l="l" r="r" t="t"/>
                  <a:pathLst>
                    <a:path extrusionOk="0" h="4248" w="7617">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3" name="Google Shape;8603;p98"/>
                <p:cNvSpPr/>
                <p:nvPr/>
              </p:nvSpPr>
              <p:spPr>
                <a:xfrm>
                  <a:off x="9504885" y="2171202"/>
                  <a:ext cx="97684" cy="14519"/>
                </a:xfrm>
                <a:custGeom>
                  <a:rect b="b" l="l" r="r" t="t"/>
                  <a:pathLst>
                    <a:path extrusionOk="0" h="1059" w="7125">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4" name="Google Shape;8604;p98"/>
                <p:cNvSpPr/>
                <p:nvPr/>
              </p:nvSpPr>
              <p:spPr>
                <a:xfrm>
                  <a:off x="9587826" y="2129731"/>
                  <a:ext cx="106993" cy="97464"/>
                </a:xfrm>
                <a:custGeom>
                  <a:rect b="b" l="l" r="r" t="t"/>
                  <a:pathLst>
                    <a:path extrusionOk="0" h="7109" w="7804">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05" name="Google Shape;8605;p98"/>
              <p:cNvGrpSpPr/>
              <p:nvPr/>
            </p:nvGrpSpPr>
            <p:grpSpPr>
              <a:xfrm flipH="1">
                <a:off x="8029157" y="2093194"/>
                <a:ext cx="291605" cy="623846"/>
                <a:chOff x="9405575" y="2061418"/>
                <a:chExt cx="291605" cy="623846"/>
              </a:xfrm>
            </p:grpSpPr>
            <p:sp>
              <p:nvSpPr>
                <p:cNvPr id="8606" name="Google Shape;8606;p98"/>
                <p:cNvSpPr/>
                <p:nvPr/>
              </p:nvSpPr>
              <p:spPr>
                <a:xfrm>
                  <a:off x="9405575" y="2061418"/>
                  <a:ext cx="291379" cy="623846"/>
                </a:xfrm>
                <a:custGeom>
                  <a:rect b="b" l="l" r="r" t="t"/>
                  <a:pathLst>
                    <a:path extrusionOk="0" h="45503" w="21253">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7" name="Google Shape;8607;p98"/>
                <p:cNvSpPr/>
                <p:nvPr/>
              </p:nvSpPr>
              <p:spPr>
                <a:xfrm>
                  <a:off x="9535402" y="2540968"/>
                  <a:ext cx="161778" cy="68948"/>
                </a:xfrm>
                <a:custGeom>
                  <a:rect b="b" l="l" r="r" t="t"/>
                  <a:pathLst>
                    <a:path extrusionOk="0" h="5029" w="1180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8" name="Google Shape;8608;p98"/>
                <p:cNvSpPr/>
                <p:nvPr/>
              </p:nvSpPr>
              <p:spPr>
                <a:xfrm>
                  <a:off x="9455875" y="2286606"/>
                  <a:ext cx="137251" cy="112148"/>
                </a:xfrm>
                <a:custGeom>
                  <a:rect b="b" l="l" r="r" t="t"/>
                  <a:pathLst>
                    <a:path extrusionOk="0" h="8180" w="10011">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9" name="Google Shape;8609;p98"/>
                <p:cNvSpPr/>
                <p:nvPr/>
              </p:nvSpPr>
              <p:spPr>
                <a:xfrm>
                  <a:off x="9578545" y="2355317"/>
                  <a:ext cx="116370" cy="14560"/>
                </a:xfrm>
                <a:custGeom>
                  <a:rect b="b" l="l" r="r" t="t"/>
                  <a:pathLst>
                    <a:path extrusionOk="0" h="1062" w="8488">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0" name="Google Shape;8610;p98"/>
                <p:cNvSpPr/>
                <p:nvPr/>
              </p:nvSpPr>
              <p:spPr>
                <a:xfrm>
                  <a:off x="9533620" y="2389824"/>
                  <a:ext cx="104429" cy="58240"/>
                </a:xfrm>
                <a:custGeom>
                  <a:rect b="b" l="l" r="r" t="t"/>
                  <a:pathLst>
                    <a:path extrusionOk="0" h="4248" w="7617">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1" name="Google Shape;8611;p98"/>
                <p:cNvSpPr/>
                <p:nvPr/>
              </p:nvSpPr>
              <p:spPr>
                <a:xfrm>
                  <a:off x="9504885" y="2171202"/>
                  <a:ext cx="97684" cy="14519"/>
                </a:xfrm>
                <a:custGeom>
                  <a:rect b="b" l="l" r="r" t="t"/>
                  <a:pathLst>
                    <a:path extrusionOk="0" h="1059" w="7125">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2" name="Google Shape;8612;p98"/>
                <p:cNvSpPr/>
                <p:nvPr/>
              </p:nvSpPr>
              <p:spPr>
                <a:xfrm>
                  <a:off x="9587826" y="2129731"/>
                  <a:ext cx="106993" cy="97464"/>
                </a:xfrm>
                <a:custGeom>
                  <a:rect b="b" l="l" r="r" t="t"/>
                  <a:pathLst>
                    <a:path extrusionOk="0" h="7109" w="7804">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8613" name="Google Shape;8613;p98"/>
          <p:cNvGrpSpPr/>
          <p:nvPr/>
        </p:nvGrpSpPr>
        <p:grpSpPr>
          <a:xfrm>
            <a:off x="4013304" y="970938"/>
            <a:ext cx="712557" cy="785901"/>
            <a:chOff x="4206459" y="1191441"/>
            <a:chExt cx="712557" cy="785901"/>
          </a:xfrm>
        </p:grpSpPr>
        <p:sp>
          <p:nvSpPr>
            <p:cNvPr id="8614" name="Google Shape;8614;p98"/>
            <p:cNvSpPr/>
            <p:nvPr/>
          </p:nvSpPr>
          <p:spPr>
            <a:xfrm>
              <a:off x="4548248" y="1328649"/>
              <a:ext cx="325201" cy="322547"/>
            </a:xfrm>
            <a:custGeom>
              <a:rect b="b" l="l" r="r" t="t"/>
              <a:pathLst>
                <a:path extrusionOk="0" h="25278" w="25486">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5" name="Google Shape;8615;p98"/>
            <p:cNvSpPr/>
            <p:nvPr/>
          </p:nvSpPr>
          <p:spPr>
            <a:xfrm>
              <a:off x="4557499" y="1656607"/>
              <a:ext cx="306674" cy="306648"/>
            </a:xfrm>
            <a:custGeom>
              <a:rect b="b" l="l" r="r" t="t"/>
              <a:pathLst>
                <a:path extrusionOk="0" h="24032" w="24034">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6" name="Google Shape;8616;p98"/>
            <p:cNvSpPr/>
            <p:nvPr/>
          </p:nvSpPr>
          <p:spPr>
            <a:xfrm>
              <a:off x="4251067" y="1523035"/>
              <a:ext cx="327536" cy="325023"/>
            </a:xfrm>
            <a:custGeom>
              <a:rect b="b" l="l" r="r" t="t"/>
              <a:pathLst>
                <a:path extrusionOk="0" h="25472" w="25669">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7" name="Google Shape;8617;p98"/>
            <p:cNvSpPr/>
            <p:nvPr/>
          </p:nvSpPr>
          <p:spPr>
            <a:xfrm>
              <a:off x="4277366" y="1220917"/>
              <a:ext cx="292242" cy="292217"/>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18" name="Google Shape;8618;p98"/>
            <p:cNvGrpSpPr/>
            <p:nvPr/>
          </p:nvGrpSpPr>
          <p:grpSpPr>
            <a:xfrm>
              <a:off x="4644280" y="1290523"/>
              <a:ext cx="143716" cy="29463"/>
              <a:chOff x="4644280" y="1290523"/>
              <a:chExt cx="143716" cy="29463"/>
            </a:xfrm>
          </p:grpSpPr>
          <p:sp>
            <p:nvSpPr>
              <p:cNvPr id="8619" name="Google Shape;8619;p98"/>
              <p:cNvSpPr/>
              <p:nvPr/>
            </p:nvSpPr>
            <p:spPr>
              <a:xfrm>
                <a:off x="4736292" y="1294223"/>
                <a:ext cx="51704" cy="25762"/>
              </a:xfrm>
              <a:custGeom>
                <a:rect b="b" l="l" r="r" t="t"/>
                <a:pathLst>
                  <a:path extrusionOk="0" h="2019" w="4052">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0" name="Google Shape;8620;p98"/>
              <p:cNvSpPr/>
              <p:nvPr/>
            </p:nvSpPr>
            <p:spPr>
              <a:xfrm>
                <a:off x="4700066" y="1290523"/>
                <a:ext cx="32206" cy="7988"/>
              </a:xfrm>
              <a:custGeom>
                <a:rect b="b" l="l" r="r" t="t"/>
                <a:pathLst>
                  <a:path extrusionOk="0" h="626" w="2524">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1" name="Google Shape;8621;p98"/>
              <p:cNvSpPr/>
              <p:nvPr/>
            </p:nvSpPr>
            <p:spPr>
              <a:xfrm>
                <a:off x="4644280" y="1300641"/>
                <a:ext cx="20225" cy="13283"/>
              </a:xfrm>
              <a:custGeom>
                <a:rect b="b" l="l" r="r" t="t"/>
                <a:pathLst>
                  <a:path extrusionOk="0" h="1041" w="1585">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2" name="Google Shape;8622;p98"/>
              <p:cNvSpPr/>
              <p:nvPr/>
            </p:nvSpPr>
            <p:spPr>
              <a:xfrm>
                <a:off x="4667822" y="1291888"/>
                <a:ext cx="27779" cy="11433"/>
              </a:xfrm>
              <a:custGeom>
                <a:rect b="b" l="l" r="r" t="t"/>
                <a:pathLst>
                  <a:path extrusionOk="0" h="896" w="2177">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23" name="Google Shape;8623;p98"/>
            <p:cNvGrpSpPr/>
            <p:nvPr/>
          </p:nvGrpSpPr>
          <p:grpSpPr>
            <a:xfrm>
              <a:off x="4356567" y="1191441"/>
              <a:ext cx="143690" cy="29488"/>
              <a:chOff x="4356567" y="1191441"/>
              <a:chExt cx="143690" cy="29488"/>
            </a:xfrm>
          </p:grpSpPr>
          <p:sp>
            <p:nvSpPr>
              <p:cNvPr id="8624" name="Google Shape;8624;p98"/>
              <p:cNvSpPr/>
              <p:nvPr/>
            </p:nvSpPr>
            <p:spPr>
              <a:xfrm>
                <a:off x="4448554" y="1195154"/>
                <a:ext cx="51704" cy="25775"/>
              </a:xfrm>
              <a:custGeom>
                <a:rect b="b" l="l" r="r" t="t"/>
                <a:pathLst>
                  <a:path extrusionOk="0" h="2020" w="4052">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5" name="Google Shape;8625;p98"/>
              <p:cNvSpPr/>
              <p:nvPr/>
            </p:nvSpPr>
            <p:spPr>
              <a:xfrm>
                <a:off x="4412341" y="1191441"/>
                <a:ext cx="32206" cy="8013"/>
              </a:xfrm>
              <a:custGeom>
                <a:rect b="b" l="l" r="r" t="t"/>
                <a:pathLst>
                  <a:path extrusionOk="0" h="628" w="2524">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6" name="Google Shape;8626;p98"/>
              <p:cNvSpPr/>
              <p:nvPr/>
            </p:nvSpPr>
            <p:spPr>
              <a:xfrm>
                <a:off x="4356567" y="1201573"/>
                <a:ext cx="20212" cy="13270"/>
              </a:xfrm>
              <a:custGeom>
                <a:rect b="b" l="l" r="r" t="t"/>
                <a:pathLst>
                  <a:path extrusionOk="0" h="1040" w="1584">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7" name="Google Shape;8627;p98"/>
              <p:cNvSpPr/>
              <p:nvPr/>
            </p:nvSpPr>
            <p:spPr>
              <a:xfrm>
                <a:off x="4380084" y="1192832"/>
                <a:ext cx="27779" cy="11433"/>
              </a:xfrm>
              <a:custGeom>
                <a:rect b="b" l="l" r="r" t="t"/>
                <a:pathLst>
                  <a:path extrusionOk="0" h="896" w="2177">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28" name="Google Shape;8628;p98"/>
            <p:cNvGrpSpPr/>
            <p:nvPr/>
          </p:nvGrpSpPr>
          <p:grpSpPr>
            <a:xfrm>
              <a:off x="4339009" y="1863727"/>
              <a:ext cx="143703" cy="29476"/>
              <a:chOff x="4339009" y="1863727"/>
              <a:chExt cx="143703" cy="29476"/>
            </a:xfrm>
          </p:grpSpPr>
          <p:sp>
            <p:nvSpPr>
              <p:cNvPr id="8629" name="Google Shape;8629;p98"/>
              <p:cNvSpPr/>
              <p:nvPr/>
            </p:nvSpPr>
            <p:spPr>
              <a:xfrm>
                <a:off x="4339009" y="1863727"/>
                <a:ext cx="51691" cy="25762"/>
              </a:xfrm>
              <a:custGeom>
                <a:rect b="b" l="l" r="r" t="t"/>
                <a:pathLst>
                  <a:path extrusionOk="0" h="2019" w="4051">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0" name="Google Shape;8630;p98"/>
              <p:cNvSpPr/>
              <p:nvPr/>
            </p:nvSpPr>
            <p:spPr>
              <a:xfrm>
                <a:off x="4394732" y="1885202"/>
                <a:ext cx="32193" cy="8001"/>
              </a:xfrm>
              <a:custGeom>
                <a:rect b="b" l="l" r="r" t="t"/>
                <a:pathLst>
                  <a:path extrusionOk="0" h="627" w="2523">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1" name="Google Shape;8631;p98"/>
              <p:cNvSpPr/>
              <p:nvPr/>
            </p:nvSpPr>
            <p:spPr>
              <a:xfrm>
                <a:off x="4462488" y="1869814"/>
                <a:ext cx="20225" cy="13258"/>
              </a:xfrm>
              <a:custGeom>
                <a:rect b="b" l="l" r="r" t="t"/>
                <a:pathLst>
                  <a:path extrusionOk="0" h="1039" w="1585">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2" name="Google Shape;8632;p98"/>
              <p:cNvSpPr/>
              <p:nvPr/>
            </p:nvSpPr>
            <p:spPr>
              <a:xfrm>
                <a:off x="4431392" y="1880392"/>
                <a:ext cx="27804" cy="11433"/>
              </a:xfrm>
              <a:custGeom>
                <a:rect b="b" l="l" r="r" t="t"/>
                <a:pathLst>
                  <a:path extrusionOk="0" h="896" w="2179">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33" name="Google Shape;8633;p98"/>
            <p:cNvGrpSpPr/>
            <p:nvPr/>
          </p:nvGrpSpPr>
          <p:grpSpPr>
            <a:xfrm>
              <a:off x="4206459" y="1607315"/>
              <a:ext cx="29539" cy="142899"/>
              <a:chOff x="4206459" y="1607315"/>
              <a:chExt cx="29539" cy="142899"/>
            </a:xfrm>
          </p:grpSpPr>
          <p:sp>
            <p:nvSpPr>
              <p:cNvPr id="8634" name="Google Shape;8634;p98"/>
              <p:cNvSpPr/>
              <p:nvPr/>
            </p:nvSpPr>
            <p:spPr>
              <a:xfrm>
                <a:off x="4209840" y="1607315"/>
                <a:ext cx="26158" cy="50989"/>
              </a:xfrm>
              <a:custGeom>
                <a:rect b="b" l="l" r="r" t="t"/>
                <a:pathLst>
                  <a:path extrusionOk="0" h="3996" w="205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5" name="Google Shape;8635;p98"/>
              <p:cNvSpPr/>
              <p:nvPr/>
            </p:nvSpPr>
            <p:spPr>
              <a:xfrm>
                <a:off x="4206459" y="1662910"/>
                <a:ext cx="8230" cy="31785"/>
              </a:xfrm>
              <a:custGeom>
                <a:rect b="b" l="l" r="r" t="t"/>
                <a:pathLst>
                  <a:path extrusionOk="0" h="2491" w="645">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6" name="Google Shape;8636;p98"/>
              <p:cNvSpPr/>
              <p:nvPr/>
            </p:nvSpPr>
            <p:spPr>
              <a:xfrm>
                <a:off x="4216194" y="1730768"/>
                <a:ext cx="14227" cy="19446"/>
              </a:xfrm>
              <a:custGeom>
                <a:rect b="b" l="l" r="r" t="t"/>
                <a:pathLst>
                  <a:path extrusionOk="0" h="1524" w="1115">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7" name="Google Shape;8637;p98"/>
              <p:cNvSpPr/>
              <p:nvPr/>
            </p:nvSpPr>
            <p:spPr>
              <a:xfrm>
                <a:off x="4207607" y="1699506"/>
                <a:ext cx="12045" cy="27153"/>
              </a:xfrm>
              <a:custGeom>
                <a:rect b="b" l="l" r="r" t="t"/>
                <a:pathLst>
                  <a:path extrusionOk="0" h="2128" w="944">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638" name="Google Shape;8638;p98"/>
            <p:cNvSpPr/>
            <p:nvPr/>
          </p:nvSpPr>
          <p:spPr>
            <a:xfrm>
              <a:off x="4250519" y="1416170"/>
              <a:ext cx="26783" cy="52303"/>
            </a:xfrm>
            <a:custGeom>
              <a:rect b="b" l="l" r="r" t="t"/>
              <a:pathLst>
                <a:path extrusionOk="0" h="4099" w="2099">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9" name="Google Shape;8639;p98"/>
            <p:cNvSpPr/>
            <p:nvPr/>
          </p:nvSpPr>
          <p:spPr>
            <a:xfrm>
              <a:off x="4276166" y="1471370"/>
              <a:ext cx="24359" cy="25290"/>
            </a:xfrm>
            <a:custGeom>
              <a:rect b="b" l="l" r="r" t="t"/>
              <a:pathLst>
                <a:path extrusionOk="0" h="1982" w="1909">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0" name="Google Shape;8640;p98"/>
            <p:cNvSpPr/>
            <p:nvPr/>
          </p:nvSpPr>
          <p:spPr>
            <a:xfrm>
              <a:off x="4330231" y="1513121"/>
              <a:ext cx="21462" cy="10986"/>
            </a:xfrm>
            <a:custGeom>
              <a:rect b="b" l="l" r="r" t="t"/>
              <a:pathLst>
                <a:path extrusionOk="0" h="861" w="1682">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1" name="Google Shape;8641;p98"/>
            <p:cNvSpPr/>
            <p:nvPr/>
          </p:nvSpPr>
          <p:spPr>
            <a:xfrm>
              <a:off x="4302005" y="1497298"/>
              <a:ext cx="25469" cy="17647"/>
            </a:xfrm>
            <a:custGeom>
              <a:rect b="b" l="l" r="r" t="t"/>
              <a:pathLst>
                <a:path extrusionOk="0" h="1383" w="1996">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42" name="Google Shape;8642;p98"/>
            <p:cNvGrpSpPr/>
            <p:nvPr/>
          </p:nvGrpSpPr>
          <p:grpSpPr>
            <a:xfrm>
              <a:off x="4889463" y="1423737"/>
              <a:ext cx="29552" cy="142899"/>
              <a:chOff x="4889463" y="1423737"/>
              <a:chExt cx="29552" cy="142899"/>
            </a:xfrm>
          </p:grpSpPr>
          <p:sp>
            <p:nvSpPr>
              <p:cNvPr id="8643" name="Google Shape;8643;p98"/>
              <p:cNvSpPr/>
              <p:nvPr/>
            </p:nvSpPr>
            <p:spPr>
              <a:xfrm>
                <a:off x="4889463" y="1515647"/>
                <a:ext cx="26158" cy="50989"/>
              </a:xfrm>
              <a:custGeom>
                <a:rect b="b" l="l" r="r" t="t"/>
                <a:pathLst>
                  <a:path extrusionOk="0" h="3996" w="205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4" name="Google Shape;8644;p98"/>
              <p:cNvSpPr/>
              <p:nvPr/>
            </p:nvSpPr>
            <p:spPr>
              <a:xfrm>
                <a:off x="4910772" y="1479256"/>
                <a:ext cx="8243" cy="31785"/>
              </a:xfrm>
              <a:custGeom>
                <a:rect b="b" l="l" r="r" t="t"/>
                <a:pathLst>
                  <a:path extrusionOk="0" h="2491" w="646">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5" name="Google Shape;8645;p98"/>
              <p:cNvSpPr/>
              <p:nvPr/>
            </p:nvSpPr>
            <p:spPr>
              <a:xfrm>
                <a:off x="4895052" y="1423737"/>
                <a:ext cx="14215" cy="19446"/>
              </a:xfrm>
              <a:custGeom>
                <a:rect b="b" l="l" r="r" t="t"/>
                <a:pathLst>
                  <a:path extrusionOk="0" h="1524" w="1114">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6" name="Google Shape;8646;p98"/>
              <p:cNvSpPr/>
              <p:nvPr/>
            </p:nvSpPr>
            <p:spPr>
              <a:xfrm>
                <a:off x="4905783" y="1447292"/>
                <a:ext cx="12071" cy="27153"/>
              </a:xfrm>
              <a:custGeom>
                <a:rect b="b" l="l" r="r" t="t"/>
                <a:pathLst>
                  <a:path extrusionOk="0" h="2128" w="946">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47" name="Google Shape;8647;p98"/>
            <p:cNvGrpSpPr/>
            <p:nvPr/>
          </p:nvGrpSpPr>
          <p:grpSpPr>
            <a:xfrm>
              <a:off x="4771663" y="1876896"/>
              <a:ext cx="108651" cy="100447"/>
              <a:chOff x="4771663" y="1876896"/>
              <a:chExt cx="108651" cy="100447"/>
            </a:xfrm>
          </p:grpSpPr>
          <p:sp>
            <p:nvSpPr>
              <p:cNvPr id="8648" name="Google Shape;8648;p98"/>
              <p:cNvSpPr/>
              <p:nvPr/>
            </p:nvSpPr>
            <p:spPr>
              <a:xfrm>
                <a:off x="4771663" y="1951210"/>
                <a:ext cx="53184" cy="26132"/>
              </a:xfrm>
              <a:custGeom>
                <a:rect b="b" l="l" r="r" t="t"/>
                <a:pathLst>
                  <a:path extrusionOk="0" h="2048" w="4168">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9" name="Google Shape;8649;p98"/>
              <p:cNvSpPr/>
              <p:nvPr/>
            </p:nvSpPr>
            <p:spPr>
              <a:xfrm>
                <a:off x="4826850" y="1927897"/>
                <a:ext cx="26081" cy="23529"/>
              </a:xfrm>
              <a:custGeom>
                <a:rect b="b" l="l" r="r" t="t"/>
                <a:pathLst>
                  <a:path extrusionOk="0" h="1844" w="2044">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0" name="Google Shape;8650;p98"/>
              <p:cNvSpPr/>
              <p:nvPr/>
            </p:nvSpPr>
            <p:spPr>
              <a:xfrm>
                <a:off x="4868600" y="1876896"/>
                <a:ext cx="11714" cy="20531"/>
              </a:xfrm>
              <a:custGeom>
                <a:rect b="b" l="l" r="r" t="t"/>
                <a:pathLst>
                  <a:path extrusionOk="0" h="1609" w="918">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1" name="Google Shape;8651;p98"/>
              <p:cNvSpPr/>
              <p:nvPr/>
            </p:nvSpPr>
            <p:spPr>
              <a:xfrm>
                <a:off x="4852804" y="1901038"/>
                <a:ext cx="18528" cy="24589"/>
              </a:xfrm>
              <a:custGeom>
                <a:rect b="b" l="l" r="r" t="t"/>
                <a:pathLst>
                  <a:path extrusionOk="0" h="1927" w="1452">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652" name="Google Shape;8652;p98"/>
          <p:cNvGrpSpPr/>
          <p:nvPr/>
        </p:nvGrpSpPr>
        <p:grpSpPr>
          <a:xfrm>
            <a:off x="4008780" y="1854161"/>
            <a:ext cx="791287" cy="720350"/>
            <a:chOff x="267375" y="1071875"/>
            <a:chExt cx="470500" cy="428550"/>
          </a:xfrm>
        </p:grpSpPr>
        <p:sp>
          <p:nvSpPr>
            <p:cNvPr id="8653" name="Google Shape;8653;p98"/>
            <p:cNvSpPr/>
            <p:nvPr/>
          </p:nvSpPr>
          <p:spPr>
            <a:xfrm>
              <a:off x="288350" y="1290825"/>
              <a:ext cx="209600" cy="209600"/>
            </a:xfrm>
            <a:custGeom>
              <a:rect b="b" l="l" r="r" t="t"/>
              <a:pathLst>
                <a:path extrusionOk="0" h="8384" w="8384">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4" name="Google Shape;8654;p98"/>
            <p:cNvSpPr/>
            <p:nvPr/>
          </p:nvSpPr>
          <p:spPr>
            <a:xfrm>
              <a:off x="267375" y="1377050"/>
              <a:ext cx="79225" cy="79200"/>
            </a:xfrm>
            <a:custGeom>
              <a:rect b="b" l="l" r="r" t="t"/>
              <a:pathLst>
                <a:path extrusionOk="0" h="3168" w="3169">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5" name="Google Shape;8655;p98"/>
            <p:cNvSpPr/>
            <p:nvPr/>
          </p:nvSpPr>
          <p:spPr>
            <a:xfrm>
              <a:off x="507325" y="1290825"/>
              <a:ext cx="209600" cy="209600"/>
            </a:xfrm>
            <a:custGeom>
              <a:rect b="b" l="l" r="r" t="t"/>
              <a:pathLst>
                <a:path extrusionOk="0" h="8384" w="8384">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6" name="Google Shape;8656;p98"/>
            <p:cNvSpPr/>
            <p:nvPr/>
          </p:nvSpPr>
          <p:spPr>
            <a:xfrm>
              <a:off x="658700" y="1377050"/>
              <a:ext cx="79175" cy="79200"/>
            </a:xfrm>
            <a:custGeom>
              <a:rect b="b" l="l" r="r" t="t"/>
              <a:pathLst>
                <a:path extrusionOk="0" h="3168" w="3167">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7" name="Google Shape;8657;p98"/>
            <p:cNvSpPr/>
            <p:nvPr/>
          </p:nvSpPr>
          <p:spPr>
            <a:xfrm>
              <a:off x="507325" y="1071875"/>
              <a:ext cx="209575" cy="209600"/>
            </a:xfrm>
            <a:custGeom>
              <a:rect b="b" l="l" r="r" t="t"/>
              <a:pathLst>
                <a:path extrusionOk="0" h="8384" w="8383">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8" name="Google Shape;8658;p98"/>
            <p:cNvSpPr/>
            <p:nvPr/>
          </p:nvSpPr>
          <p:spPr>
            <a:xfrm>
              <a:off x="658700" y="1116025"/>
              <a:ext cx="79175" cy="79175"/>
            </a:xfrm>
            <a:custGeom>
              <a:rect b="b" l="l" r="r" t="t"/>
              <a:pathLst>
                <a:path extrusionOk="0" h="3167" w="3167">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9" name="Google Shape;8659;p98"/>
            <p:cNvSpPr/>
            <p:nvPr/>
          </p:nvSpPr>
          <p:spPr>
            <a:xfrm>
              <a:off x="288350" y="1071875"/>
              <a:ext cx="209600" cy="209550"/>
            </a:xfrm>
            <a:custGeom>
              <a:rect b="b" l="l" r="r" t="t"/>
              <a:pathLst>
                <a:path extrusionOk="0" h="8382" w="8384">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0" name="Google Shape;8660;p98"/>
            <p:cNvSpPr/>
            <p:nvPr/>
          </p:nvSpPr>
          <p:spPr>
            <a:xfrm>
              <a:off x="267375" y="1116025"/>
              <a:ext cx="79225" cy="79175"/>
            </a:xfrm>
            <a:custGeom>
              <a:rect b="b" l="l" r="r" t="t"/>
              <a:pathLst>
                <a:path extrusionOk="0" h="3167" w="3169">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61" name="Google Shape;8661;p98"/>
          <p:cNvGrpSpPr/>
          <p:nvPr/>
        </p:nvGrpSpPr>
        <p:grpSpPr>
          <a:xfrm>
            <a:off x="709275" y="3498791"/>
            <a:ext cx="1408444" cy="673166"/>
            <a:chOff x="712664" y="3693287"/>
            <a:chExt cx="1460738" cy="698160"/>
          </a:xfrm>
        </p:grpSpPr>
        <p:grpSp>
          <p:nvGrpSpPr>
            <p:cNvPr id="8662" name="Google Shape;8662;p98"/>
            <p:cNvGrpSpPr/>
            <p:nvPr/>
          </p:nvGrpSpPr>
          <p:grpSpPr>
            <a:xfrm>
              <a:off x="1380079" y="4133090"/>
              <a:ext cx="234048" cy="258099"/>
              <a:chOff x="1380079" y="4133090"/>
              <a:chExt cx="234048" cy="258099"/>
            </a:xfrm>
          </p:grpSpPr>
          <p:sp>
            <p:nvSpPr>
              <p:cNvPr id="8663" name="Google Shape;8663;p98"/>
              <p:cNvSpPr/>
              <p:nvPr/>
            </p:nvSpPr>
            <p:spPr>
              <a:xfrm>
                <a:off x="1380079" y="4323114"/>
                <a:ext cx="136140" cy="68075"/>
              </a:xfrm>
              <a:custGeom>
                <a:rect b="b" l="l" r="r" t="t"/>
                <a:pathLst>
                  <a:path extrusionOk="0" h="13581" w="27160">
                    <a:moveTo>
                      <a:pt x="13580" y="1"/>
                    </a:moveTo>
                    <a:cubicBezTo>
                      <a:pt x="6083" y="1"/>
                      <a:pt x="0" y="6077"/>
                      <a:pt x="0" y="13580"/>
                    </a:cubicBezTo>
                    <a:lnTo>
                      <a:pt x="27159" y="13580"/>
                    </a:lnTo>
                    <a:cubicBezTo>
                      <a:pt x="27159" y="6077"/>
                      <a:pt x="21083" y="1"/>
                      <a:pt x="13580"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4" name="Google Shape;8664;p98"/>
              <p:cNvSpPr/>
              <p:nvPr/>
            </p:nvSpPr>
            <p:spPr>
              <a:xfrm>
                <a:off x="1432589" y="4133090"/>
                <a:ext cx="29529" cy="191793"/>
              </a:xfrm>
              <a:custGeom>
                <a:rect b="b" l="l" r="r" t="t"/>
                <a:pathLst>
                  <a:path extrusionOk="0" h="38263" w="5891">
                    <a:moveTo>
                      <a:pt x="3276" y="0"/>
                    </a:moveTo>
                    <a:lnTo>
                      <a:pt x="0" y="38263"/>
                    </a:lnTo>
                    <a:lnTo>
                      <a:pt x="5890" y="38194"/>
                    </a:lnTo>
                    <a:lnTo>
                      <a:pt x="3276"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5" name="Google Shape;8665;p98"/>
              <p:cNvSpPr/>
              <p:nvPr/>
            </p:nvSpPr>
            <p:spPr>
              <a:xfrm>
                <a:off x="1492085" y="4253278"/>
                <a:ext cx="122041" cy="92186"/>
              </a:xfrm>
              <a:custGeom>
                <a:rect b="b" l="l" r="r" t="t"/>
                <a:pathLst>
                  <a:path extrusionOk="0" h="25222" w="33574">
                    <a:moveTo>
                      <a:pt x="32291" y="1"/>
                    </a:moveTo>
                    <a:lnTo>
                      <a:pt x="1" y="23463"/>
                    </a:lnTo>
                    <a:lnTo>
                      <a:pt x="1277" y="25222"/>
                    </a:lnTo>
                    <a:lnTo>
                      <a:pt x="33574" y="1759"/>
                    </a:lnTo>
                    <a:lnTo>
                      <a:pt x="32291"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66" name="Google Shape;8666;p98"/>
            <p:cNvGrpSpPr/>
            <p:nvPr/>
          </p:nvGrpSpPr>
          <p:grpSpPr>
            <a:xfrm>
              <a:off x="884610" y="3864082"/>
              <a:ext cx="1118566" cy="527275"/>
              <a:chOff x="890961" y="3865463"/>
              <a:chExt cx="1115221" cy="525698"/>
            </a:xfrm>
          </p:grpSpPr>
          <p:sp>
            <p:nvSpPr>
              <p:cNvPr id="8667" name="Google Shape;8667;p98"/>
              <p:cNvSpPr/>
              <p:nvPr/>
            </p:nvSpPr>
            <p:spPr>
              <a:xfrm>
                <a:off x="1070568" y="3865463"/>
                <a:ext cx="756474" cy="330074"/>
              </a:xfrm>
              <a:custGeom>
                <a:rect b="b" l="l" r="r" t="t"/>
                <a:pathLst>
                  <a:path extrusionOk="0" h="64657" w="148183">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8" name="Google Shape;8668;p98"/>
              <p:cNvSpPr/>
              <p:nvPr/>
            </p:nvSpPr>
            <p:spPr>
              <a:xfrm>
                <a:off x="890961" y="4013171"/>
                <a:ext cx="362006" cy="377990"/>
              </a:xfrm>
              <a:custGeom>
                <a:rect b="b" l="l" r="r" t="t"/>
                <a:pathLst>
                  <a:path extrusionOk="0" h="74043" w="70912">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9" name="Google Shape;8669;p98"/>
              <p:cNvSpPr/>
              <p:nvPr/>
            </p:nvSpPr>
            <p:spPr>
              <a:xfrm>
                <a:off x="1645508" y="4013554"/>
                <a:ext cx="360673" cy="377607"/>
              </a:xfrm>
              <a:custGeom>
                <a:rect b="b" l="l" r="r" t="t"/>
                <a:pathLst>
                  <a:path extrusionOk="0" h="73968" w="70651">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70" name="Google Shape;8670;p98"/>
            <p:cNvGrpSpPr/>
            <p:nvPr/>
          </p:nvGrpSpPr>
          <p:grpSpPr>
            <a:xfrm>
              <a:off x="712664" y="3693287"/>
              <a:ext cx="1460738" cy="698160"/>
              <a:chOff x="712664" y="3693025"/>
              <a:chExt cx="1460738" cy="698160"/>
            </a:xfrm>
          </p:grpSpPr>
          <p:sp>
            <p:nvSpPr>
              <p:cNvPr id="8671" name="Google Shape;8671;p98"/>
              <p:cNvSpPr/>
              <p:nvPr/>
            </p:nvSpPr>
            <p:spPr>
              <a:xfrm>
                <a:off x="1940752" y="4098034"/>
                <a:ext cx="232651" cy="293151"/>
              </a:xfrm>
              <a:custGeom>
                <a:rect b="b" l="l" r="r" t="t"/>
                <a:pathLst>
                  <a:path extrusionOk="0" h="57312" w="45484">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2" name="Google Shape;8672;p98"/>
              <p:cNvSpPr/>
              <p:nvPr/>
            </p:nvSpPr>
            <p:spPr>
              <a:xfrm>
                <a:off x="1736852" y="3804671"/>
                <a:ext cx="360950" cy="363671"/>
              </a:xfrm>
              <a:custGeom>
                <a:rect b="b" l="l" r="r" t="t"/>
                <a:pathLst>
                  <a:path extrusionOk="0" h="71099" w="70567">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3" name="Google Shape;8673;p98"/>
              <p:cNvSpPr/>
              <p:nvPr/>
            </p:nvSpPr>
            <p:spPr>
              <a:xfrm>
                <a:off x="1443914" y="3693025"/>
                <a:ext cx="387937" cy="254911"/>
              </a:xfrm>
              <a:custGeom>
                <a:rect b="b" l="l" r="r" t="t"/>
                <a:pathLst>
                  <a:path extrusionOk="0" h="49836" w="75843">
                    <a:moveTo>
                      <a:pt x="0" y="0"/>
                    </a:moveTo>
                    <a:lnTo>
                      <a:pt x="0" y="33518"/>
                    </a:lnTo>
                    <a:cubicBezTo>
                      <a:pt x="20987" y="33552"/>
                      <a:pt x="40615" y="39518"/>
                      <a:pt x="57270" y="49835"/>
                    </a:cubicBezTo>
                    <a:lnTo>
                      <a:pt x="75843" y="21828"/>
                    </a:lnTo>
                    <a:cubicBezTo>
                      <a:pt x="53339" y="7641"/>
                      <a:pt x="27256" y="28"/>
                      <a:pt x="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4" name="Google Shape;8674;p98"/>
              <p:cNvSpPr/>
              <p:nvPr/>
            </p:nvSpPr>
            <p:spPr>
              <a:xfrm>
                <a:off x="1054844" y="3693025"/>
                <a:ext cx="389072" cy="254558"/>
              </a:xfrm>
              <a:custGeom>
                <a:rect b="b" l="l" r="r" t="t"/>
                <a:pathLst>
                  <a:path extrusionOk="0" h="49767" w="76065">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5" name="Google Shape;8675;p98"/>
              <p:cNvSpPr/>
              <p:nvPr/>
            </p:nvSpPr>
            <p:spPr>
              <a:xfrm>
                <a:off x="788438" y="3804252"/>
                <a:ext cx="361411" cy="363809"/>
              </a:xfrm>
              <a:custGeom>
                <a:rect b="b" l="l" r="r" t="t"/>
                <a:pathLst>
                  <a:path extrusionOk="0" h="71126" w="70657">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6" name="Google Shape;8676;p98"/>
              <p:cNvSpPr/>
              <p:nvPr/>
            </p:nvSpPr>
            <p:spPr>
              <a:xfrm>
                <a:off x="712664" y="4097717"/>
                <a:ext cx="232830" cy="293432"/>
              </a:xfrm>
              <a:custGeom>
                <a:rect b="b" l="l" r="r" t="t"/>
                <a:pathLst>
                  <a:path extrusionOk="0" h="57367" w="45519">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677" name="Google Shape;8677;p98"/>
          <p:cNvGrpSpPr/>
          <p:nvPr/>
        </p:nvGrpSpPr>
        <p:grpSpPr>
          <a:xfrm>
            <a:off x="3146990" y="970938"/>
            <a:ext cx="795485" cy="738831"/>
            <a:chOff x="3348603" y="1236445"/>
            <a:chExt cx="749256" cy="695894"/>
          </a:xfrm>
        </p:grpSpPr>
        <p:grpSp>
          <p:nvGrpSpPr>
            <p:cNvPr id="8678" name="Google Shape;8678;p98"/>
            <p:cNvGrpSpPr/>
            <p:nvPr/>
          </p:nvGrpSpPr>
          <p:grpSpPr>
            <a:xfrm>
              <a:off x="3583779" y="1236445"/>
              <a:ext cx="293795" cy="285811"/>
              <a:chOff x="3750225" y="1774000"/>
              <a:chExt cx="149575" cy="145525"/>
            </a:xfrm>
          </p:grpSpPr>
          <p:sp>
            <p:nvSpPr>
              <p:cNvPr id="8679" name="Google Shape;8679;p98"/>
              <p:cNvSpPr/>
              <p:nvPr/>
            </p:nvSpPr>
            <p:spPr>
              <a:xfrm>
                <a:off x="3750225" y="1774000"/>
                <a:ext cx="149575" cy="145525"/>
              </a:xfrm>
              <a:custGeom>
                <a:rect b="b" l="l" r="r" t="t"/>
                <a:pathLst>
                  <a:path extrusionOk="0" h="5821" w="5983">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0" name="Google Shape;8680;p98"/>
              <p:cNvSpPr/>
              <p:nvPr/>
            </p:nvSpPr>
            <p:spPr>
              <a:xfrm>
                <a:off x="3776075" y="1794931"/>
                <a:ext cx="82600" cy="78800"/>
              </a:xfrm>
              <a:custGeom>
                <a:rect b="b" l="l" r="r" t="t"/>
                <a:pathLst>
                  <a:path extrusionOk="0" h="3152" w="3304">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81" name="Google Shape;8681;p98"/>
            <p:cNvGrpSpPr/>
            <p:nvPr/>
          </p:nvGrpSpPr>
          <p:grpSpPr>
            <a:xfrm>
              <a:off x="3775534" y="1462599"/>
              <a:ext cx="322325" cy="285958"/>
              <a:chOff x="3847850" y="1889150"/>
              <a:chExt cx="164100" cy="145600"/>
            </a:xfrm>
          </p:grpSpPr>
          <p:sp>
            <p:nvSpPr>
              <p:cNvPr id="8682" name="Google Shape;8682;p98"/>
              <p:cNvSpPr/>
              <p:nvPr/>
            </p:nvSpPr>
            <p:spPr>
              <a:xfrm>
                <a:off x="3847850" y="1889150"/>
                <a:ext cx="164100" cy="145600"/>
              </a:xfrm>
              <a:custGeom>
                <a:rect b="b" l="l" r="r" t="t"/>
                <a:pathLst>
                  <a:path extrusionOk="0" h="5824" w="6564">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3" name="Google Shape;8683;p98"/>
              <p:cNvSpPr/>
              <p:nvPr/>
            </p:nvSpPr>
            <p:spPr>
              <a:xfrm>
                <a:off x="3887875" y="1912456"/>
                <a:ext cx="89450" cy="78700"/>
              </a:xfrm>
              <a:custGeom>
                <a:rect b="b" l="l" r="r" t="t"/>
                <a:pathLst>
                  <a:path extrusionOk="0" h="3148" w="3578">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84" name="Google Shape;8684;p98"/>
            <p:cNvGrpSpPr/>
            <p:nvPr/>
          </p:nvGrpSpPr>
          <p:grpSpPr>
            <a:xfrm>
              <a:off x="3545329" y="1646528"/>
              <a:ext cx="293746" cy="285811"/>
              <a:chOff x="3730650" y="1982800"/>
              <a:chExt cx="149550" cy="145525"/>
            </a:xfrm>
          </p:grpSpPr>
          <p:sp>
            <p:nvSpPr>
              <p:cNvPr id="8685" name="Google Shape;8685;p98"/>
              <p:cNvSpPr/>
              <p:nvPr/>
            </p:nvSpPr>
            <p:spPr>
              <a:xfrm>
                <a:off x="3730650" y="1982800"/>
                <a:ext cx="149550" cy="145525"/>
              </a:xfrm>
              <a:custGeom>
                <a:rect b="b" l="l" r="r" t="t"/>
                <a:pathLst>
                  <a:path extrusionOk="0" h="5821" w="5982">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6" name="Google Shape;8686;p98"/>
              <p:cNvSpPr/>
              <p:nvPr/>
            </p:nvSpPr>
            <p:spPr>
              <a:xfrm>
                <a:off x="3771925" y="2027231"/>
                <a:ext cx="86575" cy="78750"/>
              </a:xfrm>
              <a:custGeom>
                <a:rect b="b" l="l" r="r" t="t"/>
                <a:pathLst>
                  <a:path extrusionOk="0" h="3150" w="3463">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87" name="Google Shape;8687;p98"/>
            <p:cNvGrpSpPr/>
            <p:nvPr/>
          </p:nvGrpSpPr>
          <p:grpSpPr>
            <a:xfrm>
              <a:off x="3348603" y="1415046"/>
              <a:ext cx="294384" cy="284387"/>
              <a:chOff x="3630494" y="1864938"/>
              <a:chExt cx="149875" cy="144800"/>
            </a:xfrm>
          </p:grpSpPr>
          <p:sp>
            <p:nvSpPr>
              <p:cNvPr id="8688" name="Google Shape;8688;p98"/>
              <p:cNvSpPr/>
              <p:nvPr/>
            </p:nvSpPr>
            <p:spPr>
              <a:xfrm>
                <a:off x="3630494" y="1864938"/>
                <a:ext cx="149875" cy="144800"/>
              </a:xfrm>
              <a:custGeom>
                <a:rect b="b" l="l" r="r" t="t"/>
                <a:pathLst>
                  <a:path extrusionOk="0" h="5792" w="5995">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9" name="Google Shape;8689;p98"/>
              <p:cNvSpPr/>
              <p:nvPr/>
            </p:nvSpPr>
            <p:spPr>
              <a:xfrm>
                <a:off x="3654119" y="1906594"/>
                <a:ext cx="86575" cy="78800"/>
              </a:xfrm>
              <a:custGeom>
                <a:rect b="b" l="l" r="r" t="t"/>
                <a:pathLst>
                  <a:path extrusionOk="0" h="3152" w="3463">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690" name="Google Shape;8690;p98"/>
          <p:cNvGrpSpPr/>
          <p:nvPr/>
        </p:nvGrpSpPr>
        <p:grpSpPr>
          <a:xfrm>
            <a:off x="2268517" y="3493834"/>
            <a:ext cx="1324924" cy="678083"/>
            <a:chOff x="2413923" y="3711366"/>
            <a:chExt cx="1374117" cy="703260"/>
          </a:xfrm>
        </p:grpSpPr>
        <p:grpSp>
          <p:nvGrpSpPr>
            <p:cNvPr id="8691" name="Google Shape;8691;p98"/>
            <p:cNvGrpSpPr/>
            <p:nvPr/>
          </p:nvGrpSpPr>
          <p:grpSpPr>
            <a:xfrm>
              <a:off x="2413923" y="3711366"/>
              <a:ext cx="1374117" cy="703260"/>
              <a:chOff x="2413923" y="3711366"/>
              <a:chExt cx="1374117" cy="703260"/>
            </a:xfrm>
          </p:grpSpPr>
          <p:sp>
            <p:nvSpPr>
              <p:cNvPr id="8692" name="Google Shape;8692;p98"/>
              <p:cNvSpPr/>
              <p:nvPr/>
            </p:nvSpPr>
            <p:spPr>
              <a:xfrm>
                <a:off x="2484774" y="3827200"/>
                <a:ext cx="1231201" cy="587426"/>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93" name="Google Shape;8693;p98"/>
              <p:cNvGrpSpPr/>
              <p:nvPr/>
            </p:nvGrpSpPr>
            <p:grpSpPr>
              <a:xfrm>
                <a:off x="2600284" y="3808654"/>
                <a:ext cx="234506" cy="138009"/>
                <a:chOff x="2600284" y="3808654"/>
                <a:chExt cx="234506" cy="138009"/>
              </a:xfrm>
            </p:grpSpPr>
            <p:sp>
              <p:nvSpPr>
                <p:cNvPr id="8694" name="Google Shape;8694;p98"/>
                <p:cNvSpPr/>
                <p:nvPr/>
              </p:nvSpPr>
              <p:spPr>
                <a:xfrm>
                  <a:off x="2767890" y="3879764"/>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695" name="Google Shape;8695;p98"/>
                <p:cNvCxnSpPr/>
                <p:nvPr/>
              </p:nvCxnSpPr>
              <p:spPr>
                <a:xfrm rot="10800000">
                  <a:off x="2600284" y="3808654"/>
                  <a:ext cx="201000" cy="723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8696" name="Google Shape;8696;p98"/>
              <p:cNvGrpSpPr/>
              <p:nvPr/>
            </p:nvGrpSpPr>
            <p:grpSpPr>
              <a:xfrm>
                <a:off x="3359659" y="3805664"/>
                <a:ext cx="232294" cy="141000"/>
                <a:chOff x="3359659" y="3805664"/>
                <a:chExt cx="232294" cy="141000"/>
              </a:xfrm>
            </p:grpSpPr>
            <p:sp>
              <p:nvSpPr>
                <p:cNvPr id="8697" name="Google Shape;8697;p98"/>
                <p:cNvSpPr/>
                <p:nvPr/>
              </p:nvSpPr>
              <p:spPr>
                <a:xfrm>
                  <a:off x="3359659" y="3879764"/>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698" name="Google Shape;8698;p98"/>
                <p:cNvCxnSpPr/>
                <p:nvPr/>
              </p:nvCxnSpPr>
              <p:spPr>
                <a:xfrm flipH="1" rot="10800000">
                  <a:off x="3393053" y="3805664"/>
                  <a:ext cx="198900" cy="780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8699" name="Google Shape;8699;p98"/>
              <p:cNvGrpSpPr/>
              <p:nvPr/>
            </p:nvGrpSpPr>
            <p:grpSpPr>
              <a:xfrm>
                <a:off x="3067316" y="3711366"/>
                <a:ext cx="66900" cy="166809"/>
                <a:chOff x="3067316" y="3711366"/>
                <a:chExt cx="66900" cy="166809"/>
              </a:xfrm>
            </p:grpSpPr>
            <p:sp>
              <p:nvSpPr>
                <p:cNvPr id="8700" name="Google Shape;8700;p98"/>
                <p:cNvSpPr/>
                <p:nvPr/>
              </p:nvSpPr>
              <p:spPr>
                <a:xfrm>
                  <a:off x="3067316" y="3811276"/>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701" name="Google Shape;8701;p98"/>
                <p:cNvCxnSpPr/>
                <p:nvPr/>
              </p:nvCxnSpPr>
              <p:spPr>
                <a:xfrm rot="-5400000">
                  <a:off x="3050460" y="3761616"/>
                  <a:ext cx="101100" cy="6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8702" name="Google Shape;8702;p98"/>
              <p:cNvGrpSpPr/>
              <p:nvPr/>
            </p:nvGrpSpPr>
            <p:grpSpPr>
              <a:xfrm>
                <a:off x="2413923" y="4058666"/>
                <a:ext cx="224119" cy="66900"/>
                <a:chOff x="2413923" y="4058666"/>
                <a:chExt cx="224119" cy="66900"/>
              </a:xfrm>
            </p:grpSpPr>
            <p:sp>
              <p:nvSpPr>
                <p:cNvPr id="8703" name="Google Shape;8703;p98"/>
                <p:cNvSpPr/>
                <p:nvPr/>
              </p:nvSpPr>
              <p:spPr>
                <a:xfrm>
                  <a:off x="2571142" y="4058666"/>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704" name="Google Shape;8704;p98"/>
                <p:cNvCxnSpPr/>
                <p:nvPr/>
              </p:nvCxnSpPr>
              <p:spPr>
                <a:xfrm flipH="1">
                  <a:off x="2413923" y="4092060"/>
                  <a:ext cx="159600" cy="6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8705" name="Google Shape;8705;p98"/>
              <p:cNvGrpSpPr/>
              <p:nvPr/>
            </p:nvGrpSpPr>
            <p:grpSpPr>
              <a:xfrm>
                <a:off x="3564643" y="4058666"/>
                <a:ext cx="223397" cy="66900"/>
                <a:chOff x="3564643" y="4058666"/>
                <a:chExt cx="223397" cy="66900"/>
              </a:xfrm>
            </p:grpSpPr>
            <p:sp>
              <p:nvSpPr>
                <p:cNvPr id="8706" name="Google Shape;8706;p98"/>
                <p:cNvSpPr/>
                <p:nvPr/>
              </p:nvSpPr>
              <p:spPr>
                <a:xfrm>
                  <a:off x="3564643" y="4058666"/>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707" name="Google Shape;8707;p98"/>
                <p:cNvCxnSpPr/>
                <p:nvPr/>
              </p:nvCxnSpPr>
              <p:spPr>
                <a:xfrm>
                  <a:off x="3630240" y="4092060"/>
                  <a:ext cx="157800" cy="6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grpSp>
          <p:nvGrpSpPr>
            <p:cNvPr id="8708" name="Google Shape;8708;p98"/>
            <p:cNvGrpSpPr/>
            <p:nvPr/>
          </p:nvGrpSpPr>
          <p:grpSpPr>
            <a:xfrm>
              <a:off x="2633353" y="3965763"/>
              <a:ext cx="933975" cy="445687"/>
              <a:chOff x="2633353" y="3965763"/>
              <a:chExt cx="933975" cy="445687"/>
            </a:xfrm>
          </p:grpSpPr>
          <p:sp>
            <p:nvSpPr>
              <p:cNvPr id="8709" name="Google Shape;8709;p98"/>
              <p:cNvSpPr/>
              <p:nvPr/>
            </p:nvSpPr>
            <p:spPr>
              <a:xfrm>
                <a:off x="2633353" y="3965763"/>
                <a:ext cx="933975" cy="445687"/>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0" name="Google Shape;8710;p98"/>
              <p:cNvSpPr/>
              <p:nvPr/>
            </p:nvSpPr>
            <p:spPr>
              <a:xfrm>
                <a:off x="2702006" y="4030399"/>
                <a:ext cx="798496" cy="381051"/>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711" name="Google Shape;8711;p98"/>
          <p:cNvGrpSpPr/>
          <p:nvPr/>
        </p:nvGrpSpPr>
        <p:grpSpPr>
          <a:xfrm>
            <a:off x="6392789" y="1044382"/>
            <a:ext cx="1131087" cy="587383"/>
            <a:chOff x="238125" y="999450"/>
            <a:chExt cx="7140700" cy="3708225"/>
          </a:xfrm>
        </p:grpSpPr>
        <p:sp>
          <p:nvSpPr>
            <p:cNvPr id="8712" name="Google Shape;8712;p98"/>
            <p:cNvSpPr/>
            <p:nvPr/>
          </p:nvSpPr>
          <p:spPr>
            <a:xfrm>
              <a:off x="2171975" y="3872925"/>
              <a:ext cx="7900" cy="25"/>
            </a:xfrm>
            <a:custGeom>
              <a:rect b="b" l="l" r="r" t="t"/>
              <a:pathLst>
                <a:path extrusionOk="0" h="1" w="316">
                  <a:moveTo>
                    <a:pt x="316" y="0"/>
                  </a:moveTo>
                  <a:lnTo>
                    <a:pt x="1" y="0"/>
                  </a:ln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3" name="Google Shape;8713;p98"/>
            <p:cNvSpPr/>
            <p:nvPr/>
          </p:nvSpPr>
          <p:spPr>
            <a:xfrm>
              <a:off x="2180300" y="999450"/>
              <a:ext cx="3256350" cy="3708225"/>
            </a:xfrm>
            <a:custGeom>
              <a:rect b="b" l="l" r="r" t="t"/>
              <a:pathLst>
                <a:path extrusionOk="0" h="148329" w="130254">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4" name="Google Shape;8714;p98"/>
            <p:cNvSpPr/>
            <p:nvPr/>
          </p:nvSpPr>
          <p:spPr>
            <a:xfrm>
              <a:off x="238125" y="2853750"/>
              <a:ext cx="2358675" cy="1853475"/>
            </a:xfrm>
            <a:custGeom>
              <a:rect b="b" l="l" r="r" t="t"/>
              <a:pathLst>
                <a:path extrusionOk="0" h="74139" w="94347">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5" name="Google Shape;8715;p98"/>
            <p:cNvSpPr/>
            <p:nvPr/>
          </p:nvSpPr>
          <p:spPr>
            <a:xfrm>
              <a:off x="238125" y="999450"/>
              <a:ext cx="1942200" cy="2270400"/>
            </a:xfrm>
            <a:custGeom>
              <a:rect b="b" l="l" r="r" t="t"/>
              <a:pathLst>
                <a:path extrusionOk="0" h="90816" w="77688">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6" name="Google Shape;8716;p98"/>
            <p:cNvSpPr/>
            <p:nvPr/>
          </p:nvSpPr>
          <p:spPr>
            <a:xfrm>
              <a:off x="3808250" y="2852875"/>
              <a:ext cx="25" cy="25"/>
            </a:xfrm>
            <a:custGeom>
              <a:rect b="b" l="l" r="r" t="t"/>
              <a:pathLst>
                <a:path extrusionOk="0" h="1" w="1">
                  <a:moveTo>
                    <a:pt x="0" y="1"/>
                  </a:moveTo>
                  <a:close/>
                </a:path>
              </a:pathLst>
            </a:custGeom>
            <a:solidFill>
              <a:srgbClr val="DB634B"/>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7" name="Google Shape;8717;p98"/>
            <p:cNvSpPr/>
            <p:nvPr/>
          </p:nvSpPr>
          <p:spPr>
            <a:xfrm>
              <a:off x="1762475" y="999450"/>
              <a:ext cx="2386250" cy="2044875"/>
            </a:xfrm>
            <a:custGeom>
              <a:rect b="b" l="l" r="r" t="t"/>
              <a:pathLst>
                <a:path extrusionOk="0" h="81795" w="9545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8" name="Google Shape;8718;p98"/>
            <p:cNvSpPr/>
            <p:nvPr/>
          </p:nvSpPr>
          <p:spPr>
            <a:xfrm>
              <a:off x="3338000" y="2435975"/>
              <a:ext cx="2101275" cy="2271250"/>
            </a:xfrm>
            <a:custGeom>
              <a:rect b="b" l="l" r="r" t="t"/>
              <a:pathLst>
                <a:path extrusionOk="0" h="90850" w="84051">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9" name="Google Shape;8719;p98"/>
            <p:cNvSpPr/>
            <p:nvPr/>
          </p:nvSpPr>
          <p:spPr>
            <a:xfrm>
              <a:off x="5019250" y="2852875"/>
              <a:ext cx="2359150" cy="1854350"/>
            </a:xfrm>
            <a:custGeom>
              <a:rect b="b" l="l" r="r" t="t"/>
              <a:pathLst>
                <a:path extrusionOk="0" h="74174" w="94366">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0" name="Google Shape;8720;p98"/>
            <p:cNvSpPr/>
            <p:nvPr/>
          </p:nvSpPr>
          <p:spPr>
            <a:xfrm>
              <a:off x="5025375" y="999450"/>
              <a:ext cx="2353450" cy="2270825"/>
            </a:xfrm>
            <a:custGeom>
              <a:rect b="b" l="l" r="r" t="t"/>
              <a:pathLst>
                <a:path extrusionOk="0" h="90833" w="94138">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21" name="Google Shape;8721;p98"/>
          <p:cNvGrpSpPr/>
          <p:nvPr/>
        </p:nvGrpSpPr>
        <p:grpSpPr>
          <a:xfrm>
            <a:off x="3744240" y="3493876"/>
            <a:ext cx="1375854" cy="678131"/>
            <a:chOff x="3913765" y="3641905"/>
            <a:chExt cx="1522805" cy="750560"/>
          </a:xfrm>
        </p:grpSpPr>
        <p:grpSp>
          <p:nvGrpSpPr>
            <p:cNvPr id="8722" name="Google Shape;8722;p98"/>
            <p:cNvGrpSpPr/>
            <p:nvPr/>
          </p:nvGrpSpPr>
          <p:grpSpPr>
            <a:xfrm>
              <a:off x="3913765" y="3997002"/>
              <a:ext cx="1522805" cy="395463"/>
              <a:chOff x="3913765" y="3997002"/>
              <a:chExt cx="1522805" cy="395463"/>
            </a:xfrm>
          </p:grpSpPr>
          <p:grpSp>
            <p:nvGrpSpPr>
              <p:cNvPr id="8723" name="Google Shape;8723;p98"/>
              <p:cNvGrpSpPr/>
              <p:nvPr/>
            </p:nvGrpSpPr>
            <p:grpSpPr>
              <a:xfrm>
                <a:off x="3913765" y="4138659"/>
                <a:ext cx="507602" cy="253806"/>
                <a:chOff x="3913765" y="4138659"/>
                <a:chExt cx="507602" cy="253806"/>
              </a:xfrm>
            </p:grpSpPr>
            <p:sp>
              <p:nvSpPr>
                <p:cNvPr id="8724" name="Google Shape;8724;p98"/>
                <p:cNvSpPr/>
                <p:nvPr/>
              </p:nvSpPr>
              <p:spPr>
                <a:xfrm>
                  <a:off x="3913765" y="4138659"/>
                  <a:ext cx="507602" cy="50764"/>
                </a:xfrm>
                <a:custGeom>
                  <a:rect b="b" l="l" r="r" t="t"/>
                  <a:pathLst>
                    <a:path extrusionOk="0" fill="none" h="9502" w="95012">
                      <a:moveTo>
                        <a:pt x="95011" y="1"/>
                      </a:moveTo>
                      <a:lnTo>
                        <a:pt x="23755" y="1"/>
                      </a:lnTo>
                      <a:lnTo>
                        <a:pt x="1" y="9501"/>
                      </a:lnTo>
                      <a:lnTo>
                        <a:pt x="95011" y="950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5" name="Google Shape;8725;p98"/>
                <p:cNvSpPr/>
                <p:nvPr/>
              </p:nvSpPr>
              <p:spPr>
                <a:xfrm>
                  <a:off x="3913765" y="4189418"/>
                  <a:ext cx="507602" cy="203047"/>
                </a:xfrm>
                <a:custGeom>
                  <a:rect b="b" l="l" r="r" t="t"/>
                  <a:pathLst>
                    <a:path extrusionOk="0" fill="none" h="38006" w="95012">
                      <a:moveTo>
                        <a:pt x="1" y="0"/>
                      </a:moveTo>
                      <a:lnTo>
                        <a:pt x="1" y="38005"/>
                      </a:lnTo>
                      <a:lnTo>
                        <a:pt x="95011" y="38005"/>
                      </a:lnTo>
                      <a:lnTo>
                        <a:pt x="95011" y="38005"/>
                      </a:lnTo>
                      <a:lnTo>
                        <a:pt x="95011" y="0"/>
                      </a:lnTo>
                      <a:close/>
                    </a:path>
                  </a:pathLst>
                </a:custGeom>
                <a:noFill/>
                <a:ln cap="flat" cmpd="sng" w="9525">
                  <a:solidFill>
                    <a:srgbClr val="869FB1"/>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     </a:t>
                  </a:r>
                  <a:endParaRPr/>
                </a:p>
              </p:txBody>
            </p:sp>
          </p:grpSp>
          <p:grpSp>
            <p:nvGrpSpPr>
              <p:cNvPr id="8726" name="Google Shape;8726;p98"/>
              <p:cNvGrpSpPr/>
              <p:nvPr/>
            </p:nvGrpSpPr>
            <p:grpSpPr>
              <a:xfrm>
                <a:off x="4421361" y="3997002"/>
                <a:ext cx="507618" cy="395463"/>
                <a:chOff x="4421361" y="3997002"/>
                <a:chExt cx="507618" cy="395463"/>
              </a:xfrm>
            </p:grpSpPr>
            <p:sp>
              <p:nvSpPr>
                <p:cNvPr id="8727" name="Google Shape;8727;p98"/>
                <p:cNvSpPr/>
                <p:nvPr/>
              </p:nvSpPr>
              <p:spPr>
                <a:xfrm>
                  <a:off x="4421361" y="3997002"/>
                  <a:ext cx="507618" cy="50759"/>
                </a:xfrm>
                <a:custGeom>
                  <a:rect b="b" l="l" r="r" t="t"/>
                  <a:pathLst>
                    <a:path extrusionOk="0" fill="none" h="9501" w="95015">
                      <a:moveTo>
                        <a:pt x="71260" y="0"/>
                      </a:moveTo>
                      <a:lnTo>
                        <a:pt x="23755" y="0"/>
                      </a:lnTo>
                      <a:lnTo>
                        <a:pt x="0" y="9501"/>
                      </a:lnTo>
                      <a:lnTo>
                        <a:pt x="95014" y="9501"/>
                      </a:lnTo>
                      <a:close/>
                    </a:path>
                  </a:pathLst>
                </a:custGeom>
                <a:noFill/>
                <a:ln cap="sq"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8" name="Google Shape;8728;p98"/>
                <p:cNvSpPr/>
                <p:nvPr/>
              </p:nvSpPr>
              <p:spPr>
                <a:xfrm>
                  <a:off x="4421361" y="4047756"/>
                  <a:ext cx="507618" cy="344709"/>
                </a:xfrm>
                <a:custGeom>
                  <a:rect b="b" l="l" r="r" t="t"/>
                  <a:pathLst>
                    <a:path extrusionOk="0" fill="none" h="64522" w="95015">
                      <a:moveTo>
                        <a:pt x="0" y="1"/>
                      </a:moveTo>
                      <a:lnTo>
                        <a:pt x="0" y="64521"/>
                      </a:lnTo>
                      <a:lnTo>
                        <a:pt x="95014" y="64521"/>
                      </a:lnTo>
                      <a:lnTo>
                        <a:pt x="95014" y="35846"/>
                      </a:lnTo>
                      <a:lnTo>
                        <a:pt x="95014" y="35846"/>
                      </a:lnTo>
                      <a:lnTo>
                        <a:pt x="95014" y="26286"/>
                      </a:lnTo>
                      <a:lnTo>
                        <a:pt x="95014" y="1"/>
                      </a:lnTo>
                      <a:close/>
                    </a:path>
                  </a:pathLst>
                </a:custGeom>
                <a:noFill/>
                <a:ln cap="flat" cmpd="sng" w="9525">
                  <a:solidFill>
                    <a:srgbClr val="DBE2E7"/>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29" name="Google Shape;8729;p98"/>
              <p:cNvGrpSpPr/>
              <p:nvPr/>
            </p:nvGrpSpPr>
            <p:grpSpPr>
              <a:xfrm>
                <a:off x="4928973" y="4189418"/>
                <a:ext cx="507596" cy="203047"/>
                <a:chOff x="4928973" y="4189418"/>
                <a:chExt cx="507596" cy="203047"/>
              </a:xfrm>
            </p:grpSpPr>
            <p:sp>
              <p:nvSpPr>
                <p:cNvPr id="8730" name="Google Shape;8730;p98"/>
                <p:cNvSpPr/>
                <p:nvPr/>
              </p:nvSpPr>
              <p:spPr>
                <a:xfrm>
                  <a:off x="4928973" y="4189418"/>
                  <a:ext cx="507596" cy="50759"/>
                </a:xfrm>
                <a:custGeom>
                  <a:rect b="b" l="l" r="r" t="t"/>
                  <a:pathLst>
                    <a:path extrusionOk="0" fill="none" h="9501" w="95011">
                      <a:moveTo>
                        <a:pt x="95011" y="9501"/>
                      </a:moveTo>
                      <a:lnTo>
                        <a:pt x="71260" y="0"/>
                      </a:lnTo>
                      <a:lnTo>
                        <a:pt x="0" y="0"/>
                      </a:lnTo>
                      <a:lnTo>
                        <a:pt x="0" y="950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1" name="Google Shape;8731;p98"/>
                <p:cNvSpPr/>
                <p:nvPr/>
              </p:nvSpPr>
              <p:spPr>
                <a:xfrm>
                  <a:off x="4928973" y="4240172"/>
                  <a:ext cx="507596" cy="152293"/>
                </a:xfrm>
                <a:custGeom>
                  <a:rect b="b" l="l" r="r" t="t"/>
                  <a:pathLst>
                    <a:path extrusionOk="0" fill="none" h="28506" w="95011">
                      <a:moveTo>
                        <a:pt x="0" y="28505"/>
                      </a:moveTo>
                      <a:lnTo>
                        <a:pt x="0" y="28505"/>
                      </a:lnTo>
                      <a:lnTo>
                        <a:pt x="95011" y="28505"/>
                      </a:lnTo>
                      <a:lnTo>
                        <a:pt x="95011" y="1"/>
                      </a:lnTo>
                      <a:lnTo>
                        <a:pt x="0" y="1"/>
                      </a:lnTo>
                      <a:close/>
                    </a:path>
                  </a:pathLst>
                </a:custGeom>
                <a:noFill/>
                <a:ln cap="flat" cmpd="sng" w="9525">
                  <a:solidFill>
                    <a:srgbClr val="869FB1"/>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732" name="Google Shape;8732;p98"/>
            <p:cNvGrpSpPr/>
            <p:nvPr/>
          </p:nvGrpSpPr>
          <p:grpSpPr>
            <a:xfrm>
              <a:off x="4482186" y="3641905"/>
              <a:ext cx="397605" cy="349784"/>
              <a:chOff x="2906375" y="1159725"/>
              <a:chExt cx="1860575" cy="1636800"/>
            </a:xfrm>
          </p:grpSpPr>
          <p:sp>
            <p:nvSpPr>
              <p:cNvPr id="8733" name="Google Shape;8733;p98"/>
              <p:cNvSpPr/>
              <p:nvPr/>
            </p:nvSpPr>
            <p:spPr>
              <a:xfrm>
                <a:off x="2906375" y="1159725"/>
                <a:ext cx="1860575" cy="1320800"/>
              </a:xfrm>
              <a:custGeom>
                <a:rect b="b" l="l" r="r" t="t"/>
                <a:pathLst>
                  <a:path extrusionOk="0" fill="none" h="52832" w="74423">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4" name="Google Shape;8734;p98"/>
              <p:cNvSpPr/>
              <p:nvPr/>
            </p:nvSpPr>
            <p:spPr>
              <a:xfrm>
                <a:off x="3520750" y="2496900"/>
                <a:ext cx="656300" cy="214450"/>
              </a:xfrm>
              <a:custGeom>
                <a:rect b="b" l="l" r="r" t="t"/>
                <a:pathLst>
                  <a:path extrusionOk="0" fill="none" h="8578" w="26252">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cap="flat" cmpd="sng" w="9525">
                <a:solidFill>
                  <a:srgbClr val="E3E9ED"/>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5" name="Google Shape;8735;p98"/>
              <p:cNvSpPr/>
              <p:nvPr/>
            </p:nvSpPr>
            <p:spPr>
              <a:xfrm>
                <a:off x="3448300" y="2706900"/>
                <a:ext cx="803900" cy="89625"/>
              </a:xfrm>
              <a:custGeom>
                <a:rect b="b" l="l" r="r" t="t"/>
                <a:pathLst>
                  <a:path extrusionOk="0" fill="none" h="3585" w="32156">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cap="flat" cmpd="sng" w="9525">
                <a:solidFill>
                  <a:srgbClr val="E3E9ED"/>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6" name="Google Shape;8736;p98"/>
              <p:cNvSpPr/>
              <p:nvPr/>
            </p:nvSpPr>
            <p:spPr>
              <a:xfrm>
                <a:off x="3674575" y="1339775"/>
                <a:ext cx="324050" cy="308175"/>
              </a:xfrm>
              <a:custGeom>
                <a:rect b="b" l="l" r="r" t="t"/>
                <a:pathLst>
                  <a:path extrusionOk="0" fill="none" h="12327" w="12962">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cap="flat" cmpd="sng" w="9525">
                <a:solidFill>
                  <a:srgbClr val="FFFFFF"/>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737" name="Google Shape;8737;p98"/>
          <p:cNvGrpSpPr/>
          <p:nvPr/>
        </p:nvGrpSpPr>
        <p:grpSpPr>
          <a:xfrm>
            <a:off x="6528949" y="1853803"/>
            <a:ext cx="940737" cy="721067"/>
            <a:chOff x="6599718" y="2068734"/>
            <a:chExt cx="940737" cy="721067"/>
          </a:xfrm>
        </p:grpSpPr>
        <p:sp>
          <p:nvSpPr>
            <p:cNvPr id="8738" name="Google Shape;8738;p98"/>
            <p:cNvSpPr/>
            <p:nvPr/>
          </p:nvSpPr>
          <p:spPr>
            <a:xfrm>
              <a:off x="7138953" y="2569473"/>
              <a:ext cx="366935" cy="115933"/>
            </a:xfrm>
            <a:custGeom>
              <a:rect b="b" l="l" r="r" t="t"/>
              <a:pathLst>
                <a:path extrusionOk="0" fill="none" h="33338" w="105517">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cap="flat" cmpd="sng" w="9525">
              <a:solidFill>
                <a:srgbClr val="374F66"/>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9" name="Google Shape;8739;p98"/>
            <p:cNvSpPr/>
            <p:nvPr/>
          </p:nvSpPr>
          <p:spPr>
            <a:xfrm>
              <a:off x="6650497" y="2579172"/>
              <a:ext cx="346397" cy="118079"/>
            </a:xfrm>
            <a:custGeom>
              <a:rect b="b" l="l" r="r" t="t"/>
              <a:pathLst>
                <a:path extrusionOk="0" fill="none" h="33955" w="99611">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cap="flat" cmpd="sng" w="9525">
              <a:solidFill>
                <a:srgbClr val="DBE3E8"/>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0" name="Google Shape;8740;p98"/>
            <p:cNvSpPr/>
            <p:nvPr/>
          </p:nvSpPr>
          <p:spPr>
            <a:xfrm>
              <a:off x="7236268" y="2370428"/>
              <a:ext cx="304187" cy="115978"/>
            </a:xfrm>
            <a:custGeom>
              <a:rect b="b" l="l" r="r" t="t"/>
              <a:pathLst>
                <a:path extrusionOk="0" fill="none" h="33351" w="87473">
                  <a:moveTo>
                    <a:pt x="15181" y="0"/>
                  </a:moveTo>
                  <a:cubicBezTo>
                    <a:pt x="12114" y="11913"/>
                    <a:pt x="6975" y="23210"/>
                    <a:pt x="1" y="33350"/>
                  </a:cubicBezTo>
                  <a:lnTo>
                    <a:pt x="87472" y="33350"/>
                  </a:lnTo>
                  <a:lnTo>
                    <a:pt x="87472" y="0"/>
                  </a:lnTo>
                  <a:close/>
                </a:path>
              </a:pathLst>
            </a:custGeom>
            <a:noFill/>
            <a:ln cap="flat" cmpd="sng" w="9525">
              <a:solidFill>
                <a:srgbClr val="4F677B"/>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1" name="Google Shape;8741;p98"/>
            <p:cNvSpPr/>
            <p:nvPr/>
          </p:nvSpPr>
          <p:spPr>
            <a:xfrm>
              <a:off x="7252744" y="2161243"/>
              <a:ext cx="271454" cy="115982"/>
            </a:xfrm>
            <a:custGeom>
              <a:rect b="b" l="l" r="r" t="t"/>
              <a:pathLst>
                <a:path extrusionOk="0" fill="none" h="33352" w="78060">
                  <a:moveTo>
                    <a:pt x="0" y="1"/>
                  </a:moveTo>
                  <a:cubicBezTo>
                    <a:pt x="7288" y="9714"/>
                    <a:pt x="11762" y="21250"/>
                    <a:pt x="12918" y="33351"/>
                  </a:cubicBezTo>
                  <a:lnTo>
                    <a:pt x="78060" y="33351"/>
                  </a:lnTo>
                  <a:lnTo>
                    <a:pt x="78060" y="1"/>
                  </a:lnTo>
                  <a:close/>
                </a:path>
              </a:pathLst>
            </a:custGeom>
            <a:noFill/>
            <a:ln cap="flat" cmpd="sng" w="9525">
              <a:solidFill>
                <a:srgbClr val="B3C3CE"/>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2" name="Google Shape;8742;p98"/>
            <p:cNvSpPr/>
            <p:nvPr/>
          </p:nvSpPr>
          <p:spPr>
            <a:xfrm>
              <a:off x="6599718" y="2199610"/>
              <a:ext cx="260051" cy="115978"/>
            </a:xfrm>
            <a:custGeom>
              <a:rect b="b" l="l" r="r" t="t"/>
              <a:pathLst>
                <a:path extrusionOk="0" fill="none" h="33351" w="74781">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cap="flat" cmpd="sng" w="9525">
              <a:solidFill>
                <a:srgbClr val="8FA1AF"/>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3" name="Google Shape;8743;p98"/>
            <p:cNvSpPr/>
            <p:nvPr/>
          </p:nvSpPr>
          <p:spPr>
            <a:xfrm>
              <a:off x="6605967" y="2389697"/>
              <a:ext cx="307727" cy="116023"/>
            </a:xfrm>
            <a:custGeom>
              <a:rect b="b" l="l" r="r" t="t"/>
              <a:pathLst>
                <a:path extrusionOk="0" fill="none" h="33364" w="88491">
                  <a:moveTo>
                    <a:pt x="70835" y="1"/>
                  </a:moveTo>
                  <a:lnTo>
                    <a:pt x="1" y="1"/>
                  </a:lnTo>
                  <a:lnTo>
                    <a:pt x="1" y="33363"/>
                  </a:lnTo>
                  <a:lnTo>
                    <a:pt x="88490" y="33363"/>
                  </a:lnTo>
                  <a:cubicBezTo>
                    <a:pt x="80662" y="23386"/>
                    <a:pt x="74680" y="12089"/>
                    <a:pt x="70835" y="1"/>
                  </a:cubicBezTo>
                  <a:close/>
                </a:path>
              </a:pathLst>
            </a:custGeom>
            <a:noFill/>
            <a:ln cap="flat" cmpd="sng" w="9525">
              <a:solidFill>
                <a:srgbClr val="C9D4DC"/>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744" name="Google Shape;8744;p98"/>
            <p:cNvGrpSpPr/>
            <p:nvPr/>
          </p:nvGrpSpPr>
          <p:grpSpPr>
            <a:xfrm>
              <a:off x="6836957" y="2068734"/>
              <a:ext cx="461892" cy="721067"/>
              <a:chOff x="6836957" y="2068734"/>
              <a:chExt cx="461892" cy="721067"/>
            </a:xfrm>
          </p:grpSpPr>
          <p:sp>
            <p:nvSpPr>
              <p:cNvPr id="8745" name="Google Shape;8745;p98"/>
              <p:cNvSpPr/>
              <p:nvPr/>
            </p:nvSpPr>
            <p:spPr>
              <a:xfrm>
                <a:off x="7080441" y="2287271"/>
                <a:ext cx="187336" cy="123319"/>
              </a:xfrm>
              <a:custGeom>
                <a:rect b="b" l="l" r="r" t="t"/>
                <a:pathLst>
                  <a:path extrusionOk="0" fill="none" h="35462" w="53871">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cap="flat" cmpd="sng" w="9525">
                <a:solidFill>
                  <a:srgbClr val="4F677B"/>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6" name="Google Shape;8746;p98"/>
              <p:cNvSpPr/>
              <p:nvPr/>
            </p:nvSpPr>
            <p:spPr>
              <a:xfrm>
                <a:off x="7080441" y="2105091"/>
                <a:ext cx="182750" cy="157141"/>
              </a:xfrm>
              <a:custGeom>
                <a:rect b="b" l="l" r="r" t="t"/>
                <a:pathLst>
                  <a:path extrusionOk="0" fill="none" h="45188" w="52552">
                    <a:moveTo>
                      <a:pt x="1" y="45188"/>
                    </a:moveTo>
                    <a:lnTo>
                      <a:pt x="52551" y="45188"/>
                    </a:lnTo>
                    <a:cubicBezTo>
                      <a:pt x="47211" y="20458"/>
                      <a:pt x="25899" y="1609"/>
                      <a:pt x="1" y="1"/>
                    </a:cubicBezTo>
                    <a:close/>
                  </a:path>
                </a:pathLst>
              </a:custGeom>
              <a:noFill/>
              <a:ln cap="flat" cmpd="sng" w="9525">
                <a:solidFill>
                  <a:srgbClr val="B3C3CE"/>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7" name="Google Shape;8747;p98"/>
              <p:cNvSpPr/>
              <p:nvPr/>
            </p:nvSpPr>
            <p:spPr>
              <a:xfrm>
                <a:off x="6872702" y="2287006"/>
                <a:ext cx="187378" cy="123364"/>
              </a:xfrm>
              <a:custGeom>
                <a:rect b="b" l="l" r="r" t="t"/>
                <a:pathLst>
                  <a:path extrusionOk="0" fill="none" h="35475" w="53883">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cap="flat" cmpd="sng" w="9525">
                <a:solidFill>
                  <a:srgbClr val="C9D4DC"/>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8" name="Google Shape;8748;p98"/>
              <p:cNvSpPr/>
              <p:nvPr/>
            </p:nvSpPr>
            <p:spPr>
              <a:xfrm>
                <a:off x="6902504" y="2430686"/>
                <a:ext cx="152902" cy="185984"/>
              </a:xfrm>
              <a:custGeom>
                <a:rect b="b" l="l" r="r" t="t"/>
                <a:pathLst>
                  <a:path extrusionOk="0" fill="none" h="53482" w="43969">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cap="flat" cmpd="sng" w="9525">
                <a:solidFill>
                  <a:srgbClr val="DBE3E8"/>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9" name="Google Shape;8749;p98"/>
              <p:cNvSpPr/>
              <p:nvPr/>
            </p:nvSpPr>
            <p:spPr>
              <a:xfrm>
                <a:off x="6877289" y="2104831"/>
                <a:ext cx="182791" cy="157141"/>
              </a:xfrm>
              <a:custGeom>
                <a:rect b="b" l="l" r="r" t="t"/>
                <a:pathLst>
                  <a:path extrusionOk="0" fill="none" h="45188" w="52564">
                    <a:moveTo>
                      <a:pt x="52564" y="45187"/>
                    </a:moveTo>
                    <a:lnTo>
                      <a:pt x="52564" y="0"/>
                    </a:lnTo>
                    <a:cubicBezTo>
                      <a:pt x="26653" y="1621"/>
                      <a:pt x="5354" y="20470"/>
                      <a:pt x="1" y="45187"/>
                    </a:cubicBezTo>
                    <a:close/>
                  </a:path>
                </a:pathLst>
              </a:custGeom>
              <a:noFill/>
              <a:ln cap="flat" cmpd="sng" w="9525">
                <a:solidFill>
                  <a:srgbClr val="8FA1AF"/>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0" name="Google Shape;8750;p98"/>
              <p:cNvSpPr/>
              <p:nvPr/>
            </p:nvSpPr>
            <p:spPr>
              <a:xfrm>
                <a:off x="7080441" y="2430686"/>
                <a:ext cx="152860" cy="185938"/>
              </a:xfrm>
              <a:custGeom>
                <a:rect b="b" l="l" r="r" t="t"/>
                <a:pathLst>
                  <a:path extrusionOk="0" fill="none" h="53469" w="43957">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cap="flat" cmpd="sng" w="9525">
                <a:solidFill>
                  <a:srgbClr val="374F66"/>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751" name="Google Shape;8751;p98"/>
              <p:cNvGrpSpPr/>
              <p:nvPr/>
            </p:nvGrpSpPr>
            <p:grpSpPr>
              <a:xfrm>
                <a:off x="6836957" y="2068734"/>
                <a:ext cx="461892" cy="721067"/>
                <a:chOff x="6836957" y="2068734"/>
                <a:chExt cx="461892" cy="721067"/>
              </a:xfrm>
            </p:grpSpPr>
            <p:sp>
              <p:nvSpPr>
                <p:cNvPr id="8752" name="Google Shape;8752;p98"/>
                <p:cNvSpPr/>
                <p:nvPr/>
              </p:nvSpPr>
              <p:spPr>
                <a:xfrm>
                  <a:off x="6996059" y="2711098"/>
                  <a:ext cx="143729" cy="78703"/>
                </a:xfrm>
                <a:custGeom>
                  <a:rect b="b" l="l" r="r" t="t"/>
                  <a:pathLst>
                    <a:path extrusionOk="0" fill="none" h="22632" w="41331">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cap="flat" cmpd="sng" w="9525">
                  <a:solidFill>
                    <a:srgbClr val="E3E7EA"/>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3" name="Google Shape;8753;p98"/>
                <p:cNvSpPr/>
                <p:nvPr/>
              </p:nvSpPr>
              <p:spPr>
                <a:xfrm>
                  <a:off x="6996059" y="2647693"/>
                  <a:ext cx="143683" cy="88753"/>
                </a:xfrm>
                <a:custGeom>
                  <a:rect b="b" l="l" r="r" t="t"/>
                  <a:pathLst>
                    <a:path extrusionOk="0" fill="none" h="25522" w="41318">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cap="flat" cmpd="sng" w="9525">
                  <a:solidFill>
                    <a:srgbClr val="E3E7EA"/>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4" name="Google Shape;8754;p98"/>
                <p:cNvSpPr/>
                <p:nvPr/>
              </p:nvSpPr>
              <p:spPr>
                <a:xfrm>
                  <a:off x="6990467" y="2723683"/>
                  <a:ext cx="154870" cy="12721"/>
                </a:xfrm>
                <a:custGeom>
                  <a:rect b="b" l="l" r="r" t="t"/>
                  <a:pathLst>
                    <a:path extrusionOk="0" fill="none" h="3658" w="44535">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5" name="Google Shape;8755;p98"/>
                <p:cNvSpPr/>
                <p:nvPr/>
              </p:nvSpPr>
              <p:spPr>
                <a:xfrm>
                  <a:off x="6990467" y="2698339"/>
                  <a:ext cx="154870" cy="12762"/>
                </a:xfrm>
                <a:custGeom>
                  <a:rect b="b" l="l" r="r" t="t"/>
                  <a:pathLst>
                    <a:path extrusionOk="0" fill="none" h="3670" w="44535">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6" name="Google Shape;8756;p98"/>
                <p:cNvSpPr/>
                <p:nvPr/>
              </p:nvSpPr>
              <p:spPr>
                <a:xfrm>
                  <a:off x="6990467" y="2647648"/>
                  <a:ext cx="154870" cy="12762"/>
                </a:xfrm>
                <a:custGeom>
                  <a:rect b="b" l="l" r="r" t="t"/>
                  <a:pathLst>
                    <a:path extrusionOk="0" fill="none" h="3670" w="44535">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7" name="Google Shape;8757;p98"/>
                <p:cNvSpPr/>
                <p:nvPr/>
              </p:nvSpPr>
              <p:spPr>
                <a:xfrm>
                  <a:off x="6990467" y="2672992"/>
                  <a:ext cx="154870" cy="12766"/>
                </a:xfrm>
                <a:custGeom>
                  <a:rect b="b" l="l" r="r" t="t"/>
                  <a:pathLst>
                    <a:path extrusionOk="0" fill="none" h="3671" w="44535">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8" name="Google Shape;8758;p98"/>
                <p:cNvSpPr/>
                <p:nvPr/>
              </p:nvSpPr>
              <p:spPr>
                <a:xfrm>
                  <a:off x="6836957" y="2068734"/>
                  <a:ext cx="461892" cy="589756"/>
                </a:xfrm>
                <a:custGeom>
                  <a:rect b="b" l="l" r="r" t="t"/>
                  <a:pathLst>
                    <a:path extrusionOk="0" fill="none" h="169592" w="132823">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cap="flat" cmpd="sng" w="9525">
                  <a:solidFill>
                    <a:srgbClr val="FEFEFE"/>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8759" name="Google Shape;8759;p98"/>
          <p:cNvGrpSpPr/>
          <p:nvPr/>
        </p:nvGrpSpPr>
        <p:grpSpPr>
          <a:xfrm>
            <a:off x="2412267" y="1858149"/>
            <a:ext cx="712577" cy="712374"/>
            <a:chOff x="2559249" y="2069323"/>
            <a:chExt cx="685566" cy="685634"/>
          </a:xfrm>
        </p:grpSpPr>
        <p:sp>
          <p:nvSpPr>
            <p:cNvPr id="8760" name="Google Shape;8760;p98"/>
            <p:cNvSpPr/>
            <p:nvPr/>
          </p:nvSpPr>
          <p:spPr>
            <a:xfrm>
              <a:off x="2637836" y="2532965"/>
              <a:ext cx="376180" cy="221993"/>
            </a:xfrm>
            <a:custGeom>
              <a:rect b="b" l="l" r="r" t="t"/>
              <a:pathLst>
                <a:path extrusionOk="0" h="67784" w="114864">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1" name="Google Shape;8761;p98"/>
            <p:cNvSpPr/>
            <p:nvPr/>
          </p:nvSpPr>
          <p:spPr>
            <a:xfrm>
              <a:off x="2910955" y="2421038"/>
              <a:ext cx="327385" cy="318821"/>
            </a:xfrm>
            <a:custGeom>
              <a:rect b="b" l="l" r="r" t="t"/>
              <a:pathLst>
                <a:path extrusionOk="0" h="97350" w="99965">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2" name="Google Shape;8762;p98"/>
            <p:cNvSpPr/>
            <p:nvPr/>
          </p:nvSpPr>
          <p:spPr>
            <a:xfrm>
              <a:off x="3122726" y="2149918"/>
              <a:ext cx="10490" cy="10015"/>
            </a:xfrm>
            <a:custGeom>
              <a:rect b="b" l="l" r="r" t="t"/>
              <a:pathLst>
                <a:path extrusionOk="0" h="3058" w="3203">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3" name="Google Shape;8763;p98"/>
            <p:cNvSpPr/>
            <p:nvPr/>
          </p:nvSpPr>
          <p:spPr>
            <a:xfrm>
              <a:off x="3022956" y="2159929"/>
              <a:ext cx="221858" cy="379216"/>
            </a:xfrm>
            <a:custGeom>
              <a:rect b="b" l="l" r="r" t="t"/>
              <a:pathLst>
                <a:path extrusionOk="0" h="115791" w="67743">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4" name="Google Shape;8764;p98"/>
            <p:cNvSpPr/>
            <p:nvPr/>
          </p:nvSpPr>
          <p:spPr>
            <a:xfrm>
              <a:off x="3001649" y="2257452"/>
              <a:ext cx="4395" cy="2908"/>
            </a:xfrm>
            <a:custGeom>
              <a:rect b="b" l="l" r="r" t="t"/>
              <a:pathLst>
                <a:path extrusionOk="0" h="888" w="1342">
                  <a:moveTo>
                    <a:pt x="1" y="1"/>
                  </a:moveTo>
                  <a:cubicBezTo>
                    <a:pt x="449" y="291"/>
                    <a:pt x="898" y="587"/>
                    <a:pt x="1341" y="888"/>
                  </a:cubicBezTo>
                  <a:cubicBezTo>
                    <a:pt x="898" y="587"/>
                    <a:pt x="449" y="291"/>
                    <a:pt x="1" y="1"/>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5" name="Google Shape;8765;p98"/>
            <p:cNvSpPr/>
            <p:nvPr/>
          </p:nvSpPr>
          <p:spPr>
            <a:xfrm>
              <a:off x="3006814" y="2260907"/>
              <a:ext cx="504" cy="373"/>
            </a:xfrm>
            <a:custGeom>
              <a:rect b="b" l="l" r="r" t="t"/>
              <a:pathLst>
                <a:path extrusionOk="0" h="114" w="154">
                  <a:moveTo>
                    <a:pt x="1" y="0"/>
                  </a:moveTo>
                  <a:lnTo>
                    <a:pt x="1" y="0"/>
                  </a:lnTo>
                  <a:cubicBezTo>
                    <a:pt x="50" y="40"/>
                    <a:pt x="104" y="74"/>
                    <a:pt x="154" y="114"/>
                  </a:cubicBezTo>
                  <a:cubicBezTo>
                    <a:pt x="104" y="74"/>
                    <a:pt x="55" y="40"/>
                    <a:pt x="1" y="0"/>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6" name="Google Shape;8766;p98"/>
            <p:cNvSpPr/>
            <p:nvPr/>
          </p:nvSpPr>
          <p:spPr>
            <a:xfrm>
              <a:off x="3007315" y="2261277"/>
              <a:ext cx="15645" cy="12190"/>
            </a:xfrm>
            <a:custGeom>
              <a:rect b="b" l="l" r="r" t="t"/>
              <a:pathLst>
                <a:path extrusionOk="0" h="3722" w="4777">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7" name="Google Shape;8767;p98"/>
            <p:cNvSpPr/>
            <p:nvPr/>
          </p:nvSpPr>
          <p:spPr>
            <a:xfrm>
              <a:off x="3006025" y="2260357"/>
              <a:ext cx="793" cy="553"/>
            </a:xfrm>
            <a:custGeom>
              <a:rect b="b" l="l" r="r" t="t"/>
              <a:pathLst>
                <a:path extrusionOk="0" h="169" w="242">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8" name="Google Shape;8768;p98"/>
            <p:cNvSpPr/>
            <p:nvPr/>
          </p:nvSpPr>
          <p:spPr>
            <a:xfrm>
              <a:off x="2790124" y="2069323"/>
              <a:ext cx="376068" cy="221963"/>
            </a:xfrm>
            <a:custGeom>
              <a:rect b="b" l="l" r="r" t="t"/>
              <a:pathLst>
                <a:path extrusionOk="0" h="67775" w="11483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9" name="Google Shape;8769;p98"/>
            <p:cNvSpPr/>
            <p:nvPr/>
          </p:nvSpPr>
          <p:spPr>
            <a:xfrm>
              <a:off x="2559328" y="2381300"/>
              <a:ext cx="1294" cy="21877"/>
            </a:xfrm>
            <a:custGeom>
              <a:rect b="b" l="l" r="r" t="t"/>
              <a:pathLst>
                <a:path extrusionOk="0" h="6680" w="395">
                  <a:moveTo>
                    <a:pt x="395" y="1"/>
                  </a:moveTo>
                  <a:cubicBezTo>
                    <a:pt x="193" y="2219"/>
                    <a:pt x="65" y="4447"/>
                    <a:pt x="1" y="6679"/>
                  </a:cubicBezTo>
                  <a:lnTo>
                    <a:pt x="15" y="6679"/>
                  </a:lnTo>
                  <a:cubicBezTo>
                    <a:pt x="70" y="4447"/>
                    <a:pt x="198" y="2224"/>
                    <a:pt x="395" y="1"/>
                  </a:cubicBezTo>
                  <a:close/>
                </a:path>
              </a:pathLst>
            </a:custGeom>
            <a:solidFill>
              <a:srgbClr val="A5B7C5"/>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0" name="Google Shape;8770;p98"/>
            <p:cNvSpPr/>
            <p:nvPr/>
          </p:nvSpPr>
          <p:spPr>
            <a:xfrm>
              <a:off x="2565429" y="2084349"/>
              <a:ext cx="327628" cy="318828"/>
            </a:xfrm>
            <a:custGeom>
              <a:rect b="b" l="l" r="r" t="t"/>
              <a:pathLst>
                <a:path extrusionOk="0" h="97352" w="100039">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1" name="Google Shape;8771;p98"/>
            <p:cNvSpPr/>
            <p:nvPr/>
          </p:nvSpPr>
          <p:spPr>
            <a:xfrm>
              <a:off x="2560618" y="2347407"/>
              <a:ext cx="4814" cy="33896"/>
            </a:xfrm>
            <a:custGeom>
              <a:rect b="b" l="l" r="r" t="t"/>
              <a:pathLst>
                <a:path extrusionOk="0" h="10350" w="147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2" name="Google Shape;8772;p98"/>
            <p:cNvSpPr/>
            <p:nvPr/>
          </p:nvSpPr>
          <p:spPr>
            <a:xfrm>
              <a:off x="2559249" y="2285083"/>
              <a:ext cx="222808" cy="417520"/>
            </a:xfrm>
            <a:custGeom>
              <a:rect b="b" l="l" r="r" t="t"/>
              <a:pathLst>
                <a:path extrusionOk="0" h="127487" w="68033">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73" name="Google Shape;8773;p98"/>
          <p:cNvGrpSpPr/>
          <p:nvPr/>
        </p:nvGrpSpPr>
        <p:grpSpPr>
          <a:xfrm>
            <a:off x="7594705" y="970938"/>
            <a:ext cx="845645" cy="711911"/>
            <a:chOff x="951975" y="315800"/>
            <a:chExt cx="5860325" cy="4933550"/>
          </a:xfrm>
        </p:grpSpPr>
        <p:sp>
          <p:nvSpPr>
            <p:cNvPr id="8774" name="Google Shape;8774;p98"/>
            <p:cNvSpPr/>
            <p:nvPr/>
          </p:nvSpPr>
          <p:spPr>
            <a:xfrm>
              <a:off x="6501500" y="3684025"/>
              <a:ext cx="310800" cy="261200"/>
            </a:xfrm>
            <a:custGeom>
              <a:rect b="b" l="l" r="r" t="t"/>
              <a:pathLst>
                <a:path extrusionOk="0" h="10448" w="12432">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5" name="Google Shape;8775;p98"/>
            <p:cNvSpPr/>
            <p:nvPr/>
          </p:nvSpPr>
          <p:spPr>
            <a:xfrm>
              <a:off x="6501500" y="2945200"/>
              <a:ext cx="310800" cy="261925"/>
            </a:xfrm>
            <a:custGeom>
              <a:rect b="b" l="l" r="r" t="t"/>
              <a:pathLst>
                <a:path extrusionOk="0" h="10477" w="12432">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6" name="Google Shape;8776;p98"/>
            <p:cNvSpPr/>
            <p:nvPr/>
          </p:nvSpPr>
          <p:spPr>
            <a:xfrm>
              <a:off x="6501500" y="2202650"/>
              <a:ext cx="310800" cy="266400"/>
            </a:xfrm>
            <a:custGeom>
              <a:rect b="b" l="l" r="r" t="t"/>
              <a:pathLst>
                <a:path extrusionOk="0" h="10656" w="12432">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7" name="Google Shape;8777;p98"/>
            <p:cNvSpPr/>
            <p:nvPr/>
          </p:nvSpPr>
          <p:spPr>
            <a:xfrm>
              <a:off x="951975" y="3495675"/>
              <a:ext cx="5460750" cy="1753675"/>
            </a:xfrm>
            <a:custGeom>
              <a:rect b="b" l="l" r="r" t="t"/>
              <a:pathLst>
                <a:path extrusionOk="0" fill="none" h="70147" w="218430">
                  <a:moveTo>
                    <a:pt x="29746" y="1"/>
                  </a:moveTo>
                  <a:lnTo>
                    <a:pt x="0" y="14430"/>
                  </a:lnTo>
                  <a:lnTo>
                    <a:pt x="109215" y="70147"/>
                  </a:lnTo>
                  <a:lnTo>
                    <a:pt x="218429" y="14430"/>
                  </a:lnTo>
                  <a:lnTo>
                    <a:pt x="188684" y="1"/>
                  </a:lnTo>
                  <a:lnTo>
                    <a:pt x="109215" y="40623"/>
                  </a:lnTo>
                  <a:close/>
                </a:path>
              </a:pathLst>
            </a:custGeom>
            <a:noFill/>
            <a:ln cap="flat" cmpd="sng" w="9525">
              <a:solidFill>
                <a:srgbClr val="435D74"/>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8" name="Google Shape;8778;p98"/>
            <p:cNvSpPr/>
            <p:nvPr/>
          </p:nvSpPr>
          <p:spPr>
            <a:xfrm>
              <a:off x="951975" y="2757600"/>
              <a:ext cx="5460750" cy="1753675"/>
            </a:xfrm>
            <a:custGeom>
              <a:rect b="b" l="l" r="r" t="t"/>
              <a:pathLst>
                <a:path extrusionOk="0" fill="none" h="70147" w="21843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cap="flat" cmpd="sng" w="9525">
              <a:solidFill>
                <a:srgbClr val="869FB2"/>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9" name="Google Shape;8779;p98"/>
            <p:cNvSpPr/>
            <p:nvPr/>
          </p:nvSpPr>
          <p:spPr>
            <a:xfrm>
              <a:off x="951975" y="2019500"/>
              <a:ext cx="5460750" cy="1753675"/>
            </a:xfrm>
            <a:custGeom>
              <a:rect b="b" l="l" r="r" t="t"/>
              <a:pathLst>
                <a:path extrusionOk="0" fill="none" h="70147" w="21843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cap="flat" cmpd="sng" w="9525">
              <a:solidFill>
                <a:srgbClr val="BAC8D3"/>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0" name="Google Shape;8780;p98"/>
            <p:cNvSpPr/>
            <p:nvPr/>
          </p:nvSpPr>
          <p:spPr>
            <a:xfrm>
              <a:off x="951975" y="315800"/>
              <a:ext cx="5460750" cy="2719300"/>
            </a:xfrm>
            <a:custGeom>
              <a:rect b="b" l="l" r="r" t="t"/>
              <a:pathLst>
                <a:path extrusionOk="0" fill="none" h="108772" w="218430">
                  <a:moveTo>
                    <a:pt x="109215" y="1"/>
                  </a:moveTo>
                  <a:lnTo>
                    <a:pt x="0" y="52832"/>
                  </a:lnTo>
                  <a:lnTo>
                    <a:pt x="109215" y="108771"/>
                  </a:lnTo>
                  <a:lnTo>
                    <a:pt x="218429" y="52832"/>
                  </a:ln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1" name="Google Shape;8781;p98"/>
            <p:cNvSpPr/>
            <p:nvPr/>
          </p:nvSpPr>
          <p:spPr>
            <a:xfrm>
              <a:off x="6501500" y="1464200"/>
              <a:ext cx="310800" cy="261550"/>
            </a:xfrm>
            <a:custGeom>
              <a:rect b="b" l="l" r="r" t="t"/>
              <a:pathLst>
                <a:path extrusionOk="0" h="10462" w="12432">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82" name="Google Shape;8782;p98"/>
          <p:cNvGrpSpPr/>
          <p:nvPr/>
        </p:nvGrpSpPr>
        <p:grpSpPr>
          <a:xfrm>
            <a:off x="3691834" y="2707047"/>
            <a:ext cx="1617932" cy="621724"/>
            <a:chOff x="3862800" y="3038525"/>
            <a:chExt cx="1329006" cy="510698"/>
          </a:xfrm>
        </p:grpSpPr>
        <p:sp>
          <p:nvSpPr>
            <p:cNvPr id="8783" name="Google Shape;8783;p98"/>
            <p:cNvSpPr/>
            <p:nvPr/>
          </p:nvSpPr>
          <p:spPr>
            <a:xfrm>
              <a:off x="4185913" y="3040337"/>
              <a:ext cx="71107" cy="143789"/>
            </a:xfrm>
            <a:custGeom>
              <a:rect b="b" l="l" r="r" t="t"/>
              <a:pathLst>
                <a:path extrusionOk="0" h="29770" w="14722">
                  <a:moveTo>
                    <a:pt x="0" y="1"/>
                  </a:moveTo>
                  <a:cubicBezTo>
                    <a:pt x="0" y="11614"/>
                    <a:pt x="5398" y="22573"/>
                    <a:pt x="14721" y="29770"/>
                  </a:cubicBezTo>
                  <a:cubicBezTo>
                    <a:pt x="5562" y="22573"/>
                    <a:pt x="164" y="11614"/>
                    <a:pt x="164" y="1"/>
                  </a:cubicBez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4" name="Google Shape;8784;p98"/>
            <p:cNvSpPr/>
            <p:nvPr/>
          </p:nvSpPr>
          <p:spPr>
            <a:xfrm>
              <a:off x="3967075" y="3045080"/>
              <a:ext cx="403706" cy="397383"/>
            </a:xfrm>
            <a:custGeom>
              <a:rect b="b" l="l" r="r" t="t"/>
              <a:pathLst>
                <a:path extrusionOk="0" h="82274" w="83583">
                  <a:moveTo>
                    <a:pt x="83583" y="82273"/>
                  </a:moveTo>
                  <a:cubicBezTo>
                    <a:pt x="37948" y="82273"/>
                    <a:pt x="655" y="45635"/>
                    <a:pt x="0" y="0"/>
                  </a:cubicBezTo>
                  <a:cubicBezTo>
                    <a:pt x="655" y="45635"/>
                    <a:pt x="37948" y="82273"/>
                    <a:pt x="83583" y="82273"/>
                  </a:cubicBezTo>
                  <a:close/>
                </a:path>
              </a:pathLst>
            </a:custGeom>
            <a:solidFill>
              <a:srgbClr val="445D73"/>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785" name="Google Shape;8785;p98"/>
            <p:cNvGrpSpPr/>
            <p:nvPr/>
          </p:nvGrpSpPr>
          <p:grpSpPr>
            <a:xfrm>
              <a:off x="3967075" y="3040337"/>
              <a:ext cx="1019927" cy="402126"/>
              <a:chOff x="3967075" y="3040337"/>
              <a:chExt cx="1019927" cy="402126"/>
            </a:xfrm>
          </p:grpSpPr>
          <p:sp>
            <p:nvSpPr>
              <p:cNvPr id="8786" name="Google Shape;8786;p98"/>
              <p:cNvSpPr/>
              <p:nvPr/>
            </p:nvSpPr>
            <p:spPr>
              <a:xfrm>
                <a:off x="4369197" y="3335999"/>
                <a:ext cx="617805" cy="105869"/>
              </a:xfrm>
              <a:custGeom>
                <a:rect b="b" l="l" r="r" t="t"/>
                <a:pathLst>
                  <a:path extrusionOk="0" fill="none" h="21919" w="127910">
                    <a:moveTo>
                      <a:pt x="1" y="21918"/>
                    </a:moveTo>
                    <a:lnTo>
                      <a:pt x="127909" y="21918"/>
                    </a:lnTo>
                    <a:lnTo>
                      <a:pt x="127909" y="1"/>
                    </a:lnTo>
                    <a:lnTo>
                      <a:pt x="164" y="164"/>
                    </a:lnTo>
                  </a:path>
                </a:pathLst>
              </a:custGeom>
              <a:noFill/>
              <a:ln cap="flat" cmpd="sng" w="9525">
                <a:solidFill>
                  <a:srgbClr val="869FB1"/>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7" name="Google Shape;8787;p98"/>
              <p:cNvSpPr/>
              <p:nvPr/>
            </p:nvSpPr>
            <p:spPr>
              <a:xfrm>
                <a:off x="3967075" y="3040337"/>
                <a:ext cx="403706" cy="402126"/>
              </a:xfrm>
              <a:custGeom>
                <a:rect b="b" l="l" r="r" t="t"/>
                <a:pathLst>
                  <a:path extrusionOk="0" fill="none" h="83256" w="83583">
                    <a:moveTo>
                      <a:pt x="83419" y="61501"/>
                    </a:moveTo>
                    <a:cubicBezTo>
                      <a:pt x="49397" y="61501"/>
                      <a:pt x="21755" y="34022"/>
                      <a:pt x="21755" y="1"/>
                    </a:cubicBezTo>
                    <a:lnTo>
                      <a:pt x="0" y="1"/>
                    </a:lnTo>
                    <a:lnTo>
                      <a:pt x="0" y="982"/>
                    </a:lnTo>
                    <a:cubicBezTo>
                      <a:pt x="818" y="46617"/>
                      <a:pt x="37948" y="83255"/>
                      <a:pt x="83583" y="83255"/>
                    </a:cubicBezTo>
                  </a:path>
                </a:pathLst>
              </a:custGeom>
              <a:noFill/>
              <a:ln cap="flat" cmpd="sng" w="9525">
                <a:solidFill>
                  <a:srgbClr val="869FB1"/>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88" name="Google Shape;8788;p98"/>
            <p:cNvGrpSpPr/>
            <p:nvPr/>
          </p:nvGrpSpPr>
          <p:grpSpPr>
            <a:xfrm>
              <a:off x="4186700" y="3040337"/>
              <a:ext cx="390475" cy="183289"/>
              <a:chOff x="4186700" y="3040337"/>
              <a:chExt cx="390475" cy="183289"/>
            </a:xfrm>
          </p:grpSpPr>
          <p:sp>
            <p:nvSpPr>
              <p:cNvPr id="8789" name="Google Shape;8789;p98"/>
              <p:cNvSpPr/>
              <p:nvPr/>
            </p:nvSpPr>
            <p:spPr>
              <a:xfrm>
                <a:off x="4370181" y="3120129"/>
                <a:ext cx="206994" cy="103497"/>
              </a:xfrm>
              <a:custGeom>
                <a:rect b="b" l="l" r="r" t="t"/>
                <a:pathLst>
                  <a:path extrusionOk="0" fill="none" h="21428" w="42856">
                    <a:moveTo>
                      <a:pt x="1" y="21428"/>
                    </a:moveTo>
                    <a:lnTo>
                      <a:pt x="42855" y="21428"/>
                    </a:lnTo>
                    <a:lnTo>
                      <a:pt x="42855" y="1"/>
                    </a:lnTo>
                    <a:lnTo>
                      <a:pt x="1" y="1"/>
                    </a:lnTo>
                  </a:path>
                </a:pathLst>
              </a:custGeom>
              <a:noFill/>
              <a:ln cap="flat" cmpd="sng" w="9525">
                <a:solidFill>
                  <a:srgbClr val="E3E9ED"/>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0" name="Google Shape;8790;p98"/>
              <p:cNvSpPr/>
              <p:nvPr/>
            </p:nvSpPr>
            <p:spPr>
              <a:xfrm>
                <a:off x="4186700" y="3040337"/>
                <a:ext cx="184081" cy="183289"/>
              </a:xfrm>
              <a:custGeom>
                <a:rect b="b" l="l" r="r" t="t"/>
                <a:pathLst>
                  <a:path extrusionOk="0" fill="none" h="37948" w="38112">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cap="flat" cmpd="sng" w="9525">
                <a:solidFill>
                  <a:srgbClr val="E3E9ED"/>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91" name="Google Shape;8791;p98"/>
            <p:cNvGrpSpPr/>
            <p:nvPr/>
          </p:nvGrpSpPr>
          <p:grpSpPr>
            <a:xfrm>
              <a:off x="4073727" y="3040337"/>
              <a:ext cx="697794" cy="296263"/>
              <a:chOff x="4073727" y="3040337"/>
              <a:chExt cx="697794" cy="296263"/>
            </a:xfrm>
          </p:grpSpPr>
          <p:sp>
            <p:nvSpPr>
              <p:cNvPr id="8792" name="Google Shape;8792;p98"/>
              <p:cNvSpPr/>
              <p:nvPr/>
            </p:nvSpPr>
            <p:spPr>
              <a:xfrm>
                <a:off x="4370181" y="3223621"/>
                <a:ext cx="401339" cy="112979"/>
              </a:xfrm>
              <a:custGeom>
                <a:rect b="b" l="l" r="r" t="t"/>
                <a:pathLst>
                  <a:path extrusionOk="0" fill="none" h="23391" w="83093">
                    <a:moveTo>
                      <a:pt x="1" y="23391"/>
                    </a:moveTo>
                    <a:lnTo>
                      <a:pt x="83092" y="23391"/>
                    </a:lnTo>
                    <a:lnTo>
                      <a:pt x="83092" y="1"/>
                    </a:lnTo>
                    <a:lnTo>
                      <a:pt x="1" y="1"/>
                    </a:lnTo>
                  </a:path>
                </a:pathLst>
              </a:custGeom>
              <a:noFill/>
              <a:ln cap="flat" cmpd="sng" w="9525">
                <a:solidFill>
                  <a:srgbClr val="CFD9E0"/>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3" name="Google Shape;8793;p98"/>
              <p:cNvSpPr/>
              <p:nvPr/>
            </p:nvSpPr>
            <p:spPr>
              <a:xfrm>
                <a:off x="4073727" y="3040337"/>
                <a:ext cx="297055" cy="296263"/>
              </a:xfrm>
              <a:custGeom>
                <a:rect b="b" l="l" r="r" t="t"/>
                <a:pathLst>
                  <a:path extrusionOk="0" fill="none" h="61338" w="61502">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cap="flat" cmpd="sng" w="9525">
                <a:solidFill>
                  <a:srgbClr val="CFD9E0"/>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94" name="Google Shape;8794;p98"/>
            <p:cNvGrpSpPr/>
            <p:nvPr/>
          </p:nvGrpSpPr>
          <p:grpSpPr>
            <a:xfrm>
              <a:off x="3862800" y="3038525"/>
              <a:ext cx="1329006" cy="510698"/>
              <a:chOff x="3862800" y="3038525"/>
              <a:chExt cx="1329006" cy="510698"/>
            </a:xfrm>
          </p:grpSpPr>
          <p:sp>
            <p:nvSpPr>
              <p:cNvPr id="8795" name="Google Shape;8795;p98"/>
              <p:cNvSpPr/>
              <p:nvPr/>
            </p:nvSpPr>
            <p:spPr>
              <a:xfrm>
                <a:off x="4370175" y="3441875"/>
                <a:ext cx="821631" cy="107348"/>
              </a:xfrm>
              <a:custGeom>
                <a:rect b="b" l="l" r="r" t="t"/>
                <a:pathLst>
                  <a:path extrusionOk="0" fill="none" h="21919" w="170110">
                    <a:moveTo>
                      <a:pt x="1" y="21918"/>
                    </a:moveTo>
                    <a:lnTo>
                      <a:pt x="170110" y="21918"/>
                    </a:lnTo>
                    <a:lnTo>
                      <a:pt x="170110" y="0"/>
                    </a:lnTo>
                    <a:lnTo>
                      <a:pt x="1" y="0"/>
                    </a:lnTo>
                  </a:path>
                </a:pathLst>
              </a:custGeom>
              <a:noFill/>
              <a:ln cap="flat" cmpd="sng" w="9525">
                <a:solidFill>
                  <a:srgbClr val="445D73"/>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6" name="Google Shape;8796;p98"/>
              <p:cNvSpPr/>
              <p:nvPr/>
            </p:nvSpPr>
            <p:spPr>
              <a:xfrm>
                <a:off x="3862800" y="3038525"/>
                <a:ext cx="507990" cy="510620"/>
              </a:xfrm>
              <a:custGeom>
                <a:rect b="b" l="l" r="r" t="t"/>
                <a:pathLst>
                  <a:path extrusionOk="0" fill="none" h="105500" w="105174">
                    <a:moveTo>
                      <a:pt x="105174" y="83418"/>
                    </a:moveTo>
                    <a:cubicBezTo>
                      <a:pt x="59539" y="83418"/>
                      <a:pt x="22246" y="46780"/>
                      <a:pt x="21591" y="1145"/>
                    </a:cubicBezTo>
                    <a:lnTo>
                      <a:pt x="21591" y="0"/>
                    </a:lnTo>
                    <a:lnTo>
                      <a:pt x="1" y="0"/>
                    </a:lnTo>
                    <a:cubicBezTo>
                      <a:pt x="1" y="58229"/>
                      <a:pt x="46944" y="105336"/>
                      <a:pt x="105174" y="105500"/>
                    </a:cubicBezTo>
                  </a:path>
                </a:pathLst>
              </a:custGeom>
              <a:noFill/>
              <a:ln cap="flat" cmpd="sng" w="9525">
                <a:solidFill>
                  <a:srgbClr val="445D73"/>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797" name="Google Shape;8797;p98"/>
          <p:cNvGrpSpPr/>
          <p:nvPr/>
        </p:nvGrpSpPr>
        <p:grpSpPr>
          <a:xfrm>
            <a:off x="700156" y="970938"/>
            <a:ext cx="883205" cy="775176"/>
            <a:chOff x="649648" y="271400"/>
            <a:chExt cx="6215377" cy="5455143"/>
          </a:xfrm>
        </p:grpSpPr>
        <p:sp>
          <p:nvSpPr>
            <p:cNvPr id="8798" name="Google Shape;8798;p98"/>
            <p:cNvSpPr/>
            <p:nvPr/>
          </p:nvSpPr>
          <p:spPr>
            <a:xfrm>
              <a:off x="2641907" y="3717593"/>
              <a:ext cx="3573900" cy="2008950"/>
            </a:xfrm>
            <a:custGeom>
              <a:rect b="b" l="l" r="r" t="t"/>
              <a:pathLst>
                <a:path extrusionOk="0" fill="none" h="80358" w="142956">
                  <a:moveTo>
                    <a:pt x="0" y="50612"/>
                  </a:moveTo>
                  <a:cubicBezTo>
                    <a:pt x="53053" y="80357"/>
                    <a:pt x="120314" y="56605"/>
                    <a:pt x="142956" y="0"/>
                  </a:cubicBezTo>
                </a:path>
              </a:pathLst>
            </a:custGeom>
            <a:noFill/>
            <a:ln cap="flat" cmpd="sng" w="9525">
              <a:solidFill>
                <a:srgbClr val="325D79"/>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9" name="Google Shape;8799;p98"/>
            <p:cNvSpPr/>
            <p:nvPr/>
          </p:nvSpPr>
          <p:spPr>
            <a:xfrm>
              <a:off x="1359875" y="2446825"/>
              <a:ext cx="338550" cy="1598275"/>
            </a:xfrm>
            <a:custGeom>
              <a:rect b="b" l="l" r="r" t="t"/>
              <a:pathLst>
                <a:path extrusionOk="0" fill="none" h="63931" w="13542">
                  <a:moveTo>
                    <a:pt x="888" y="0"/>
                  </a:moveTo>
                  <a:cubicBezTo>
                    <a:pt x="223" y="4440"/>
                    <a:pt x="1" y="9102"/>
                    <a:pt x="1" y="13763"/>
                  </a:cubicBezTo>
                  <a:cubicBezTo>
                    <a:pt x="1" y="31300"/>
                    <a:pt x="4662" y="48614"/>
                    <a:pt x="13541" y="63931"/>
                  </a:cubicBezTo>
                </a:path>
              </a:pathLst>
            </a:custGeom>
            <a:noFill/>
            <a:ln cap="flat" cmpd="sng" w="9525">
              <a:solidFill>
                <a:srgbClr val="325D79"/>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0" name="Google Shape;8800;p98"/>
            <p:cNvSpPr/>
            <p:nvPr/>
          </p:nvSpPr>
          <p:spPr>
            <a:xfrm>
              <a:off x="1709500" y="271400"/>
              <a:ext cx="5149975" cy="2519525"/>
            </a:xfrm>
            <a:custGeom>
              <a:rect b="b" l="l" r="r" t="t"/>
              <a:pathLst>
                <a:path extrusionOk="0" fill="none" h="100781" w="205999">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cap="flat" cmpd="sng" w="9525">
              <a:solidFill>
                <a:srgbClr val="325D79"/>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1" name="Google Shape;8801;p98"/>
            <p:cNvSpPr/>
            <p:nvPr/>
          </p:nvSpPr>
          <p:spPr>
            <a:xfrm>
              <a:off x="5965975" y="415700"/>
              <a:ext cx="754750" cy="754750"/>
            </a:xfrm>
            <a:custGeom>
              <a:rect b="b" l="l" r="r" t="t"/>
              <a:pathLst>
                <a:path extrusionOk="0" fill="none" h="30190" w="3019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2" name="Google Shape;8802;p98"/>
            <p:cNvSpPr/>
            <p:nvPr/>
          </p:nvSpPr>
          <p:spPr>
            <a:xfrm>
              <a:off x="699475" y="2457925"/>
              <a:ext cx="5183275" cy="2647150"/>
            </a:xfrm>
            <a:custGeom>
              <a:rect b="b" l="l" r="r" t="t"/>
              <a:pathLst>
                <a:path extrusionOk="0" fill="none" h="105886" w="207331">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cap="flat" cmpd="sng" w="9525">
              <a:solidFill>
                <a:srgbClr val="667E92"/>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3" name="Google Shape;8803;p98"/>
            <p:cNvSpPr/>
            <p:nvPr/>
          </p:nvSpPr>
          <p:spPr>
            <a:xfrm>
              <a:off x="2075775" y="387950"/>
              <a:ext cx="4012325" cy="2402975"/>
            </a:xfrm>
            <a:custGeom>
              <a:rect b="b" l="l" r="r" t="t"/>
              <a:pathLst>
                <a:path extrusionOk="0" fill="none" h="96119" w="160493">
                  <a:moveTo>
                    <a:pt x="160492" y="96118"/>
                  </a:moveTo>
                  <a:cubicBezTo>
                    <a:pt x="160492" y="57494"/>
                    <a:pt x="135630" y="23530"/>
                    <a:pt x="99003" y="11765"/>
                  </a:cubicBezTo>
                  <a:cubicBezTo>
                    <a:pt x="62377" y="0"/>
                    <a:pt x="22420" y="13097"/>
                    <a:pt x="0" y="44397"/>
                  </a:cubicBezTo>
                </a:path>
              </a:pathLst>
            </a:custGeom>
            <a:noFill/>
            <a:ln cap="flat" cmpd="sng" w="9525">
              <a:solidFill>
                <a:srgbClr val="667E92"/>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4" name="Google Shape;8804;p98"/>
            <p:cNvSpPr/>
            <p:nvPr/>
          </p:nvSpPr>
          <p:spPr>
            <a:xfrm>
              <a:off x="649648" y="670971"/>
              <a:ext cx="5183118" cy="4298214"/>
            </a:xfrm>
            <a:custGeom>
              <a:rect b="b" l="l" r="r" t="t"/>
              <a:pathLst>
                <a:path extrusionOk="0" fill="none" h="170260" w="205333">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cap="flat" cmpd="sng" w="9525">
              <a:solidFill>
                <a:srgbClr val="445D73"/>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5" name="Google Shape;8805;p98"/>
            <p:cNvSpPr/>
            <p:nvPr/>
          </p:nvSpPr>
          <p:spPr>
            <a:xfrm>
              <a:off x="1731700" y="1059450"/>
              <a:ext cx="5133325" cy="3762600"/>
            </a:xfrm>
            <a:custGeom>
              <a:rect b="b" l="l" r="r" t="t"/>
              <a:pathLst>
                <a:path extrusionOk="0" fill="none" h="150504" w="205333">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cap="flat" cmpd="sng" w="9525">
              <a:solidFill>
                <a:srgbClr val="869FB1"/>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6" name="Google Shape;8806;p98"/>
            <p:cNvSpPr/>
            <p:nvPr/>
          </p:nvSpPr>
          <p:spPr>
            <a:xfrm>
              <a:off x="5965975" y="2912975"/>
              <a:ext cx="754750" cy="754775"/>
            </a:xfrm>
            <a:custGeom>
              <a:rect b="b" l="l" r="r" t="t"/>
              <a:pathLst>
                <a:path extrusionOk="0" fill="none" h="30191" w="3019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7" name="Google Shape;8807;p98"/>
            <p:cNvSpPr/>
            <p:nvPr/>
          </p:nvSpPr>
          <p:spPr>
            <a:xfrm>
              <a:off x="2453125" y="1464550"/>
              <a:ext cx="2874675" cy="2785900"/>
            </a:xfrm>
            <a:custGeom>
              <a:rect b="b" l="l" r="r" t="t"/>
              <a:pathLst>
                <a:path extrusionOk="0" fill="none" h="111436" w="114987">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8" name="Google Shape;8808;p98"/>
            <p:cNvSpPr/>
            <p:nvPr/>
          </p:nvSpPr>
          <p:spPr>
            <a:xfrm>
              <a:off x="732775" y="4183825"/>
              <a:ext cx="754775" cy="760300"/>
            </a:xfrm>
            <a:custGeom>
              <a:rect b="b" l="l" r="r" t="t"/>
              <a:pathLst>
                <a:path extrusionOk="0" fill="none" h="30412" w="30191">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9" name="Google Shape;8809;p98"/>
            <p:cNvSpPr/>
            <p:nvPr/>
          </p:nvSpPr>
          <p:spPr>
            <a:xfrm>
              <a:off x="732775" y="1669900"/>
              <a:ext cx="754775" cy="754750"/>
            </a:xfrm>
            <a:custGeom>
              <a:rect b="b" l="l" r="r" t="t"/>
              <a:pathLst>
                <a:path extrusionOk="0" fill="none" h="30190" w="30191">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10" name="Google Shape;8810;p98"/>
          <p:cNvGrpSpPr/>
          <p:nvPr/>
        </p:nvGrpSpPr>
        <p:grpSpPr>
          <a:xfrm>
            <a:off x="2308457" y="970938"/>
            <a:ext cx="767704" cy="815489"/>
            <a:chOff x="2499700" y="1135950"/>
            <a:chExt cx="732402" cy="777990"/>
          </a:xfrm>
        </p:grpSpPr>
        <p:grpSp>
          <p:nvGrpSpPr>
            <p:cNvPr id="8811" name="Google Shape;8811;p98"/>
            <p:cNvGrpSpPr/>
            <p:nvPr/>
          </p:nvGrpSpPr>
          <p:grpSpPr>
            <a:xfrm>
              <a:off x="2499700" y="1135950"/>
              <a:ext cx="732402" cy="694705"/>
              <a:chOff x="2499700" y="1135950"/>
              <a:chExt cx="732402" cy="694705"/>
            </a:xfrm>
          </p:grpSpPr>
          <p:sp>
            <p:nvSpPr>
              <p:cNvPr id="8812" name="Google Shape;8812;p98"/>
              <p:cNvSpPr/>
              <p:nvPr/>
            </p:nvSpPr>
            <p:spPr>
              <a:xfrm>
                <a:off x="2721907" y="1135950"/>
                <a:ext cx="288719" cy="199571"/>
              </a:xfrm>
              <a:custGeom>
                <a:rect b="b" l="l" r="r" t="t"/>
                <a:pathLst>
                  <a:path extrusionOk="0" h="56376" w="81559">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3" name="Google Shape;8813;p98"/>
              <p:cNvSpPr/>
              <p:nvPr/>
            </p:nvSpPr>
            <p:spPr>
              <a:xfrm>
                <a:off x="2499700" y="1313180"/>
                <a:ext cx="225119" cy="278853"/>
              </a:xfrm>
              <a:custGeom>
                <a:rect b="b" l="l" r="r" t="t"/>
                <a:pathLst>
                  <a:path extrusionOk="0" h="78772" w="63593">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4" name="Google Shape;8814;p98"/>
              <p:cNvSpPr/>
              <p:nvPr/>
            </p:nvSpPr>
            <p:spPr>
              <a:xfrm>
                <a:off x="2721907" y="1317604"/>
                <a:ext cx="53599" cy="72899"/>
              </a:xfrm>
              <a:custGeom>
                <a:rect b="b" l="l" r="r" t="t"/>
                <a:pathLst>
                  <a:path extrusionOk="0" h="20593" w="15141">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5" name="Google Shape;8815;p98"/>
              <p:cNvSpPr/>
              <p:nvPr/>
            </p:nvSpPr>
            <p:spPr>
              <a:xfrm>
                <a:off x="2764773" y="1334751"/>
                <a:ext cx="47171" cy="52173"/>
              </a:xfrm>
              <a:custGeom>
                <a:rect b="b" l="l" r="r" t="t"/>
                <a:pathLst>
                  <a:path extrusionOk="0" h="14738" w="13325">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6" name="Google Shape;8816;p98"/>
              <p:cNvSpPr/>
              <p:nvPr/>
            </p:nvSpPr>
            <p:spPr>
              <a:xfrm>
                <a:off x="2554001" y="1354757"/>
                <a:ext cx="187956" cy="201536"/>
              </a:xfrm>
              <a:custGeom>
                <a:rect b="b" l="l" r="r" t="t"/>
                <a:pathLst>
                  <a:path extrusionOk="0" h="56931" w="53095">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7" name="Google Shape;8817;p98"/>
              <p:cNvSpPr/>
              <p:nvPr/>
            </p:nvSpPr>
            <p:spPr>
              <a:xfrm>
                <a:off x="2724763" y="1363329"/>
                <a:ext cx="46455" cy="58605"/>
              </a:xfrm>
              <a:custGeom>
                <a:rect b="b" l="l" r="r" t="t"/>
                <a:pathLst>
                  <a:path extrusionOk="0" h="16555" w="13123">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8" name="Google Shape;8818;p98"/>
              <p:cNvSpPr/>
              <p:nvPr/>
            </p:nvSpPr>
            <p:spPr>
              <a:xfrm>
                <a:off x="2587581" y="1591246"/>
                <a:ext cx="277288" cy="238695"/>
              </a:xfrm>
              <a:custGeom>
                <a:rect b="b" l="l" r="r" t="t"/>
                <a:pathLst>
                  <a:path extrusionOk="0" h="67428" w="7833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9" name="Google Shape;8819;p98"/>
              <p:cNvSpPr/>
              <p:nvPr/>
            </p:nvSpPr>
            <p:spPr>
              <a:xfrm>
                <a:off x="2631881" y="1556237"/>
                <a:ext cx="95768" cy="46455"/>
              </a:xfrm>
              <a:custGeom>
                <a:rect b="b" l="l" r="r" t="t"/>
                <a:pathLst>
                  <a:path extrusionOk="0" h="13123" w="27053">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0" name="Google Shape;8820;p98"/>
              <p:cNvSpPr/>
              <p:nvPr/>
            </p:nvSpPr>
            <p:spPr>
              <a:xfrm>
                <a:off x="2661889" y="1514798"/>
                <a:ext cx="66467" cy="47170"/>
              </a:xfrm>
              <a:custGeom>
                <a:rect b="b" l="l" r="r" t="t"/>
                <a:pathLst>
                  <a:path extrusionOk="0" h="13325" w="18776">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1" name="Google Shape;8821;p98"/>
              <p:cNvSpPr/>
              <p:nvPr/>
            </p:nvSpPr>
            <p:spPr>
              <a:xfrm>
                <a:off x="2635452" y="1602677"/>
                <a:ext cx="205108" cy="180094"/>
              </a:xfrm>
              <a:custGeom>
                <a:rect b="b" l="l" r="r" t="t"/>
                <a:pathLst>
                  <a:path extrusionOk="0" h="50874" w="5794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2" name="Google Shape;8822;p98"/>
              <p:cNvSpPr/>
              <p:nvPr/>
            </p:nvSpPr>
            <p:spPr>
              <a:xfrm>
                <a:off x="2676892" y="1560523"/>
                <a:ext cx="76471" cy="45025"/>
              </a:xfrm>
              <a:custGeom>
                <a:rect b="b" l="l" r="r" t="t"/>
                <a:pathLst>
                  <a:path extrusionOk="0" h="12719" w="21602">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3" name="Google Shape;8823;p98"/>
              <p:cNvSpPr/>
              <p:nvPr/>
            </p:nvSpPr>
            <p:spPr>
              <a:xfrm>
                <a:off x="2864801" y="1592672"/>
                <a:ext cx="278003" cy="237984"/>
              </a:xfrm>
              <a:custGeom>
                <a:rect b="b" l="l" r="r" t="t"/>
                <a:pathLst>
                  <a:path extrusionOk="0" h="67227" w="78532">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4" name="Google Shape;8824;p98"/>
              <p:cNvSpPr/>
              <p:nvPr/>
            </p:nvSpPr>
            <p:spPr>
              <a:xfrm>
                <a:off x="2840508" y="1660548"/>
                <a:ext cx="49316" cy="100770"/>
              </a:xfrm>
              <a:custGeom>
                <a:rect b="b" l="l" r="r" t="t"/>
                <a:pathLst>
                  <a:path extrusionOk="0" h="28466" w="13931">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5" name="Google Shape;8825;p98"/>
              <p:cNvSpPr/>
              <p:nvPr/>
            </p:nvSpPr>
            <p:spPr>
              <a:xfrm>
                <a:off x="2816930" y="1644831"/>
                <a:ext cx="47886" cy="77898"/>
              </a:xfrm>
              <a:custGeom>
                <a:rect b="b" l="l" r="r" t="t"/>
                <a:pathLst>
                  <a:path extrusionOk="0" h="22005" w="13527">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6" name="Google Shape;8826;p98"/>
              <p:cNvSpPr/>
              <p:nvPr/>
            </p:nvSpPr>
            <p:spPr>
              <a:xfrm>
                <a:off x="2889093" y="1602677"/>
                <a:ext cx="205823" cy="180809"/>
              </a:xfrm>
              <a:custGeom>
                <a:rect b="b" l="l" r="r" t="t"/>
                <a:pathLst>
                  <a:path extrusionOk="0" h="51076" w="58142">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7" name="Google Shape;8827;p98"/>
              <p:cNvSpPr/>
              <p:nvPr/>
            </p:nvSpPr>
            <p:spPr>
              <a:xfrm>
                <a:off x="2864801" y="1644831"/>
                <a:ext cx="48601" cy="77898"/>
              </a:xfrm>
              <a:custGeom>
                <a:rect b="b" l="l" r="r" t="t"/>
                <a:pathLst>
                  <a:path extrusionOk="0" h="22005" w="13729">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8" name="Google Shape;8828;p98"/>
              <p:cNvSpPr/>
              <p:nvPr/>
            </p:nvSpPr>
            <p:spPr>
              <a:xfrm>
                <a:off x="2864086" y="1653402"/>
                <a:ext cx="2149" cy="7151"/>
              </a:xfrm>
              <a:custGeom>
                <a:rect b="b" l="l" r="r" t="t"/>
                <a:pathLst>
                  <a:path extrusionOk="0" h="2020" w="607">
                    <a:moveTo>
                      <a:pt x="1" y="1"/>
                    </a:moveTo>
                    <a:cubicBezTo>
                      <a:pt x="1" y="606"/>
                      <a:pt x="203" y="1414"/>
                      <a:pt x="203" y="2019"/>
                    </a:cubicBezTo>
                    <a:cubicBezTo>
                      <a:pt x="405" y="1414"/>
                      <a:pt x="405" y="606"/>
                      <a:pt x="607" y="1"/>
                    </a:cubicBezTo>
                    <a:close/>
                  </a:path>
                </a:pathLst>
              </a:custGeom>
              <a:solidFill>
                <a:srgbClr val="000000"/>
              </a:solid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9" name="Google Shape;8829;p98"/>
              <p:cNvSpPr/>
              <p:nvPr/>
            </p:nvSpPr>
            <p:spPr>
              <a:xfrm>
                <a:off x="3006983" y="1313318"/>
                <a:ext cx="225119" cy="279430"/>
              </a:xfrm>
              <a:custGeom>
                <a:rect b="b" l="l" r="r" t="t"/>
                <a:pathLst>
                  <a:path extrusionOk="0" h="78935" w="63593">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0" name="Google Shape;8830;p98"/>
              <p:cNvSpPr/>
              <p:nvPr/>
            </p:nvSpPr>
            <p:spPr>
              <a:xfrm>
                <a:off x="2956256" y="1319034"/>
                <a:ext cx="54314" cy="72184"/>
              </a:xfrm>
              <a:custGeom>
                <a:rect b="b" l="l" r="r" t="t"/>
                <a:pathLst>
                  <a:path extrusionOk="0" h="20391" w="15343">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1" name="Google Shape;8831;p98"/>
              <p:cNvSpPr/>
              <p:nvPr/>
            </p:nvSpPr>
            <p:spPr>
              <a:xfrm>
                <a:off x="2919817" y="1335466"/>
                <a:ext cx="47886" cy="52888"/>
              </a:xfrm>
              <a:custGeom>
                <a:rect b="b" l="l" r="r" t="t"/>
                <a:pathLst>
                  <a:path extrusionOk="0" h="14940" w="13527">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2" name="Google Shape;8832;p98"/>
              <p:cNvSpPr/>
              <p:nvPr/>
            </p:nvSpPr>
            <p:spPr>
              <a:xfrm>
                <a:off x="3002697" y="1557663"/>
                <a:ext cx="95053" cy="46455"/>
              </a:xfrm>
              <a:custGeom>
                <a:rect b="b" l="l" r="r" t="t"/>
                <a:pathLst>
                  <a:path extrusionOk="0" h="13123" w="26851">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3" name="Google Shape;8833;p98"/>
              <p:cNvSpPr/>
              <p:nvPr/>
            </p:nvSpPr>
            <p:spPr>
              <a:xfrm>
                <a:off x="2975545" y="1561238"/>
                <a:ext cx="78616" cy="45740"/>
              </a:xfrm>
              <a:custGeom>
                <a:rect b="b" l="l" r="r" t="t"/>
                <a:pathLst>
                  <a:path extrusionOk="0" h="12921" w="22208">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4" name="Google Shape;8834;p98"/>
              <p:cNvSpPr/>
              <p:nvPr/>
            </p:nvSpPr>
            <p:spPr>
              <a:xfrm>
                <a:off x="2959827" y="1364044"/>
                <a:ext cx="47171" cy="60035"/>
              </a:xfrm>
              <a:custGeom>
                <a:rect b="b" l="l" r="r" t="t"/>
                <a:pathLst>
                  <a:path extrusionOk="0" h="16959" w="13325">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5" name="Google Shape;8835;p98"/>
              <p:cNvSpPr/>
              <p:nvPr/>
            </p:nvSpPr>
            <p:spPr>
              <a:xfrm>
                <a:off x="3002697" y="1515509"/>
                <a:ext cx="67179" cy="47170"/>
              </a:xfrm>
              <a:custGeom>
                <a:rect b="b" l="l" r="r" t="t"/>
                <a:pathLst>
                  <a:path extrusionOk="0" h="13325" w="18977">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6" name="Google Shape;8836;p98"/>
              <p:cNvSpPr/>
              <p:nvPr/>
            </p:nvSpPr>
            <p:spPr>
              <a:xfrm>
                <a:off x="3001982" y="1561238"/>
                <a:ext cx="719" cy="4"/>
              </a:xfrm>
              <a:custGeom>
                <a:rect b="b" l="l" r="r" t="t"/>
                <a:pathLst>
                  <a:path extrusionOk="0" h="1" w="203">
                    <a:moveTo>
                      <a:pt x="202" y="0"/>
                    </a:moveTo>
                    <a:lnTo>
                      <a:pt x="202" y="0"/>
                    </a:lnTo>
                    <a:lnTo>
                      <a:pt x="0" y="0"/>
                    </a:lnTo>
                    <a:close/>
                  </a:path>
                </a:pathLst>
              </a:custGeom>
              <a:solidFill>
                <a:srgbClr val="000000"/>
              </a:solid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7" name="Google Shape;8837;p98"/>
              <p:cNvSpPr/>
              <p:nvPr/>
            </p:nvSpPr>
            <p:spPr>
              <a:xfrm>
                <a:off x="2727622" y="1560523"/>
                <a:ext cx="4" cy="4"/>
              </a:xfrm>
              <a:custGeom>
                <a:rect b="b" l="l" r="r" t="t"/>
                <a:pathLst>
                  <a:path extrusionOk="0" h="1" w="1">
                    <a:moveTo>
                      <a:pt x="0" y="0"/>
                    </a:moveTo>
                    <a:close/>
                  </a:path>
                </a:pathLst>
              </a:custGeom>
              <a:solidFill>
                <a:srgbClr val="FFFFFF"/>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8" name="Google Shape;8838;p98"/>
              <p:cNvSpPr/>
              <p:nvPr/>
            </p:nvSpPr>
            <p:spPr>
              <a:xfrm>
                <a:off x="2706186" y="1356898"/>
                <a:ext cx="321598" cy="311591"/>
              </a:xfrm>
              <a:custGeom>
                <a:rect b="b" l="l" r="r" t="t"/>
                <a:pathLst>
                  <a:path extrusionOk="0" fill="none" h="88020" w="90847">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cap="flat" cmpd="sng" w="9525">
                <a:solidFill>
                  <a:srgbClr val="FFFFFF"/>
                </a:solidFill>
                <a:prstDash val="solid"/>
                <a:miter lim="201878"/>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39" name="Google Shape;8839;p98"/>
            <p:cNvGrpSpPr/>
            <p:nvPr/>
          </p:nvGrpSpPr>
          <p:grpSpPr>
            <a:xfrm>
              <a:off x="2517909" y="1188726"/>
              <a:ext cx="702702" cy="725214"/>
              <a:chOff x="2517909" y="1188726"/>
              <a:chExt cx="702702" cy="725214"/>
            </a:xfrm>
          </p:grpSpPr>
          <p:sp>
            <p:nvSpPr>
              <p:cNvPr id="8840" name="Google Shape;8840;p98"/>
              <p:cNvSpPr/>
              <p:nvPr/>
            </p:nvSpPr>
            <p:spPr>
              <a:xfrm>
                <a:off x="2621966" y="1188726"/>
                <a:ext cx="114832" cy="86149"/>
              </a:xfrm>
              <a:custGeom>
                <a:rect b="b" l="l" r="r" t="t"/>
                <a:pathLst>
                  <a:path extrusionOk="0" h="7716" w="10285">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1" name="Google Shape;8841;p98"/>
              <p:cNvSpPr/>
              <p:nvPr/>
            </p:nvSpPr>
            <p:spPr>
              <a:xfrm>
                <a:off x="2517909" y="1543306"/>
                <a:ext cx="54396" cy="134951"/>
              </a:xfrm>
              <a:custGeom>
                <a:rect b="b" l="l" r="r" t="t"/>
                <a:pathLst>
                  <a:path extrusionOk="0" h="12087" w="4872">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2" name="Google Shape;8842;p98"/>
              <p:cNvSpPr/>
              <p:nvPr/>
            </p:nvSpPr>
            <p:spPr>
              <a:xfrm>
                <a:off x="3174265" y="1556894"/>
                <a:ext cx="46346" cy="135275"/>
              </a:xfrm>
              <a:custGeom>
                <a:rect b="b" l="l" r="r" t="t"/>
                <a:pathLst>
                  <a:path extrusionOk="0" h="12116" w="4151">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3" name="Google Shape;8843;p98"/>
              <p:cNvSpPr/>
              <p:nvPr/>
            </p:nvSpPr>
            <p:spPr>
              <a:xfrm>
                <a:off x="3023194" y="1197200"/>
                <a:ext cx="116417" cy="83525"/>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4" name="Google Shape;8844;p98"/>
              <p:cNvSpPr/>
              <p:nvPr/>
            </p:nvSpPr>
            <p:spPr>
              <a:xfrm rot="8660313">
                <a:off x="2818264" y="1804296"/>
                <a:ext cx="116433" cy="83536"/>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845" name="Google Shape;8845;p98"/>
          <p:cNvGrpSpPr/>
          <p:nvPr/>
        </p:nvGrpSpPr>
        <p:grpSpPr>
          <a:xfrm>
            <a:off x="1654189" y="970938"/>
            <a:ext cx="583439" cy="870229"/>
            <a:chOff x="1716825" y="1121550"/>
            <a:chExt cx="622800" cy="928938"/>
          </a:xfrm>
        </p:grpSpPr>
        <p:grpSp>
          <p:nvGrpSpPr>
            <p:cNvPr id="8846" name="Google Shape;8846;p98"/>
            <p:cNvGrpSpPr/>
            <p:nvPr/>
          </p:nvGrpSpPr>
          <p:grpSpPr>
            <a:xfrm>
              <a:off x="1716825" y="1121550"/>
              <a:ext cx="622800" cy="928938"/>
              <a:chOff x="1716825" y="1121550"/>
              <a:chExt cx="622800" cy="928938"/>
            </a:xfrm>
          </p:grpSpPr>
          <p:cxnSp>
            <p:nvCxnSpPr>
              <p:cNvPr id="8847" name="Google Shape;8847;p98"/>
              <p:cNvCxnSpPr/>
              <p:nvPr/>
            </p:nvCxnSpPr>
            <p:spPr>
              <a:xfrm>
                <a:off x="1954750" y="1738188"/>
                <a:ext cx="0" cy="312300"/>
              </a:xfrm>
              <a:prstGeom prst="straightConnector1">
                <a:avLst/>
              </a:prstGeom>
              <a:noFill/>
              <a:ln cap="flat" cmpd="sng" w="9525">
                <a:solidFill>
                  <a:srgbClr val="213B55"/>
                </a:solidFill>
                <a:prstDash val="solid"/>
                <a:round/>
                <a:headEnd len="med" w="med" type="none"/>
                <a:tailEnd len="med" w="med" type="none"/>
              </a:ln>
            </p:spPr>
          </p:cxnSp>
          <p:sp>
            <p:nvSpPr>
              <p:cNvPr id="8848" name="Google Shape;8848;p98"/>
              <p:cNvSpPr/>
              <p:nvPr/>
            </p:nvSpPr>
            <p:spPr>
              <a:xfrm>
                <a:off x="1716825" y="1121550"/>
                <a:ext cx="622800" cy="622800"/>
              </a:xfrm>
              <a:prstGeom prst="ellipse">
                <a:avLst/>
              </a:pr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49" name="Google Shape;8849;p98"/>
            <p:cNvGrpSpPr/>
            <p:nvPr/>
          </p:nvGrpSpPr>
          <p:grpSpPr>
            <a:xfrm>
              <a:off x="1768050" y="1172775"/>
              <a:ext cx="520200" cy="832000"/>
              <a:chOff x="1768050" y="1172775"/>
              <a:chExt cx="520200" cy="832000"/>
            </a:xfrm>
          </p:grpSpPr>
          <p:cxnSp>
            <p:nvCxnSpPr>
              <p:cNvPr id="8850" name="Google Shape;8850;p98"/>
              <p:cNvCxnSpPr/>
              <p:nvPr/>
            </p:nvCxnSpPr>
            <p:spPr>
              <a:xfrm>
                <a:off x="2003025" y="1692475"/>
                <a:ext cx="0" cy="312300"/>
              </a:xfrm>
              <a:prstGeom prst="straightConnector1">
                <a:avLst/>
              </a:prstGeom>
              <a:noFill/>
              <a:ln cap="flat" cmpd="sng" w="9525">
                <a:solidFill>
                  <a:srgbClr val="667E92"/>
                </a:solidFill>
                <a:prstDash val="solid"/>
                <a:round/>
                <a:headEnd len="med" w="med" type="none"/>
                <a:tailEnd len="med" w="med" type="none"/>
              </a:ln>
            </p:spPr>
          </p:cxnSp>
          <p:sp>
            <p:nvSpPr>
              <p:cNvPr id="8851" name="Google Shape;8851;p98"/>
              <p:cNvSpPr/>
              <p:nvPr/>
            </p:nvSpPr>
            <p:spPr>
              <a:xfrm>
                <a:off x="1768050" y="1172775"/>
                <a:ext cx="520200" cy="520200"/>
              </a:xfrm>
              <a:prstGeom prst="ellipse">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52" name="Google Shape;8852;p98"/>
            <p:cNvGrpSpPr/>
            <p:nvPr/>
          </p:nvGrpSpPr>
          <p:grpSpPr>
            <a:xfrm>
              <a:off x="1820100" y="1225475"/>
              <a:ext cx="416400" cy="729575"/>
              <a:chOff x="1820100" y="1225475"/>
              <a:chExt cx="416400" cy="729575"/>
            </a:xfrm>
          </p:grpSpPr>
          <p:cxnSp>
            <p:nvCxnSpPr>
              <p:cNvPr id="8853" name="Google Shape;8853;p98"/>
              <p:cNvCxnSpPr/>
              <p:nvPr/>
            </p:nvCxnSpPr>
            <p:spPr>
              <a:xfrm>
                <a:off x="2051300" y="1642750"/>
                <a:ext cx="0" cy="312300"/>
              </a:xfrm>
              <a:prstGeom prst="straightConnector1">
                <a:avLst/>
              </a:prstGeom>
              <a:noFill/>
              <a:ln cap="flat" cmpd="sng" w="9525">
                <a:solidFill>
                  <a:srgbClr val="445D73"/>
                </a:solidFill>
                <a:prstDash val="solid"/>
                <a:round/>
                <a:headEnd len="med" w="med" type="none"/>
                <a:tailEnd len="med" w="med" type="none"/>
              </a:ln>
            </p:spPr>
          </p:cxnSp>
          <p:sp>
            <p:nvSpPr>
              <p:cNvPr id="8854" name="Google Shape;8854;p98"/>
              <p:cNvSpPr/>
              <p:nvPr/>
            </p:nvSpPr>
            <p:spPr>
              <a:xfrm>
                <a:off x="1820100" y="1225475"/>
                <a:ext cx="416400" cy="416400"/>
              </a:xfrm>
              <a:prstGeom prst="ellipse">
                <a:avLst/>
              </a:pr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55" name="Google Shape;8855;p98"/>
            <p:cNvGrpSpPr/>
            <p:nvPr/>
          </p:nvGrpSpPr>
          <p:grpSpPr>
            <a:xfrm>
              <a:off x="1874250" y="1278825"/>
              <a:ext cx="308100" cy="605275"/>
              <a:chOff x="1874250" y="1278825"/>
              <a:chExt cx="308100" cy="605275"/>
            </a:xfrm>
          </p:grpSpPr>
          <p:cxnSp>
            <p:nvCxnSpPr>
              <p:cNvPr id="8856" name="Google Shape;8856;p98"/>
              <p:cNvCxnSpPr/>
              <p:nvPr/>
            </p:nvCxnSpPr>
            <p:spPr>
              <a:xfrm>
                <a:off x="2099575" y="1571800"/>
                <a:ext cx="0" cy="312300"/>
              </a:xfrm>
              <a:prstGeom prst="straightConnector1">
                <a:avLst/>
              </a:prstGeom>
              <a:noFill/>
              <a:ln cap="flat" cmpd="sng" w="9525">
                <a:solidFill>
                  <a:srgbClr val="E3E9ED"/>
                </a:solidFill>
                <a:prstDash val="solid"/>
                <a:round/>
                <a:headEnd len="med" w="med" type="none"/>
                <a:tailEnd len="med" w="med" type="none"/>
              </a:ln>
            </p:spPr>
          </p:cxnSp>
          <p:sp>
            <p:nvSpPr>
              <p:cNvPr id="8857" name="Google Shape;8857;p98"/>
              <p:cNvSpPr/>
              <p:nvPr/>
            </p:nvSpPr>
            <p:spPr>
              <a:xfrm>
                <a:off x="1874250" y="1278825"/>
                <a:ext cx="308100" cy="308100"/>
              </a:xfrm>
              <a:prstGeom prst="ellipse">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858" name="Google Shape;8858;p98"/>
            <p:cNvSpPr/>
            <p:nvPr/>
          </p:nvSpPr>
          <p:spPr>
            <a:xfrm>
              <a:off x="1920625" y="1326000"/>
              <a:ext cx="215400" cy="215400"/>
            </a:xfrm>
            <a:prstGeom prst="ellipse">
              <a:avLst/>
            </a:prstGeom>
            <a:noFill/>
            <a:ln cap="flat" cmpd="sng" w="9525">
              <a:solidFill>
                <a:srgbClr val="F2F2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59" name="Google Shape;8859;p98"/>
          <p:cNvGrpSpPr/>
          <p:nvPr/>
        </p:nvGrpSpPr>
        <p:grpSpPr>
          <a:xfrm>
            <a:off x="1574012" y="1857260"/>
            <a:ext cx="739072" cy="714152"/>
            <a:chOff x="4334725" y="1355875"/>
            <a:chExt cx="3106650" cy="3001900"/>
          </a:xfrm>
        </p:grpSpPr>
        <p:grpSp>
          <p:nvGrpSpPr>
            <p:cNvPr id="8860" name="Google Shape;8860;p98"/>
            <p:cNvGrpSpPr/>
            <p:nvPr/>
          </p:nvGrpSpPr>
          <p:grpSpPr>
            <a:xfrm>
              <a:off x="4516050" y="1724875"/>
              <a:ext cx="2693725" cy="2632900"/>
              <a:chOff x="4516050" y="1724875"/>
              <a:chExt cx="2693725" cy="2632900"/>
            </a:xfrm>
          </p:grpSpPr>
          <p:sp>
            <p:nvSpPr>
              <p:cNvPr id="8861" name="Google Shape;8861;p98"/>
              <p:cNvSpPr/>
              <p:nvPr/>
            </p:nvSpPr>
            <p:spPr>
              <a:xfrm>
                <a:off x="6227525" y="1737400"/>
                <a:ext cx="982250" cy="1548550"/>
              </a:xfrm>
              <a:custGeom>
                <a:rect b="b" l="l" r="r" t="t"/>
                <a:pathLst>
                  <a:path extrusionOk="0" h="61942" w="3929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2" name="Google Shape;8862;p98"/>
              <p:cNvSpPr/>
              <p:nvPr/>
            </p:nvSpPr>
            <p:spPr>
              <a:xfrm>
                <a:off x="4516050" y="1724875"/>
                <a:ext cx="1010900" cy="1581800"/>
              </a:xfrm>
              <a:custGeom>
                <a:rect b="b" l="l" r="r" t="t"/>
                <a:pathLst>
                  <a:path extrusionOk="0" h="63272" w="40436">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3" name="Google Shape;8863;p98"/>
              <p:cNvSpPr/>
              <p:nvPr/>
            </p:nvSpPr>
            <p:spPr>
              <a:xfrm>
                <a:off x="4977525" y="3800325"/>
                <a:ext cx="1782050" cy="557450"/>
              </a:xfrm>
              <a:custGeom>
                <a:rect b="b" l="l" r="r" t="t"/>
                <a:pathLst>
                  <a:path extrusionOk="0" h="22298" w="71282">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64" name="Google Shape;8864;p98"/>
            <p:cNvGrpSpPr/>
            <p:nvPr/>
          </p:nvGrpSpPr>
          <p:grpSpPr>
            <a:xfrm>
              <a:off x="4334725" y="1355875"/>
              <a:ext cx="3106650" cy="2709650"/>
              <a:chOff x="4334725" y="1355875"/>
              <a:chExt cx="3106650" cy="2709650"/>
            </a:xfrm>
          </p:grpSpPr>
          <p:sp>
            <p:nvSpPr>
              <p:cNvPr id="8865" name="Google Shape;8865;p98"/>
              <p:cNvSpPr/>
              <p:nvPr/>
            </p:nvSpPr>
            <p:spPr>
              <a:xfrm>
                <a:off x="5427950" y="1355875"/>
                <a:ext cx="904575" cy="1665925"/>
              </a:xfrm>
              <a:custGeom>
                <a:rect b="b" l="l" r="r" t="t"/>
                <a:pathLst>
                  <a:path extrusionOk="0" fill="none" h="66637" w="36183">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cap="flat" cmpd="sng" w="9525">
                <a:solidFill>
                  <a:srgbClr val="5F7D95"/>
                </a:solidFill>
                <a:prstDash val="solid"/>
                <a:miter lim="245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6" name="Google Shape;8866;p98"/>
              <p:cNvSpPr/>
              <p:nvPr/>
            </p:nvSpPr>
            <p:spPr>
              <a:xfrm>
                <a:off x="4334725" y="2760325"/>
                <a:ext cx="1547125" cy="1304775"/>
              </a:xfrm>
              <a:custGeom>
                <a:rect b="b" l="l" r="r" t="t"/>
                <a:pathLst>
                  <a:path extrusionOk="0" fill="none" h="52191" w="61885">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cap="flat" cmpd="sng" w="9525">
                <a:solidFill>
                  <a:srgbClr val="435D74"/>
                </a:solidFill>
                <a:prstDash val="solid"/>
                <a:miter lim="245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7" name="Google Shape;8867;p98"/>
              <p:cNvSpPr/>
              <p:nvPr/>
            </p:nvSpPr>
            <p:spPr>
              <a:xfrm>
                <a:off x="5881825" y="2760325"/>
                <a:ext cx="1559550" cy="1305200"/>
              </a:xfrm>
              <a:custGeom>
                <a:rect b="b" l="l" r="r" t="t"/>
                <a:pathLst>
                  <a:path extrusionOk="0" fill="none" h="52208" w="62382">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cap="flat" cmpd="sng" w="9525">
                <a:solidFill>
                  <a:srgbClr val="A5B7C5"/>
                </a:solidFill>
                <a:prstDash val="solid"/>
                <a:miter lim="245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868" name="Google Shape;8868;p98"/>
          <p:cNvGrpSpPr/>
          <p:nvPr/>
        </p:nvGrpSpPr>
        <p:grpSpPr>
          <a:xfrm>
            <a:off x="7690961" y="3488031"/>
            <a:ext cx="312074" cy="684173"/>
            <a:chOff x="7645573" y="3754300"/>
            <a:chExt cx="293855" cy="644170"/>
          </a:xfrm>
        </p:grpSpPr>
        <p:sp>
          <p:nvSpPr>
            <p:cNvPr id="8869" name="Google Shape;8869;p98"/>
            <p:cNvSpPr/>
            <p:nvPr/>
          </p:nvSpPr>
          <p:spPr>
            <a:xfrm>
              <a:off x="7645895" y="3855521"/>
              <a:ext cx="293533" cy="164134"/>
            </a:xfrm>
            <a:custGeom>
              <a:rect b="b" l="l" r="r" t="t"/>
              <a:pathLst>
                <a:path extrusionOk="0" h="10698" w="19132">
                  <a:moveTo>
                    <a:pt x="1" y="1"/>
                  </a:moveTo>
                  <a:lnTo>
                    <a:pt x="1" y="10698"/>
                  </a:lnTo>
                  <a:lnTo>
                    <a:pt x="19132" y="10698"/>
                  </a:lnTo>
                  <a:lnTo>
                    <a:pt x="19132"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0" name="Google Shape;8870;p98"/>
            <p:cNvSpPr/>
            <p:nvPr/>
          </p:nvSpPr>
          <p:spPr>
            <a:xfrm>
              <a:off x="7645573" y="3754300"/>
              <a:ext cx="293303" cy="644170"/>
            </a:xfrm>
            <a:custGeom>
              <a:rect b="b" l="l" r="r" t="t"/>
              <a:pathLst>
                <a:path extrusionOk="0" h="41986" w="19117">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71" name="Google Shape;8871;p98"/>
          <p:cNvGrpSpPr/>
          <p:nvPr/>
        </p:nvGrpSpPr>
        <p:grpSpPr>
          <a:xfrm>
            <a:off x="5612949" y="970938"/>
            <a:ext cx="709011" cy="739359"/>
            <a:chOff x="5830645" y="1256617"/>
            <a:chExt cx="530340" cy="553040"/>
          </a:xfrm>
        </p:grpSpPr>
        <p:grpSp>
          <p:nvGrpSpPr>
            <p:cNvPr id="8872" name="Google Shape;8872;p98"/>
            <p:cNvGrpSpPr/>
            <p:nvPr/>
          </p:nvGrpSpPr>
          <p:grpSpPr>
            <a:xfrm>
              <a:off x="5830645" y="1256617"/>
              <a:ext cx="259743" cy="269909"/>
              <a:chOff x="5830645" y="1256617"/>
              <a:chExt cx="259743" cy="269909"/>
            </a:xfrm>
          </p:grpSpPr>
          <p:sp>
            <p:nvSpPr>
              <p:cNvPr id="8873" name="Google Shape;8873;p98"/>
              <p:cNvSpPr/>
              <p:nvPr/>
            </p:nvSpPr>
            <p:spPr>
              <a:xfrm>
                <a:off x="5830645" y="1294145"/>
                <a:ext cx="259743" cy="232380"/>
              </a:xfrm>
              <a:custGeom>
                <a:rect b="b" l="l" r="r" t="t"/>
                <a:pathLst>
                  <a:path extrusionOk="0" h="9121" w="10195">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4" name="Google Shape;8874;p98"/>
              <p:cNvSpPr/>
              <p:nvPr/>
            </p:nvSpPr>
            <p:spPr>
              <a:xfrm>
                <a:off x="5922950" y="1256617"/>
                <a:ext cx="75057" cy="75057"/>
              </a:xfrm>
              <a:custGeom>
                <a:rect b="b" l="l" r="r" t="t"/>
                <a:pathLst>
                  <a:path extrusionOk="0" h="2946" w="2946">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75" name="Google Shape;8875;p98"/>
            <p:cNvGrpSpPr/>
            <p:nvPr/>
          </p:nvGrpSpPr>
          <p:grpSpPr>
            <a:xfrm>
              <a:off x="6101293" y="1256617"/>
              <a:ext cx="259692" cy="269909"/>
              <a:chOff x="6101293" y="1256617"/>
              <a:chExt cx="259692" cy="269909"/>
            </a:xfrm>
          </p:grpSpPr>
          <p:sp>
            <p:nvSpPr>
              <p:cNvPr id="8876" name="Google Shape;8876;p98"/>
              <p:cNvSpPr/>
              <p:nvPr/>
            </p:nvSpPr>
            <p:spPr>
              <a:xfrm>
                <a:off x="6101293" y="1294145"/>
                <a:ext cx="259692" cy="232380"/>
              </a:xfrm>
              <a:custGeom>
                <a:rect b="b" l="l" r="r" t="t"/>
                <a:pathLst>
                  <a:path extrusionOk="0" h="9121" w="10193">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7" name="Google Shape;8877;p98"/>
              <p:cNvSpPr/>
              <p:nvPr/>
            </p:nvSpPr>
            <p:spPr>
              <a:xfrm>
                <a:off x="6193623" y="1256617"/>
                <a:ext cx="75031" cy="75057"/>
              </a:xfrm>
              <a:custGeom>
                <a:rect b="b" l="l" r="r" t="t"/>
                <a:pathLst>
                  <a:path extrusionOk="0" h="2946" w="2945">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78" name="Google Shape;8878;p98"/>
            <p:cNvGrpSpPr/>
            <p:nvPr/>
          </p:nvGrpSpPr>
          <p:grpSpPr>
            <a:xfrm>
              <a:off x="5830645" y="1539749"/>
              <a:ext cx="259692" cy="269909"/>
              <a:chOff x="5830645" y="1539749"/>
              <a:chExt cx="259692" cy="269909"/>
            </a:xfrm>
          </p:grpSpPr>
          <p:sp>
            <p:nvSpPr>
              <p:cNvPr id="8879" name="Google Shape;8879;p98"/>
              <p:cNvSpPr/>
              <p:nvPr/>
            </p:nvSpPr>
            <p:spPr>
              <a:xfrm>
                <a:off x="5830645" y="1539749"/>
                <a:ext cx="259692" cy="232406"/>
              </a:xfrm>
              <a:custGeom>
                <a:rect b="b" l="l" r="r" t="t"/>
                <a:pathLst>
                  <a:path extrusionOk="0" h="9122" w="10193">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0" name="Google Shape;8880;p98"/>
              <p:cNvSpPr/>
              <p:nvPr/>
            </p:nvSpPr>
            <p:spPr>
              <a:xfrm>
                <a:off x="5922950" y="1734600"/>
                <a:ext cx="75057" cy="75057"/>
              </a:xfrm>
              <a:custGeom>
                <a:rect b="b" l="l" r="r" t="t"/>
                <a:pathLst>
                  <a:path extrusionOk="0" h="2946" w="2946">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81" name="Google Shape;8881;p98"/>
            <p:cNvGrpSpPr/>
            <p:nvPr/>
          </p:nvGrpSpPr>
          <p:grpSpPr>
            <a:xfrm>
              <a:off x="6101293" y="1539749"/>
              <a:ext cx="259692" cy="269909"/>
              <a:chOff x="6101293" y="1539749"/>
              <a:chExt cx="259692" cy="269909"/>
            </a:xfrm>
          </p:grpSpPr>
          <p:sp>
            <p:nvSpPr>
              <p:cNvPr id="8882" name="Google Shape;8882;p98"/>
              <p:cNvSpPr/>
              <p:nvPr/>
            </p:nvSpPr>
            <p:spPr>
              <a:xfrm>
                <a:off x="6101293" y="1539749"/>
                <a:ext cx="259692" cy="232406"/>
              </a:xfrm>
              <a:custGeom>
                <a:rect b="b" l="l" r="r" t="t"/>
                <a:pathLst>
                  <a:path extrusionOk="0" h="9122" w="10193">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3" name="Google Shape;8883;p98"/>
              <p:cNvSpPr/>
              <p:nvPr/>
            </p:nvSpPr>
            <p:spPr>
              <a:xfrm>
                <a:off x="6193623" y="1734600"/>
                <a:ext cx="75031" cy="75057"/>
              </a:xfrm>
              <a:custGeom>
                <a:rect b="b" l="l" r="r" t="t"/>
                <a:pathLst>
                  <a:path extrusionOk="0" h="2946" w="2945">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884" name="Google Shape;8884;p98"/>
            <p:cNvSpPr/>
            <p:nvPr/>
          </p:nvSpPr>
          <p:spPr>
            <a:xfrm>
              <a:off x="5999148" y="1436800"/>
              <a:ext cx="192625" cy="192690"/>
            </a:xfrm>
            <a:custGeom>
              <a:rect b="b" l="l" r="r" t="t"/>
              <a:pathLst>
                <a:path extrusionOk="0" h="2946" w="2945">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85" name="Google Shape;8885;p98"/>
          <p:cNvGrpSpPr/>
          <p:nvPr/>
        </p:nvGrpSpPr>
        <p:grpSpPr>
          <a:xfrm>
            <a:off x="714444" y="2707054"/>
            <a:ext cx="1452955" cy="621360"/>
            <a:chOff x="732422" y="2990152"/>
            <a:chExt cx="1337773" cy="572102"/>
          </a:xfrm>
        </p:grpSpPr>
        <p:sp>
          <p:nvSpPr>
            <p:cNvPr id="8886" name="Google Shape;8886;p98"/>
            <p:cNvSpPr/>
            <p:nvPr/>
          </p:nvSpPr>
          <p:spPr>
            <a:xfrm>
              <a:off x="923705" y="3182595"/>
              <a:ext cx="380762" cy="379464"/>
            </a:xfrm>
            <a:custGeom>
              <a:rect b="b" l="l" r="r" t="t"/>
              <a:pathLst>
                <a:path extrusionOk="0" h="33040" w="33153">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7" name="Google Shape;8887;p98"/>
            <p:cNvSpPr/>
            <p:nvPr/>
          </p:nvSpPr>
          <p:spPr>
            <a:xfrm>
              <a:off x="1309210" y="3183709"/>
              <a:ext cx="378534" cy="377248"/>
            </a:xfrm>
            <a:custGeom>
              <a:rect b="b" l="l" r="r" t="t"/>
              <a:pathLst>
                <a:path extrusionOk="0" h="32847" w="32959">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8" name="Google Shape;8888;p98"/>
            <p:cNvSpPr/>
            <p:nvPr/>
          </p:nvSpPr>
          <p:spPr>
            <a:xfrm>
              <a:off x="732422" y="2990152"/>
              <a:ext cx="380716" cy="379441"/>
            </a:xfrm>
            <a:custGeom>
              <a:rect b="b" l="l" r="r" t="t"/>
              <a:pathLst>
                <a:path extrusionOk="0" h="33038" w="33149">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9" name="Google Shape;8889;p98"/>
            <p:cNvSpPr/>
            <p:nvPr/>
          </p:nvSpPr>
          <p:spPr>
            <a:xfrm>
              <a:off x="1115837" y="2990152"/>
              <a:ext cx="380728" cy="379430"/>
            </a:xfrm>
            <a:custGeom>
              <a:rect b="b" l="l" r="r" t="t"/>
              <a:pathLst>
                <a:path extrusionOk="0" h="33037" w="3315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cap="flat" cmpd="sng" w="9525">
              <a:solidFill>
                <a:srgbClr val="B3C3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0" name="Google Shape;8890;p98"/>
            <p:cNvSpPr/>
            <p:nvPr/>
          </p:nvSpPr>
          <p:spPr>
            <a:xfrm>
              <a:off x="1691707" y="3184996"/>
              <a:ext cx="378488" cy="377259"/>
            </a:xfrm>
            <a:custGeom>
              <a:rect b="b" l="l" r="r" t="t"/>
              <a:pathLst>
                <a:path extrusionOk="0" h="32848" w="32955">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1" name="Google Shape;8891;p98"/>
            <p:cNvSpPr/>
            <p:nvPr/>
          </p:nvSpPr>
          <p:spPr>
            <a:xfrm>
              <a:off x="1499792" y="2993162"/>
              <a:ext cx="378523" cy="377213"/>
            </a:xfrm>
            <a:custGeom>
              <a:rect b="b" l="l" r="r" t="t"/>
              <a:pathLst>
                <a:path extrusionOk="0" h="32844" w="32958">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95" name="Shape 8895"/>
        <p:cNvGrpSpPr/>
        <p:nvPr/>
      </p:nvGrpSpPr>
      <p:grpSpPr>
        <a:xfrm>
          <a:off x="0" y="0"/>
          <a:ext cx="0" cy="0"/>
          <a:chOff x="0" y="0"/>
          <a:chExt cx="0" cy="0"/>
        </a:xfrm>
      </p:grpSpPr>
      <p:grpSp>
        <p:nvGrpSpPr>
          <p:cNvPr id="8896" name="Google Shape;8896;p99"/>
          <p:cNvGrpSpPr/>
          <p:nvPr/>
        </p:nvGrpSpPr>
        <p:grpSpPr>
          <a:xfrm>
            <a:off x="708579" y="965872"/>
            <a:ext cx="1636117" cy="1526144"/>
            <a:chOff x="729238" y="1179665"/>
            <a:chExt cx="1636117" cy="1526144"/>
          </a:xfrm>
        </p:grpSpPr>
        <p:grpSp>
          <p:nvGrpSpPr>
            <p:cNvPr id="8897" name="Google Shape;8897;p99"/>
            <p:cNvGrpSpPr/>
            <p:nvPr/>
          </p:nvGrpSpPr>
          <p:grpSpPr>
            <a:xfrm>
              <a:off x="729238" y="1179665"/>
              <a:ext cx="80700" cy="1526144"/>
              <a:chOff x="729238" y="1179665"/>
              <a:chExt cx="80700" cy="1526144"/>
            </a:xfrm>
          </p:grpSpPr>
          <p:sp>
            <p:nvSpPr>
              <p:cNvPr id="8898" name="Google Shape;8898;p99"/>
              <p:cNvSpPr/>
              <p:nvPr/>
            </p:nvSpPr>
            <p:spPr>
              <a:xfrm>
                <a:off x="729238"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9" name="Google Shape;8899;p99"/>
              <p:cNvSpPr/>
              <p:nvPr/>
            </p:nvSpPr>
            <p:spPr>
              <a:xfrm>
                <a:off x="729238"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0" name="Google Shape;8900;p99"/>
              <p:cNvSpPr/>
              <p:nvPr/>
            </p:nvSpPr>
            <p:spPr>
              <a:xfrm>
                <a:off x="729238"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1" name="Google Shape;8901;p99"/>
              <p:cNvSpPr/>
              <p:nvPr/>
            </p:nvSpPr>
            <p:spPr>
              <a:xfrm>
                <a:off x="729238"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2" name="Google Shape;8902;p99"/>
              <p:cNvSpPr/>
              <p:nvPr/>
            </p:nvSpPr>
            <p:spPr>
              <a:xfrm>
                <a:off x="729238"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3" name="Google Shape;8903;p99"/>
              <p:cNvSpPr/>
              <p:nvPr/>
            </p:nvSpPr>
            <p:spPr>
              <a:xfrm>
                <a:off x="729238"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4" name="Google Shape;8904;p99"/>
              <p:cNvSpPr/>
              <p:nvPr/>
            </p:nvSpPr>
            <p:spPr>
              <a:xfrm>
                <a:off x="72923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5" name="Google Shape;8905;p99"/>
              <p:cNvSpPr/>
              <p:nvPr/>
            </p:nvSpPr>
            <p:spPr>
              <a:xfrm>
                <a:off x="72923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6" name="Google Shape;8906;p99"/>
              <p:cNvSpPr/>
              <p:nvPr/>
            </p:nvSpPr>
            <p:spPr>
              <a:xfrm>
                <a:off x="72923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7" name="Google Shape;8907;p99"/>
              <p:cNvSpPr/>
              <p:nvPr/>
            </p:nvSpPr>
            <p:spPr>
              <a:xfrm>
                <a:off x="72923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08" name="Google Shape;8908;p99"/>
            <p:cNvGrpSpPr/>
            <p:nvPr/>
          </p:nvGrpSpPr>
          <p:grpSpPr>
            <a:xfrm>
              <a:off x="903098" y="1179665"/>
              <a:ext cx="80700" cy="1526144"/>
              <a:chOff x="903098" y="1179665"/>
              <a:chExt cx="80700" cy="1526144"/>
            </a:xfrm>
          </p:grpSpPr>
          <p:sp>
            <p:nvSpPr>
              <p:cNvPr id="8909" name="Google Shape;8909;p99"/>
              <p:cNvSpPr/>
              <p:nvPr/>
            </p:nvSpPr>
            <p:spPr>
              <a:xfrm>
                <a:off x="903098"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0" name="Google Shape;8910;p99"/>
              <p:cNvSpPr/>
              <p:nvPr/>
            </p:nvSpPr>
            <p:spPr>
              <a:xfrm>
                <a:off x="903098"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1" name="Google Shape;8911;p99"/>
              <p:cNvSpPr/>
              <p:nvPr/>
            </p:nvSpPr>
            <p:spPr>
              <a:xfrm>
                <a:off x="903098"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2" name="Google Shape;8912;p99"/>
              <p:cNvSpPr/>
              <p:nvPr/>
            </p:nvSpPr>
            <p:spPr>
              <a:xfrm>
                <a:off x="903098"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3" name="Google Shape;8913;p99"/>
              <p:cNvSpPr/>
              <p:nvPr/>
            </p:nvSpPr>
            <p:spPr>
              <a:xfrm>
                <a:off x="903098"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4" name="Google Shape;8914;p99"/>
              <p:cNvSpPr/>
              <p:nvPr/>
            </p:nvSpPr>
            <p:spPr>
              <a:xfrm>
                <a:off x="903098"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5" name="Google Shape;8915;p99"/>
              <p:cNvSpPr/>
              <p:nvPr/>
            </p:nvSpPr>
            <p:spPr>
              <a:xfrm>
                <a:off x="90309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6" name="Google Shape;8916;p99"/>
              <p:cNvSpPr/>
              <p:nvPr/>
            </p:nvSpPr>
            <p:spPr>
              <a:xfrm>
                <a:off x="90309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7" name="Google Shape;8917;p99"/>
              <p:cNvSpPr/>
              <p:nvPr/>
            </p:nvSpPr>
            <p:spPr>
              <a:xfrm>
                <a:off x="90309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8" name="Google Shape;8918;p99"/>
              <p:cNvSpPr/>
              <p:nvPr/>
            </p:nvSpPr>
            <p:spPr>
              <a:xfrm>
                <a:off x="90309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19" name="Google Shape;8919;p99"/>
            <p:cNvGrpSpPr/>
            <p:nvPr/>
          </p:nvGrpSpPr>
          <p:grpSpPr>
            <a:xfrm>
              <a:off x="1076958" y="1179665"/>
              <a:ext cx="80700" cy="1526144"/>
              <a:chOff x="1076958" y="1179665"/>
              <a:chExt cx="80700" cy="1526144"/>
            </a:xfrm>
          </p:grpSpPr>
          <p:sp>
            <p:nvSpPr>
              <p:cNvPr id="8920" name="Google Shape;8920;p99"/>
              <p:cNvSpPr/>
              <p:nvPr/>
            </p:nvSpPr>
            <p:spPr>
              <a:xfrm>
                <a:off x="1076958"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1" name="Google Shape;8921;p99"/>
              <p:cNvSpPr/>
              <p:nvPr/>
            </p:nvSpPr>
            <p:spPr>
              <a:xfrm>
                <a:off x="1076958"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2" name="Google Shape;8922;p99"/>
              <p:cNvSpPr/>
              <p:nvPr/>
            </p:nvSpPr>
            <p:spPr>
              <a:xfrm>
                <a:off x="1076958"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3" name="Google Shape;8923;p99"/>
              <p:cNvSpPr/>
              <p:nvPr/>
            </p:nvSpPr>
            <p:spPr>
              <a:xfrm>
                <a:off x="1076958"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4" name="Google Shape;8924;p99"/>
              <p:cNvSpPr/>
              <p:nvPr/>
            </p:nvSpPr>
            <p:spPr>
              <a:xfrm>
                <a:off x="1076958"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5" name="Google Shape;8925;p99"/>
              <p:cNvSpPr/>
              <p:nvPr/>
            </p:nvSpPr>
            <p:spPr>
              <a:xfrm>
                <a:off x="1076958"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6" name="Google Shape;8926;p99"/>
              <p:cNvSpPr/>
              <p:nvPr/>
            </p:nvSpPr>
            <p:spPr>
              <a:xfrm>
                <a:off x="1076958" y="214302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7" name="Google Shape;8927;p99"/>
              <p:cNvSpPr/>
              <p:nvPr/>
            </p:nvSpPr>
            <p:spPr>
              <a:xfrm>
                <a:off x="107695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8" name="Google Shape;8928;p99"/>
              <p:cNvSpPr/>
              <p:nvPr/>
            </p:nvSpPr>
            <p:spPr>
              <a:xfrm>
                <a:off x="107695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9" name="Google Shape;8929;p99"/>
              <p:cNvSpPr/>
              <p:nvPr/>
            </p:nvSpPr>
            <p:spPr>
              <a:xfrm>
                <a:off x="107695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30" name="Google Shape;8930;p99"/>
            <p:cNvGrpSpPr/>
            <p:nvPr/>
          </p:nvGrpSpPr>
          <p:grpSpPr>
            <a:xfrm>
              <a:off x="1247707" y="1179665"/>
              <a:ext cx="80700" cy="1526144"/>
              <a:chOff x="1247707" y="1179665"/>
              <a:chExt cx="80700" cy="1526144"/>
            </a:xfrm>
          </p:grpSpPr>
          <p:sp>
            <p:nvSpPr>
              <p:cNvPr id="8931" name="Google Shape;8931;p99"/>
              <p:cNvSpPr/>
              <p:nvPr/>
            </p:nvSpPr>
            <p:spPr>
              <a:xfrm>
                <a:off x="124770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2" name="Google Shape;8932;p99"/>
              <p:cNvSpPr/>
              <p:nvPr/>
            </p:nvSpPr>
            <p:spPr>
              <a:xfrm>
                <a:off x="124770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3" name="Google Shape;8933;p99"/>
              <p:cNvSpPr/>
              <p:nvPr/>
            </p:nvSpPr>
            <p:spPr>
              <a:xfrm>
                <a:off x="124770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4" name="Google Shape;8934;p99"/>
              <p:cNvSpPr/>
              <p:nvPr/>
            </p:nvSpPr>
            <p:spPr>
              <a:xfrm>
                <a:off x="1247707" y="166175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5" name="Google Shape;8935;p99"/>
              <p:cNvSpPr/>
              <p:nvPr/>
            </p:nvSpPr>
            <p:spPr>
              <a:xfrm>
                <a:off x="1247707"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6" name="Google Shape;8936;p99"/>
              <p:cNvSpPr/>
              <p:nvPr/>
            </p:nvSpPr>
            <p:spPr>
              <a:xfrm>
                <a:off x="1247707"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7" name="Google Shape;8937;p99"/>
              <p:cNvSpPr/>
              <p:nvPr/>
            </p:nvSpPr>
            <p:spPr>
              <a:xfrm>
                <a:off x="124770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8" name="Google Shape;8938;p99"/>
              <p:cNvSpPr/>
              <p:nvPr/>
            </p:nvSpPr>
            <p:spPr>
              <a:xfrm>
                <a:off x="124770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9" name="Google Shape;8939;p99"/>
              <p:cNvSpPr/>
              <p:nvPr/>
            </p:nvSpPr>
            <p:spPr>
              <a:xfrm>
                <a:off x="124770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0" name="Google Shape;8940;p99"/>
              <p:cNvSpPr/>
              <p:nvPr/>
            </p:nvSpPr>
            <p:spPr>
              <a:xfrm>
                <a:off x="124770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41" name="Google Shape;8941;p99"/>
            <p:cNvGrpSpPr/>
            <p:nvPr/>
          </p:nvGrpSpPr>
          <p:grpSpPr>
            <a:xfrm>
              <a:off x="1421567" y="1179665"/>
              <a:ext cx="80700" cy="1526144"/>
              <a:chOff x="1421567" y="1179665"/>
              <a:chExt cx="80700" cy="1526144"/>
            </a:xfrm>
          </p:grpSpPr>
          <p:sp>
            <p:nvSpPr>
              <p:cNvPr id="8942" name="Google Shape;8942;p99"/>
              <p:cNvSpPr/>
              <p:nvPr/>
            </p:nvSpPr>
            <p:spPr>
              <a:xfrm>
                <a:off x="142156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3" name="Google Shape;8943;p99"/>
              <p:cNvSpPr/>
              <p:nvPr/>
            </p:nvSpPr>
            <p:spPr>
              <a:xfrm>
                <a:off x="142156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4" name="Google Shape;8944;p99"/>
              <p:cNvSpPr/>
              <p:nvPr/>
            </p:nvSpPr>
            <p:spPr>
              <a:xfrm>
                <a:off x="142156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5" name="Google Shape;8945;p99"/>
              <p:cNvSpPr/>
              <p:nvPr/>
            </p:nvSpPr>
            <p:spPr>
              <a:xfrm>
                <a:off x="1421567"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6" name="Google Shape;8946;p99"/>
              <p:cNvSpPr/>
              <p:nvPr/>
            </p:nvSpPr>
            <p:spPr>
              <a:xfrm>
                <a:off x="1421567"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7" name="Google Shape;8947;p99"/>
              <p:cNvSpPr/>
              <p:nvPr/>
            </p:nvSpPr>
            <p:spPr>
              <a:xfrm>
                <a:off x="1421567"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8" name="Google Shape;8948;p99"/>
              <p:cNvSpPr/>
              <p:nvPr/>
            </p:nvSpPr>
            <p:spPr>
              <a:xfrm>
                <a:off x="1421567" y="214302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9" name="Google Shape;8949;p99"/>
              <p:cNvSpPr/>
              <p:nvPr/>
            </p:nvSpPr>
            <p:spPr>
              <a:xfrm>
                <a:off x="1421567" y="2303717"/>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0" name="Google Shape;8950;p99"/>
              <p:cNvSpPr/>
              <p:nvPr/>
            </p:nvSpPr>
            <p:spPr>
              <a:xfrm>
                <a:off x="142156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1" name="Google Shape;8951;p99"/>
              <p:cNvSpPr/>
              <p:nvPr/>
            </p:nvSpPr>
            <p:spPr>
              <a:xfrm>
                <a:off x="142156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52" name="Google Shape;8952;p99"/>
            <p:cNvGrpSpPr/>
            <p:nvPr/>
          </p:nvGrpSpPr>
          <p:grpSpPr>
            <a:xfrm>
              <a:off x="1592327" y="1179665"/>
              <a:ext cx="80700" cy="1526144"/>
              <a:chOff x="1592327" y="1179665"/>
              <a:chExt cx="80700" cy="1526144"/>
            </a:xfrm>
          </p:grpSpPr>
          <p:sp>
            <p:nvSpPr>
              <p:cNvPr id="8953" name="Google Shape;8953;p99"/>
              <p:cNvSpPr/>
              <p:nvPr/>
            </p:nvSpPr>
            <p:spPr>
              <a:xfrm>
                <a:off x="159232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4" name="Google Shape;8954;p99"/>
              <p:cNvSpPr/>
              <p:nvPr/>
            </p:nvSpPr>
            <p:spPr>
              <a:xfrm>
                <a:off x="159232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5" name="Google Shape;8955;p99"/>
              <p:cNvSpPr/>
              <p:nvPr/>
            </p:nvSpPr>
            <p:spPr>
              <a:xfrm>
                <a:off x="159232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6" name="Google Shape;8956;p99"/>
              <p:cNvSpPr/>
              <p:nvPr/>
            </p:nvSpPr>
            <p:spPr>
              <a:xfrm>
                <a:off x="1592327"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7" name="Google Shape;8957;p99"/>
              <p:cNvSpPr/>
              <p:nvPr/>
            </p:nvSpPr>
            <p:spPr>
              <a:xfrm>
                <a:off x="1592327"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8" name="Google Shape;8958;p99"/>
              <p:cNvSpPr/>
              <p:nvPr/>
            </p:nvSpPr>
            <p:spPr>
              <a:xfrm>
                <a:off x="1592327"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9" name="Google Shape;8959;p99"/>
              <p:cNvSpPr/>
              <p:nvPr/>
            </p:nvSpPr>
            <p:spPr>
              <a:xfrm>
                <a:off x="159232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0" name="Google Shape;8960;p99"/>
              <p:cNvSpPr/>
              <p:nvPr/>
            </p:nvSpPr>
            <p:spPr>
              <a:xfrm>
                <a:off x="159232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1" name="Google Shape;8961;p99"/>
              <p:cNvSpPr/>
              <p:nvPr/>
            </p:nvSpPr>
            <p:spPr>
              <a:xfrm>
                <a:off x="159232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2" name="Google Shape;8962;p99"/>
              <p:cNvSpPr/>
              <p:nvPr/>
            </p:nvSpPr>
            <p:spPr>
              <a:xfrm>
                <a:off x="159232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63" name="Google Shape;8963;p99"/>
            <p:cNvGrpSpPr/>
            <p:nvPr/>
          </p:nvGrpSpPr>
          <p:grpSpPr>
            <a:xfrm>
              <a:off x="1766187" y="1179665"/>
              <a:ext cx="80700" cy="1526144"/>
              <a:chOff x="1766187" y="1179665"/>
              <a:chExt cx="80700" cy="1526144"/>
            </a:xfrm>
          </p:grpSpPr>
          <p:sp>
            <p:nvSpPr>
              <p:cNvPr id="8964" name="Google Shape;8964;p99"/>
              <p:cNvSpPr/>
              <p:nvPr/>
            </p:nvSpPr>
            <p:spPr>
              <a:xfrm>
                <a:off x="176618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5" name="Google Shape;8965;p99"/>
              <p:cNvSpPr/>
              <p:nvPr/>
            </p:nvSpPr>
            <p:spPr>
              <a:xfrm>
                <a:off x="176618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6" name="Google Shape;8966;p99"/>
              <p:cNvSpPr/>
              <p:nvPr/>
            </p:nvSpPr>
            <p:spPr>
              <a:xfrm>
                <a:off x="176618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7" name="Google Shape;8967;p99"/>
              <p:cNvSpPr/>
              <p:nvPr/>
            </p:nvSpPr>
            <p:spPr>
              <a:xfrm>
                <a:off x="1766187"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8" name="Google Shape;8968;p99"/>
              <p:cNvSpPr/>
              <p:nvPr/>
            </p:nvSpPr>
            <p:spPr>
              <a:xfrm>
                <a:off x="1766187"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9" name="Google Shape;8969;p99"/>
              <p:cNvSpPr/>
              <p:nvPr/>
            </p:nvSpPr>
            <p:spPr>
              <a:xfrm>
                <a:off x="1766187"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0" name="Google Shape;8970;p99"/>
              <p:cNvSpPr/>
              <p:nvPr/>
            </p:nvSpPr>
            <p:spPr>
              <a:xfrm>
                <a:off x="1766187" y="214302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1" name="Google Shape;8971;p99"/>
              <p:cNvSpPr/>
              <p:nvPr/>
            </p:nvSpPr>
            <p:spPr>
              <a:xfrm>
                <a:off x="1766187" y="2303717"/>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2" name="Google Shape;8972;p99"/>
              <p:cNvSpPr/>
              <p:nvPr/>
            </p:nvSpPr>
            <p:spPr>
              <a:xfrm>
                <a:off x="1766187" y="2464413"/>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3" name="Google Shape;8973;p99"/>
              <p:cNvSpPr/>
              <p:nvPr/>
            </p:nvSpPr>
            <p:spPr>
              <a:xfrm>
                <a:off x="176618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74" name="Google Shape;8974;p99"/>
            <p:cNvGrpSpPr/>
            <p:nvPr/>
          </p:nvGrpSpPr>
          <p:grpSpPr>
            <a:xfrm>
              <a:off x="1936935" y="1179665"/>
              <a:ext cx="80700" cy="1526144"/>
              <a:chOff x="1936935" y="1179665"/>
              <a:chExt cx="80700" cy="1526144"/>
            </a:xfrm>
          </p:grpSpPr>
          <p:sp>
            <p:nvSpPr>
              <p:cNvPr id="8975" name="Google Shape;8975;p99"/>
              <p:cNvSpPr/>
              <p:nvPr/>
            </p:nvSpPr>
            <p:spPr>
              <a:xfrm>
                <a:off x="1936935"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6" name="Google Shape;8976;p99"/>
              <p:cNvSpPr/>
              <p:nvPr/>
            </p:nvSpPr>
            <p:spPr>
              <a:xfrm>
                <a:off x="1936935"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7" name="Google Shape;8977;p99"/>
              <p:cNvSpPr/>
              <p:nvPr/>
            </p:nvSpPr>
            <p:spPr>
              <a:xfrm>
                <a:off x="1936935"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8" name="Google Shape;8978;p99"/>
              <p:cNvSpPr/>
              <p:nvPr/>
            </p:nvSpPr>
            <p:spPr>
              <a:xfrm>
                <a:off x="1936935"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9" name="Google Shape;8979;p99"/>
              <p:cNvSpPr/>
              <p:nvPr/>
            </p:nvSpPr>
            <p:spPr>
              <a:xfrm>
                <a:off x="1936935"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0" name="Google Shape;8980;p99"/>
              <p:cNvSpPr/>
              <p:nvPr/>
            </p:nvSpPr>
            <p:spPr>
              <a:xfrm>
                <a:off x="193693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1" name="Google Shape;8981;p99"/>
              <p:cNvSpPr/>
              <p:nvPr/>
            </p:nvSpPr>
            <p:spPr>
              <a:xfrm>
                <a:off x="193693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2" name="Google Shape;8982;p99"/>
              <p:cNvSpPr/>
              <p:nvPr/>
            </p:nvSpPr>
            <p:spPr>
              <a:xfrm>
                <a:off x="193693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3" name="Google Shape;8983;p99"/>
              <p:cNvSpPr/>
              <p:nvPr/>
            </p:nvSpPr>
            <p:spPr>
              <a:xfrm>
                <a:off x="193693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4" name="Google Shape;8984;p99"/>
              <p:cNvSpPr/>
              <p:nvPr/>
            </p:nvSpPr>
            <p:spPr>
              <a:xfrm>
                <a:off x="193693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85" name="Google Shape;8985;p99"/>
            <p:cNvGrpSpPr/>
            <p:nvPr/>
          </p:nvGrpSpPr>
          <p:grpSpPr>
            <a:xfrm>
              <a:off x="2110795" y="1179665"/>
              <a:ext cx="80700" cy="1526144"/>
              <a:chOff x="2110795" y="1179665"/>
              <a:chExt cx="80700" cy="1526144"/>
            </a:xfrm>
          </p:grpSpPr>
          <p:sp>
            <p:nvSpPr>
              <p:cNvPr id="8986" name="Google Shape;8986;p99"/>
              <p:cNvSpPr/>
              <p:nvPr/>
            </p:nvSpPr>
            <p:spPr>
              <a:xfrm>
                <a:off x="2110795"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7" name="Google Shape;8987;p99"/>
              <p:cNvSpPr/>
              <p:nvPr/>
            </p:nvSpPr>
            <p:spPr>
              <a:xfrm>
                <a:off x="2110795"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8" name="Google Shape;8988;p99"/>
              <p:cNvSpPr/>
              <p:nvPr/>
            </p:nvSpPr>
            <p:spPr>
              <a:xfrm>
                <a:off x="2110795"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9" name="Google Shape;8989;p99"/>
              <p:cNvSpPr/>
              <p:nvPr/>
            </p:nvSpPr>
            <p:spPr>
              <a:xfrm>
                <a:off x="2110795"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0" name="Google Shape;8990;p99"/>
              <p:cNvSpPr/>
              <p:nvPr/>
            </p:nvSpPr>
            <p:spPr>
              <a:xfrm>
                <a:off x="2110795"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1" name="Google Shape;8991;p99"/>
              <p:cNvSpPr/>
              <p:nvPr/>
            </p:nvSpPr>
            <p:spPr>
              <a:xfrm>
                <a:off x="211079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2" name="Google Shape;8992;p99"/>
              <p:cNvSpPr/>
              <p:nvPr/>
            </p:nvSpPr>
            <p:spPr>
              <a:xfrm>
                <a:off x="211079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3" name="Google Shape;8993;p99"/>
              <p:cNvSpPr/>
              <p:nvPr/>
            </p:nvSpPr>
            <p:spPr>
              <a:xfrm>
                <a:off x="211079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4" name="Google Shape;8994;p99"/>
              <p:cNvSpPr/>
              <p:nvPr/>
            </p:nvSpPr>
            <p:spPr>
              <a:xfrm>
                <a:off x="211079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5" name="Google Shape;8995;p99"/>
              <p:cNvSpPr/>
              <p:nvPr/>
            </p:nvSpPr>
            <p:spPr>
              <a:xfrm>
                <a:off x="211079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96" name="Google Shape;8996;p99"/>
            <p:cNvGrpSpPr/>
            <p:nvPr/>
          </p:nvGrpSpPr>
          <p:grpSpPr>
            <a:xfrm>
              <a:off x="2284655" y="1179665"/>
              <a:ext cx="80700" cy="1526144"/>
              <a:chOff x="2284655" y="1179665"/>
              <a:chExt cx="80700" cy="1526144"/>
            </a:xfrm>
          </p:grpSpPr>
          <p:sp>
            <p:nvSpPr>
              <p:cNvPr id="8997" name="Google Shape;8997;p99"/>
              <p:cNvSpPr/>
              <p:nvPr/>
            </p:nvSpPr>
            <p:spPr>
              <a:xfrm>
                <a:off x="2284655"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8" name="Google Shape;8998;p99"/>
              <p:cNvSpPr/>
              <p:nvPr/>
            </p:nvSpPr>
            <p:spPr>
              <a:xfrm>
                <a:off x="2284655"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9" name="Google Shape;8999;p99"/>
              <p:cNvSpPr/>
              <p:nvPr/>
            </p:nvSpPr>
            <p:spPr>
              <a:xfrm>
                <a:off x="2284655"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0" name="Google Shape;9000;p99"/>
              <p:cNvSpPr/>
              <p:nvPr/>
            </p:nvSpPr>
            <p:spPr>
              <a:xfrm>
                <a:off x="2284655"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1" name="Google Shape;9001;p99"/>
              <p:cNvSpPr/>
              <p:nvPr/>
            </p:nvSpPr>
            <p:spPr>
              <a:xfrm>
                <a:off x="2284655"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2" name="Google Shape;9002;p99"/>
              <p:cNvSpPr/>
              <p:nvPr/>
            </p:nvSpPr>
            <p:spPr>
              <a:xfrm>
                <a:off x="2284655"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3" name="Google Shape;9003;p99"/>
              <p:cNvSpPr/>
              <p:nvPr/>
            </p:nvSpPr>
            <p:spPr>
              <a:xfrm>
                <a:off x="228465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4" name="Google Shape;9004;p99"/>
              <p:cNvSpPr/>
              <p:nvPr/>
            </p:nvSpPr>
            <p:spPr>
              <a:xfrm>
                <a:off x="228465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5" name="Google Shape;9005;p99"/>
              <p:cNvSpPr/>
              <p:nvPr/>
            </p:nvSpPr>
            <p:spPr>
              <a:xfrm>
                <a:off x="228465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6" name="Google Shape;9006;p99"/>
              <p:cNvSpPr/>
              <p:nvPr/>
            </p:nvSpPr>
            <p:spPr>
              <a:xfrm>
                <a:off x="228465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007" name="Google Shape;9007;p99"/>
          <p:cNvGrpSpPr/>
          <p:nvPr/>
        </p:nvGrpSpPr>
        <p:grpSpPr>
          <a:xfrm>
            <a:off x="2603245" y="985011"/>
            <a:ext cx="1364248" cy="1102133"/>
            <a:chOff x="2623904" y="1198803"/>
            <a:chExt cx="1364248" cy="1102133"/>
          </a:xfrm>
        </p:grpSpPr>
        <p:grpSp>
          <p:nvGrpSpPr>
            <p:cNvPr id="9008" name="Google Shape;9008;p99"/>
            <p:cNvGrpSpPr/>
            <p:nvPr/>
          </p:nvGrpSpPr>
          <p:grpSpPr>
            <a:xfrm>
              <a:off x="2623907" y="1198803"/>
              <a:ext cx="1364245" cy="273000"/>
              <a:chOff x="2623907" y="1198803"/>
              <a:chExt cx="1364245" cy="273000"/>
            </a:xfrm>
          </p:grpSpPr>
          <p:sp>
            <p:nvSpPr>
              <p:cNvPr id="9009" name="Google Shape;9009;p99"/>
              <p:cNvSpPr/>
              <p:nvPr/>
            </p:nvSpPr>
            <p:spPr>
              <a:xfrm>
                <a:off x="3715152" y="1198803"/>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0" name="Google Shape;9010;p99"/>
              <p:cNvSpPr/>
              <p:nvPr/>
            </p:nvSpPr>
            <p:spPr>
              <a:xfrm>
                <a:off x="2623907"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1" name="Google Shape;9011;p99"/>
              <p:cNvSpPr/>
              <p:nvPr/>
            </p:nvSpPr>
            <p:spPr>
              <a:xfrm>
                <a:off x="2896718"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2" name="Google Shape;9012;p99"/>
              <p:cNvSpPr/>
              <p:nvPr/>
            </p:nvSpPr>
            <p:spPr>
              <a:xfrm>
                <a:off x="3169529"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3" name="Google Shape;9013;p99"/>
              <p:cNvSpPr/>
              <p:nvPr/>
            </p:nvSpPr>
            <p:spPr>
              <a:xfrm>
                <a:off x="3442341"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14" name="Google Shape;9014;p99"/>
            <p:cNvGrpSpPr/>
            <p:nvPr/>
          </p:nvGrpSpPr>
          <p:grpSpPr>
            <a:xfrm>
              <a:off x="2623904" y="1476964"/>
              <a:ext cx="1364245" cy="273000"/>
              <a:chOff x="2623904" y="1476964"/>
              <a:chExt cx="1364245" cy="273000"/>
            </a:xfrm>
          </p:grpSpPr>
          <p:sp>
            <p:nvSpPr>
              <p:cNvPr id="9015" name="Google Shape;9015;p99"/>
              <p:cNvSpPr/>
              <p:nvPr/>
            </p:nvSpPr>
            <p:spPr>
              <a:xfrm>
                <a:off x="3169527" y="1476964"/>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6" name="Google Shape;9016;p99"/>
              <p:cNvSpPr/>
              <p:nvPr/>
            </p:nvSpPr>
            <p:spPr>
              <a:xfrm>
                <a:off x="3442338" y="1476964"/>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7" name="Google Shape;9017;p99"/>
              <p:cNvSpPr/>
              <p:nvPr/>
            </p:nvSpPr>
            <p:spPr>
              <a:xfrm>
                <a:off x="3715149" y="1476964"/>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8" name="Google Shape;9018;p99"/>
              <p:cNvSpPr/>
              <p:nvPr/>
            </p:nvSpPr>
            <p:spPr>
              <a:xfrm>
                <a:off x="2623904"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9" name="Google Shape;9019;p99"/>
              <p:cNvSpPr/>
              <p:nvPr/>
            </p:nvSpPr>
            <p:spPr>
              <a:xfrm>
                <a:off x="2896716"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20" name="Google Shape;9020;p99"/>
            <p:cNvGrpSpPr/>
            <p:nvPr/>
          </p:nvGrpSpPr>
          <p:grpSpPr>
            <a:xfrm>
              <a:off x="2623907" y="1749775"/>
              <a:ext cx="1364245" cy="273000"/>
              <a:chOff x="2623907" y="1749775"/>
              <a:chExt cx="1364245" cy="273000"/>
            </a:xfrm>
          </p:grpSpPr>
          <p:sp>
            <p:nvSpPr>
              <p:cNvPr id="9021" name="Google Shape;9021;p99"/>
              <p:cNvSpPr/>
              <p:nvPr/>
            </p:nvSpPr>
            <p:spPr>
              <a:xfrm>
                <a:off x="3442341" y="1749775"/>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2" name="Google Shape;9022;p99"/>
              <p:cNvSpPr/>
              <p:nvPr/>
            </p:nvSpPr>
            <p:spPr>
              <a:xfrm>
                <a:off x="3715152" y="1749775"/>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3" name="Google Shape;9023;p99"/>
              <p:cNvSpPr/>
              <p:nvPr/>
            </p:nvSpPr>
            <p:spPr>
              <a:xfrm>
                <a:off x="2623907"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4" name="Google Shape;9024;p99"/>
              <p:cNvSpPr/>
              <p:nvPr/>
            </p:nvSpPr>
            <p:spPr>
              <a:xfrm>
                <a:off x="2896718"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5" name="Google Shape;9025;p99"/>
              <p:cNvSpPr/>
              <p:nvPr/>
            </p:nvSpPr>
            <p:spPr>
              <a:xfrm>
                <a:off x="3169529"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26" name="Google Shape;9026;p99"/>
            <p:cNvGrpSpPr/>
            <p:nvPr/>
          </p:nvGrpSpPr>
          <p:grpSpPr>
            <a:xfrm>
              <a:off x="2623904" y="2027936"/>
              <a:ext cx="1364245" cy="273000"/>
              <a:chOff x="2623904" y="2027936"/>
              <a:chExt cx="1364245" cy="273000"/>
            </a:xfrm>
          </p:grpSpPr>
          <p:sp>
            <p:nvSpPr>
              <p:cNvPr id="9027" name="Google Shape;9027;p99"/>
              <p:cNvSpPr/>
              <p:nvPr/>
            </p:nvSpPr>
            <p:spPr>
              <a:xfrm>
                <a:off x="2623904"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8" name="Google Shape;9028;p99"/>
              <p:cNvSpPr/>
              <p:nvPr/>
            </p:nvSpPr>
            <p:spPr>
              <a:xfrm>
                <a:off x="2896716"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9" name="Google Shape;9029;p99"/>
              <p:cNvSpPr/>
              <p:nvPr/>
            </p:nvSpPr>
            <p:spPr>
              <a:xfrm>
                <a:off x="3169527"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0" name="Google Shape;9030;p99"/>
              <p:cNvSpPr/>
              <p:nvPr/>
            </p:nvSpPr>
            <p:spPr>
              <a:xfrm>
                <a:off x="3442338"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1" name="Google Shape;9031;p99"/>
              <p:cNvSpPr/>
              <p:nvPr/>
            </p:nvSpPr>
            <p:spPr>
              <a:xfrm>
                <a:off x="3715149"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032" name="Google Shape;9032;p99"/>
          <p:cNvGrpSpPr/>
          <p:nvPr/>
        </p:nvGrpSpPr>
        <p:grpSpPr>
          <a:xfrm>
            <a:off x="2592706" y="2444193"/>
            <a:ext cx="1387541" cy="159124"/>
            <a:chOff x="3200660" y="2180272"/>
            <a:chExt cx="2563824" cy="378237"/>
          </a:xfrm>
        </p:grpSpPr>
        <p:sp>
          <p:nvSpPr>
            <p:cNvPr id="9033" name="Google Shape;9033;p99"/>
            <p:cNvSpPr/>
            <p:nvPr/>
          </p:nvSpPr>
          <p:spPr>
            <a:xfrm>
              <a:off x="3200660" y="2180272"/>
              <a:ext cx="108240" cy="378237"/>
            </a:xfrm>
            <a:custGeom>
              <a:rect b="b" l="l" r="r" t="t"/>
              <a:pathLst>
                <a:path extrusionOk="0" h="37890" w="8543">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4" name="Google Shape;9034;p99"/>
            <p:cNvSpPr/>
            <p:nvPr/>
          </p:nvSpPr>
          <p:spPr>
            <a:xfrm>
              <a:off x="3345104" y="2180272"/>
              <a:ext cx="108240" cy="378237"/>
            </a:xfrm>
            <a:custGeom>
              <a:rect b="b" l="l" r="r" t="t"/>
              <a:pathLst>
                <a:path extrusionOk="0" h="37890" w="8543">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5" name="Google Shape;9035;p99"/>
            <p:cNvSpPr/>
            <p:nvPr/>
          </p:nvSpPr>
          <p:spPr>
            <a:xfrm>
              <a:off x="3489548" y="2180272"/>
              <a:ext cx="108240" cy="378237"/>
            </a:xfrm>
            <a:custGeom>
              <a:rect b="b" l="l" r="r" t="t"/>
              <a:pathLst>
                <a:path extrusionOk="0" h="37890" w="8543">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6" name="Google Shape;9036;p99"/>
            <p:cNvSpPr/>
            <p:nvPr/>
          </p:nvSpPr>
          <p:spPr>
            <a:xfrm>
              <a:off x="3633992" y="2180272"/>
              <a:ext cx="108252" cy="378237"/>
            </a:xfrm>
            <a:custGeom>
              <a:rect b="b" l="l" r="r" t="t"/>
              <a:pathLst>
                <a:path extrusionOk="0" h="37890" w="8544">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7" name="Google Shape;9037;p99"/>
            <p:cNvSpPr/>
            <p:nvPr/>
          </p:nvSpPr>
          <p:spPr>
            <a:xfrm>
              <a:off x="3778448" y="2180272"/>
              <a:ext cx="108240" cy="378097"/>
            </a:xfrm>
            <a:custGeom>
              <a:rect b="b" l="l" r="r" t="t"/>
              <a:pathLst>
                <a:path extrusionOk="0" h="37876" w="8543">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8" name="Google Shape;9038;p99"/>
            <p:cNvSpPr/>
            <p:nvPr/>
          </p:nvSpPr>
          <p:spPr>
            <a:xfrm>
              <a:off x="3922892" y="2180272"/>
              <a:ext cx="108240" cy="378237"/>
            </a:xfrm>
            <a:custGeom>
              <a:rect b="b" l="l" r="r" t="t"/>
              <a:pathLst>
                <a:path extrusionOk="0" h="37890" w="8543">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9" name="Google Shape;9039;p99"/>
            <p:cNvSpPr/>
            <p:nvPr/>
          </p:nvSpPr>
          <p:spPr>
            <a:xfrm>
              <a:off x="4067336" y="2180272"/>
              <a:ext cx="108240" cy="378237"/>
            </a:xfrm>
            <a:custGeom>
              <a:rect b="b" l="l" r="r" t="t"/>
              <a:pathLst>
                <a:path extrusionOk="0" h="37890" w="8543">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0" name="Google Shape;9040;p99"/>
            <p:cNvSpPr/>
            <p:nvPr/>
          </p:nvSpPr>
          <p:spPr>
            <a:xfrm>
              <a:off x="4211780" y="2180272"/>
              <a:ext cx="108252" cy="378237"/>
            </a:xfrm>
            <a:custGeom>
              <a:rect b="b" l="l" r="r" t="t"/>
              <a:pathLst>
                <a:path extrusionOk="0" h="37890" w="8544">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1" name="Google Shape;9041;p99"/>
            <p:cNvSpPr/>
            <p:nvPr/>
          </p:nvSpPr>
          <p:spPr>
            <a:xfrm>
              <a:off x="4356236" y="2180272"/>
              <a:ext cx="108240" cy="378097"/>
            </a:xfrm>
            <a:custGeom>
              <a:rect b="b" l="l" r="r" t="t"/>
              <a:pathLst>
                <a:path extrusionOk="0" h="37876" w="8543">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2" name="Google Shape;9042;p99"/>
            <p:cNvSpPr/>
            <p:nvPr/>
          </p:nvSpPr>
          <p:spPr>
            <a:xfrm>
              <a:off x="4500680" y="2180272"/>
              <a:ext cx="108240" cy="378237"/>
            </a:xfrm>
            <a:custGeom>
              <a:rect b="b" l="l" r="r" t="t"/>
              <a:pathLst>
                <a:path extrusionOk="0" h="37890" w="8543">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3" name="Google Shape;9043;p99"/>
            <p:cNvSpPr/>
            <p:nvPr/>
          </p:nvSpPr>
          <p:spPr>
            <a:xfrm>
              <a:off x="4645124" y="2180272"/>
              <a:ext cx="108240" cy="378097"/>
            </a:xfrm>
            <a:custGeom>
              <a:rect b="b" l="l" r="r" t="t"/>
              <a:pathLst>
                <a:path extrusionOk="0" h="37876" w="8543">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4" name="Google Shape;9044;p99"/>
            <p:cNvSpPr/>
            <p:nvPr/>
          </p:nvSpPr>
          <p:spPr>
            <a:xfrm>
              <a:off x="4789568" y="2180272"/>
              <a:ext cx="108240" cy="378237"/>
            </a:xfrm>
            <a:custGeom>
              <a:rect b="b" l="l" r="r" t="t"/>
              <a:pathLst>
                <a:path extrusionOk="0" h="37890" w="8543">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5" name="Google Shape;9045;p99"/>
            <p:cNvSpPr/>
            <p:nvPr/>
          </p:nvSpPr>
          <p:spPr>
            <a:xfrm>
              <a:off x="4934012" y="2180272"/>
              <a:ext cx="108240" cy="378237"/>
            </a:xfrm>
            <a:custGeom>
              <a:rect b="b" l="l" r="r" t="t"/>
              <a:pathLst>
                <a:path extrusionOk="0" h="37890" w="8543">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6" name="Google Shape;9046;p99"/>
            <p:cNvSpPr/>
            <p:nvPr/>
          </p:nvSpPr>
          <p:spPr>
            <a:xfrm>
              <a:off x="5078456" y="2180272"/>
              <a:ext cx="108240" cy="378237"/>
            </a:xfrm>
            <a:custGeom>
              <a:rect b="b" l="l" r="r" t="t"/>
              <a:pathLst>
                <a:path extrusionOk="0" h="37890" w="8543">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7" name="Google Shape;9047;p99"/>
            <p:cNvSpPr/>
            <p:nvPr/>
          </p:nvSpPr>
          <p:spPr>
            <a:xfrm>
              <a:off x="5222900" y="2180272"/>
              <a:ext cx="108240" cy="378237"/>
            </a:xfrm>
            <a:custGeom>
              <a:rect b="b" l="l" r="r" t="t"/>
              <a:pathLst>
                <a:path extrusionOk="0" h="37890" w="8543">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8" name="Google Shape;9048;p99"/>
            <p:cNvSpPr/>
            <p:nvPr/>
          </p:nvSpPr>
          <p:spPr>
            <a:xfrm>
              <a:off x="5367343" y="2180272"/>
              <a:ext cx="108240" cy="378237"/>
            </a:xfrm>
            <a:custGeom>
              <a:rect b="b" l="l" r="r" t="t"/>
              <a:pathLst>
                <a:path extrusionOk="0" h="37890" w="8543">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9" name="Google Shape;9049;p99"/>
            <p:cNvSpPr/>
            <p:nvPr/>
          </p:nvSpPr>
          <p:spPr>
            <a:xfrm>
              <a:off x="5511787" y="2180272"/>
              <a:ext cx="108240" cy="378097"/>
            </a:xfrm>
            <a:custGeom>
              <a:rect b="b" l="l" r="r" t="t"/>
              <a:pathLst>
                <a:path extrusionOk="0" h="37876" w="8543">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0" name="Google Shape;9050;p99"/>
            <p:cNvSpPr/>
            <p:nvPr/>
          </p:nvSpPr>
          <p:spPr>
            <a:xfrm>
              <a:off x="5656231" y="2180272"/>
              <a:ext cx="108252" cy="378237"/>
            </a:xfrm>
            <a:custGeom>
              <a:rect b="b" l="l" r="r" t="t"/>
              <a:pathLst>
                <a:path extrusionOk="0" h="37890" w="8544">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51" name="Google Shape;9051;p99"/>
          <p:cNvGrpSpPr/>
          <p:nvPr/>
        </p:nvGrpSpPr>
        <p:grpSpPr>
          <a:xfrm>
            <a:off x="2589231" y="2722018"/>
            <a:ext cx="1390502" cy="159625"/>
            <a:chOff x="3530150" y="2790075"/>
            <a:chExt cx="1962600" cy="225300"/>
          </a:xfrm>
        </p:grpSpPr>
        <p:sp>
          <p:nvSpPr>
            <p:cNvPr id="9052" name="Google Shape;9052;p99"/>
            <p:cNvSpPr/>
            <p:nvPr/>
          </p:nvSpPr>
          <p:spPr>
            <a:xfrm>
              <a:off x="3530150" y="2790075"/>
              <a:ext cx="1962600" cy="2253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3" name="Google Shape;9053;p99"/>
            <p:cNvSpPr/>
            <p:nvPr/>
          </p:nvSpPr>
          <p:spPr>
            <a:xfrm>
              <a:off x="3535069" y="2794464"/>
              <a:ext cx="1104900" cy="216900"/>
            </a:xfrm>
            <a:prstGeom prst="rect">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54" name="Google Shape;9054;p99"/>
          <p:cNvGrpSpPr/>
          <p:nvPr/>
        </p:nvGrpSpPr>
        <p:grpSpPr>
          <a:xfrm>
            <a:off x="2589884" y="3000344"/>
            <a:ext cx="1411629" cy="153761"/>
            <a:chOff x="3558802" y="4011427"/>
            <a:chExt cx="1866000" cy="111300"/>
          </a:xfrm>
        </p:grpSpPr>
        <p:sp>
          <p:nvSpPr>
            <p:cNvPr id="9055" name="Google Shape;9055;p99"/>
            <p:cNvSpPr/>
            <p:nvPr/>
          </p:nvSpPr>
          <p:spPr>
            <a:xfrm flipH="1" rot="5400000">
              <a:off x="4436152" y="3134077"/>
              <a:ext cx="111300" cy="1866000"/>
            </a:xfrm>
            <a:prstGeom prst="round2SameRect">
              <a:avLst>
                <a:gd fmla="val 50000" name="adj1"/>
                <a:gd fmla="val 50000" name="adj2"/>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6" name="Google Shape;9056;p99"/>
            <p:cNvSpPr/>
            <p:nvPr/>
          </p:nvSpPr>
          <p:spPr>
            <a:xfrm flipH="1" rot="5400000">
              <a:off x="4162472" y="3415277"/>
              <a:ext cx="104700" cy="13047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57" name="Google Shape;9057;p99"/>
          <p:cNvGrpSpPr/>
          <p:nvPr/>
        </p:nvGrpSpPr>
        <p:grpSpPr>
          <a:xfrm>
            <a:off x="2589576" y="2205744"/>
            <a:ext cx="1383503" cy="119749"/>
            <a:chOff x="3465975" y="2270276"/>
            <a:chExt cx="1986364" cy="171929"/>
          </a:xfrm>
        </p:grpSpPr>
        <p:sp>
          <p:nvSpPr>
            <p:cNvPr id="9058" name="Google Shape;9058;p99"/>
            <p:cNvSpPr/>
            <p:nvPr/>
          </p:nvSpPr>
          <p:spPr>
            <a:xfrm rot="-5400000">
              <a:off x="372518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9" name="Google Shape;9059;p99"/>
            <p:cNvSpPr/>
            <p:nvPr/>
          </p:nvSpPr>
          <p:spPr>
            <a:xfrm rot="-5400000">
              <a:off x="398439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0" name="Google Shape;9060;p99"/>
            <p:cNvSpPr/>
            <p:nvPr/>
          </p:nvSpPr>
          <p:spPr>
            <a:xfrm rot="-5400000">
              <a:off x="4243603" y="2270305"/>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1" name="Google Shape;9061;p99"/>
            <p:cNvSpPr/>
            <p:nvPr/>
          </p:nvSpPr>
          <p:spPr>
            <a:xfrm rot="-5400000">
              <a:off x="4502812" y="2270305"/>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2" name="Google Shape;9062;p99"/>
            <p:cNvSpPr/>
            <p:nvPr/>
          </p:nvSpPr>
          <p:spPr>
            <a:xfrm rot="-5400000">
              <a:off x="4762021" y="2270305"/>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3" name="Google Shape;9063;p99"/>
            <p:cNvSpPr/>
            <p:nvPr/>
          </p:nvSpPr>
          <p:spPr>
            <a:xfrm rot="-5400000">
              <a:off x="3465975"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4" name="Google Shape;9064;p99"/>
            <p:cNvSpPr/>
            <p:nvPr/>
          </p:nvSpPr>
          <p:spPr>
            <a:xfrm rot="-5400000">
              <a:off x="5021230" y="2270276"/>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5" name="Google Shape;9065;p99"/>
            <p:cNvSpPr/>
            <p:nvPr/>
          </p:nvSpPr>
          <p:spPr>
            <a:xfrm rot="-5400000">
              <a:off x="5280440" y="2270276"/>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66" name="Google Shape;9066;p99"/>
          <p:cNvGrpSpPr/>
          <p:nvPr/>
        </p:nvGrpSpPr>
        <p:grpSpPr>
          <a:xfrm>
            <a:off x="2600584" y="3569394"/>
            <a:ext cx="1369531" cy="195460"/>
            <a:chOff x="723300" y="4253549"/>
            <a:chExt cx="2276482" cy="324900"/>
          </a:xfrm>
        </p:grpSpPr>
        <p:sp>
          <p:nvSpPr>
            <p:cNvPr id="9067" name="Google Shape;9067;p99"/>
            <p:cNvSpPr/>
            <p:nvPr/>
          </p:nvSpPr>
          <p:spPr>
            <a:xfrm>
              <a:off x="723300"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8" name="Google Shape;9068;p99"/>
            <p:cNvSpPr/>
            <p:nvPr/>
          </p:nvSpPr>
          <p:spPr>
            <a:xfrm>
              <a:off x="1206995"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9" name="Google Shape;9069;p99"/>
            <p:cNvSpPr/>
            <p:nvPr/>
          </p:nvSpPr>
          <p:spPr>
            <a:xfrm>
              <a:off x="1690691"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0" name="Google Shape;9070;p99"/>
            <p:cNvSpPr/>
            <p:nvPr/>
          </p:nvSpPr>
          <p:spPr>
            <a:xfrm>
              <a:off x="2174386"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1" name="Google Shape;9071;p99"/>
            <p:cNvSpPr/>
            <p:nvPr/>
          </p:nvSpPr>
          <p:spPr>
            <a:xfrm>
              <a:off x="2658082" y="4253549"/>
              <a:ext cx="341700" cy="324900"/>
            </a:xfrm>
            <a:prstGeom prst="star5">
              <a:avLst>
                <a:gd fmla="val 19098" name="adj"/>
                <a:gd fmla="val 105146" name="hf"/>
                <a:gd fmla="val 110557" name="vf"/>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72" name="Google Shape;9072;p99"/>
          <p:cNvGrpSpPr/>
          <p:nvPr/>
        </p:nvGrpSpPr>
        <p:grpSpPr>
          <a:xfrm>
            <a:off x="2590145" y="3270574"/>
            <a:ext cx="1389066" cy="180119"/>
            <a:chOff x="705948" y="3788465"/>
            <a:chExt cx="2308953" cy="299400"/>
          </a:xfrm>
        </p:grpSpPr>
        <p:sp>
          <p:nvSpPr>
            <p:cNvPr id="9073" name="Google Shape;9073;p99"/>
            <p:cNvSpPr/>
            <p:nvPr/>
          </p:nvSpPr>
          <p:spPr>
            <a:xfrm>
              <a:off x="705948"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4" name="Google Shape;9074;p99"/>
            <p:cNvSpPr/>
            <p:nvPr/>
          </p:nvSpPr>
          <p:spPr>
            <a:xfrm>
              <a:off x="1209923"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5" name="Google Shape;9075;p99"/>
            <p:cNvSpPr/>
            <p:nvPr/>
          </p:nvSpPr>
          <p:spPr>
            <a:xfrm>
              <a:off x="1713905"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6" name="Google Shape;9076;p99"/>
            <p:cNvSpPr/>
            <p:nvPr/>
          </p:nvSpPr>
          <p:spPr>
            <a:xfrm>
              <a:off x="2189639" y="3788465"/>
              <a:ext cx="335400" cy="299400"/>
            </a:xfrm>
            <a:prstGeom prst="hear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7" name="Google Shape;9077;p99"/>
            <p:cNvSpPr/>
            <p:nvPr/>
          </p:nvSpPr>
          <p:spPr>
            <a:xfrm>
              <a:off x="2679500" y="3788465"/>
              <a:ext cx="335400" cy="299400"/>
            </a:xfrm>
            <a:prstGeom prst="hear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78" name="Google Shape;9078;p99"/>
          <p:cNvGrpSpPr/>
          <p:nvPr/>
        </p:nvGrpSpPr>
        <p:grpSpPr>
          <a:xfrm>
            <a:off x="2638082" y="3883554"/>
            <a:ext cx="1304609" cy="294074"/>
            <a:chOff x="2658741" y="4097347"/>
            <a:chExt cx="1304609" cy="294074"/>
          </a:xfrm>
        </p:grpSpPr>
        <p:grpSp>
          <p:nvGrpSpPr>
            <p:cNvPr id="9079" name="Google Shape;9079;p99"/>
            <p:cNvGrpSpPr/>
            <p:nvPr/>
          </p:nvGrpSpPr>
          <p:grpSpPr>
            <a:xfrm>
              <a:off x="2658741" y="4097347"/>
              <a:ext cx="118572" cy="294074"/>
              <a:chOff x="3343310" y="4475555"/>
              <a:chExt cx="127717" cy="316753"/>
            </a:xfrm>
          </p:grpSpPr>
          <p:sp>
            <p:nvSpPr>
              <p:cNvPr id="9080" name="Google Shape;9080;p99"/>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1" name="Google Shape;9081;p99"/>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82" name="Google Shape;9082;p99"/>
            <p:cNvGrpSpPr/>
            <p:nvPr/>
          </p:nvGrpSpPr>
          <p:grpSpPr>
            <a:xfrm>
              <a:off x="3815519" y="4098388"/>
              <a:ext cx="147831" cy="291991"/>
              <a:chOff x="3527539" y="4476677"/>
              <a:chExt cx="159232" cy="314510"/>
            </a:xfrm>
          </p:grpSpPr>
          <p:sp>
            <p:nvSpPr>
              <p:cNvPr id="9083" name="Google Shape;9083;p99"/>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4" name="Google Shape;9084;p99"/>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85" name="Google Shape;9085;p99"/>
            <p:cNvGrpSpPr/>
            <p:nvPr/>
          </p:nvGrpSpPr>
          <p:grpSpPr>
            <a:xfrm>
              <a:off x="3511696" y="4098388"/>
              <a:ext cx="147831" cy="291991"/>
              <a:chOff x="3527539" y="4476677"/>
              <a:chExt cx="159232" cy="314510"/>
            </a:xfrm>
          </p:grpSpPr>
          <p:sp>
            <p:nvSpPr>
              <p:cNvPr id="9086" name="Google Shape;9086;p99"/>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7" name="Google Shape;9087;p99"/>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88" name="Google Shape;9088;p99"/>
            <p:cNvGrpSpPr/>
            <p:nvPr/>
          </p:nvGrpSpPr>
          <p:grpSpPr>
            <a:xfrm>
              <a:off x="3207874" y="4098388"/>
              <a:ext cx="147831" cy="291991"/>
              <a:chOff x="3527539" y="4476677"/>
              <a:chExt cx="159232" cy="314510"/>
            </a:xfrm>
          </p:grpSpPr>
          <p:sp>
            <p:nvSpPr>
              <p:cNvPr id="9089" name="Google Shape;9089;p99"/>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0" name="Google Shape;9090;p99"/>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91" name="Google Shape;9091;p99"/>
            <p:cNvGrpSpPr/>
            <p:nvPr/>
          </p:nvGrpSpPr>
          <p:grpSpPr>
            <a:xfrm>
              <a:off x="2933305" y="4097347"/>
              <a:ext cx="118572" cy="294074"/>
              <a:chOff x="3343310" y="4475555"/>
              <a:chExt cx="127717" cy="316753"/>
            </a:xfrm>
          </p:grpSpPr>
          <p:sp>
            <p:nvSpPr>
              <p:cNvPr id="9092" name="Google Shape;9092;p99"/>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3" name="Google Shape;9093;p99"/>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094" name="Google Shape;9094;p99"/>
          <p:cNvGrpSpPr/>
          <p:nvPr/>
        </p:nvGrpSpPr>
        <p:grpSpPr>
          <a:xfrm>
            <a:off x="4256912" y="1866676"/>
            <a:ext cx="1433821" cy="191501"/>
            <a:chOff x="4273350" y="2080469"/>
            <a:chExt cx="1433821" cy="191501"/>
          </a:xfrm>
        </p:grpSpPr>
        <p:grpSp>
          <p:nvGrpSpPr>
            <p:cNvPr id="9095" name="Google Shape;9095;p99"/>
            <p:cNvGrpSpPr/>
            <p:nvPr/>
          </p:nvGrpSpPr>
          <p:grpSpPr>
            <a:xfrm>
              <a:off x="4273350" y="2080469"/>
              <a:ext cx="1433821" cy="0"/>
              <a:chOff x="5224975" y="2962250"/>
              <a:chExt cx="1544400" cy="0"/>
            </a:xfrm>
          </p:grpSpPr>
          <p:cxnSp>
            <p:nvCxnSpPr>
              <p:cNvPr id="9096" name="Google Shape;9096;p99"/>
              <p:cNvCxnSpPr/>
              <p:nvPr/>
            </p:nvCxnSpPr>
            <p:spPr>
              <a:xfrm>
                <a:off x="5224975" y="2962250"/>
                <a:ext cx="1544400" cy="0"/>
              </a:xfrm>
              <a:prstGeom prst="straightConnector1">
                <a:avLst/>
              </a:prstGeom>
              <a:noFill/>
              <a:ln cap="flat" cmpd="sng" w="9525">
                <a:solidFill>
                  <a:srgbClr val="E3E9ED"/>
                </a:solidFill>
                <a:prstDash val="solid"/>
                <a:round/>
                <a:headEnd len="med" w="med" type="none"/>
                <a:tailEnd len="med" w="med" type="none"/>
              </a:ln>
            </p:spPr>
          </p:cxnSp>
          <p:cxnSp>
            <p:nvCxnSpPr>
              <p:cNvPr id="9097" name="Google Shape;9097;p99"/>
              <p:cNvCxnSpPr/>
              <p:nvPr/>
            </p:nvCxnSpPr>
            <p:spPr>
              <a:xfrm>
                <a:off x="5225150" y="2962250"/>
                <a:ext cx="453300" cy="0"/>
              </a:xfrm>
              <a:prstGeom prst="straightConnector1">
                <a:avLst/>
              </a:prstGeom>
              <a:noFill/>
              <a:ln cap="flat" cmpd="sng" w="9525">
                <a:solidFill>
                  <a:srgbClr val="7994A9"/>
                </a:solidFill>
                <a:prstDash val="solid"/>
                <a:round/>
                <a:headEnd len="med" w="med" type="none"/>
                <a:tailEnd len="med" w="med" type="oval"/>
              </a:ln>
            </p:spPr>
          </p:cxnSp>
        </p:grpSp>
        <p:grpSp>
          <p:nvGrpSpPr>
            <p:cNvPr id="9098" name="Google Shape;9098;p99"/>
            <p:cNvGrpSpPr/>
            <p:nvPr/>
          </p:nvGrpSpPr>
          <p:grpSpPr>
            <a:xfrm>
              <a:off x="4273350" y="2271969"/>
              <a:ext cx="1433821" cy="0"/>
              <a:chOff x="5224975" y="2962250"/>
              <a:chExt cx="1544400" cy="0"/>
            </a:xfrm>
          </p:grpSpPr>
          <p:cxnSp>
            <p:nvCxnSpPr>
              <p:cNvPr id="9099" name="Google Shape;9099;p99"/>
              <p:cNvCxnSpPr/>
              <p:nvPr/>
            </p:nvCxnSpPr>
            <p:spPr>
              <a:xfrm>
                <a:off x="5224975" y="2962250"/>
                <a:ext cx="1544400" cy="0"/>
              </a:xfrm>
              <a:prstGeom prst="straightConnector1">
                <a:avLst/>
              </a:prstGeom>
              <a:noFill/>
              <a:ln cap="flat" cmpd="sng" w="9525">
                <a:solidFill>
                  <a:srgbClr val="E3E9ED"/>
                </a:solidFill>
                <a:prstDash val="solid"/>
                <a:round/>
                <a:headEnd len="med" w="med" type="none"/>
                <a:tailEnd len="med" w="med" type="none"/>
              </a:ln>
            </p:spPr>
          </p:cxnSp>
          <p:cxnSp>
            <p:nvCxnSpPr>
              <p:cNvPr id="9100" name="Google Shape;9100;p99"/>
              <p:cNvCxnSpPr/>
              <p:nvPr/>
            </p:nvCxnSpPr>
            <p:spPr>
              <a:xfrm>
                <a:off x="5225150" y="2962250"/>
                <a:ext cx="998700" cy="0"/>
              </a:xfrm>
              <a:prstGeom prst="straightConnector1">
                <a:avLst/>
              </a:prstGeom>
              <a:noFill/>
              <a:ln cap="flat" cmpd="sng" w="9525">
                <a:solidFill>
                  <a:srgbClr val="7994A9"/>
                </a:solidFill>
                <a:prstDash val="solid"/>
                <a:round/>
                <a:headEnd len="med" w="med" type="none"/>
                <a:tailEnd len="med" w="med" type="oval"/>
              </a:ln>
            </p:spPr>
          </p:cxnSp>
        </p:grpSp>
      </p:grpSp>
      <p:grpSp>
        <p:nvGrpSpPr>
          <p:cNvPr id="9101" name="Google Shape;9101;p99"/>
          <p:cNvGrpSpPr/>
          <p:nvPr/>
        </p:nvGrpSpPr>
        <p:grpSpPr>
          <a:xfrm>
            <a:off x="4258467" y="969244"/>
            <a:ext cx="1430711" cy="743389"/>
            <a:chOff x="5159450" y="1919950"/>
            <a:chExt cx="1541050" cy="862500"/>
          </a:xfrm>
        </p:grpSpPr>
        <p:sp>
          <p:nvSpPr>
            <p:cNvPr id="9102" name="Google Shape;9102;p99"/>
            <p:cNvSpPr/>
            <p:nvPr/>
          </p:nvSpPr>
          <p:spPr>
            <a:xfrm>
              <a:off x="5216414" y="2060033"/>
              <a:ext cx="1436820" cy="600250"/>
            </a:xfrm>
            <a:custGeom>
              <a:rect b="b" l="l" r="r" t="t"/>
              <a:pathLst>
                <a:path extrusionOk="0" h="69253" w="165771">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cap="flat" cmpd="sng" w="19050">
              <a:solidFill>
                <a:srgbClr val="5F7D95"/>
              </a:solidFill>
              <a:prstDash val="solid"/>
              <a:round/>
              <a:headEnd len="med" w="med" type="oval"/>
              <a:tailEnd len="med" w="med" type="oval"/>
            </a:ln>
          </p:spPr>
        </p:sp>
        <p:grpSp>
          <p:nvGrpSpPr>
            <p:cNvPr id="9103" name="Google Shape;9103;p99"/>
            <p:cNvGrpSpPr/>
            <p:nvPr/>
          </p:nvGrpSpPr>
          <p:grpSpPr>
            <a:xfrm>
              <a:off x="5159450" y="1919950"/>
              <a:ext cx="1541050" cy="862500"/>
              <a:chOff x="5159450" y="1919950"/>
              <a:chExt cx="1541050" cy="862500"/>
            </a:xfrm>
          </p:grpSpPr>
          <p:cxnSp>
            <p:nvCxnSpPr>
              <p:cNvPr id="9104" name="Google Shape;9104;p99"/>
              <p:cNvCxnSpPr/>
              <p:nvPr/>
            </p:nvCxnSpPr>
            <p:spPr>
              <a:xfrm>
                <a:off x="5159450" y="1919950"/>
                <a:ext cx="0" cy="862500"/>
              </a:xfrm>
              <a:prstGeom prst="straightConnector1">
                <a:avLst/>
              </a:prstGeom>
              <a:noFill/>
              <a:ln cap="flat" cmpd="sng" w="9525">
                <a:solidFill>
                  <a:srgbClr val="E3E9ED"/>
                </a:solidFill>
                <a:prstDash val="solid"/>
                <a:round/>
                <a:headEnd len="med" w="med" type="none"/>
                <a:tailEnd len="med" w="med" type="none"/>
              </a:ln>
            </p:spPr>
          </p:cxnSp>
          <p:cxnSp>
            <p:nvCxnSpPr>
              <p:cNvPr id="9105" name="Google Shape;9105;p99"/>
              <p:cNvCxnSpPr/>
              <p:nvPr/>
            </p:nvCxnSpPr>
            <p:spPr>
              <a:xfrm>
                <a:off x="5161200" y="2778975"/>
                <a:ext cx="1539300" cy="0"/>
              </a:xfrm>
              <a:prstGeom prst="straightConnector1">
                <a:avLst/>
              </a:prstGeom>
              <a:noFill/>
              <a:ln cap="flat" cmpd="sng" w="9525">
                <a:solidFill>
                  <a:srgbClr val="E3E9ED"/>
                </a:solidFill>
                <a:prstDash val="solid"/>
                <a:round/>
                <a:headEnd len="med" w="med" type="none"/>
                <a:tailEnd len="med" w="med" type="none"/>
              </a:ln>
            </p:spPr>
          </p:cxnSp>
        </p:grpSp>
      </p:grpSp>
      <p:grpSp>
        <p:nvGrpSpPr>
          <p:cNvPr id="9106" name="Google Shape;9106;p99"/>
          <p:cNvGrpSpPr/>
          <p:nvPr/>
        </p:nvGrpSpPr>
        <p:grpSpPr>
          <a:xfrm>
            <a:off x="4248581" y="2192571"/>
            <a:ext cx="1450484" cy="1052087"/>
            <a:chOff x="5230575" y="1554475"/>
            <a:chExt cx="2137150" cy="1550150"/>
          </a:xfrm>
        </p:grpSpPr>
        <p:sp>
          <p:nvSpPr>
            <p:cNvPr id="9107" name="Google Shape;9107;p99"/>
            <p:cNvSpPr/>
            <p:nvPr/>
          </p:nvSpPr>
          <p:spPr>
            <a:xfrm>
              <a:off x="6296450" y="2863325"/>
              <a:ext cx="1071275" cy="157150"/>
            </a:xfrm>
            <a:custGeom>
              <a:rect b="b" l="l" r="r" t="t"/>
              <a:pathLst>
                <a:path extrusionOk="0" h="6286" w="42851">
                  <a:moveTo>
                    <a:pt x="0" y="1"/>
                  </a:moveTo>
                  <a:lnTo>
                    <a:pt x="0" y="6286"/>
                  </a:lnTo>
                  <a:lnTo>
                    <a:pt x="42851" y="6286"/>
                  </a:lnTo>
                  <a:lnTo>
                    <a:pt x="42851"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8" name="Google Shape;9108;p99"/>
            <p:cNvSpPr/>
            <p:nvPr/>
          </p:nvSpPr>
          <p:spPr>
            <a:xfrm>
              <a:off x="5230575" y="2863325"/>
              <a:ext cx="1071350" cy="157150"/>
            </a:xfrm>
            <a:custGeom>
              <a:rect b="b" l="l" r="r" t="t"/>
              <a:pathLst>
                <a:path extrusionOk="0" h="6286" w="42854">
                  <a:moveTo>
                    <a:pt x="0" y="1"/>
                  </a:moveTo>
                  <a:lnTo>
                    <a:pt x="0" y="6286"/>
                  </a:lnTo>
                  <a:lnTo>
                    <a:pt x="42854" y="6286"/>
                  </a:lnTo>
                  <a:lnTo>
                    <a:pt x="4285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9" name="Google Shape;9109;p99"/>
            <p:cNvSpPr/>
            <p:nvPr/>
          </p:nvSpPr>
          <p:spPr>
            <a:xfrm>
              <a:off x="6296450" y="2611125"/>
              <a:ext cx="1071275" cy="157150"/>
            </a:xfrm>
            <a:custGeom>
              <a:rect b="b" l="l" r="r" t="t"/>
              <a:pathLst>
                <a:path extrusionOk="0" h="6286" w="42851">
                  <a:moveTo>
                    <a:pt x="0" y="0"/>
                  </a:moveTo>
                  <a:lnTo>
                    <a:pt x="0" y="6285"/>
                  </a:lnTo>
                  <a:lnTo>
                    <a:pt x="42851" y="6285"/>
                  </a:lnTo>
                  <a:lnTo>
                    <a:pt x="42851"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0" name="Google Shape;9110;p99"/>
            <p:cNvSpPr/>
            <p:nvPr/>
          </p:nvSpPr>
          <p:spPr>
            <a:xfrm>
              <a:off x="5230575" y="2611125"/>
              <a:ext cx="1071350" cy="157150"/>
            </a:xfrm>
            <a:custGeom>
              <a:rect b="b" l="l" r="r" t="t"/>
              <a:pathLst>
                <a:path extrusionOk="0" h="6286" w="42854">
                  <a:moveTo>
                    <a:pt x="0" y="0"/>
                  </a:moveTo>
                  <a:lnTo>
                    <a:pt x="0" y="6285"/>
                  </a:lnTo>
                  <a:lnTo>
                    <a:pt x="42854" y="6285"/>
                  </a:lnTo>
                  <a:lnTo>
                    <a:pt x="42854"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1" name="Google Shape;9111;p99"/>
            <p:cNvSpPr/>
            <p:nvPr/>
          </p:nvSpPr>
          <p:spPr>
            <a:xfrm>
              <a:off x="6296450" y="2358900"/>
              <a:ext cx="1071275" cy="157150"/>
            </a:xfrm>
            <a:custGeom>
              <a:rect b="b" l="l" r="r" t="t"/>
              <a:pathLst>
                <a:path extrusionOk="0" h="6286" w="42851">
                  <a:moveTo>
                    <a:pt x="0" y="1"/>
                  </a:moveTo>
                  <a:lnTo>
                    <a:pt x="0" y="6286"/>
                  </a:lnTo>
                  <a:lnTo>
                    <a:pt x="42851" y="6286"/>
                  </a:lnTo>
                  <a:lnTo>
                    <a:pt x="42851"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2" name="Google Shape;9112;p99"/>
            <p:cNvSpPr/>
            <p:nvPr/>
          </p:nvSpPr>
          <p:spPr>
            <a:xfrm>
              <a:off x="5230575" y="2358900"/>
              <a:ext cx="1071350" cy="157150"/>
            </a:xfrm>
            <a:custGeom>
              <a:rect b="b" l="l" r="r" t="t"/>
              <a:pathLst>
                <a:path extrusionOk="0" h="6286" w="42854">
                  <a:moveTo>
                    <a:pt x="0" y="1"/>
                  </a:moveTo>
                  <a:lnTo>
                    <a:pt x="0" y="6286"/>
                  </a:lnTo>
                  <a:lnTo>
                    <a:pt x="42854" y="6286"/>
                  </a:lnTo>
                  <a:lnTo>
                    <a:pt x="4285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3" name="Google Shape;9113;p99"/>
            <p:cNvSpPr/>
            <p:nvPr/>
          </p:nvSpPr>
          <p:spPr>
            <a:xfrm>
              <a:off x="6296450" y="2106700"/>
              <a:ext cx="989900" cy="157150"/>
            </a:xfrm>
            <a:custGeom>
              <a:rect b="b" l="l" r="r" t="t"/>
              <a:pathLst>
                <a:path extrusionOk="0" h="6286" w="39596">
                  <a:moveTo>
                    <a:pt x="0" y="0"/>
                  </a:moveTo>
                  <a:lnTo>
                    <a:pt x="0" y="6285"/>
                  </a:lnTo>
                  <a:lnTo>
                    <a:pt x="39596" y="6285"/>
                  </a:lnTo>
                  <a:lnTo>
                    <a:pt x="3959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4" name="Google Shape;9114;p99"/>
            <p:cNvSpPr/>
            <p:nvPr/>
          </p:nvSpPr>
          <p:spPr>
            <a:xfrm>
              <a:off x="5474700" y="2106700"/>
              <a:ext cx="827225" cy="157150"/>
            </a:xfrm>
            <a:custGeom>
              <a:rect b="b" l="l" r="r" t="t"/>
              <a:pathLst>
                <a:path extrusionOk="0" h="6286" w="33089">
                  <a:moveTo>
                    <a:pt x="0" y="0"/>
                  </a:moveTo>
                  <a:lnTo>
                    <a:pt x="0" y="6285"/>
                  </a:lnTo>
                  <a:lnTo>
                    <a:pt x="33089" y="6285"/>
                  </a:lnTo>
                  <a:lnTo>
                    <a:pt x="33089"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5" name="Google Shape;9115;p99"/>
            <p:cNvSpPr/>
            <p:nvPr/>
          </p:nvSpPr>
          <p:spPr>
            <a:xfrm>
              <a:off x="6296450" y="1854475"/>
              <a:ext cx="827225" cy="157175"/>
            </a:xfrm>
            <a:custGeom>
              <a:rect b="b" l="l" r="r" t="t"/>
              <a:pathLst>
                <a:path extrusionOk="0" h="6287" w="33089">
                  <a:moveTo>
                    <a:pt x="0" y="1"/>
                  </a:moveTo>
                  <a:lnTo>
                    <a:pt x="0" y="6286"/>
                  </a:lnTo>
                  <a:lnTo>
                    <a:pt x="33089" y="6286"/>
                  </a:lnTo>
                  <a:lnTo>
                    <a:pt x="33089"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6" name="Google Shape;9116;p99"/>
            <p:cNvSpPr/>
            <p:nvPr/>
          </p:nvSpPr>
          <p:spPr>
            <a:xfrm>
              <a:off x="5637425" y="1854475"/>
              <a:ext cx="664500" cy="157175"/>
            </a:xfrm>
            <a:custGeom>
              <a:rect b="b" l="l" r="r" t="t"/>
              <a:pathLst>
                <a:path extrusionOk="0" h="6287" w="26580">
                  <a:moveTo>
                    <a:pt x="1" y="1"/>
                  </a:moveTo>
                  <a:lnTo>
                    <a:pt x="1" y="6286"/>
                  </a:lnTo>
                  <a:lnTo>
                    <a:pt x="26580" y="6286"/>
                  </a:lnTo>
                  <a:lnTo>
                    <a:pt x="26580"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7" name="Google Shape;9117;p99"/>
            <p:cNvSpPr/>
            <p:nvPr/>
          </p:nvSpPr>
          <p:spPr>
            <a:xfrm>
              <a:off x="6296450" y="1602275"/>
              <a:ext cx="501750" cy="157075"/>
            </a:xfrm>
            <a:custGeom>
              <a:rect b="b" l="l" r="r" t="t"/>
              <a:pathLst>
                <a:path extrusionOk="0" h="6283" w="20070">
                  <a:moveTo>
                    <a:pt x="0" y="1"/>
                  </a:moveTo>
                  <a:lnTo>
                    <a:pt x="0" y="6283"/>
                  </a:lnTo>
                  <a:lnTo>
                    <a:pt x="20069" y="6283"/>
                  </a:lnTo>
                  <a:lnTo>
                    <a:pt x="20069"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8" name="Google Shape;9118;p99"/>
            <p:cNvSpPr/>
            <p:nvPr/>
          </p:nvSpPr>
          <p:spPr>
            <a:xfrm>
              <a:off x="5800100" y="1602275"/>
              <a:ext cx="501825" cy="157075"/>
            </a:xfrm>
            <a:custGeom>
              <a:rect b="b" l="l" r="r" t="t"/>
              <a:pathLst>
                <a:path extrusionOk="0" h="6283" w="20073">
                  <a:moveTo>
                    <a:pt x="1" y="1"/>
                  </a:moveTo>
                  <a:lnTo>
                    <a:pt x="1" y="6283"/>
                  </a:lnTo>
                  <a:lnTo>
                    <a:pt x="20073" y="6283"/>
                  </a:lnTo>
                  <a:lnTo>
                    <a:pt x="20073"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9" name="Google Shape;9119;p99"/>
            <p:cNvSpPr/>
            <p:nvPr/>
          </p:nvSpPr>
          <p:spPr>
            <a:xfrm>
              <a:off x="6301225" y="1554475"/>
              <a:ext cx="25" cy="1550150"/>
            </a:xfrm>
            <a:custGeom>
              <a:rect b="b" l="l" r="r" t="t"/>
              <a:pathLst>
                <a:path extrusionOk="0" fill="none" h="62006" w="1">
                  <a:moveTo>
                    <a:pt x="1" y="0"/>
                  </a:moveTo>
                  <a:lnTo>
                    <a:pt x="1" y="62006"/>
                  </a:lnTo>
                </a:path>
              </a:pathLst>
            </a:custGeom>
            <a:noFill/>
            <a:ln cap="flat" cmpd="sng" w="9525">
              <a:solidFill>
                <a:srgbClr val="F2F2F2"/>
              </a:solidFill>
              <a:prstDash val="solid"/>
              <a:miter lim="299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20" name="Google Shape;9120;p99"/>
          <p:cNvGrpSpPr/>
          <p:nvPr/>
        </p:nvGrpSpPr>
        <p:grpSpPr>
          <a:xfrm rot="10800000">
            <a:off x="4265131" y="3284761"/>
            <a:ext cx="1417383" cy="887946"/>
            <a:chOff x="5645403" y="2920021"/>
            <a:chExt cx="2650800" cy="2180614"/>
          </a:xfrm>
        </p:grpSpPr>
        <p:sp>
          <p:nvSpPr>
            <p:cNvPr id="9121" name="Google Shape;9121;p99"/>
            <p:cNvSpPr/>
            <p:nvPr/>
          </p:nvSpPr>
          <p:spPr>
            <a:xfrm>
              <a:off x="5772903" y="2920021"/>
              <a:ext cx="2523300" cy="469200"/>
            </a:xfrm>
            <a:prstGeom prst="rect">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122" name="Google Shape;9122;p99"/>
            <p:cNvCxnSpPr>
              <a:stCxn id="9121" idx="1"/>
            </p:cNvCxnSpPr>
            <p:nvPr/>
          </p:nvCxnSpPr>
          <p:spPr>
            <a:xfrm rot="10800000">
              <a:off x="5645403" y="3154021"/>
              <a:ext cx="127500" cy="600"/>
            </a:xfrm>
            <a:prstGeom prst="straightConnector1">
              <a:avLst/>
            </a:prstGeom>
            <a:noFill/>
            <a:ln cap="flat" cmpd="sng" w="9525">
              <a:solidFill>
                <a:srgbClr val="435D74"/>
              </a:solidFill>
              <a:prstDash val="solid"/>
              <a:round/>
              <a:headEnd len="med" w="med" type="none"/>
              <a:tailEnd len="med" w="med" type="none"/>
            </a:ln>
          </p:spPr>
        </p:cxnSp>
        <p:sp>
          <p:nvSpPr>
            <p:cNvPr id="9123" name="Google Shape;9123;p99"/>
            <p:cNvSpPr/>
            <p:nvPr/>
          </p:nvSpPr>
          <p:spPr>
            <a:xfrm>
              <a:off x="6010040" y="3500932"/>
              <a:ext cx="2049000" cy="4692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124" name="Google Shape;9124;p99"/>
            <p:cNvCxnSpPr>
              <a:endCxn id="9123" idx="3"/>
            </p:cNvCxnSpPr>
            <p:nvPr/>
          </p:nvCxnSpPr>
          <p:spPr>
            <a:xfrm rot="10800000">
              <a:off x="8059040" y="3735533"/>
              <a:ext cx="135300" cy="0"/>
            </a:xfrm>
            <a:prstGeom prst="straightConnector1">
              <a:avLst/>
            </a:prstGeom>
            <a:noFill/>
            <a:ln cap="flat" cmpd="sng" w="9525">
              <a:solidFill>
                <a:srgbClr val="5F7D95"/>
              </a:solidFill>
              <a:prstDash val="solid"/>
              <a:round/>
              <a:headEnd len="med" w="med" type="none"/>
              <a:tailEnd len="med" w="med" type="none"/>
            </a:ln>
          </p:spPr>
        </p:cxnSp>
        <p:sp>
          <p:nvSpPr>
            <p:cNvPr id="9125" name="Google Shape;9125;p99"/>
            <p:cNvSpPr/>
            <p:nvPr/>
          </p:nvSpPr>
          <p:spPr>
            <a:xfrm>
              <a:off x="6299123" y="4066183"/>
              <a:ext cx="1470600" cy="469200"/>
            </a:xfrm>
            <a:prstGeom prst="rect">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126" name="Google Shape;9126;p99"/>
            <p:cNvCxnSpPr>
              <a:stCxn id="9125" idx="1"/>
            </p:cNvCxnSpPr>
            <p:nvPr/>
          </p:nvCxnSpPr>
          <p:spPr>
            <a:xfrm rot="10800000">
              <a:off x="6175222" y="4300183"/>
              <a:ext cx="123900" cy="600"/>
            </a:xfrm>
            <a:prstGeom prst="straightConnector1">
              <a:avLst/>
            </a:prstGeom>
            <a:noFill/>
            <a:ln cap="flat" cmpd="sng" w="9525">
              <a:solidFill>
                <a:srgbClr val="869FB2"/>
              </a:solidFill>
              <a:prstDash val="solid"/>
              <a:round/>
              <a:headEnd len="med" w="med" type="none"/>
              <a:tailEnd len="med" w="med" type="none"/>
            </a:ln>
          </p:spPr>
        </p:cxnSp>
        <p:sp>
          <p:nvSpPr>
            <p:cNvPr id="9127" name="Google Shape;9127;p99"/>
            <p:cNvSpPr/>
            <p:nvPr/>
          </p:nvSpPr>
          <p:spPr>
            <a:xfrm>
              <a:off x="6629161" y="4631435"/>
              <a:ext cx="810600" cy="4692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128" name="Google Shape;9128;p99"/>
            <p:cNvCxnSpPr>
              <a:endCxn id="9127" idx="3"/>
            </p:cNvCxnSpPr>
            <p:nvPr/>
          </p:nvCxnSpPr>
          <p:spPr>
            <a:xfrm flipH="1">
              <a:off x="7439761" y="4864535"/>
              <a:ext cx="104400" cy="1500"/>
            </a:xfrm>
            <a:prstGeom prst="straightConnector1">
              <a:avLst/>
            </a:prstGeom>
            <a:noFill/>
            <a:ln cap="flat" cmpd="sng" w="9525">
              <a:solidFill>
                <a:srgbClr val="BAC8D3"/>
              </a:solidFill>
              <a:prstDash val="solid"/>
              <a:round/>
              <a:headEnd len="med" w="med" type="none"/>
              <a:tailEnd len="med" w="med" type="none"/>
            </a:ln>
          </p:spPr>
        </p:cxnSp>
      </p:grpSp>
      <p:grpSp>
        <p:nvGrpSpPr>
          <p:cNvPr id="9129" name="Google Shape;9129;p99"/>
          <p:cNvGrpSpPr/>
          <p:nvPr/>
        </p:nvGrpSpPr>
        <p:grpSpPr>
          <a:xfrm>
            <a:off x="7365491" y="2188116"/>
            <a:ext cx="1071743" cy="1021579"/>
            <a:chOff x="7189833" y="2022667"/>
            <a:chExt cx="1251159" cy="1192597"/>
          </a:xfrm>
        </p:grpSpPr>
        <p:sp>
          <p:nvSpPr>
            <p:cNvPr id="9130" name="Google Shape;9130;p99"/>
            <p:cNvSpPr/>
            <p:nvPr/>
          </p:nvSpPr>
          <p:spPr>
            <a:xfrm>
              <a:off x="7474366" y="2461318"/>
              <a:ext cx="682343" cy="220186"/>
            </a:xfrm>
            <a:custGeom>
              <a:rect b="b" l="l" r="r" t="t"/>
              <a:pathLst>
                <a:path extrusionOk="0" h="40494" w="125546">
                  <a:moveTo>
                    <a:pt x="22196" y="1"/>
                  </a:moveTo>
                  <a:lnTo>
                    <a:pt x="8133" y="25661"/>
                  </a:lnTo>
                  <a:lnTo>
                    <a:pt x="1" y="40494"/>
                  </a:lnTo>
                  <a:lnTo>
                    <a:pt x="125545" y="40494"/>
                  </a:lnTo>
                  <a:lnTo>
                    <a:pt x="117413" y="25661"/>
                  </a:lnTo>
                  <a:lnTo>
                    <a:pt x="103351" y="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1" name="Google Shape;9131;p99"/>
            <p:cNvSpPr/>
            <p:nvPr/>
          </p:nvSpPr>
          <p:spPr>
            <a:xfrm>
              <a:off x="7602697" y="2022667"/>
              <a:ext cx="426517" cy="402424"/>
            </a:xfrm>
            <a:custGeom>
              <a:rect b="b" l="l" r="r" t="t"/>
              <a:pathLst>
                <a:path extrusionOk="0" h="74009" w="78476">
                  <a:moveTo>
                    <a:pt x="39246" y="0"/>
                  </a:moveTo>
                  <a:lnTo>
                    <a:pt x="1" y="74009"/>
                  </a:lnTo>
                  <a:lnTo>
                    <a:pt x="78476" y="74009"/>
                  </a:lnTo>
                  <a:lnTo>
                    <a:pt x="3924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2" name="Google Shape;9132;p99"/>
            <p:cNvSpPr/>
            <p:nvPr/>
          </p:nvSpPr>
          <p:spPr>
            <a:xfrm>
              <a:off x="7189833" y="2972969"/>
              <a:ext cx="1251159" cy="242295"/>
            </a:xfrm>
            <a:custGeom>
              <a:rect b="b" l="l" r="r" t="t"/>
              <a:pathLst>
                <a:path extrusionOk="0" h="44560" w="230204">
                  <a:moveTo>
                    <a:pt x="25737" y="1"/>
                  </a:moveTo>
                  <a:lnTo>
                    <a:pt x="0" y="44560"/>
                  </a:lnTo>
                  <a:lnTo>
                    <a:pt x="230204" y="44560"/>
                  </a:lnTo>
                  <a:lnTo>
                    <a:pt x="204467"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3" name="Google Shape;9133;p99"/>
            <p:cNvSpPr/>
            <p:nvPr/>
          </p:nvSpPr>
          <p:spPr>
            <a:xfrm>
              <a:off x="7340931" y="2717730"/>
              <a:ext cx="950049" cy="219012"/>
            </a:xfrm>
            <a:custGeom>
              <a:rect b="b" l="l" r="r" t="t"/>
              <a:pathLst>
                <a:path extrusionOk="0" h="40278" w="174802">
                  <a:moveTo>
                    <a:pt x="22750" y="1"/>
                  </a:moveTo>
                  <a:lnTo>
                    <a:pt x="0" y="40278"/>
                  </a:lnTo>
                  <a:lnTo>
                    <a:pt x="174802" y="40278"/>
                  </a:lnTo>
                  <a:lnTo>
                    <a:pt x="152053"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34" name="Google Shape;9134;p99"/>
          <p:cNvGrpSpPr/>
          <p:nvPr/>
        </p:nvGrpSpPr>
        <p:grpSpPr>
          <a:xfrm>
            <a:off x="706762" y="2614523"/>
            <a:ext cx="1695374" cy="1560837"/>
            <a:chOff x="727421" y="2828315"/>
            <a:chExt cx="1695374" cy="1560837"/>
          </a:xfrm>
        </p:grpSpPr>
        <p:grpSp>
          <p:nvGrpSpPr>
            <p:cNvPr id="9135" name="Google Shape;9135;p99"/>
            <p:cNvGrpSpPr/>
            <p:nvPr/>
          </p:nvGrpSpPr>
          <p:grpSpPr>
            <a:xfrm>
              <a:off x="819108" y="2882501"/>
              <a:ext cx="103104" cy="1426186"/>
              <a:chOff x="4674013" y="3100904"/>
              <a:chExt cx="122758" cy="1698043"/>
            </a:xfrm>
          </p:grpSpPr>
          <p:sp>
            <p:nvSpPr>
              <p:cNvPr id="9136" name="Google Shape;9136;p99"/>
              <p:cNvSpPr/>
              <p:nvPr/>
            </p:nvSpPr>
            <p:spPr>
              <a:xfrm>
                <a:off x="46740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7" name="Google Shape;9137;p99"/>
              <p:cNvSpPr/>
              <p:nvPr/>
            </p:nvSpPr>
            <p:spPr>
              <a:xfrm>
                <a:off x="46740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8" name="Google Shape;9138;p99"/>
              <p:cNvSpPr/>
              <p:nvPr/>
            </p:nvSpPr>
            <p:spPr>
              <a:xfrm>
                <a:off x="46740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9" name="Google Shape;9139;p99"/>
              <p:cNvSpPr/>
              <p:nvPr/>
            </p:nvSpPr>
            <p:spPr>
              <a:xfrm>
                <a:off x="46740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0" name="Google Shape;9140;p99"/>
              <p:cNvSpPr/>
              <p:nvPr/>
            </p:nvSpPr>
            <p:spPr>
              <a:xfrm>
                <a:off x="46740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1" name="Google Shape;9141;p99"/>
              <p:cNvSpPr/>
              <p:nvPr/>
            </p:nvSpPr>
            <p:spPr>
              <a:xfrm>
                <a:off x="46740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2" name="Google Shape;9142;p99"/>
              <p:cNvSpPr/>
              <p:nvPr/>
            </p:nvSpPr>
            <p:spPr>
              <a:xfrm>
                <a:off x="46740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43" name="Google Shape;9143;p99"/>
            <p:cNvGrpSpPr/>
            <p:nvPr/>
          </p:nvGrpSpPr>
          <p:grpSpPr>
            <a:xfrm>
              <a:off x="1062475" y="2882501"/>
              <a:ext cx="103104" cy="1426186"/>
              <a:chOff x="4940438" y="3100904"/>
              <a:chExt cx="122758" cy="1698043"/>
            </a:xfrm>
          </p:grpSpPr>
          <p:sp>
            <p:nvSpPr>
              <p:cNvPr id="9144" name="Google Shape;9144;p99"/>
              <p:cNvSpPr/>
              <p:nvPr/>
            </p:nvSpPr>
            <p:spPr>
              <a:xfrm>
                <a:off x="4940438"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5" name="Google Shape;9145;p99"/>
              <p:cNvSpPr/>
              <p:nvPr/>
            </p:nvSpPr>
            <p:spPr>
              <a:xfrm>
                <a:off x="4940438"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6" name="Google Shape;9146;p99"/>
              <p:cNvSpPr/>
              <p:nvPr/>
            </p:nvSpPr>
            <p:spPr>
              <a:xfrm>
                <a:off x="4940438"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7" name="Google Shape;9147;p99"/>
              <p:cNvSpPr/>
              <p:nvPr/>
            </p:nvSpPr>
            <p:spPr>
              <a:xfrm>
                <a:off x="4940438"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8" name="Google Shape;9148;p99"/>
              <p:cNvSpPr/>
              <p:nvPr/>
            </p:nvSpPr>
            <p:spPr>
              <a:xfrm>
                <a:off x="4940438"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9" name="Google Shape;9149;p99"/>
              <p:cNvSpPr/>
              <p:nvPr/>
            </p:nvSpPr>
            <p:spPr>
              <a:xfrm>
                <a:off x="4940438"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0" name="Google Shape;9150;p99"/>
              <p:cNvSpPr/>
              <p:nvPr/>
            </p:nvSpPr>
            <p:spPr>
              <a:xfrm>
                <a:off x="4940438"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51" name="Google Shape;9151;p99"/>
            <p:cNvGrpSpPr/>
            <p:nvPr/>
          </p:nvGrpSpPr>
          <p:grpSpPr>
            <a:xfrm>
              <a:off x="1299324" y="2882501"/>
              <a:ext cx="103104" cy="1426186"/>
              <a:chOff x="5206863" y="3100904"/>
              <a:chExt cx="122758" cy="1698043"/>
            </a:xfrm>
          </p:grpSpPr>
          <p:sp>
            <p:nvSpPr>
              <p:cNvPr id="9152" name="Google Shape;9152;p99"/>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3" name="Google Shape;9153;p99"/>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4" name="Google Shape;9154;p99"/>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5" name="Google Shape;9155;p99"/>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6" name="Google Shape;9156;p99"/>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7" name="Google Shape;9157;p99"/>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8" name="Google Shape;9158;p99"/>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59" name="Google Shape;9159;p99"/>
            <p:cNvGrpSpPr/>
            <p:nvPr/>
          </p:nvGrpSpPr>
          <p:grpSpPr>
            <a:xfrm>
              <a:off x="1786057" y="2882501"/>
              <a:ext cx="103104" cy="1426186"/>
              <a:chOff x="6006138" y="3143629"/>
              <a:chExt cx="122758" cy="1698043"/>
            </a:xfrm>
          </p:grpSpPr>
          <p:sp>
            <p:nvSpPr>
              <p:cNvPr id="9160" name="Google Shape;9160;p99"/>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1" name="Google Shape;9161;p99"/>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2" name="Google Shape;9162;p99"/>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3" name="Google Shape;9163;p99"/>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4" name="Google Shape;9164;p99"/>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5" name="Google Shape;9165;p99"/>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6" name="Google Shape;9166;p99"/>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67" name="Google Shape;9167;p99"/>
            <p:cNvGrpSpPr/>
            <p:nvPr/>
          </p:nvGrpSpPr>
          <p:grpSpPr>
            <a:xfrm>
              <a:off x="2029422" y="2882501"/>
              <a:ext cx="103104" cy="1426186"/>
              <a:chOff x="6805413" y="3100904"/>
              <a:chExt cx="122758" cy="1698043"/>
            </a:xfrm>
          </p:grpSpPr>
          <p:sp>
            <p:nvSpPr>
              <p:cNvPr id="9168" name="Google Shape;9168;p99"/>
              <p:cNvSpPr/>
              <p:nvPr/>
            </p:nvSpPr>
            <p:spPr>
              <a:xfrm>
                <a:off x="68054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9" name="Google Shape;9169;p99"/>
              <p:cNvSpPr/>
              <p:nvPr/>
            </p:nvSpPr>
            <p:spPr>
              <a:xfrm>
                <a:off x="68054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0" name="Google Shape;9170;p99"/>
              <p:cNvSpPr/>
              <p:nvPr/>
            </p:nvSpPr>
            <p:spPr>
              <a:xfrm>
                <a:off x="68054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1" name="Google Shape;9171;p99"/>
              <p:cNvSpPr/>
              <p:nvPr/>
            </p:nvSpPr>
            <p:spPr>
              <a:xfrm>
                <a:off x="68054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2" name="Google Shape;9172;p99"/>
              <p:cNvSpPr/>
              <p:nvPr/>
            </p:nvSpPr>
            <p:spPr>
              <a:xfrm>
                <a:off x="68054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3" name="Google Shape;9173;p99"/>
              <p:cNvSpPr/>
              <p:nvPr/>
            </p:nvSpPr>
            <p:spPr>
              <a:xfrm>
                <a:off x="68054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4" name="Google Shape;9174;p99"/>
              <p:cNvSpPr/>
              <p:nvPr/>
            </p:nvSpPr>
            <p:spPr>
              <a:xfrm>
                <a:off x="68054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75" name="Google Shape;9175;p99"/>
            <p:cNvGrpSpPr/>
            <p:nvPr/>
          </p:nvGrpSpPr>
          <p:grpSpPr>
            <a:xfrm>
              <a:off x="727421" y="2828315"/>
              <a:ext cx="1695374" cy="1560837"/>
              <a:chOff x="734799" y="2782450"/>
              <a:chExt cx="1571100" cy="1577400"/>
            </a:xfrm>
          </p:grpSpPr>
          <p:cxnSp>
            <p:nvCxnSpPr>
              <p:cNvPr id="9176" name="Google Shape;9176;p99"/>
              <p:cNvCxnSpPr/>
              <p:nvPr/>
            </p:nvCxnSpPr>
            <p:spPr>
              <a:xfrm>
                <a:off x="743025" y="2782450"/>
                <a:ext cx="0" cy="1577400"/>
              </a:xfrm>
              <a:prstGeom prst="straightConnector1">
                <a:avLst/>
              </a:prstGeom>
              <a:noFill/>
              <a:ln cap="flat" cmpd="sng" w="19050">
                <a:solidFill>
                  <a:srgbClr val="E3E7EA"/>
                </a:solidFill>
                <a:prstDash val="solid"/>
                <a:round/>
                <a:headEnd len="med" w="med" type="none"/>
                <a:tailEnd len="med" w="med" type="none"/>
              </a:ln>
            </p:spPr>
          </p:cxnSp>
          <p:cxnSp>
            <p:nvCxnSpPr>
              <p:cNvPr id="9177" name="Google Shape;9177;p99"/>
              <p:cNvCxnSpPr/>
              <p:nvPr/>
            </p:nvCxnSpPr>
            <p:spPr>
              <a:xfrm rot="10800000">
                <a:off x="734799" y="4359850"/>
                <a:ext cx="1571100" cy="0"/>
              </a:xfrm>
              <a:prstGeom prst="straightConnector1">
                <a:avLst/>
              </a:prstGeom>
              <a:noFill/>
              <a:ln cap="flat" cmpd="sng" w="19050">
                <a:solidFill>
                  <a:srgbClr val="E3E7EA"/>
                </a:solidFill>
                <a:prstDash val="solid"/>
                <a:round/>
                <a:headEnd len="med" w="med" type="none"/>
                <a:tailEnd len="med" w="med" type="none"/>
              </a:ln>
            </p:spPr>
          </p:cxnSp>
        </p:grpSp>
        <p:grpSp>
          <p:nvGrpSpPr>
            <p:cNvPr id="9178" name="Google Shape;9178;p99"/>
            <p:cNvGrpSpPr/>
            <p:nvPr/>
          </p:nvGrpSpPr>
          <p:grpSpPr>
            <a:xfrm>
              <a:off x="2272795" y="2882501"/>
              <a:ext cx="103104" cy="1426186"/>
              <a:chOff x="5206863" y="3100904"/>
              <a:chExt cx="122758" cy="1698043"/>
            </a:xfrm>
          </p:grpSpPr>
          <p:sp>
            <p:nvSpPr>
              <p:cNvPr id="9179" name="Google Shape;9179;p99"/>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0" name="Google Shape;9180;p99"/>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1" name="Google Shape;9181;p99"/>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2" name="Google Shape;9182;p99"/>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3" name="Google Shape;9183;p99"/>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4" name="Google Shape;9184;p99"/>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5" name="Google Shape;9185;p99"/>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86" name="Google Shape;9186;p99"/>
            <p:cNvGrpSpPr/>
            <p:nvPr/>
          </p:nvGrpSpPr>
          <p:grpSpPr>
            <a:xfrm>
              <a:off x="1542694" y="2882501"/>
              <a:ext cx="103104" cy="1426186"/>
              <a:chOff x="6006138" y="3143629"/>
              <a:chExt cx="122758" cy="1698043"/>
            </a:xfrm>
          </p:grpSpPr>
          <p:sp>
            <p:nvSpPr>
              <p:cNvPr id="9187" name="Google Shape;9187;p99"/>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8" name="Google Shape;9188;p99"/>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9" name="Google Shape;9189;p99"/>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0" name="Google Shape;9190;p99"/>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1" name="Google Shape;9191;p99"/>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2" name="Google Shape;9192;p99"/>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3" name="Google Shape;9193;p99"/>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194" name="Google Shape;9194;p99"/>
          <p:cNvGrpSpPr/>
          <p:nvPr/>
        </p:nvGrpSpPr>
        <p:grpSpPr>
          <a:xfrm>
            <a:off x="5915341" y="2192094"/>
            <a:ext cx="1248543" cy="1025319"/>
            <a:chOff x="5183758" y="1210600"/>
            <a:chExt cx="3605380" cy="2960783"/>
          </a:xfrm>
        </p:grpSpPr>
        <p:sp>
          <p:nvSpPr>
            <p:cNvPr id="9195" name="Google Shape;9195;p99"/>
            <p:cNvSpPr/>
            <p:nvPr/>
          </p:nvSpPr>
          <p:spPr>
            <a:xfrm>
              <a:off x="5479658" y="1210600"/>
              <a:ext cx="3108190" cy="632425"/>
            </a:xfrm>
            <a:custGeom>
              <a:rect b="b" l="l" r="r" t="t"/>
              <a:pathLst>
                <a:path extrusionOk="0" h="25297" w="117257">
                  <a:moveTo>
                    <a:pt x="1" y="0"/>
                  </a:moveTo>
                  <a:lnTo>
                    <a:pt x="14647" y="25297"/>
                  </a:lnTo>
                  <a:lnTo>
                    <a:pt x="102066" y="25297"/>
                  </a:lnTo>
                  <a:lnTo>
                    <a:pt x="117257"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6" name="Google Shape;9196;p99"/>
            <p:cNvSpPr/>
            <p:nvPr/>
          </p:nvSpPr>
          <p:spPr>
            <a:xfrm>
              <a:off x="5769162" y="1842998"/>
              <a:ext cx="2424880" cy="631925"/>
            </a:xfrm>
            <a:custGeom>
              <a:rect b="b" l="l" r="r" t="t"/>
              <a:pathLst>
                <a:path extrusionOk="0" h="25277" w="91479">
                  <a:moveTo>
                    <a:pt x="1" y="1"/>
                  </a:moveTo>
                  <a:lnTo>
                    <a:pt x="14647" y="25276"/>
                  </a:lnTo>
                  <a:lnTo>
                    <a:pt x="76602" y="25276"/>
                  </a:lnTo>
                  <a:lnTo>
                    <a:pt x="91479"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7" name="Google Shape;9197;p99"/>
            <p:cNvSpPr/>
            <p:nvPr/>
          </p:nvSpPr>
          <p:spPr>
            <a:xfrm>
              <a:off x="6065319" y="2474896"/>
              <a:ext cx="1739369" cy="632450"/>
            </a:xfrm>
            <a:custGeom>
              <a:rect b="b" l="l" r="r" t="t"/>
              <a:pathLst>
                <a:path extrusionOk="0" h="25298" w="65618">
                  <a:moveTo>
                    <a:pt x="1" y="0"/>
                  </a:moveTo>
                  <a:lnTo>
                    <a:pt x="14417" y="25297"/>
                  </a:lnTo>
                  <a:lnTo>
                    <a:pt x="50887" y="25297"/>
                  </a:lnTo>
                  <a:lnTo>
                    <a:pt x="6561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8" name="Google Shape;9198;p99"/>
            <p:cNvSpPr/>
            <p:nvPr/>
          </p:nvSpPr>
          <p:spPr>
            <a:xfrm>
              <a:off x="6354293" y="3107319"/>
              <a:ext cx="1061572" cy="632425"/>
            </a:xfrm>
            <a:custGeom>
              <a:rect b="b" l="l" r="r" t="t"/>
              <a:pathLst>
                <a:path extrusionOk="0" h="25297" w="40048">
                  <a:moveTo>
                    <a:pt x="0" y="0"/>
                  </a:moveTo>
                  <a:lnTo>
                    <a:pt x="14668" y="25297"/>
                  </a:lnTo>
                  <a:lnTo>
                    <a:pt x="25360" y="25297"/>
                  </a:lnTo>
                  <a:lnTo>
                    <a:pt x="40048" y="0"/>
                  </a:lnTo>
                  <a:close/>
                </a:path>
              </a:pathLst>
            </a:cu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199" name="Google Shape;9199;p99"/>
            <p:cNvCxnSpPr/>
            <p:nvPr/>
          </p:nvCxnSpPr>
          <p:spPr>
            <a:xfrm>
              <a:off x="5183758" y="2382654"/>
              <a:ext cx="922800" cy="0"/>
            </a:xfrm>
            <a:prstGeom prst="straightConnector1">
              <a:avLst/>
            </a:prstGeom>
            <a:noFill/>
            <a:ln cap="flat" cmpd="sng" w="9525">
              <a:solidFill>
                <a:srgbClr val="869FB2"/>
              </a:solidFill>
              <a:prstDash val="solid"/>
              <a:round/>
              <a:headEnd len="med" w="med" type="oval"/>
              <a:tailEnd len="med" w="med" type="none"/>
            </a:ln>
          </p:spPr>
        </p:cxnSp>
        <p:cxnSp>
          <p:nvCxnSpPr>
            <p:cNvPr id="9200" name="Google Shape;9200;p99"/>
            <p:cNvCxnSpPr/>
            <p:nvPr/>
          </p:nvCxnSpPr>
          <p:spPr>
            <a:xfrm rot="10800000">
              <a:off x="8225195" y="1765431"/>
              <a:ext cx="559200" cy="0"/>
            </a:xfrm>
            <a:prstGeom prst="straightConnector1">
              <a:avLst/>
            </a:prstGeom>
            <a:noFill/>
            <a:ln cap="flat" cmpd="sng" w="9525">
              <a:solidFill>
                <a:srgbClr val="BAC8D3"/>
              </a:solidFill>
              <a:prstDash val="solid"/>
              <a:round/>
              <a:headEnd len="med" w="med" type="oval"/>
              <a:tailEnd len="med" w="med" type="none"/>
            </a:ln>
          </p:spPr>
        </p:cxnSp>
        <p:cxnSp>
          <p:nvCxnSpPr>
            <p:cNvPr id="9201" name="Google Shape;9201;p99"/>
            <p:cNvCxnSpPr/>
            <p:nvPr/>
          </p:nvCxnSpPr>
          <p:spPr>
            <a:xfrm rot="10800000">
              <a:off x="7504838" y="2943528"/>
              <a:ext cx="1284300" cy="0"/>
            </a:xfrm>
            <a:prstGeom prst="straightConnector1">
              <a:avLst/>
            </a:prstGeom>
            <a:noFill/>
            <a:ln cap="flat" cmpd="sng" w="9525">
              <a:solidFill>
                <a:srgbClr val="5F7D95"/>
              </a:solidFill>
              <a:prstDash val="solid"/>
              <a:round/>
              <a:headEnd len="med" w="med" type="oval"/>
              <a:tailEnd len="med" w="med" type="none"/>
            </a:ln>
          </p:spPr>
        </p:cxnSp>
        <p:cxnSp>
          <p:nvCxnSpPr>
            <p:cNvPr id="9202" name="Google Shape;9202;p99"/>
            <p:cNvCxnSpPr/>
            <p:nvPr/>
          </p:nvCxnSpPr>
          <p:spPr>
            <a:xfrm>
              <a:off x="5759284" y="3630350"/>
              <a:ext cx="922800" cy="0"/>
            </a:xfrm>
            <a:prstGeom prst="straightConnector1">
              <a:avLst/>
            </a:prstGeom>
            <a:noFill/>
            <a:ln cap="flat" cmpd="sng" w="9525">
              <a:solidFill>
                <a:srgbClr val="435D74"/>
              </a:solidFill>
              <a:prstDash val="solid"/>
              <a:round/>
              <a:headEnd len="med" w="med" type="oval"/>
              <a:tailEnd len="med" w="med" type="none"/>
            </a:ln>
          </p:spPr>
        </p:cxnSp>
        <p:sp>
          <p:nvSpPr>
            <p:cNvPr id="9203" name="Google Shape;9203;p99"/>
            <p:cNvSpPr/>
            <p:nvPr/>
          </p:nvSpPr>
          <p:spPr>
            <a:xfrm>
              <a:off x="6601902" y="3746583"/>
              <a:ext cx="566400" cy="424800"/>
            </a:xfrm>
            <a:prstGeom prst="downArrow">
              <a:avLst>
                <a:gd fmla="val 50000" name="adj1"/>
                <a:gd fmla="val 50000" name="adj2"/>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04" name="Google Shape;9204;p99"/>
          <p:cNvGrpSpPr/>
          <p:nvPr/>
        </p:nvGrpSpPr>
        <p:grpSpPr>
          <a:xfrm>
            <a:off x="5772403" y="3330411"/>
            <a:ext cx="2664831" cy="843440"/>
            <a:chOff x="5916567" y="1099697"/>
            <a:chExt cx="2556683" cy="809211"/>
          </a:xfrm>
        </p:grpSpPr>
        <p:sp>
          <p:nvSpPr>
            <p:cNvPr id="9205" name="Google Shape;9205;p99"/>
            <p:cNvSpPr/>
            <p:nvPr/>
          </p:nvSpPr>
          <p:spPr>
            <a:xfrm>
              <a:off x="5916567" y="1105515"/>
              <a:ext cx="2329202" cy="797642"/>
            </a:xfrm>
            <a:custGeom>
              <a:rect b="b" l="l" r="r" t="t"/>
              <a:pathLst>
                <a:path extrusionOk="0" h="89122" w="260246">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6" name="Google Shape;9206;p99"/>
            <p:cNvSpPr/>
            <p:nvPr/>
          </p:nvSpPr>
          <p:spPr>
            <a:xfrm>
              <a:off x="6719328" y="1353967"/>
              <a:ext cx="156983" cy="301221"/>
            </a:xfrm>
            <a:custGeom>
              <a:rect b="b" l="l" r="r" t="t"/>
              <a:pathLst>
                <a:path extrusionOk="0" h="33656" w="1754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7" name="Google Shape;9207;p99"/>
            <p:cNvSpPr/>
            <p:nvPr/>
          </p:nvSpPr>
          <p:spPr>
            <a:xfrm>
              <a:off x="7142762" y="1276612"/>
              <a:ext cx="217467" cy="455564"/>
            </a:xfrm>
            <a:custGeom>
              <a:rect b="b" l="l" r="r" t="t"/>
              <a:pathLst>
                <a:path extrusionOk="0" h="50901" w="24298">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8" name="Google Shape;9208;p99"/>
            <p:cNvSpPr/>
            <p:nvPr/>
          </p:nvSpPr>
          <p:spPr>
            <a:xfrm>
              <a:off x="7621211" y="1188419"/>
              <a:ext cx="293739" cy="631637"/>
            </a:xfrm>
            <a:custGeom>
              <a:rect b="b" l="l" r="r" t="t"/>
              <a:pathLst>
                <a:path extrusionOk="0" h="70574" w="3282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9" name="Google Shape;9209;p99"/>
            <p:cNvSpPr/>
            <p:nvPr/>
          </p:nvSpPr>
          <p:spPr>
            <a:xfrm>
              <a:off x="8279421" y="1099697"/>
              <a:ext cx="54" cy="0"/>
            </a:xfrm>
            <a:custGeom>
              <a:rect b="b" l="l" r="r" t="t"/>
              <a:pathLst>
                <a:path extrusionOk="0" h="0" w="6">
                  <a:moveTo>
                    <a:pt x="5" y="0"/>
                  </a:moveTo>
                  <a:lnTo>
                    <a:pt x="1" y="0"/>
                  </a:lnTo>
                  <a:close/>
                </a:path>
              </a:pathLst>
            </a:custGeom>
            <a:solidFill>
              <a:srgbClr val="E3E9ED"/>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0" name="Google Shape;9210;p99"/>
            <p:cNvSpPr/>
            <p:nvPr/>
          </p:nvSpPr>
          <p:spPr>
            <a:xfrm>
              <a:off x="8245760" y="1099697"/>
              <a:ext cx="33670" cy="5791"/>
            </a:xfrm>
            <a:custGeom>
              <a:rect b="b" l="l" r="r" t="t"/>
              <a:pathLst>
                <a:path extrusionOk="0" h="647" w="3762">
                  <a:moveTo>
                    <a:pt x="3662" y="0"/>
                  </a:moveTo>
                  <a:cubicBezTo>
                    <a:pt x="2415" y="0"/>
                    <a:pt x="1194" y="222"/>
                    <a:pt x="1" y="646"/>
                  </a:cubicBezTo>
                  <a:lnTo>
                    <a:pt x="3762" y="0"/>
                  </a:ln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1" name="Google Shape;9211;p99"/>
            <p:cNvSpPr/>
            <p:nvPr/>
          </p:nvSpPr>
          <p:spPr>
            <a:xfrm>
              <a:off x="8085689" y="1099747"/>
              <a:ext cx="387562" cy="809161"/>
            </a:xfrm>
            <a:custGeom>
              <a:rect b="b" l="l" r="r" t="t"/>
              <a:pathLst>
                <a:path extrusionOk="0" h="90409" w="43303">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2" name="Google Shape;9212;p99"/>
            <p:cNvSpPr/>
            <p:nvPr/>
          </p:nvSpPr>
          <p:spPr>
            <a:xfrm>
              <a:off x="6372480" y="1417485"/>
              <a:ext cx="104679" cy="173370"/>
            </a:xfrm>
            <a:custGeom>
              <a:rect b="b" l="l" r="r" t="t"/>
              <a:pathLst>
                <a:path extrusionOk="0" h="19371" w="11696">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13" name="Google Shape;9213;p99"/>
          <p:cNvGrpSpPr/>
          <p:nvPr/>
        </p:nvGrpSpPr>
        <p:grpSpPr>
          <a:xfrm>
            <a:off x="5879943" y="979270"/>
            <a:ext cx="1299851" cy="1023338"/>
            <a:chOff x="5900602" y="1193063"/>
            <a:chExt cx="1299851" cy="1023338"/>
          </a:xfrm>
        </p:grpSpPr>
        <p:grpSp>
          <p:nvGrpSpPr>
            <p:cNvPr id="9214" name="Google Shape;9214;p99"/>
            <p:cNvGrpSpPr/>
            <p:nvPr/>
          </p:nvGrpSpPr>
          <p:grpSpPr>
            <a:xfrm>
              <a:off x="6743564" y="1193063"/>
              <a:ext cx="456889" cy="700379"/>
              <a:chOff x="6743564" y="1193063"/>
              <a:chExt cx="456889" cy="700379"/>
            </a:xfrm>
          </p:grpSpPr>
          <p:grpSp>
            <p:nvGrpSpPr>
              <p:cNvPr id="9215" name="Google Shape;9215;p99"/>
              <p:cNvGrpSpPr/>
              <p:nvPr/>
            </p:nvGrpSpPr>
            <p:grpSpPr>
              <a:xfrm>
                <a:off x="6743564" y="1690731"/>
                <a:ext cx="214402" cy="202710"/>
                <a:chOff x="6743564" y="1690731"/>
                <a:chExt cx="214402" cy="202710"/>
              </a:xfrm>
            </p:grpSpPr>
            <p:sp>
              <p:nvSpPr>
                <p:cNvPr id="9216" name="Google Shape;9216;p99"/>
                <p:cNvSpPr/>
                <p:nvPr/>
              </p:nvSpPr>
              <p:spPr>
                <a:xfrm rot="-5400000">
                  <a:off x="6796932" y="1637364"/>
                  <a:ext cx="107666" cy="214402"/>
                </a:xfrm>
                <a:custGeom>
                  <a:rect b="b" l="l" r="r" t="t"/>
                  <a:pathLst>
                    <a:path extrusionOk="0" h="24651" w="12379">
                      <a:moveTo>
                        <a:pt x="727" y="0"/>
                      </a:moveTo>
                      <a:cubicBezTo>
                        <a:pt x="483" y="0"/>
                        <a:pt x="243" y="4"/>
                        <a:pt x="1" y="7"/>
                      </a:cubicBezTo>
                      <a:lnTo>
                        <a:pt x="1" y="23223"/>
                      </a:lnTo>
                      <a:lnTo>
                        <a:pt x="727" y="24650"/>
                      </a:lnTo>
                      <a:lnTo>
                        <a:pt x="12378" y="1737"/>
                      </a:lnTo>
                      <a:cubicBezTo>
                        <a:pt x="8795" y="619"/>
                        <a:pt x="4857" y="0"/>
                        <a:pt x="72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7" name="Google Shape;9217;p99"/>
                <p:cNvSpPr/>
                <p:nvPr/>
              </p:nvSpPr>
              <p:spPr>
                <a:xfrm rot="-5400000">
                  <a:off x="6797058" y="1744962"/>
                  <a:ext cx="95046" cy="201912"/>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18" name="Google Shape;9218;p99"/>
              <p:cNvGrpSpPr/>
              <p:nvPr/>
            </p:nvGrpSpPr>
            <p:grpSpPr>
              <a:xfrm>
                <a:off x="6915505" y="1193063"/>
                <a:ext cx="284947" cy="589637"/>
                <a:chOff x="6915505" y="1193063"/>
                <a:chExt cx="284947" cy="589637"/>
              </a:xfrm>
            </p:grpSpPr>
            <p:sp>
              <p:nvSpPr>
                <p:cNvPr id="9219" name="Google Shape;9219;p99"/>
                <p:cNvSpPr/>
                <p:nvPr/>
              </p:nvSpPr>
              <p:spPr>
                <a:xfrm>
                  <a:off x="6915505" y="1193063"/>
                  <a:ext cx="284947" cy="63648"/>
                </a:xfrm>
                <a:custGeom>
                  <a:rect b="b" l="l" r="r" t="t"/>
                  <a:pathLst>
                    <a:path extrusionOk="0" h="7318" w="32762">
                      <a:moveTo>
                        <a:pt x="0" y="1"/>
                      </a:moveTo>
                      <a:lnTo>
                        <a:pt x="0" y="7318"/>
                      </a:lnTo>
                      <a:lnTo>
                        <a:pt x="32762" y="7318"/>
                      </a:lnTo>
                      <a:lnTo>
                        <a:pt x="3276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220" name="Google Shape;9220;p99"/>
                <p:cNvCxnSpPr/>
                <p:nvPr/>
              </p:nvCxnSpPr>
              <p:spPr>
                <a:xfrm rot="10800000">
                  <a:off x="6938275" y="1279600"/>
                  <a:ext cx="0" cy="503100"/>
                </a:xfrm>
                <a:prstGeom prst="straightConnector1">
                  <a:avLst/>
                </a:prstGeom>
                <a:noFill/>
                <a:ln cap="flat" cmpd="sng" w="9525">
                  <a:solidFill>
                    <a:srgbClr val="CFD9E0"/>
                  </a:solidFill>
                  <a:prstDash val="solid"/>
                  <a:round/>
                  <a:headEnd len="med" w="med" type="none"/>
                  <a:tailEnd len="med" w="med" type="oval"/>
                </a:ln>
              </p:spPr>
            </p:cxnSp>
          </p:grpSp>
        </p:grpSp>
        <p:grpSp>
          <p:nvGrpSpPr>
            <p:cNvPr id="9221" name="Google Shape;9221;p99"/>
            <p:cNvGrpSpPr/>
            <p:nvPr/>
          </p:nvGrpSpPr>
          <p:grpSpPr>
            <a:xfrm>
              <a:off x="6520337" y="1193063"/>
              <a:ext cx="341815" cy="801589"/>
              <a:chOff x="6520337" y="1193063"/>
              <a:chExt cx="341815" cy="801589"/>
            </a:xfrm>
          </p:grpSpPr>
          <p:grpSp>
            <p:nvGrpSpPr>
              <p:cNvPr id="9222" name="Google Shape;9222;p99"/>
              <p:cNvGrpSpPr/>
              <p:nvPr/>
            </p:nvGrpSpPr>
            <p:grpSpPr>
              <a:xfrm>
                <a:off x="6520337" y="1589527"/>
                <a:ext cx="213950" cy="405125"/>
                <a:chOff x="6520337" y="1589527"/>
                <a:chExt cx="213950" cy="405125"/>
              </a:xfrm>
            </p:grpSpPr>
            <p:sp>
              <p:nvSpPr>
                <p:cNvPr id="9223" name="Google Shape;9223;p99"/>
                <p:cNvSpPr/>
                <p:nvPr/>
              </p:nvSpPr>
              <p:spPr>
                <a:xfrm rot="-5400000">
                  <a:off x="6522864" y="1587001"/>
                  <a:ext cx="208853" cy="213906"/>
                </a:xfrm>
                <a:custGeom>
                  <a:rect b="b" l="l" r="r" t="t"/>
                  <a:pathLst>
                    <a:path extrusionOk="0" h="24594" w="24013">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4" name="Google Shape;9224;p99"/>
                <p:cNvSpPr/>
                <p:nvPr/>
              </p:nvSpPr>
              <p:spPr>
                <a:xfrm rot="-5400000">
                  <a:off x="6529204" y="1789569"/>
                  <a:ext cx="196250" cy="213915"/>
                </a:xfrm>
                <a:custGeom>
                  <a:rect b="b" l="l" r="r" t="t"/>
                  <a:pathLst>
                    <a:path extrusionOk="0" h="24595" w="22564">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25" name="Google Shape;9225;p99"/>
              <p:cNvGrpSpPr/>
              <p:nvPr/>
            </p:nvGrpSpPr>
            <p:grpSpPr>
              <a:xfrm>
                <a:off x="6577204" y="1193063"/>
                <a:ext cx="284947" cy="453562"/>
                <a:chOff x="6577204" y="1193063"/>
                <a:chExt cx="284947" cy="453562"/>
              </a:xfrm>
            </p:grpSpPr>
            <p:sp>
              <p:nvSpPr>
                <p:cNvPr id="9226" name="Google Shape;9226;p99"/>
                <p:cNvSpPr/>
                <p:nvPr/>
              </p:nvSpPr>
              <p:spPr>
                <a:xfrm>
                  <a:off x="6577204" y="1193063"/>
                  <a:ext cx="284947" cy="63648"/>
                </a:xfrm>
                <a:custGeom>
                  <a:rect b="b" l="l" r="r" t="t"/>
                  <a:pathLst>
                    <a:path extrusionOk="0" h="7318" w="32762">
                      <a:moveTo>
                        <a:pt x="0" y="1"/>
                      </a:moveTo>
                      <a:lnTo>
                        <a:pt x="0" y="7318"/>
                      </a:lnTo>
                      <a:lnTo>
                        <a:pt x="32762" y="7318"/>
                      </a:lnTo>
                      <a:lnTo>
                        <a:pt x="32762"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227" name="Google Shape;9227;p99"/>
                <p:cNvCxnSpPr/>
                <p:nvPr/>
              </p:nvCxnSpPr>
              <p:spPr>
                <a:xfrm rot="10800000">
                  <a:off x="6677825" y="1279425"/>
                  <a:ext cx="0" cy="367200"/>
                </a:xfrm>
                <a:prstGeom prst="straightConnector1">
                  <a:avLst/>
                </a:prstGeom>
                <a:noFill/>
                <a:ln cap="flat" cmpd="sng" w="9525">
                  <a:solidFill>
                    <a:srgbClr val="A5B7C6"/>
                  </a:solidFill>
                  <a:prstDash val="solid"/>
                  <a:round/>
                  <a:headEnd len="med" w="med" type="none"/>
                  <a:tailEnd len="med" w="med" type="oval"/>
                </a:ln>
              </p:spPr>
            </p:cxnSp>
          </p:grpSp>
        </p:grpSp>
        <p:grpSp>
          <p:nvGrpSpPr>
            <p:cNvPr id="9228" name="Google Shape;9228;p99"/>
            <p:cNvGrpSpPr/>
            <p:nvPr/>
          </p:nvGrpSpPr>
          <p:grpSpPr>
            <a:xfrm>
              <a:off x="6238903" y="1193063"/>
              <a:ext cx="300475" cy="901782"/>
              <a:chOff x="6238903" y="1193063"/>
              <a:chExt cx="300475" cy="901782"/>
            </a:xfrm>
          </p:grpSpPr>
          <p:grpSp>
            <p:nvGrpSpPr>
              <p:cNvPr id="9229" name="Google Shape;9229;p99"/>
              <p:cNvGrpSpPr/>
              <p:nvPr/>
            </p:nvGrpSpPr>
            <p:grpSpPr>
              <a:xfrm>
                <a:off x="6290865" y="1489315"/>
                <a:ext cx="248514" cy="605530"/>
                <a:chOff x="6290865" y="1489315"/>
                <a:chExt cx="248514" cy="605530"/>
              </a:xfrm>
            </p:grpSpPr>
            <p:sp>
              <p:nvSpPr>
                <p:cNvPr id="9230" name="Google Shape;9230;p99"/>
                <p:cNvSpPr/>
                <p:nvPr/>
              </p:nvSpPr>
              <p:spPr>
                <a:xfrm rot="-5400000">
                  <a:off x="6260589" y="1519591"/>
                  <a:ext cx="309066" cy="248514"/>
                </a:xfrm>
                <a:custGeom>
                  <a:rect b="b" l="l" r="r" t="t"/>
                  <a:pathLst>
                    <a:path extrusionOk="0" h="28573" w="35535">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1" name="Google Shape;9231;p99"/>
                <p:cNvSpPr/>
                <p:nvPr/>
              </p:nvSpPr>
              <p:spPr>
                <a:xfrm rot="-5400000">
                  <a:off x="6266916" y="1822383"/>
                  <a:ext cx="296437" cy="248488"/>
                </a:xfrm>
                <a:custGeom>
                  <a:rect b="b" l="l" r="r" t="t"/>
                  <a:pathLst>
                    <a:path extrusionOk="0" h="28570" w="34083">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32" name="Google Shape;9232;p99"/>
              <p:cNvGrpSpPr/>
              <p:nvPr/>
            </p:nvGrpSpPr>
            <p:grpSpPr>
              <a:xfrm>
                <a:off x="6238903" y="1193063"/>
                <a:ext cx="284947" cy="327512"/>
                <a:chOff x="6238903" y="1193063"/>
                <a:chExt cx="284947" cy="327512"/>
              </a:xfrm>
            </p:grpSpPr>
            <p:sp>
              <p:nvSpPr>
                <p:cNvPr id="9233" name="Google Shape;9233;p99"/>
                <p:cNvSpPr/>
                <p:nvPr/>
              </p:nvSpPr>
              <p:spPr>
                <a:xfrm>
                  <a:off x="6238903" y="1193063"/>
                  <a:ext cx="284947" cy="63648"/>
                </a:xfrm>
                <a:custGeom>
                  <a:rect b="b" l="l" r="r" t="t"/>
                  <a:pathLst>
                    <a:path extrusionOk="0" h="7318" w="32762">
                      <a:moveTo>
                        <a:pt x="0" y="0"/>
                      </a:moveTo>
                      <a:lnTo>
                        <a:pt x="0" y="7317"/>
                      </a:lnTo>
                      <a:lnTo>
                        <a:pt x="32762" y="7317"/>
                      </a:lnTo>
                      <a:lnTo>
                        <a:pt x="3276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234" name="Google Shape;9234;p99"/>
                <p:cNvCxnSpPr/>
                <p:nvPr/>
              </p:nvCxnSpPr>
              <p:spPr>
                <a:xfrm rot="10800000">
                  <a:off x="6431250" y="1279375"/>
                  <a:ext cx="0" cy="241200"/>
                </a:xfrm>
                <a:prstGeom prst="straightConnector1">
                  <a:avLst/>
                </a:prstGeom>
                <a:noFill/>
                <a:ln cap="flat" cmpd="sng" w="9525">
                  <a:solidFill>
                    <a:srgbClr val="869FB2"/>
                  </a:solidFill>
                  <a:prstDash val="solid"/>
                  <a:round/>
                  <a:headEnd len="med" w="med" type="none"/>
                  <a:tailEnd len="med" w="med" type="oval"/>
                </a:ln>
              </p:spPr>
            </p:cxnSp>
          </p:grpSp>
        </p:grpSp>
        <p:grpSp>
          <p:nvGrpSpPr>
            <p:cNvPr id="9235" name="Google Shape;9235;p99"/>
            <p:cNvGrpSpPr/>
            <p:nvPr/>
          </p:nvGrpSpPr>
          <p:grpSpPr>
            <a:xfrm>
              <a:off x="5900602" y="1193063"/>
              <a:ext cx="444345" cy="1023338"/>
              <a:chOff x="5900602" y="1193063"/>
              <a:chExt cx="444345" cy="1023338"/>
            </a:xfrm>
          </p:grpSpPr>
          <p:grpSp>
            <p:nvGrpSpPr>
              <p:cNvPr id="9236" name="Google Shape;9236;p99"/>
              <p:cNvGrpSpPr/>
              <p:nvPr/>
            </p:nvGrpSpPr>
            <p:grpSpPr>
              <a:xfrm>
                <a:off x="6046501" y="1367785"/>
                <a:ext cx="298446" cy="848616"/>
                <a:chOff x="6046501" y="1367785"/>
                <a:chExt cx="298446" cy="848616"/>
              </a:xfrm>
            </p:grpSpPr>
            <p:sp>
              <p:nvSpPr>
                <p:cNvPr id="9237" name="Google Shape;9237;p99"/>
                <p:cNvSpPr/>
                <p:nvPr/>
              </p:nvSpPr>
              <p:spPr>
                <a:xfrm rot="-5400000">
                  <a:off x="5980418" y="1433868"/>
                  <a:ext cx="430613" cy="298446"/>
                </a:xfrm>
                <a:custGeom>
                  <a:rect b="b" l="l" r="r" t="t"/>
                  <a:pathLst>
                    <a:path extrusionOk="0" h="34314" w="4951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8" name="Google Shape;9238;p99"/>
                <p:cNvSpPr/>
                <p:nvPr/>
              </p:nvSpPr>
              <p:spPr>
                <a:xfrm rot="-5400000">
                  <a:off x="5986745" y="1858198"/>
                  <a:ext cx="417984" cy="298420"/>
                </a:xfrm>
                <a:custGeom>
                  <a:rect b="b" l="l" r="r" t="t"/>
                  <a:pathLst>
                    <a:path extrusionOk="0" h="34311" w="48058">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39" name="Google Shape;9239;p99"/>
              <p:cNvGrpSpPr/>
              <p:nvPr/>
            </p:nvGrpSpPr>
            <p:grpSpPr>
              <a:xfrm>
                <a:off x="5900602" y="1193063"/>
                <a:ext cx="284947" cy="182312"/>
                <a:chOff x="5900602" y="1193063"/>
                <a:chExt cx="284947" cy="182312"/>
              </a:xfrm>
            </p:grpSpPr>
            <p:sp>
              <p:nvSpPr>
                <p:cNvPr id="9240" name="Google Shape;9240;p99"/>
                <p:cNvSpPr/>
                <p:nvPr/>
              </p:nvSpPr>
              <p:spPr>
                <a:xfrm>
                  <a:off x="5900602" y="1193063"/>
                  <a:ext cx="284947" cy="63648"/>
                </a:xfrm>
                <a:custGeom>
                  <a:rect b="b" l="l" r="r" t="t"/>
                  <a:pathLst>
                    <a:path extrusionOk="0" h="7318" w="32762">
                      <a:moveTo>
                        <a:pt x="0" y="0"/>
                      </a:moveTo>
                      <a:lnTo>
                        <a:pt x="0" y="7318"/>
                      </a:lnTo>
                      <a:lnTo>
                        <a:pt x="32762" y="7318"/>
                      </a:lnTo>
                      <a:lnTo>
                        <a:pt x="32762" y="0"/>
                      </a:ln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241" name="Google Shape;9241;p99"/>
                <p:cNvCxnSpPr/>
                <p:nvPr/>
              </p:nvCxnSpPr>
              <p:spPr>
                <a:xfrm rot="10800000">
                  <a:off x="6156950" y="1279675"/>
                  <a:ext cx="0" cy="95700"/>
                </a:xfrm>
                <a:prstGeom prst="straightConnector1">
                  <a:avLst/>
                </a:prstGeom>
                <a:noFill/>
                <a:ln cap="flat" cmpd="sng" w="9525">
                  <a:solidFill>
                    <a:srgbClr val="657E93"/>
                  </a:solidFill>
                  <a:prstDash val="solid"/>
                  <a:round/>
                  <a:headEnd len="med" w="med" type="none"/>
                  <a:tailEnd len="med" w="med" type="oval"/>
                </a:ln>
              </p:spPr>
            </p:cxnSp>
          </p:grpSp>
        </p:grpSp>
      </p:grpSp>
      <p:grpSp>
        <p:nvGrpSpPr>
          <p:cNvPr id="9242" name="Google Shape;9242;p99"/>
          <p:cNvGrpSpPr/>
          <p:nvPr/>
        </p:nvGrpSpPr>
        <p:grpSpPr>
          <a:xfrm>
            <a:off x="7217825" y="979415"/>
            <a:ext cx="1219413" cy="1051365"/>
            <a:chOff x="7287122" y="1165658"/>
            <a:chExt cx="1219413" cy="1051365"/>
          </a:xfrm>
        </p:grpSpPr>
        <p:grpSp>
          <p:nvGrpSpPr>
            <p:cNvPr id="9243" name="Google Shape;9243;p99"/>
            <p:cNvGrpSpPr/>
            <p:nvPr/>
          </p:nvGrpSpPr>
          <p:grpSpPr>
            <a:xfrm>
              <a:off x="7287122" y="1969723"/>
              <a:ext cx="1219413" cy="247300"/>
              <a:chOff x="7287122" y="1969723"/>
              <a:chExt cx="1219413" cy="247300"/>
            </a:xfrm>
          </p:grpSpPr>
          <p:sp>
            <p:nvSpPr>
              <p:cNvPr id="9244" name="Google Shape;9244;p99"/>
              <p:cNvSpPr/>
              <p:nvPr/>
            </p:nvSpPr>
            <p:spPr>
              <a:xfrm flipH="1">
                <a:off x="8366247" y="1969723"/>
                <a:ext cx="140288" cy="247300"/>
              </a:xfrm>
              <a:custGeom>
                <a:rect b="b" l="l" r="r" t="t"/>
                <a:pathLst>
                  <a:path extrusionOk="0" h="26428" w="14992">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245" name="Google Shape;9245;p99"/>
              <p:cNvGrpSpPr/>
              <p:nvPr/>
            </p:nvGrpSpPr>
            <p:grpSpPr>
              <a:xfrm>
                <a:off x="7287122" y="2063892"/>
                <a:ext cx="1151753" cy="73428"/>
                <a:chOff x="7287122" y="2063892"/>
                <a:chExt cx="1151753" cy="73428"/>
              </a:xfrm>
            </p:grpSpPr>
            <p:sp>
              <p:nvSpPr>
                <p:cNvPr id="9246" name="Google Shape;9246;p99"/>
                <p:cNvSpPr/>
                <p:nvPr/>
              </p:nvSpPr>
              <p:spPr>
                <a:xfrm flipH="1">
                  <a:off x="7287122" y="2063892"/>
                  <a:ext cx="507103" cy="73428"/>
                </a:xfrm>
                <a:custGeom>
                  <a:rect b="b" l="l" r="r" t="t"/>
                  <a:pathLst>
                    <a:path extrusionOk="0" h="7847" w="35124">
                      <a:moveTo>
                        <a:pt x="0" y="1"/>
                      </a:moveTo>
                      <a:lnTo>
                        <a:pt x="0" y="7847"/>
                      </a:lnTo>
                      <a:lnTo>
                        <a:pt x="35123" y="7847"/>
                      </a:lnTo>
                      <a:lnTo>
                        <a:pt x="35123"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247" name="Google Shape;9247;p99"/>
                <p:cNvCxnSpPr/>
                <p:nvPr/>
              </p:nvCxnSpPr>
              <p:spPr>
                <a:xfrm rot="10800000">
                  <a:off x="7818475" y="2100600"/>
                  <a:ext cx="620400" cy="0"/>
                </a:xfrm>
                <a:prstGeom prst="straightConnector1">
                  <a:avLst/>
                </a:prstGeom>
                <a:noFill/>
                <a:ln cap="flat" cmpd="sng" w="9525">
                  <a:solidFill>
                    <a:srgbClr val="CFD9E0"/>
                  </a:solidFill>
                  <a:prstDash val="solid"/>
                  <a:round/>
                  <a:headEnd len="med" w="med" type="none"/>
                  <a:tailEnd len="med" w="med" type="oval"/>
                </a:ln>
              </p:spPr>
            </p:cxnSp>
          </p:grpSp>
        </p:grpSp>
        <p:grpSp>
          <p:nvGrpSpPr>
            <p:cNvPr id="9248" name="Google Shape;9248;p99"/>
            <p:cNvGrpSpPr/>
            <p:nvPr/>
          </p:nvGrpSpPr>
          <p:grpSpPr>
            <a:xfrm>
              <a:off x="7287122" y="1712201"/>
              <a:ext cx="1219403" cy="246767"/>
              <a:chOff x="7287122" y="1712201"/>
              <a:chExt cx="1219403" cy="246767"/>
            </a:xfrm>
          </p:grpSpPr>
          <p:sp>
            <p:nvSpPr>
              <p:cNvPr id="9249" name="Google Shape;9249;p99"/>
              <p:cNvSpPr/>
              <p:nvPr/>
            </p:nvSpPr>
            <p:spPr>
              <a:xfrm flipH="1">
                <a:off x="8226249" y="1712201"/>
                <a:ext cx="280276" cy="246767"/>
              </a:xfrm>
              <a:custGeom>
                <a:rect b="b" l="l" r="r" t="t"/>
                <a:pathLst>
                  <a:path extrusionOk="0" h="26371" w="29952">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250" name="Google Shape;9250;p99"/>
              <p:cNvGrpSpPr/>
              <p:nvPr/>
            </p:nvGrpSpPr>
            <p:grpSpPr>
              <a:xfrm>
                <a:off x="7287122" y="1842861"/>
                <a:ext cx="1005303" cy="73419"/>
                <a:chOff x="7287122" y="1842861"/>
                <a:chExt cx="1005303" cy="73419"/>
              </a:xfrm>
            </p:grpSpPr>
            <p:sp>
              <p:nvSpPr>
                <p:cNvPr id="9251" name="Google Shape;9251;p99"/>
                <p:cNvSpPr/>
                <p:nvPr/>
              </p:nvSpPr>
              <p:spPr>
                <a:xfrm flipH="1">
                  <a:off x="7287122" y="1842861"/>
                  <a:ext cx="507103" cy="73419"/>
                </a:xfrm>
                <a:custGeom>
                  <a:rect b="b" l="l" r="r" t="t"/>
                  <a:pathLst>
                    <a:path extrusionOk="0" h="7846" w="35124">
                      <a:moveTo>
                        <a:pt x="0" y="1"/>
                      </a:moveTo>
                      <a:lnTo>
                        <a:pt x="0" y="7845"/>
                      </a:lnTo>
                      <a:lnTo>
                        <a:pt x="35123" y="7845"/>
                      </a:lnTo>
                      <a:lnTo>
                        <a:pt x="35123"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252" name="Google Shape;9252;p99"/>
                <p:cNvCxnSpPr/>
                <p:nvPr/>
              </p:nvCxnSpPr>
              <p:spPr>
                <a:xfrm rot="10800000">
                  <a:off x="7818425" y="1879575"/>
                  <a:ext cx="474000" cy="0"/>
                </a:xfrm>
                <a:prstGeom prst="straightConnector1">
                  <a:avLst/>
                </a:prstGeom>
                <a:noFill/>
                <a:ln cap="flat" cmpd="sng" w="9525">
                  <a:solidFill>
                    <a:srgbClr val="A5B7C6"/>
                  </a:solidFill>
                  <a:prstDash val="solid"/>
                  <a:round/>
                  <a:headEnd len="med" w="med" type="none"/>
                  <a:tailEnd len="med" w="med" type="oval"/>
                </a:ln>
              </p:spPr>
            </p:cxnSp>
          </p:grpSp>
        </p:grpSp>
        <p:grpSp>
          <p:nvGrpSpPr>
            <p:cNvPr id="9253" name="Google Shape;9253;p99"/>
            <p:cNvGrpSpPr/>
            <p:nvPr/>
          </p:nvGrpSpPr>
          <p:grpSpPr>
            <a:xfrm>
              <a:off x="7287122" y="1447520"/>
              <a:ext cx="1219403" cy="286667"/>
              <a:chOff x="7287122" y="1447520"/>
              <a:chExt cx="1219403" cy="286667"/>
            </a:xfrm>
          </p:grpSpPr>
          <p:sp>
            <p:nvSpPr>
              <p:cNvPr id="9254" name="Google Shape;9254;p99"/>
              <p:cNvSpPr/>
              <p:nvPr/>
            </p:nvSpPr>
            <p:spPr>
              <a:xfrm flipH="1">
                <a:off x="8087665" y="1447520"/>
                <a:ext cx="418860" cy="286667"/>
              </a:xfrm>
              <a:custGeom>
                <a:rect b="b" l="l" r="r" t="t"/>
                <a:pathLst>
                  <a:path extrusionOk="0" h="30635" w="44762">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255" name="Google Shape;9255;p99"/>
              <p:cNvGrpSpPr/>
              <p:nvPr/>
            </p:nvGrpSpPr>
            <p:grpSpPr>
              <a:xfrm>
                <a:off x="7287122" y="1581977"/>
                <a:ext cx="852803" cy="73428"/>
                <a:chOff x="7287122" y="1581977"/>
                <a:chExt cx="852803" cy="73428"/>
              </a:xfrm>
            </p:grpSpPr>
            <p:sp>
              <p:nvSpPr>
                <p:cNvPr id="9256" name="Google Shape;9256;p99"/>
                <p:cNvSpPr/>
                <p:nvPr/>
              </p:nvSpPr>
              <p:spPr>
                <a:xfrm flipH="1">
                  <a:off x="7287122" y="1581977"/>
                  <a:ext cx="507103" cy="73428"/>
                </a:xfrm>
                <a:custGeom>
                  <a:rect b="b" l="l" r="r" t="t"/>
                  <a:pathLst>
                    <a:path extrusionOk="0" h="7847" w="35124">
                      <a:moveTo>
                        <a:pt x="0" y="1"/>
                      </a:moveTo>
                      <a:lnTo>
                        <a:pt x="0" y="7847"/>
                      </a:lnTo>
                      <a:lnTo>
                        <a:pt x="35123" y="7847"/>
                      </a:lnTo>
                      <a:lnTo>
                        <a:pt x="35123"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257" name="Google Shape;9257;p99"/>
                <p:cNvCxnSpPr/>
                <p:nvPr/>
              </p:nvCxnSpPr>
              <p:spPr>
                <a:xfrm rot="10800000">
                  <a:off x="7818325" y="1618700"/>
                  <a:ext cx="321600" cy="0"/>
                </a:xfrm>
                <a:prstGeom prst="straightConnector1">
                  <a:avLst/>
                </a:prstGeom>
                <a:noFill/>
                <a:ln cap="flat" cmpd="sng" w="9525">
                  <a:solidFill>
                    <a:srgbClr val="869FB2"/>
                  </a:solidFill>
                  <a:prstDash val="solid"/>
                  <a:round/>
                  <a:headEnd len="med" w="med" type="none"/>
                  <a:tailEnd len="med" w="med" type="oval"/>
                </a:ln>
              </p:spPr>
            </p:cxnSp>
          </p:grpSp>
        </p:grpSp>
        <p:grpSp>
          <p:nvGrpSpPr>
            <p:cNvPr id="9258" name="Google Shape;9258;p99"/>
            <p:cNvGrpSpPr/>
            <p:nvPr/>
          </p:nvGrpSpPr>
          <p:grpSpPr>
            <a:xfrm>
              <a:off x="7287122" y="1165658"/>
              <a:ext cx="1219403" cy="344253"/>
              <a:chOff x="7287122" y="1165658"/>
              <a:chExt cx="1219403" cy="344253"/>
            </a:xfrm>
          </p:grpSpPr>
          <p:sp>
            <p:nvSpPr>
              <p:cNvPr id="9259" name="Google Shape;9259;p99"/>
              <p:cNvSpPr/>
              <p:nvPr/>
            </p:nvSpPr>
            <p:spPr>
              <a:xfrm flipH="1">
                <a:off x="7919557" y="1165658"/>
                <a:ext cx="586968" cy="344253"/>
              </a:xfrm>
              <a:custGeom>
                <a:rect b="b" l="l" r="r" t="t"/>
                <a:pathLst>
                  <a:path extrusionOk="0" h="36789" w="62727">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260" name="Google Shape;9260;p99"/>
              <p:cNvGrpSpPr/>
              <p:nvPr/>
            </p:nvGrpSpPr>
            <p:grpSpPr>
              <a:xfrm>
                <a:off x="7287122" y="1341025"/>
                <a:ext cx="695703" cy="73419"/>
                <a:chOff x="7287122" y="1341025"/>
                <a:chExt cx="695703" cy="73419"/>
              </a:xfrm>
            </p:grpSpPr>
            <p:sp>
              <p:nvSpPr>
                <p:cNvPr id="9261" name="Google Shape;9261;p99"/>
                <p:cNvSpPr/>
                <p:nvPr/>
              </p:nvSpPr>
              <p:spPr>
                <a:xfrm flipH="1">
                  <a:off x="7287122" y="1341025"/>
                  <a:ext cx="507103" cy="73419"/>
                </a:xfrm>
                <a:custGeom>
                  <a:rect b="b" l="l" r="r" t="t"/>
                  <a:pathLst>
                    <a:path extrusionOk="0" h="7846" w="35124">
                      <a:moveTo>
                        <a:pt x="0" y="1"/>
                      </a:moveTo>
                      <a:lnTo>
                        <a:pt x="0" y="7845"/>
                      </a:lnTo>
                      <a:lnTo>
                        <a:pt x="35123" y="7845"/>
                      </a:lnTo>
                      <a:lnTo>
                        <a:pt x="35123"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262" name="Google Shape;9262;p99"/>
                <p:cNvCxnSpPr/>
                <p:nvPr/>
              </p:nvCxnSpPr>
              <p:spPr>
                <a:xfrm rot="10800000">
                  <a:off x="7818425" y="1377750"/>
                  <a:ext cx="164400" cy="0"/>
                </a:xfrm>
                <a:prstGeom prst="straightConnector1">
                  <a:avLst/>
                </a:prstGeom>
                <a:noFill/>
                <a:ln cap="flat" cmpd="sng" w="9525">
                  <a:solidFill>
                    <a:srgbClr val="869FB1"/>
                  </a:solidFill>
                  <a:prstDash val="solid"/>
                  <a:round/>
                  <a:headEnd len="med" w="med" type="none"/>
                  <a:tailEnd len="med" w="med" type="oval"/>
                </a:ln>
              </p:spPr>
            </p:cxnSp>
          </p:grpSp>
        </p:grpSp>
      </p:gr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9266" name="Shape 9266"/>
        <p:cNvGrpSpPr/>
        <p:nvPr/>
      </p:nvGrpSpPr>
      <p:grpSpPr>
        <a:xfrm>
          <a:off x="0" y="0"/>
          <a:ext cx="0" cy="0"/>
          <a:chOff x="0" y="0"/>
          <a:chExt cx="0" cy="0"/>
        </a:xfrm>
      </p:grpSpPr>
      <p:sp>
        <p:nvSpPr>
          <p:cNvPr id="9267" name="Google Shape;9267;p100"/>
          <p:cNvSpPr txBox="1"/>
          <p:nvPr>
            <p:ph idx="4294967295" type="body"/>
          </p:nvPr>
        </p:nvSpPr>
        <p:spPr>
          <a:xfrm>
            <a:off x="716775" y="1188000"/>
            <a:ext cx="7710600" cy="761400"/>
          </a:xfrm>
          <a:prstGeom prst="rect">
            <a:avLst/>
          </a:prstGeom>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a:solidFill>
                  <a:schemeClr val="lt1"/>
                </a:solidFill>
                <a:latin typeface="Arial"/>
                <a:ea typeface="Arial"/>
                <a:cs typeface="Arial"/>
                <a:sym typeface="Arial"/>
              </a:rPr>
              <a:t>You can </a:t>
            </a:r>
            <a:r>
              <a:rPr b="1" lang="en">
                <a:solidFill>
                  <a:schemeClr val="dk2"/>
                </a:solidFill>
                <a:latin typeface="Arial"/>
                <a:ea typeface="Arial"/>
                <a:cs typeface="Arial"/>
                <a:sym typeface="Arial"/>
              </a:rPr>
              <a:t>resize </a:t>
            </a:r>
            <a:r>
              <a:rPr lang="en">
                <a:solidFill>
                  <a:schemeClr val="lt1"/>
                </a:solidFill>
                <a:latin typeface="Arial"/>
                <a:ea typeface="Arial"/>
                <a:cs typeface="Arial"/>
                <a:sym typeface="Arial"/>
              </a:rPr>
              <a:t>these icons without losing quality.</a:t>
            </a:r>
            <a:endParaRPr>
              <a:solidFill>
                <a:schemeClr val="lt1"/>
              </a:solidFill>
              <a:latin typeface="Arial"/>
              <a:ea typeface="Arial"/>
              <a:cs typeface="Arial"/>
              <a:sym typeface="Arial"/>
            </a:endParaRPr>
          </a:p>
          <a:p>
            <a:pPr indent="0" lvl="0" marL="0" rtl="0" algn="ctr">
              <a:lnSpc>
                <a:spcPct val="100000"/>
              </a:lnSpc>
              <a:spcBef>
                <a:spcPts val="0"/>
              </a:spcBef>
              <a:spcAft>
                <a:spcPts val="0"/>
              </a:spcAft>
              <a:buNone/>
            </a:pPr>
            <a:r>
              <a:rPr lang="en">
                <a:solidFill>
                  <a:schemeClr val="lt1"/>
                </a:solidFill>
                <a:latin typeface="Arial"/>
                <a:ea typeface="Arial"/>
                <a:cs typeface="Arial"/>
                <a:sym typeface="Arial"/>
              </a:rPr>
              <a:t>You can </a:t>
            </a:r>
            <a:r>
              <a:rPr b="1" lang="en">
                <a:solidFill>
                  <a:schemeClr val="dk2"/>
                </a:solidFill>
                <a:latin typeface="Arial"/>
                <a:ea typeface="Arial"/>
                <a:cs typeface="Arial"/>
                <a:sym typeface="Arial"/>
              </a:rPr>
              <a:t>change the stroke and fill color</a:t>
            </a:r>
            <a:r>
              <a:rPr lang="en">
                <a:solidFill>
                  <a:schemeClr val="lt1"/>
                </a:solidFill>
                <a:latin typeface="Arial"/>
                <a:ea typeface="Arial"/>
                <a:cs typeface="Arial"/>
                <a:sym typeface="Arial"/>
              </a:rPr>
              <a:t>; just select the icon and click on the </a:t>
            </a:r>
            <a:r>
              <a:rPr b="1" lang="en">
                <a:solidFill>
                  <a:schemeClr val="dk2"/>
                </a:solidFill>
                <a:latin typeface="Arial"/>
                <a:ea typeface="Arial"/>
                <a:cs typeface="Arial"/>
                <a:sym typeface="Arial"/>
              </a:rPr>
              <a:t>paint bucket/pen</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a:p>
            <a:pPr indent="0" lvl="0" marL="0" rtl="0" algn="ctr">
              <a:lnSpc>
                <a:spcPct val="100000"/>
              </a:lnSpc>
              <a:spcBef>
                <a:spcPts val="0"/>
              </a:spcBef>
              <a:spcAft>
                <a:spcPts val="0"/>
              </a:spcAft>
              <a:buNone/>
            </a:pPr>
            <a:r>
              <a:rPr lang="en">
                <a:solidFill>
                  <a:schemeClr val="lt1"/>
                </a:solidFill>
                <a:latin typeface="Arial"/>
                <a:ea typeface="Arial"/>
                <a:cs typeface="Arial"/>
                <a:sym typeface="Arial"/>
              </a:rPr>
              <a:t>In Google Slides, you can also use </a:t>
            </a:r>
            <a:r>
              <a:rPr b="1" lang="en">
                <a:solidFill>
                  <a:schemeClr val="dk2"/>
                </a:solidFill>
                <a:uFill>
                  <a:noFill/>
                </a:uFill>
                <a:latin typeface="Arial"/>
                <a:ea typeface="Arial"/>
                <a:cs typeface="Arial"/>
                <a:sym typeface="Arial"/>
                <a:hlinkClick r:id="rId3">
                  <a:extLst>
                    <a:ext uri="{A12FA001-AC4F-418D-AE19-62706E023703}">
                      <ahyp:hlinkClr val="tx"/>
                    </a:ext>
                  </a:extLst>
                </a:hlinkClick>
              </a:rPr>
              <a:t>Flaticon’s extension</a:t>
            </a:r>
            <a:r>
              <a:rPr lang="en">
                <a:solidFill>
                  <a:schemeClr val="lt1"/>
                </a:solidFill>
                <a:latin typeface="Arial"/>
                <a:ea typeface="Arial"/>
                <a:cs typeface="Arial"/>
                <a:sym typeface="Arial"/>
              </a:rPr>
              <a:t>, allowing you to customize and add even more icons.</a:t>
            </a:r>
            <a:endParaRPr>
              <a:latin typeface="Arial"/>
              <a:ea typeface="Arial"/>
              <a:cs typeface="Arial"/>
              <a:sym typeface="Arial"/>
            </a:endParaRPr>
          </a:p>
        </p:txBody>
      </p:sp>
      <p:grpSp>
        <p:nvGrpSpPr>
          <p:cNvPr id="9268" name="Google Shape;9268;p100"/>
          <p:cNvGrpSpPr/>
          <p:nvPr/>
        </p:nvGrpSpPr>
        <p:grpSpPr>
          <a:xfrm>
            <a:off x="830341" y="2307733"/>
            <a:ext cx="340168" cy="298978"/>
            <a:chOff x="892750" y="267400"/>
            <a:chExt cx="483125" cy="424625"/>
          </a:xfrm>
        </p:grpSpPr>
        <p:sp>
          <p:nvSpPr>
            <p:cNvPr id="9269" name="Google Shape;9269;p100"/>
            <p:cNvSpPr/>
            <p:nvPr/>
          </p:nvSpPr>
          <p:spPr>
            <a:xfrm>
              <a:off x="892750" y="267400"/>
              <a:ext cx="483125" cy="424625"/>
            </a:xfrm>
            <a:custGeom>
              <a:rect b="b" l="l" r="r" t="t"/>
              <a:pathLst>
                <a:path extrusionOk="0" h="16985" w="19325">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70" name="Google Shape;9270;p100"/>
            <p:cNvSpPr/>
            <p:nvPr/>
          </p:nvSpPr>
          <p:spPr>
            <a:xfrm>
              <a:off x="1091875" y="465500"/>
              <a:ext cx="88275" cy="85000"/>
            </a:xfrm>
            <a:custGeom>
              <a:rect b="b" l="l" r="r" t="t"/>
              <a:pathLst>
                <a:path extrusionOk="0" h="3400" w="3531">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71" name="Google Shape;9271;p100"/>
            <p:cNvSpPr/>
            <p:nvPr/>
          </p:nvSpPr>
          <p:spPr>
            <a:xfrm>
              <a:off x="1005975" y="380625"/>
              <a:ext cx="28325" cy="28350"/>
            </a:xfrm>
            <a:custGeom>
              <a:rect b="b" l="l" r="r" t="t"/>
              <a:pathLst>
                <a:path extrusionOk="0" h="1134" w="1133">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272" name="Google Shape;9272;p100"/>
          <p:cNvGrpSpPr/>
          <p:nvPr/>
        </p:nvGrpSpPr>
        <p:grpSpPr>
          <a:xfrm>
            <a:off x="1268776" y="2287121"/>
            <a:ext cx="298996" cy="340204"/>
            <a:chOff x="1516475" y="238075"/>
            <a:chExt cx="424650" cy="483175"/>
          </a:xfrm>
        </p:grpSpPr>
        <p:sp>
          <p:nvSpPr>
            <p:cNvPr id="9273" name="Google Shape;9273;p100"/>
            <p:cNvSpPr/>
            <p:nvPr/>
          </p:nvSpPr>
          <p:spPr>
            <a:xfrm>
              <a:off x="1516475" y="238075"/>
              <a:ext cx="424650" cy="483175"/>
            </a:xfrm>
            <a:custGeom>
              <a:rect b="b" l="l" r="r" t="t"/>
              <a:pathLst>
                <a:path extrusionOk="0" h="19327" w="16986">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74" name="Google Shape;9274;p100"/>
            <p:cNvSpPr/>
            <p:nvPr/>
          </p:nvSpPr>
          <p:spPr>
            <a:xfrm>
              <a:off x="1652425" y="324000"/>
              <a:ext cx="147150" cy="141575"/>
            </a:xfrm>
            <a:custGeom>
              <a:rect b="b" l="l" r="r" t="t"/>
              <a:pathLst>
                <a:path extrusionOk="0" h="5663" w="5886">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275" name="Google Shape;9275;p100"/>
          <p:cNvGrpSpPr/>
          <p:nvPr/>
        </p:nvGrpSpPr>
        <p:grpSpPr>
          <a:xfrm>
            <a:off x="1661867" y="2367520"/>
            <a:ext cx="341488" cy="179405"/>
            <a:chOff x="2080675" y="352325"/>
            <a:chExt cx="485000" cy="254800"/>
          </a:xfrm>
        </p:grpSpPr>
        <p:sp>
          <p:nvSpPr>
            <p:cNvPr id="9276" name="Google Shape;9276;p100"/>
            <p:cNvSpPr/>
            <p:nvPr/>
          </p:nvSpPr>
          <p:spPr>
            <a:xfrm>
              <a:off x="2080675" y="352325"/>
              <a:ext cx="485000" cy="254800"/>
            </a:xfrm>
            <a:custGeom>
              <a:rect b="b" l="l" r="r" t="t"/>
              <a:pathLst>
                <a:path extrusionOk="0" h="10192" w="1940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77" name="Google Shape;9277;p100"/>
            <p:cNvSpPr/>
            <p:nvPr/>
          </p:nvSpPr>
          <p:spPr>
            <a:xfrm>
              <a:off x="2246650" y="408900"/>
              <a:ext cx="147075" cy="141600"/>
            </a:xfrm>
            <a:custGeom>
              <a:rect b="b" l="l" r="r" t="t"/>
              <a:pathLst>
                <a:path extrusionOk="0" h="5664" w="5883">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278" name="Google Shape;9278;p100"/>
          <p:cNvGrpSpPr/>
          <p:nvPr/>
        </p:nvGrpSpPr>
        <p:grpSpPr>
          <a:xfrm>
            <a:off x="2111046" y="2287138"/>
            <a:ext cx="298996" cy="340168"/>
            <a:chOff x="2705375" y="238125"/>
            <a:chExt cx="424650" cy="483125"/>
          </a:xfrm>
        </p:grpSpPr>
        <p:sp>
          <p:nvSpPr>
            <p:cNvPr id="9279" name="Google Shape;9279;p100"/>
            <p:cNvSpPr/>
            <p:nvPr/>
          </p:nvSpPr>
          <p:spPr>
            <a:xfrm>
              <a:off x="2705375" y="238125"/>
              <a:ext cx="424650" cy="483125"/>
            </a:xfrm>
            <a:custGeom>
              <a:rect b="b" l="l" r="r" t="t"/>
              <a:pathLst>
                <a:path extrusionOk="0" h="19325" w="16986">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80" name="Google Shape;9280;p100"/>
            <p:cNvSpPr/>
            <p:nvPr/>
          </p:nvSpPr>
          <p:spPr>
            <a:xfrm>
              <a:off x="2903525" y="407950"/>
              <a:ext cx="28350" cy="228375"/>
            </a:xfrm>
            <a:custGeom>
              <a:rect b="b" l="l" r="r" t="t"/>
              <a:pathLst>
                <a:path extrusionOk="0" h="9135" w="1134">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81" name="Google Shape;9281;p100"/>
            <p:cNvSpPr/>
            <p:nvPr/>
          </p:nvSpPr>
          <p:spPr>
            <a:xfrm>
              <a:off x="2988450" y="407950"/>
              <a:ext cx="28350" cy="228375"/>
            </a:xfrm>
            <a:custGeom>
              <a:rect b="b" l="l" r="r" t="t"/>
              <a:pathLst>
                <a:path extrusionOk="0" h="9135" w="1134">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82" name="Google Shape;9282;p100"/>
            <p:cNvSpPr/>
            <p:nvPr/>
          </p:nvSpPr>
          <p:spPr>
            <a:xfrm>
              <a:off x="2818625" y="407950"/>
              <a:ext cx="28325" cy="228375"/>
            </a:xfrm>
            <a:custGeom>
              <a:rect b="b" l="l" r="r" t="t"/>
              <a:pathLst>
                <a:path extrusionOk="0" h="9135" w="1133">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283" name="Google Shape;9283;p100"/>
          <p:cNvGrpSpPr/>
          <p:nvPr/>
        </p:nvGrpSpPr>
        <p:grpSpPr>
          <a:xfrm>
            <a:off x="2527187" y="2287455"/>
            <a:ext cx="301161" cy="339535"/>
            <a:chOff x="3299850" y="238575"/>
            <a:chExt cx="427725" cy="482225"/>
          </a:xfrm>
        </p:grpSpPr>
        <p:sp>
          <p:nvSpPr>
            <p:cNvPr id="9284" name="Google Shape;9284;p100"/>
            <p:cNvSpPr/>
            <p:nvPr/>
          </p:nvSpPr>
          <p:spPr>
            <a:xfrm>
              <a:off x="3299850" y="323500"/>
              <a:ext cx="427725" cy="397300"/>
            </a:xfrm>
            <a:custGeom>
              <a:rect b="b" l="l" r="r" t="t"/>
              <a:pathLst>
                <a:path extrusionOk="0" h="15892" w="17109">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85" name="Google Shape;9285;p100"/>
            <p:cNvSpPr/>
            <p:nvPr/>
          </p:nvSpPr>
          <p:spPr>
            <a:xfrm>
              <a:off x="3467650" y="238575"/>
              <a:ext cx="46525" cy="56650"/>
            </a:xfrm>
            <a:custGeom>
              <a:rect b="b" l="l" r="r" t="t"/>
              <a:pathLst>
                <a:path extrusionOk="0" h="2266" w="1861">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86" name="Google Shape;9286;p100"/>
            <p:cNvSpPr/>
            <p:nvPr/>
          </p:nvSpPr>
          <p:spPr>
            <a:xfrm>
              <a:off x="3566675" y="238575"/>
              <a:ext cx="46525" cy="56675"/>
            </a:xfrm>
            <a:custGeom>
              <a:rect b="b" l="l" r="r" t="t"/>
              <a:pathLst>
                <a:path extrusionOk="0" h="2267" w="1861">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87" name="Google Shape;9287;p100"/>
            <p:cNvSpPr/>
            <p:nvPr/>
          </p:nvSpPr>
          <p:spPr>
            <a:xfrm>
              <a:off x="3611225" y="323500"/>
              <a:ext cx="56550" cy="28325"/>
            </a:xfrm>
            <a:custGeom>
              <a:rect b="b" l="l" r="r" t="t"/>
              <a:pathLst>
                <a:path extrusionOk="0" h="1133" w="2262">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88" name="Google Shape;9288;p100"/>
            <p:cNvSpPr/>
            <p:nvPr/>
          </p:nvSpPr>
          <p:spPr>
            <a:xfrm>
              <a:off x="3413075" y="323500"/>
              <a:ext cx="56550" cy="28325"/>
            </a:xfrm>
            <a:custGeom>
              <a:rect b="b" l="l" r="r" t="t"/>
              <a:pathLst>
                <a:path extrusionOk="0" h="1133" w="2262">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289" name="Google Shape;9289;p100"/>
          <p:cNvGrpSpPr/>
          <p:nvPr/>
        </p:nvGrpSpPr>
        <p:grpSpPr>
          <a:xfrm>
            <a:off x="2914108" y="2287138"/>
            <a:ext cx="352455" cy="340168"/>
            <a:chOff x="3857225" y="238125"/>
            <a:chExt cx="500575" cy="483125"/>
          </a:xfrm>
        </p:grpSpPr>
        <p:sp>
          <p:nvSpPr>
            <p:cNvPr id="9290" name="Google Shape;9290;p100"/>
            <p:cNvSpPr/>
            <p:nvPr/>
          </p:nvSpPr>
          <p:spPr>
            <a:xfrm>
              <a:off x="3857225" y="238125"/>
              <a:ext cx="500575" cy="483125"/>
            </a:xfrm>
            <a:custGeom>
              <a:rect b="b" l="l" r="r" t="t"/>
              <a:pathLst>
                <a:path extrusionOk="0" h="19325" w="20023">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91" name="Google Shape;9291;p100"/>
            <p:cNvSpPr/>
            <p:nvPr/>
          </p:nvSpPr>
          <p:spPr>
            <a:xfrm>
              <a:off x="4208775" y="588000"/>
              <a:ext cx="71125" cy="68350"/>
            </a:xfrm>
            <a:custGeom>
              <a:rect b="b" l="l" r="r" t="t"/>
              <a:pathLst>
                <a:path extrusionOk="0" h="2734" w="2845">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92" name="Google Shape;9292;p100"/>
            <p:cNvSpPr/>
            <p:nvPr/>
          </p:nvSpPr>
          <p:spPr>
            <a:xfrm>
              <a:off x="4228400" y="527925"/>
              <a:ext cx="91050" cy="48400"/>
            </a:xfrm>
            <a:custGeom>
              <a:rect b="b" l="l" r="r" t="t"/>
              <a:pathLst>
                <a:path extrusionOk="0" h="1936" w="3642">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93" name="Google Shape;9293;p100"/>
            <p:cNvSpPr/>
            <p:nvPr/>
          </p:nvSpPr>
          <p:spPr>
            <a:xfrm>
              <a:off x="4148300" y="608000"/>
              <a:ext cx="52050" cy="88600"/>
            </a:xfrm>
            <a:custGeom>
              <a:rect b="b" l="l" r="r" t="t"/>
              <a:pathLst>
                <a:path extrusionOk="0" h="3544" w="2082">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94" name="Google Shape;9294;p100"/>
            <p:cNvSpPr/>
            <p:nvPr/>
          </p:nvSpPr>
          <p:spPr>
            <a:xfrm>
              <a:off x="3928725" y="307900"/>
              <a:ext cx="71200" cy="68375"/>
            </a:xfrm>
            <a:custGeom>
              <a:rect b="b" l="l" r="r" t="t"/>
              <a:pathLst>
                <a:path extrusionOk="0" h="2735" w="2848">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95" name="Google Shape;9295;p100"/>
            <p:cNvSpPr/>
            <p:nvPr/>
          </p:nvSpPr>
          <p:spPr>
            <a:xfrm>
              <a:off x="4008200" y="267675"/>
              <a:ext cx="51875" cy="88450"/>
            </a:xfrm>
            <a:custGeom>
              <a:rect b="b" l="l" r="r" t="t"/>
              <a:pathLst>
                <a:path extrusionOk="0" h="3538" w="2075">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296" name="Google Shape;9296;p100"/>
            <p:cNvSpPr/>
            <p:nvPr/>
          </p:nvSpPr>
          <p:spPr>
            <a:xfrm>
              <a:off x="3888100" y="387825"/>
              <a:ext cx="91675" cy="48300"/>
            </a:xfrm>
            <a:custGeom>
              <a:rect b="b" l="l" r="r" t="t"/>
              <a:pathLst>
                <a:path extrusionOk="0" h="1932" w="3667">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297" name="Google Shape;9297;p100"/>
          <p:cNvSpPr/>
          <p:nvPr/>
        </p:nvSpPr>
        <p:spPr>
          <a:xfrm>
            <a:off x="3331583" y="2287135"/>
            <a:ext cx="352455" cy="340116"/>
          </a:xfrm>
          <a:custGeom>
            <a:rect b="b" l="l" r="r" t="t"/>
            <a:pathLst>
              <a:path extrusionOk="0" h="19322" w="20023">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298" name="Google Shape;9298;p100"/>
          <p:cNvGrpSpPr/>
          <p:nvPr/>
        </p:nvGrpSpPr>
        <p:grpSpPr>
          <a:xfrm>
            <a:off x="3760885" y="2287165"/>
            <a:ext cx="340186" cy="340116"/>
            <a:chOff x="5053900" y="238200"/>
            <a:chExt cx="483150" cy="483050"/>
          </a:xfrm>
        </p:grpSpPr>
        <p:sp>
          <p:nvSpPr>
            <p:cNvPr id="9299" name="Google Shape;9299;p100"/>
            <p:cNvSpPr/>
            <p:nvPr/>
          </p:nvSpPr>
          <p:spPr>
            <a:xfrm>
              <a:off x="5053900" y="238200"/>
              <a:ext cx="483150" cy="483050"/>
            </a:xfrm>
            <a:custGeom>
              <a:rect b="b" l="l" r="r" t="t"/>
              <a:pathLst>
                <a:path extrusionOk="0" h="19322" w="19326">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00" name="Google Shape;9300;p100"/>
            <p:cNvSpPr/>
            <p:nvPr/>
          </p:nvSpPr>
          <p:spPr>
            <a:xfrm>
              <a:off x="5422900" y="465550"/>
              <a:ext cx="56550" cy="28325"/>
            </a:xfrm>
            <a:custGeom>
              <a:rect b="b" l="l" r="r" t="t"/>
              <a:pathLst>
                <a:path extrusionOk="0" h="1133" w="2262">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01" name="Google Shape;9301;p100"/>
            <p:cNvSpPr/>
            <p:nvPr/>
          </p:nvSpPr>
          <p:spPr>
            <a:xfrm>
              <a:off x="5224725" y="578775"/>
              <a:ext cx="141500" cy="28350"/>
            </a:xfrm>
            <a:custGeom>
              <a:rect b="b" l="l" r="r" t="t"/>
              <a:pathLst>
                <a:path extrusionOk="0" h="1134" w="566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02" name="Google Shape;9302;p100"/>
            <p:cNvSpPr/>
            <p:nvPr/>
          </p:nvSpPr>
          <p:spPr>
            <a:xfrm>
              <a:off x="5224725" y="635400"/>
              <a:ext cx="141500" cy="28325"/>
            </a:xfrm>
            <a:custGeom>
              <a:rect b="b" l="l" r="r" t="t"/>
              <a:pathLst>
                <a:path extrusionOk="0" h="1133" w="566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03" name="Google Shape;9303;p100"/>
          <p:cNvGrpSpPr/>
          <p:nvPr/>
        </p:nvGrpSpPr>
        <p:grpSpPr>
          <a:xfrm>
            <a:off x="4174835" y="2287138"/>
            <a:ext cx="340168" cy="340168"/>
            <a:chOff x="5648375" y="238125"/>
            <a:chExt cx="483125" cy="483125"/>
          </a:xfrm>
        </p:grpSpPr>
        <p:sp>
          <p:nvSpPr>
            <p:cNvPr id="9304" name="Google Shape;9304;p100"/>
            <p:cNvSpPr/>
            <p:nvPr/>
          </p:nvSpPr>
          <p:spPr>
            <a:xfrm>
              <a:off x="5648375" y="238125"/>
              <a:ext cx="483125" cy="483125"/>
            </a:xfrm>
            <a:custGeom>
              <a:rect b="b" l="l" r="r" t="t"/>
              <a:pathLst>
                <a:path extrusionOk="0" h="19325" w="19325">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05" name="Google Shape;9305;p100"/>
            <p:cNvSpPr/>
            <p:nvPr/>
          </p:nvSpPr>
          <p:spPr>
            <a:xfrm>
              <a:off x="5705950" y="465550"/>
              <a:ext cx="84875" cy="28325"/>
            </a:xfrm>
            <a:custGeom>
              <a:rect b="b" l="l" r="r" t="t"/>
              <a:pathLst>
                <a:path extrusionOk="0" h="1133" w="3395">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06" name="Google Shape;9306;p100"/>
            <p:cNvSpPr/>
            <p:nvPr/>
          </p:nvSpPr>
          <p:spPr>
            <a:xfrm>
              <a:off x="5847500" y="465550"/>
              <a:ext cx="84875" cy="28325"/>
            </a:xfrm>
            <a:custGeom>
              <a:rect b="b" l="l" r="r" t="t"/>
              <a:pathLst>
                <a:path extrusionOk="0" h="1133" w="3395">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07" name="Google Shape;9307;p100"/>
            <p:cNvSpPr/>
            <p:nvPr/>
          </p:nvSpPr>
          <p:spPr>
            <a:xfrm>
              <a:off x="5989025" y="465550"/>
              <a:ext cx="84875" cy="28325"/>
            </a:xfrm>
            <a:custGeom>
              <a:rect b="b" l="l" r="r" t="t"/>
              <a:pathLst>
                <a:path extrusionOk="0" h="1133" w="3395">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08" name="Google Shape;9308;p100"/>
            <p:cNvSpPr/>
            <p:nvPr/>
          </p:nvSpPr>
          <p:spPr>
            <a:xfrm>
              <a:off x="5705950" y="550475"/>
              <a:ext cx="84875" cy="28325"/>
            </a:xfrm>
            <a:custGeom>
              <a:rect b="b" l="l" r="r" t="t"/>
              <a:pathLst>
                <a:path extrusionOk="0" h="1133" w="3395">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09" name="Google Shape;9309;p100"/>
            <p:cNvSpPr/>
            <p:nvPr/>
          </p:nvSpPr>
          <p:spPr>
            <a:xfrm>
              <a:off x="5847500" y="550475"/>
              <a:ext cx="84875" cy="28325"/>
            </a:xfrm>
            <a:custGeom>
              <a:rect b="b" l="l" r="r" t="t"/>
              <a:pathLst>
                <a:path extrusionOk="0" h="1133" w="3395">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10" name="Google Shape;9310;p100"/>
            <p:cNvSpPr/>
            <p:nvPr/>
          </p:nvSpPr>
          <p:spPr>
            <a:xfrm>
              <a:off x="5989025" y="550475"/>
              <a:ext cx="84875" cy="28325"/>
            </a:xfrm>
            <a:custGeom>
              <a:rect b="b" l="l" r="r" t="t"/>
              <a:pathLst>
                <a:path extrusionOk="0" h="1133" w="3395">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11" name="Google Shape;9311;p100"/>
            <p:cNvSpPr/>
            <p:nvPr/>
          </p:nvSpPr>
          <p:spPr>
            <a:xfrm>
              <a:off x="5705950" y="636300"/>
              <a:ext cx="84875" cy="28325"/>
            </a:xfrm>
            <a:custGeom>
              <a:rect b="b" l="l" r="r" t="t"/>
              <a:pathLst>
                <a:path extrusionOk="0" h="1133" w="3395">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12" name="Google Shape;9312;p100"/>
            <p:cNvSpPr/>
            <p:nvPr/>
          </p:nvSpPr>
          <p:spPr>
            <a:xfrm>
              <a:off x="5847500" y="636300"/>
              <a:ext cx="84875" cy="28325"/>
            </a:xfrm>
            <a:custGeom>
              <a:rect b="b" l="l" r="r" t="t"/>
              <a:pathLst>
                <a:path extrusionOk="0" h="1133" w="3395">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13" name="Google Shape;9313;p100"/>
            <p:cNvSpPr/>
            <p:nvPr/>
          </p:nvSpPr>
          <p:spPr>
            <a:xfrm>
              <a:off x="5989025" y="636300"/>
              <a:ext cx="84875" cy="28325"/>
            </a:xfrm>
            <a:custGeom>
              <a:rect b="b" l="l" r="r" t="t"/>
              <a:pathLst>
                <a:path extrusionOk="0" h="1133" w="3395">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14" name="Google Shape;9314;p100"/>
          <p:cNvGrpSpPr/>
          <p:nvPr/>
        </p:nvGrpSpPr>
        <p:grpSpPr>
          <a:xfrm>
            <a:off x="4591521" y="2287138"/>
            <a:ext cx="340168" cy="340168"/>
            <a:chOff x="6242825" y="238125"/>
            <a:chExt cx="483125" cy="483125"/>
          </a:xfrm>
        </p:grpSpPr>
        <p:sp>
          <p:nvSpPr>
            <p:cNvPr id="9315" name="Google Shape;9315;p100"/>
            <p:cNvSpPr/>
            <p:nvPr/>
          </p:nvSpPr>
          <p:spPr>
            <a:xfrm>
              <a:off x="6242825" y="238125"/>
              <a:ext cx="483125" cy="483125"/>
            </a:xfrm>
            <a:custGeom>
              <a:rect b="b" l="l" r="r" t="t"/>
              <a:pathLst>
                <a:path extrusionOk="0" h="19325" w="19325">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16" name="Google Shape;9316;p100"/>
            <p:cNvSpPr/>
            <p:nvPr/>
          </p:nvSpPr>
          <p:spPr>
            <a:xfrm>
              <a:off x="6328725" y="324025"/>
              <a:ext cx="311400" cy="311400"/>
            </a:xfrm>
            <a:custGeom>
              <a:rect b="b" l="l" r="r" t="t"/>
              <a:pathLst>
                <a:path extrusionOk="0" h="12456" w="12456">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17" name="Google Shape;9317;p100"/>
            <p:cNvSpPr/>
            <p:nvPr/>
          </p:nvSpPr>
          <p:spPr>
            <a:xfrm>
              <a:off x="6441950" y="380575"/>
              <a:ext cx="88275" cy="85000"/>
            </a:xfrm>
            <a:custGeom>
              <a:rect b="b" l="l" r="r" t="t"/>
              <a:pathLst>
                <a:path extrusionOk="0" h="3400" w="3531">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18" name="Google Shape;9318;p100"/>
          <p:cNvGrpSpPr/>
          <p:nvPr/>
        </p:nvGrpSpPr>
        <p:grpSpPr>
          <a:xfrm>
            <a:off x="828643" y="2727362"/>
            <a:ext cx="343566" cy="298943"/>
            <a:chOff x="889275" y="861850"/>
            <a:chExt cx="487950" cy="424575"/>
          </a:xfrm>
        </p:grpSpPr>
        <p:sp>
          <p:nvSpPr>
            <p:cNvPr id="9319" name="Google Shape;9319;p100"/>
            <p:cNvSpPr/>
            <p:nvPr/>
          </p:nvSpPr>
          <p:spPr>
            <a:xfrm>
              <a:off x="1319225" y="1031700"/>
              <a:ext cx="56650" cy="28325"/>
            </a:xfrm>
            <a:custGeom>
              <a:rect b="b" l="l" r="r" t="t"/>
              <a:pathLst>
                <a:path extrusionOk="0" h="1133" w="2266">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20" name="Google Shape;9320;p100"/>
            <p:cNvSpPr/>
            <p:nvPr/>
          </p:nvSpPr>
          <p:spPr>
            <a:xfrm>
              <a:off x="1314475" y="946725"/>
              <a:ext cx="62750" cy="56700"/>
            </a:xfrm>
            <a:custGeom>
              <a:rect b="b" l="l" r="r" t="t"/>
              <a:pathLst>
                <a:path extrusionOk="0" h="2268" w="251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21" name="Google Shape;9321;p100"/>
            <p:cNvSpPr/>
            <p:nvPr/>
          </p:nvSpPr>
          <p:spPr>
            <a:xfrm>
              <a:off x="1317875" y="1088250"/>
              <a:ext cx="59350" cy="56675"/>
            </a:xfrm>
            <a:custGeom>
              <a:rect b="b" l="l" r="r" t="t"/>
              <a:pathLst>
                <a:path extrusionOk="0" h="2267" w="2374">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22" name="Google Shape;9322;p100"/>
            <p:cNvSpPr/>
            <p:nvPr/>
          </p:nvSpPr>
          <p:spPr>
            <a:xfrm>
              <a:off x="889275" y="861850"/>
              <a:ext cx="400700" cy="424575"/>
            </a:xfrm>
            <a:custGeom>
              <a:rect b="b" l="l" r="r" t="t"/>
              <a:pathLst>
                <a:path extrusionOk="0" h="16983" w="16028">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323" name="Google Shape;9323;p100"/>
          <p:cNvSpPr/>
          <p:nvPr/>
        </p:nvSpPr>
        <p:spPr>
          <a:xfrm>
            <a:off x="1266612" y="2706628"/>
            <a:ext cx="302974" cy="340204"/>
          </a:xfrm>
          <a:custGeom>
            <a:rect b="b" l="l" r="r" t="t"/>
            <a:pathLst>
              <a:path extrusionOk="0" h="19327" w="17212">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24" name="Google Shape;9324;p100"/>
          <p:cNvSpPr/>
          <p:nvPr/>
        </p:nvSpPr>
        <p:spPr>
          <a:xfrm>
            <a:off x="1661617" y="2706628"/>
            <a:ext cx="341506" cy="340204"/>
          </a:xfrm>
          <a:custGeom>
            <a:rect b="b" l="l" r="r" t="t"/>
            <a:pathLst>
              <a:path extrusionOk="0" h="19327" w="19401">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325" name="Google Shape;9325;p100"/>
          <p:cNvGrpSpPr/>
          <p:nvPr/>
        </p:nvGrpSpPr>
        <p:grpSpPr>
          <a:xfrm>
            <a:off x="2090460" y="2706749"/>
            <a:ext cx="340168" cy="340168"/>
            <a:chOff x="2676100" y="832575"/>
            <a:chExt cx="483125" cy="483125"/>
          </a:xfrm>
        </p:grpSpPr>
        <p:sp>
          <p:nvSpPr>
            <p:cNvPr id="9326" name="Google Shape;9326;p100"/>
            <p:cNvSpPr/>
            <p:nvPr/>
          </p:nvSpPr>
          <p:spPr>
            <a:xfrm>
              <a:off x="2676100" y="832575"/>
              <a:ext cx="483125" cy="483125"/>
            </a:xfrm>
            <a:custGeom>
              <a:rect b="b" l="l" r="r" t="t"/>
              <a:pathLst>
                <a:path extrusionOk="0" h="19325" w="19325">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27" name="Google Shape;9327;p100"/>
            <p:cNvSpPr/>
            <p:nvPr/>
          </p:nvSpPr>
          <p:spPr>
            <a:xfrm>
              <a:off x="2762000" y="918475"/>
              <a:ext cx="311400" cy="311400"/>
            </a:xfrm>
            <a:custGeom>
              <a:rect b="b" l="l" r="r" t="t"/>
              <a:pathLst>
                <a:path extrusionOk="0" h="12456" w="12456">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28" name="Google Shape;9328;p100"/>
            <p:cNvSpPr/>
            <p:nvPr/>
          </p:nvSpPr>
          <p:spPr>
            <a:xfrm>
              <a:off x="2810775" y="975075"/>
              <a:ext cx="206025" cy="198150"/>
            </a:xfrm>
            <a:custGeom>
              <a:rect b="b" l="l" r="r" t="t"/>
              <a:pathLst>
                <a:path extrusionOk="0" h="7926" w="8241">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29" name="Google Shape;9329;p100"/>
          <p:cNvGrpSpPr/>
          <p:nvPr/>
        </p:nvGrpSpPr>
        <p:grpSpPr>
          <a:xfrm>
            <a:off x="2501963" y="2706749"/>
            <a:ext cx="351610" cy="340168"/>
            <a:chOff x="3270550" y="832575"/>
            <a:chExt cx="499375" cy="483125"/>
          </a:xfrm>
        </p:grpSpPr>
        <p:sp>
          <p:nvSpPr>
            <p:cNvPr id="9330" name="Google Shape;9330;p100"/>
            <p:cNvSpPr/>
            <p:nvPr/>
          </p:nvSpPr>
          <p:spPr>
            <a:xfrm>
              <a:off x="3270550" y="865975"/>
              <a:ext cx="463725" cy="449725"/>
            </a:xfrm>
            <a:custGeom>
              <a:rect b="b" l="l" r="r" t="t"/>
              <a:pathLst>
                <a:path extrusionOk="0" h="17989" w="18549">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31" name="Google Shape;9331;p100"/>
            <p:cNvSpPr/>
            <p:nvPr/>
          </p:nvSpPr>
          <p:spPr>
            <a:xfrm>
              <a:off x="3562600" y="876075"/>
              <a:ext cx="207325" cy="241775"/>
            </a:xfrm>
            <a:custGeom>
              <a:rect b="b" l="l" r="r" t="t"/>
              <a:pathLst>
                <a:path extrusionOk="0" h="9671" w="8293">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32" name="Google Shape;9332;p100"/>
            <p:cNvSpPr/>
            <p:nvPr/>
          </p:nvSpPr>
          <p:spPr>
            <a:xfrm>
              <a:off x="3443500" y="832575"/>
              <a:ext cx="187300" cy="173625"/>
            </a:xfrm>
            <a:custGeom>
              <a:rect b="b" l="l" r="r" t="t"/>
              <a:pathLst>
                <a:path extrusionOk="0" h="6945" w="7492">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33" name="Google Shape;9333;p100"/>
          <p:cNvGrpSpPr/>
          <p:nvPr/>
        </p:nvGrpSpPr>
        <p:grpSpPr>
          <a:xfrm>
            <a:off x="3335925" y="2727300"/>
            <a:ext cx="344798" cy="299066"/>
            <a:chOff x="4452900" y="861750"/>
            <a:chExt cx="489700" cy="424750"/>
          </a:xfrm>
        </p:grpSpPr>
        <p:sp>
          <p:nvSpPr>
            <p:cNvPr id="9334" name="Google Shape;9334;p100"/>
            <p:cNvSpPr/>
            <p:nvPr/>
          </p:nvSpPr>
          <p:spPr>
            <a:xfrm>
              <a:off x="4452900" y="861750"/>
              <a:ext cx="489700" cy="424750"/>
            </a:xfrm>
            <a:custGeom>
              <a:rect b="b" l="l" r="r" t="t"/>
              <a:pathLst>
                <a:path extrusionOk="0" h="16990" w="19588">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35" name="Google Shape;9335;p100"/>
            <p:cNvSpPr/>
            <p:nvPr/>
          </p:nvSpPr>
          <p:spPr>
            <a:xfrm>
              <a:off x="4572675" y="1074100"/>
              <a:ext cx="115375" cy="141625"/>
            </a:xfrm>
            <a:custGeom>
              <a:rect b="b" l="l" r="r" t="t"/>
              <a:pathLst>
                <a:path extrusionOk="0" h="5665" w="4615">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36" name="Google Shape;9336;p100"/>
            <p:cNvSpPr/>
            <p:nvPr/>
          </p:nvSpPr>
          <p:spPr>
            <a:xfrm>
              <a:off x="4714225" y="1060000"/>
              <a:ext cx="28325" cy="28350"/>
            </a:xfrm>
            <a:custGeom>
              <a:rect b="b" l="l" r="r" t="t"/>
              <a:pathLst>
                <a:path extrusionOk="0" h="1134" w="1133">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37" name="Google Shape;9337;p100"/>
          <p:cNvGrpSpPr/>
          <p:nvPr/>
        </p:nvGrpSpPr>
        <p:grpSpPr>
          <a:xfrm>
            <a:off x="3753158" y="2706758"/>
            <a:ext cx="355641" cy="340151"/>
            <a:chOff x="5049750" y="832600"/>
            <a:chExt cx="505100" cy="483100"/>
          </a:xfrm>
        </p:grpSpPr>
        <p:sp>
          <p:nvSpPr>
            <p:cNvPr id="9338" name="Google Shape;9338;p100"/>
            <p:cNvSpPr/>
            <p:nvPr/>
          </p:nvSpPr>
          <p:spPr>
            <a:xfrm>
              <a:off x="5049750" y="832600"/>
              <a:ext cx="505100" cy="483100"/>
            </a:xfrm>
            <a:custGeom>
              <a:rect b="b" l="l" r="r" t="t"/>
              <a:pathLst>
                <a:path extrusionOk="0" h="19324" w="20204">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39" name="Google Shape;9339;p100"/>
            <p:cNvSpPr/>
            <p:nvPr/>
          </p:nvSpPr>
          <p:spPr>
            <a:xfrm>
              <a:off x="5216725" y="889175"/>
              <a:ext cx="276000" cy="254400"/>
            </a:xfrm>
            <a:custGeom>
              <a:rect b="b" l="l" r="r" t="t"/>
              <a:pathLst>
                <a:path extrusionOk="0" h="10176" w="1104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340" name="Google Shape;9340;p100"/>
          <p:cNvSpPr/>
          <p:nvPr/>
        </p:nvSpPr>
        <p:spPr>
          <a:xfrm>
            <a:off x="4173416" y="2731276"/>
            <a:ext cx="341700" cy="290899"/>
          </a:xfrm>
          <a:custGeom>
            <a:rect b="b" l="l" r="r" t="t"/>
            <a:pathLst>
              <a:path extrusionOk="0" h="16526" w="19412">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341" name="Google Shape;9341;p100"/>
          <p:cNvGrpSpPr/>
          <p:nvPr/>
        </p:nvGrpSpPr>
        <p:grpSpPr>
          <a:xfrm>
            <a:off x="4612107" y="2706749"/>
            <a:ext cx="298996" cy="340168"/>
            <a:chOff x="6272100" y="832575"/>
            <a:chExt cx="424650" cy="483125"/>
          </a:xfrm>
        </p:grpSpPr>
        <p:sp>
          <p:nvSpPr>
            <p:cNvPr id="9342" name="Google Shape;9342;p100"/>
            <p:cNvSpPr/>
            <p:nvPr/>
          </p:nvSpPr>
          <p:spPr>
            <a:xfrm>
              <a:off x="6272100" y="832575"/>
              <a:ext cx="424650" cy="483125"/>
            </a:xfrm>
            <a:custGeom>
              <a:rect b="b" l="l" r="r" t="t"/>
              <a:pathLst>
                <a:path extrusionOk="0" h="19325" w="16986">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43" name="Google Shape;9343;p100"/>
            <p:cNvSpPr/>
            <p:nvPr/>
          </p:nvSpPr>
          <p:spPr>
            <a:xfrm>
              <a:off x="6384200" y="889150"/>
              <a:ext cx="199300" cy="198200"/>
            </a:xfrm>
            <a:custGeom>
              <a:rect b="b" l="l" r="r" t="t"/>
              <a:pathLst>
                <a:path extrusionOk="0" h="7928" w="7972">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44" name="Google Shape;9344;p100"/>
          <p:cNvGrpSpPr/>
          <p:nvPr/>
        </p:nvGrpSpPr>
        <p:grpSpPr>
          <a:xfrm>
            <a:off x="2920243" y="2717381"/>
            <a:ext cx="340186" cy="318904"/>
            <a:chOff x="3865000" y="847675"/>
            <a:chExt cx="483150" cy="452925"/>
          </a:xfrm>
        </p:grpSpPr>
        <p:sp>
          <p:nvSpPr>
            <p:cNvPr id="9345" name="Google Shape;9345;p100"/>
            <p:cNvSpPr/>
            <p:nvPr/>
          </p:nvSpPr>
          <p:spPr>
            <a:xfrm>
              <a:off x="3865000" y="847675"/>
              <a:ext cx="483150" cy="452925"/>
            </a:xfrm>
            <a:custGeom>
              <a:rect b="b" l="l" r="r" t="t"/>
              <a:pathLst>
                <a:path extrusionOk="0" h="18117" w="19326">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46" name="Google Shape;9346;p100"/>
            <p:cNvSpPr/>
            <p:nvPr/>
          </p:nvSpPr>
          <p:spPr>
            <a:xfrm>
              <a:off x="4173600" y="1029775"/>
              <a:ext cx="78450" cy="75550"/>
            </a:xfrm>
            <a:custGeom>
              <a:rect b="b" l="l" r="r" t="t"/>
              <a:pathLst>
                <a:path extrusionOk="0" h="3022" w="3138">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47" name="Google Shape;9347;p100"/>
            <p:cNvSpPr/>
            <p:nvPr/>
          </p:nvSpPr>
          <p:spPr>
            <a:xfrm>
              <a:off x="4068825" y="1029775"/>
              <a:ext cx="78450" cy="75550"/>
            </a:xfrm>
            <a:custGeom>
              <a:rect b="b" l="l" r="r" t="t"/>
              <a:pathLst>
                <a:path extrusionOk="0" h="3022" w="3138">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48" name="Google Shape;9348;p100"/>
            <p:cNvSpPr/>
            <p:nvPr/>
          </p:nvSpPr>
          <p:spPr>
            <a:xfrm>
              <a:off x="3964125" y="1029775"/>
              <a:ext cx="78450" cy="75550"/>
            </a:xfrm>
            <a:custGeom>
              <a:rect b="b" l="l" r="r" t="t"/>
              <a:pathLst>
                <a:path extrusionOk="0" h="3022" w="3138">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49" name="Google Shape;9349;p100"/>
          <p:cNvGrpSpPr/>
          <p:nvPr/>
        </p:nvGrpSpPr>
        <p:grpSpPr>
          <a:xfrm>
            <a:off x="830315" y="3125798"/>
            <a:ext cx="340221" cy="340186"/>
            <a:chOff x="893650" y="1428000"/>
            <a:chExt cx="483200" cy="483150"/>
          </a:xfrm>
        </p:grpSpPr>
        <p:sp>
          <p:nvSpPr>
            <p:cNvPr id="9350" name="Google Shape;9350;p100"/>
            <p:cNvSpPr/>
            <p:nvPr/>
          </p:nvSpPr>
          <p:spPr>
            <a:xfrm>
              <a:off x="893650" y="1428000"/>
              <a:ext cx="483200" cy="483150"/>
            </a:xfrm>
            <a:custGeom>
              <a:rect b="b" l="l" r="r" t="t"/>
              <a:pathLst>
                <a:path extrusionOk="0" h="19326" w="19328">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51" name="Google Shape;9351;p100"/>
            <p:cNvSpPr/>
            <p:nvPr/>
          </p:nvSpPr>
          <p:spPr>
            <a:xfrm>
              <a:off x="1036150" y="1514825"/>
              <a:ext cx="198175" cy="28325"/>
            </a:xfrm>
            <a:custGeom>
              <a:rect b="b" l="l" r="r" t="t"/>
              <a:pathLst>
                <a:path extrusionOk="0" h="1133" w="7927">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52" name="Google Shape;9352;p100"/>
            <p:cNvSpPr/>
            <p:nvPr/>
          </p:nvSpPr>
          <p:spPr>
            <a:xfrm>
              <a:off x="1036150" y="1571425"/>
              <a:ext cx="198175" cy="28325"/>
            </a:xfrm>
            <a:custGeom>
              <a:rect b="b" l="l" r="r" t="t"/>
              <a:pathLst>
                <a:path extrusionOk="0" h="1133" w="7927">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53" name="Google Shape;9353;p100"/>
            <p:cNvSpPr/>
            <p:nvPr/>
          </p:nvSpPr>
          <p:spPr>
            <a:xfrm>
              <a:off x="1036150" y="1628050"/>
              <a:ext cx="113275" cy="28325"/>
            </a:xfrm>
            <a:custGeom>
              <a:rect b="b" l="l" r="r" t="t"/>
              <a:pathLst>
                <a:path extrusionOk="0" h="1133" w="4531">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354" name="Google Shape;9354;p100"/>
          <p:cNvSpPr/>
          <p:nvPr/>
        </p:nvSpPr>
        <p:spPr>
          <a:xfrm>
            <a:off x="1248018" y="3186074"/>
            <a:ext cx="340168" cy="219257"/>
          </a:xfrm>
          <a:custGeom>
            <a:rect b="b" l="l" r="r" t="t"/>
            <a:pathLst>
              <a:path extrusionOk="0" h="12456" w="19325">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55" name="Google Shape;9355;p100"/>
          <p:cNvSpPr/>
          <p:nvPr/>
        </p:nvSpPr>
        <p:spPr>
          <a:xfrm>
            <a:off x="1655563" y="3125647"/>
            <a:ext cx="353617" cy="340133"/>
          </a:xfrm>
          <a:custGeom>
            <a:rect b="b" l="l" r="r" t="t"/>
            <a:pathLst>
              <a:path extrusionOk="0" h="19323" w="20089">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356" name="Google Shape;9356;p100"/>
          <p:cNvGrpSpPr/>
          <p:nvPr/>
        </p:nvGrpSpPr>
        <p:grpSpPr>
          <a:xfrm>
            <a:off x="2084132" y="3146463"/>
            <a:ext cx="352825" cy="298855"/>
            <a:chOff x="2676100" y="1456375"/>
            <a:chExt cx="501100" cy="424450"/>
          </a:xfrm>
        </p:grpSpPr>
        <p:sp>
          <p:nvSpPr>
            <p:cNvPr id="9357" name="Google Shape;9357;p100"/>
            <p:cNvSpPr/>
            <p:nvPr/>
          </p:nvSpPr>
          <p:spPr>
            <a:xfrm>
              <a:off x="3079725" y="1534750"/>
              <a:ext cx="97475" cy="268275"/>
            </a:xfrm>
            <a:custGeom>
              <a:rect b="b" l="l" r="r" t="t"/>
              <a:pathLst>
                <a:path extrusionOk="0" h="10731" w="3899">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58" name="Google Shape;9358;p100"/>
            <p:cNvSpPr/>
            <p:nvPr/>
          </p:nvSpPr>
          <p:spPr>
            <a:xfrm>
              <a:off x="3039725" y="1574925"/>
              <a:ext cx="75350" cy="188250"/>
            </a:xfrm>
            <a:custGeom>
              <a:rect b="b" l="l" r="r" t="t"/>
              <a:pathLst>
                <a:path extrusionOk="0" h="7530" w="3014">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59" name="Google Shape;9359;p100"/>
            <p:cNvSpPr/>
            <p:nvPr/>
          </p:nvSpPr>
          <p:spPr>
            <a:xfrm>
              <a:off x="2676100" y="1456375"/>
              <a:ext cx="340700" cy="424450"/>
            </a:xfrm>
            <a:custGeom>
              <a:rect b="b" l="l" r="r" t="t"/>
              <a:pathLst>
                <a:path extrusionOk="0" h="16978" w="13628">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60" name="Google Shape;9360;p100"/>
          <p:cNvGrpSpPr/>
          <p:nvPr/>
        </p:nvGrpSpPr>
        <p:grpSpPr>
          <a:xfrm>
            <a:off x="2507657" y="3125806"/>
            <a:ext cx="340221" cy="340168"/>
            <a:chOff x="3270475" y="1427025"/>
            <a:chExt cx="483200" cy="483125"/>
          </a:xfrm>
        </p:grpSpPr>
        <p:sp>
          <p:nvSpPr>
            <p:cNvPr id="9361" name="Google Shape;9361;p100"/>
            <p:cNvSpPr/>
            <p:nvPr/>
          </p:nvSpPr>
          <p:spPr>
            <a:xfrm>
              <a:off x="3270475" y="1427025"/>
              <a:ext cx="483200" cy="483125"/>
            </a:xfrm>
            <a:custGeom>
              <a:rect b="b" l="l" r="r" t="t"/>
              <a:pathLst>
                <a:path extrusionOk="0" h="19325" w="19328">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62" name="Google Shape;9362;p100"/>
            <p:cNvSpPr/>
            <p:nvPr/>
          </p:nvSpPr>
          <p:spPr>
            <a:xfrm>
              <a:off x="3497550" y="1596875"/>
              <a:ext cx="87650" cy="141525"/>
            </a:xfrm>
            <a:custGeom>
              <a:rect b="b" l="l" r="r" t="t"/>
              <a:pathLst>
                <a:path extrusionOk="0" h="5661" w="3506">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63" name="Google Shape;9363;p100"/>
            <p:cNvSpPr/>
            <p:nvPr/>
          </p:nvSpPr>
          <p:spPr>
            <a:xfrm>
              <a:off x="3327100" y="1483625"/>
              <a:ext cx="369975" cy="369925"/>
            </a:xfrm>
            <a:custGeom>
              <a:rect b="b" l="l" r="r" t="t"/>
              <a:pathLst>
                <a:path extrusionOk="0" h="14797" w="14799">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64" name="Google Shape;9364;p100"/>
          <p:cNvGrpSpPr/>
          <p:nvPr/>
        </p:nvGrpSpPr>
        <p:grpSpPr>
          <a:xfrm>
            <a:off x="2918570" y="3125780"/>
            <a:ext cx="343530" cy="340221"/>
            <a:chOff x="3860250" y="1427025"/>
            <a:chExt cx="487900" cy="483200"/>
          </a:xfrm>
        </p:grpSpPr>
        <p:sp>
          <p:nvSpPr>
            <p:cNvPr id="9365" name="Google Shape;9365;p100"/>
            <p:cNvSpPr/>
            <p:nvPr/>
          </p:nvSpPr>
          <p:spPr>
            <a:xfrm>
              <a:off x="3875800" y="1427025"/>
              <a:ext cx="472350" cy="468650"/>
            </a:xfrm>
            <a:custGeom>
              <a:rect b="b" l="l" r="r" t="t"/>
              <a:pathLst>
                <a:path extrusionOk="0" h="18746" w="18894">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66" name="Google Shape;9366;p100"/>
            <p:cNvSpPr/>
            <p:nvPr/>
          </p:nvSpPr>
          <p:spPr>
            <a:xfrm>
              <a:off x="3860250" y="1861675"/>
              <a:ext cx="54675" cy="48550"/>
            </a:xfrm>
            <a:custGeom>
              <a:rect b="b" l="l" r="r" t="t"/>
              <a:pathLst>
                <a:path extrusionOk="0" h="1942" w="2187">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67" name="Google Shape;9367;p100"/>
            <p:cNvSpPr/>
            <p:nvPr/>
          </p:nvSpPr>
          <p:spPr>
            <a:xfrm>
              <a:off x="3923425" y="1801775"/>
              <a:ext cx="51350" cy="48550"/>
            </a:xfrm>
            <a:custGeom>
              <a:rect b="b" l="l" r="r" t="t"/>
              <a:pathLst>
                <a:path extrusionOk="0" h="1942" w="2054">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368" name="Google Shape;9368;p100"/>
          <p:cNvSpPr/>
          <p:nvPr/>
        </p:nvSpPr>
        <p:spPr>
          <a:xfrm>
            <a:off x="3337690" y="3125629"/>
            <a:ext cx="340239" cy="340168"/>
          </a:xfrm>
          <a:custGeom>
            <a:rect b="b" l="l" r="r" t="t"/>
            <a:pathLst>
              <a:path extrusionOk="0" h="19325" w="19329">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69" name="Google Shape;9369;p100"/>
          <p:cNvSpPr/>
          <p:nvPr/>
        </p:nvSpPr>
        <p:spPr>
          <a:xfrm>
            <a:off x="3758629" y="3125620"/>
            <a:ext cx="343530" cy="340186"/>
          </a:xfrm>
          <a:custGeom>
            <a:rect b="b" l="l" r="r" t="t"/>
            <a:pathLst>
              <a:path extrusionOk="0" h="19326" w="19516">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370" name="Google Shape;9370;p100"/>
          <p:cNvGrpSpPr/>
          <p:nvPr/>
        </p:nvGrpSpPr>
        <p:grpSpPr>
          <a:xfrm>
            <a:off x="4174808" y="3125806"/>
            <a:ext cx="340221" cy="340168"/>
            <a:chOff x="5648375" y="1427025"/>
            <a:chExt cx="483200" cy="483125"/>
          </a:xfrm>
        </p:grpSpPr>
        <p:sp>
          <p:nvSpPr>
            <p:cNvPr id="9371" name="Google Shape;9371;p100"/>
            <p:cNvSpPr/>
            <p:nvPr/>
          </p:nvSpPr>
          <p:spPr>
            <a:xfrm>
              <a:off x="5801075" y="1484625"/>
              <a:ext cx="177725" cy="162475"/>
            </a:xfrm>
            <a:custGeom>
              <a:rect b="b" l="l" r="r" t="t"/>
              <a:pathLst>
                <a:path extrusionOk="0" h="6499" w="7109">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72" name="Google Shape;9372;p100"/>
            <p:cNvSpPr/>
            <p:nvPr/>
          </p:nvSpPr>
          <p:spPr>
            <a:xfrm>
              <a:off x="5648375" y="1427025"/>
              <a:ext cx="483200" cy="483125"/>
            </a:xfrm>
            <a:custGeom>
              <a:rect b="b" l="l" r="r" t="t"/>
              <a:pathLst>
                <a:path extrusionOk="0" h="19325" w="19328">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73" name="Google Shape;9373;p100"/>
          <p:cNvGrpSpPr/>
          <p:nvPr/>
        </p:nvGrpSpPr>
        <p:grpSpPr>
          <a:xfrm>
            <a:off x="4589294" y="3125789"/>
            <a:ext cx="344622" cy="340204"/>
            <a:chOff x="6238300" y="1426975"/>
            <a:chExt cx="489450" cy="483175"/>
          </a:xfrm>
        </p:grpSpPr>
        <p:sp>
          <p:nvSpPr>
            <p:cNvPr id="9374" name="Google Shape;9374;p100"/>
            <p:cNvSpPr/>
            <p:nvPr/>
          </p:nvSpPr>
          <p:spPr>
            <a:xfrm>
              <a:off x="6238300" y="1426975"/>
              <a:ext cx="489450" cy="483175"/>
            </a:xfrm>
            <a:custGeom>
              <a:rect b="b" l="l" r="r" t="t"/>
              <a:pathLst>
                <a:path extrusionOk="0" h="19327" w="19578">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75" name="Google Shape;9375;p100"/>
            <p:cNvSpPr/>
            <p:nvPr/>
          </p:nvSpPr>
          <p:spPr>
            <a:xfrm>
              <a:off x="6426850" y="1596875"/>
              <a:ext cx="115150" cy="113250"/>
            </a:xfrm>
            <a:custGeom>
              <a:rect b="b" l="l" r="r" t="t"/>
              <a:pathLst>
                <a:path extrusionOk="0" h="4530" w="4606">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76" name="Google Shape;9376;p100"/>
            <p:cNvSpPr/>
            <p:nvPr/>
          </p:nvSpPr>
          <p:spPr>
            <a:xfrm>
              <a:off x="6485350" y="1796900"/>
              <a:ext cx="28325" cy="28325"/>
            </a:xfrm>
            <a:custGeom>
              <a:rect b="b" l="l" r="r" t="t"/>
              <a:pathLst>
                <a:path extrusionOk="0" h="1133" w="1133">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377" name="Google Shape;9377;p100"/>
          <p:cNvSpPr/>
          <p:nvPr/>
        </p:nvSpPr>
        <p:spPr>
          <a:xfrm>
            <a:off x="849923" y="3545273"/>
            <a:ext cx="300792" cy="338725"/>
          </a:xfrm>
          <a:custGeom>
            <a:rect b="b" l="l" r="r" t="t"/>
            <a:pathLst>
              <a:path extrusionOk="0" h="19243" w="17088">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378" name="Google Shape;9378;p100"/>
          <p:cNvGrpSpPr/>
          <p:nvPr/>
        </p:nvGrpSpPr>
        <p:grpSpPr>
          <a:xfrm>
            <a:off x="1248190" y="3544794"/>
            <a:ext cx="340168" cy="340186"/>
            <a:chOff x="1487200" y="2021475"/>
            <a:chExt cx="483125" cy="483150"/>
          </a:xfrm>
        </p:grpSpPr>
        <p:sp>
          <p:nvSpPr>
            <p:cNvPr id="9379" name="Google Shape;9379;p100"/>
            <p:cNvSpPr/>
            <p:nvPr/>
          </p:nvSpPr>
          <p:spPr>
            <a:xfrm>
              <a:off x="1487200" y="2021475"/>
              <a:ext cx="483125" cy="483150"/>
            </a:xfrm>
            <a:custGeom>
              <a:rect b="b" l="l" r="r" t="t"/>
              <a:pathLst>
                <a:path extrusionOk="0" h="19326" w="19325">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80" name="Google Shape;9380;p100"/>
            <p:cNvSpPr/>
            <p:nvPr/>
          </p:nvSpPr>
          <p:spPr>
            <a:xfrm>
              <a:off x="1573100" y="2078100"/>
              <a:ext cx="84875" cy="284000"/>
            </a:xfrm>
            <a:custGeom>
              <a:rect b="b" l="l" r="r" t="t"/>
              <a:pathLst>
                <a:path extrusionOk="0" h="11360" w="3395">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81" name="Google Shape;9381;p100"/>
            <p:cNvSpPr/>
            <p:nvPr/>
          </p:nvSpPr>
          <p:spPr>
            <a:xfrm>
              <a:off x="1686325" y="2078100"/>
              <a:ext cx="84875" cy="284000"/>
            </a:xfrm>
            <a:custGeom>
              <a:rect b="b" l="l" r="r" t="t"/>
              <a:pathLst>
                <a:path extrusionOk="0" h="11360" w="3395">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82" name="Google Shape;9382;p100"/>
            <p:cNvSpPr/>
            <p:nvPr/>
          </p:nvSpPr>
          <p:spPr>
            <a:xfrm>
              <a:off x="1799550" y="2078100"/>
              <a:ext cx="84875" cy="284000"/>
            </a:xfrm>
            <a:custGeom>
              <a:rect b="b" l="l" r="r" t="t"/>
              <a:pathLst>
                <a:path extrusionOk="0" h="11360" w="3395">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83" name="Google Shape;9383;p100"/>
          <p:cNvGrpSpPr/>
          <p:nvPr/>
        </p:nvGrpSpPr>
        <p:grpSpPr>
          <a:xfrm>
            <a:off x="1662527" y="3565398"/>
            <a:ext cx="340168" cy="298978"/>
            <a:chOff x="2081650" y="2050750"/>
            <a:chExt cx="483125" cy="424625"/>
          </a:xfrm>
        </p:grpSpPr>
        <p:sp>
          <p:nvSpPr>
            <p:cNvPr id="9384" name="Google Shape;9384;p100"/>
            <p:cNvSpPr/>
            <p:nvPr/>
          </p:nvSpPr>
          <p:spPr>
            <a:xfrm>
              <a:off x="2081650" y="2050750"/>
              <a:ext cx="483125" cy="424625"/>
            </a:xfrm>
            <a:custGeom>
              <a:rect b="b" l="l" r="r" t="t"/>
              <a:pathLst>
                <a:path extrusionOk="0" h="16985" w="19325">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85" name="Google Shape;9385;p100"/>
            <p:cNvSpPr/>
            <p:nvPr/>
          </p:nvSpPr>
          <p:spPr>
            <a:xfrm>
              <a:off x="2136375" y="2292025"/>
              <a:ext cx="36400" cy="41975"/>
            </a:xfrm>
            <a:custGeom>
              <a:rect b="b" l="l" r="r" t="t"/>
              <a:pathLst>
                <a:path extrusionOk="0" h="1679" w="1456">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86" name="Google Shape;9386;p100"/>
            <p:cNvSpPr/>
            <p:nvPr/>
          </p:nvSpPr>
          <p:spPr>
            <a:xfrm>
              <a:off x="2296850" y="2220800"/>
              <a:ext cx="46075" cy="51650"/>
            </a:xfrm>
            <a:custGeom>
              <a:rect b="b" l="l" r="r" t="t"/>
              <a:pathLst>
                <a:path extrusionOk="0" h="2066" w="1843">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87" name="Google Shape;9387;p100"/>
            <p:cNvSpPr/>
            <p:nvPr/>
          </p:nvSpPr>
          <p:spPr>
            <a:xfrm>
              <a:off x="2158650" y="2216775"/>
              <a:ext cx="47275" cy="51425"/>
            </a:xfrm>
            <a:custGeom>
              <a:rect b="b" l="l" r="r" t="t"/>
              <a:pathLst>
                <a:path extrusionOk="0" h="2057" w="1891">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88" name="Google Shape;9388;p100"/>
            <p:cNvSpPr/>
            <p:nvPr/>
          </p:nvSpPr>
          <p:spPr>
            <a:xfrm>
              <a:off x="2426475" y="2255725"/>
              <a:ext cx="55875" cy="46900"/>
            </a:xfrm>
            <a:custGeom>
              <a:rect b="b" l="l" r="r" t="t"/>
              <a:pathLst>
                <a:path extrusionOk="0" h="1876" w="2235">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89" name="Google Shape;9389;p100"/>
            <p:cNvSpPr/>
            <p:nvPr/>
          </p:nvSpPr>
          <p:spPr>
            <a:xfrm>
              <a:off x="2473050" y="2192325"/>
              <a:ext cx="37000" cy="41500"/>
            </a:xfrm>
            <a:custGeom>
              <a:rect b="b" l="l" r="r" t="t"/>
              <a:pathLst>
                <a:path extrusionOk="0" h="1660" w="148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90" name="Google Shape;9390;p100"/>
          <p:cNvGrpSpPr/>
          <p:nvPr/>
        </p:nvGrpSpPr>
        <p:grpSpPr>
          <a:xfrm>
            <a:off x="2090460" y="3588721"/>
            <a:ext cx="340168" cy="252332"/>
            <a:chOff x="2676100" y="2083800"/>
            <a:chExt cx="483125" cy="358375"/>
          </a:xfrm>
        </p:grpSpPr>
        <p:sp>
          <p:nvSpPr>
            <p:cNvPr id="9391" name="Google Shape;9391;p100"/>
            <p:cNvSpPr/>
            <p:nvPr/>
          </p:nvSpPr>
          <p:spPr>
            <a:xfrm>
              <a:off x="2676100" y="2083800"/>
              <a:ext cx="483125" cy="358375"/>
            </a:xfrm>
            <a:custGeom>
              <a:rect b="b" l="l" r="r" t="t"/>
              <a:pathLst>
                <a:path extrusionOk="0" h="14335" w="19325">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92" name="Google Shape;9392;p100"/>
            <p:cNvSpPr/>
            <p:nvPr/>
          </p:nvSpPr>
          <p:spPr>
            <a:xfrm>
              <a:off x="2869575" y="2214900"/>
              <a:ext cx="100050" cy="96325"/>
            </a:xfrm>
            <a:custGeom>
              <a:rect b="b" l="l" r="r" t="t"/>
              <a:pathLst>
                <a:path extrusionOk="0" h="3853" w="4002">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393" name="Google Shape;9393;p100"/>
          <p:cNvGrpSpPr/>
          <p:nvPr/>
        </p:nvGrpSpPr>
        <p:grpSpPr>
          <a:xfrm>
            <a:off x="2515974" y="3554766"/>
            <a:ext cx="323587" cy="320242"/>
            <a:chOff x="3282325" y="2035675"/>
            <a:chExt cx="459575" cy="454825"/>
          </a:xfrm>
        </p:grpSpPr>
        <p:sp>
          <p:nvSpPr>
            <p:cNvPr id="9394" name="Google Shape;9394;p100"/>
            <p:cNvSpPr/>
            <p:nvPr/>
          </p:nvSpPr>
          <p:spPr>
            <a:xfrm>
              <a:off x="3337050" y="2234125"/>
              <a:ext cx="85925" cy="206325"/>
            </a:xfrm>
            <a:custGeom>
              <a:rect b="b" l="l" r="r" t="t"/>
              <a:pathLst>
                <a:path extrusionOk="0" h="8253" w="3437">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95" name="Google Shape;9395;p100"/>
            <p:cNvSpPr/>
            <p:nvPr/>
          </p:nvSpPr>
          <p:spPr>
            <a:xfrm>
              <a:off x="3451275" y="2175475"/>
              <a:ext cx="84925" cy="264975"/>
            </a:xfrm>
            <a:custGeom>
              <a:rect b="b" l="l" r="r" t="t"/>
              <a:pathLst>
                <a:path extrusionOk="0" h="10599" w="3397">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96" name="Google Shape;9396;p100"/>
            <p:cNvSpPr/>
            <p:nvPr/>
          </p:nvSpPr>
          <p:spPr>
            <a:xfrm>
              <a:off x="3564500" y="2116825"/>
              <a:ext cx="84950" cy="323625"/>
            </a:xfrm>
            <a:custGeom>
              <a:rect b="b" l="l" r="r" t="t"/>
              <a:pathLst>
                <a:path extrusionOk="0" h="12945" w="3398">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97" name="Google Shape;9397;p100"/>
            <p:cNvSpPr/>
            <p:nvPr/>
          </p:nvSpPr>
          <p:spPr>
            <a:xfrm>
              <a:off x="3282325" y="2035675"/>
              <a:ext cx="459575" cy="454825"/>
            </a:xfrm>
            <a:custGeom>
              <a:rect b="b" l="l" r="r" t="t"/>
              <a:pathLst>
                <a:path extrusionOk="0" h="18193" w="18383">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398" name="Google Shape;9398;p100"/>
          <p:cNvSpPr/>
          <p:nvPr/>
        </p:nvSpPr>
        <p:spPr>
          <a:xfrm>
            <a:off x="2924671" y="3556291"/>
            <a:ext cx="330434" cy="316687"/>
          </a:xfrm>
          <a:custGeom>
            <a:rect b="b" l="l" r="r" t="t"/>
            <a:pathLst>
              <a:path extrusionOk="0" h="17991" w="18772">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399" name="Google Shape;9399;p100"/>
          <p:cNvSpPr/>
          <p:nvPr/>
        </p:nvSpPr>
        <p:spPr>
          <a:xfrm>
            <a:off x="3357674" y="3544543"/>
            <a:ext cx="300263" cy="340186"/>
          </a:xfrm>
          <a:custGeom>
            <a:rect b="b" l="l" r="r" t="t"/>
            <a:pathLst>
              <a:path extrusionOk="0" h="19326" w="17058">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400" name="Google Shape;9400;p100"/>
          <p:cNvGrpSpPr/>
          <p:nvPr/>
        </p:nvGrpSpPr>
        <p:grpSpPr>
          <a:xfrm>
            <a:off x="3760673" y="3544803"/>
            <a:ext cx="340608" cy="340168"/>
            <a:chOff x="5053900" y="2021500"/>
            <a:chExt cx="483750" cy="483125"/>
          </a:xfrm>
        </p:grpSpPr>
        <p:sp>
          <p:nvSpPr>
            <p:cNvPr id="9401" name="Google Shape;9401;p100"/>
            <p:cNvSpPr/>
            <p:nvPr/>
          </p:nvSpPr>
          <p:spPr>
            <a:xfrm>
              <a:off x="5281350" y="2078100"/>
              <a:ext cx="127375" cy="127350"/>
            </a:xfrm>
            <a:custGeom>
              <a:rect b="b" l="l" r="r" t="t"/>
              <a:pathLst>
                <a:path extrusionOk="0" h="5094" w="5095">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02" name="Google Shape;9402;p100"/>
            <p:cNvSpPr/>
            <p:nvPr/>
          </p:nvSpPr>
          <p:spPr>
            <a:xfrm>
              <a:off x="5118000" y="2021500"/>
              <a:ext cx="368700" cy="483125"/>
            </a:xfrm>
            <a:custGeom>
              <a:rect b="b" l="l" r="r" t="t"/>
              <a:pathLst>
                <a:path extrusionOk="0" h="19325" w="14748">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03" name="Google Shape;9403;p100"/>
            <p:cNvSpPr/>
            <p:nvPr/>
          </p:nvSpPr>
          <p:spPr>
            <a:xfrm>
              <a:off x="5053900" y="2191325"/>
              <a:ext cx="56650" cy="28325"/>
            </a:xfrm>
            <a:custGeom>
              <a:rect b="b" l="l" r="r" t="t"/>
              <a:pathLst>
                <a:path extrusionOk="0" h="1133" w="2266">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04" name="Google Shape;9404;p100"/>
            <p:cNvSpPr/>
            <p:nvPr/>
          </p:nvSpPr>
          <p:spPr>
            <a:xfrm>
              <a:off x="5056850" y="2096550"/>
              <a:ext cx="50750" cy="48025"/>
            </a:xfrm>
            <a:custGeom>
              <a:rect b="b" l="l" r="r" t="t"/>
              <a:pathLst>
                <a:path extrusionOk="0" h="1921" w="203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05" name="Google Shape;9405;p100"/>
            <p:cNvSpPr/>
            <p:nvPr/>
          </p:nvSpPr>
          <p:spPr>
            <a:xfrm>
              <a:off x="5056400" y="2266400"/>
              <a:ext cx="51200" cy="48350"/>
            </a:xfrm>
            <a:custGeom>
              <a:rect b="b" l="l" r="r" t="t"/>
              <a:pathLst>
                <a:path extrusionOk="0" h="1934" w="2048">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06" name="Google Shape;9406;p100"/>
            <p:cNvSpPr/>
            <p:nvPr/>
          </p:nvSpPr>
          <p:spPr>
            <a:xfrm>
              <a:off x="5480400" y="2191325"/>
              <a:ext cx="56650" cy="28325"/>
            </a:xfrm>
            <a:custGeom>
              <a:rect b="b" l="l" r="r" t="t"/>
              <a:pathLst>
                <a:path extrusionOk="0" h="1133" w="2266">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07" name="Google Shape;9407;p100"/>
            <p:cNvSpPr/>
            <p:nvPr/>
          </p:nvSpPr>
          <p:spPr>
            <a:xfrm>
              <a:off x="5479800" y="2096550"/>
              <a:ext cx="54300" cy="48225"/>
            </a:xfrm>
            <a:custGeom>
              <a:rect b="b" l="l" r="r" t="t"/>
              <a:pathLst>
                <a:path extrusionOk="0" h="1929" w="2172">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08" name="Google Shape;9408;p100"/>
            <p:cNvSpPr/>
            <p:nvPr/>
          </p:nvSpPr>
          <p:spPr>
            <a:xfrm>
              <a:off x="5483350" y="2266400"/>
              <a:ext cx="54300" cy="48225"/>
            </a:xfrm>
            <a:custGeom>
              <a:rect b="b" l="l" r="r" t="t"/>
              <a:pathLst>
                <a:path extrusionOk="0" h="1929" w="2172">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409" name="Google Shape;9409;p100"/>
          <p:cNvSpPr/>
          <p:nvPr/>
        </p:nvSpPr>
        <p:spPr>
          <a:xfrm>
            <a:off x="4234012" y="3544640"/>
            <a:ext cx="220489" cy="339992"/>
          </a:xfrm>
          <a:custGeom>
            <a:rect b="b" l="l" r="r" t="t"/>
            <a:pathLst>
              <a:path extrusionOk="0" h="19315" w="12526">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410" name="Google Shape;9410;p100"/>
          <p:cNvGrpSpPr/>
          <p:nvPr/>
        </p:nvGrpSpPr>
        <p:grpSpPr>
          <a:xfrm>
            <a:off x="4585773" y="3547971"/>
            <a:ext cx="351663" cy="333831"/>
            <a:chOff x="6222125" y="2025975"/>
            <a:chExt cx="499450" cy="474125"/>
          </a:xfrm>
        </p:grpSpPr>
        <p:sp>
          <p:nvSpPr>
            <p:cNvPr id="9411" name="Google Shape;9411;p100"/>
            <p:cNvSpPr/>
            <p:nvPr/>
          </p:nvSpPr>
          <p:spPr>
            <a:xfrm>
              <a:off x="6222125" y="2025975"/>
              <a:ext cx="499450" cy="474125"/>
            </a:xfrm>
            <a:custGeom>
              <a:rect b="b" l="l" r="r" t="t"/>
              <a:pathLst>
                <a:path extrusionOk="0" h="18965" w="19978">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12" name="Google Shape;9412;p100"/>
            <p:cNvSpPr/>
            <p:nvPr/>
          </p:nvSpPr>
          <p:spPr>
            <a:xfrm>
              <a:off x="6309175" y="2087825"/>
              <a:ext cx="350425" cy="350425"/>
            </a:xfrm>
            <a:custGeom>
              <a:rect b="b" l="l" r="r" t="t"/>
              <a:pathLst>
                <a:path extrusionOk="0" h="14017" w="14017">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13" name="Google Shape;9413;p100"/>
            <p:cNvSpPr/>
            <p:nvPr/>
          </p:nvSpPr>
          <p:spPr>
            <a:xfrm>
              <a:off x="6431600" y="2142250"/>
              <a:ext cx="105575" cy="241575"/>
            </a:xfrm>
            <a:custGeom>
              <a:rect b="b" l="l" r="r" t="t"/>
              <a:pathLst>
                <a:path extrusionOk="0" h="9663" w="4223">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14" name="Google Shape;9414;p100"/>
          <p:cNvGrpSpPr/>
          <p:nvPr/>
        </p:nvGrpSpPr>
        <p:grpSpPr>
          <a:xfrm>
            <a:off x="5043335" y="2364541"/>
            <a:ext cx="335504" cy="185953"/>
            <a:chOff x="896050" y="2725450"/>
            <a:chExt cx="476500" cy="264100"/>
          </a:xfrm>
        </p:grpSpPr>
        <p:sp>
          <p:nvSpPr>
            <p:cNvPr id="9415" name="Google Shape;9415;p100"/>
            <p:cNvSpPr/>
            <p:nvPr/>
          </p:nvSpPr>
          <p:spPr>
            <a:xfrm>
              <a:off x="896050" y="2725450"/>
              <a:ext cx="476500" cy="264100"/>
            </a:xfrm>
            <a:custGeom>
              <a:rect b="b" l="l" r="r" t="t"/>
              <a:pathLst>
                <a:path extrusionOk="0" h="10564" w="1906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16" name="Google Shape;9416;p100"/>
            <p:cNvSpPr/>
            <p:nvPr/>
          </p:nvSpPr>
          <p:spPr>
            <a:xfrm>
              <a:off x="951625" y="2774675"/>
              <a:ext cx="365450" cy="165650"/>
            </a:xfrm>
            <a:custGeom>
              <a:rect b="b" l="l" r="r" t="t"/>
              <a:pathLst>
                <a:path extrusionOk="0" h="6626" w="14618">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17" name="Google Shape;9417;p100"/>
            <p:cNvSpPr/>
            <p:nvPr/>
          </p:nvSpPr>
          <p:spPr>
            <a:xfrm>
              <a:off x="1088625" y="2815075"/>
              <a:ext cx="88200" cy="84850"/>
            </a:xfrm>
            <a:custGeom>
              <a:rect b="b" l="l" r="r" t="t"/>
              <a:pathLst>
                <a:path extrusionOk="0" h="3394" w="3528">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18" name="Google Shape;9418;p100"/>
          <p:cNvGrpSpPr/>
          <p:nvPr/>
        </p:nvGrpSpPr>
        <p:grpSpPr>
          <a:xfrm>
            <a:off x="5474075" y="2287425"/>
            <a:ext cx="340168" cy="340186"/>
            <a:chOff x="1487200" y="2615925"/>
            <a:chExt cx="483125" cy="483150"/>
          </a:xfrm>
        </p:grpSpPr>
        <p:sp>
          <p:nvSpPr>
            <p:cNvPr id="9419" name="Google Shape;9419;p100"/>
            <p:cNvSpPr/>
            <p:nvPr/>
          </p:nvSpPr>
          <p:spPr>
            <a:xfrm>
              <a:off x="1601400" y="2844275"/>
              <a:ext cx="28325" cy="28325"/>
            </a:xfrm>
            <a:custGeom>
              <a:rect b="b" l="l" r="r" t="t"/>
              <a:pathLst>
                <a:path extrusionOk="0" h="1133" w="1133">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20" name="Google Shape;9420;p100"/>
            <p:cNvSpPr/>
            <p:nvPr/>
          </p:nvSpPr>
          <p:spPr>
            <a:xfrm>
              <a:off x="1487200" y="2731050"/>
              <a:ext cx="483125" cy="368025"/>
            </a:xfrm>
            <a:custGeom>
              <a:rect b="b" l="l" r="r" t="t"/>
              <a:pathLst>
                <a:path extrusionOk="0" h="14721" w="19325">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21" name="Google Shape;9421;p100"/>
            <p:cNvSpPr/>
            <p:nvPr/>
          </p:nvSpPr>
          <p:spPr>
            <a:xfrm>
              <a:off x="1658025" y="2615925"/>
              <a:ext cx="141550" cy="143450"/>
            </a:xfrm>
            <a:custGeom>
              <a:rect b="b" l="l" r="r" t="t"/>
              <a:pathLst>
                <a:path extrusionOk="0" h="5738" w="5662">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22" name="Google Shape;9422;p100"/>
          <p:cNvGrpSpPr/>
          <p:nvPr/>
        </p:nvGrpSpPr>
        <p:grpSpPr>
          <a:xfrm>
            <a:off x="5874024" y="2287425"/>
            <a:ext cx="353564" cy="340186"/>
            <a:chOff x="2077575" y="2615925"/>
            <a:chExt cx="502150" cy="483150"/>
          </a:xfrm>
        </p:grpSpPr>
        <p:sp>
          <p:nvSpPr>
            <p:cNvPr id="9423" name="Google Shape;9423;p100"/>
            <p:cNvSpPr/>
            <p:nvPr/>
          </p:nvSpPr>
          <p:spPr>
            <a:xfrm>
              <a:off x="2213375" y="2817500"/>
              <a:ext cx="151225" cy="148400"/>
            </a:xfrm>
            <a:custGeom>
              <a:rect b="b" l="l" r="r" t="t"/>
              <a:pathLst>
                <a:path extrusionOk="0" h="5936" w="6049">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24" name="Google Shape;9424;p100"/>
            <p:cNvSpPr/>
            <p:nvPr/>
          </p:nvSpPr>
          <p:spPr>
            <a:xfrm>
              <a:off x="2333550" y="2737450"/>
              <a:ext cx="51050" cy="48325"/>
            </a:xfrm>
            <a:custGeom>
              <a:rect b="b" l="l" r="r" t="t"/>
              <a:pathLst>
                <a:path extrusionOk="0" h="1933" w="2042">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25" name="Google Shape;9425;p100"/>
            <p:cNvSpPr/>
            <p:nvPr/>
          </p:nvSpPr>
          <p:spPr>
            <a:xfrm>
              <a:off x="2393550" y="2797500"/>
              <a:ext cx="51125" cy="48375"/>
            </a:xfrm>
            <a:custGeom>
              <a:rect b="b" l="l" r="r" t="t"/>
              <a:pathLst>
                <a:path extrusionOk="0" h="1935" w="2045">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26" name="Google Shape;9426;p100"/>
            <p:cNvSpPr/>
            <p:nvPr/>
          </p:nvSpPr>
          <p:spPr>
            <a:xfrm>
              <a:off x="2077575" y="2615925"/>
              <a:ext cx="502150" cy="483150"/>
            </a:xfrm>
            <a:custGeom>
              <a:rect b="b" l="l" r="r" t="t"/>
              <a:pathLst>
                <a:path extrusionOk="0" h="19326" w="20086">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27" name="Google Shape;9427;p100"/>
          <p:cNvGrpSpPr/>
          <p:nvPr/>
        </p:nvGrpSpPr>
        <p:grpSpPr>
          <a:xfrm>
            <a:off x="6297813" y="2303452"/>
            <a:ext cx="334536" cy="308132"/>
            <a:chOff x="2680100" y="2638725"/>
            <a:chExt cx="475125" cy="437625"/>
          </a:xfrm>
        </p:grpSpPr>
        <p:sp>
          <p:nvSpPr>
            <p:cNvPr id="9428" name="Google Shape;9428;p100"/>
            <p:cNvSpPr/>
            <p:nvPr/>
          </p:nvSpPr>
          <p:spPr>
            <a:xfrm>
              <a:off x="2680100" y="2638725"/>
              <a:ext cx="475125" cy="437625"/>
            </a:xfrm>
            <a:custGeom>
              <a:rect b="b" l="l" r="r" t="t"/>
              <a:pathLst>
                <a:path extrusionOk="0" h="17505" w="19005">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29" name="Google Shape;9429;p100"/>
            <p:cNvSpPr/>
            <p:nvPr/>
          </p:nvSpPr>
          <p:spPr>
            <a:xfrm>
              <a:off x="2795000" y="2810525"/>
              <a:ext cx="237800" cy="164300"/>
            </a:xfrm>
            <a:custGeom>
              <a:rect b="b" l="l" r="r" t="t"/>
              <a:pathLst>
                <a:path extrusionOk="0" h="6572" w="9512">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30" name="Google Shape;9430;p100"/>
            <p:cNvSpPr/>
            <p:nvPr/>
          </p:nvSpPr>
          <p:spPr>
            <a:xfrm>
              <a:off x="2871900" y="2856725"/>
              <a:ext cx="91525" cy="28350"/>
            </a:xfrm>
            <a:custGeom>
              <a:rect b="b" l="l" r="r" t="t"/>
              <a:pathLst>
                <a:path extrusionOk="0" h="1134" w="3661">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31" name="Google Shape;9431;p100"/>
            <p:cNvSpPr/>
            <p:nvPr/>
          </p:nvSpPr>
          <p:spPr>
            <a:xfrm>
              <a:off x="2845500" y="2900300"/>
              <a:ext cx="144350" cy="28325"/>
            </a:xfrm>
            <a:custGeom>
              <a:rect b="b" l="l" r="r" t="t"/>
              <a:pathLst>
                <a:path extrusionOk="0" h="1133" w="5774">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32" name="Google Shape;9432;p100"/>
          <p:cNvGrpSpPr/>
          <p:nvPr/>
        </p:nvGrpSpPr>
        <p:grpSpPr>
          <a:xfrm>
            <a:off x="6763452" y="2287425"/>
            <a:ext cx="239183" cy="340186"/>
            <a:chOff x="3342275" y="2615925"/>
            <a:chExt cx="339700" cy="483150"/>
          </a:xfrm>
        </p:grpSpPr>
        <p:sp>
          <p:nvSpPr>
            <p:cNvPr id="9433" name="Google Shape;9433;p100"/>
            <p:cNvSpPr/>
            <p:nvPr/>
          </p:nvSpPr>
          <p:spPr>
            <a:xfrm>
              <a:off x="3342275" y="2615925"/>
              <a:ext cx="339700" cy="483150"/>
            </a:xfrm>
            <a:custGeom>
              <a:rect b="b" l="l" r="r" t="t"/>
              <a:pathLst>
                <a:path extrusionOk="0" h="19326" w="13588">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34" name="Google Shape;9434;p100"/>
            <p:cNvSpPr/>
            <p:nvPr/>
          </p:nvSpPr>
          <p:spPr>
            <a:xfrm>
              <a:off x="3461600" y="3030200"/>
              <a:ext cx="101025" cy="28325"/>
            </a:xfrm>
            <a:custGeom>
              <a:rect b="b" l="l" r="r" t="t"/>
              <a:pathLst>
                <a:path extrusionOk="0" h="1133" w="4041">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435" name="Google Shape;9435;p100"/>
          <p:cNvSpPr/>
          <p:nvPr/>
        </p:nvSpPr>
        <p:spPr>
          <a:xfrm>
            <a:off x="7156698" y="2287100"/>
            <a:ext cx="279052" cy="340186"/>
          </a:xfrm>
          <a:custGeom>
            <a:rect b="b" l="l" r="r" t="t"/>
            <a:pathLst>
              <a:path extrusionOk="0" h="19326" w="15853">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36" name="Google Shape;9436;p100"/>
          <p:cNvSpPr/>
          <p:nvPr/>
        </p:nvSpPr>
        <p:spPr>
          <a:xfrm>
            <a:off x="7549733" y="2297730"/>
            <a:ext cx="340186" cy="318922"/>
          </a:xfrm>
          <a:custGeom>
            <a:rect b="b" l="l" r="r" t="t"/>
            <a:pathLst>
              <a:path extrusionOk="0" h="18118" w="19326">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37" name="Google Shape;9437;p100"/>
          <p:cNvSpPr/>
          <p:nvPr/>
        </p:nvSpPr>
        <p:spPr>
          <a:xfrm>
            <a:off x="7974588" y="2297730"/>
            <a:ext cx="340186" cy="318922"/>
          </a:xfrm>
          <a:custGeom>
            <a:rect b="b" l="l" r="r" t="t"/>
            <a:pathLst>
              <a:path extrusionOk="0" h="18118" w="19326">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438" name="Google Shape;9438;p100"/>
          <p:cNvGrpSpPr/>
          <p:nvPr/>
        </p:nvGrpSpPr>
        <p:grpSpPr>
          <a:xfrm>
            <a:off x="5380655" y="3961361"/>
            <a:ext cx="339482" cy="339271"/>
            <a:chOff x="5648900" y="2616600"/>
            <a:chExt cx="482150" cy="481850"/>
          </a:xfrm>
        </p:grpSpPr>
        <p:sp>
          <p:nvSpPr>
            <p:cNvPr id="9439" name="Google Shape;9439;p100"/>
            <p:cNvSpPr/>
            <p:nvPr/>
          </p:nvSpPr>
          <p:spPr>
            <a:xfrm>
              <a:off x="5811500" y="2777025"/>
              <a:ext cx="156875" cy="148275"/>
            </a:xfrm>
            <a:custGeom>
              <a:rect b="b" l="l" r="r" t="t"/>
              <a:pathLst>
                <a:path extrusionOk="0" h="5931" w="6275">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40" name="Google Shape;9440;p100"/>
            <p:cNvSpPr/>
            <p:nvPr/>
          </p:nvSpPr>
          <p:spPr>
            <a:xfrm>
              <a:off x="5648900" y="2616600"/>
              <a:ext cx="482150" cy="481850"/>
            </a:xfrm>
            <a:custGeom>
              <a:rect b="b" l="l" r="r" t="t"/>
              <a:pathLst>
                <a:path extrusionOk="0" h="19274" w="19286">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41" name="Google Shape;9441;p100"/>
          <p:cNvGrpSpPr/>
          <p:nvPr/>
        </p:nvGrpSpPr>
        <p:grpSpPr>
          <a:xfrm>
            <a:off x="3699939" y="3968149"/>
            <a:ext cx="325626" cy="325694"/>
            <a:chOff x="6242825" y="2615925"/>
            <a:chExt cx="483125" cy="483225"/>
          </a:xfrm>
        </p:grpSpPr>
        <p:sp>
          <p:nvSpPr>
            <p:cNvPr id="9442" name="Google Shape;9442;p100"/>
            <p:cNvSpPr/>
            <p:nvPr/>
          </p:nvSpPr>
          <p:spPr>
            <a:xfrm>
              <a:off x="6242825" y="2672550"/>
              <a:ext cx="483125" cy="426600"/>
            </a:xfrm>
            <a:custGeom>
              <a:rect b="b" l="l" r="r" t="t"/>
              <a:pathLst>
                <a:path extrusionOk="0" h="17064" w="19325">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43" name="Google Shape;9443;p100"/>
            <p:cNvSpPr/>
            <p:nvPr/>
          </p:nvSpPr>
          <p:spPr>
            <a:xfrm>
              <a:off x="6413650" y="2615925"/>
              <a:ext cx="28325" cy="56650"/>
            </a:xfrm>
            <a:custGeom>
              <a:rect b="b" l="l" r="r" t="t"/>
              <a:pathLst>
                <a:path extrusionOk="0" h="2266" w="1133">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44" name="Google Shape;9444;p100"/>
            <p:cNvSpPr/>
            <p:nvPr/>
          </p:nvSpPr>
          <p:spPr>
            <a:xfrm>
              <a:off x="6526875" y="2615925"/>
              <a:ext cx="28325" cy="56650"/>
            </a:xfrm>
            <a:custGeom>
              <a:rect b="b" l="l" r="r" t="t"/>
              <a:pathLst>
                <a:path extrusionOk="0" h="2266" w="1133">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45" name="Google Shape;9445;p100"/>
            <p:cNvSpPr/>
            <p:nvPr/>
          </p:nvSpPr>
          <p:spPr>
            <a:xfrm>
              <a:off x="6611800" y="2644250"/>
              <a:ext cx="28325" cy="56625"/>
            </a:xfrm>
            <a:custGeom>
              <a:rect b="b" l="l" r="r" t="t"/>
              <a:pathLst>
                <a:path extrusionOk="0" h="2265" w="1133">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46" name="Google Shape;9446;p100"/>
            <p:cNvSpPr/>
            <p:nvPr/>
          </p:nvSpPr>
          <p:spPr>
            <a:xfrm>
              <a:off x="6328725" y="2644250"/>
              <a:ext cx="28325" cy="56625"/>
            </a:xfrm>
            <a:custGeom>
              <a:rect b="b" l="l" r="r" t="t"/>
              <a:pathLst>
                <a:path extrusionOk="0" h="2265" w="1133">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447" name="Google Shape;9447;p100"/>
          <p:cNvSpPr/>
          <p:nvPr/>
        </p:nvSpPr>
        <p:spPr>
          <a:xfrm>
            <a:off x="5037996" y="2716141"/>
            <a:ext cx="345977" cy="321175"/>
          </a:xfrm>
          <a:custGeom>
            <a:rect b="b" l="l" r="r" t="t"/>
            <a:pathLst>
              <a:path extrusionOk="0" h="18246" w="19655">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448" name="Google Shape;9448;p100"/>
          <p:cNvGrpSpPr/>
          <p:nvPr/>
        </p:nvGrpSpPr>
        <p:grpSpPr>
          <a:xfrm>
            <a:off x="5473116" y="2707036"/>
            <a:ext cx="342087" cy="340186"/>
            <a:chOff x="1487200" y="3210375"/>
            <a:chExt cx="485850" cy="483150"/>
          </a:xfrm>
        </p:grpSpPr>
        <p:sp>
          <p:nvSpPr>
            <p:cNvPr id="9449" name="Google Shape;9449;p100"/>
            <p:cNvSpPr/>
            <p:nvPr/>
          </p:nvSpPr>
          <p:spPr>
            <a:xfrm>
              <a:off x="1712075" y="3294975"/>
              <a:ext cx="146750" cy="141525"/>
            </a:xfrm>
            <a:custGeom>
              <a:rect b="b" l="l" r="r" t="t"/>
              <a:pathLst>
                <a:path extrusionOk="0" h="5661" w="587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50" name="Google Shape;9450;p100"/>
            <p:cNvSpPr/>
            <p:nvPr/>
          </p:nvSpPr>
          <p:spPr>
            <a:xfrm>
              <a:off x="1825300" y="3408200"/>
              <a:ext cx="147750" cy="141550"/>
            </a:xfrm>
            <a:custGeom>
              <a:rect b="b" l="l" r="r" t="t"/>
              <a:pathLst>
                <a:path extrusionOk="0" h="5662" w="591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51" name="Google Shape;9451;p100"/>
            <p:cNvSpPr/>
            <p:nvPr/>
          </p:nvSpPr>
          <p:spPr>
            <a:xfrm>
              <a:off x="1487200" y="3210375"/>
              <a:ext cx="410350" cy="483150"/>
            </a:xfrm>
            <a:custGeom>
              <a:rect b="b" l="l" r="r" t="t"/>
              <a:pathLst>
                <a:path extrusionOk="0" h="19326" w="16414">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452" name="Google Shape;9452;p100"/>
          <p:cNvSpPr/>
          <p:nvPr/>
        </p:nvSpPr>
        <p:spPr>
          <a:xfrm>
            <a:off x="5880480" y="2739750"/>
            <a:ext cx="340168" cy="273948"/>
          </a:xfrm>
          <a:custGeom>
            <a:rect b="b" l="l" r="r" t="t"/>
            <a:pathLst>
              <a:path extrusionOk="0" h="15563" w="19325">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53" name="Google Shape;9453;p100"/>
          <p:cNvSpPr/>
          <p:nvPr/>
        </p:nvSpPr>
        <p:spPr>
          <a:xfrm>
            <a:off x="6294661" y="2774289"/>
            <a:ext cx="340221" cy="204858"/>
          </a:xfrm>
          <a:custGeom>
            <a:rect b="b" l="l" r="r" t="t"/>
            <a:pathLst>
              <a:path extrusionOk="0" h="11638" w="19328">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454" name="Google Shape;9454;p100"/>
          <p:cNvGrpSpPr/>
          <p:nvPr/>
        </p:nvGrpSpPr>
        <p:grpSpPr>
          <a:xfrm>
            <a:off x="6712475" y="2707027"/>
            <a:ext cx="341136" cy="340204"/>
            <a:chOff x="3269875" y="3210400"/>
            <a:chExt cx="484500" cy="483175"/>
          </a:xfrm>
        </p:grpSpPr>
        <p:sp>
          <p:nvSpPr>
            <p:cNvPr id="9455" name="Google Shape;9455;p100"/>
            <p:cNvSpPr/>
            <p:nvPr/>
          </p:nvSpPr>
          <p:spPr>
            <a:xfrm>
              <a:off x="3364000" y="3303850"/>
              <a:ext cx="296300" cy="296300"/>
            </a:xfrm>
            <a:custGeom>
              <a:rect b="b" l="l" r="r" t="t"/>
              <a:pathLst>
                <a:path extrusionOk="0" h="11852" w="11852">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56" name="Google Shape;9456;p100"/>
            <p:cNvSpPr/>
            <p:nvPr/>
          </p:nvSpPr>
          <p:spPr>
            <a:xfrm>
              <a:off x="3269875" y="3210400"/>
              <a:ext cx="484500" cy="483175"/>
            </a:xfrm>
            <a:custGeom>
              <a:rect b="b" l="l" r="r" t="t"/>
              <a:pathLst>
                <a:path extrusionOk="0" h="19327" w="1938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57" name="Google Shape;9457;p100"/>
          <p:cNvGrpSpPr/>
          <p:nvPr/>
        </p:nvGrpSpPr>
        <p:grpSpPr>
          <a:xfrm>
            <a:off x="7211568" y="2706666"/>
            <a:ext cx="170216" cy="340925"/>
            <a:chOff x="3985700" y="3210375"/>
            <a:chExt cx="241750" cy="484200"/>
          </a:xfrm>
        </p:grpSpPr>
        <p:sp>
          <p:nvSpPr>
            <p:cNvPr id="9458" name="Google Shape;9458;p100"/>
            <p:cNvSpPr/>
            <p:nvPr/>
          </p:nvSpPr>
          <p:spPr>
            <a:xfrm>
              <a:off x="4042700" y="3294475"/>
              <a:ext cx="127750" cy="339425"/>
            </a:xfrm>
            <a:custGeom>
              <a:rect b="b" l="l" r="r" t="t"/>
              <a:pathLst>
                <a:path extrusionOk="0" h="13577" w="511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59" name="Google Shape;9459;p100"/>
            <p:cNvSpPr/>
            <p:nvPr/>
          </p:nvSpPr>
          <p:spPr>
            <a:xfrm>
              <a:off x="3985700" y="3210375"/>
              <a:ext cx="241750" cy="484200"/>
            </a:xfrm>
            <a:custGeom>
              <a:rect b="b" l="l" r="r" t="t"/>
              <a:pathLst>
                <a:path extrusionOk="0" h="19368" w="967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60" name="Google Shape;9460;p100"/>
          <p:cNvGrpSpPr/>
          <p:nvPr/>
        </p:nvGrpSpPr>
        <p:grpSpPr>
          <a:xfrm>
            <a:off x="7550838" y="2707678"/>
            <a:ext cx="339007" cy="338901"/>
            <a:chOff x="4460225" y="3211300"/>
            <a:chExt cx="481475" cy="481325"/>
          </a:xfrm>
        </p:grpSpPr>
        <p:sp>
          <p:nvSpPr>
            <p:cNvPr id="9461" name="Google Shape;9461;p100"/>
            <p:cNvSpPr/>
            <p:nvPr/>
          </p:nvSpPr>
          <p:spPr>
            <a:xfrm>
              <a:off x="4602350" y="3353250"/>
              <a:ext cx="205125" cy="197375"/>
            </a:xfrm>
            <a:custGeom>
              <a:rect b="b" l="l" r="r" t="t"/>
              <a:pathLst>
                <a:path extrusionOk="0" h="7895" w="8205">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62" name="Google Shape;9462;p100"/>
            <p:cNvSpPr/>
            <p:nvPr/>
          </p:nvSpPr>
          <p:spPr>
            <a:xfrm>
              <a:off x="4460225" y="3211300"/>
              <a:ext cx="481475" cy="481325"/>
            </a:xfrm>
            <a:custGeom>
              <a:rect b="b" l="l" r="r" t="t"/>
              <a:pathLst>
                <a:path extrusionOk="0" h="19253" w="19259">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463" name="Google Shape;9463;p100"/>
          <p:cNvSpPr/>
          <p:nvPr/>
        </p:nvSpPr>
        <p:spPr>
          <a:xfrm>
            <a:off x="7974588" y="2726454"/>
            <a:ext cx="340186" cy="300545"/>
          </a:xfrm>
          <a:custGeom>
            <a:rect b="b" l="l" r="r" t="t"/>
            <a:pathLst>
              <a:path extrusionOk="0" h="17074" w="19326">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464" name="Google Shape;9464;p100"/>
          <p:cNvGrpSpPr/>
          <p:nvPr/>
        </p:nvGrpSpPr>
        <p:grpSpPr>
          <a:xfrm>
            <a:off x="5824496" y="3990669"/>
            <a:ext cx="342034" cy="280654"/>
            <a:chOff x="5647000" y="3252650"/>
            <a:chExt cx="485775" cy="398600"/>
          </a:xfrm>
        </p:grpSpPr>
        <p:sp>
          <p:nvSpPr>
            <p:cNvPr id="9465" name="Google Shape;9465;p100"/>
            <p:cNvSpPr/>
            <p:nvPr/>
          </p:nvSpPr>
          <p:spPr>
            <a:xfrm>
              <a:off x="5762575" y="3252650"/>
              <a:ext cx="113250" cy="143825"/>
            </a:xfrm>
            <a:custGeom>
              <a:rect b="b" l="l" r="r" t="t"/>
              <a:pathLst>
                <a:path extrusionOk="0" h="5753" w="453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66" name="Google Shape;9466;p100"/>
            <p:cNvSpPr/>
            <p:nvPr/>
          </p:nvSpPr>
          <p:spPr>
            <a:xfrm>
              <a:off x="5647000" y="3371750"/>
              <a:ext cx="124425" cy="136450"/>
            </a:xfrm>
            <a:custGeom>
              <a:rect b="b" l="l" r="r" t="t"/>
              <a:pathLst>
                <a:path extrusionOk="0" h="5458" w="4977">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67" name="Google Shape;9467;p100"/>
            <p:cNvSpPr/>
            <p:nvPr/>
          </p:nvSpPr>
          <p:spPr>
            <a:xfrm>
              <a:off x="5904100" y="3252650"/>
              <a:ext cx="113275" cy="143825"/>
            </a:xfrm>
            <a:custGeom>
              <a:rect b="b" l="l" r="r" t="t"/>
              <a:pathLst>
                <a:path extrusionOk="0" h="5753" w="4531">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68" name="Google Shape;9468;p100"/>
            <p:cNvSpPr/>
            <p:nvPr/>
          </p:nvSpPr>
          <p:spPr>
            <a:xfrm>
              <a:off x="5996750" y="3371150"/>
              <a:ext cx="136025" cy="136525"/>
            </a:xfrm>
            <a:custGeom>
              <a:rect b="b" l="l" r="r" t="t"/>
              <a:pathLst>
                <a:path extrusionOk="0" h="5461" w="5441">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69" name="Google Shape;9469;p100"/>
            <p:cNvSpPr/>
            <p:nvPr/>
          </p:nvSpPr>
          <p:spPr>
            <a:xfrm>
              <a:off x="5734275" y="3424700"/>
              <a:ext cx="311325" cy="226550"/>
            </a:xfrm>
            <a:custGeom>
              <a:rect b="b" l="l" r="r" t="t"/>
              <a:pathLst>
                <a:path extrusionOk="0" h="9062" w="12453">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70" name="Google Shape;9470;p100"/>
          <p:cNvGrpSpPr/>
          <p:nvPr/>
        </p:nvGrpSpPr>
        <p:grpSpPr>
          <a:xfrm>
            <a:off x="4129937" y="3996769"/>
            <a:ext cx="326536" cy="268454"/>
            <a:chOff x="6242450" y="3252800"/>
            <a:chExt cx="484475" cy="398300"/>
          </a:xfrm>
        </p:grpSpPr>
        <p:sp>
          <p:nvSpPr>
            <p:cNvPr id="9471" name="Google Shape;9471;p100"/>
            <p:cNvSpPr/>
            <p:nvPr/>
          </p:nvSpPr>
          <p:spPr>
            <a:xfrm>
              <a:off x="6626825" y="3427175"/>
              <a:ext cx="28325" cy="28350"/>
            </a:xfrm>
            <a:custGeom>
              <a:rect b="b" l="l" r="r" t="t"/>
              <a:pathLst>
                <a:path extrusionOk="0" h="1134" w="1133">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72" name="Google Shape;9472;p100"/>
            <p:cNvSpPr/>
            <p:nvPr/>
          </p:nvSpPr>
          <p:spPr>
            <a:xfrm>
              <a:off x="6508150" y="3418300"/>
              <a:ext cx="45550" cy="68400"/>
            </a:xfrm>
            <a:custGeom>
              <a:rect b="b" l="l" r="r" t="t"/>
              <a:pathLst>
                <a:path extrusionOk="0" h="2736" w="1822">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73" name="Google Shape;9473;p100"/>
            <p:cNvSpPr/>
            <p:nvPr/>
          </p:nvSpPr>
          <p:spPr>
            <a:xfrm>
              <a:off x="6242450" y="3252800"/>
              <a:ext cx="484475" cy="398300"/>
            </a:xfrm>
            <a:custGeom>
              <a:rect b="b" l="l" r="r" t="t"/>
              <a:pathLst>
                <a:path extrusionOk="0" h="15932" w="19379">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74" name="Google Shape;9474;p100"/>
          <p:cNvGrpSpPr/>
          <p:nvPr/>
        </p:nvGrpSpPr>
        <p:grpSpPr>
          <a:xfrm>
            <a:off x="5061598" y="3126102"/>
            <a:ext cx="298978" cy="340168"/>
            <a:chOff x="922025" y="3804850"/>
            <a:chExt cx="424625" cy="483125"/>
          </a:xfrm>
        </p:grpSpPr>
        <p:sp>
          <p:nvSpPr>
            <p:cNvPr id="9475" name="Google Shape;9475;p100"/>
            <p:cNvSpPr/>
            <p:nvPr/>
          </p:nvSpPr>
          <p:spPr>
            <a:xfrm>
              <a:off x="922025" y="3804850"/>
              <a:ext cx="424625" cy="483125"/>
            </a:xfrm>
            <a:custGeom>
              <a:rect b="b" l="l" r="r" t="t"/>
              <a:pathLst>
                <a:path extrusionOk="0" h="19325" w="16985">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76" name="Google Shape;9476;p100"/>
            <p:cNvSpPr/>
            <p:nvPr/>
          </p:nvSpPr>
          <p:spPr>
            <a:xfrm>
              <a:off x="1135200" y="3869900"/>
              <a:ext cx="37850" cy="28400"/>
            </a:xfrm>
            <a:custGeom>
              <a:rect b="b" l="l" r="r" t="t"/>
              <a:pathLst>
                <a:path extrusionOk="0" h="1136" w="1514">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477" name="Google Shape;9477;p100"/>
          <p:cNvSpPr/>
          <p:nvPr/>
        </p:nvSpPr>
        <p:spPr>
          <a:xfrm>
            <a:off x="5469837" y="3125004"/>
            <a:ext cx="348301" cy="341418"/>
          </a:xfrm>
          <a:custGeom>
            <a:rect b="b" l="l" r="r" t="t"/>
            <a:pathLst>
              <a:path extrusionOk="0" h="19396" w="19787">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478" name="Google Shape;9478;p100"/>
          <p:cNvGrpSpPr/>
          <p:nvPr/>
        </p:nvGrpSpPr>
        <p:grpSpPr>
          <a:xfrm>
            <a:off x="5894327" y="3126102"/>
            <a:ext cx="312955" cy="340168"/>
            <a:chOff x="2100300" y="3804850"/>
            <a:chExt cx="444475" cy="483125"/>
          </a:xfrm>
        </p:grpSpPr>
        <p:sp>
          <p:nvSpPr>
            <p:cNvPr id="9479" name="Google Shape;9479;p100"/>
            <p:cNvSpPr/>
            <p:nvPr/>
          </p:nvSpPr>
          <p:spPr>
            <a:xfrm>
              <a:off x="2100300" y="3804850"/>
              <a:ext cx="444475" cy="483125"/>
            </a:xfrm>
            <a:custGeom>
              <a:rect b="b" l="l" r="r" t="t"/>
              <a:pathLst>
                <a:path extrusionOk="0" h="19325" w="17779">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80" name="Google Shape;9480;p100"/>
            <p:cNvSpPr/>
            <p:nvPr/>
          </p:nvSpPr>
          <p:spPr>
            <a:xfrm>
              <a:off x="2280775" y="4003900"/>
              <a:ext cx="88275" cy="85025"/>
            </a:xfrm>
            <a:custGeom>
              <a:rect b="b" l="l" r="r" t="t"/>
              <a:pathLst>
                <a:path extrusionOk="0" h="3401" w="3531">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81" name="Google Shape;9481;p100"/>
          <p:cNvGrpSpPr/>
          <p:nvPr/>
        </p:nvGrpSpPr>
        <p:grpSpPr>
          <a:xfrm>
            <a:off x="6317950" y="3126102"/>
            <a:ext cx="294261" cy="340168"/>
            <a:chOff x="2708700" y="3804850"/>
            <a:chExt cx="417925" cy="483125"/>
          </a:xfrm>
        </p:grpSpPr>
        <p:sp>
          <p:nvSpPr>
            <p:cNvPr id="9482" name="Google Shape;9482;p100"/>
            <p:cNvSpPr/>
            <p:nvPr/>
          </p:nvSpPr>
          <p:spPr>
            <a:xfrm>
              <a:off x="2708700" y="3804850"/>
              <a:ext cx="417925" cy="483125"/>
            </a:xfrm>
            <a:custGeom>
              <a:rect b="b" l="l" r="r" t="t"/>
              <a:pathLst>
                <a:path extrusionOk="0" h="19325" w="16717">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83" name="Google Shape;9483;p100"/>
            <p:cNvSpPr/>
            <p:nvPr/>
          </p:nvSpPr>
          <p:spPr>
            <a:xfrm>
              <a:off x="2875975" y="4055200"/>
              <a:ext cx="33100" cy="28350"/>
            </a:xfrm>
            <a:custGeom>
              <a:rect b="b" l="l" r="r" t="t"/>
              <a:pathLst>
                <a:path extrusionOk="0" h="1134" w="1324">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84" name="Google Shape;9484;p100"/>
            <p:cNvSpPr/>
            <p:nvPr/>
          </p:nvSpPr>
          <p:spPr>
            <a:xfrm>
              <a:off x="2931025" y="4055200"/>
              <a:ext cx="33075" cy="28350"/>
            </a:xfrm>
            <a:custGeom>
              <a:rect b="b" l="l" r="r" t="t"/>
              <a:pathLst>
                <a:path extrusionOk="0" h="1134" w="1323">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85" name="Google Shape;9485;p100"/>
            <p:cNvSpPr/>
            <p:nvPr/>
          </p:nvSpPr>
          <p:spPr>
            <a:xfrm>
              <a:off x="2903525" y="4008200"/>
              <a:ext cx="28350" cy="28325"/>
            </a:xfrm>
            <a:custGeom>
              <a:rect b="b" l="l" r="r" t="t"/>
              <a:pathLst>
                <a:path extrusionOk="0" h="1133" w="1134">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486" name="Google Shape;9486;p100"/>
          <p:cNvSpPr/>
          <p:nvPr/>
        </p:nvSpPr>
        <p:spPr>
          <a:xfrm>
            <a:off x="6712581" y="3166169"/>
            <a:ext cx="340168" cy="259074"/>
          </a:xfrm>
          <a:custGeom>
            <a:rect b="b" l="l" r="r" t="t"/>
            <a:pathLst>
              <a:path extrusionOk="0" h="14718" w="19325">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87" name="Google Shape;9487;p100"/>
          <p:cNvSpPr/>
          <p:nvPr/>
        </p:nvSpPr>
        <p:spPr>
          <a:xfrm>
            <a:off x="7139292" y="3125620"/>
            <a:ext cx="313870" cy="340186"/>
          </a:xfrm>
          <a:custGeom>
            <a:rect b="b" l="l" r="r" t="t"/>
            <a:pathLst>
              <a:path extrusionOk="0" h="19326" w="17831">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488" name="Google Shape;9488;p100"/>
          <p:cNvGrpSpPr/>
          <p:nvPr/>
        </p:nvGrpSpPr>
        <p:grpSpPr>
          <a:xfrm>
            <a:off x="7554825" y="3127378"/>
            <a:ext cx="331033" cy="337616"/>
            <a:chOff x="4467450" y="3808475"/>
            <a:chExt cx="470150" cy="479500"/>
          </a:xfrm>
        </p:grpSpPr>
        <p:sp>
          <p:nvSpPr>
            <p:cNvPr id="9489" name="Google Shape;9489;p100"/>
            <p:cNvSpPr/>
            <p:nvPr/>
          </p:nvSpPr>
          <p:spPr>
            <a:xfrm>
              <a:off x="4729325" y="3808475"/>
              <a:ext cx="56625" cy="138200"/>
            </a:xfrm>
            <a:custGeom>
              <a:rect b="b" l="l" r="r" t="t"/>
              <a:pathLst>
                <a:path extrusionOk="0" h="5528" w="2265">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90" name="Google Shape;9490;p100"/>
            <p:cNvSpPr/>
            <p:nvPr/>
          </p:nvSpPr>
          <p:spPr>
            <a:xfrm>
              <a:off x="4644400" y="3808475"/>
              <a:ext cx="56650" cy="138200"/>
            </a:xfrm>
            <a:custGeom>
              <a:rect b="b" l="l" r="r" t="t"/>
              <a:pathLst>
                <a:path extrusionOk="0" h="5528" w="2266">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91" name="Google Shape;9491;p100"/>
            <p:cNvSpPr/>
            <p:nvPr/>
          </p:nvSpPr>
          <p:spPr>
            <a:xfrm>
              <a:off x="4559475" y="3808475"/>
              <a:ext cx="56650" cy="138200"/>
            </a:xfrm>
            <a:custGeom>
              <a:rect b="b" l="l" r="r" t="t"/>
              <a:pathLst>
                <a:path extrusionOk="0" h="5528" w="2266">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92" name="Google Shape;9492;p100"/>
            <p:cNvSpPr/>
            <p:nvPr/>
          </p:nvSpPr>
          <p:spPr>
            <a:xfrm>
              <a:off x="4467450" y="3975675"/>
              <a:ext cx="470150" cy="312300"/>
            </a:xfrm>
            <a:custGeom>
              <a:rect b="b" l="l" r="r" t="t"/>
              <a:pathLst>
                <a:path extrusionOk="0" h="12492" w="18806">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93" name="Google Shape;9493;p100"/>
          <p:cNvGrpSpPr/>
          <p:nvPr/>
        </p:nvGrpSpPr>
        <p:grpSpPr>
          <a:xfrm>
            <a:off x="7975172" y="3126102"/>
            <a:ext cx="340186" cy="340168"/>
            <a:chOff x="5053900" y="3804850"/>
            <a:chExt cx="483150" cy="483125"/>
          </a:xfrm>
        </p:grpSpPr>
        <p:sp>
          <p:nvSpPr>
            <p:cNvPr id="9494" name="Google Shape;9494;p100"/>
            <p:cNvSpPr/>
            <p:nvPr/>
          </p:nvSpPr>
          <p:spPr>
            <a:xfrm>
              <a:off x="5053900" y="3804850"/>
              <a:ext cx="483150" cy="483125"/>
            </a:xfrm>
            <a:custGeom>
              <a:rect b="b" l="l" r="r" t="t"/>
              <a:pathLst>
                <a:path extrusionOk="0" h="19325" w="19326">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95" name="Google Shape;9495;p100"/>
            <p:cNvSpPr/>
            <p:nvPr/>
          </p:nvSpPr>
          <p:spPr>
            <a:xfrm>
              <a:off x="5168125" y="3947300"/>
              <a:ext cx="88275" cy="85000"/>
            </a:xfrm>
            <a:custGeom>
              <a:rect b="b" l="l" r="r" t="t"/>
              <a:pathLst>
                <a:path extrusionOk="0" h="3400" w="3531">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96" name="Google Shape;9496;p100"/>
            <p:cNvSpPr/>
            <p:nvPr/>
          </p:nvSpPr>
          <p:spPr>
            <a:xfrm>
              <a:off x="5334575" y="3947350"/>
              <a:ext cx="88325" cy="84950"/>
            </a:xfrm>
            <a:custGeom>
              <a:rect b="b" l="l" r="r" t="t"/>
              <a:pathLst>
                <a:path extrusionOk="0" h="3398" w="3533">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497" name="Google Shape;9497;p100"/>
            <p:cNvSpPr/>
            <p:nvPr/>
          </p:nvSpPr>
          <p:spPr>
            <a:xfrm>
              <a:off x="5170150" y="4060600"/>
              <a:ext cx="250650" cy="113225"/>
            </a:xfrm>
            <a:custGeom>
              <a:rect b="b" l="l" r="r" t="t"/>
              <a:pathLst>
                <a:path extrusionOk="0" h="4529" w="10026">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498" name="Google Shape;9498;p100"/>
          <p:cNvGrpSpPr/>
          <p:nvPr/>
        </p:nvGrpSpPr>
        <p:grpSpPr>
          <a:xfrm>
            <a:off x="6270890" y="3960912"/>
            <a:ext cx="340168" cy="340168"/>
            <a:chOff x="5648375" y="3804850"/>
            <a:chExt cx="483125" cy="483125"/>
          </a:xfrm>
        </p:grpSpPr>
        <p:sp>
          <p:nvSpPr>
            <p:cNvPr id="9499" name="Google Shape;9499;p100"/>
            <p:cNvSpPr/>
            <p:nvPr/>
          </p:nvSpPr>
          <p:spPr>
            <a:xfrm>
              <a:off x="5648375" y="3804850"/>
              <a:ext cx="483125" cy="483125"/>
            </a:xfrm>
            <a:custGeom>
              <a:rect b="b" l="l" r="r" t="t"/>
              <a:pathLst>
                <a:path extrusionOk="0" h="19325" w="19325">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00" name="Google Shape;9500;p100"/>
            <p:cNvSpPr/>
            <p:nvPr/>
          </p:nvSpPr>
          <p:spPr>
            <a:xfrm>
              <a:off x="5762575" y="3947300"/>
              <a:ext cx="88275" cy="85000"/>
            </a:xfrm>
            <a:custGeom>
              <a:rect b="b" l="l" r="r" t="t"/>
              <a:pathLst>
                <a:path extrusionOk="0" h="3400" w="3531">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01" name="Google Shape;9501;p100"/>
            <p:cNvSpPr/>
            <p:nvPr/>
          </p:nvSpPr>
          <p:spPr>
            <a:xfrm>
              <a:off x="5932425" y="3947300"/>
              <a:ext cx="88250" cy="85000"/>
            </a:xfrm>
            <a:custGeom>
              <a:rect b="b" l="l" r="r" t="t"/>
              <a:pathLst>
                <a:path extrusionOk="0" h="3400" w="353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02" name="Google Shape;9502;p100"/>
            <p:cNvSpPr/>
            <p:nvPr/>
          </p:nvSpPr>
          <p:spPr>
            <a:xfrm>
              <a:off x="5762575" y="4060600"/>
              <a:ext cx="254800" cy="141550"/>
            </a:xfrm>
            <a:custGeom>
              <a:rect b="b" l="l" r="r" t="t"/>
              <a:pathLst>
                <a:path extrusionOk="0" h="5662" w="10192">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03" name="Google Shape;9503;p100"/>
          <p:cNvGrpSpPr/>
          <p:nvPr/>
        </p:nvGrpSpPr>
        <p:grpSpPr>
          <a:xfrm>
            <a:off x="4560845" y="3973272"/>
            <a:ext cx="280923" cy="315449"/>
            <a:chOff x="6276025" y="3812400"/>
            <a:chExt cx="416800" cy="468025"/>
          </a:xfrm>
        </p:grpSpPr>
        <p:sp>
          <p:nvSpPr>
            <p:cNvPr id="9504" name="Google Shape;9504;p100"/>
            <p:cNvSpPr/>
            <p:nvPr/>
          </p:nvSpPr>
          <p:spPr>
            <a:xfrm>
              <a:off x="6276025" y="3812400"/>
              <a:ext cx="416800" cy="468025"/>
            </a:xfrm>
            <a:custGeom>
              <a:rect b="b" l="l" r="r" t="t"/>
              <a:pathLst>
                <a:path extrusionOk="0" h="18721" w="16672">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05" name="Google Shape;9505;p100"/>
            <p:cNvSpPr/>
            <p:nvPr/>
          </p:nvSpPr>
          <p:spPr>
            <a:xfrm>
              <a:off x="6436375" y="4078825"/>
              <a:ext cx="96025" cy="80400"/>
            </a:xfrm>
            <a:custGeom>
              <a:rect b="b" l="l" r="r" t="t"/>
              <a:pathLst>
                <a:path extrusionOk="0" h="3216" w="3841">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06" name="Google Shape;9506;p100"/>
            <p:cNvSpPr/>
            <p:nvPr/>
          </p:nvSpPr>
          <p:spPr>
            <a:xfrm>
              <a:off x="6327450" y="3974775"/>
              <a:ext cx="125550" cy="118300"/>
            </a:xfrm>
            <a:custGeom>
              <a:rect b="b" l="l" r="r" t="t"/>
              <a:pathLst>
                <a:path extrusionOk="0" h="4732" w="5022">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07" name="Google Shape;9507;p100"/>
            <p:cNvSpPr/>
            <p:nvPr/>
          </p:nvSpPr>
          <p:spPr>
            <a:xfrm>
              <a:off x="6515325" y="3974300"/>
              <a:ext cx="126000" cy="118775"/>
            </a:xfrm>
            <a:custGeom>
              <a:rect b="b" l="l" r="r" t="t"/>
              <a:pathLst>
                <a:path extrusionOk="0" h="4751" w="504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08" name="Google Shape;9508;p100"/>
          <p:cNvGrpSpPr/>
          <p:nvPr/>
        </p:nvGrpSpPr>
        <p:grpSpPr>
          <a:xfrm>
            <a:off x="5039779" y="3545089"/>
            <a:ext cx="342615" cy="340186"/>
            <a:chOff x="890400" y="4399350"/>
            <a:chExt cx="486600" cy="483150"/>
          </a:xfrm>
        </p:grpSpPr>
        <p:sp>
          <p:nvSpPr>
            <p:cNvPr id="9509" name="Google Shape;9509;p100"/>
            <p:cNvSpPr/>
            <p:nvPr/>
          </p:nvSpPr>
          <p:spPr>
            <a:xfrm>
              <a:off x="1125300" y="4503075"/>
              <a:ext cx="153800" cy="141650"/>
            </a:xfrm>
            <a:custGeom>
              <a:rect b="b" l="l" r="r" t="t"/>
              <a:pathLst>
                <a:path extrusionOk="0" h="5666" w="6152">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10" name="Google Shape;9510;p100"/>
            <p:cNvSpPr/>
            <p:nvPr/>
          </p:nvSpPr>
          <p:spPr>
            <a:xfrm>
              <a:off x="890400" y="4399350"/>
              <a:ext cx="486600" cy="483150"/>
            </a:xfrm>
            <a:custGeom>
              <a:rect b="b" l="l" r="r" t="t"/>
              <a:pathLst>
                <a:path extrusionOk="0" h="19326" w="19464">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11" name="Google Shape;9511;p100"/>
            <p:cNvSpPr/>
            <p:nvPr/>
          </p:nvSpPr>
          <p:spPr>
            <a:xfrm>
              <a:off x="1106975" y="4639875"/>
              <a:ext cx="28325" cy="28325"/>
            </a:xfrm>
            <a:custGeom>
              <a:rect b="b" l="l" r="r" t="t"/>
              <a:pathLst>
                <a:path extrusionOk="0" h="1133" w="1133">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12" name="Google Shape;9512;p100"/>
          <p:cNvGrpSpPr/>
          <p:nvPr/>
        </p:nvGrpSpPr>
        <p:grpSpPr>
          <a:xfrm>
            <a:off x="5474075" y="3560368"/>
            <a:ext cx="340168" cy="309628"/>
            <a:chOff x="1487200" y="4421025"/>
            <a:chExt cx="483125" cy="439750"/>
          </a:xfrm>
        </p:grpSpPr>
        <p:sp>
          <p:nvSpPr>
            <p:cNvPr id="9513" name="Google Shape;9513;p100"/>
            <p:cNvSpPr/>
            <p:nvPr/>
          </p:nvSpPr>
          <p:spPr>
            <a:xfrm>
              <a:off x="1487200" y="4421025"/>
              <a:ext cx="483125" cy="439750"/>
            </a:xfrm>
            <a:custGeom>
              <a:rect b="b" l="l" r="r" t="t"/>
              <a:pathLst>
                <a:path extrusionOk="0" h="17590" w="19325">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14" name="Google Shape;9514;p100"/>
            <p:cNvSpPr/>
            <p:nvPr/>
          </p:nvSpPr>
          <p:spPr>
            <a:xfrm>
              <a:off x="1544950" y="4622200"/>
              <a:ext cx="103950" cy="100025"/>
            </a:xfrm>
            <a:custGeom>
              <a:rect b="b" l="l" r="r" t="t"/>
              <a:pathLst>
                <a:path extrusionOk="0" h="4001" w="4158">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15" name="Google Shape;9515;p100"/>
            <p:cNvSpPr/>
            <p:nvPr/>
          </p:nvSpPr>
          <p:spPr>
            <a:xfrm>
              <a:off x="1804675" y="4622200"/>
              <a:ext cx="103975" cy="100025"/>
            </a:xfrm>
            <a:custGeom>
              <a:rect b="b" l="l" r="r" t="t"/>
              <a:pathLst>
                <a:path extrusionOk="0" h="4001" w="4159">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16" name="Google Shape;9516;p100"/>
            <p:cNvSpPr/>
            <p:nvPr/>
          </p:nvSpPr>
          <p:spPr>
            <a:xfrm>
              <a:off x="1667450" y="4661825"/>
              <a:ext cx="119825" cy="28350"/>
            </a:xfrm>
            <a:custGeom>
              <a:rect b="b" l="l" r="r" t="t"/>
              <a:pathLst>
                <a:path extrusionOk="0" h="1134" w="4793">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17" name="Google Shape;9517;p100"/>
          <p:cNvGrpSpPr/>
          <p:nvPr/>
        </p:nvGrpSpPr>
        <p:grpSpPr>
          <a:xfrm>
            <a:off x="5878353" y="3545107"/>
            <a:ext cx="344903" cy="340151"/>
            <a:chOff x="2079300" y="4399325"/>
            <a:chExt cx="489850" cy="483100"/>
          </a:xfrm>
        </p:grpSpPr>
        <p:sp>
          <p:nvSpPr>
            <p:cNvPr id="9518" name="Google Shape;9518;p100"/>
            <p:cNvSpPr/>
            <p:nvPr/>
          </p:nvSpPr>
          <p:spPr>
            <a:xfrm>
              <a:off x="2079300" y="4399325"/>
              <a:ext cx="489850" cy="483100"/>
            </a:xfrm>
            <a:custGeom>
              <a:rect b="b" l="l" r="r" t="t"/>
              <a:pathLst>
                <a:path extrusionOk="0" h="19324" w="19594">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19" name="Google Shape;9519;p100"/>
            <p:cNvSpPr/>
            <p:nvPr/>
          </p:nvSpPr>
          <p:spPr>
            <a:xfrm>
              <a:off x="2348725" y="4522375"/>
              <a:ext cx="94375" cy="88150"/>
            </a:xfrm>
            <a:custGeom>
              <a:rect b="b" l="l" r="r" t="t"/>
              <a:pathLst>
                <a:path extrusionOk="0" h="3526" w="3775">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520" name="Google Shape;9520;p100"/>
          <p:cNvSpPr/>
          <p:nvPr/>
        </p:nvSpPr>
        <p:spPr>
          <a:xfrm>
            <a:off x="6315243" y="3544569"/>
            <a:ext cx="299049" cy="340133"/>
          </a:xfrm>
          <a:custGeom>
            <a:rect b="b" l="l" r="r" t="t"/>
            <a:pathLst>
              <a:path extrusionOk="0" h="19323" w="16989">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521" name="Google Shape;9521;p100"/>
          <p:cNvGrpSpPr/>
          <p:nvPr/>
        </p:nvGrpSpPr>
        <p:grpSpPr>
          <a:xfrm>
            <a:off x="6744925" y="3545107"/>
            <a:ext cx="276236" cy="340151"/>
            <a:chOff x="3316000" y="4399325"/>
            <a:chExt cx="392325" cy="483100"/>
          </a:xfrm>
        </p:grpSpPr>
        <p:sp>
          <p:nvSpPr>
            <p:cNvPr id="9522" name="Google Shape;9522;p100"/>
            <p:cNvSpPr/>
            <p:nvPr/>
          </p:nvSpPr>
          <p:spPr>
            <a:xfrm>
              <a:off x="3316000" y="4399325"/>
              <a:ext cx="392325" cy="483100"/>
            </a:xfrm>
            <a:custGeom>
              <a:rect b="b" l="l" r="r" t="t"/>
              <a:pathLst>
                <a:path extrusionOk="0" h="19324" w="15693">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23" name="Google Shape;9523;p100"/>
            <p:cNvSpPr/>
            <p:nvPr/>
          </p:nvSpPr>
          <p:spPr>
            <a:xfrm>
              <a:off x="3582300" y="4797475"/>
              <a:ext cx="56650" cy="28350"/>
            </a:xfrm>
            <a:custGeom>
              <a:rect b="b" l="l" r="r" t="t"/>
              <a:pathLst>
                <a:path extrusionOk="0" h="1134" w="2266">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24" name="Google Shape;9524;p100"/>
          <p:cNvGrpSpPr/>
          <p:nvPr/>
        </p:nvGrpSpPr>
        <p:grpSpPr>
          <a:xfrm>
            <a:off x="7169665" y="3545089"/>
            <a:ext cx="254022" cy="340186"/>
            <a:chOff x="3926225" y="4399275"/>
            <a:chExt cx="360775" cy="483150"/>
          </a:xfrm>
        </p:grpSpPr>
        <p:sp>
          <p:nvSpPr>
            <p:cNvPr id="9525" name="Google Shape;9525;p100"/>
            <p:cNvSpPr/>
            <p:nvPr/>
          </p:nvSpPr>
          <p:spPr>
            <a:xfrm>
              <a:off x="4163400" y="4797475"/>
              <a:ext cx="56650" cy="28350"/>
            </a:xfrm>
            <a:custGeom>
              <a:rect b="b" l="l" r="r" t="t"/>
              <a:pathLst>
                <a:path extrusionOk="0" h="1134" w="2266">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26" name="Google Shape;9526;p100"/>
            <p:cNvSpPr/>
            <p:nvPr/>
          </p:nvSpPr>
          <p:spPr>
            <a:xfrm>
              <a:off x="3926225" y="4399275"/>
              <a:ext cx="360775" cy="483150"/>
            </a:xfrm>
            <a:custGeom>
              <a:rect b="b" l="l" r="r" t="t"/>
              <a:pathLst>
                <a:path extrusionOk="0" h="19326" w="14431">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527" name="Google Shape;9527;p100"/>
          <p:cNvSpPr/>
          <p:nvPr/>
        </p:nvSpPr>
        <p:spPr>
          <a:xfrm>
            <a:off x="7630119" y="3544578"/>
            <a:ext cx="179387" cy="340116"/>
          </a:xfrm>
          <a:custGeom>
            <a:rect b="b" l="l" r="r" t="t"/>
            <a:pathLst>
              <a:path extrusionOk="0" h="19322" w="10191">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9528" name="Google Shape;9528;p100"/>
          <p:cNvGrpSpPr/>
          <p:nvPr/>
        </p:nvGrpSpPr>
        <p:grpSpPr>
          <a:xfrm>
            <a:off x="7975224" y="3545151"/>
            <a:ext cx="340080" cy="340063"/>
            <a:chOff x="5053975" y="4399375"/>
            <a:chExt cx="483000" cy="482975"/>
          </a:xfrm>
        </p:grpSpPr>
        <p:sp>
          <p:nvSpPr>
            <p:cNvPr id="9529" name="Google Shape;9529;p100"/>
            <p:cNvSpPr/>
            <p:nvPr/>
          </p:nvSpPr>
          <p:spPr>
            <a:xfrm>
              <a:off x="5053975" y="4399375"/>
              <a:ext cx="483000" cy="482975"/>
            </a:xfrm>
            <a:custGeom>
              <a:rect b="b" l="l" r="r" t="t"/>
              <a:pathLst>
                <a:path extrusionOk="0" h="19319" w="1932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30" name="Google Shape;9530;p100"/>
            <p:cNvSpPr/>
            <p:nvPr/>
          </p:nvSpPr>
          <p:spPr>
            <a:xfrm>
              <a:off x="5100725" y="4528375"/>
              <a:ext cx="309350" cy="296450"/>
            </a:xfrm>
            <a:custGeom>
              <a:rect b="b" l="l" r="r" t="t"/>
              <a:pathLst>
                <a:path extrusionOk="0" h="11858" w="12374">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31" name="Google Shape;9531;p100"/>
            <p:cNvSpPr/>
            <p:nvPr/>
          </p:nvSpPr>
          <p:spPr>
            <a:xfrm>
              <a:off x="5180875" y="4456850"/>
              <a:ext cx="316625" cy="296575"/>
            </a:xfrm>
            <a:custGeom>
              <a:rect b="b" l="l" r="r" t="t"/>
              <a:pathLst>
                <a:path extrusionOk="0" h="11863" w="12665">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32" name="Google Shape;9532;p100"/>
          <p:cNvGrpSpPr/>
          <p:nvPr/>
        </p:nvGrpSpPr>
        <p:grpSpPr>
          <a:xfrm>
            <a:off x="6715417" y="3960912"/>
            <a:ext cx="340168" cy="340168"/>
            <a:chOff x="5648375" y="4399300"/>
            <a:chExt cx="483125" cy="483125"/>
          </a:xfrm>
        </p:grpSpPr>
        <p:sp>
          <p:nvSpPr>
            <p:cNvPr id="9533" name="Google Shape;9533;p100"/>
            <p:cNvSpPr/>
            <p:nvPr/>
          </p:nvSpPr>
          <p:spPr>
            <a:xfrm>
              <a:off x="5648375" y="4399300"/>
              <a:ext cx="483125" cy="483125"/>
            </a:xfrm>
            <a:custGeom>
              <a:rect b="b" l="l" r="r" t="t"/>
              <a:pathLst>
                <a:path extrusionOk="0" h="19325" w="19325">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34" name="Google Shape;9534;p100"/>
            <p:cNvSpPr/>
            <p:nvPr/>
          </p:nvSpPr>
          <p:spPr>
            <a:xfrm>
              <a:off x="5734275" y="4598425"/>
              <a:ext cx="311400" cy="84950"/>
            </a:xfrm>
            <a:custGeom>
              <a:rect b="b" l="l" r="r" t="t"/>
              <a:pathLst>
                <a:path extrusionOk="0" h="3398" w="12456">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35" name="Google Shape;9535;p100"/>
          <p:cNvGrpSpPr/>
          <p:nvPr/>
        </p:nvGrpSpPr>
        <p:grpSpPr>
          <a:xfrm>
            <a:off x="4946140" y="3979624"/>
            <a:ext cx="330007" cy="302744"/>
            <a:chOff x="6239575" y="4416275"/>
            <a:chExt cx="489625" cy="449175"/>
          </a:xfrm>
        </p:grpSpPr>
        <p:sp>
          <p:nvSpPr>
            <p:cNvPr id="9536" name="Google Shape;9536;p100"/>
            <p:cNvSpPr/>
            <p:nvPr/>
          </p:nvSpPr>
          <p:spPr>
            <a:xfrm>
              <a:off x="6239575" y="4416275"/>
              <a:ext cx="489625" cy="449175"/>
            </a:xfrm>
            <a:custGeom>
              <a:rect b="b" l="l" r="r" t="t"/>
              <a:pathLst>
                <a:path extrusionOk="0" h="17967" w="19585">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37" name="Google Shape;9537;p100"/>
            <p:cNvSpPr/>
            <p:nvPr/>
          </p:nvSpPr>
          <p:spPr>
            <a:xfrm>
              <a:off x="6438550" y="4723875"/>
              <a:ext cx="88350" cy="84950"/>
            </a:xfrm>
            <a:custGeom>
              <a:rect b="b" l="l" r="r" t="t"/>
              <a:pathLst>
                <a:path extrusionOk="0" h="3398" w="3534">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38" name="Google Shape;9538;p100"/>
            <p:cNvSpPr/>
            <p:nvPr/>
          </p:nvSpPr>
          <p:spPr>
            <a:xfrm>
              <a:off x="6441950" y="4497425"/>
              <a:ext cx="84950" cy="198250"/>
            </a:xfrm>
            <a:custGeom>
              <a:rect b="b" l="l" r="r" t="t"/>
              <a:pathLst>
                <a:path extrusionOk="0" h="7930" w="3398">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39" name="Google Shape;9539;p100"/>
          <p:cNvGrpSpPr/>
          <p:nvPr/>
        </p:nvGrpSpPr>
        <p:grpSpPr>
          <a:xfrm>
            <a:off x="2049419" y="3976879"/>
            <a:ext cx="308234" cy="308234"/>
            <a:chOff x="892750" y="4993750"/>
            <a:chExt cx="483125" cy="483125"/>
          </a:xfrm>
        </p:grpSpPr>
        <p:sp>
          <p:nvSpPr>
            <p:cNvPr id="9540" name="Google Shape;9540;p100"/>
            <p:cNvSpPr/>
            <p:nvPr/>
          </p:nvSpPr>
          <p:spPr>
            <a:xfrm>
              <a:off x="892750" y="4993750"/>
              <a:ext cx="483125" cy="483125"/>
            </a:xfrm>
            <a:custGeom>
              <a:rect b="b" l="l" r="r" t="t"/>
              <a:pathLst>
                <a:path extrusionOk="0" h="19325" w="19325">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41" name="Google Shape;9541;p100"/>
            <p:cNvSpPr/>
            <p:nvPr/>
          </p:nvSpPr>
          <p:spPr>
            <a:xfrm>
              <a:off x="1021000" y="5052250"/>
              <a:ext cx="230775" cy="253450"/>
            </a:xfrm>
            <a:custGeom>
              <a:rect b="b" l="l" r="r" t="t"/>
              <a:pathLst>
                <a:path extrusionOk="0" h="10138" w="9231">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42" name="Google Shape;9542;p100"/>
            <p:cNvSpPr/>
            <p:nvPr/>
          </p:nvSpPr>
          <p:spPr>
            <a:xfrm>
              <a:off x="1088475" y="5334425"/>
              <a:ext cx="88350" cy="84925"/>
            </a:xfrm>
            <a:custGeom>
              <a:rect b="b" l="l" r="r" t="t"/>
              <a:pathLst>
                <a:path extrusionOk="0" h="3397" w="3534">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43" name="Google Shape;9543;p100"/>
          <p:cNvGrpSpPr/>
          <p:nvPr/>
        </p:nvGrpSpPr>
        <p:grpSpPr>
          <a:xfrm>
            <a:off x="853427" y="3984006"/>
            <a:ext cx="293982" cy="293982"/>
            <a:chOff x="2676100" y="4993750"/>
            <a:chExt cx="483125" cy="483125"/>
          </a:xfrm>
        </p:grpSpPr>
        <p:sp>
          <p:nvSpPr>
            <p:cNvPr id="9544" name="Google Shape;9544;p100"/>
            <p:cNvSpPr/>
            <p:nvPr/>
          </p:nvSpPr>
          <p:spPr>
            <a:xfrm>
              <a:off x="2676100" y="4993750"/>
              <a:ext cx="483125" cy="483125"/>
            </a:xfrm>
            <a:custGeom>
              <a:rect b="b" l="l" r="r" t="t"/>
              <a:pathLst>
                <a:path extrusionOk="0" h="19325" w="19325">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45" name="Google Shape;9545;p100"/>
            <p:cNvSpPr/>
            <p:nvPr/>
          </p:nvSpPr>
          <p:spPr>
            <a:xfrm>
              <a:off x="2776125" y="5051350"/>
              <a:ext cx="141550" cy="367950"/>
            </a:xfrm>
            <a:custGeom>
              <a:rect b="b" l="l" r="r" t="t"/>
              <a:pathLst>
                <a:path extrusionOk="0" h="14718" w="5662">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46" name="Google Shape;9546;p100"/>
            <p:cNvSpPr/>
            <p:nvPr/>
          </p:nvSpPr>
          <p:spPr>
            <a:xfrm>
              <a:off x="2945950" y="5051350"/>
              <a:ext cx="113275" cy="367950"/>
            </a:xfrm>
            <a:custGeom>
              <a:rect b="b" l="l" r="r" t="t"/>
              <a:pathLst>
                <a:path extrusionOk="0" h="14718" w="4531">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47" name="Google Shape;9547;p100"/>
          <p:cNvGrpSpPr/>
          <p:nvPr/>
        </p:nvGrpSpPr>
        <p:grpSpPr>
          <a:xfrm>
            <a:off x="3287244" y="3976879"/>
            <a:ext cx="308234" cy="308234"/>
            <a:chOff x="3270550" y="4993750"/>
            <a:chExt cx="483125" cy="483125"/>
          </a:xfrm>
        </p:grpSpPr>
        <p:sp>
          <p:nvSpPr>
            <p:cNvPr id="9548" name="Google Shape;9548;p100"/>
            <p:cNvSpPr/>
            <p:nvPr/>
          </p:nvSpPr>
          <p:spPr>
            <a:xfrm>
              <a:off x="3270550" y="4993750"/>
              <a:ext cx="483125" cy="483125"/>
            </a:xfrm>
            <a:custGeom>
              <a:rect b="b" l="l" r="r" t="t"/>
              <a:pathLst>
                <a:path extrusionOk="0" h="19325" w="19325">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49" name="Google Shape;9549;p100"/>
            <p:cNvSpPr/>
            <p:nvPr/>
          </p:nvSpPr>
          <p:spPr>
            <a:xfrm>
              <a:off x="3469675" y="5079600"/>
              <a:ext cx="88275" cy="85000"/>
            </a:xfrm>
            <a:custGeom>
              <a:rect b="b" l="l" r="r" t="t"/>
              <a:pathLst>
                <a:path extrusionOk="0" h="3400" w="3531">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50" name="Google Shape;9550;p100"/>
            <p:cNvSpPr/>
            <p:nvPr/>
          </p:nvSpPr>
          <p:spPr>
            <a:xfrm>
              <a:off x="3441375" y="5192875"/>
              <a:ext cx="141475" cy="198175"/>
            </a:xfrm>
            <a:custGeom>
              <a:rect b="b" l="l" r="r" t="t"/>
              <a:pathLst>
                <a:path extrusionOk="0" h="7927" w="5659">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51" name="Google Shape;9551;p100"/>
          <p:cNvGrpSpPr/>
          <p:nvPr/>
        </p:nvGrpSpPr>
        <p:grpSpPr>
          <a:xfrm>
            <a:off x="1271279" y="3983960"/>
            <a:ext cx="293997" cy="294073"/>
            <a:chOff x="4459450" y="4993700"/>
            <a:chExt cx="483150" cy="483275"/>
          </a:xfrm>
        </p:grpSpPr>
        <p:sp>
          <p:nvSpPr>
            <p:cNvPr id="9552" name="Google Shape;9552;p100"/>
            <p:cNvSpPr/>
            <p:nvPr/>
          </p:nvSpPr>
          <p:spPr>
            <a:xfrm>
              <a:off x="4459450" y="4993700"/>
              <a:ext cx="483150" cy="483275"/>
            </a:xfrm>
            <a:custGeom>
              <a:rect b="b" l="l" r="r" t="t"/>
              <a:pathLst>
                <a:path extrusionOk="0" h="19331" w="19326">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53" name="Google Shape;9553;p100"/>
            <p:cNvSpPr/>
            <p:nvPr/>
          </p:nvSpPr>
          <p:spPr>
            <a:xfrm>
              <a:off x="4530800" y="5235675"/>
              <a:ext cx="99650" cy="118650"/>
            </a:xfrm>
            <a:custGeom>
              <a:rect b="b" l="l" r="r" t="t"/>
              <a:pathLst>
                <a:path extrusionOk="0" h="4746" w="3986">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54" name="Google Shape;9554;p100"/>
          <p:cNvGrpSpPr/>
          <p:nvPr/>
        </p:nvGrpSpPr>
        <p:grpSpPr>
          <a:xfrm>
            <a:off x="2462028" y="3976879"/>
            <a:ext cx="308234" cy="308234"/>
            <a:chOff x="1487200" y="4993750"/>
            <a:chExt cx="483125" cy="483125"/>
          </a:xfrm>
        </p:grpSpPr>
        <p:sp>
          <p:nvSpPr>
            <p:cNvPr id="9555" name="Google Shape;9555;p100"/>
            <p:cNvSpPr/>
            <p:nvPr/>
          </p:nvSpPr>
          <p:spPr>
            <a:xfrm>
              <a:off x="1487200" y="4993750"/>
              <a:ext cx="483125" cy="483125"/>
            </a:xfrm>
            <a:custGeom>
              <a:rect b="b" l="l" r="r" t="t"/>
              <a:pathLst>
                <a:path extrusionOk="0" h="19325" w="19325">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56" name="Google Shape;9556;p100"/>
            <p:cNvSpPr/>
            <p:nvPr/>
          </p:nvSpPr>
          <p:spPr>
            <a:xfrm>
              <a:off x="1602600" y="5143950"/>
              <a:ext cx="250350" cy="182725"/>
            </a:xfrm>
            <a:custGeom>
              <a:rect b="b" l="l" r="r" t="t"/>
              <a:pathLst>
                <a:path extrusionOk="0" h="7309" w="10014">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57" name="Google Shape;9557;p100"/>
          <p:cNvGrpSpPr/>
          <p:nvPr/>
        </p:nvGrpSpPr>
        <p:grpSpPr>
          <a:xfrm>
            <a:off x="2874638" y="3976879"/>
            <a:ext cx="308234" cy="308234"/>
            <a:chOff x="2081650" y="4993750"/>
            <a:chExt cx="483125" cy="483125"/>
          </a:xfrm>
        </p:grpSpPr>
        <p:sp>
          <p:nvSpPr>
            <p:cNvPr id="9558" name="Google Shape;9558;p100"/>
            <p:cNvSpPr/>
            <p:nvPr/>
          </p:nvSpPr>
          <p:spPr>
            <a:xfrm>
              <a:off x="2081650" y="4993750"/>
              <a:ext cx="483125" cy="483125"/>
            </a:xfrm>
            <a:custGeom>
              <a:rect b="b" l="l" r="r" t="t"/>
              <a:pathLst>
                <a:path extrusionOk="0" h="19325" w="19325">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59" name="Google Shape;9559;p100"/>
            <p:cNvSpPr/>
            <p:nvPr/>
          </p:nvSpPr>
          <p:spPr>
            <a:xfrm>
              <a:off x="2209375" y="5125625"/>
              <a:ext cx="227600" cy="219350"/>
            </a:xfrm>
            <a:custGeom>
              <a:rect b="b" l="l" r="r" t="t"/>
              <a:pathLst>
                <a:path extrusionOk="0" h="8774" w="9104">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9560" name="Google Shape;9560;p100"/>
          <p:cNvGrpSpPr/>
          <p:nvPr/>
        </p:nvGrpSpPr>
        <p:grpSpPr>
          <a:xfrm>
            <a:off x="1651280" y="3983960"/>
            <a:ext cx="293997" cy="294073"/>
            <a:chOff x="5053900" y="4993700"/>
            <a:chExt cx="483150" cy="483275"/>
          </a:xfrm>
        </p:grpSpPr>
        <p:sp>
          <p:nvSpPr>
            <p:cNvPr id="9561" name="Google Shape;9561;p100"/>
            <p:cNvSpPr/>
            <p:nvPr/>
          </p:nvSpPr>
          <p:spPr>
            <a:xfrm>
              <a:off x="5053900" y="4993700"/>
              <a:ext cx="483150" cy="483275"/>
            </a:xfrm>
            <a:custGeom>
              <a:rect b="b" l="l" r="r" t="t"/>
              <a:pathLst>
                <a:path extrusionOk="0" h="19331" w="19326">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9562" name="Google Shape;9562;p100"/>
            <p:cNvSpPr/>
            <p:nvPr/>
          </p:nvSpPr>
          <p:spPr>
            <a:xfrm>
              <a:off x="5123725" y="5264025"/>
              <a:ext cx="105200" cy="61775"/>
            </a:xfrm>
            <a:custGeom>
              <a:rect b="b" l="l" r="r" t="t"/>
              <a:pathLst>
                <a:path extrusionOk="0" h="2471" w="4208">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9563" name="Google Shape;9563;p100"/>
          <p:cNvSpPr txBox="1"/>
          <p:nvPr>
            <p:ph type="title"/>
          </p:nvPr>
        </p:nvSpPr>
        <p:spPr>
          <a:xfrm>
            <a:off x="716700" y="511025"/>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...and our sets of editable icons</a:t>
            </a:r>
            <a:endParaRPr>
              <a:solidFill>
                <a:schemeClr val="lt1"/>
              </a:solidFill>
            </a:endParaRPr>
          </a:p>
        </p:txBody>
      </p:sp>
      <p:grpSp>
        <p:nvGrpSpPr>
          <p:cNvPr id="9564" name="Google Shape;9564;p100"/>
          <p:cNvGrpSpPr/>
          <p:nvPr/>
        </p:nvGrpSpPr>
        <p:grpSpPr>
          <a:xfrm>
            <a:off x="7159962" y="3960299"/>
            <a:ext cx="195401" cy="341395"/>
            <a:chOff x="1426400" y="1814750"/>
            <a:chExt cx="407850" cy="712575"/>
          </a:xfrm>
        </p:grpSpPr>
        <p:sp>
          <p:nvSpPr>
            <p:cNvPr id="9565" name="Google Shape;9565;p100"/>
            <p:cNvSpPr/>
            <p:nvPr/>
          </p:nvSpPr>
          <p:spPr>
            <a:xfrm>
              <a:off x="1426400" y="1814750"/>
              <a:ext cx="407850" cy="407925"/>
            </a:xfrm>
            <a:custGeom>
              <a:rect b="b" l="l" r="r" t="t"/>
              <a:pathLst>
                <a:path extrusionOk="0" fill="none" h="16317" w="16314">
                  <a:moveTo>
                    <a:pt x="16313" y="8193"/>
                  </a:moveTo>
                  <a:cubicBezTo>
                    <a:pt x="16313" y="12682"/>
                    <a:pt x="12678" y="16317"/>
                    <a:pt x="8190" y="16317"/>
                  </a:cubicBezTo>
                  <a:cubicBezTo>
                    <a:pt x="3701" y="16317"/>
                    <a:pt x="1" y="12682"/>
                    <a:pt x="1" y="8193"/>
                  </a:cubicBezTo>
                  <a:cubicBezTo>
                    <a:pt x="1" y="3705"/>
                    <a:pt x="3705" y="0"/>
                    <a:pt x="8190" y="0"/>
                  </a:cubicBezTo>
                  <a:cubicBezTo>
                    <a:pt x="12674" y="0"/>
                    <a:pt x="16313" y="3705"/>
                    <a:pt x="16313" y="8193"/>
                  </a:cubicBezTo>
                  <a:close/>
                </a:path>
              </a:pathLst>
            </a:custGeom>
            <a:solidFill>
              <a:schemeClr val="dk2"/>
            </a:solidFill>
            <a:ln cap="rnd"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6" name="Google Shape;9566;p100"/>
            <p:cNvSpPr/>
            <p:nvPr/>
          </p:nvSpPr>
          <p:spPr>
            <a:xfrm>
              <a:off x="1631125" y="2222650"/>
              <a:ext cx="25" cy="304675"/>
            </a:xfrm>
            <a:custGeom>
              <a:rect b="b" l="l" r="r" t="t"/>
              <a:pathLst>
                <a:path extrusionOk="0" fill="none" h="12187" w="1">
                  <a:moveTo>
                    <a:pt x="1" y="1"/>
                  </a:moveTo>
                  <a:lnTo>
                    <a:pt x="1" y="12187"/>
                  </a:lnTo>
                </a:path>
              </a:pathLst>
            </a:custGeom>
            <a:solidFill>
              <a:schemeClr val="dk2"/>
            </a:solidFill>
            <a:ln cap="rnd"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7" name="Google Shape;9567;p100"/>
            <p:cNvSpPr/>
            <p:nvPr/>
          </p:nvSpPr>
          <p:spPr>
            <a:xfrm>
              <a:off x="1529575" y="2425750"/>
              <a:ext cx="203125" cy="25"/>
            </a:xfrm>
            <a:custGeom>
              <a:rect b="b" l="l" r="r" t="t"/>
              <a:pathLst>
                <a:path extrusionOk="0" fill="none" h="1" w="8125">
                  <a:moveTo>
                    <a:pt x="1" y="1"/>
                  </a:moveTo>
                  <a:lnTo>
                    <a:pt x="8125" y="1"/>
                  </a:lnTo>
                </a:path>
              </a:pathLst>
            </a:custGeom>
            <a:solidFill>
              <a:schemeClr val="dk2"/>
            </a:solidFill>
            <a:ln cap="rnd"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68" name="Google Shape;9568;p100"/>
          <p:cNvGrpSpPr/>
          <p:nvPr/>
        </p:nvGrpSpPr>
        <p:grpSpPr>
          <a:xfrm>
            <a:off x="7494377" y="3991261"/>
            <a:ext cx="279423" cy="279471"/>
            <a:chOff x="1910075" y="2021700"/>
            <a:chExt cx="583225" cy="583325"/>
          </a:xfrm>
        </p:grpSpPr>
        <p:sp>
          <p:nvSpPr>
            <p:cNvPr id="9569" name="Google Shape;9569;p100"/>
            <p:cNvSpPr/>
            <p:nvPr/>
          </p:nvSpPr>
          <p:spPr>
            <a:xfrm>
              <a:off x="1910075" y="2157875"/>
              <a:ext cx="448375" cy="447150"/>
            </a:xfrm>
            <a:custGeom>
              <a:rect b="b" l="l" r="r" t="t"/>
              <a:pathLst>
                <a:path extrusionOk="0" fill="none" h="17886" w="17935">
                  <a:moveTo>
                    <a:pt x="14762" y="14709"/>
                  </a:moveTo>
                  <a:cubicBezTo>
                    <a:pt x="11589" y="17885"/>
                    <a:pt x="6349" y="17885"/>
                    <a:pt x="3177" y="14709"/>
                  </a:cubicBezTo>
                  <a:cubicBezTo>
                    <a:pt x="1" y="11536"/>
                    <a:pt x="54" y="6349"/>
                    <a:pt x="3222" y="3173"/>
                  </a:cubicBezTo>
                  <a:cubicBezTo>
                    <a:pt x="6394" y="0"/>
                    <a:pt x="11537" y="0"/>
                    <a:pt x="14713" y="3173"/>
                  </a:cubicBezTo>
                  <a:cubicBezTo>
                    <a:pt x="17889" y="6341"/>
                    <a:pt x="17934" y="11536"/>
                    <a:pt x="14762" y="14709"/>
                  </a:cubicBezTo>
                  <a:close/>
                </a:path>
              </a:pathLst>
            </a:custGeom>
            <a:solidFill>
              <a:schemeClr val="dk2"/>
            </a:solidFill>
            <a:ln cap="rnd"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0" name="Google Shape;9570;p100"/>
            <p:cNvSpPr/>
            <p:nvPr/>
          </p:nvSpPr>
          <p:spPr>
            <a:xfrm>
              <a:off x="2277975" y="2026475"/>
              <a:ext cx="210650" cy="210625"/>
            </a:xfrm>
            <a:custGeom>
              <a:rect b="b" l="l" r="r" t="t"/>
              <a:pathLst>
                <a:path extrusionOk="0" fill="none" h="8425" w="8426">
                  <a:moveTo>
                    <a:pt x="8425" y="0"/>
                  </a:moveTo>
                  <a:lnTo>
                    <a:pt x="1" y="8425"/>
                  </a:lnTo>
                </a:path>
              </a:pathLst>
            </a:custGeom>
            <a:solidFill>
              <a:schemeClr val="dk2"/>
            </a:solidFill>
            <a:ln cap="rnd"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1" name="Google Shape;9571;p100"/>
            <p:cNvSpPr/>
            <p:nvPr/>
          </p:nvSpPr>
          <p:spPr>
            <a:xfrm>
              <a:off x="2349675" y="2021700"/>
              <a:ext cx="143625" cy="143500"/>
            </a:xfrm>
            <a:custGeom>
              <a:rect b="b" l="l" r="r" t="t"/>
              <a:pathLst>
                <a:path extrusionOk="0" fill="none" h="5740" w="5745">
                  <a:moveTo>
                    <a:pt x="1" y="0"/>
                  </a:moveTo>
                  <a:lnTo>
                    <a:pt x="5744" y="0"/>
                  </a:lnTo>
                  <a:lnTo>
                    <a:pt x="5744" y="5740"/>
                  </a:lnTo>
                </a:path>
              </a:pathLst>
            </a:custGeom>
            <a:solidFill>
              <a:schemeClr val="dk2"/>
            </a:solidFill>
            <a:ln cap="rnd"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72" name="Google Shape;9572;p100"/>
          <p:cNvGrpSpPr/>
          <p:nvPr/>
        </p:nvGrpSpPr>
        <p:grpSpPr>
          <a:xfrm>
            <a:off x="7912814" y="4026678"/>
            <a:ext cx="392874" cy="208636"/>
            <a:chOff x="2749275" y="2099575"/>
            <a:chExt cx="820025" cy="435475"/>
          </a:xfrm>
        </p:grpSpPr>
        <p:sp>
          <p:nvSpPr>
            <p:cNvPr id="9573" name="Google Shape;9573;p100"/>
            <p:cNvSpPr/>
            <p:nvPr/>
          </p:nvSpPr>
          <p:spPr>
            <a:xfrm>
              <a:off x="3163375" y="2317300"/>
              <a:ext cx="389050" cy="25"/>
            </a:xfrm>
            <a:custGeom>
              <a:rect b="b" l="l" r="r" t="t"/>
              <a:pathLst>
                <a:path extrusionOk="0" fill="none" h="1" w="15562">
                  <a:moveTo>
                    <a:pt x="15562" y="1"/>
                  </a:moveTo>
                  <a:lnTo>
                    <a:pt x="1" y="1"/>
                  </a:lnTo>
                </a:path>
              </a:pathLst>
            </a:custGeom>
            <a:solidFill>
              <a:schemeClr val="dk2"/>
            </a:solidFill>
            <a:ln cap="sq" cmpd="sng" w="19050">
              <a:solidFill>
                <a:schemeClr val="dk2"/>
              </a:solidFill>
              <a:prstDash val="solid"/>
              <a:miter lim="406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4" name="Google Shape;9574;p100"/>
            <p:cNvSpPr/>
            <p:nvPr/>
          </p:nvSpPr>
          <p:spPr>
            <a:xfrm>
              <a:off x="3299975" y="2175125"/>
              <a:ext cx="25" cy="284375"/>
            </a:xfrm>
            <a:custGeom>
              <a:rect b="b" l="l" r="r" t="t"/>
              <a:pathLst>
                <a:path extrusionOk="0" fill="none" h="11375" w="1">
                  <a:moveTo>
                    <a:pt x="0" y="1"/>
                  </a:moveTo>
                  <a:lnTo>
                    <a:pt x="0" y="11374"/>
                  </a:lnTo>
                </a:path>
              </a:pathLst>
            </a:custGeom>
            <a:solidFill>
              <a:schemeClr val="dk2"/>
            </a:solidFill>
            <a:ln cap="rnd" cmpd="sng" w="19050">
              <a:solidFill>
                <a:schemeClr val="dk2"/>
              </a:solidFill>
              <a:prstDash val="solid"/>
              <a:miter lim="406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5" name="Google Shape;9575;p100"/>
            <p:cNvSpPr/>
            <p:nvPr/>
          </p:nvSpPr>
          <p:spPr>
            <a:xfrm>
              <a:off x="3438275" y="2186300"/>
              <a:ext cx="131025" cy="261925"/>
            </a:xfrm>
            <a:custGeom>
              <a:rect b="b" l="l" r="r" t="t"/>
              <a:pathLst>
                <a:path extrusionOk="0" fill="none" h="10477" w="5241">
                  <a:moveTo>
                    <a:pt x="0" y="10476"/>
                  </a:moveTo>
                  <a:lnTo>
                    <a:pt x="5240" y="5241"/>
                  </a:lnTo>
                  <a:lnTo>
                    <a:pt x="0" y="1"/>
                  </a:lnTo>
                </a:path>
              </a:pathLst>
            </a:custGeom>
            <a:solidFill>
              <a:schemeClr val="dk2"/>
            </a:solidFill>
            <a:ln cap="rnd"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6" name="Google Shape;9576;p100"/>
            <p:cNvSpPr/>
            <p:nvPr/>
          </p:nvSpPr>
          <p:spPr>
            <a:xfrm>
              <a:off x="2749275" y="2099575"/>
              <a:ext cx="435450" cy="435475"/>
            </a:xfrm>
            <a:custGeom>
              <a:rect b="b" l="l" r="r" t="t"/>
              <a:pathLst>
                <a:path extrusionOk="0" fill="none" h="17419" w="17418">
                  <a:moveTo>
                    <a:pt x="14319" y="14319"/>
                  </a:moveTo>
                  <a:cubicBezTo>
                    <a:pt x="17418" y="11224"/>
                    <a:pt x="17418" y="6195"/>
                    <a:pt x="14319" y="3100"/>
                  </a:cubicBezTo>
                  <a:cubicBezTo>
                    <a:pt x="11223" y="1"/>
                    <a:pt x="6195" y="1"/>
                    <a:pt x="3100" y="3100"/>
                  </a:cubicBezTo>
                  <a:cubicBezTo>
                    <a:pt x="0" y="6195"/>
                    <a:pt x="0" y="11224"/>
                    <a:pt x="3100" y="14319"/>
                  </a:cubicBezTo>
                  <a:cubicBezTo>
                    <a:pt x="6195" y="17418"/>
                    <a:pt x="11223" y="17418"/>
                    <a:pt x="14319" y="14319"/>
                  </a:cubicBezTo>
                  <a:close/>
                </a:path>
              </a:pathLst>
            </a:custGeom>
            <a:solidFill>
              <a:schemeClr val="dk2"/>
            </a:solidFill>
            <a:ln cap="sq" cmpd="sng" w="19050">
              <a:solidFill>
                <a:schemeClr val="dk2"/>
              </a:solidFill>
              <a:prstDash val="solid"/>
              <a:miter lim="406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9580" name="Shape 9580"/>
        <p:cNvGrpSpPr/>
        <p:nvPr/>
      </p:nvGrpSpPr>
      <p:grpSpPr>
        <a:xfrm>
          <a:off x="0" y="0"/>
          <a:ext cx="0" cy="0"/>
          <a:chOff x="0" y="0"/>
          <a:chExt cx="0" cy="0"/>
        </a:xfrm>
      </p:grpSpPr>
      <p:sp>
        <p:nvSpPr>
          <p:cNvPr id="9581" name="Google Shape;9581;p101"/>
          <p:cNvSpPr/>
          <p:nvPr/>
        </p:nvSpPr>
        <p:spPr>
          <a:xfrm>
            <a:off x="844100" y="1313085"/>
            <a:ext cx="323667" cy="373560"/>
          </a:xfrm>
          <a:custGeom>
            <a:rect b="b" l="l" r="r" t="t"/>
            <a:pathLst>
              <a:path extrusionOk="0" h="12691" w="10996">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2" name="Google Shape;9582;p101"/>
          <p:cNvSpPr/>
          <p:nvPr/>
        </p:nvSpPr>
        <p:spPr>
          <a:xfrm>
            <a:off x="844104" y="1777691"/>
            <a:ext cx="383008" cy="338738"/>
          </a:xfrm>
          <a:custGeom>
            <a:rect b="b" l="l" r="r" t="t"/>
            <a:pathLst>
              <a:path extrusionOk="0" h="11508" w="13012">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3" name="Google Shape;9583;p101"/>
          <p:cNvSpPr/>
          <p:nvPr/>
        </p:nvSpPr>
        <p:spPr>
          <a:xfrm>
            <a:off x="852434" y="2207474"/>
            <a:ext cx="366348" cy="373412"/>
          </a:xfrm>
          <a:custGeom>
            <a:rect b="b" l="l" r="r" t="t"/>
            <a:pathLst>
              <a:path extrusionOk="0" h="12686" w="12446">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84" name="Google Shape;9584;p101"/>
          <p:cNvGrpSpPr/>
          <p:nvPr/>
        </p:nvGrpSpPr>
        <p:grpSpPr>
          <a:xfrm>
            <a:off x="2987728" y="1340982"/>
            <a:ext cx="371882" cy="373766"/>
            <a:chOff x="-41270450" y="1973375"/>
            <a:chExt cx="315850" cy="317450"/>
          </a:xfrm>
        </p:grpSpPr>
        <p:sp>
          <p:nvSpPr>
            <p:cNvPr id="9585" name="Google Shape;9585;p101"/>
            <p:cNvSpPr/>
            <p:nvPr/>
          </p:nvSpPr>
          <p:spPr>
            <a:xfrm>
              <a:off x="-41270450" y="1973375"/>
              <a:ext cx="315850" cy="317450"/>
            </a:xfrm>
            <a:custGeom>
              <a:rect b="b" l="l" r="r" t="t"/>
              <a:pathLst>
                <a:path extrusionOk="0" h="12698" w="12634">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6" name="Google Shape;9586;p101"/>
            <p:cNvSpPr/>
            <p:nvPr/>
          </p:nvSpPr>
          <p:spPr>
            <a:xfrm>
              <a:off x="-41230300" y="2015125"/>
              <a:ext cx="235525" cy="192200"/>
            </a:xfrm>
            <a:custGeom>
              <a:rect b="b" l="l" r="r" t="t"/>
              <a:pathLst>
                <a:path extrusionOk="0" h="7688" w="9421">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7" name="Google Shape;9587;p101"/>
            <p:cNvSpPr/>
            <p:nvPr/>
          </p:nvSpPr>
          <p:spPr>
            <a:xfrm>
              <a:off x="-41139725" y="2061750"/>
              <a:ext cx="83525" cy="103675"/>
            </a:xfrm>
            <a:custGeom>
              <a:rect b="b" l="l" r="r" t="t"/>
              <a:pathLst>
                <a:path extrusionOk="0" h="4147" w="3341">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8" name="Google Shape;9588;p101"/>
            <p:cNvSpPr/>
            <p:nvPr/>
          </p:nvSpPr>
          <p:spPr>
            <a:xfrm>
              <a:off x="-41230300" y="2227000"/>
              <a:ext cx="235525" cy="21300"/>
            </a:xfrm>
            <a:custGeom>
              <a:rect b="b" l="l" r="r" t="t"/>
              <a:pathLst>
                <a:path extrusionOk="0" h="852" w="9421">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89" name="Google Shape;9589;p101"/>
          <p:cNvGrpSpPr/>
          <p:nvPr/>
        </p:nvGrpSpPr>
        <p:grpSpPr>
          <a:xfrm>
            <a:off x="3005407" y="1787939"/>
            <a:ext cx="395871" cy="372088"/>
            <a:chOff x="-41291625" y="2339025"/>
            <a:chExt cx="336225" cy="316025"/>
          </a:xfrm>
        </p:grpSpPr>
        <p:sp>
          <p:nvSpPr>
            <p:cNvPr id="9590" name="Google Shape;9590;p101"/>
            <p:cNvSpPr/>
            <p:nvPr/>
          </p:nvSpPr>
          <p:spPr>
            <a:xfrm>
              <a:off x="-41291625" y="2339025"/>
              <a:ext cx="336225" cy="316025"/>
            </a:xfrm>
            <a:custGeom>
              <a:rect b="b" l="l" r="r" t="t"/>
              <a:pathLst>
                <a:path extrusionOk="0" h="12641" w="13449">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1" name="Google Shape;9591;p101"/>
            <p:cNvSpPr/>
            <p:nvPr/>
          </p:nvSpPr>
          <p:spPr>
            <a:xfrm>
              <a:off x="-41234225" y="2620800"/>
              <a:ext cx="25" cy="25"/>
            </a:xfrm>
            <a:custGeom>
              <a:rect b="b" l="l" r="r" t="t"/>
              <a:pathLst>
                <a:path extrusionOk="0" h="1" w="1">
                  <a:moveTo>
                    <a:pt x="0" y="1"/>
                  </a:move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92" name="Google Shape;9592;p101"/>
          <p:cNvSpPr/>
          <p:nvPr/>
        </p:nvSpPr>
        <p:spPr>
          <a:xfrm>
            <a:off x="2982027" y="1974953"/>
            <a:ext cx="0" cy="29"/>
          </a:xfrm>
          <a:custGeom>
            <a:rect b="b" l="l" r="r" t="t"/>
            <a:pathLst>
              <a:path extrusionOk="0" h="1" w="0">
                <a:moveTo>
                  <a:pt x="0" y="0"/>
                </a:move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3" name="Google Shape;9593;p101"/>
          <p:cNvSpPr/>
          <p:nvPr/>
        </p:nvSpPr>
        <p:spPr>
          <a:xfrm>
            <a:off x="3016426" y="2220227"/>
            <a:ext cx="376503" cy="373442"/>
          </a:xfrm>
          <a:custGeom>
            <a:rect b="b" l="l" r="r" t="t"/>
            <a:pathLst>
              <a:path extrusionOk="0" h="12687" w="12791">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4" name="Google Shape;9594;p101"/>
          <p:cNvSpPr/>
          <p:nvPr/>
        </p:nvSpPr>
        <p:spPr>
          <a:xfrm>
            <a:off x="1807487" y="2656925"/>
            <a:ext cx="231859" cy="372824"/>
          </a:xfrm>
          <a:custGeom>
            <a:rect b="b" l="l" r="r" t="t"/>
            <a:pathLst>
              <a:path extrusionOk="0" h="12666" w="7877">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5" name="Google Shape;9595;p101"/>
          <p:cNvSpPr/>
          <p:nvPr/>
        </p:nvSpPr>
        <p:spPr>
          <a:xfrm>
            <a:off x="1759274" y="3086955"/>
            <a:ext cx="328289" cy="374914"/>
          </a:xfrm>
          <a:custGeom>
            <a:rect b="b" l="l" r="r" t="t"/>
            <a:pathLst>
              <a:path extrusionOk="0" h="12737" w="11153">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6" name="Google Shape;9596;p101"/>
          <p:cNvSpPr/>
          <p:nvPr/>
        </p:nvSpPr>
        <p:spPr>
          <a:xfrm>
            <a:off x="1735189" y="3580990"/>
            <a:ext cx="372824" cy="374060"/>
          </a:xfrm>
          <a:custGeom>
            <a:rect b="b" l="l" r="r" t="t"/>
            <a:pathLst>
              <a:path extrusionOk="0" h="12708" w="12666">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7" name="Google Shape;9597;p101"/>
          <p:cNvSpPr/>
          <p:nvPr/>
        </p:nvSpPr>
        <p:spPr>
          <a:xfrm>
            <a:off x="3953247" y="2657160"/>
            <a:ext cx="374678" cy="372353"/>
          </a:xfrm>
          <a:custGeom>
            <a:rect b="b" l="l" r="r" t="t"/>
            <a:pathLst>
              <a:path extrusionOk="0" h="12650" w="12729">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98" name="Google Shape;9598;p101"/>
          <p:cNvGrpSpPr/>
          <p:nvPr/>
        </p:nvGrpSpPr>
        <p:grpSpPr>
          <a:xfrm>
            <a:off x="1229534" y="1312990"/>
            <a:ext cx="396931" cy="373147"/>
            <a:chOff x="-42804750" y="1949600"/>
            <a:chExt cx="337125" cy="316925"/>
          </a:xfrm>
        </p:grpSpPr>
        <p:sp>
          <p:nvSpPr>
            <p:cNvPr id="9599" name="Google Shape;9599;p101"/>
            <p:cNvSpPr/>
            <p:nvPr/>
          </p:nvSpPr>
          <p:spPr>
            <a:xfrm>
              <a:off x="-42731500" y="2013125"/>
              <a:ext cx="189825" cy="189900"/>
            </a:xfrm>
            <a:custGeom>
              <a:rect b="b" l="l" r="r" t="t"/>
              <a:pathLst>
                <a:path extrusionOk="0" h="7596" w="7593">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0" name="Google Shape;9600;p101"/>
            <p:cNvSpPr/>
            <p:nvPr/>
          </p:nvSpPr>
          <p:spPr>
            <a:xfrm>
              <a:off x="-42804750" y="1949600"/>
              <a:ext cx="337125" cy="316925"/>
            </a:xfrm>
            <a:custGeom>
              <a:rect b="b" l="l" r="r" t="t"/>
              <a:pathLst>
                <a:path extrusionOk="0" h="12677" w="13485">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1" name="Google Shape;9601;p101"/>
            <p:cNvSpPr/>
            <p:nvPr/>
          </p:nvSpPr>
          <p:spPr>
            <a:xfrm>
              <a:off x="-42644075" y="2060025"/>
              <a:ext cx="59100" cy="65400"/>
            </a:xfrm>
            <a:custGeom>
              <a:rect b="b" l="l" r="r" t="t"/>
              <a:pathLst>
                <a:path extrusionOk="0" h="2616" w="2364">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02" name="Google Shape;9602;p101"/>
          <p:cNvGrpSpPr/>
          <p:nvPr/>
        </p:nvGrpSpPr>
        <p:grpSpPr>
          <a:xfrm>
            <a:off x="1292211" y="1765686"/>
            <a:ext cx="335706" cy="364258"/>
            <a:chOff x="-42778750" y="2320125"/>
            <a:chExt cx="285125" cy="309375"/>
          </a:xfrm>
        </p:grpSpPr>
        <p:sp>
          <p:nvSpPr>
            <p:cNvPr id="9603" name="Google Shape;9603;p101"/>
            <p:cNvSpPr/>
            <p:nvPr/>
          </p:nvSpPr>
          <p:spPr>
            <a:xfrm>
              <a:off x="-42778750" y="2320125"/>
              <a:ext cx="285125" cy="309375"/>
            </a:xfrm>
            <a:custGeom>
              <a:rect b="b" l="l" r="r" t="t"/>
              <a:pathLst>
                <a:path extrusionOk="0" h="12375" w="11405">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4" name="Google Shape;9604;p101"/>
            <p:cNvSpPr/>
            <p:nvPr/>
          </p:nvSpPr>
          <p:spPr>
            <a:xfrm>
              <a:off x="-42667700" y="2443600"/>
              <a:ext cx="62250" cy="61475"/>
            </a:xfrm>
            <a:custGeom>
              <a:rect b="b" l="l" r="r" t="t"/>
              <a:pathLst>
                <a:path extrusionOk="0" h="2459" w="249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05" name="Google Shape;9605;p101"/>
          <p:cNvGrpSpPr/>
          <p:nvPr/>
        </p:nvGrpSpPr>
        <p:grpSpPr>
          <a:xfrm>
            <a:off x="1269879" y="2212691"/>
            <a:ext cx="375591" cy="374678"/>
            <a:chOff x="-42796875" y="2680675"/>
            <a:chExt cx="319000" cy="318225"/>
          </a:xfrm>
        </p:grpSpPr>
        <p:sp>
          <p:nvSpPr>
            <p:cNvPr id="9606" name="Google Shape;9606;p101"/>
            <p:cNvSpPr/>
            <p:nvPr/>
          </p:nvSpPr>
          <p:spPr>
            <a:xfrm>
              <a:off x="-42671650" y="2853950"/>
              <a:ext cx="70125" cy="21275"/>
            </a:xfrm>
            <a:custGeom>
              <a:rect b="b" l="l" r="r" t="t"/>
              <a:pathLst>
                <a:path extrusionOk="0" h="851" w="2805">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7" name="Google Shape;9607;p101"/>
            <p:cNvSpPr/>
            <p:nvPr/>
          </p:nvSpPr>
          <p:spPr>
            <a:xfrm>
              <a:off x="-42671650" y="2895675"/>
              <a:ext cx="70125" cy="20525"/>
            </a:xfrm>
            <a:custGeom>
              <a:rect b="b" l="l" r="r" t="t"/>
              <a:pathLst>
                <a:path extrusionOk="0" h="821" w="2805">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8" name="Google Shape;9608;p101"/>
            <p:cNvSpPr/>
            <p:nvPr/>
          </p:nvSpPr>
          <p:spPr>
            <a:xfrm>
              <a:off x="-42796875" y="2680675"/>
              <a:ext cx="319000" cy="318225"/>
            </a:xfrm>
            <a:custGeom>
              <a:rect b="b" l="l" r="r" t="t"/>
              <a:pathLst>
                <a:path extrusionOk="0" h="12729" w="1276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9" name="Google Shape;9609;p101"/>
            <p:cNvSpPr/>
            <p:nvPr/>
          </p:nvSpPr>
          <p:spPr>
            <a:xfrm>
              <a:off x="-42753550" y="2854500"/>
              <a:ext cx="63825" cy="61700"/>
            </a:xfrm>
            <a:custGeom>
              <a:rect b="b" l="l" r="r" t="t"/>
              <a:pathLst>
                <a:path extrusionOk="0" h="2468" w="2553">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0" name="Google Shape;9610;p101"/>
            <p:cNvSpPr/>
            <p:nvPr/>
          </p:nvSpPr>
          <p:spPr>
            <a:xfrm>
              <a:off x="-42581850" y="2853950"/>
              <a:ext cx="63025" cy="61475"/>
            </a:xfrm>
            <a:custGeom>
              <a:rect b="b" l="l" r="r" t="t"/>
              <a:pathLst>
                <a:path extrusionOk="0" h="2459" w="2521">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11" name="Google Shape;9611;p101"/>
          <p:cNvSpPr/>
          <p:nvPr/>
        </p:nvSpPr>
        <p:spPr>
          <a:xfrm>
            <a:off x="3439644" y="1338604"/>
            <a:ext cx="375591" cy="373030"/>
          </a:xfrm>
          <a:custGeom>
            <a:rect b="b" l="l" r="r" t="t"/>
            <a:pathLst>
              <a:path extrusionOk="0" h="12673" w="1276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2" name="Google Shape;9612;p101"/>
          <p:cNvSpPr/>
          <p:nvPr/>
        </p:nvSpPr>
        <p:spPr>
          <a:xfrm>
            <a:off x="3459773" y="1820072"/>
            <a:ext cx="380241" cy="318104"/>
          </a:xfrm>
          <a:custGeom>
            <a:rect b="b" l="l" r="r" t="t"/>
            <a:pathLst>
              <a:path extrusionOk="0" h="10807" w="12918">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3" name="Google Shape;9613;p101"/>
          <p:cNvSpPr/>
          <p:nvPr/>
        </p:nvSpPr>
        <p:spPr>
          <a:xfrm>
            <a:off x="3469303" y="2220227"/>
            <a:ext cx="375620" cy="372441"/>
          </a:xfrm>
          <a:custGeom>
            <a:rect b="b" l="l" r="r" t="t"/>
            <a:pathLst>
              <a:path extrusionOk="0" h="12653" w="12761">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4" name="Google Shape;9614;p101"/>
          <p:cNvSpPr/>
          <p:nvPr/>
        </p:nvSpPr>
        <p:spPr>
          <a:xfrm>
            <a:off x="2230466" y="2656925"/>
            <a:ext cx="268977" cy="370969"/>
          </a:xfrm>
          <a:custGeom>
            <a:rect b="b" l="l" r="r" t="t"/>
            <a:pathLst>
              <a:path extrusionOk="0" h="12603" w="9138">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15" name="Google Shape;9615;p101"/>
          <p:cNvGrpSpPr/>
          <p:nvPr/>
        </p:nvGrpSpPr>
        <p:grpSpPr>
          <a:xfrm>
            <a:off x="2168150" y="3090966"/>
            <a:ext cx="390426" cy="369586"/>
            <a:chOff x="-39055650" y="2315975"/>
            <a:chExt cx="331600" cy="313900"/>
          </a:xfrm>
        </p:grpSpPr>
        <p:sp>
          <p:nvSpPr>
            <p:cNvPr id="9616" name="Google Shape;9616;p101"/>
            <p:cNvSpPr/>
            <p:nvPr/>
          </p:nvSpPr>
          <p:spPr>
            <a:xfrm>
              <a:off x="-38976900" y="2390225"/>
              <a:ext cx="167775" cy="165825"/>
            </a:xfrm>
            <a:custGeom>
              <a:rect b="b" l="l" r="r" t="t"/>
              <a:pathLst>
                <a:path extrusionOk="0" h="6633" w="6711">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7" name="Google Shape;9617;p101"/>
            <p:cNvSpPr/>
            <p:nvPr/>
          </p:nvSpPr>
          <p:spPr>
            <a:xfrm>
              <a:off x="-39055650" y="2315975"/>
              <a:ext cx="331600" cy="313900"/>
            </a:xfrm>
            <a:custGeom>
              <a:rect b="b" l="l" r="r" t="t"/>
              <a:pathLst>
                <a:path extrusionOk="0" h="12556" w="13264">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18" name="Google Shape;9618;p101"/>
          <p:cNvSpPr/>
          <p:nvPr/>
        </p:nvSpPr>
        <p:spPr>
          <a:xfrm>
            <a:off x="2174857" y="3608968"/>
            <a:ext cx="374649" cy="318104"/>
          </a:xfrm>
          <a:custGeom>
            <a:rect b="b" l="l" r="r" t="t"/>
            <a:pathLst>
              <a:path extrusionOk="0" h="10807" w="12728">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9" name="Google Shape;9619;p101"/>
          <p:cNvSpPr/>
          <p:nvPr/>
        </p:nvSpPr>
        <p:spPr>
          <a:xfrm>
            <a:off x="3995440" y="3076300"/>
            <a:ext cx="290288" cy="375355"/>
          </a:xfrm>
          <a:custGeom>
            <a:rect b="b" l="l" r="r" t="t"/>
            <a:pathLst>
              <a:path extrusionOk="0" h="12752" w="9862">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20" name="Google Shape;9620;p101"/>
          <p:cNvGrpSpPr/>
          <p:nvPr/>
        </p:nvGrpSpPr>
        <p:grpSpPr>
          <a:xfrm>
            <a:off x="1659816" y="1313166"/>
            <a:ext cx="380241" cy="371793"/>
            <a:chOff x="-42430625" y="1949750"/>
            <a:chExt cx="322950" cy="315775"/>
          </a:xfrm>
        </p:grpSpPr>
        <p:sp>
          <p:nvSpPr>
            <p:cNvPr id="9621" name="Google Shape;9621;p101"/>
            <p:cNvSpPr/>
            <p:nvPr/>
          </p:nvSpPr>
          <p:spPr>
            <a:xfrm>
              <a:off x="-42353450" y="2065525"/>
              <a:ext cx="40975" cy="41000"/>
            </a:xfrm>
            <a:custGeom>
              <a:rect b="b" l="l" r="r" t="t"/>
              <a:pathLst>
                <a:path extrusionOk="0" h="1640" w="1639">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2" name="Google Shape;9622;p101"/>
            <p:cNvSpPr/>
            <p:nvPr/>
          </p:nvSpPr>
          <p:spPr>
            <a:xfrm>
              <a:off x="-42289650" y="2065525"/>
              <a:ext cx="40975" cy="41000"/>
            </a:xfrm>
            <a:custGeom>
              <a:rect b="b" l="l" r="r" t="t"/>
              <a:pathLst>
                <a:path extrusionOk="0" h="1640" w="1639">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3" name="Google Shape;9623;p101"/>
            <p:cNvSpPr/>
            <p:nvPr/>
          </p:nvSpPr>
          <p:spPr>
            <a:xfrm>
              <a:off x="-42226625" y="2065525"/>
              <a:ext cx="40975" cy="41000"/>
            </a:xfrm>
            <a:custGeom>
              <a:rect b="b" l="l" r="r" t="t"/>
              <a:pathLst>
                <a:path extrusionOk="0" h="1640" w="1639">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4" name="Google Shape;9624;p101"/>
            <p:cNvSpPr/>
            <p:nvPr/>
          </p:nvSpPr>
          <p:spPr>
            <a:xfrm>
              <a:off x="-42430625" y="1949750"/>
              <a:ext cx="322950" cy="315775"/>
            </a:xfrm>
            <a:custGeom>
              <a:rect b="b" l="l" r="r" t="t"/>
              <a:pathLst>
                <a:path extrusionOk="0" h="12631" w="12918">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25" name="Google Shape;9625;p101"/>
          <p:cNvSpPr/>
          <p:nvPr/>
        </p:nvSpPr>
        <p:spPr>
          <a:xfrm>
            <a:off x="1719036" y="1760733"/>
            <a:ext cx="324609" cy="372824"/>
          </a:xfrm>
          <a:custGeom>
            <a:rect b="b" l="l" r="r" t="t"/>
            <a:pathLst>
              <a:path extrusionOk="0" h="12666" w="11028">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6" name="Google Shape;9626;p101"/>
          <p:cNvSpPr/>
          <p:nvPr/>
        </p:nvSpPr>
        <p:spPr>
          <a:xfrm>
            <a:off x="1696509" y="2193177"/>
            <a:ext cx="370057" cy="372647"/>
          </a:xfrm>
          <a:custGeom>
            <a:rect b="b" l="l" r="r" t="t"/>
            <a:pathLst>
              <a:path extrusionOk="0" h="12660" w="12572">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7" name="Google Shape;9627;p101"/>
          <p:cNvSpPr/>
          <p:nvPr/>
        </p:nvSpPr>
        <p:spPr>
          <a:xfrm>
            <a:off x="3917021" y="1347405"/>
            <a:ext cx="373766" cy="340357"/>
          </a:xfrm>
          <a:custGeom>
            <a:rect b="b" l="l" r="r" t="t"/>
            <a:pathLst>
              <a:path extrusionOk="0" h="11563" w="12698">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8" name="Google Shape;9628;p101"/>
          <p:cNvSpPr/>
          <p:nvPr/>
        </p:nvSpPr>
        <p:spPr>
          <a:xfrm>
            <a:off x="3936416" y="1786694"/>
            <a:ext cx="379329" cy="373766"/>
          </a:xfrm>
          <a:custGeom>
            <a:rect b="b" l="l" r="r" t="t"/>
            <a:pathLst>
              <a:path extrusionOk="0" h="12698" w="12887">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9" name="Google Shape;9629;p101"/>
          <p:cNvSpPr/>
          <p:nvPr/>
        </p:nvSpPr>
        <p:spPr>
          <a:xfrm>
            <a:off x="3906859" y="2219020"/>
            <a:ext cx="373766" cy="373736"/>
          </a:xfrm>
          <a:custGeom>
            <a:rect b="b" l="l" r="r" t="t"/>
            <a:pathLst>
              <a:path extrusionOk="0" h="12697" w="12698">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0" name="Google Shape;9630;p101"/>
          <p:cNvSpPr/>
          <p:nvPr/>
        </p:nvSpPr>
        <p:spPr>
          <a:xfrm>
            <a:off x="2616350" y="2653893"/>
            <a:ext cx="374678" cy="375620"/>
          </a:xfrm>
          <a:custGeom>
            <a:rect b="b" l="l" r="r" t="t"/>
            <a:pathLst>
              <a:path extrusionOk="0" h="12761" w="12729">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31" name="Google Shape;9631;p101"/>
          <p:cNvGrpSpPr/>
          <p:nvPr/>
        </p:nvGrpSpPr>
        <p:grpSpPr>
          <a:xfrm>
            <a:off x="2623344" y="3089112"/>
            <a:ext cx="372824" cy="372058"/>
            <a:chOff x="-38686275" y="2314400"/>
            <a:chExt cx="316650" cy="316000"/>
          </a:xfrm>
        </p:grpSpPr>
        <p:sp>
          <p:nvSpPr>
            <p:cNvPr id="9632" name="Google Shape;9632;p101"/>
            <p:cNvSpPr/>
            <p:nvPr/>
          </p:nvSpPr>
          <p:spPr>
            <a:xfrm>
              <a:off x="-38686275" y="2314400"/>
              <a:ext cx="316650" cy="316000"/>
            </a:xfrm>
            <a:custGeom>
              <a:rect b="b" l="l" r="r" t="t"/>
              <a:pathLst>
                <a:path extrusionOk="0" h="12640" w="12666">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3" name="Google Shape;9633;p101"/>
            <p:cNvSpPr/>
            <p:nvPr/>
          </p:nvSpPr>
          <p:spPr>
            <a:xfrm>
              <a:off x="-38583075" y="2527075"/>
              <a:ext cx="111075" cy="63050"/>
            </a:xfrm>
            <a:custGeom>
              <a:rect b="b" l="l" r="r" t="t"/>
              <a:pathLst>
                <a:path extrusionOk="0" h="2522" w="4443">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34" name="Google Shape;9634;p101"/>
          <p:cNvGrpSpPr/>
          <p:nvPr/>
        </p:nvGrpSpPr>
        <p:grpSpPr>
          <a:xfrm>
            <a:off x="2621946" y="3581152"/>
            <a:ext cx="375620" cy="373736"/>
            <a:chOff x="-38686275" y="2682250"/>
            <a:chExt cx="319025" cy="317425"/>
          </a:xfrm>
        </p:grpSpPr>
        <p:sp>
          <p:nvSpPr>
            <p:cNvPr id="9635" name="Google Shape;9635;p101"/>
            <p:cNvSpPr/>
            <p:nvPr/>
          </p:nvSpPr>
          <p:spPr>
            <a:xfrm>
              <a:off x="-38686275" y="2682250"/>
              <a:ext cx="319025" cy="317425"/>
            </a:xfrm>
            <a:custGeom>
              <a:rect b="b" l="l" r="r" t="t"/>
              <a:pathLst>
                <a:path extrusionOk="0" h="12697" w="12761">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6" name="Google Shape;9636;p101"/>
            <p:cNvSpPr/>
            <p:nvPr/>
          </p:nvSpPr>
          <p:spPr>
            <a:xfrm>
              <a:off x="-38591750" y="2773600"/>
              <a:ext cx="63025" cy="61350"/>
            </a:xfrm>
            <a:custGeom>
              <a:rect b="b" l="l" r="r" t="t"/>
              <a:pathLst>
                <a:path extrusionOk="0" h="2454" w="2521">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37" name="Google Shape;9637;p101"/>
          <p:cNvGrpSpPr/>
          <p:nvPr/>
        </p:nvGrpSpPr>
        <p:grpSpPr>
          <a:xfrm>
            <a:off x="3940328" y="3579695"/>
            <a:ext cx="391368" cy="376650"/>
            <a:chOff x="-37534750" y="2668075"/>
            <a:chExt cx="332400" cy="319900"/>
          </a:xfrm>
        </p:grpSpPr>
        <p:sp>
          <p:nvSpPr>
            <p:cNvPr id="9638" name="Google Shape;9638;p101"/>
            <p:cNvSpPr/>
            <p:nvPr/>
          </p:nvSpPr>
          <p:spPr>
            <a:xfrm>
              <a:off x="-37534750" y="2668075"/>
              <a:ext cx="332400" cy="319900"/>
            </a:xfrm>
            <a:custGeom>
              <a:rect b="b" l="l" r="r" t="t"/>
              <a:pathLst>
                <a:path extrusionOk="0" h="12796" w="13296">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9" name="Google Shape;9639;p101"/>
            <p:cNvSpPr/>
            <p:nvPr/>
          </p:nvSpPr>
          <p:spPr>
            <a:xfrm>
              <a:off x="-37487500" y="2709475"/>
              <a:ext cx="165425" cy="164450"/>
            </a:xfrm>
            <a:custGeom>
              <a:rect b="b" l="l" r="r" t="t"/>
              <a:pathLst>
                <a:path extrusionOk="0" h="6578" w="6617">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40" name="Google Shape;9640;p101"/>
          <p:cNvSpPr/>
          <p:nvPr/>
        </p:nvSpPr>
        <p:spPr>
          <a:xfrm>
            <a:off x="2106751" y="1312408"/>
            <a:ext cx="375591" cy="372588"/>
          </a:xfrm>
          <a:custGeom>
            <a:rect b="b" l="l" r="r" t="t"/>
            <a:pathLst>
              <a:path extrusionOk="0" h="12658" w="1276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41" name="Google Shape;9641;p101"/>
          <p:cNvGrpSpPr/>
          <p:nvPr/>
        </p:nvGrpSpPr>
        <p:grpSpPr>
          <a:xfrm>
            <a:off x="2131694" y="1760829"/>
            <a:ext cx="375591" cy="374060"/>
            <a:chOff x="-42062025" y="2316000"/>
            <a:chExt cx="319000" cy="317700"/>
          </a:xfrm>
        </p:grpSpPr>
        <p:sp>
          <p:nvSpPr>
            <p:cNvPr id="9642" name="Google Shape;9642;p101"/>
            <p:cNvSpPr/>
            <p:nvPr/>
          </p:nvSpPr>
          <p:spPr>
            <a:xfrm>
              <a:off x="-41965150" y="2477075"/>
              <a:ext cx="124475" cy="112675"/>
            </a:xfrm>
            <a:custGeom>
              <a:rect b="b" l="l" r="r" t="t"/>
              <a:pathLst>
                <a:path extrusionOk="0" h="4507" w="4979">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3" name="Google Shape;9643;p101"/>
            <p:cNvSpPr/>
            <p:nvPr/>
          </p:nvSpPr>
          <p:spPr>
            <a:xfrm>
              <a:off x="-42062025" y="2316000"/>
              <a:ext cx="319000" cy="317700"/>
            </a:xfrm>
            <a:custGeom>
              <a:rect b="b" l="l" r="r" t="t"/>
              <a:pathLst>
                <a:path extrusionOk="0" h="12708" w="1276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44" name="Google Shape;9644;p101"/>
          <p:cNvSpPr/>
          <p:nvPr/>
        </p:nvSpPr>
        <p:spPr>
          <a:xfrm>
            <a:off x="2135027" y="2192264"/>
            <a:ext cx="378387" cy="375296"/>
          </a:xfrm>
          <a:custGeom>
            <a:rect b="b" l="l" r="r" t="t"/>
            <a:pathLst>
              <a:path extrusionOk="0" h="12750" w="12855">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45" name="Google Shape;9645;p101"/>
          <p:cNvGrpSpPr/>
          <p:nvPr/>
        </p:nvGrpSpPr>
        <p:grpSpPr>
          <a:xfrm>
            <a:off x="876569" y="2671933"/>
            <a:ext cx="330143" cy="368173"/>
            <a:chOff x="-40150450" y="1977325"/>
            <a:chExt cx="280400" cy="312700"/>
          </a:xfrm>
        </p:grpSpPr>
        <p:sp>
          <p:nvSpPr>
            <p:cNvPr id="9646" name="Google Shape;9646;p101"/>
            <p:cNvSpPr/>
            <p:nvPr/>
          </p:nvSpPr>
          <p:spPr>
            <a:xfrm>
              <a:off x="-40052800" y="2041125"/>
              <a:ext cx="25" cy="25"/>
            </a:xfrm>
            <a:custGeom>
              <a:rect b="b" l="l" r="r" t="t"/>
              <a:pathLst>
                <a:path extrusionOk="0" h="1" w="1">
                  <a:moveTo>
                    <a:pt x="1" y="0"/>
                  </a:move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7" name="Google Shape;9647;p101"/>
            <p:cNvSpPr/>
            <p:nvPr/>
          </p:nvSpPr>
          <p:spPr>
            <a:xfrm>
              <a:off x="-40150450" y="1977325"/>
              <a:ext cx="280400" cy="312700"/>
            </a:xfrm>
            <a:custGeom>
              <a:rect b="b" l="l" r="r" t="t"/>
              <a:pathLst>
                <a:path extrusionOk="0" h="12508" w="11216">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8" name="Google Shape;9648;p101"/>
            <p:cNvSpPr/>
            <p:nvPr/>
          </p:nvSpPr>
          <p:spPr>
            <a:xfrm>
              <a:off x="-39925200" y="2108075"/>
              <a:ext cx="25" cy="25"/>
            </a:xfrm>
            <a:custGeom>
              <a:rect b="b" l="l" r="r" t="t"/>
              <a:pathLst>
                <a:path extrusionOk="0" h="1" w="1">
                  <a:moveTo>
                    <a:pt x="1" y="0"/>
                  </a:move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9" name="Google Shape;9649;p101"/>
            <p:cNvSpPr/>
            <p:nvPr/>
          </p:nvSpPr>
          <p:spPr>
            <a:xfrm>
              <a:off x="-39958275" y="2087025"/>
              <a:ext cx="44925" cy="105350"/>
            </a:xfrm>
            <a:custGeom>
              <a:rect b="b" l="l" r="r" t="t"/>
              <a:pathLst>
                <a:path extrusionOk="0" h="4214" w="1797">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50" name="Google Shape;9650;p101"/>
          <p:cNvGrpSpPr/>
          <p:nvPr/>
        </p:nvGrpSpPr>
        <p:grpSpPr>
          <a:xfrm>
            <a:off x="870534" y="3131151"/>
            <a:ext cx="342211" cy="372824"/>
            <a:chOff x="-40160700" y="2339625"/>
            <a:chExt cx="290650" cy="316650"/>
          </a:xfrm>
        </p:grpSpPr>
        <p:sp>
          <p:nvSpPr>
            <p:cNvPr id="9651" name="Google Shape;9651;p101"/>
            <p:cNvSpPr/>
            <p:nvPr/>
          </p:nvSpPr>
          <p:spPr>
            <a:xfrm>
              <a:off x="-40005525" y="2552600"/>
              <a:ext cx="70900" cy="62175"/>
            </a:xfrm>
            <a:custGeom>
              <a:rect b="b" l="l" r="r" t="t"/>
              <a:pathLst>
                <a:path extrusionOk="0" h="2487" w="2836">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2" name="Google Shape;9652;p101"/>
            <p:cNvSpPr/>
            <p:nvPr/>
          </p:nvSpPr>
          <p:spPr>
            <a:xfrm>
              <a:off x="-40039400" y="2605050"/>
              <a:ext cx="29150" cy="20500"/>
            </a:xfrm>
            <a:custGeom>
              <a:rect b="b" l="l" r="r" t="t"/>
              <a:pathLst>
                <a:path extrusionOk="0" h="820" w="1166">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3" name="Google Shape;9653;p101"/>
            <p:cNvSpPr/>
            <p:nvPr/>
          </p:nvSpPr>
          <p:spPr>
            <a:xfrm>
              <a:off x="-40079575" y="2584575"/>
              <a:ext cx="19725" cy="19725"/>
            </a:xfrm>
            <a:custGeom>
              <a:rect b="b" l="l" r="r" t="t"/>
              <a:pathLst>
                <a:path extrusionOk="0" h="789" w="789">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4" name="Google Shape;9654;p101"/>
            <p:cNvSpPr/>
            <p:nvPr/>
          </p:nvSpPr>
          <p:spPr>
            <a:xfrm>
              <a:off x="-40160700" y="2339625"/>
              <a:ext cx="290650" cy="316650"/>
            </a:xfrm>
            <a:custGeom>
              <a:rect b="b" l="l" r="r" t="t"/>
              <a:pathLst>
                <a:path extrusionOk="0" h="12666" w="11626">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55" name="Google Shape;9655;p101"/>
          <p:cNvGrpSpPr/>
          <p:nvPr/>
        </p:nvGrpSpPr>
        <p:grpSpPr>
          <a:xfrm>
            <a:off x="852359" y="3581608"/>
            <a:ext cx="375591" cy="372824"/>
            <a:chOff x="-40171725" y="2705875"/>
            <a:chExt cx="319000" cy="316650"/>
          </a:xfrm>
        </p:grpSpPr>
        <p:sp>
          <p:nvSpPr>
            <p:cNvPr id="9656" name="Google Shape;9656;p101"/>
            <p:cNvSpPr/>
            <p:nvPr/>
          </p:nvSpPr>
          <p:spPr>
            <a:xfrm>
              <a:off x="-40068550" y="2788575"/>
              <a:ext cx="48075" cy="58775"/>
            </a:xfrm>
            <a:custGeom>
              <a:rect b="b" l="l" r="r" t="t"/>
              <a:pathLst>
                <a:path extrusionOk="0" h="2351" w="1923">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7" name="Google Shape;9657;p101"/>
            <p:cNvSpPr/>
            <p:nvPr/>
          </p:nvSpPr>
          <p:spPr>
            <a:xfrm>
              <a:off x="-40171725" y="2705875"/>
              <a:ext cx="319000" cy="316650"/>
            </a:xfrm>
            <a:custGeom>
              <a:rect b="b" l="l" r="r" t="t"/>
              <a:pathLst>
                <a:path extrusionOk="0" h="12666" w="1276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58" name="Google Shape;9658;p101"/>
          <p:cNvGrpSpPr/>
          <p:nvPr/>
        </p:nvGrpSpPr>
        <p:grpSpPr>
          <a:xfrm>
            <a:off x="3109957" y="2656064"/>
            <a:ext cx="272686" cy="373766"/>
            <a:chOff x="-38275925" y="1946600"/>
            <a:chExt cx="231600" cy="317450"/>
          </a:xfrm>
        </p:grpSpPr>
        <p:sp>
          <p:nvSpPr>
            <p:cNvPr id="9659" name="Google Shape;9659;p101"/>
            <p:cNvSpPr/>
            <p:nvPr/>
          </p:nvSpPr>
          <p:spPr>
            <a:xfrm>
              <a:off x="-38275925" y="1946600"/>
              <a:ext cx="231600" cy="317450"/>
            </a:xfrm>
            <a:custGeom>
              <a:rect b="b" l="l" r="r" t="t"/>
              <a:pathLst>
                <a:path extrusionOk="0" h="12698" w="9264">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0" name="Google Shape;9660;p101"/>
            <p:cNvSpPr/>
            <p:nvPr/>
          </p:nvSpPr>
          <p:spPr>
            <a:xfrm>
              <a:off x="-38235750" y="1989125"/>
              <a:ext cx="84300" cy="83525"/>
            </a:xfrm>
            <a:custGeom>
              <a:rect b="b" l="l" r="r" t="t"/>
              <a:pathLst>
                <a:path extrusionOk="0" h="3341" w="3372">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61" name="Google Shape;9661;p101"/>
          <p:cNvSpPr/>
          <p:nvPr/>
        </p:nvSpPr>
        <p:spPr>
          <a:xfrm>
            <a:off x="3057873" y="3087779"/>
            <a:ext cx="374678" cy="374089"/>
          </a:xfrm>
          <a:custGeom>
            <a:rect b="b" l="l" r="r" t="t"/>
            <a:pathLst>
              <a:path extrusionOk="0" h="12709" w="12729">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2" name="Google Shape;9662;p101"/>
          <p:cNvSpPr/>
          <p:nvPr/>
        </p:nvSpPr>
        <p:spPr>
          <a:xfrm>
            <a:off x="3137950" y="3580681"/>
            <a:ext cx="219821" cy="374678"/>
          </a:xfrm>
          <a:custGeom>
            <a:rect b="b" l="l" r="r" t="t"/>
            <a:pathLst>
              <a:path extrusionOk="0" h="12729" w="7468">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63" name="Google Shape;9663;p101"/>
          <p:cNvGrpSpPr/>
          <p:nvPr/>
        </p:nvGrpSpPr>
        <p:grpSpPr>
          <a:xfrm>
            <a:off x="2173841" y="4053505"/>
            <a:ext cx="382096" cy="371911"/>
            <a:chOff x="-37190575" y="1951325"/>
            <a:chExt cx="324525" cy="315875"/>
          </a:xfrm>
        </p:grpSpPr>
        <p:sp>
          <p:nvSpPr>
            <p:cNvPr id="9664" name="Google Shape;9664;p101"/>
            <p:cNvSpPr/>
            <p:nvPr/>
          </p:nvSpPr>
          <p:spPr>
            <a:xfrm>
              <a:off x="-37190575" y="1951325"/>
              <a:ext cx="324525" cy="315875"/>
            </a:xfrm>
            <a:custGeom>
              <a:rect b="b" l="l" r="r" t="t"/>
              <a:pathLst>
                <a:path extrusionOk="0" h="12635" w="12981">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5" name="Google Shape;9665;p101"/>
            <p:cNvSpPr/>
            <p:nvPr/>
          </p:nvSpPr>
          <p:spPr>
            <a:xfrm>
              <a:off x="-37081875" y="2162600"/>
              <a:ext cx="72475" cy="63100"/>
            </a:xfrm>
            <a:custGeom>
              <a:rect b="b" l="l" r="r" t="t"/>
              <a:pathLst>
                <a:path extrusionOk="0" h="2524" w="2899">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6" name="Google Shape;9666;p101"/>
            <p:cNvSpPr/>
            <p:nvPr/>
          </p:nvSpPr>
          <p:spPr>
            <a:xfrm>
              <a:off x="-37144875" y="2099025"/>
              <a:ext cx="72475" cy="62875"/>
            </a:xfrm>
            <a:custGeom>
              <a:rect b="b" l="l" r="r" t="t"/>
              <a:pathLst>
                <a:path extrusionOk="0" h="2515" w="2899">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7" name="Google Shape;9667;p101"/>
            <p:cNvSpPr/>
            <p:nvPr/>
          </p:nvSpPr>
          <p:spPr>
            <a:xfrm>
              <a:off x="-37123625" y="2014875"/>
              <a:ext cx="71700" cy="62775"/>
            </a:xfrm>
            <a:custGeom>
              <a:rect b="b" l="l" r="r" t="t"/>
              <a:pathLst>
                <a:path extrusionOk="0" h="2511" w="2868">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8" name="Google Shape;9668;p101"/>
            <p:cNvSpPr/>
            <p:nvPr/>
          </p:nvSpPr>
          <p:spPr>
            <a:xfrm>
              <a:off x="-37039350" y="1993250"/>
              <a:ext cx="71700" cy="63125"/>
            </a:xfrm>
            <a:custGeom>
              <a:rect b="b" l="l" r="r" t="t"/>
              <a:pathLst>
                <a:path extrusionOk="0" h="2525" w="2868">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69" name="Google Shape;9669;p101"/>
          <p:cNvSpPr/>
          <p:nvPr/>
        </p:nvSpPr>
        <p:spPr>
          <a:xfrm>
            <a:off x="2541596" y="1310554"/>
            <a:ext cx="378387" cy="373736"/>
          </a:xfrm>
          <a:custGeom>
            <a:rect b="b" l="l" r="r" t="t"/>
            <a:pathLst>
              <a:path extrusionOk="0" h="12697" w="12855">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70" name="Google Shape;9670;p101"/>
          <p:cNvGrpSpPr/>
          <p:nvPr/>
        </p:nvGrpSpPr>
        <p:grpSpPr>
          <a:xfrm>
            <a:off x="2574144" y="1839656"/>
            <a:ext cx="373736" cy="293055"/>
            <a:chOff x="-41694200" y="2382950"/>
            <a:chExt cx="317425" cy="248900"/>
          </a:xfrm>
        </p:grpSpPr>
        <p:sp>
          <p:nvSpPr>
            <p:cNvPr id="9671" name="Google Shape;9671;p101"/>
            <p:cNvSpPr/>
            <p:nvPr/>
          </p:nvSpPr>
          <p:spPr>
            <a:xfrm>
              <a:off x="-41694200" y="2382950"/>
              <a:ext cx="317425" cy="248900"/>
            </a:xfrm>
            <a:custGeom>
              <a:rect b="b" l="l" r="r" t="t"/>
              <a:pathLst>
                <a:path extrusionOk="0" h="9956" w="12697">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2" name="Google Shape;9672;p101"/>
            <p:cNvSpPr/>
            <p:nvPr/>
          </p:nvSpPr>
          <p:spPr>
            <a:xfrm>
              <a:off x="-41586600" y="2425550"/>
              <a:ext cx="107450" cy="102925"/>
            </a:xfrm>
            <a:custGeom>
              <a:rect b="b" l="l" r="r" t="t"/>
              <a:pathLst>
                <a:path extrusionOk="0" h="4117" w="4298">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73" name="Google Shape;9673;p101"/>
          <p:cNvGrpSpPr/>
          <p:nvPr/>
        </p:nvGrpSpPr>
        <p:grpSpPr>
          <a:xfrm>
            <a:off x="2570967" y="2192964"/>
            <a:ext cx="375591" cy="373766"/>
            <a:chOff x="-41695775" y="2683025"/>
            <a:chExt cx="319000" cy="317450"/>
          </a:xfrm>
        </p:grpSpPr>
        <p:sp>
          <p:nvSpPr>
            <p:cNvPr id="9674" name="Google Shape;9674;p101"/>
            <p:cNvSpPr/>
            <p:nvPr/>
          </p:nvSpPr>
          <p:spPr>
            <a:xfrm>
              <a:off x="-41695775" y="2683025"/>
              <a:ext cx="319000" cy="317450"/>
            </a:xfrm>
            <a:custGeom>
              <a:rect b="b" l="l" r="r" t="t"/>
              <a:pathLst>
                <a:path extrusionOk="0" h="12698" w="1276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5" name="Google Shape;9675;p101"/>
            <p:cNvSpPr/>
            <p:nvPr/>
          </p:nvSpPr>
          <p:spPr>
            <a:xfrm>
              <a:off x="-41615450" y="2813750"/>
              <a:ext cx="152050" cy="144975"/>
            </a:xfrm>
            <a:custGeom>
              <a:rect b="b" l="l" r="r" t="t"/>
              <a:pathLst>
                <a:path extrusionOk="0" h="5799" w="6082">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6" name="Google Shape;9676;p101"/>
            <p:cNvSpPr/>
            <p:nvPr/>
          </p:nvSpPr>
          <p:spPr>
            <a:xfrm>
              <a:off x="-41550075" y="2853950"/>
              <a:ext cx="40200" cy="42550"/>
            </a:xfrm>
            <a:custGeom>
              <a:rect b="b" l="l" r="r" t="t"/>
              <a:pathLst>
                <a:path extrusionOk="0" h="1702" w="1608">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77" name="Google Shape;9677;p101"/>
          <p:cNvGrpSpPr/>
          <p:nvPr/>
        </p:nvGrpSpPr>
        <p:grpSpPr>
          <a:xfrm>
            <a:off x="1313266" y="2685734"/>
            <a:ext cx="342211" cy="375620"/>
            <a:chOff x="-39792875" y="1971800"/>
            <a:chExt cx="290650" cy="319025"/>
          </a:xfrm>
        </p:grpSpPr>
        <p:sp>
          <p:nvSpPr>
            <p:cNvPr id="9678" name="Google Shape;9678;p101"/>
            <p:cNvSpPr/>
            <p:nvPr/>
          </p:nvSpPr>
          <p:spPr>
            <a:xfrm>
              <a:off x="-39667650" y="2145075"/>
              <a:ext cx="40975" cy="41775"/>
            </a:xfrm>
            <a:custGeom>
              <a:rect b="b" l="l" r="r" t="t"/>
              <a:pathLst>
                <a:path extrusionOk="0" h="1671" w="1639">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9" name="Google Shape;9679;p101"/>
            <p:cNvSpPr/>
            <p:nvPr/>
          </p:nvSpPr>
          <p:spPr>
            <a:xfrm>
              <a:off x="-39792875" y="1971800"/>
              <a:ext cx="290650" cy="319025"/>
            </a:xfrm>
            <a:custGeom>
              <a:rect b="b" l="l" r="r" t="t"/>
              <a:pathLst>
                <a:path extrusionOk="0" h="12761" w="11626">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80" name="Google Shape;9680;p101"/>
          <p:cNvSpPr/>
          <p:nvPr/>
        </p:nvSpPr>
        <p:spPr>
          <a:xfrm>
            <a:off x="1296433" y="3581387"/>
            <a:ext cx="371911" cy="373265"/>
          </a:xfrm>
          <a:custGeom>
            <a:rect b="b" l="l" r="r" t="t"/>
            <a:pathLst>
              <a:path extrusionOk="0" h="12681" w="12635">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81" name="Google Shape;9681;p101"/>
          <p:cNvGrpSpPr/>
          <p:nvPr/>
        </p:nvGrpSpPr>
        <p:grpSpPr>
          <a:xfrm>
            <a:off x="3490328" y="2657918"/>
            <a:ext cx="383950" cy="372618"/>
            <a:chOff x="-37956150" y="1948175"/>
            <a:chExt cx="326100" cy="316475"/>
          </a:xfrm>
        </p:grpSpPr>
        <p:sp>
          <p:nvSpPr>
            <p:cNvPr id="9682" name="Google Shape;9682;p101"/>
            <p:cNvSpPr/>
            <p:nvPr/>
          </p:nvSpPr>
          <p:spPr>
            <a:xfrm>
              <a:off x="-37956150" y="1948175"/>
              <a:ext cx="326100" cy="316475"/>
            </a:xfrm>
            <a:custGeom>
              <a:rect b="b" l="l" r="r" t="t"/>
              <a:pathLst>
                <a:path extrusionOk="0" h="12659" w="13044">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3" name="Google Shape;9683;p101"/>
            <p:cNvSpPr/>
            <p:nvPr/>
          </p:nvSpPr>
          <p:spPr>
            <a:xfrm>
              <a:off x="-37729300" y="2054500"/>
              <a:ext cx="25" cy="25"/>
            </a:xfrm>
            <a:custGeom>
              <a:rect b="b" l="l" r="r" t="t"/>
              <a:pathLst>
                <a:path extrusionOk="0" h="1" w="1">
                  <a:moveTo>
                    <a:pt x="0" y="1"/>
                  </a:move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4" name="Google Shape;9684;p101"/>
            <p:cNvSpPr/>
            <p:nvPr/>
          </p:nvSpPr>
          <p:spPr>
            <a:xfrm>
              <a:off x="-37839575" y="2058625"/>
              <a:ext cx="81950" cy="34300"/>
            </a:xfrm>
            <a:custGeom>
              <a:rect b="b" l="l" r="r" t="t"/>
              <a:pathLst>
                <a:path extrusionOk="0" h="1372" w="3278">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85" name="Google Shape;9685;p101"/>
          <p:cNvGrpSpPr/>
          <p:nvPr/>
        </p:nvGrpSpPr>
        <p:grpSpPr>
          <a:xfrm>
            <a:off x="1323705" y="3133960"/>
            <a:ext cx="324609" cy="374825"/>
            <a:chOff x="-39783425" y="2337925"/>
            <a:chExt cx="275700" cy="318350"/>
          </a:xfrm>
        </p:grpSpPr>
        <p:sp>
          <p:nvSpPr>
            <p:cNvPr id="9686" name="Google Shape;9686;p101"/>
            <p:cNvSpPr/>
            <p:nvPr/>
          </p:nvSpPr>
          <p:spPr>
            <a:xfrm>
              <a:off x="-39739325" y="2468600"/>
              <a:ext cx="194575" cy="148500"/>
            </a:xfrm>
            <a:custGeom>
              <a:rect b="b" l="l" r="r" t="t"/>
              <a:pathLst>
                <a:path extrusionOk="0" h="5940" w="7783">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7" name="Google Shape;9687;p101"/>
            <p:cNvSpPr/>
            <p:nvPr/>
          </p:nvSpPr>
          <p:spPr>
            <a:xfrm>
              <a:off x="-39783425" y="2337925"/>
              <a:ext cx="275700" cy="318350"/>
            </a:xfrm>
            <a:custGeom>
              <a:rect b="b" l="l" r="r" t="t"/>
              <a:pathLst>
                <a:path extrusionOk="0" h="12734" w="11028">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88" name="Google Shape;9688;p101"/>
          <p:cNvGrpSpPr/>
          <p:nvPr/>
        </p:nvGrpSpPr>
        <p:grpSpPr>
          <a:xfrm>
            <a:off x="3497847" y="3165172"/>
            <a:ext cx="375620" cy="243015"/>
            <a:chOff x="-37953000" y="2379000"/>
            <a:chExt cx="319025" cy="206400"/>
          </a:xfrm>
        </p:grpSpPr>
        <p:sp>
          <p:nvSpPr>
            <p:cNvPr id="9689" name="Google Shape;9689;p101"/>
            <p:cNvSpPr/>
            <p:nvPr/>
          </p:nvSpPr>
          <p:spPr>
            <a:xfrm>
              <a:off x="-37953000" y="2379000"/>
              <a:ext cx="319025" cy="206400"/>
            </a:xfrm>
            <a:custGeom>
              <a:rect b="b" l="l" r="r" t="t"/>
              <a:pathLst>
                <a:path extrusionOk="0" h="8256" w="12761">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0" name="Google Shape;9690;p101"/>
            <p:cNvSpPr/>
            <p:nvPr/>
          </p:nvSpPr>
          <p:spPr>
            <a:xfrm>
              <a:off x="-37780500" y="2419975"/>
              <a:ext cx="110300" cy="104075"/>
            </a:xfrm>
            <a:custGeom>
              <a:rect b="b" l="l" r="r" t="t"/>
              <a:pathLst>
                <a:path extrusionOk="0" h="4163" w="4412">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1" name="Google Shape;9691;p101"/>
            <p:cNvSpPr/>
            <p:nvPr/>
          </p:nvSpPr>
          <p:spPr>
            <a:xfrm>
              <a:off x="-37910450" y="2419975"/>
              <a:ext cx="103200" cy="21275"/>
            </a:xfrm>
            <a:custGeom>
              <a:rect b="b" l="l" r="r" t="t"/>
              <a:pathLst>
                <a:path extrusionOk="0" h="851" w="4128">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2" name="Google Shape;9692;p101"/>
            <p:cNvSpPr/>
            <p:nvPr/>
          </p:nvSpPr>
          <p:spPr>
            <a:xfrm>
              <a:off x="-37910450" y="2461700"/>
              <a:ext cx="103200" cy="21300"/>
            </a:xfrm>
            <a:custGeom>
              <a:rect b="b" l="l" r="r" t="t"/>
              <a:pathLst>
                <a:path extrusionOk="0" h="852" w="4128">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3" name="Google Shape;9693;p101"/>
            <p:cNvSpPr/>
            <p:nvPr/>
          </p:nvSpPr>
          <p:spPr>
            <a:xfrm>
              <a:off x="-37910450" y="2502675"/>
              <a:ext cx="103200" cy="22075"/>
            </a:xfrm>
            <a:custGeom>
              <a:rect b="b" l="l" r="r" t="t"/>
              <a:pathLst>
                <a:path extrusionOk="0" h="883" w="4128">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94" name="Google Shape;9694;p101"/>
          <p:cNvSpPr/>
          <p:nvPr/>
        </p:nvSpPr>
        <p:spPr>
          <a:xfrm>
            <a:off x="3490950" y="3580681"/>
            <a:ext cx="385805" cy="374678"/>
          </a:xfrm>
          <a:custGeom>
            <a:rect b="b" l="l" r="r" t="t"/>
            <a:pathLst>
              <a:path extrusionOk="0" h="12729" w="13107">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5" name="Google Shape;9695;p101"/>
          <p:cNvSpPr/>
          <p:nvPr/>
        </p:nvSpPr>
        <p:spPr>
          <a:xfrm>
            <a:off x="2669201" y="4052562"/>
            <a:ext cx="268977" cy="373766"/>
          </a:xfrm>
          <a:custGeom>
            <a:rect b="b" l="l" r="r" t="t"/>
            <a:pathLst>
              <a:path extrusionOk="0" h="12698" w="9138">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6" name="Google Shape;9696;p101"/>
          <p:cNvSpPr txBox="1"/>
          <p:nvPr>
            <p:ph idx="4294967295" type="title"/>
          </p:nvPr>
        </p:nvSpPr>
        <p:spPr>
          <a:xfrm>
            <a:off x="849675" y="511017"/>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Educational Icons</a:t>
            </a:r>
            <a:endParaRPr>
              <a:solidFill>
                <a:schemeClr val="lt1"/>
              </a:solidFill>
              <a:latin typeface="Arial"/>
              <a:ea typeface="Arial"/>
              <a:cs typeface="Arial"/>
              <a:sym typeface="Arial"/>
            </a:endParaRPr>
          </a:p>
        </p:txBody>
      </p:sp>
      <p:sp>
        <p:nvSpPr>
          <p:cNvPr id="9697" name="Google Shape;9697;p101"/>
          <p:cNvSpPr txBox="1"/>
          <p:nvPr>
            <p:ph idx="4294967295" type="title"/>
          </p:nvPr>
        </p:nvSpPr>
        <p:spPr>
          <a:xfrm>
            <a:off x="4858400" y="511017"/>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Medical Icons</a:t>
            </a:r>
            <a:endParaRPr>
              <a:solidFill>
                <a:schemeClr val="lt1"/>
              </a:solidFill>
              <a:latin typeface="Arial"/>
              <a:ea typeface="Arial"/>
              <a:cs typeface="Arial"/>
              <a:sym typeface="Arial"/>
            </a:endParaRPr>
          </a:p>
        </p:txBody>
      </p:sp>
      <p:sp>
        <p:nvSpPr>
          <p:cNvPr id="9698" name="Google Shape;9698;p101"/>
          <p:cNvSpPr/>
          <p:nvPr/>
        </p:nvSpPr>
        <p:spPr>
          <a:xfrm>
            <a:off x="4856545" y="1355406"/>
            <a:ext cx="353180" cy="314589"/>
          </a:xfrm>
          <a:custGeom>
            <a:rect b="b" l="l" r="r" t="t"/>
            <a:pathLst>
              <a:path extrusionOk="0" h="10524" w="11815">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99" name="Google Shape;9699;p101"/>
          <p:cNvGrpSpPr/>
          <p:nvPr/>
        </p:nvGrpSpPr>
        <p:grpSpPr>
          <a:xfrm>
            <a:off x="4855594" y="1782519"/>
            <a:ext cx="354107" cy="355063"/>
            <a:chOff x="-28467625" y="2331750"/>
            <a:chExt cx="296150" cy="296950"/>
          </a:xfrm>
        </p:grpSpPr>
        <p:sp>
          <p:nvSpPr>
            <p:cNvPr id="9700" name="Google Shape;9700;p101"/>
            <p:cNvSpPr/>
            <p:nvPr/>
          </p:nvSpPr>
          <p:spPr>
            <a:xfrm>
              <a:off x="-28467625" y="2331750"/>
              <a:ext cx="296150" cy="296950"/>
            </a:xfrm>
            <a:custGeom>
              <a:rect b="b" l="l" r="r" t="t"/>
              <a:pathLst>
                <a:path extrusionOk="0" h="11878" w="11846">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1" name="Google Shape;9701;p101"/>
            <p:cNvSpPr/>
            <p:nvPr/>
          </p:nvSpPr>
          <p:spPr>
            <a:xfrm>
              <a:off x="-28371550" y="2419175"/>
              <a:ext cx="121325" cy="121325"/>
            </a:xfrm>
            <a:custGeom>
              <a:rect b="b" l="l" r="r" t="t"/>
              <a:pathLst>
                <a:path extrusionOk="0" h="4853" w="4853">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02" name="Google Shape;9702;p101"/>
          <p:cNvGrpSpPr/>
          <p:nvPr/>
        </p:nvGrpSpPr>
        <p:grpSpPr>
          <a:xfrm>
            <a:off x="4869719" y="2225601"/>
            <a:ext cx="325858" cy="351327"/>
            <a:chOff x="-28461325" y="2701925"/>
            <a:chExt cx="272525" cy="293825"/>
          </a:xfrm>
        </p:grpSpPr>
        <p:sp>
          <p:nvSpPr>
            <p:cNvPr id="9703" name="Google Shape;9703;p101"/>
            <p:cNvSpPr/>
            <p:nvPr/>
          </p:nvSpPr>
          <p:spPr>
            <a:xfrm>
              <a:off x="-28427475" y="2789200"/>
              <a:ext cx="54375" cy="80525"/>
            </a:xfrm>
            <a:custGeom>
              <a:rect b="b" l="l" r="r" t="t"/>
              <a:pathLst>
                <a:path extrusionOk="0" h="3221" w="2175">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4" name="Google Shape;9704;p101"/>
            <p:cNvSpPr/>
            <p:nvPr/>
          </p:nvSpPr>
          <p:spPr>
            <a:xfrm>
              <a:off x="-28362875" y="2824025"/>
              <a:ext cx="124475" cy="103200"/>
            </a:xfrm>
            <a:custGeom>
              <a:rect b="b" l="l" r="r" t="t"/>
              <a:pathLst>
                <a:path extrusionOk="0" h="4128" w="4979">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5" name="Google Shape;9705;p101"/>
            <p:cNvSpPr/>
            <p:nvPr/>
          </p:nvSpPr>
          <p:spPr>
            <a:xfrm>
              <a:off x="-28461325" y="2701925"/>
              <a:ext cx="272525" cy="293825"/>
            </a:xfrm>
            <a:custGeom>
              <a:rect b="b" l="l" r="r" t="t"/>
              <a:pathLst>
                <a:path extrusionOk="0" h="11753" w="10901">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06" name="Google Shape;9706;p101"/>
          <p:cNvGrpSpPr/>
          <p:nvPr/>
        </p:nvGrpSpPr>
        <p:grpSpPr>
          <a:xfrm>
            <a:off x="7093910" y="1399238"/>
            <a:ext cx="354107" cy="226974"/>
            <a:chOff x="-26585200" y="2025375"/>
            <a:chExt cx="296150" cy="189825"/>
          </a:xfrm>
        </p:grpSpPr>
        <p:sp>
          <p:nvSpPr>
            <p:cNvPr id="9707" name="Google Shape;9707;p101"/>
            <p:cNvSpPr/>
            <p:nvPr/>
          </p:nvSpPr>
          <p:spPr>
            <a:xfrm>
              <a:off x="-26340250" y="2127750"/>
              <a:ext cx="51200" cy="70125"/>
            </a:xfrm>
            <a:custGeom>
              <a:rect b="b" l="l" r="r" t="t"/>
              <a:pathLst>
                <a:path extrusionOk="0" h="2805" w="2048">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8" name="Google Shape;9708;p101"/>
            <p:cNvSpPr/>
            <p:nvPr/>
          </p:nvSpPr>
          <p:spPr>
            <a:xfrm>
              <a:off x="-26585200" y="2025375"/>
              <a:ext cx="295375" cy="189825"/>
            </a:xfrm>
            <a:custGeom>
              <a:rect b="b" l="l" r="r" t="t"/>
              <a:pathLst>
                <a:path extrusionOk="0" h="7593" w="11815">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9" name="Google Shape;9709;p101"/>
            <p:cNvSpPr/>
            <p:nvPr/>
          </p:nvSpPr>
          <p:spPr>
            <a:xfrm>
              <a:off x="-26480450" y="2093100"/>
              <a:ext cx="18125" cy="18150"/>
            </a:xfrm>
            <a:custGeom>
              <a:rect b="b" l="l" r="r" t="t"/>
              <a:pathLst>
                <a:path extrusionOk="0" h="726" w="725">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0" name="Google Shape;9710;p101"/>
            <p:cNvSpPr/>
            <p:nvPr/>
          </p:nvSpPr>
          <p:spPr>
            <a:xfrm>
              <a:off x="-26480450" y="2127750"/>
              <a:ext cx="18125" cy="17350"/>
            </a:xfrm>
            <a:custGeom>
              <a:rect b="b" l="l" r="r" t="t"/>
              <a:pathLst>
                <a:path extrusionOk="0" h="694" w="725">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1" name="Google Shape;9711;p101"/>
            <p:cNvSpPr/>
            <p:nvPr/>
          </p:nvSpPr>
          <p:spPr>
            <a:xfrm>
              <a:off x="-26480450" y="2162425"/>
              <a:ext cx="18125" cy="17350"/>
            </a:xfrm>
            <a:custGeom>
              <a:rect b="b" l="l" r="r" t="t"/>
              <a:pathLst>
                <a:path extrusionOk="0" h="694" w="725">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12" name="Google Shape;9712;p101"/>
          <p:cNvGrpSpPr/>
          <p:nvPr/>
        </p:nvGrpSpPr>
        <p:grpSpPr>
          <a:xfrm>
            <a:off x="7094373" y="1783461"/>
            <a:ext cx="353180" cy="353180"/>
            <a:chOff x="-26584425" y="2340425"/>
            <a:chExt cx="295375" cy="295375"/>
          </a:xfrm>
        </p:grpSpPr>
        <p:sp>
          <p:nvSpPr>
            <p:cNvPr id="9713" name="Google Shape;9713;p101"/>
            <p:cNvSpPr/>
            <p:nvPr/>
          </p:nvSpPr>
          <p:spPr>
            <a:xfrm>
              <a:off x="-26462350" y="2463275"/>
              <a:ext cx="51225" cy="51225"/>
            </a:xfrm>
            <a:custGeom>
              <a:rect b="b" l="l" r="r" t="t"/>
              <a:pathLst>
                <a:path extrusionOk="0" h="2049" w="2049">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4" name="Google Shape;9714;p101"/>
            <p:cNvSpPr/>
            <p:nvPr/>
          </p:nvSpPr>
          <p:spPr>
            <a:xfrm>
              <a:off x="-26500150" y="2376650"/>
              <a:ext cx="121325" cy="75175"/>
            </a:xfrm>
            <a:custGeom>
              <a:rect b="b" l="l" r="r" t="t"/>
              <a:pathLst>
                <a:path extrusionOk="0" h="3007" w="4853">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5" name="Google Shape;9715;p101"/>
            <p:cNvSpPr/>
            <p:nvPr/>
          </p:nvSpPr>
          <p:spPr>
            <a:xfrm>
              <a:off x="-26549775" y="2480750"/>
              <a:ext cx="95325" cy="105425"/>
            </a:xfrm>
            <a:custGeom>
              <a:rect b="b" l="l" r="r" t="t"/>
              <a:pathLst>
                <a:path extrusionOk="0" h="4217" w="3813">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6" name="Google Shape;9716;p101"/>
            <p:cNvSpPr/>
            <p:nvPr/>
          </p:nvSpPr>
          <p:spPr>
            <a:xfrm>
              <a:off x="-26421375" y="2481400"/>
              <a:ext cx="96900" cy="104000"/>
            </a:xfrm>
            <a:custGeom>
              <a:rect b="b" l="l" r="r" t="t"/>
              <a:pathLst>
                <a:path extrusionOk="0" h="4160" w="3876">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7" name="Google Shape;9717;p101"/>
            <p:cNvSpPr/>
            <p:nvPr/>
          </p:nvSpPr>
          <p:spPr>
            <a:xfrm>
              <a:off x="-26584425" y="2340425"/>
              <a:ext cx="295375" cy="295375"/>
            </a:xfrm>
            <a:custGeom>
              <a:rect b="b" l="l" r="r" t="t"/>
              <a:pathLst>
                <a:path extrusionOk="0" h="11815" w="11815">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18" name="Google Shape;9718;p101"/>
          <p:cNvGrpSpPr/>
          <p:nvPr/>
        </p:nvGrpSpPr>
        <p:grpSpPr>
          <a:xfrm>
            <a:off x="7089202" y="2224555"/>
            <a:ext cx="363523" cy="353419"/>
            <a:chOff x="-26585200" y="2710400"/>
            <a:chExt cx="304025" cy="295575"/>
          </a:xfrm>
        </p:grpSpPr>
        <p:sp>
          <p:nvSpPr>
            <p:cNvPr id="9719" name="Google Shape;9719;p101"/>
            <p:cNvSpPr/>
            <p:nvPr/>
          </p:nvSpPr>
          <p:spPr>
            <a:xfrm>
              <a:off x="-26585200" y="2710400"/>
              <a:ext cx="304025" cy="295575"/>
            </a:xfrm>
            <a:custGeom>
              <a:rect b="b" l="l" r="r" t="t"/>
              <a:pathLst>
                <a:path extrusionOk="0" h="11823" w="12161">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0" name="Google Shape;9720;p101"/>
            <p:cNvSpPr/>
            <p:nvPr/>
          </p:nvSpPr>
          <p:spPr>
            <a:xfrm>
              <a:off x="-26495425" y="2801375"/>
              <a:ext cx="118175" cy="113250"/>
            </a:xfrm>
            <a:custGeom>
              <a:rect b="b" l="l" r="r" t="t"/>
              <a:pathLst>
                <a:path extrusionOk="0" h="4530" w="4727">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1" name="Google Shape;9721;p101"/>
            <p:cNvSpPr/>
            <p:nvPr/>
          </p:nvSpPr>
          <p:spPr>
            <a:xfrm>
              <a:off x="-26375700" y="2956325"/>
              <a:ext cx="17350" cy="18150"/>
            </a:xfrm>
            <a:custGeom>
              <a:rect b="b" l="l" r="r" t="t"/>
              <a:pathLst>
                <a:path extrusionOk="0" h="726" w="694">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2" name="Google Shape;9722;p101"/>
            <p:cNvSpPr/>
            <p:nvPr/>
          </p:nvSpPr>
          <p:spPr>
            <a:xfrm>
              <a:off x="-26339475" y="2920100"/>
              <a:ext cx="18150" cy="18150"/>
            </a:xfrm>
            <a:custGeom>
              <a:rect b="b" l="l" r="r" t="t"/>
              <a:pathLst>
                <a:path extrusionOk="0" h="726" w="726">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3" name="Google Shape;9723;p101"/>
            <p:cNvSpPr/>
            <p:nvPr/>
          </p:nvSpPr>
          <p:spPr>
            <a:xfrm>
              <a:off x="-26363900" y="2895675"/>
              <a:ext cx="17350" cy="17375"/>
            </a:xfrm>
            <a:custGeom>
              <a:rect b="b" l="l" r="r" t="t"/>
              <a:pathLst>
                <a:path extrusionOk="0" h="695" w="694">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4" name="Google Shape;9724;p101"/>
            <p:cNvSpPr/>
            <p:nvPr/>
          </p:nvSpPr>
          <p:spPr>
            <a:xfrm>
              <a:off x="-26369400" y="2925625"/>
              <a:ext cx="17350" cy="18125"/>
            </a:xfrm>
            <a:custGeom>
              <a:rect b="b" l="l" r="r" t="t"/>
              <a:pathLst>
                <a:path extrusionOk="0" h="725" w="694">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5" name="Google Shape;9725;p101"/>
            <p:cNvSpPr/>
            <p:nvPr/>
          </p:nvSpPr>
          <p:spPr>
            <a:xfrm>
              <a:off x="-26400125" y="2932125"/>
              <a:ext cx="17350" cy="17150"/>
            </a:xfrm>
            <a:custGeom>
              <a:rect b="b" l="l" r="r" t="t"/>
              <a:pathLst>
                <a:path extrusionOk="0" h="686" w="694">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6" name="Google Shape;9726;p101"/>
            <p:cNvSpPr/>
            <p:nvPr/>
          </p:nvSpPr>
          <p:spPr>
            <a:xfrm>
              <a:off x="-26528500" y="2804325"/>
              <a:ext cx="18125" cy="17350"/>
            </a:xfrm>
            <a:custGeom>
              <a:rect b="b" l="l" r="r" t="t"/>
              <a:pathLst>
                <a:path extrusionOk="0" h="694" w="725">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7" name="Google Shape;9727;p101"/>
            <p:cNvSpPr/>
            <p:nvPr/>
          </p:nvSpPr>
          <p:spPr>
            <a:xfrm>
              <a:off x="-26490700" y="2768100"/>
              <a:ext cx="17350" cy="17150"/>
            </a:xfrm>
            <a:custGeom>
              <a:rect b="b" l="l" r="r" t="t"/>
              <a:pathLst>
                <a:path extrusionOk="0" h="686" w="694">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8" name="Google Shape;9728;p101"/>
            <p:cNvSpPr/>
            <p:nvPr/>
          </p:nvSpPr>
          <p:spPr>
            <a:xfrm>
              <a:off x="-26515100" y="2742900"/>
              <a:ext cx="17350" cy="18125"/>
            </a:xfrm>
            <a:custGeom>
              <a:rect b="b" l="l" r="r" t="t"/>
              <a:pathLst>
                <a:path extrusionOk="0" h="725" w="694">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9" name="Google Shape;9729;p101"/>
            <p:cNvSpPr/>
            <p:nvPr/>
          </p:nvSpPr>
          <p:spPr>
            <a:xfrm>
              <a:off x="-26522200" y="2774400"/>
              <a:ext cx="17350" cy="15975"/>
            </a:xfrm>
            <a:custGeom>
              <a:rect b="b" l="l" r="r" t="t"/>
              <a:pathLst>
                <a:path extrusionOk="0" h="639" w="694">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0" name="Google Shape;9730;p101"/>
            <p:cNvSpPr/>
            <p:nvPr/>
          </p:nvSpPr>
          <p:spPr>
            <a:xfrm>
              <a:off x="-26552925" y="2779125"/>
              <a:ext cx="17350" cy="18125"/>
            </a:xfrm>
            <a:custGeom>
              <a:rect b="b" l="l" r="r" t="t"/>
              <a:pathLst>
                <a:path extrusionOk="0" h="725" w="694">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31" name="Google Shape;9731;p101"/>
          <p:cNvGrpSpPr/>
          <p:nvPr/>
        </p:nvGrpSpPr>
        <p:grpSpPr>
          <a:xfrm>
            <a:off x="5744337" y="2666033"/>
            <a:ext cx="354136" cy="353210"/>
            <a:chOff x="-24709875" y="1970225"/>
            <a:chExt cx="296175" cy="295400"/>
          </a:xfrm>
        </p:grpSpPr>
        <p:sp>
          <p:nvSpPr>
            <p:cNvPr id="9732" name="Google Shape;9732;p101"/>
            <p:cNvSpPr/>
            <p:nvPr/>
          </p:nvSpPr>
          <p:spPr>
            <a:xfrm>
              <a:off x="-24709875" y="1970225"/>
              <a:ext cx="296175" cy="295400"/>
            </a:xfrm>
            <a:custGeom>
              <a:rect b="b" l="l" r="r" t="t"/>
              <a:pathLst>
                <a:path extrusionOk="0" h="11816" w="11847">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3" name="Google Shape;9733;p101"/>
            <p:cNvSpPr/>
            <p:nvPr/>
          </p:nvSpPr>
          <p:spPr>
            <a:xfrm>
              <a:off x="-24639775" y="2092325"/>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34" name="Google Shape;9734;p101"/>
          <p:cNvGrpSpPr/>
          <p:nvPr/>
        </p:nvGrpSpPr>
        <p:grpSpPr>
          <a:xfrm>
            <a:off x="5776352" y="3112911"/>
            <a:ext cx="290107" cy="354107"/>
            <a:chOff x="-24683100" y="2340425"/>
            <a:chExt cx="242625" cy="296150"/>
          </a:xfrm>
        </p:grpSpPr>
        <p:sp>
          <p:nvSpPr>
            <p:cNvPr id="9735" name="Google Shape;9735;p101"/>
            <p:cNvSpPr/>
            <p:nvPr/>
          </p:nvSpPr>
          <p:spPr>
            <a:xfrm>
              <a:off x="-24683100" y="2392400"/>
              <a:ext cx="104000" cy="244175"/>
            </a:xfrm>
            <a:custGeom>
              <a:rect b="b" l="l" r="r" t="t"/>
              <a:pathLst>
                <a:path extrusionOk="0" h="9767" w="416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6" name="Google Shape;9736;p101"/>
            <p:cNvSpPr/>
            <p:nvPr/>
          </p:nvSpPr>
          <p:spPr>
            <a:xfrm>
              <a:off x="-24649225" y="2541250"/>
              <a:ext cx="26800" cy="60675"/>
            </a:xfrm>
            <a:custGeom>
              <a:rect b="b" l="l" r="r" t="t"/>
              <a:pathLst>
                <a:path extrusionOk="0" h="2427" w="1072">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7" name="Google Shape;9737;p101"/>
            <p:cNvSpPr/>
            <p:nvPr/>
          </p:nvSpPr>
          <p:spPr>
            <a:xfrm>
              <a:off x="-24544475" y="2340425"/>
              <a:ext cx="104000" cy="244175"/>
            </a:xfrm>
            <a:custGeom>
              <a:rect b="b" l="l" r="r" t="t"/>
              <a:pathLst>
                <a:path extrusionOk="0" h="9767" w="416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8" name="Google Shape;9738;p101"/>
            <p:cNvSpPr/>
            <p:nvPr/>
          </p:nvSpPr>
          <p:spPr>
            <a:xfrm>
              <a:off x="-24501150" y="2375075"/>
              <a:ext cx="26800" cy="60675"/>
            </a:xfrm>
            <a:custGeom>
              <a:rect b="b" l="l" r="r" t="t"/>
              <a:pathLst>
                <a:path extrusionOk="0" h="2427" w="1072">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39" name="Google Shape;9739;p101"/>
          <p:cNvSpPr/>
          <p:nvPr/>
        </p:nvSpPr>
        <p:spPr>
          <a:xfrm>
            <a:off x="5776789" y="3554076"/>
            <a:ext cx="290077" cy="354136"/>
          </a:xfrm>
          <a:custGeom>
            <a:rect b="b" l="l" r="r" t="t"/>
            <a:pathLst>
              <a:path extrusionOk="0" h="11847" w="9704">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40" name="Google Shape;9740;p101"/>
          <p:cNvGrpSpPr/>
          <p:nvPr/>
        </p:nvGrpSpPr>
        <p:grpSpPr>
          <a:xfrm>
            <a:off x="7982594" y="2666033"/>
            <a:ext cx="360713" cy="353210"/>
            <a:chOff x="-22881800" y="1971800"/>
            <a:chExt cx="301675" cy="295400"/>
          </a:xfrm>
        </p:grpSpPr>
        <p:sp>
          <p:nvSpPr>
            <p:cNvPr id="9741" name="Google Shape;9741;p101"/>
            <p:cNvSpPr/>
            <p:nvPr/>
          </p:nvSpPr>
          <p:spPr>
            <a:xfrm>
              <a:off x="-22773100" y="2041900"/>
              <a:ext cx="86650" cy="86675"/>
            </a:xfrm>
            <a:custGeom>
              <a:rect b="b" l="l" r="r" t="t"/>
              <a:pathLst>
                <a:path extrusionOk="0" h="3467" w="3466">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2" name="Google Shape;9742;p101"/>
            <p:cNvSpPr/>
            <p:nvPr/>
          </p:nvSpPr>
          <p:spPr>
            <a:xfrm>
              <a:off x="-22737675" y="2145075"/>
              <a:ext cx="51225" cy="51225"/>
            </a:xfrm>
            <a:custGeom>
              <a:rect b="b" l="l" r="r" t="t"/>
              <a:pathLst>
                <a:path extrusionOk="0" h="2049" w="2049">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3" name="Google Shape;9743;p101"/>
            <p:cNvSpPr/>
            <p:nvPr/>
          </p:nvSpPr>
          <p:spPr>
            <a:xfrm>
              <a:off x="-22807775" y="2110425"/>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4" name="Google Shape;9744;p101"/>
            <p:cNvSpPr/>
            <p:nvPr/>
          </p:nvSpPr>
          <p:spPr>
            <a:xfrm>
              <a:off x="-22773100" y="2163200"/>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5" name="Google Shape;9745;p101"/>
            <p:cNvSpPr/>
            <p:nvPr/>
          </p:nvSpPr>
          <p:spPr>
            <a:xfrm>
              <a:off x="-22669150" y="2110425"/>
              <a:ext cx="18150" cy="18150"/>
            </a:xfrm>
            <a:custGeom>
              <a:rect b="b" l="l" r="r" t="t"/>
              <a:pathLst>
                <a:path extrusionOk="0" h="726" w="726">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6" name="Google Shape;9746;p101"/>
            <p:cNvSpPr/>
            <p:nvPr/>
          </p:nvSpPr>
          <p:spPr>
            <a:xfrm>
              <a:off x="-22881800" y="1971800"/>
              <a:ext cx="301675" cy="295400"/>
            </a:xfrm>
            <a:custGeom>
              <a:rect b="b" l="l" r="r" t="t"/>
              <a:pathLst>
                <a:path extrusionOk="0" h="11816" w="12067">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47" name="Google Shape;9747;p101"/>
          <p:cNvSpPr/>
          <p:nvPr/>
        </p:nvSpPr>
        <p:spPr>
          <a:xfrm>
            <a:off x="5316091" y="1335633"/>
            <a:ext cx="314589" cy="354136"/>
          </a:xfrm>
          <a:custGeom>
            <a:rect b="b" l="l" r="r" t="t"/>
            <a:pathLst>
              <a:path extrusionOk="0" h="11847" w="10524">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8" name="Google Shape;9748;p101"/>
          <p:cNvSpPr/>
          <p:nvPr/>
        </p:nvSpPr>
        <p:spPr>
          <a:xfrm>
            <a:off x="5294434" y="1783074"/>
            <a:ext cx="357903" cy="353897"/>
          </a:xfrm>
          <a:custGeom>
            <a:rect b="b" l="l" r="r" t="t"/>
            <a:pathLst>
              <a:path extrusionOk="0" h="11839" w="11973">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49" name="Google Shape;9749;p101"/>
          <p:cNvGrpSpPr/>
          <p:nvPr/>
        </p:nvGrpSpPr>
        <p:grpSpPr>
          <a:xfrm>
            <a:off x="5358939" y="2224196"/>
            <a:ext cx="227930" cy="354136"/>
            <a:chOff x="-28043900" y="2701925"/>
            <a:chExt cx="190625" cy="296175"/>
          </a:xfrm>
        </p:grpSpPr>
        <p:sp>
          <p:nvSpPr>
            <p:cNvPr id="9750" name="Google Shape;9750;p101"/>
            <p:cNvSpPr/>
            <p:nvPr/>
          </p:nvSpPr>
          <p:spPr>
            <a:xfrm>
              <a:off x="-28043900" y="2701925"/>
              <a:ext cx="190625" cy="296175"/>
            </a:xfrm>
            <a:custGeom>
              <a:rect b="b" l="l" r="r" t="t"/>
              <a:pathLst>
                <a:path extrusionOk="0" h="11847" w="7625">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1" name="Google Shape;9751;p101"/>
            <p:cNvSpPr/>
            <p:nvPr/>
          </p:nvSpPr>
          <p:spPr>
            <a:xfrm>
              <a:off x="-27976950" y="2910650"/>
              <a:ext cx="18150" cy="17350"/>
            </a:xfrm>
            <a:custGeom>
              <a:rect b="b" l="l" r="r" t="t"/>
              <a:pathLst>
                <a:path extrusionOk="0" h="694" w="726">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2" name="Google Shape;9752;p101"/>
            <p:cNvSpPr/>
            <p:nvPr/>
          </p:nvSpPr>
          <p:spPr>
            <a:xfrm>
              <a:off x="-27924175" y="2927975"/>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3" name="Google Shape;9753;p101"/>
            <p:cNvSpPr/>
            <p:nvPr/>
          </p:nvSpPr>
          <p:spPr>
            <a:xfrm>
              <a:off x="-27976950" y="2946100"/>
              <a:ext cx="18150" cy="17350"/>
            </a:xfrm>
            <a:custGeom>
              <a:rect b="b" l="l" r="r" t="t"/>
              <a:pathLst>
                <a:path extrusionOk="0" h="694" w="726">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4" name="Google Shape;9754;p101"/>
            <p:cNvSpPr/>
            <p:nvPr/>
          </p:nvSpPr>
          <p:spPr>
            <a:xfrm>
              <a:off x="-28010800" y="2893325"/>
              <a:ext cx="17350" cy="18150"/>
            </a:xfrm>
            <a:custGeom>
              <a:rect b="b" l="l" r="r" t="t"/>
              <a:pathLst>
                <a:path extrusionOk="0" h="726" w="694">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55" name="Google Shape;9755;p101"/>
          <p:cNvGrpSpPr/>
          <p:nvPr/>
        </p:nvGrpSpPr>
        <p:grpSpPr>
          <a:xfrm>
            <a:off x="7531805" y="1336135"/>
            <a:ext cx="354136" cy="353180"/>
            <a:chOff x="-26215025" y="1971025"/>
            <a:chExt cx="296175" cy="295375"/>
          </a:xfrm>
        </p:grpSpPr>
        <p:sp>
          <p:nvSpPr>
            <p:cNvPr id="9756" name="Google Shape;9756;p101"/>
            <p:cNvSpPr/>
            <p:nvPr/>
          </p:nvSpPr>
          <p:spPr>
            <a:xfrm>
              <a:off x="-26092950" y="1971025"/>
              <a:ext cx="51225" cy="225275"/>
            </a:xfrm>
            <a:custGeom>
              <a:rect b="b" l="l" r="r" t="t"/>
              <a:pathLst>
                <a:path extrusionOk="0" h="9011" w="2049">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7" name="Google Shape;9757;p101"/>
            <p:cNvSpPr/>
            <p:nvPr/>
          </p:nvSpPr>
          <p:spPr>
            <a:xfrm>
              <a:off x="-26179575" y="221440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8" name="Google Shape;9758;p101"/>
            <p:cNvSpPr/>
            <p:nvPr/>
          </p:nvSpPr>
          <p:spPr>
            <a:xfrm>
              <a:off x="-26163050" y="2178950"/>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9" name="Google Shape;9759;p101"/>
            <p:cNvSpPr/>
            <p:nvPr/>
          </p:nvSpPr>
          <p:spPr>
            <a:xfrm>
              <a:off x="-26145725" y="2214400"/>
              <a:ext cx="18150" cy="17350"/>
            </a:xfrm>
            <a:custGeom>
              <a:rect b="b" l="l" r="r" t="t"/>
              <a:pathLst>
                <a:path extrusionOk="0" h="694" w="726">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0" name="Google Shape;9760;p101"/>
            <p:cNvSpPr/>
            <p:nvPr/>
          </p:nvSpPr>
          <p:spPr>
            <a:xfrm>
              <a:off x="-25988975" y="2178950"/>
              <a:ext cx="18125" cy="17350"/>
            </a:xfrm>
            <a:custGeom>
              <a:rect b="b" l="l" r="r" t="t"/>
              <a:pathLst>
                <a:path extrusionOk="0" h="694" w="725">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1" name="Google Shape;9761;p101"/>
            <p:cNvSpPr/>
            <p:nvPr/>
          </p:nvSpPr>
          <p:spPr>
            <a:xfrm>
              <a:off x="-26006300" y="221440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2" name="Google Shape;9762;p101"/>
            <p:cNvSpPr/>
            <p:nvPr/>
          </p:nvSpPr>
          <p:spPr>
            <a:xfrm>
              <a:off x="-25972450" y="2214400"/>
              <a:ext cx="18150" cy="17350"/>
            </a:xfrm>
            <a:custGeom>
              <a:rect b="b" l="l" r="r" t="t"/>
              <a:pathLst>
                <a:path extrusionOk="0" h="694" w="726">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3" name="Google Shape;9763;p101"/>
            <p:cNvSpPr/>
            <p:nvPr/>
          </p:nvSpPr>
          <p:spPr>
            <a:xfrm>
              <a:off x="-26215025" y="2108850"/>
              <a:ext cx="296175" cy="157550"/>
            </a:xfrm>
            <a:custGeom>
              <a:rect b="b" l="l" r="r" t="t"/>
              <a:pathLst>
                <a:path extrusionOk="0" h="6302" w="11847">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64" name="Google Shape;9764;p101"/>
          <p:cNvGrpSpPr/>
          <p:nvPr/>
        </p:nvGrpSpPr>
        <p:grpSpPr>
          <a:xfrm>
            <a:off x="7531327" y="1783924"/>
            <a:ext cx="355093" cy="352253"/>
            <a:chOff x="-26215825" y="2341200"/>
            <a:chExt cx="296975" cy="294600"/>
          </a:xfrm>
        </p:grpSpPr>
        <p:sp>
          <p:nvSpPr>
            <p:cNvPr id="9765" name="Google Shape;9765;p101"/>
            <p:cNvSpPr/>
            <p:nvPr/>
          </p:nvSpPr>
          <p:spPr>
            <a:xfrm>
              <a:off x="-26215025" y="2463275"/>
              <a:ext cx="296175" cy="172525"/>
            </a:xfrm>
            <a:custGeom>
              <a:rect b="b" l="l" r="r" t="t"/>
              <a:pathLst>
                <a:path extrusionOk="0" h="6901" w="11847">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6" name="Google Shape;9766;p101"/>
            <p:cNvSpPr/>
            <p:nvPr/>
          </p:nvSpPr>
          <p:spPr>
            <a:xfrm>
              <a:off x="-26215825" y="2341200"/>
              <a:ext cx="296975" cy="119750"/>
            </a:xfrm>
            <a:custGeom>
              <a:rect b="b" l="l" r="r" t="t"/>
              <a:pathLst>
                <a:path extrusionOk="0" h="4790" w="11879">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67" name="Google Shape;9767;p101"/>
          <p:cNvGrpSpPr/>
          <p:nvPr/>
        </p:nvGrpSpPr>
        <p:grpSpPr>
          <a:xfrm>
            <a:off x="7563357" y="2224674"/>
            <a:ext cx="291033" cy="353180"/>
            <a:chOff x="-26179575" y="2710600"/>
            <a:chExt cx="243400" cy="295375"/>
          </a:xfrm>
        </p:grpSpPr>
        <p:sp>
          <p:nvSpPr>
            <p:cNvPr id="9768" name="Google Shape;9768;p101"/>
            <p:cNvSpPr/>
            <p:nvPr/>
          </p:nvSpPr>
          <p:spPr>
            <a:xfrm>
              <a:off x="-26179575" y="2710600"/>
              <a:ext cx="243400" cy="295375"/>
            </a:xfrm>
            <a:custGeom>
              <a:rect b="b" l="l" r="r" t="t"/>
              <a:pathLst>
                <a:path extrusionOk="0" h="11815" w="9736">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9" name="Google Shape;9769;p101"/>
            <p:cNvSpPr/>
            <p:nvPr/>
          </p:nvSpPr>
          <p:spPr>
            <a:xfrm>
              <a:off x="-26092950" y="2797225"/>
              <a:ext cx="120525" cy="121325"/>
            </a:xfrm>
            <a:custGeom>
              <a:rect b="b" l="l" r="r" t="t"/>
              <a:pathLst>
                <a:path extrusionOk="0" h="4853" w="4821">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0" name="Google Shape;9770;p101"/>
            <p:cNvSpPr/>
            <p:nvPr/>
          </p:nvSpPr>
          <p:spPr>
            <a:xfrm>
              <a:off x="-26094525" y="2954750"/>
              <a:ext cx="122100" cy="17350"/>
            </a:xfrm>
            <a:custGeom>
              <a:rect b="b" l="l" r="r" t="t"/>
              <a:pathLst>
                <a:path extrusionOk="0" h="694" w="4884">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71" name="Google Shape;9771;p101"/>
          <p:cNvGrpSpPr/>
          <p:nvPr/>
        </p:nvGrpSpPr>
        <p:grpSpPr>
          <a:xfrm>
            <a:off x="6202417" y="2666048"/>
            <a:ext cx="337187" cy="353180"/>
            <a:chOff x="-24328675" y="1971025"/>
            <a:chExt cx="282000" cy="295375"/>
          </a:xfrm>
        </p:grpSpPr>
        <p:sp>
          <p:nvSpPr>
            <p:cNvPr id="9772" name="Google Shape;9772;p101"/>
            <p:cNvSpPr/>
            <p:nvPr/>
          </p:nvSpPr>
          <p:spPr>
            <a:xfrm>
              <a:off x="-24217625" y="2092325"/>
              <a:ext cx="52025" cy="51200"/>
            </a:xfrm>
            <a:custGeom>
              <a:rect b="b" l="l" r="r" t="t"/>
              <a:pathLst>
                <a:path extrusionOk="0" h="2048" w="2081">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3" name="Google Shape;9773;p101"/>
            <p:cNvSpPr/>
            <p:nvPr/>
          </p:nvSpPr>
          <p:spPr>
            <a:xfrm>
              <a:off x="-24328675" y="1971025"/>
              <a:ext cx="282000" cy="295375"/>
            </a:xfrm>
            <a:custGeom>
              <a:rect b="b" l="l" r="r" t="t"/>
              <a:pathLst>
                <a:path extrusionOk="0" h="11815" w="1128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74" name="Google Shape;9774;p101"/>
          <p:cNvGrpSpPr/>
          <p:nvPr/>
        </p:nvGrpSpPr>
        <p:grpSpPr>
          <a:xfrm>
            <a:off x="6204778" y="3113374"/>
            <a:ext cx="332464" cy="353180"/>
            <a:chOff x="-24330250" y="2340425"/>
            <a:chExt cx="278050" cy="295375"/>
          </a:xfrm>
        </p:grpSpPr>
        <p:sp>
          <p:nvSpPr>
            <p:cNvPr id="9775" name="Google Shape;9775;p101"/>
            <p:cNvSpPr/>
            <p:nvPr/>
          </p:nvSpPr>
          <p:spPr>
            <a:xfrm>
              <a:off x="-24330250" y="2340425"/>
              <a:ext cx="278050" cy="295375"/>
            </a:xfrm>
            <a:custGeom>
              <a:rect b="b" l="l" r="r" t="t"/>
              <a:pathLst>
                <a:path extrusionOk="0" h="11815" w="11122">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6" name="Google Shape;9776;p101"/>
            <p:cNvSpPr/>
            <p:nvPr/>
          </p:nvSpPr>
          <p:spPr>
            <a:xfrm>
              <a:off x="-24225500" y="2375850"/>
              <a:ext cx="68550" cy="34700"/>
            </a:xfrm>
            <a:custGeom>
              <a:rect b="b" l="l" r="r" t="t"/>
              <a:pathLst>
                <a:path extrusionOk="0" h="1388" w="2742">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7" name="Google Shape;9777;p101"/>
            <p:cNvSpPr/>
            <p:nvPr/>
          </p:nvSpPr>
          <p:spPr>
            <a:xfrm>
              <a:off x="-24260925" y="2462500"/>
              <a:ext cx="138650" cy="17350"/>
            </a:xfrm>
            <a:custGeom>
              <a:rect b="b" l="l" r="r" t="t"/>
              <a:pathLst>
                <a:path extrusionOk="0" h="694" w="5546">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8" name="Google Shape;9778;p101"/>
            <p:cNvSpPr/>
            <p:nvPr/>
          </p:nvSpPr>
          <p:spPr>
            <a:xfrm>
              <a:off x="-24260150" y="2515275"/>
              <a:ext cx="43350" cy="18125"/>
            </a:xfrm>
            <a:custGeom>
              <a:rect b="b" l="l" r="r" t="t"/>
              <a:pathLst>
                <a:path extrusionOk="0" h="725" w="1734">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9" name="Google Shape;9779;p101"/>
            <p:cNvSpPr/>
            <p:nvPr/>
          </p:nvSpPr>
          <p:spPr>
            <a:xfrm>
              <a:off x="-24260925" y="2549925"/>
              <a:ext cx="35450" cy="18125"/>
            </a:xfrm>
            <a:custGeom>
              <a:rect b="b" l="l" r="r" t="t"/>
              <a:pathLst>
                <a:path extrusionOk="0" h="725" w="1418">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0" name="Google Shape;9780;p101"/>
            <p:cNvSpPr/>
            <p:nvPr/>
          </p:nvSpPr>
          <p:spPr>
            <a:xfrm>
              <a:off x="-24165625" y="2515275"/>
              <a:ext cx="43350" cy="18125"/>
            </a:xfrm>
            <a:custGeom>
              <a:rect b="b" l="l" r="r" t="t"/>
              <a:pathLst>
                <a:path extrusionOk="0" h="725" w="1734">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1" name="Google Shape;9781;p101"/>
            <p:cNvSpPr/>
            <p:nvPr/>
          </p:nvSpPr>
          <p:spPr>
            <a:xfrm>
              <a:off x="-24157750" y="2549925"/>
              <a:ext cx="35475" cy="18125"/>
            </a:xfrm>
            <a:custGeom>
              <a:rect b="b" l="l" r="r" t="t"/>
              <a:pathLst>
                <a:path extrusionOk="0" h="725" w="1419">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82" name="Google Shape;9782;p101"/>
          <p:cNvGrpSpPr/>
          <p:nvPr/>
        </p:nvGrpSpPr>
        <p:grpSpPr>
          <a:xfrm>
            <a:off x="6194420" y="3554587"/>
            <a:ext cx="353180" cy="353180"/>
            <a:chOff x="-24338900" y="2710600"/>
            <a:chExt cx="295375" cy="295375"/>
          </a:xfrm>
        </p:grpSpPr>
        <p:sp>
          <p:nvSpPr>
            <p:cNvPr id="9783" name="Google Shape;9783;p101"/>
            <p:cNvSpPr/>
            <p:nvPr/>
          </p:nvSpPr>
          <p:spPr>
            <a:xfrm>
              <a:off x="-24250700" y="2816925"/>
              <a:ext cx="123675" cy="103200"/>
            </a:xfrm>
            <a:custGeom>
              <a:rect b="b" l="l" r="r" t="t"/>
              <a:pathLst>
                <a:path extrusionOk="0" h="4128" w="4947">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4" name="Google Shape;9784;p101"/>
            <p:cNvSpPr/>
            <p:nvPr/>
          </p:nvSpPr>
          <p:spPr>
            <a:xfrm>
              <a:off x="-24338900" y="2710600"/>
              <a:ext cx="295375" cy="295375"/>
            </a:xfrm>
            <a:custGeom>
              <a:rect b="b" l="l" r="r" t="t"/>
              <a:pathLst>
                <a:path extrusionOk="0" h="11815" w="11815">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85" name="Google Shape;9785;p101"/>
          <p:cNvGrpSpPr/>
          <p:nvPr/>
        </p:nvGrpSpPr>
        <p:grpSpPr>
          <a:xfrm>
            <a:off x="7985419" y="3113972"/>
            <a:ext cx="355063" cy="351984"/>
            <a:chOff x="-22859750" y="2335900"/>
            <a:chExt cx="296950" cy="294375"/>
          </a:xfrm>
        </p:grpSpPr>
        <p:sp>
          <p:nvSpPr>
            <p:cNvPr id="9786" name="Google Shape;9786;p101"/>
            <p:cNvSpPr/>
            <p:nvPr/>
          </p:nvSpPr>
          <p:spPr>
            <a:xfrm>
              <a:off x="-22859750" y="2335900"/>
              <a:ext cx="296950" cy="294375"/>
            </a:xfrm>
            <a:custGeom>
              <a:rect b="b" l="l" r="r" t="t"/>
              <a:pathLst>
                <a:path extrusionOk="0" h="11775" w="11878">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7" name="Google Shape;9787;p101"/>
            <p:cNvSpPr/>
            <p:nvPr/>
          </p:nvSpPr>
          <p:spPr>
            <a:xfrm>
              <a:off x="-22685675" y="2408150"/>
              <a:ext cx="27575" cy="66175"/>
            </a:xfrm>
            <a:custGeom>
              <a:rect b="b" l="l" r="r" t="t"/>
              <a:pathLst>
                <a:path extrusionOk="0" h="2647" w="1103">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8" name="Google Shape;9788;p101"/>
            <p:cNvSpPr/>
            <p:nvPr/>
          </p:nvSpPr>
          <p:spPr>
            <a:xfrm>
              <a:off x="-22766800" y="2408950"/>
              <a:ext cx="27575" cy="66175"/>
            </a:xfrm>
            <a:custGeom>
              <a:rect b="b" l="l" r="r" t="t"/>
              <a:pathLst>
                <a:path extrusionOk="0" h="2647" w="1103">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89" name="Google Shape;9789;p101"/>
          <p:cNvGrpSpPr/>
          <p:nvPr/>
        </p:nvGrpSpPr>
        <p:grpSpPr>
          <a:xfrm>
            <a:off x="5764767" y="1336120"/>
            <a:ext cx="311749" cy="353210"/>
            <a:chOff x="-27710725" y="1959200"/>
            <a:chExt cx="260725" cy="295400"/>
          </a:xfrm>
        </p:grpSpPr>
        <p:sp>
          <p:nvSpPr>
            <p:cNvPr id="9790" name="Google Shape;9790;p101"/>
            <p:cNvSpPr/>
            <p:nvPr/>
          </p:nvSpPr>
          <p:spPr>
            <a:xfrm>
              <a:off x="-27710725" y="1959200"/>
              <a:ext cx="260725" cy="295400"/>
            </a:xfrm>
            <a:custGeom>
              <a:rect b="b" l="l" r="r" t="t"/>
              <a:pathLst>
                <a:path extrusionOk="0" h="11816" w="10429">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1" name="Google Shape;9791;p101"/>
            <p:cNvSpPr/>
            <p:nvPr/>
          </p:nvSpPr>
          <p:spPr>
            <a:xfrm>
              <a:off x="-27502000" y="208445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92" name="Google Shape;9792;p101"/>
          <p:cNvGrpSpPr/>
          <p:nvPr/>
        </p:nvGrpSpPr>
        <p:grpSpPr>
          <a:xfrm>
            <a:off x="5742631" y="1844666"/>
            <a:ext cx="356020" cy="230770"/>
            <a:chOff x="-27728850" y="2382950"/>
            <a:chExt cx="297750" cy="193000"/>
          </a:xfrm>
        </p:grpSpPr>
        <p:sp>
          <p:nvSpPr>
            <p:cNvPr id="9793" name="Google Shape;9793;p101"/>
            <p:cNvSpPr/>
            <p:nvPr/>
          </p:nvSpPr>
          <p:spPr>
            <a:xfrm>
              <a:off x="-27606750" y="2453825"/>
              <a:ext cx="35450" cy="35475"/>
            </a:xfrm>
            <a:custGeom>
              <a:rect b="b" l="l" r="r" t="t"/>
              <a:pathLst>
                <a:path extrusionOk="0" h="1419" w="1418">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4" name="Google Shape;9794;p101"/>
            <p:cNvSpPr/>
            <p:nvPr/>
          </p:nvSpPr>
          <p:spPr>
            <a:xfrm>
              <a:off x="-27728850" y="2382950"/>
              <a:ext cx="297750" cy="193000"/>
            </a:xfrm>
            <a:custGeom>
              <a:rect b="b" l="l" r="r" t="t"/>
              <a:pathLst>
                <a:path extrusionOk="0" h="7720" w="1191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5" name="Google Shape;9795;p101"/>
            <p:cNvSpPr/>
            <p:nvPr/>
          </p:nvSpPr>
          <p:spPr>
            <a:xfrm>
              <a:off x="-27640625" y="2419175"/>
              <a:ext cx="122100" cy="122100"/>
            </a:xfrm>
            <a:custGeom>
              <a:rect b="b" l="l" r="r" t="t"/>
              <a:pathLst>
                <a:path extrusionOk="0" h="4884" w="4884">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96" name="Google Shape;9796;p101"/>
          <p:cNvSpPr/>
          <p:nvPr/>
        </p:nvSpPr>
        <p:spPr>
          <a:xfrm>
            <a:off x="5743569" y="2230994"/>
            <a:ext cx="355093" cy="340476"/>
          </a:xfrm>
          <a:custGeom>
            <a:rect b="b" l="l" r="r" t="t"/>
            <a:pathLst>
              <a:path extrusionOk="0" h="11390" w="11879">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7" name="Google Shape;9797;p101"/>
          <p:cNvSpPr/>
          <p:nvPr/>
        </p:nvSpPr>
        <p:spPr>
          <a:xfrm>
            <a:off x="7974417" y="1335633"/>
            <a:ext cx="354136" cy="354136"/>
          </a:xfrm>
          <a:custGeom>
            <a:rect b="b" l="l" r="r" t="t"/>
            <a:pathLst>
              <a:path extrusionOk="0" h="11847" w="11847">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98" name="Google Shape;9798;p101"/>
          <p:cNvGrpSpPr/>
          <p:nvPr/>
        </p:nvGrpSpPr>
        <p:grpSpPr>
          <a:xfrm>
            <a:off x="7973975" y="1792877"/>
            <a:ext cx="354136" cy="334348"/>
            <a:chOff x="-25844850" y="2357750"/>
            <a:chExt cx="296175" cy="279625"/>
          </a:xfrm>
        </p:grpSpPr>
        <p:sp>
          <p:nvSpPr>
            <p:cNvPr id="9799" name="Google Shape;9799;p101"/>
            <p:cNvSpPr/>
            <p:nvPr/>
          </p:nvSpPr>
          <p:spPr>
            <a:xfrm>
              <a:off x="-25792075" y="2428625"/>
              <a:ext cx="191425" cy="208750"/>
            </a:xfrm>
            <a:custGeom>
              <a:rect b="b" l="l" r="r" t="t"/>
              <a:pathLst>
                <a:path extrusionOk="0" h="8350" w="7657">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0" name="Google Shape;9800;p101"/>
            <p:cNvSpPr/>
            <p:nvPr/>
          </p:nvSpPr>
          <p:spPr>
            <a:xfrm>
              <a:off x="-25602250" y="2497950"/>
              <a:ext cx="53575" cy="17350"/>
            </a:xfrm>
            <a:custGeom>
              <a:rect b="b" l="l" r="r" t="t"/>
              <a:pathLst>
                <a:path extrusionOk="0" h="694" w="2143">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1" name="Google Shape;9801;p101"/>
            <p:cNvSpPr/>
            <p:nvPr/>
          </p:nvSpPr>
          <p:spPr>
            <a:xfrm>
              <a:off x="-25844850" y="2497950"/>
              <a:ext cx="52800" cy="17350"/>
            </a:xfrm>
            <a:custGeom>
              <a:rect b="b" l="l" r="r" t="t"/>
              <a:pathLst>
                <a:path extrusionOk="0" h="694" w="2112">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2" name="Google Shape;9802;p101"/>
            <p:cNvSpPr/>
            <p:nvPr/>
          </p:nvSpPr>
          <p:spPr>
            <a:xfrm>
              <a:off x="-25706225" y="2357750"/>
              <a:ext cx="17350" cy="53575"/>
            </a:xfrm>
            <a:custGeom>
              <a:rect b="b" l="l" r="r" t="t"/>
              <a:pathLst>
                <a:path extrusionOk="0" h="2143" w="694">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3" name="Google Shape;9803;p101"/>
            <p:cNvSpPr/>
            <p:nvPr/>
          </p:nvSpPr>
          <p:spPr>
            <a:xfrm>
              <a:off x="-25804675" y="2400275"/>
              <a:ext cx="42550" cy="41775"/>
            </a:xfrm>
            <a:custGeom>
              <a:rect b="b" l="l" r="r" t="t"/>
              <a:pathLst>
                <a:path extrusionOk="0" h="1671" w="1702">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4" name="Google Shape;9804;p101"/>
            <p:cNvSpPr/>
            <p:nvPr/>
          </p:nvSpPr>
          <p:spPr>
            <a:xfrm>
              <a:off x="-25632175" y="2400275"/>
              <a:ext cx="41750" cy="41775"/>
            </a:xfrm>
            <a:custGeom>
              <a:rect b="b" l="l" r="r" t="t"/>
              <a:pathLst>
                <a:path extrusionOk="0" h="1671" w="167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05" name="Google Shape;9805;p101"/>
          <p:cNvSpPr/>
          <p:nvPr/>
        </p:nvSpPr>
        <p:spPr>
          <a:xfrm>
            <a:off x="7972071" y="2224283"/>
            <a:ext cx="358830" cy="353897"/>
          </a:xfrm>
          <a:custGeom>
            <a:rect b="b" l="l" r="r" t="t"/>
            <a:pathLst>
              <a:path extrusionOk="0" h="11839" w="12004">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06" name="Google Shape;9806;p101"/>
          <p:cNvGrpSpPr/>
          <p:nvPr/>
        </p:nvGrpSpPr>
        <p:grpSpPr>
          <a:xfrm>
            <a:off x="6702883" y="2666033"/>
            <a:ext cx="228887" cy="353210"/>
            <a:chOff x="-23917525" y="1970225"/>
            <a:chExt cx="191425" cy="295400"/>
          </a:xfrm>
        </p:grpSpPr>
        <p:sp>
          <p:nvSpPr>
            <p:cNvPr id="9807" name="Google Shape;9807;p101"/>
            <p:cNvSpPr/>
            <p:nvPr/>
          </p:nvSpPr>
          <p:spPr>
            <a:xfrm>
              <a:off x="-23917525" y="1970225"/>
              <a:ext cx="191425" cy="295400"/>
            </a:xfrm>
            <a:custGeom>
              <a:rect b="b" l="l" r="r" t="t"/>
              <a:pathLst>
                <a:path extrusionOk="0" h="11816" w="7657">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8" name="Google Shape;9808;p101"/>
            <p:cNvSpPr/>
            <p:nvPr/>
          </p:nvSpPr>
          <p:spPr>
            <a:xfrm>
              <a:off x="-23882075" y="2041125"/>
              <a:ext cx="121300" cy="121325"/>
            </a:xfrm>
            <a:custGeom>
              <a:rect b="b" l="l" r="r" t="t"/>
              <a:pathLst>
                <a:path extrusionOk="0" h="4853" w="4852">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9" name="Google Shape;9809;p101"/>
            <p:cNvSpPr/>
            <p:nvPr/>
          </p:nvSpPr>
          <p:spPr>
            <a:xfrm>
              <a:off x="-23839550" y="2214400"/>
              <a:ext cx="35475" cy="17350"/>
            </a:xfrm>
            <a:custGeom>
              <a:rect b="b" l="l" r="r" t="t"/>
              <a:pathLst>
                <a:path extrusionOk="0" h="694" w="1419">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10" name="Google Shape;9810;p101"/>
          <p:cNvGrpSpPr/>
          <p:nvPr/>
        </p:nvGrpSpPr>
        <p:grpSpPr>
          <a:xfrm>
            <a:off x="6658164" y="3112911"/>
            <a:ext cx="318325" cy="354107"/>
            <a:chOff x="-23952175" y="2340425"/>
            <a:chExt cx="266225" cy="296150"/>
          </a:xfrm>
        </p:grpSpPr>
        <p:sp>
          <p:nvSpPr>
            <p:cNvPr id="9811" name="Google Shape;9811;p101"/>
            <p:cNvSpPr/>
            <p:nvPr/>
          </p:nvSpPr>
          <p:spPr>
            <a:xfrm>
              <a:off x="-23952175" y="2340425"/>
              <a:ext cx="266225" cy="296150"/>
            </a:xfrm>
            <a:custGeom>
              <a:rect b="b" l="l" r="r" t="t"/>
              <a:pathLst>
                <a:path extrusionOk="0" h="11846" w="10649">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2" name="Google Shape;9812;p101"/>
            <p:cNvSpPr/>
            <p:nvPr/>
          </p:nvSpPr>
          <p:spPr>
            <a:xfrm>
              <a:off x="-23918325" y="2479025"/>
              <a:ext cx="53600" cy="52375"/>
            </a:xfrm>
            <a:custGeom>
              <a:rect b="b" l="l" r="r" t="t"/>
              <a:pathLst>
                <a:path extrusionOk="0" h="2095" w="2144">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13" name="Google Shape;9813;p101"/>
          <p:cNvSpPr/>
          <p:nvPr/>
        </p:nvSpPr>
        <p:spPr>
          <a:xfrm>
            <a:off x="6631253" y="3554898"/>
            <a:ext cx="372969" cy="352492"/>
          </a:xfrm>
          <a:custGeom>
            <a:rect b="b" l="l" r="r" t="t"/>
            <a:pathLst>
              <a:path extrusionOk="0" h="11792" w="12477">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14" name="Google Shape;9814;p101"/>
          <p:cNvGrpSpPr/>
          <p:nvPr/>
        </p:nvGrpSpPr>
        <p:grpSpPr>
          <a:xfrm>
            <a:off x="8043336" y="3553167"/>
            <a:ext cx="239230" cy="356020"/>
            <a:chOff x="-22811700" y="2700350"/>
            <a:chExt cx="200075" cy="297750"/>
          </a:xfrm>
        </p:grpSpPr>
        <p:sp>
          <p:nvSpPr>
            <p:cNvPr id="9815" name="Google Shape;9815;p101"/>
            <p:cNvSpPr/>
            <p:nvPr/>
          </p:nvSpPr>
          <p:spPr>
            <a:xfrm>
              <a:off x="-22811700" y="2700350"/>
              <a:ext cx="86650" cy="296975"/>
            </a:xfrm>
            <a:custGeom>
              <a:rect b="b" l="l" r="r" t="t"/>
              <a:pathLst>
                <a:path extrusionOk="0" h="11879" w="3466">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6" name="Google Shape;9816;p101"/>
            <p:cNvSpPr/>
            <p:nvPr/>
          </p:nvSpPr>
          <p:spPr>
            <a:xfrm>
              <a:off x="-22693550" y="2701225"/>
              <a:ext cx="81925" cy="296875"/>
            </a:xfrm>
            <a:custGeom>
              <a:rect b="b" l="l" r="r" t="t"/>
              <a:pathLst>
                <a:path extrusionOk="0" h="11875" w="3277">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7" name="Google Shape;9817;p101"/>
            <p:cNvSpPr/>
            <p:nvPr/>
          </p:nvSpPr>
          <p:spPr>
            <a:xfrm>
              <a:off x="-22778625" y="2735025"/>
              <a:ext cx="18150" cy="18125"/>
            </a:xfrm>
            <a:custGeom>
              <a:rect b="b" l="l" r="r" t="t"/>
              <a:pathLst>
                <a:path extrusionOk="0" h="725" w="726">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18" name="Google Shape;9818;p101"/>
          <p:cNvGrpSpPr/>
          <p:nvPr/>
        </p:nvGrpSpPr>
        <p:grpSpPr>
          <a:xfrm>
            <a:off x="6191787" y="1335656"/>
            <a:ext cx="355063" cy="354136"/>
            <a:chOff x="-27358650" y="1961575"/>
            <a:chExt cx="296950" cy="296175"/>
          </a:xfrm>
        </p:grpSpPr>
        <p:sp>
          <p:nvSpPr>
            <p:cNvPr id="9819" name="Google Shape;9819;p101"/>
            <p:cNvSpPr/>
            <p:nvPr/>
          </p:nvSpPr>
          <p:spPr>
            <a:xfrm>
              <a:off x="-27358650" y="1961575"/>
              <a:ext cx="296950" cy="296175"/>
            </a:xfrm>
            <a:custGeom>
              <a:rect b="b" l="l" r="r" t="t"/>
              <a:pathLst>
                <a:path extrusionOk="0" h="11847" w="11878">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0" name="Google Shape;9820;p101"/>
            <p:cNvSpPr/>
            <p:nvPr/>
          </p:nvSpPr>
          <p:spPr>
            <a:xfrm>
              <a:off x="-27246025" y="2152175"/>
              <a:ext cx="70900" cy="70900"/>
            </a:xfrm>
            <a:custGeom>
              <a:rect b="b" l="l" r="r" t="t"/>
              <a:pathLst>
                <a:path extrusionOk="0" h="2836" w="2836">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21" name="Google Shape;9821;p101"/>
          <p:cNvSpPr/>
          <p:nvPr/>
        </p:nvSpPr>
        <p:spPr>
          <a:xfrm>
            <a:off x="6233686" y="1783403"/>
            <a:ext cx="272201" cy="353240"/>
          </a:xfrm>
          <a:custGeom>
            <a:rect b="b" l="l" r="r" t="t"/>
            <a:pathLst>
              <a:path extrusionOk="0" h="11817" w="9106">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2" name="Google Shape;9822;p101"/>
          <p:cNvSpPr/>
          <p:nvPr/>
        </p:nvSpPr>
        <p:spPr>
          <a:xfrm>
            <a:off x="6192255" y="2224163"/>
            <a:ext cx="355063" cy="354136"/>
          </a:xfrm>
          <a:custGeom>
            <a:rect b="b" l="l" r="r" t="t"/>
            <a:pathLst>
              <a:path extrusionOk="0" h="11847" w="11878">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23" name="Google Shape;9823;p101"/>
          <p:cNvGrpSpPr/>
          <p:nvPr/>
        </p:nvGrpSpPr>
        <p:grpSpPr>
          <a:xfrm>
            <a:off x="7090357" y="2666048"/>
            <a:ext cx="354136" cy="353180"/>
            <a:chOff x="-23599325" y="1971025"/>
            <a:chExt cx="296175" cy="295375"/>
          </a:xfrm>
        </p:grpSpPr>
        <p:sp>
          <p:nvSpPr>
            <p:cNvPr id="9824" name="Google Shape;9824;p101"/>
            <p:cNvSpPr/>
            <p:nvPr/>
          </p:nvSpPr>
          <p:spPr>
            <a:xfrm>
              <a:off x="-23599325" y="1971025"/>
              <a:ext cx="296175" cy="295375"/>
            </a:xfrm>
            <a:custGeom>
              <a:rect b="b" l="l" r="r" t="t"/>
              <a:pathLst>
                <a:path extrusionOk="0" h="11815" w="11847">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5" name="Google Shape;9825;p101"/>
            <p:cNvSpPr/>
            <p:nvPr/>
          </p:nvSpPr>
          <p:spPr>
            <a:xfrm>
              <a:off x="-23477250" y="2004100"/>
              <a:ext cx="53575" cy="53575"/>
            </a:xfrm>
            <a:custGeom>
              <a:rect b="b" l="l" r="r" t="t"/>
              <a:pathLst>
                <a:path extrusionOk="0" h="2143" w="2143">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26" name="Google Shape;9826;p101"/>
          <p:cNvSpPr/>
          <p:nvPr/>
        </p:nvSpPr>
        <p:spPr>
          <a:xfrm>
            <a:off x="7091239" y="3112404"/>
            <a:ext cx="353180" cy="355063"/>
          </a:xfrm>
          <a:custGeom>
            <a:rect b="b" l="l" r="r" t="t"/>
            <a:pathLst>
              <a:path extrusionOk="0" h="11878" w="11815">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7" name="Google Shape;9827;p101"/>
          <p:cNvSpPr/>
          <p:nvPr/>
        </p:nvSpPr>
        <p:spPr>
          <a:xfrm>
            <a:off x="7088877" y="3565376"/>
            <a:ext cx="357903" cy="331538"/>
          </a:xfrm>
          <a:custGeom>
            <a:rect b="b" l="l" r="r" t="t"/>
            <a:pathLst>
              <a:path extrusionOk="0" h="11091" w="11973">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8" name="Google Shape;9828;p101"/>
          <p:cNvSpPr/>
          <p:nvPr/>
        </p:nvSpPr>
        <p:spPr>
          <a:xfrm>
            <a:off x="6191949" y="4047139"/>
            <a:ext cx="356020" cy="354136"/>
          </a:xfrm>
          <a:custGeom>
            <a:rect b="b" l="l" r="r" t="t"/>
            <a:pathLst>
              <a:path extrusionOk="0" h="11847" w="1191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29" name="Google Shape;9829;p101"/>
          <p:cNvGrpSpPr/>
          <p:nvPr/>
        </p:nvGrpSpPr>
        <p:grpSpPr>
          <a:xfrm>
            <a:off x="6634801" y="1335776"/>
            <a:ext cx="360713" cy="353897"/>
            <a:chOff x="-26993200" y="1961775"/>
            <a:chExt cx="301675" cy="295975"/>
          </a:xfrm>
        </p:grpSpPr>
        <p:sp>
          <p:nvSpPr>
            <p:cNvPr id="9830" name="Google Shape;9830;p101"/>
            <p:cNvSpPr/>
            <p:nvPr/>
          </p:nvSpPr>
          <p:spPr>
            <a:xfrm>
              <a:off x="-26993200" y="1961775"/>
              <a:ext cx="301675" cy="295975"/>
            </a:xfrm>
            <a:custGeom>
              <a:rect b="b" l="l" r="r" t="t"/>
              <a:pathLst>
                <a:path extrusionOk="0" h="11839" w="12067">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1" name="Google Shape;9831;p101"/>
            <p:cNvSpPr/>
            <p:nvPr/>
          </p:nvSpPr>
          <p:spPr>
            <a:xfrm>
              <a:off x="-26900250" y="2164775"/>
              <a:ext cx="17350" cy="18150"/>
            </a:xfrm>
            <a:custGeom>
              <a:rect b="b" l="l" r="r" t="t"/>
              <a:pathLst>
                <a:path extrusionOk="0" h="726" w="694">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2" name="Google Shape;9832;p101"/>
            <p:cNvSpPr/>
            <p:nvPr/>
          </p:nvSpPr>
          <p:spPr>
            <a:xfrm>
              <a:off x="-26938075" y="2177375"/>
              <a:ext cx="18150" cy="16575"/>
            </a:xfrm>
            <a:custGeom>
              <a:rect b="b" l="l" r="r" t="t"/>
              <a:pathLst>
                <a:path extrusionOk="0" h="663" w="726">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33" name="Google Shape;9833;p101"/>
          <p:cNvGrpSpPr/>
          <p:nvPr/>
        </p:nvGrpSpPr>
        <p:grpSpPr>
          <a:xfrm>
            <a:off x="6659761" y="1783461"/>
            <a:ext cx="310792" cy="353180"/>
            <a:chOff x="-26970350" y="2332550"/>
            <a:chExt cx="259925" cy="295375"/>
          </a:xfrm>
        </p:grpSpPr>
        <p:sp>
          <p:nvSpPr>
            <p:cNvPr id="9834" name="Google Shape;9834;p101"/>
            <p:cNvSpPr/>
            <p:nvPr/>
          </p:nvSpPr>
          <p:spPr>
            <a:xfrm>
              <a:off x="-26970350" y="2332550"/>
              <a:ext cx="259925" cy="295375"/>
            </a:xfrm>
            <a:custGeom>
              <a:rect b="b" l="l" r="r" t="t"/>
              <a:pathLst>
                <a:path extrusionOk="0" h="11815" w="10397">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5" name="Google Shape;9835;p101"/>
            <p:cNvSpPr/>
            <p:nvPr/>
          </p:nvSpPr>
          <p:spPr>
            <a:xfrm>
              <a:off x="-26831725" y="2365650"/>
              <a:ext cx="82700" cy="81900"/>
            </a:xfrm>
            <a:custGeom>
              <a:rect b="b" l="l" r="r" t="t"/>
              <a:pathLst>
                <a:path extrusionOk="0" h="3276" w="3308">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36" name="Google Shape;9836;p101"/>
          <p:cNvGrpSpPr/>
          <p:nvPr/>
        </p:nvGrpSpPr>
        <p:grpSpPr>
          <a:xfrm>
            <a:off x="6639046" y="2256226"/>
            <a:ext cx="352223" cy="290077"/>
            <a:chOff x="-26986100" y="2735800"/>
            <a:chExt cx="294575" cy="242600"/>
          </a:xfrm>
        </p:grpSpPr>
        <p:sp>
          <p:nvSpPr>
            <p:cNvPr id="9837" name="Google Shape;9837;p101"/>
            <p:cNvSpPr/>
            <p:nvPr/>
          </p:nvSpPr>
          <p:spPr>
            <a:xfrm>
              <a:off x="-26986100" y="2735800"/>
              <a:ext cx="294575" cy="242600"/>
            </a:xfrm>
            <a:custGeom>
              <a:rect b="b" l="l" r="r" t="t"/>
              <a:pathLst>
                <a:path extrusionOk="0" h="9704" w="11783">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8" name="Google Shape;9838;p101"/>
            <p:cNvSpPr/>
            <p:nvPr/>
          </p:nvSpPr>
          <p:spPr>
            <a:xfrm>
              <a:off x="-26927050" y="2805900"/>
              <a:ext cx="70925" cy="70900"/>
            </a:xfrm>
            <a:custGeom>
              <a:rect b="b" l="l" r="r" t="t"/>
              <a:pathLst>
                <a:path extrusionOk="0" h="2836" w="2837">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39" name="Google Shape;9839;p101"/>
          <p:cNvGrpSpPr/>
          <p:nvPr/>
        </p:nvGrpSpPr>
        <p:grpSpPr>
          <a:xfrm>
            <a:off x="7538093" y="2665569"/>
            <a:ext cx="355063" cy="354136"/>
            <a:chOff x="-23229925" y="1970225"/>
            <a:chExt cx="296950" cy="296175"/>
          </a:xfrm>
        </p:grpSpPr>
        <p:sp>
          <p:nvSpPr>
            <p:cNvPr id="9840" name="Google Shape;9840;p101"/>
            <p:cNvSpPr/>
            <p:nvPr/>
          </p:nvSpPr>
          <p:spPr>
            <a:xfrm>
              <a:off x="-23229925" y="1970225"/>
              <a:ext cx="296950" cy="296175"/>
            </a:xfrm>
            <a:custGeom>
              <a:rect b="b" l="l" r="r" t="t"/>
              <a:pathLst>
                <a:path extrusionOk="0" h="11847" w="11878">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1" name="Google Shape;9841;p101"/>
            <p:cNvSpPr/>
            <p:nvPr/>
          </p:nvSpPr>
          <p:spPr>
            <a:xfrm>
              <a:off x="-23196075" y="2005675"/>
              <a:ext cx="227650" cy="192200"/>
            </a:xfrm>
            <a:custGeom>
              <a:rect b="b" l="l" r="r" t="t"/>
              <a:pathLst>
                <a:path extrusionOk="0" h="7688" w="9106">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2" name="Google Shape;9842;p101"/>
            <p:cNvSpPr/>
            <p:nvPr/>
          </p:nvSpPr>
          <p:spPr>
            <a:xfrm>
              <a:off x="-23142500" y="221440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3" name="Google Shape;9843;p101"/>
            <p:cNvSpPr/>
            <p:nvPr/>
          </p:nvSpPr>
          <p:spPr>
            <a:xfrm>
              <a:off x="-23177150" y="2214400"/>
              <a:ext cx="18125" cy="17350"/>
            </a:xfrm>
            <a:custGeom>
              <a:rect b="b" l="l" r="r" t="t"/>
              <a:pathLst>
                <a:path extrusionOk="0" h="694" w="725">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44" name="Google Shape;9844;p101"/>
          <p:cNvGrpSpPr/>
          <p:nvPr/>
        </p:nvGrpSpPr>
        <p:grpSpPr>
          <a:xfrm>
            <a:off x="7580466" y="3112432"/>
            <a:ext cx="270318" cy="355063"/>
            <a:chOff x="-23177950" y="2340425"/>
            <a:chExt cx="226075" cy="296950"/>
          </a:xfrm>
        </p:grpSpPr>
        <p:sp>
          <p:nvSpPr>
            <p:cNvPr id="9845" name="Google Shape;9845;p101"/>
            <p:cNvSpPr/>
            <p:nvPr/>
          </p:nvSpPr>
          <p:spPr>
            <a:xfrm>
              <a:off x="-23177950" y="2340425"/>
              <a:ext cx="226075" cy="296950"/>
            </a:xfrm>
            <a:custGeom>
              <a:rect b="b" l="l" r="r" t="t"/>
              <a:pathLst>
                <a:path extrusionOk="0" h="11878" w="9043">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6" name="Google Shape;9846;p101"/>
            <p:cNvSpPr/>
            <p:nvPr/>
          </p:nvSpPr>
          <p:spPr>
            <a:xfrm>
              <a:off x="-23081850" y="2425475"/>
              <a:ext cx="96100" cy="151250"/>
            </a:xfrm>
            <a:custGeom>
              <a:rect b="b" l="l" r="r" t="t"/>
              <a:pathLst>
                <a:path extrusionOk="0" h="6050" w="3844">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47" name="Google Shape;9847;p101"/>
          <p:cNvGrpSpPr/>
          <p:nvPr/>
        </p:nvGrpSpPr>
        <p:grpSpPr>
          <a:xfrm>
            <a:off x="7538556" y="3554109"/>
            <a:ext cx="354136" cy="354136"/>
            <a:chOff x="-23229150" y="2710600"/>
            <a:chExt cx="296175" cy="296175"/>
          </a:xfrm>
        </p:grpSpPr>
        <p:sp>
          <p:nvSpPr>
            <p:cNvPr id="9848" name="Google Shape;9848;p101"/>
            <p:cNvSpPr/>
            <p:nvPr/>
          </p:nvSpPr>
          <p:spPr>
            <a:xfrm>
              <a:off x="-23177150" y="2727925"/>
              <a:ext cx="191400" cy="258375"/>
            </a:xfrm>
            <a:custGeom>
              <a:rect b="b" l="l" r="r" t="t"/>
              <a:pathLst>
                <a:path extrusionOk="0" h="10335" w="7656">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9" name="Google Shape;9849;p101"/>
            <p:cNvSpPr/>
            <p:nvPr/>
          </p:nvSpPr>
          <p:spPr>
            <a:xfrm>
              <a:off x="-23229150" y="2710600"/>
              <a:ext cx="296175" cy="296175"/>
            </a:xfrm>
            <a:custGeom>
              <a:rect b="b" l="l" r="r" t="t"/>
              <a:pathLst>
                <a:path extrusionOk="0" h="11847" w="11847">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50" name="Google Shape;9850;p101"/>
          <p:cNvSpPr/>
          <p:nvPr/>
        </p:nvSpPr>
        <p:spPr>
          <a:xfrm>
            <a:off x="6640549" y="4047621"/>
            <a:ext cx="354136" cy="353180"/>
          </a:xfrm>
          <a:custGeom>
            <a:rect b="b" l="l" r="r" t="t"/>
            <a:pathLst>
              <a:path extrusionOk="0" h="11815" w="11847">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1" name="Google Shape;9851;p101"/>
          <p:cNvSpPr/>
          <p:nvPr/>
        </p:nvSpPr>
        <p:spPr>
          <a:xfrm>
            <a:off x="4873479" y="2666487"/>
            <a:ext cx="322122" cy="352253"/>
          </a:xfrm>
          <a:custGeom>
            <a:rect b="b" l="l" r="r" t="t"/>
            <a:pathLst>
              <a:path extrusionOk="0" h="11784" w="10776">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52" name="Google Shape;9852;p101"/>
          <p:cNvGrpSpPr/>
          <p:nvPr/>
        </p:nvGrpSpPr>
        <p:grpSpPr>
          <a:xfrm>
            <a:off x="4855631" y="3123732"/>
            <a:ext cx="356946" cy="332464"/>
            <a:chOff x="-25477800" y="2357750"/>
            <a:chExt cx="298525" cy="278050"/>
          </a:xfrm>
        </p:grpSpPr>
        <p:sp>
          <p:nvSpPr>
            <p:cNvPr id="9853" name="Google Shape;9853;p101"/>
            <p:cNvSpPr/>
            <p:nvPr/>
          </p:nvSpPr>
          <p:spPr>
            <a:xfrm>
              <a:off x="-25477800" y="2357750"/>
              <a:ext cx="298525" cy="278050"/>
            </a:xfrm>
            <a:custGeom>
              <a:rect b="b" l="l" r="r" t="t"/>
              <a:pathLst>
                <a:path extrusionOk="0" h="11122" w="11941">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4" name="Google Shape;9854;p101"/>
            <p:cNvSpPr/>
            <p:nvPr/>
          </p:nvSpPr>
          <p:spPr>
            <a:xfrm>
              <a:off x="-25388025" y="2514850"/>
              <a:ext cx="104000" cy="88650"/>
            </a:xfrm>
            <a:custGeom>
              <a:rect b="b" l="l" r="r" t="t"/>
              <a:pathLst>
                <a:path extrusionOk="0" h="3546" w="416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55" name="Google Shape;9855;p101"/>
          <p:cNvSpPr/>
          <p:nvPr/>
        </p:nvSpPr>
        <p:spPr>
          <a:xfrm>
            <a:off x="4857009" y="3554480"/>
            <a:ext cx="355063" cy="353329"/>
          </a:xfrm>
          <a:custGeom>
            <a:rect b="b" l="l" r="r" t="t"/>
            <a:pathLst>
              <a:path extrusionOk="0" h="11820" w="11878">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6" name="Google Shape;9856;p101"/>
          <p:cNvSpPr/>
          <p:nvPr/>
        </p:nvSpPr>
        <p:spPr>
          <a:xfrm>
            <a:off x="5298694" y="2666024"/>
            <a:ext cx="353180" cy="353180"/>
          </a:xfrm>
          <a:custGeom>
            <a:rect b="b" l="l" r="r" t="t"/>
            <a:pathLst>
              <a:path extrusionOk="0" h="11815" w="11815">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57" name="Google Shape;9857;p101"/>
          <p:cNvGrpSpPr/>
          <p:nvPr/>
        </p:nvGrpSpPr>
        <p:grpSpPr>
          <a:xfrm>
            <a:off x="5298265" y="3112911"/>
            <a:ext cx="353180" cy="354107"/>
            <a:chOff x="-25104475" y="2340425"/>
            <a:chExt cx="295375" cy="296150"/>
          </a:xfrm>
        </p:grpSpPr>
        <p:sp>
          <p:nvSpPr>
            <p:cNvPr id="9858" name="Google Shape;9858;p101"/>
            <p:cNvSpPr/>
            <p:nvPr/>
          </p:nvSpPr>
          <p:spPr>
            <a:xfrm>
              <a:off x="-25104475" y="2340425"/>
              <a:ext cx="225275" cy="296150"/>
            </a:xfrm>
            <a:custGeom>
              <a:rect b="b" l="l" r="r" t="t"/>
              <a:pathLst>
                <a:path extrusionOk="0" h="11846" w="9011">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9" name="Google Shape;9859;p101"/>
            <p:cNvSpPr/>
            <p:nvPr/>
          </p:nvSpPr>
          <p:spPr>
            <a:xfrm>
              <a:off x="-25001300" y="2375075"/>
              <a:ext cx="18150" cy="17350"/>
            </a:xfrm>
            <a:custGeom>
              <a:rect b="b" l="l" r="r" t="t"/>
              <a:pathLst>
                <a:path extrusionOk="0" h="694" w="726">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0" name="Google Shape;9860;p101"/>
            <p:cNvSpPr/>
            <p:nvPr/>
          </p:nvSpPr>
          <p:spPr>
            <a:xfrm>
              <a:off x="-25070600" y="2444375"/>
              <a:ext cx="87450" cy="86675"/>
            </a:xfrm>
            <a:custGeom>
              <a:rect b="b" l="l" r="r" t="t"/>
              <a:pathLst>
                <a:path extrusionOk="0" h="3467" w="3498">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1" name="Google Shape;9861;p101"/>
            <p:cNvSpPr/>
            <p:nvPr/>
          </p:nvSpPr>
          <p:spPr>
            <a:xfrm>
              <a:off x="-24966650" y="2479025"/>
              <a:ext cx="52025" cy="18150"/>
            </a:xfrm>
            <a:custGeom>
              <a:rect b="b" l="l" r="r" t="t"/>
              <a:pathLst>
                <a:path extrusionOk="0" h="726" w="2081">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2" name="Google Shape;9862;p101"/>
            <p:cNvSpPr/>
            <p:nvPr/>
          </p:nvSpPr>
          <p:spPr>
            <a:xfrm>
              <a:off x="-24966650" y="2444375"/>
              <a:ext cx="52025" cy="18150"/>
            </a:xfrm>
            <a:custGeom>
              <a:rect b="b" l="l" r="r" t="t"/>
              <a:pathLst>
                <a:path extrusionOk="0" h="726" w="2081">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3" name="Google Shape;9863;p101"/>
            <p:cNvSpPr/>
            <p:nvPr/>
          </p:nvSpPr>
          <p:spPr>
            <a:xfrm>
              <a:off x="-24966650" y="2513700"/>
              <a:ext cx="52025" cy="17350"/>
            </a:xfrm>
            <a:custGeom>
              <a:rect b="b" l="l" r="r" t="t"/>
              <a:pathLst>
                <a:path extrusionOk="0" h="694" w="2081">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4" name="Google Shape;9864;p101"/>
            <p:cNvSpPr/>
            <p:nvPr/>
          </p:nvSpPr>
          <p:spPr>
            <a:xfrm>
              <a:off x="-25071400" y="2549125"/>
              <a:ext cx="156775" cy="17350"/>
            </a:xfrm>
            <a:custGeom>
              <a:rect b="b" l="l" r="r" t="t"/>
              <a:pathLst>
                <a:path extrusionOk="0" h="694" w="6271">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5" name="Google Shape;9865;p101"/>
            <p:cNvSpPr/>
            <p:nvPr/>
          </p:nvSpPr>
          <p:spPr>
            <a:xfrm>
              <a:off x="-25071400" y="2583800"/>
              <a:ext cx="156775" cy="17350"/>
            </a:xfrm>
            <a:custGeom>
              <a:rect b="b" l="l" r="r" t="t"/>
              <a:pathLst>
                <a:path extrusionOk="0" h="694" w="6271">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6" name="Google Shape;9866;p101"/>
            <p:cNvSpPr/>
            <p:nvPr/>
          </p:nvSpPr>
          <p:spPr>
            <a:xfrm>
              <a:off x="-24862675" y="2375850"/>
              <a:ext cx="53575" cy="260725"/>
            </a:xfrm>
            <a:custGeom>
              <a:rect b="b" l="l" r="r" t="t"/>
              <a:pathLst>
                <a:path extrusionOk="0" h="10429" w="2143">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67" name="Google Shape;9867;p101"/>
          <p:cNvSpPr/>
          <p:nvPr/>
        </p:nvSpPr>
        <p:spPr>
          <a:xfrm>
            <a:off x="5296811" y="3599288"/>
            <a:ext cx="356946" cy="263712"/>
          </a:xfrm>
          <a:custGeom>
            <a:rect b="b" l="l" r="r" t="t"/>
            <a:pathLst>
              <a:path extrusionOk="0" h="8822" w="11941">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68" name="Google Shape;9868;p101"/>
          <p:cNvGrpSpPr/>
          <p:nvPr/>
        </p:nvGrpSpPr>
        <p:grpSpPr>
          <a:xfrm>
            <a:off x="4855594" y="1782519"/>
            <a:ext cx="354107" cy="355063"/>
            <a:chOff x="-28467625" y="2331750"/>
            <a:chExt cx="296150" cy="296950"/>
          </a:xfrm>
        </p:grpSpPr>
        <p:sp>
          <p:nvSpPr>
            <p:cNvPr id="9869" name="Google Shape;9869;p101"/>
            <p:cNvSpPr/>
            <p:nvPr/>
          </p:nvSpPr>
          <p:spPr>
            <a:xfrm>
              <a:off x="-28467625" y="2331750"/>
              <a:ext cx="296150" cy="296950"/>
            </a:xfrm>
            <a:custGeom>
              <a:rect b="b" l="l" r="r" t="t"/>
              <a:pathLst>
                <a:path extrusionOk="0" h="11878" w="11846">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0" name="Google Shape;9870;p101"/>
            <p:cNvSpPr/>
            <p:nvPr/>
          </p:nvSpPr>
          <p:spPr>
            <a:xfrm>
              <a:off x="-28371550" y="2419175"/>
              <a:ext cx="121325" cy="121325"/>
            </a:xfrm>
            <a:custGeom>
              <a:rect b="b" l="l" r="r" t="t"/>
              <a:pathLst>
                <a:path extrusionOk="0" h="4853" w="4853">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9874" name="Shape 9874"/>
        <p:cNvGrpSpPr/>
        <p:nvPr/>
      </p:nvGrpSpPr>
      <p:grpSpPr>
        <a:xfrm>
          <a:off x="0" y="0"/>
          <a:ext cx="0" cy="0"/>
          <a:chOff x="0" y="0"/>
          <a:chExt cx="0" cy="0"/>
        </a:xfrm>
      </p:grpSpPr>
      <p:sp>
        <p:nvSpPr>
          <p:cNvPr id="9875" name="Google Shape;9875;p102"/>
          <p:cNvSpPr txBox="1"/>
          <p:nvPr>
            <p:ph idx="4294967295" type="title"/>
          </p:nvPr>
        </p:nvSpPr>
        <p:spPr>
          <a:xfrm>
            <a:off x="849675" y="511025"/>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Business Icons</a:t>
            </a:r>
            <a:endParaRPr>
              <a:solidFill>
                <a:schemeClr val="lt1"/>
              </a:solidFill>
              <a:latin typeface="Arial"/>
              <a:ea typeface="Arial"/>
              <a:cs typeface="Arial"/>
              <a:sym typeface="Arial"/>
            </a:endParaRPr>
          </a:p>
        </p:txBody>
      </p:sp>
      <p:sp>
        <p:nvSpPr>
          <p:cNvPr id="9876" name="Google Shape;9876;p102"/>
          <p:cNvSpPr txBox="1"/>
          <p:nvPr>
            <p:ph idx="4294967295" type="title"/>
          </p:nvPr>
        </p:nvSpPr>
        <p:spPr>
          <a:xfrm>
            <a:off x="4858400" y="511025"/>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Teamwork Icons</a:t>
            </a:r>
            <a:endParaRPr>
              <a:solidFill>
                <a:schemeClr val="lt1"/>
              </a:solidFill>
              <a:latin typeface="Arial"/>
              <a:ea typeface="Arial"/>
              <a:cs typeface="Arial"/>
              <a:sym typeface="Arial"/>
            </a:endParaRPr>
          </a:p>
        </p:txBody>
      </p:sp>
      <p:grpSp>
        <p:nvGrpSpPr>
          <p:cNvPr id="9877" name="Google Shape;9877;p102"/>
          <p:cNvGrpSpPr/>
          <p:nvPr/>
        </p:nvGrpSpPr>
        <p:grpSpPr>
          <a:xfrm>
            <a:off x="854368" y="1313920"/>
            <a:ext cx="366269" cy="366240"/>
            <a:chOff x="-65131525" y="1914325"/>
            <a:chExt cx="316650" cy="316625"/>
          </a:xfrm>
        </p:grpSpPr>
        <p:sp>
          <p:nvSpPr>
            <p:cNvPr id="9878" name="Google Shape;9878;p102"/>
            <p:cNvSpPr/>
            <p:nvPr/>
          </p:nvSpPr>
          <p:spPr>
            <a:xfrm>
              <a:off x="-65024400" y="1949750"/>
              <a:ext cx="103175" cy="247350"/>
            </a:xfrm>
            <a:custGeom>
              <a:rect b="b" l="l" r="r" t="t"/>
              <a:pathLst>
                <a:path extrusionOk="0" h="9894" w="4127">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9" name="Google Shape;9879;p102"/>
            <p:cNvSpPr/>
            <p:nvPr/>
          </p:nvSpPr>
          <p:spPr>
            <a:xfrm>
              <a:off x="-65131525" y="1914325"/>
              <a:ext cx="316650" cy="316625"/>
            </a:xfrm>
            <a:custGeom>
              <a:rect b="b" l="l" r="r" t="t"/>
              <a:pathLst>
                <a:path extrusionOk="0" h="12665" w="12666">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80" name="Google Shape;9880;p102"/>
          <p:cNvGrpSpPr/>
          <p:nvPr/>
        </p:nvGrpSpPr>
        <p:grpSpPr>
          <a:xfrm>
            <a:off x="854368" y="1794207"/>
            <a:ext cx="366269" cy="366269"/>
            <a:chOff x="-65131525" y="2281350"/>
            <a:chExt cx="316650" cy="316650"/>
          </a:xfrm>
        </p:grpSpPr>
        <p:sp>
          <p:nvSpPr>
            <p:cNvPr id="9881" name="Google Shape;9881;p102"/>
            <p:cNvSpPr/>
            <p:nvPr/>
          </p:nvSpPr>
          <p:spPr>
            <a:xfrm>
              <a:off x="-65131525" y="2322300"/>
              <a:ext cx="275675" cy="275700"/>
            </a:xfrm>
            <a:custGeom>
              <a:rect b="b" l="l" r="r" t="t"/>
              <a:pathLst>
                <a:path extrusionOk="0" h="11028" w="11027">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2" name="Google Shape;9882;p102"/>
            <p:cNvSpPr/>
            <p:nvPr/>
          </p:nvSpPr>
          <p:spPr>
            <a:xfrm>
              <a:off x="-64963775" y="2281350"/>
              <a:ext cx="148900" cy="148875"/>
            </a:xfrm>
            <a:custGeom>
              <a:rect b="b" l="l" r="r" t="t"/>
              <a:pathLst>
                <a:path extrusionOk="0" h="5955" w="5956">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83" name="Google Shape;9883;p102"/>
          <p:cNvGrpSpPr/>
          <p:nvPr/>
        </p:nvGrpSpPr>
        <p:grpSpPr>
          <a:xfrm>
            <a:off x="857564" y="2259206"/>
            <a:ext cx="359878" cy="367165"/>
            <a:chOff x="-65129950" y="2646800"/>
            <a:chExt cx="311125" cy="317425"/>
          </a:xfrm>
        </p:grpSpPr>
        <p:sp>
          <p:nvSpPr>
            <p:cNvPr id="9884" name="Google Shape;9884;p102"/>
            <p:cNvSpPr/>
            <p:nvPr/>
          </p:nvSpPr>
          <p:spPr>
            <a:xfrm>
              <a:off x="-65129950" y="2646800"/>
              <a:ext cx="311125" cy="317425"/>
            </a:xfrm>
            <a:custGeom>
              <a:rect b="b" l="l" r="r" t="t"/>
              <a:pathLst>
                <a:path extrusionOk="0" h="12697" w="12445">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5" name="Google Shape;9885;p102"/>
            <p:cNvSpPr/>
            <p:nvPr/>
          </p:nvSpPr>
          <p:spPr>
            <a:xfrm>
              <a:off x="-65066950" y="2738175"/>
              <a:ext cx="187475" cy="185100"/>
            </a:xfrm>
            <a:custGeom>
              <a:rect b="b" l="l" r="r" t="t"/>
              <a:pathLst>
                <a:path extrusionOk="0" h="7404" w="7499">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86" name="Google Shape;9886;p102"/>
          <p:cNvGrpSpPr/>
          <p:nvPr/>
        </p:nvGrpSpPr>
        <p:grpSpPr>
          <a:xfrm>
            <a:off x="3060897" y="1312532"/>
            <a:ext cx="368987" cy="369016"/>
            <a:chOff x="-63252250" y="1930850"/>
            <a:chExt cx="319000" cy="319025"/>
          </a:xfrm>
        </p:grpSpPr>
        <p:sp>
          <p:nvSpPr>
            <p:cNvPr id="9887" name="Google Shape;9887;p102"/>
            <p:cNvSpPr/>
            <p:nvPr/>
          </p:nvSpPr>
          <p:spPr>
            <a:xfrm>
              <a:off x="-63252250" y="1930850"/>
              <a:ext cx="319000" cy="319025"/>
            </a:xfrm>
            <a:custGeom>
              <a:rect b="b" l="l" r="r" t="t"/>
              <a:pathLst>
                <a:path extrusionOk="0" h="12761" w="1276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8" name="Google Shape;9888;p102"/>
            <p:cNvSpPr/>
            <p:nvPr/>
          </p:nvSpPr>
          <p:spPr>
            <a:xfrm>
              <a:off x="-63160900" y="2021425"/>
              <a:ext cx="137850" cy="137850"/>
            </a:xfrm>
            <a:custGeom>
              <a:rect b="b" l="l" r="r" t="t"/>
              <a:pathLst>
                <a:path extrusionOk="0" h="5514" w="5514">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89" name="Google Shape;9889;p102"/>
          <p:cNvSpPr/>
          <p:nvPr/>
        </p:nvSpPr>
        <p:spPr>
          <a:xfrm>
            <a:off x="3052893" y="1793369"/>
            <a:ext cx="372371" cy="367946"/>
          </a:xfrm>
          <a:custGeom>
            <a:rect b="b" l="l" r="r" t="t"/>
            <a:pathLst>
              <a:path extrusionOk="0" h="12724" w="12877">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90" name="Google Shape;9890;p102"/>
          <p:cNvGrpSpPr/>
          <p:nvPr/>
        </p:nvGrpSpPr>
        <p:grpSpPr>
          <a:xfrm>
            <a:off x="3061808" y="2258743"/>
            <a:ext cx="367165" cy="368091"/>
            <a:chOff x="-63250675" y="2664125"/>
            <a:chExt cx="317425" cy="318225"/>
          </a:xfrm>
        </p:grpSpPr>
        <p:sp>
          <p:nvSpPr>
            <p:cNvPr id="9891" name="Google Shape;9891;p102"/>
            <p:cNvSpPr/>
            <p:nvPr/>
          </p:nvSpPr>
          <p:spPr>
            <a:xfrm>
              <a:off x="-63250675" y="2664125"/>
              <a:ext cx="317425" cy="318225"/>
            </a:xfrm>
            <a:custGeom>
              <a:rect b="b" l="l" r="r" t="t"/>
              <a:pathLst>
                <a:path extrusionOk="0" h="12729" w="12697">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2" name="Google Shape;9892;p102"/>
            <p:cNvSpPr/>
            <p:nvPr/>
          </p:nvSpPr>
          <p:spPr>
            <a:xfrm>
              <a:off x="-63167975" y="2747625"/>
              <a:ext cx="152025" cy="152025"/>
            </a:xfrm>
            <a:custGeom>
              <a:rect b="b" l="l" r="r" t="t"/>
              <a:pathLst>
                <a:path extrusionOk="0" h="6081" w="6081">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93" name="Google Shape;9893;p102"/>
          <p:cNvGrpSpPr/>
          <p:nvPr/>
        </p:nvGrpSpPr>
        <p:grpSpPr>
          <a:xfrm>
            <a:off x="1738471" y="2735150"/>
            <a:ext cx="363522" cy="361266"/>
            <a:chOff x="-61354075" y="1940500"/>
            <a:chExt cx="314275" cy="312325"/>
          </a:xfrm>
        </p:grpSpPr>
        <p:sp>
          <p:nvSpPr>
            <p:cNvPr id="9894" name="Google Shape;9894;p102"/>
            <p:cNvSpPr/>
            <p:nvPr/>
          </p:nvSpPr>
          <p:spPr>
            <a:xfrm>
              <a:off x="-61354075" y="1940500"/>
              <a:ext cx="314275" cy="312325"/>
            </a:xfrm>
            <a:custGeom>
              <a:rect b="b" l="l" r="r" t="t"/>
              <a:pathLst>
                <a:path extrusionOk="0" h="12493" w="12571">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5" name="Google Shape;9895;p102"/>
            <p:cNvSpPr/>
            <p:nvPr/>
          </p:nvSpPr>
          <p:spPr>
            <a:xfrm>
              <a:off x="-61268225" y="2024575"/>
              <a:ext cx="60650" cy="61475"/>
            </a:xfrm>
            <a:custGeom>
              <a:rect b="b" l="l" r="r" t="t"/>
              <a:pathLst>
                <a:path extrusionOk="0" h="2459" w="2426">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6" name="Google Shape;9896;p102"/>
            <p:cNvSpPr/>
            <p:nvPr/>
          </p:nvSpPr>
          <p:spPr>
            <a:xfrm>
              <a:off x="-61187100" y="2107275"/>
              <a:ext cx="61450" cy="61475"/>
            </a:xfrm>
            <a:custGeom>
              <a:rect b="b" l="l" r="r" t="t"/>
              <a:pathLst>
                <a:path extrusionOk="0" h="2459" w="2458">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7" name="Google Shape;9897;p102"/>
            <p:cNvSpPr/>
            <p:nvPr/>
          </p:nvSpPr>
          <p:spPr>
            <a:xfrm>
              <a:off x="-61250125" y="2044475"/>
              <a:ext cx="105575" cy="103600"/>
            </a:xfrm>
            <a:custGeom>
              <a:rect b="b" l="l" r="r" t="t"/>
              <a:pathLst>
                <a:path extrusionOk="0" h="4144" w="4223">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98" name="Google Shape;9898;p102"/>
          <p:cNvGrpSpPr/>
          <p:nvPr/>
        </p:nvGrpSpPr>
        <p:grpSpPr>
          <a:xfrm>
            <a:off x="1737098" y="3183702"/>
            <a:ext cx="366269" cy="336195"/>
            <a:chOff x="-61354875" y="2322300"/>
            <a:chExt cx="316650" cy="290650"/>
          </a:xfrm>
        </p:grpSpPr>
        <p:sp>
          <p:nvSpPr>
            <p:cNvPr id="9899" name="Google Shape;9899;p102"/>
            <p:cNvSpPr/>
            <p:nvPr/>
          </p:nvSpPr>
          <p:spPr>
            <a:xfrm>
              <a:off x="-61354875" y="2322300"/>
              <a:ext cx="316650" cy="290650"/>
            </a:xfrm>
            <a:custGeom>
              <a:rect b="b" l="l" r="r" t="t"/>
              <a:pathLst>
                <a:path extrusionOk="0" h="11626" w="12666">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0" name="Google Shape;9900;p102"/>
            <p:cNvSpPr/>
            <p:nvPr/>
          </p:nvSpPr>
          <p:spPr>
            <a:xfrm>
              <a:off x="-61313925" y="2364050"/>
              <a:ext cx="234750" cy="206375"/>
            </a:xfrm>
            <a:custGeom>
              <a:rect b="b" l="l" r="r" t="t"/>
              <a:pathLst>
                <a:path extrusionOk="0" h="8255" w="939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1" name="Google Shape;9901;p102"/>
            <p:cNvSpPr/>
            <p:nvPr/>
          </p:nvSpPr>
          <p:spPr>
            <a:xfrm>
              <a:off x="-61234375" y="2416225"/>
              <a:ext cx="104775" cy="102225"/>
            </a:xfrm>
            <a:custGeom>
              <a:rect b="b" l="l" r="r" t="t"/>
              <a:pathLst>
                <a:path extrusionOk="0" h="4089" w="4191">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02" name="Google Shape;9902;p102"/>
          <p:cNvGrpSpPr/>
          <p:nvPr/>
        </p:nvGrpSpPr>
        <p:grpSpPr>
          <a:xfrm>
            <a:off x="1737098" y="3611266"/>
            <a:ext cx="366269" cy="366269"/>
            <a:chOff x="-61354875" y="2671225"/>
            <a:chExt cx="316650" cy="316650"/>
          </a:xfrm>
        </p:grpSpPr>
        <p:sp>
          <p:nvSpPr>
            <p:cNvPr id="9903" name="Google Shape;9903;p102"/>
            <p:cNvSpPr/>
            <p:nvPr/>
          </p:nvSpPr>
          <p:spPr>
            <a:xfrm>
              <a:off x="-61354875" y="2671225"/>
              <a:ext cx="316650" cy="316650"/>
            </a:xfrm>
            <a:custGeom>
              <a:rect b="b" l="l" r="r" t="t"/>
              <a:pathLst>
                <a:path extrusionOk="0" h="12666" w="12666">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4" name="Google Shape;9904;p102"/>
            <p:cNvSpPr/>
            <p:nvPr/>
          </p:nvSpPr>
          <p:spPr>
            <a:xfrm>
              <a:off x="-61172925" y="2813775"/>
              <a:ext cx="62225" cy="145725"/>
            </a:xfrm>
            <a:custGeom>
              <a:rect b="b" l="l" r="r" t="t"/>
              <a:pathLst>
                <a:path extrusionOk="0" h="5829" w="2489">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5" name="Google Shape;9905;p102"/>
            <p:cNvSpPr/>
            <p:nvPr/>
          </p:nvSpPr>
          <p:spPr>
            <a:xfrm>
              <a:off x="-61313925" y="2796450"/>
              <a:ext cx="40975" cy="20500"/>
            </a:xfrm>
            <a:custGeom>
              <a:rect b="b" l="l" r="r" t="t"/>
              <a:pathLst>
                <a:path extrusionOk="0" h="820" w="1639">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6" name="Google Shape;9906;p102"/>
            <p:cNvSpPr/>
            <p:nvPr/>
          </p:nvSpPr>
          <p:spPr>
            <a:xfrm>
              <a:off x="-61313925" y="2837400"/>
              <a:ext cx="40975" cy="20500"/>
            </a:xfrm>
            <a:custGeom>
              <a:rect b="b" l="l" r="r" t="t"/>
              <a:pathLst>
                <a:path extrusionOk="0" h="820" w="1639">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7" name="Google Shape;9907;p102"/>
            <p:cNvSpPr/>
            <p:nvPr/>
          </p:nvSpPr>
          <p:spPr>
            <a:xfrm>
              <a:off x="-61313925" y="2877575"/>
              <a:ext cx="40975" cy="22075"/>
            </a:xfrm>
            <a:custGeom>
              <a:rect b="b" l="l" r="r" t="t"/>
              <a:pathLst>
                <a:path extrusionOk="0" h="883" w="1639">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08" name="Google Shape;9908;p102"/>
          <p:cNvGrpSpPr/>
          <p:nvPr/>
        </p:nvGrpSpPr>
        <p:grpSpPr>
          <a:xfrm>
            <a:off x="3952502" y="2731001"/>
            <a:ext cx="368987" cy="369566"/>
            <a:chOff x="-59502375" y="1904375"/>
            <a:chExt cx="319000" cy="319500"/>
          </a:xfrm>
        </p:grpSpPr>
        <p:sp>
          <p:nvSpPr>
            <p:cNvPr id="9909" name="Google Shape;9909;p102"/>
            <p:cNvSpPr/>
            <p:nvPr/>
          </p:nvSpPr>
          <p:spPr>
            <a:xfrm>
              <a:off x="-59455125" y="2097050"/>
              <a:ext cx="227650" cy="62225"/>
            </a:xfrm>
            <a:custGeom>
              <a:rect b="b" l="l" r="r" t="t"/>
              <a:pathLst>
                <a:path extrusionOk="0" h="2489" w="9106">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0" name="Google Shape;9910;p102"/>
            <p:cNvSpPr/>
            <p:nvPr/>
          </p:nvSpPr>
          <p:spPr>
            <a:xfrm>
              <a:off x="-59502375" y="1966300"/>
              <a:ext cx="319000" cy="257575"/>
            </a:xfrm>
            <a:custGeom>
              <a:rect b="b" l="l" r="r" t="t"/>
              <a:pathLst>
                <a:path extrusionOk="0" h="10303" w="1276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1" name="Google Shape;9911;p102"/>
            <p:cNvSpPr/>
            <p:nvPr/>
          </p:nvSpPr>
          <p:spPr>
            <a:xfrm>
              <a:off x="-59322800" y="1904375"/>
              <a:ext cx="106350" cy="41175"/>
            </a:xfrm>
            <a:custGeom>
              <a:rect b="b" l="l" r="r" t="t"/>
              <a:pathLst>
                <a:path extrusionOk="0" h="1647" w="4254">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12" name="Google Shape;9912;p102"/>
          <p:cNvGrpSpPr/>
          <p:nvPr/>
        </p:nvGrpSpPr>
        <p:grpSpPr>
          <a:xfrm>
            <a:off x="1298621" y="1315207"/>
            <a:ext cx="368987" cy="363666"/>
            <a:chOff x="-64774725" y="1916550"/>
            <a:chExt cx="319000" cy="314400"/>
          </a:xfrm>
        </p:grpSpPr>
        <p:sp>
          <p:nvSpPr>
            <p:cNvPr id="9913" name="Google Shape;9913;p102"/>
            <p:cNvSpPr/>
            <p:nvPr/>
          </p:nvSpPr>
          <p:spPr>
            <a:xfrm>
              <a:off x="-64774725" y="1916550"/>
              <a:ext cx="319000" cy="314400"/>
            </a:xfrm>
            <a:custGeom>
              <a:rect b="b" l="l" r="r" t="t"/>
              <a:pathLst>
                <a:path extrusionOk="0" h="12576" w="1276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4" name="Google Shape;9914;p102"/>
            <p:cNvSpPr/>
            <p:nvPr/>
          </p:nvSpPr>
          <p:spPr>
            <a:xfrm>
              <a:off x="-64636900" y="2010600"/>
              <a:ext cx="89800" cy="82525"/>
            </a:xfrm>
            <a:custGeom>
              <a:rect b="b" l="l" r="r" t="t"/>
              <a:pathLst>
                <a:path extrusionOk="0" h="3301" w="3592">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15" name="Google Shape;9915;p102"/>
          <p:cNvGrpSpPr/>
          <p:nvPr/>
        </p:nvGrpSpPr>
        <p:grpSpPr>
          <a:xfrm>
            <a:off x="1299979" y="1792386"/>
            <a:ext cx="366269" cy="369913"/>
            <a:chOff x="-64764500" y="2280550"/>
            <a:chExt cx="316650" cy="319800"/>
          </a:xfrm>
        </p:grpSpPr>
        <p:sp>
          <p:nvSpPr>
            <p:cNvPr id="9916" name="Google Shape;9916;p102"/>
            <p:cNvSpPr/>
            <p:nvPr/>
          </p:nvSpPr>
          <p:spPr>
            <a:xfrm>
              <a:off x="-64764500" y="2280550"/>
              <a:ext cx="316650" cy="319800"/>
            </a:xfrm>
            <a:custGeom>
              <a:rect b="b" l="l" r="r" t="t"/>
              <a:pathLst>
                <a:path extrusionOk="0" h="12792" w="12666">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7" name="Google Shape;9917;p102"/>
            <p:cNvSpPr/>
            <p:nvPr/>
          </p:nvSpPr>
          <p:spPr>
            <a:xfrm>
              <a:off x="-64679425" y="2364825"/>
              <a:ext cx="146500" cy="102450"/>
            </a:xfrm>
            <a:custGeom>
              <a:rect b="b" l="l" r="r" t="t"/>
              <a:pathLst>
                <a:path extrusionOk="0" h="4098" w="586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18" name="Google Shape;9918;p102"/>
          <p:cNvSpPr/>
          <p:nvPr/>
        </p:nvSpPr>
        <p:spPr>
          <a:xfrm>
            <a:off x="1316753" y="2259654"/>
            <a:ext cx="319799" cy="366269"/>
          </a:xfrm>
          <a:custGeom>
            <a:rect b="b" l="l" r="r" t="t"/>
            <a:pathLst>
              <a:path extrusionOk="0" h="12666" w="11059">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19" name="Google Shape;9919;p102"/>
          <p:cNvGrpSpPr/>
          <p:nvPr/>
        </p:nvGrpSpPr>
        <p:grpSpPr>
          <a:xfrm>
            <a:off x="3512023" y="1352163"/>
            <a:ext cx="365344" cy="289753"/>
            <a:chOff x="-62882850" y="1999375"/>
            <a:chExt cx="315850" cy="250500"/>
          </a:xfrm>
        </p:grpSpPr>
        <p:sp>
          <p:nvSpPr>
            <p:cNvPr id="9920" name="Google Shape;9920;p102"/>
            <p:cNvSpPr/>
            <p:nvPr/>
          </p:nvSpPr>
          <p:spPr>
            <a:xfrm>
              <a:off x="-62882850" y="1999375"/>
              <a:ext cx="315850" cy="250500"/>
            </a:xfrm>
            <a:custGeom>
              <a:rect b="b" l="l" r="r" t="t"/>
              <a:pathLst>
                <a:path extrusionOk="0" h="10020" w="12634">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1" name="Google Shape;9921;p102"/>
            <p:cNvSpPr/>
            <p:nvPr/>
          </p:nvSpPr>
          <p:spPr>
            <a:xfrm>
              <a:off x="-62806475" y="2062375"/>
              <a:ext cx="146525" cy="103800"/>
            </a:xfrm>
            <a:custGeom>
              <a:rect b="b" l="l" r="r" t="t"/>
              <a:pathLst>
                <a:path extrusionOk="0" h="4152" w="5861">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22" name="Google Shape;9922;p102"/>
          <p:cNvGrpSpPr/>
          <p:nvPr/>
        </p:nvGrpSpPr>
        <p:grpSpPr>
          <a:xfrm>
            <a:off x="3503362" y="1793745"/>
            <a:ext cx="382665" cy="367194"/>
            <a:chOff x="-62890750" y="2296300"/>
            <a:chExt cx="330825" cy="317450"/>
          </a:xfrm>
        </p:grpSpPr>
        <p:sp>
          <p:nvSpPr>
            <p:cNvPr id="9923" name="Google Shape;9923;p102"/>
            <p:cNvSpPr/>
            <p:nvPr/>
          </p:nvSpPr>
          <p:spPr>
            <a:xfrm>
              <a:off x="-62890750" y="2296300"/>
              <a:ext cx="313500" cy="195375"/>
            </a:xfrm>
            <a:custGeom>
              <a:rect b="b" l="l" r="r" t="t"/>
              <a:pathLst>
                <a:path extrusionOk="0" h="7815" w="1254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4" name="Google Shape;9924;p102"/>
            <p:cNvSpPr/>
            <p:nvPr/>
          </p:nvSpPr>
          <p:spPr>
            <a:xfrm>
              <a:off x="-62874975" y="2417475"/>
              <a:ext cx="315050" cy="196275"/>
            </a:xfrm>
            <a:custGeom>
              <a:rect b="b" l="l" r="r" t="t"/>
              <a:pathLst>
                <a:path extrusionOk="0" h="7851" w="12602">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5" name="Google Shape;9925;p102"/>
            <p:cNvSpPr/>
            <p:nvPr/>
          </p:nvSpPr>
          <p:spPr>
            <a:xfrm>
              <a:off x="-62822225" y="2357750"/>
              <a:ext cx="193000" cy="192975"/>
            </a:xfrm>
            <a:custGeom>
              <a:rect b="b" l="l" r="r" t="t"/>
              <a:pathLst>
                <a:path extrusionOk="0" h="7719" w="772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26" name="Google Shape;9926;p102"/>
          <p:cNvGrpSpPr/>
          <p:nvPr/>
        </p:nvGrpSpPr>
        <p:grpSpPr>
          <a:xfrm>
            <a:off x="3512023" y="2259206"/>
            <a:ext cx="365344" cy="367165"/>
            <a:chOff x="-62882850" y="2664925"/>
            <a:chExt cx="315850" cy="317425"/>
          </a:xfrm>
        </p:grpSpPr>
        <p:sp>
          <p:nvSpPr>
            <p:cNvPr id="9927" name="Google Shape;9927;p102"/>
            <p:cNvSpPr/>
            <p:nvPr/>
          </p:nvSpPr>
          <p:spPr>
            <a:xfrm>
              <a:off x="-62882850" y="2664925"/>
              <a:ext cx="315850" cy="317425"/>
            </a:xfrm>
            <a:custGeom>
              <a:rect b="b" l="l" r="r" t="t"/>
              <a:pathLst>
                <a:path extrusionOk="0" h="12697" w="12634">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8" name="Google Shape;9928;p102"/>
            <p:cNvSpPr/>
            <p:nvPr/>
          </p:nvSpPr>
          <p:spPr>
            <a:xfrm>
              <a:off x="-62756050" y="2702725"/>
              <a:ext cx="62225" cy="146525"/>
            </a:xfrm>
            <a:custGeom>
              <a:rect b="b" l="l" r="r" t="t"/>
              <a:pathLst>
                <a:path extrusionOk="0" h="5861" w="2489">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29" name="Google Shape;9929;p102"/>
          <p:cNvSpPr/>
          <p:nvPr/>
        </p:nvSpPr>
        <p:spPr>
          <a:xfrm>
            <a:off x="2175712" y="2733502"/>
            <a:ext cx="369016" cy="364563"/>
          </a:xfrm>
          <a:custGeom>
            <a:rect b="b" l="l" r="r" t="t"/>
            <a:pathLst>
              <a:path extrusionOk="0" h="12607" w="12761">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30" name="Google Shape;9930;p102"/>
          <p:cNvGrpSpPr/>
          <p:nvPr/>
        </p:nvGrpSpPr>
        <p:grpSpPr>
          <a:xfrm>
            <a:off x="2183172" y="3171846"/>
            <a:ext cx="366269" cy="359907"/>
            <a:chOff x="-60988625" y="2310475"/>
            <a:chExt cx="316650" cy="311150"/>
          </a:xfrm>
        </p:grpSpPr>
        <p:sp>
          <p:nvSpPr>
            <p:cNvPr id="9931" name="Google Shape;9931;p102"/>
            <p:cNvSpPr/>
            <p:nvPr/>
          </p:nvSpPr>
          <p:spPr>
            <a:xfrm>
              <a:off x="-60988625" y="2310475"/>
              <a:ext cx="311125" cy="311150"/>
            </a:xfrm>
            <a:custGeom>
              <a:rect b="b" l="l" r="r" t="t"/>
              <a:pathLst>
                <a:path extrusionOk="0" h="12446" w="12445">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2" name="Google Shape;9932;p102"/>
            <p:cNvSpPr/>
            <p:nvPr/>
          </p:nvSpPr>
          <p:spPr>
            <a:xfrm>
              <a:off x="-60947675" y="2353025"/>
              <a:ext cx="145725" cy="20500"/>
            </a:xfrm>
            <a:custGeom>
              <a:rect b="b" l="l" r="r" t="t"/>
              <a:pathLst>
                <a:path extrusionOk="0" h="820" w="5829">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3" name="Google Shape;9933;p102"/>
            <p:cNvSpPr/>
            <p:nvPr/>
          </p:nvSpPr>
          <p:spPr>
            <a:xfrm>
              <a:off x="-60947675" y="2415250"/>
              <a:ext cx="145725" cy="20500"/>
            </a:xfrm>
            <a:custGeom>
              <a:rect b="b" l="l" r="r" t="t"/>
              <a:pathLst>
                <a:path extrusionOk="0" h="820" w="5829">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4" name="Google Shape;9934;p102"/>
            <p:cNvSpPr/>
            <p:nvPr/>
          </p:nvSpPr>
          <p:spPr>
            <a:xfrm>
              <a:off x="-60947675" y="2475875"/>
              <a:ext cx="145725" cy="22100"/>
            </a:xfrm>
            <a:custGeom>
              <a:rect b="b" l="l" r="r" t="t"/>
              <a:pathLst>
                <a:path extrusionOk="0" h="884" w="5829">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5" name="Google Shape;9935;p102"/>
            <p:cNvSpPr/>
            <p:nvPr/>
          </p:nvSpPr>
          <p:spPr>
            <a:xfrm>
              <a:off x="-60947675" y="2538100"/>
              <a:ext cx="145725" cy="22075"/>
            </a:xfrm>
            <a:custGeom>
              <a:rect b="b" l="l" r="r" t="t"/>
              <a:pathLst>
                <a:path extrusionOk="0" h="883" w="5829">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6" name="Google Shape;9936;p102"/>
            <p:cNvSpPr/>
            <p:nvPr/>
          </p:nvSpPr>
          <p:spPr>
            <a:xfrm>
              <a:off x="-60740525" y="2312050"/>
              <a:ext cx="68550" cy="233950"/>
            </a:xfrm>
            <a:custGeom>
              <a:rect b="b" l="l" r="r" t="t"/>
              <a:pathLst>
                <a:path extrusionOk="0" h="9358" w="2742">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37" name="Google Shape;9937;p102"/>
          <p:cNvGrpSpPr/>
          <p:nvPr/>
        </p:nvGrpSpPr>
        <p:grpSpPr>
          <a:xfrm>
            <a:off x="2183634" y="3610009"/>
            <a:ext cx="365344" cy="368785"/>
            <a:chOff x="-60987050" y="2671400"/>
            <a:chExt cx="315850" cy="318825"/>
          </a:xfrm>
        </p:grpSpPr>
        <p:sp>
          <p:nvSpPr>
            <p:cNvPr id="9938" name="Google Shape;9938;p102"/>
            <p:cNvSpPr/>
            <p:nvPr/>
          </p:nvSpPr>
          <p:spPr>
            <a:xfrm>
              <a:off x="-60987050" y="2671400"/>
              <a:ext cx="315850" cy="318825"/>
            </a:xfrm>
            <a:custGeom>
              <a:rect b="b" l="l" r="r" t="t"/>
              <a:pathLst>
                <a:path extrusionOk="0" h="12753" w="12634">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9" name="Google Shape;9939;p102"/>
            <p:cNvSpPr/>
            <p:nvPr/>
          </p:nvSpPr>
          <p:spPr>
            <a:xfrm>
              <a:off x="-60839775" y="2731075"/>
              <a:ext cx="19725" cy="19725"/>
            </a:xfrm>
            <a:custGeom>
              <a:rect b="b" l="l" r="r" t="t"/>
              <a:pathLst>
                <a:path extrusionOk="0" h="789" w="789">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40" name="Google Shape;9940;p102"/>
          <p:cNvGrpSpPr/>
          <p:nvPr/>
        </p:nvGrpSpPr>
        <p:grpSpPr>
          <a:xfrm>
            <a:off x="3952500" y="3172771"/>
            <a:ext cx="368987" cy="358056"/>
            <a:chOff x="-59481900" y="2290800"/>
            <a:chExt cx="319000" cy="309550"/>
          </a:xfrm>
        </p:grpSpPr>
        <p:sp>
          <p:nvSpPr>
            <p:cNvPr id="9941" name="Google Shape;9941;p102"/>
            <p:cNvSpPr/>
            <p:nvPr/>
          </p:nvSpPr>
          <p:spPr>
            <a:xfrm>
              <a:off x="-59481900" y="2290800"/>
              <a:ext cx="319000" cy="309550"/>
            </a:xfrm>
            <a:custGeom>
              <a:rect b="b" l="l" r="r" t="t"/>
              <a:pathLst>
                <a:path extrusionOk="0" h="12382" w="1276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2" name="Google Shape;9942;p102"/>
            <p:cNvSpPr/>
            <p:nvPr/>
          </p:nvSpPr>
          <p:spPr>
            <a:xfrm>
              <a:off x="-59287350" y="2456200"/>
              <a:ext cx="83500" cy="21275"/>
            </a:xfrm>
            <a:custGeom>
              <a:rect b="b" l="l" r="r" t="t"/>
              <a:pathLst>
                <a:path extrusionOk="0" h="851" w="334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3" name="Google Shape;9943;p102"/>
            <p:cNvSpPr/>
            <p:nvPr/>
          </p:nvSpPr>
          <p:spPr>
            <a:xfrm>
              <a:off x="-59287350" y="2497950"/>
              <a:ext cx="83500" cy="21275"/>
            </a:xfrm>
            <a:custGeom>
              <a:rect b="b" l="l" r="r" t="t"/>
              <a:pathLst>
                <a:path extrusionOk="0" h="851" w="334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4" name="Google Shape;9944;p102"/>
            <p:cNvSpPr/>
            <p:nvPr/>
          </p:nvSpPr>
          <p:spPr>
            <a:xfrm>
              <a:off x="-59287350" y="2538900"/>
              <a:ext cx="82700" cy="22075"/>
            </a:xfrm>
            <a:custGeom>
              <a:rect b="b" l="l" r="r" t="t"/>
              <a:pathLst>
                <a:path extrusionOk="0" h="883" w="3308">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5" name="Google Shape;9945;p102"/>
            <p:cNvSpPr/>
            <p:nvPr/>
          </p:nvSpPr>
          <p:spPr>
            <a:xfrm>
              <a:off x="-59439375" y="2425425"/>
              <a:ext cx="125250" cy="134750"/>
            </a:xfrm>
            <a:custGeom>
              <a:rect b="b" l="l" r="r" t="t"/>
              <a:pathLst>
                <a:path extrusionOk="0" h="5390" w="501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6" name="Google Shape;9946;p102"/>
            <p:cNvSpPr/>
            <p:nvPr/>
          </p:nvSpPr>
          <p:spPr>
            <a:xfrm>
              <a:off x="-59327525" y="2325450"/>
              <a:ext cx="13400" cy="13425"/>
            </a:xfrm>
            <a:custGeom>
              <a:rect b="b" l="l" r="r" t="t"/>
              <a:pathLst>
                <a:path extrusionOk="0" h="537" w="536">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47" name="Google Shape;9947;p102"/>
          <p:cNvGrpSpPr/>
          <p:nvPr/>
        </p:nvGrpSpPr>
        <p:grpSpPr>
          <a:xfrm>
            <a:off x="1741805" y="1313544"/>
            <a:ext cx="368987" cy="366992"/>
            <a:chOff x="-64401400" y="1914475"/>
            <a:chExt cx="319000" cy="317275"/>
          </a:xfrm>
        </p:grpSpPr>
        <p:sp>
          <p:nvSpPr>
            <p:cNvPr id="9948" name="Google Shape;9948;p102"/>
            <p:cNvSpPr/>
            <p:nvPr/>
          </p:nvSpPr>
          <p:spPr>
            <a:xfrm>
              <a:off x="-64401400" y="1914475"/>
              <a:ext cx="319000" cy="317275"/>
            </a:xfrm>
            <a:custGeom>
              <a:rect b="b" l="l" r="r" t="t"/>
              <a:pathLst>
                <a:path extrusionOk="0" h="12691" w="1276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9" name="Google Shape;9949;p102"/>
            <p:cNvSpPr/>
            <p:nvPr/>
          </p:nvSpPr>
          <p:spPr>
            <a:xfrm>
              <a:off x="-64172200" y="2175800"/>
              <a:ext cx="48850" cy="22075"/>
            </a:xfrm>
            <a:custGeom>
              <a:rect b="b" l="l" r="r" t="t"/>
              <a:pathLst>
                <a:path extrusionOk="0" h="883" w="1954">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0" name="Google Shape;9950;p102"/>
            <p:cNvSpPr/>
            <p:nvPr/>
          </p:nvSpPr>
          <p:spPr>
            <a:xfrm>
              <a:off x="-64212375" y="2210450"/>
              <a:ext cx="5525" cy="25"/>
            </a:xfrm>
            <a:custGeom>
              <a:rect b="b" l="l" r="r" t="t"/>
              <a:pathLst>
                <a:path extrusionOk="0" h="1" w="221">
                  <a:moveTo>
                    <a:pt x="1" y="1"/>
                  </a:moveTo>
                  <a:lnTo>
                    <a:pt x="221" y="1"/>
                  </a:lnTo>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51" name="Google Shape;9951;p102"/>
          <p:cNvGrpSpPr/>
          <p:nvPr/>
        </p:nvGrpSpPr>
        <p:grpSpPr>
          <a:xfrm>
            <a:off x="1806493" y="1794583"/>
            <a:ext cx="239610" cy="365517"/>
            <a:chOff x="-64343900" y="2282125"/>
            <a:chExt cx="207150" cy="316000"/>
          </a:xfrm>
        </p:grpSpPr>
        <p:sp>
          <p:nvSpPr>
            <p:cNvPr id="9952" name="Google Shape;9952;p102"/>
            <p:cNvSpPr/>
            <p:nvPr/>
          </p:nvSpPr>
          <p:spPr>
            <a:xfrm>
              <a:off x="-64270650" y="2310475"/>
              <a:ext cx="61450" cy="147325"/>
            </a:xfrm>
            <a:custGeom>
              <a:rect b="b" l="l" r="r" t="t"/>
              <a:pathLst>
                <a:path extrusionOk="0" h="5893" w="2458">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3" name="Google Shape;9953;p102"/>
            <p:cNvSpPr/>
            <p:nvPr/>
          </p:nvSpPr>
          <p:spPr>
            <a:xfrm>
              <a:off x="-64343900" y="2282125"/>
              <a:ext cx="207150" cy="316000"/>
            </a:xfrm>
            <a:custGeom>
              <a:rect b="b" l="l" r="r" t="t"/>
              <a:pathLst>
                <a:path extrusionOk="0" h="12640" w="8286">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54" name="Google Shape;9954;p102"/>
          <p:cNvSpPr/>
          <p:nvPr/>
        </p:nvSpPr>
        <p:spPr>
          <a:xfrm>
            <a:off x="1736288" y="2257833"/>
            <a:ext cx="367165" cy="369913"/>
          </a:xfrm>
          <a:custGeom>
            <a:rect b="b" l="l" r="r" t="t"/>
            <a:pathLst>
              <a:path extrusionOk="0" h="12792" w="12697">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55" name="Google Shape;9955;p102"/>
          <p:cNvGrpSpPr/>
          <p:nvPr/>
        </p:nvGrpSpPr>
        <p:grpSpPr>
          <a:xfrm>
            <a:off x="3986941" y="1313804"/>
            <a:ext cx="318873" cy="366471"/>
            <a:chOff x="-62496925" y="1931475"/>
            <a:chExt cx="275675" cy="316825"/>
          </a:xfrm>
        </p:grpSpPr>
        <p:sp>
          <p:nvSpPr>
            <p:cNvPr id="9956" name="Google Shape;9956;p102"/>
            <p:cNvSpPr/>
            <p:nvPr/>
          </p:nvSpPr>
          <p:spPr>
            <a:xfrm>
              <a:off x="-62496925" y="1931475"/>
              <a:ext cx="275675" cy="316825"/>
            </a:xfrm>
            <a:custGeom>
              <a:rect b="b" l="l" r="r" t="t"/>
              <a:pathLst>
                <a:path extrusionOk="0" h="12673" w="11027">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7" name="Google Shape;9957;p102"/>
            <p:cNvSpPr/>
            <p:nvPr/>
          </p:nvSpPr>
          <p:spPr>
            <a:xfrm>
              <a:off x="-62390600" y="2016700"/>
              <a:ext cx="63025" cy="146525"/>
            </a:xfrm>
            <a:custGeom>
              <a:rect b="b" l="l" r="r" t="t"/>
              <a:pathLst>
                <a:path extrusionOk="0" h="5861" w="2521">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58" name="Google Shape;9958;p102"/>
          <p:cNvGrpSpPr/>
          <p:nvPr/>
        </p:nvGrpSpPr>
        <p:grpSpPr>
          <a:xfrm>
            <a:off x="3963691" y="1793629"/>
            <a:ext cx="365373" cy="367426"/>
            <a:chOff x="-62516625" y="2297875"/>
            <a:chExt cx="315875" cy="317650"/>
          </a:xfrm>
        </p:grpSpPr>
        <p:sp>
          <p:nvSpPr>
            <p:cNvPr id="9959" name="Google Shape;9959;p102"/>
            <p:cNvSpPr/>
            <p:nvPr/>
          </p:nvSpPr>
          <p:spPr>
            <a:xfrm>
              <a:off x="-62516625" y="2297875"/>
              <a:ext cx="315875" cy="317650"/>
            </a:xfrm>
            <a:custGeom>
              <a:rect b="b" l="l" r="r" t="t"/>
              <a:pathLst>
                <a:path extrusionOk="0" h="12706" w="12635">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0" name="Google Shape;9960;p102"/>
            <p:cNvSpPr/>
            <p:nvPr/>
          </p:nvSpPr>
          <p:spPr>
            <a:xfrm>
              <a:off x="-62335475" y="2438075"/>
              <a:ext cx="62250" cy="145750"/>
            </a:xfrm>
            <a:custGeom>
              <a:rect b="b" l="l" r="r" t="t"/>
              <a:pathLst>
                <a:path extrusionOk="0" h="5830" w="249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61" name="Google Shape;9961;p102"/>
          <p:cNvGrpSpPr/>
          <p:nvPr/>
        </p:nvGrpSpPr>
        <p:grpSpPr>
          <a:xfrm>
            <a:off x="3962332" y="2275588"/>
            <a:ext cx="368091" cy="334402"/>
            <a:chOff x="-62518200" y="2692475"/>
            <a:chExt cx="318225" cy="289100"/>
          </a:xfrm>
        </p:grpSpPr>
        <p:sp>
          <p:nvSpPr>
            <p:cNvPr id="9962" name="Google Shape;9962;p102"/>
            <p:cNvSpPr/>
            <p:nvPr/>
          </p:nvSpPr>
          <p:spPr>
            <a:xfrm>
              <a:off x="-62518200" y="2692475"/>
              <a:ext cx="318225" cy="289100"/>
            </a:xfrm>
            <a:custGeom>
              <a:rect b="b" l="l" r="r" t="t"/>
              <a:pathLst>
                <a:path extrusionOk="0" h="11564" w="12729">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3" name="Google Shape;9963;p102"/>
            <p:cNvSpPr/>
            <p:nvPr/>
          </p:nvSpPr>
          <p:spPr>
            <a:xfrm>
              <a:off x="-62335475" y="2804325"/>
              <a:ext cx="62250" cy="146525"/>
            </a:xfrm>
            <a:custGeom>
              <a:rect b="b" l="l" r="r" t="t"/>
              <a:pathLst>
                <a:path extrusionOk="0" h="5861" w="249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64" name="Google Shape;9964;p102"/>
          <p:cNvGrpSpPr/>
          <p:nvPr/>
        </p:nvGrpSpPr>
        <p:grpSpPr>
          <a:xfrm>
            <a:off x="2648986" y="2733112"/>
            <a:ext cx="309793" cy="365344"/>
            <a:chOff x="-60597975" y="1939525"/>
            <a:chExt cx="267825" cy="315850"/>
          </a:xfrm>
        </p:grpSpPr>
        <p:sp>
          <p:nvSpPr>
            <p:cNvPr id="9965" name="Google Shape;9965;p102"/>
            <p:cNvSpPr/>
            <p:nvPr/>
          </p:nvSpPr>
          <p:spPr>
            <a:xfrm>
              <a:off x="-60597975" y="1939525"/>
              <a:ext cx="267825" cy="315850"/>
            </a:xfrm>
            <a:custGeom>
              <a:rect b="b" l="l" r="r" t="t"/>
              <a:pathLst>
                <a:path extrusionOk="0" h="12634" w="10713">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6" name="Google Shape;9966;p102"/>
            <p:cNvSpPr/>
            <p:nvPr/>
          </p:nvSpPr>
          <p:spPr>
            <a:xfrm>
              <a:off x="-60494775" y="2097050"/>
              <a:ext cx="103175" cy="20500"/>
            </a:xfrm>
            <a:custGeom>
              <a:rect b="b" l="l" r="r" t="t"/>
              <a:pathLst>
                <a:path extrusionOk="0" h="820" w="4127">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67" name="Google Shape;9967;p102"/>
          <p:cNvGrpSpPr/>
          <p:nvPr/>
        </p:nvGrpSpPr>
        <p:grpSpPr>
          <a:xfrm>
            <a:off x="2619389" y="3167537"/>
            <a:ext cx="368987" cy="368525"/>
            <a:chOff x="-60620800" y="2304600"/>
            <a:chExt cx="319000" cy="318600"/>
          </a:xfrm>
        </p:grpSpPr>
        <p:sp>
          <p:nvSpPr>
            <p:cNvPr id="9968" name="Google Shape;9968;p102"/>
            <p:cNvSpPr/>
            <p:nvPr/>
          </p:nvSpPr>
          <p:spPr>
            <a:xfrm>
              <a:off x="-60620800" y="2304600"/>
              <a:ext cx="319000" cy="318600"/>
            </a:xfrm>
            <a:custGeom>
              <a:rect b="b" l="l" r="r" t="t"/>
              <a:pathLst>
                <a:path extrusionOk="0" h="12744" w="1276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9" name="Google Shape;9969;p102"/>
            <p:cNvSpPr/>
            <p:nvPr/>
          </p:nvSpPr>
          <p:spPr>
            <a:xfrm>
              <a:off x="-60491625" y="2560150"/>
              <a:ext cx="144925" cy="20525"/>
            </a:xfrm>
            <a:custGeom>
              <a:rect b="b" l="l" r="r" t="t"/>
              <a:pathLst>
                <a:path extrusionOk="0" h="821" w="5797">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0" name="Google Shape;9970;p102"/>
            <p:cNvSpPr/>
            <p:nvPr/>
          </p:nvSpPr>
          <p:spPr>
            <a:xfrm>
              <a:off x="-60573550" y="2445950"/>
              <a:ext cx="62250" cy="146525"/>
            </a:xfrm>
            <a:custGeom>
              <a:rect b="b" l="l" r="r" t="t"/>
              <a:pathLst>
                <a:path extrusionOk="0" h="5861" w="249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71" name="Google Shape;9971;p102"/>
          <p:cNvGrpSpPr/>
          <p:nvPr/>
        </p:nvGrpSpPr>
        <p:grpSpPr>
          <a:xfrm>
            <a:off x="2620748" y="3663188"/>
            <a:ext cx="366269" cy="262426"/>
            <a:chOff x="-60621600" y="2716100"/>
            <a:chExt cx="316650" cy="226875"/>
          </a:xfrm>
        </p:grpSpPr>
        <p:sp>
          <p:nvSpPr>
            <p:cNvPr id="9972" name="Google Shape;9972;p102"/>
            <p:cNvSpPr/>
            <p:nvPr/>
          </p:nvSpPr>
          <p:spPr>
            <a:xfrm>
              <a:off x="-60621600" y="2716100"/>
              <a:ext cx="316650" cy="226875"/>
            </a:xfrm>
            <a:custGeom>
              <a:rect b="b" l="l" r="r" t="t"/>
              <a:pathLst>
                <a:path extrusionOk="0" h="9075" w="12666">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3" name="Google Shape;9973;p102"/>
            <p:cNvSpPr/>
            <p:nvPr/>
          </p:nvSpPr>
          <p:spPr>
            <a:xfrm>
              <a:off x="-60546775" y="2798025"/>
              <a:ext cx="166225" cy="104775"/>
            </a:xfrm>
            <a:custGeom>
              <a:rect b="b" l="l" r="r" t="t"/>
              <a:pathLst>
                <a:path extrusionOk="0" h="4191" w="6649">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74" name="Google Shape;9974;p102"/>
          <p:cNvGrpSpPr/>
          <p:nvPr/>
        </p:nvGrpSpPr>
        <p:grpSpPr>
          <a:xfrm>
            <a:off x="3957965" y="3611281"/>
            <a:ext cx="358056" cy="366240"/>
            <a:chOff x="-59475600" y="2658625"/>
            <a:chExt cx="309550" cy="316625"/>
          </a:xfrm>
        </p:grpSpPr>
        <p:sp>
          <p:nvSpPr>
            <p:cNvPr id="9975" name="Google Shape;9975;p102"/>
            <p:cNvSpPr/>
            <p:nvPr/>
          </p:nvSpPr>
          <p:spPr>
            <a:xfrm>
              <a:off x="-59427550" y="2913025"/>
              <a:ext cx="19700" cy="19700"/>
            </a:xfrm>
            <a:custGeom>
              <a:rect b="b" l="l" r="r" t="t"/>
              <a:pathLst>
                <a:path extrusionOk="0" h="788" w="788">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6" name="Google Shape;9976;p102"/>
            <p:cNvSpPr/>
            <p:nvPr/>
          </p:nvSpPr>
          <p:spPr>
            <a:xfrm>
              <a:off x="-59428350" y="2699575"/>
              <a:ext cx="20500" cy="152825"/>
            </a:xfrm>
            <a:custGeom>
              <a:rect b="b" l="l" r="r" t="t"/>
              <a:pathLst>
                <a:path extrusionOk="0" h="6113" w="82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7" name="Google Shape;9977;p102"/>
            <p:cNvSpPr/>
            <p:nvPr/>
          </p:nvSpPr>
          <p:spPr>
            <a:xfrm>
              <a:off x="-59330675" y="2913025"/>
              <a:ext cx="19700" cy="19700"/>
            </a:xfrm>
            <a:custGeom>
              <a:rect b="b" l="l" r="r" t="t"/>
              <a:pathLst>
                <a:path extrusionOk="0" h="788" w="788">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8" name="Google Shape;9978;p102"/>
            <p:cNvSpPr/>
            <p:nvPr/>
          </p:nvSpPr>
          <p:spPr>
            <a:xfrm>
              <a:off x="-59330675" y="2699575"/>
              <a:ext cx="20500" cy="152825"/>
            </a:xfrm>
            <a:custGeom>
              <a:rect b="b" l="l" r="r" t="t"/>
              <a:pathLst>
                <a:path extrusionOk="0" h="6113" w="82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9" name="Google Shape;9979;p102"/>
            <p:cNvSpPr/>
            <p:nvPr/>
          </p:nvSpPr>
          <p:spPr>
            <a:xfrm>
              <a:off x="-59475600" y="2658625"/>
              <a:ext cx="309550" cy="316625"/>
            </a:xfrm>
            <a:custGeom>
              <a:rect b="b" l="l" r="r" t="t"/>
              <a:pathLst>
                <a:path extrusionOk="0" h="12665" w="12382">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0" name="Google Shape;9980;p102"/>
            <p:cNvSpPr/>
            <p:nvPr/>
          </p:nvSpPr>
          <p:spPr>
            <a:xfrm>
              <a:off x="-59234600" y="2913025"/>
              <a:ext cx="19725" cy="19700"/>
            </a:xfrm>
            <a:custGeom>
              <a:rect b="b" l="l" r="r" t="t"/>
              <a:pathLst>
                <a:path extrusionOk="0" h="788" w="789">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1" name="Google Shape;9981;p102"/>
            <p:cNvSpPr/>
            <p:nvPr/>
          </p:nvSpPr>
          <p:spPr>
            <a:xfrm>
              <a:off x="-59235375" y="2699575"/>
              <a:ext cx="20500" cy="152825"/>
            </a:xfrm>
            <a:custGeom>
              <a:rect b="b" l="l" r="r" t="t"/>
              <a:pathLst>
                <a:path extrusionOk="0" h="6113" w="82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82" name="Google Shape;9982;p102"/>
          <p:cNvSpPr/>
          <p:nvPr/>
        </p:nvSpPr>
        <p:spPr>
          <a:xfrm>
            <a:off x="2175657" y="1314368"/>
            <a:ext cx="365373" cy="365344"/>
          </a:xfrm>
          <a:custGeom>
            <a:rect b="b" l="l" r="r" t="t"/>
            <a:pathLst>
              <a:path extrusionOk="0" h="12634" w="12635">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3" name="Google Shape;9983;p102"/>
          <p:cNvSpPr/>
          <p:nvPr/>
        </p:nvSpPr>
        <p:spPr>
          <a:xfrm>
            <a:off x="2203001" y="1792834"/>
            <a:ext cx="310690" cy="369016"/>
          </a:xfrm>
          <a:custGeom>
            <a:rect b="b" l="l" r="r" t="t"/>
            <a:pathLst>
              <a:path extrusionOk="0" h="12761" w="10744">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84" name="Google Shape;9984;p102"/>
          <p:cNvGrpSpPr/>
          <p:nvPr/>
        </p:nvGrpSpPr>
        <p:grpSpPr>
          <a:xfrm>
            <a:off x="2233086" y="2259206"/>
            <a:ext cx="263294" cy="367165"/>
            <a:chOff x="-63987100" y="2646800"/>
            <a:chExt cx="227625" cy="317425"/>
          </a:xfrm>
        </p:grpSpPr>
        <p:sp>
          <p:nvSpPr>
            <p:cNvPr id="9985" name="Google Shape;9985;p102"/>
            <p:cNvSpPr/>
            <p:nvPr/>
          </p:nvSpPr>
          <p:spPr>
            <a:xfrm>
              <a:off x="-63987100" y="2646800"/>
              <a:ext cx="227625" cy="317425"/>
            </a:xfrm>
            <a:custGeom>
              <a:rect b="b" l="l" r="r" t="t"/>
              <a:pathLst>
                <a:path extrusionOk="0" h="12697" w="9105">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6" name="Google Shape;9986;p102"/>
            <p:cNvSpPr/>
            <p:nvPr/>
          </p:nvSpPr>
          <p:spPr>
            <a:xfrm>
              <a:off x="-63883150" y="2826375"/>
              <a:ext cx="20500" cy="41775"/>
            </a:xfrm>
            <a:custGeom>
              <a:rect b="b" l="l" r="r" t="t"/>
              <a:pathLst>
                <a:path extrusionOk="0" h="1671" w="82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87" name="Google Shape;9987;p102"/>
          <p:cNvGrpSpPr/>
          <p:nvPr/>
        </p:nvGrpSpPr>
        <p:grpSpPr>
          <a:xfrm>
            <a:off x="852428" y="2730827"/>
            <a:ext cx="358056" cy="369913"/>
            <a:chOff x="-62148000" y="1930075"/>
            <a:chExt cx="309550" cy="319800"/>
          </a:xfrm>
        </p:grpSpPr>
        <p:sp>
          <p:nvSpPr>
            <p:cNvPr id="9988" name="Google Shape;9988;p102"/>
            <p:cNvSpPr/>
            <p:nvPr/>
          </p:nvSpPr>
          <p:spPr>
            <a:xfrm>
              <a:off x="-62148000" y="1930075"/>
              <a:ext cx="309550" cy="319800"/>
            </a:xfrm>
            <a:custGeom>
              <a:rect b="b" l="l" r="r" t="t"/>
              <a:pathLst>
                <a:path extrusionOk="0" h="12792" w="12382">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9" name="Google Shape;9989;p102"/>
            <p:cNvSpPr/>
            <p:nvPr/>
          </p:nvSpPr>
          <p:spPr>
            <a:xfrm>
              <a:off x="-62044825" y="1972200"/>
              <a:ext cx="107125" cy="97700"/>
            </a:xfrm>
            <a:custGeom>
              <a:rect b="b" l="l" r="r" t="t"/>
              <a:pathLst>
                <a:path extrusionOk="0" h="3908" w="4285">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90" name="Google Shape;9990;p102"/>
          <p:cNvGrpSpPr/>
          <p:nvPr/>
        </p:nvGrpSpPr>
        <p:grpSpPr>
          <a:xfrm>
            <a:off x="849695" y="3169113"/>
            <a:ext cx="363522" cy="365373"/>
            <a:chOff x="-62150375" y="2297875"/>
            <a:chExt cx="314275" cy="315875"/>
          </a:xfrm>
        </p:grpSpPr>
        <p:sp>
          <p:nvSpPr>
            <p:cNvPr id="9991" name="Google Shape;9991;p102"/>
            <p:cNvSpPr/>
            <p:nvPr/>
          </p:nvSpPr>
          <p:spPr>
            <a:xfrm>
              <a:off x="-61994425" y="2297875"/>
              <a:ext cx="64600" cy="69925"/>
            </a:xfrm>
            <a:custGeom>
              <a:rect b="b" l="l" r="r" t="t"/>
              <a:pathLst>
                <a:path extrusionOk="0" h="2797" w="2584">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2" name="Google Shape;9992;p102"/>
            <p:cNvSpPr/>
            <p:nvPr/>
          </p:nvSpPr>
          <p:spPr>
            <a:xfrm>
              <a:off x="-62150375" y="2338050"/>
              <a:ext cx="314275" cy="275700"/>
            </a:xfrm>
            <a:custGeom>
              <a:rect b="b" l="l" r="r" t="t"/>
              <a:pathLst>
                <a:path extrusionOk="0" h="11028" w="12571">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3" name="Google Shape;9993;p102"/>
            <p:cNvSpPr/>
            <p:nvPr/>
          </p:nvSpPr>
          <p:spPr>
            <a:xfrm>
              <a:off x="-61972375" y="2430200"/>
              <a:ext cx="20500" cy="60675"/>
            </a:xfrm>
            <a:custGeom>
              <a:rect b="b" l="l" r="r" t="t"/>
              <a:pathLst>
                <a:path extrusionOk="0" h="2427" w="82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4" name="Google Shape;9994;p102"/>
            <p:cNvSpPr/>
            <p:nvPr/>
          </p:nvSpPr>
          <p:spPr>
            <a:xfrm>
              <a:off x="-61909350" y="2430200"/>
              <a:ext cx="19700" cy="60675"/>
            </a:xfrm>
            <a:custGeom>
              <a:rect b="b" l="l" r="r" t="t"/>
              <a:pathLst>
                <a:path extrusionOk="0" h="2427" w="788">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5" name="Google Shape;9995;p102"/>
            <p:cNvSpPr/>
            <p:nvPr/>
          </p:nvSpPr>
          <p:spPr>
            <a:xfrm>
              <a:off x="-62033800" y="2430200"/>
              <a:ext cx="21275" cy="60675"/>
            </a:xfrm>
            <a:custGeom>
              <a:rect b="b" l="l" r="r" t="t"/>
              <a:pathLst>
                <a:path extrusionOk="0" h="2427" w="851">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96" name="Google Shape;9996;p102"/>
          <p:cNvGrpSpPr/>
          <p:nvPr/>
        </p:nvGrpSpPr>
        <p:grpSpPr>
          <a:xfrm>
            <a:off x="848322" y="3610356"/>
            <a:ext cx="366269" cy="368091"/>
            <a:chOff x="-62150375" y="2664925"/>
            <a:chExt cx="316650" cy="318225"/>
          </a:xfrm>
        </p:grpSpPr>
        <p:sp>
          <p:nvSpPr>
            <p:cNvPr id="9997" name="Google Shape;9997;p102"/>
            <p:cNvSpPr/>
            <p:nvPr/>
          </p:nvSpPr>
          <p:spPr>
            <a:xfrm>
              <a:off x="-62150375" y="2961850"/>
              <a:ext cx="316650" cy="21300"/>
            </a:xfrm>
            <a:custGeom>
              <a:rect b="b" l="l" r="r" t="t"/>
              <a:pathLst>
                <a:path extrusionOk="0" h="852" w="12666">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8" name="Google Shape;9998;p102"/>
            <p:cNvSpPr/>
            <p:nvPr/>
          </p:nvSpPr>
          <p:spPr>
            <a:xfrm>
              <a:off x="-62150375" y="2838200"/>
              <a:ext cx="82725" cy="102400"/>
            </a:xfrm>
            <a:custGeom>
              <a:rect b="b" l="l" r="r" t="t"/>
              <a:pathLst>
                <a:path extrusionOk="0" h="4096" w="3309">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9" name="Google Shape;9999;p102"/>
            <p:cNvSpPr/>
            <p:nvPr/>
          </p:nvSpPr>
          <p:spPr>
            <a:xfrm>
              <a:off x="-62033800" y="2664925"/>
              <a:ext cx="82725" cy="274900"/>
            </a:xfrm>
            <a:custGeom>
              <a:rect b="b" l="l" r="r" t="t"/>
              <a:pathLst>
                <a:path extrusionOk="0" h="10996" w="3309">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0" name="Google Shape;10000;p102"/>
            <p:cNvSpPr/>
            <p:nvPr/>
          </p:nvSpPr>
          <p:spPr>
            <a:xfrm>
              <a:off x="-61917225" y="2754700"/>
              <a:ext cx="83500" cy="185900"/>
            </a:xfrm>
            <a:custGeom>
              <a:rect b="b" l="l" r="r" t="t"/>
              <a:pathLst>
                <a:path extrusionOk="0" h="7436" w="334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01" name="Google Shape;10001;p102"/>
          <p:cNvGrpSpPr/>
          <p:nvPr/>
        </p:nvGrpSpPr>
        <p:grpSpPr>
          <a:xfrm>
            <a:off x="3065911" y="2731333"/>
            <a:ext cx="367165" cy="368901"/>
            <a:chOff x="-60254550" y="1938025"/>
            <a:chExt cx="317425" cy="318925"/>
          </a:xfrm>
        </p:grpSpPr>
        <p:sp>
          <p:nvSpPr>
            <p:cNvPr id="10002" name="Google Shape;10002;p102"/>
            <p:cNvSpPr/>
            <p:nvPr/>
          </p:nvSpPr>
          <p:spPr>
            <a:xfrm>
              <a:off x="-60254550" y="2049000"/>
              <a:ext cx="317425" cy="207950"/>
            </a:xfrm>
            <a:custGeom>
              <a:rect b="b" l="l" r="r" t="t"/>
              <a:pathLst>
                <a:path extrusionOk="0" h="8318" w="12697">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3" name="Google Shape;10003;p102"/>
            <p:cNvSpPr/>
            <p:nvPr/>
          </p:nvSpPr>
          <p:spPr>
            <a:xfrm>
              <a:off x="-60219125" y="1938025"/>
              <a:ext cx="51225" cy="103625"/>
            </a:xfrm>
            <a:custGeom>
              <a:rect b="b" l="l" r="r" t="t"/>
              <a:pathLst>
                <a:path extrusionOk="0" h="4145" w="2049">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4" name="Google Shape;10004;p102"/>
            <p:cNvSpPr/>
            <p:nvPr/>
          </p:nvSpPr>
          <p:spPr>
            <a:xfrm>
              <a:off x="-60156900" y="1938025"/>
              <a:ext cx="51225" cy="103625"/>
            </a:xfrm>
            <a:custGeom>
              <a:rect b="b" l="l" r="r" t="t"/>
              <a:pathLst>
                <a:path extrusionOk="0" h="4145" w="2049">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5" name="Google Shape;10005;p102"/>
            <p:cNvSpPr/>
            <p:nvPr/>
          </p:nvSpPr>
          <p:spPr>
            <a:xfrm>
              <a:off x="-60094675" y="1938025"/>
              <a:ext cx="51225" cy="103625"/>
            </a:xfrm>
            <a:custGeom>
              <a:rect b="b" l="l" r="r" t="t"/>
              <a:pathLst>
                <a:path extrusionOk="0" h="4145" w="2049">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06" name="Google Shape;10006;p102"/>
          <p:cNvGrpSpPr/>
          <p:nvPr/>
        </p:nvGrpSpPr>
        <p:grpSpPr>
          <a:xfrm>
            <a:off x="3094149" y="3609907"/>
            <a:ext cx="310690" cy="368987"/>
            <a:chOff x="-60232500" y="2671225"/>
            <a:chExt cx="268600" cy="319000"/>
          </a:xfrm>
        </p:grpSpPr>
        <p:sp>
          <p:nvSpPr>
            <p:cNvPr id="10007" name="Google Shape;10007;p102"/>
            <p:cNvSpPr/>
            <p:nvPr/>
          </p:nvSpPr>
          <p:spPr>
            <a:xfrm>
              <a:off x="-60222275" y="2843700"/>
              <a:ext cx="63025" cy="146525"/>
            </a:xfrm>
            <a:custGeom>
              <a:rect b="b" l="l" r="r" t="t"/>
              <a:pathLst>
                <a:path extrusionOk="0" h="5861" w="2521">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8" name="Google Shape;10008;p102"/>
            <p:cNvSpPr/>
            <p:nvPr/>
          </p:nvSpPr>
          <p:spPr>
            <a:xfrm>
              <a:off x="-60232500" y="2671225"/>
              <a:ext cx="268600" cy="318225"/>
            </a:xfrm>
            <a:custGeom>
              <a:rect b="b" l="l" r="r" t="t"/>
              <a:pathLst>
                <a:path extrusionOk="0" h="12729" w="10744">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09" name="Google Shape;10009;p102"/>
          <p:cNvGrpSpPr/>
          <p:nvPr/>
        </p:nvGrpSpPr>
        <p:grpSpPr>
          <a:xfrm>
            <a:off x="2179643" y="4058541"/>
            <a:ext cx="365373" cy="368987"/>
            <a:chOff x="-59100700" y="1911950"/>
            <a:chExt cx="315875" cy="319000"/>
          </a:xfrm>
        </p:grpSpPr>
        <p:sp>
          <p:nvSpPr>
            <p:cNvPr id="10010" name="Google Shape;10010;p102"/>
            <p:cNvSpPr/>
            <p:nvPr/>
          </p:nvSpPr>
          <p:spPr>
            <a:xfrm>
              <a:off x="-59015625" y="1993850"/>
              <a:ext cx="20500" cy="20525"/>
            </a:xfrm>
            <a:custGeom>
              <a:rect b="b" l="l" r="r" t="t"/>
              <a:pathLst>
                <a:path extrusionOk="0" h="821" w="82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1" name="Google Shape;10011;p102"/>
            <p:cNvSpPr/>
            <p:nvPr/>
          </p:nvSpPr>
          <p:spPr>
            <a:xfrm>
              <a:off x="-58954200" y="1993850"/>
              <a:ext cx="21300" cy="20525"/>
            </a:xfrm>
            <a:custGeom>
              <a:rect b="b" l="l" r="r" t="t"/>
              <a:pathLst>
                <a:path extrusionOk="0" h="821" w="852">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2" name="Google Shape;10012;p102"/>
            <p:cNvSpPr/>
            <p:nvPr/>
          </p:nvSpPr>
          <p:spPr>
            <a:xfrm>
              <a:off x="-58891975" y="1993850"/>
              <a:ext cx="21300" cy="20525"/>
            </a:xfrm>
            <a:custGeom>
              <a:rect b="b" l="l" r="r" t="t"/>
              <a:pathLst>
                <a:path extrusionOk="0" h="821" w="852">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3" name="Google Shape;10013;p102"/>
            <p:cNvSpPr/>
            <p:nvPr/>
          </p:nvSpPr>
          <p:spPr>
            <a:xfrm>
              <a:off x="-59015625" y="2034825"/>
              <a:ext cx="20500" cy="21275"/>
            </a:xfrm>
            <a:custGeom>
              <a:rect b="b" l="l" r="r" t="t"/>
              <a:pathLst>
                <a:path extrusionOk="0" h="851" w="82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4" name="Google Shape;10014;p102"/>
            <p:cNvSpPr/>
            <p:nvPr/>
          </p:nvSpPr>
          <p:spPr>
            <a:xfrm>
              <a:off x="-58954200" y="2034825"/>
              <a:ext cx="21300" cy="21275"/>
            </a:xfrm>
            <a:custGeom>
              <a:rect b="b" l="l" r="r" t="t"/>
              <a:pathLst>
                <a:path extrusionOk="0" h="851" w="852">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5" name="Google Shape;10015;p102"/>
            <p:cNvSpPr/>
            <p:nvPr/>
          </p:nvSpPr>
          <p:spPr>
            <a:xfrm>
              <a:off x="-58891975" y="2034825"/>
              <a:ext cx="21300" cy="21275"/>
            </a:xfrm>
            <a:custGeom>
              <a:rect b="b" l="l" r="r" t="t"/>
              <a:pathLst>
                <a:path extrusionOk="0" h="851" w="852">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6" name="Google Shape;10016;p102"/>
            <p:cNvSpPr/>
            <p:nvPr/>
          </p:nvSpPr>
          <p:spPr>
            <a:xfrm>
              <a:off x="-59015625" y="2076550"/>
              <a:ext cx="20500" cy="20525"/>
            </a:xfrm>
            <a:custGeom>
              <a:rect b="b" l="l" r="r" t="t"/>
              <a:pathLst>
                <a:path extrusionOk="0" h="821" w="82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7" name="Google Shape;10017;p102"/>
            <p:cNvSpPr/>
            <p:nvPr/>
          </p:nvSpPr>
          <p:spPr>
            <a:xfrm>
              <a:off x="-58954200" y="2076550"/>
              <a:ext cx="21300" cy="20525"/>
            </a:xfrm>
            <a:custGeom>
              <a:rect b="b" l="l" r="r" t="t"/>
              <a:pathLst>
                <a:path extrusionOk="0" h="821" w="852">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8" name="Google Shape;10018;p102"/>
            <p:cNvSpPr/>
            <p:nvPr/>
          </p:nvSpPr>
          <p:spPr>
            <a:xfrm>
              <a:off x="-58891975" y="2076550"/>
              <a:ext cx="21300" cy="20525"/>
            </a:xfrm>
            <a:custGeom>
              <a:rect b="b" l="l" r="r" t="t"/>
              <a:pathLst>
                <a:path extrusionOk="0" h="821" w="852">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9" name="Google Shape;10019;p102"/>
            <p:cNvSpPr/>
            <p:nvPr/>
          </p:nvSpPr>
          <p:spPr>
            <a:xfrm>
              <a:off x="-59100700" y="1911950"/>
              <a:ext cx="315875" cy="319000"/>
            </a:xfrm>
            <a:custGeom>
              <a:rect b="b" l="l" r="r" t="t"/>
              <a:pathLst>
                <a:path extrusionOk="0" h="12760" w="12635">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20" name="Google Shape;10020;p102"/>
          <p:cNvGrpSpPr/>
          <p:nvPr/>
        </p:nvGrpSpPr>
        <p:grpSpPr>
          <a:xfrm>
            <a:off x="2621810" y="1314021"/>
            <a:ext cx="379918" cy="366038"/>
            <a:chOff x="-63665750" y="1914325"/>
            <a:chExt cx="328450" cy="316450"/>
          </a:xfrm>
        </p:grpSpPr>
        <p:sp>
          <p:nvSpPr>
            <p:cNvPr id="10021" name="Google Shape;10021;p102"/>
            <p:cNvSpPr/>
            <p:nvPr/>
          </p:nvSpPr>
          <p:spPr>
            <a:xfrm>
              <a:off x="-63665750" y="1914325"/>
              <a:ext cx="328450" cy="316450"/>
            </a:xfrm>
            <a:custGeom>
              <a:rect b="b" l="l" r="r" t="t"/>
              <a:pathLst>
                <a:path extrusionOk="0" h="12658" w="13138">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2" name="Google Shape;10022;p102"/>
            <p:cNvSpPr/>
            <p:nvPr/>
          </p:nvSpPr>
          <p:spPr>
            <a:xfrm>
              <a:off x="-63524775" y="1955275"/>
              <a:ext cx="123675" cy="134700"/>
            </a:xfrm>
            <a:custGeom>
              <a:rect b="b" l="l" r="r" t="t"/>
              <a:pathLst>
                <a:path extrusionOk="0" h="5388" w="4947">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23" name="Google Shape;10023;p102"/>
          <p:cNvGrpSpPr/>
          <p:nvPr/>
        </p:nvGrpSpPr>
        <p:grpSpPr>
          <a:xfrm>
            <a:off x="2626814" y="1793065"/>
            <a:ext cx="369913" cy="368554"/>
            <a:chOff x="-63666550" y="2278975"/>
            <a:chExt cx="319800" cy="318625"/>
          </a:xfrm>
        </p:grpSpPr>
        <p:sp>
          <p:nvSpPr>
            <p:cNvPr id="10024" name="Google Shape;10024;p102"/>
            <p:cNvSpPr/>
            <p:nvPr/>
          </p:nvSpPr>
          <p:spPr>
            <a:xfrm>
              <a:off x="-63481450" y="2309700"/>
              <a:ext cx="62225" cy="146525"/>
            </a:xfrm>
            <a:custGeom>
              <a:rect b="b" l="l" r="r" t="t"/>
              <a:pathLst>
                <a:path extrusionOk="0" h="5861" w="2489">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5" name="Google Shape;10025;p102"/>
            <p:cNvSpPr/>
            <p:nvPr/>
          </p:nvSpPr>
          <p:spPr>
            <a:xfrm>
              <a:off x="-63666550" y="2278975"/>
              <a:ext cx="319800" cy="318625"/>
            </a:xfrm>
            <a:custGeom>
              <a:rect b="b" l="l" r="r" t="t"/>
              <a:pathLst>
                <a:path extrusionOk="0" h="12745" w="12792">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26" name="Google Shape;10026;p102"/>
          <p:cNvGrpSpPr/>
          <p:nvPr/>
        </p:nvGrpSpPr>
        <p:grpSpPr>
          <a:xfrm>
            <a:off x="2624081" y="2259090"/>
            <a:ext cx="375378" cy="367397"/>
            <a:chOff x="-63669700" y="2646600"/>
            <a:chExt cx="324525" cy="317625"/>
          </a:xfrm>
        </p:grpSpPr>
        <p:sp>
          <p:nvSpPr>
            <p:cNvPr id="10027" name="Google Shape;10027;p102"/>
            <p:cNvSpPr/>
            <p:nvPr/>
          </p:nvSpPr>
          <p:spPr>
            <a:xfrm>
              <a:off x="-63669700" y="2646600"/>
              <a:ext cx="324525" cy="317550"/>
            </a:xfrm>
            <a:custGeom>
              <a:rect b="b" l="l" r="r" t="t"/>
              <a:pathLst>
                <a:path extrusionOk="0" h="12702" w="12981">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8" name="Google Shape;10028;p102"/>
            <p:cNvSpPr/>
            <p:nvPr/>
          </p:nvSpPr>
          <p:spPr>
            <a:xfrm>
              <a:off x="-63532650" y="2901200"/>
              <a:ext cx="185900" cy="63025"/>
            </a:xfrm>
            <a:custGeom>
              <a:rect b="b" l="l" r="r" t="t"/>
              <a:pathLst>
                <a:path extrusionOk="0" h="2521" w="7436">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29" name="Google Shape;10029;p102"/>
          <p:cNvGrpSpPr/>
          <p:nvPr/>
        </p:nvGrpSpPr>
        <p:grpSpPr>
          <a:xfrm>
            <a:off x="1286361" y="2732418"/>
            <a:ext cx="366269" cy="366732"/>
            <a:chOff x="-61784125" y="1931250"/>
            <a:chExt cx="316650" cy="317050"/>
          </a:xfrm>
        </p:grpSpPr>
        <p:sp>
          <p:nvSpPr>
            <p:cNvPr id="10030" name="Google Shape;10030;p102"/>
            <p:cNvSpPr/>
            <p:nvPr/>
          </p:nvSpPr>
          <p:spPr>
            <a:xfrm>
              <a:off x="-61688025" y="1931250"/>
              <a:ext cx="124450" cy="134300"/>
            </a:xfrm>
            <a:custGeom>
              <a:rect b="b" l="l" r="r" t="t"/>
              <a:pathLst>
                <a:path extrusionOk="0" h="5372" w="4978">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1" name="Google Shape;10031;p102"/>
            <p:cNvSpPr/>
            <p:nvPr/>
          </p:nvSpPr>
          <p:spPr>
            <a:xfrm>
              <a:off x="-61784125" y="2113325"/>
              <a:ext cx="124450" cy="134975"/>
            </a:xfrm>
            <a:custGeom>
              <a:rect b="b" l="l" r="r" t="t"/>
              <a:pathLst>
                <a:path extrusionOk="0" h="5399" w="4978">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2" name="Google Shape;10032;p102"/>
            <p:cNvSpPr/>
            <p:nvPr/>
          </p:nvSpPr>
          <p:spPr>
            <a:xfrm>
              <a:off x="-61591150" y="2113325"/>
              <a:ext cx="123675" cy="134175"/>
            </a:xfrm>
            <a:custGeom>
              <a:rect b="b" l="l" r="r" t="t"/>
              <a:pathLst>
                <a:path extrusionOk="0" h="5367" w="4947">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3" name="Google Shape;10033;p102"/>
            <p:cNvSpPr/>
            <p:nvPr/>
          </p:nvSpPr>
          <p:spPr>
            <a:xfrm>
              <a:off x="-61677800" y="2072225"/>
              <a:ext cx="106350" cy="62450"/>
            </a:xfrm>
            <a:custGeom>
              <a:rect b="b" l="l" r="r" t="t"/>
              <a:pathLst>
                <a:path extrusionOk="0" h="2498" w="4254">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34" name="Google Shape;10034;p102"/>
          <p:cNvGrpSpPr/>
          <p:nvPr/>
        </p:nvGrpSpPr>
        <p:grpSpPr>
          <a:xfrm>
            <a:off x="1286360" y="3168665"/>
            <a:ext cx="366269" cy="366269"/>
            <a:chOff x="-61783350" y="2297100"/>
            <a:chExt cx="316650" cy="316650"/>
          </a:xfrm>
        </p:grpSpPr>
        <p:sp>
          <p:nvSpPr>
            <p:cNvPr id="10035" name="Google Shape;10035;p102"/>
            <p:cNvSpPr/>
            <p:nvPr/>
          </p:nvSpPr>
          <p:spPr>
            <a:xfrm>
              <a:off x="-61783350" y="2297100"/>
              <a:ext cx="316650" cy="316650"/>
            </a:xfrm>
            <a:custGeom>
              <a:rect b="b" l="l" r="r" t="t"/>
              <a:pathLst>
                <a:path extrusionOk="0" h="12666" w="12666">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6" name="Google Shape;10036;p102"/>
            <p:cNvSpPr/>
            <p:nvPr/>
          </p:nvSpPr>
          <p:spPr>
            <a:xfrm>
              <a:off x="-61742375" y="2387675"/>
              <a:ext cx="275675" cy="151250"/>
            </a:xfrm>
            <a:custGeom>
              <a:rect b="b" l="l" r="r" t="t"/>
              <a:pathLst>
                <a:path extrusionOk="0" h="6050" w="11027">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37" name="Google Shape;10037;p102"/>
          <p:cNvGrpSpPr/>
          <p:nvPr/>
        </p:nvGrpSpPr>
        <p:grpSpPr>
          <a:xfrm>
            <a:off x="1286360" y="3609748"/>
            <a:ext cx="366269" cy="369305"/>
            <a:chOff x="-61782550" y="2664925"/>
            <a:chExt cx="316650" cy="319275"/>
          </a:xfrm>
        </p:grpSpPr>
        <p:sp>
          <p:nvSpPr>
            <p:cNvPr id="10038" name="Google Shape;10038;p102"/>
            <p:cNvSpPr/>
            <p:nvPr/>
          </p:nvSpPr>
          <p:spPr>
            <a:xfrm>
              <a:off x="-61782550" y="2664925"/>
              <a:ext cx="316650" cy="319275"/>
            </a:xfrm>
            <a:custGeom>
              <a:rect b="b" l="l" r="r" t="t"/>
              <a:pathLst>
                <a:path extrusionOk="0" h="12771" w="12666">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9" name="Google Shape;10039;p102"/>
            <p:cNvSpPr/>
            <p:nvPr/>
          </p:nvSpPr>
          <p:spPr>
            <a:xfrm>
              <a:off x="-61701425" y="2705875"/>
              <a:ext cx="151250" cy="21275"/>
            </a:xfrm>
            <a:custGeom>
              <a:rect b="b" l="l" r="r" t="t"/>
              <a:pathLst>
                <a:path extrusionOk="0" h="851" w="605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0" name="Google Shape;10040;p102"/>
            <p:cNvSpPr/>
            <p:nvPr/>
          </p:nvSpPr>
          <p:spPr>
            <a:xfrm>
              <a:off x="-61742375" y="2747625"/>
              <a:ext cx="233925" cy="22075"/>
            </a:xfrm>
            <a:custGeom>
              <a:rect b="b" l="l" r="r" t="t"/>
              <a:pathLst>
                <a:path extrusionOk="0" h="883" w="9357">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41" name="Google Shape;10041;p102"/>
          <p:cNvGrpSpPr/>
          <p:nvPr/>
        </p:nvGrpSpPr>
        <p:grpSpPr>
          <a:xfrm>
            <a:off x="3508137" y="2741136"/>
            <a:ext cx="367165" cy="349294"/>
            <a:chOff x="-59889100" y="1945025"/>
            <a:chExt cx="317425" cy="301975"/>
          </a:xfrm>
        </p:grpSpPr>
        <p:sp>
          <p:nvSpPr>
            <p:cNvPr id="10042" name="Google Shape;10042;p102"/>
            <p:cNvSpPr/>
            <p:nvPr/>
          </p:nvSpPr>
          <p:spPr>
            <a:xfrm>
              <a:off x="-59845000" y="2074200"/>
              <a:ext cx="63025" cy="61450"/>
            </a:xfrm>
            <a:custGeom>
              <a:rect b="b" l="l" r="r" t="t"/>
              <a:pathLst>
                <a:path extrusionOk="0" h="2458" w="2521">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3" name="Google Shape;10043;p102"/>
            <p:cNvSpPr/>
            <p:nvPr/>
          </p:nvSpPr>
          <p:spPr>
            <a:xfrm>
              <a:off x="-59761500" y="1990700"/>
              <a:ext cx="61450" cy="144950"/>
            </a:xfrm>
            <a:custGeom>
              <a:rect b="b" l="l" r="r" t="t"/>
              <a:pathLst>
                <a:path extrusionOk="0" h="5798" w="2458">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4" name="Google Shape;10044;p102"/>
            <p:cNvSpPr/>
            <p:nvPr/>
          </p:nvSpPr>
          <p:spPr>
            <a:xfrm>
              <a:off x="-59678800" y="2053725"/>
              <a:ext cx="61450" cy="81925"/>
            </a:xfrm>
            <a:custGeom>
              <a:rect b="b" l="l" r="r" t="t"/>
              <a:pathLst>
                <a:path extrusionOk="0" h="3277" w="2458">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5" name="Google Shape;10045;p102"/>
            <p:cNvSpPr/>
            <p:nvPr/>
          </p:nvSpPr>
          <p:spPr>
            <a:xfrm>
              <a:off x="-59889100" y="1945025"/>
              <a:ext cx="317425" cy="301975"/>
            </a:xfrm>
            <a:custGeom>
              <a:rect b="b" l="l" r="r" t="t"/>
              <a:pathLst>
                <a:path extrusionOk="0" h="12079" w="12697">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46" name="Google Shape;10046;p102"/>
          <p:cNvGrpSpPr/>
          <p:nvPr/>
        </p:nvGrpSpPr>
        <p:grpSpPr>
          <a:xfrm>
            <a:off x="3040249" y="3168589"/>
            <a:ext cx="366648" cy="366420"/>
            <a:chOff x="6479471" y="2079003"/>
            <a:chExt cx="348923" cy="348706"/>
          </a:xfrm>
        </p:grpSpPr>
        <p:sp>
          <p:nvSpPr>
            <p:cNvPr id="10047" name="Google Shape;10047;p102"/>
            <p:cNvSpPr/>
            <p:nvPr/>
          </p:nvSpPr>
          <p:spPr>
            <a:xfrm>
              <a:off x="6479471" y="2200291"/>
              <a:ext cx="38170" cy="22566"/>
            </a:xfrm>
            <a:custGeom>
              <a:rect b="b" l="l" r="r" t="t"/>
              <a:pathLst>
                <a:path extrusionOk="0" h="820" w="1387">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048" name="Google Shape;10048;p102"/>
            <p:cNvGrpSpPr/>
            <p:nvPr/>
          </p:nvGrpSpPr>
          <p:grpSpPr>
            <a:xfrm>
              <a:off x="6520582" y="2079003"/>
              <a:ext cx="307811" cy="348706"/>
              <a:chOff x="-60218325" y="2304850"/>
              <a:chExt cx="279625" cy="316775"/>
            </a:xfrm>
          </p:grpSpPr>
          <p:sp>
            <p:nvSpPr>
              <p:cNvPr id="10049" name="Google Shape;10049;p102"/>
              <p:cNvSpPr/>
              <p:nvPr/>
            </p:nvSpPr>
            <p:spPr>
              <a:xfrm>
                <a:off x="-60218325" y="2304850"/>
                <a:ext cx="235525" cy="316775"/>
              </a:xfrm>
              <a:custGeom>
                <a:rect b="b" l="l" r="r" t="t"/>
                <a:pathLst>
                  <a:path extrusionOk="0" h="12671" w="9421">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0" name="Google Shape;10050;p102"/>
              <p:cNvSpPr/>
              <p:nvPr/>
            </p:nvSpPr>
            <p:spPr>
              <a:xfrm>
                <a:off x="-60127750" y="2347500"/>
                <a:ext cx="62250" cy="145750"/>
              </a:xfrm>
              <a:custGeom>
                <a:rect b="b" l="l" r="r" t="t"/>
                <a:pathLst>
                  <a:path extrusionOk="0" h="5830" w="249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1" name="Google Shape;10051;p102"/>
              <p:cNvSpPr/>
              <p:nvPr/>
            </p:nvSpPr>
            <p:spPr>
              <a:xfrm>
                <a:off x="-60212825" y="2510750"/>
                <a:ext cx="32325" cy="30325"/>
              </a:xfrm>
              <a:custGeom>
                <a:rect b="b" l="l" r="r" t="t"/>
                <a:pathLst>
                  <a:path extrusionOk="0" h="1213" w="1293">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2" name="Google Shape;10052;p102"/>
              <p:cNvSpPr/>
              <p:nvPr/>
            </p:nvSpPr>
            <p:spPr>
              <a:xfrm>
                <a:off x="-60012750" y="2310675"/>
                <a:ext cx="32300" cy="30350"/>
              </a:xfrm>
              <a:custGeom>
                <a:rect b="b" l="l" r="r" t="t"/>
                <a:pathLst>
                  <a:path extrusionOk="0" h="1214" w="1292">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3" name="Google Shape;10053;p102"/>
              <p:cNvSpPr/>
              <p:nvPr/>
            </p:nvSpPr>
            <p:spPr>
              <a:xfrm>
                <a:off x="-60012750" y="2510750"/>
                <a:ext cx="32300" cy="30325"/>
              </a:xfrm>
              <a:custGeom>
                <a:rect b="b" l="l" r="r" t="t"/>
                <a:pathLst>
                  <a:path extrusionOk="0" h="1213" w="1292">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4" name="Google Shape;10054;p102"/>
              <p:cNvSpPr/>
              <p:nvPr/>
            </p:nvSpPr>
            <p:spPr>
              <a:xfrm>
                <a:off x="-60212825" y="2310675"/>
                <a:ext cx="32325" cy="30350"/>
              </a:xfrm>
              <a:custGeom>
                <a:rect b="b" l="l" r="r" t="t"/>
                <a:pathLst>
                  <a:path extrusionOk="0" h="1214" w="1293">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5" name="Google Shape;10055;p102"/>
              <p:cNvSpPr/>
              <p:nvPr/>
            </p:nvSpPr>
            <p:spPr>
              <a:xfrm>
                <a:off x="-59974175" y="2415250"/>
                <a:ext cx="35475" cy="20500"/>
              </a:xfrm>
              <a:custGeom>
                <a:rect b="b" l="l" r="r" t="t"/>
                <a:pathLst>
                  <a:path extrusionOk="0" h="820" w="1419">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056" name="Google Shape;10056;p102"/>
          <p:cNvSpPr/>
          <p:nvPr/>
        </p:nvSpPr>
        <p:spPr>
          <a:xfrm>
            <a:off x="3501697" y="3208296"/>
            <a:ext cx="368091" cy="287006"/>
          </a:xfrm>
          <a:custGeom>
            <a:rect b="b" l="l" r="r" t="t"/>
            <a:pathLst>
              <a:path extrusionOk="0" h="9925" w="12729">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057" name="Google Shape;10057;p102"/>
          <p:cNvGrpSpPr/>
          <p:nvPr/>
        </p:nvGrpSpPr>
        <p:grpSpPr>
          <a:xfrm>
            <a:off x="3507226" y="3611671"/>
            <a:ext cx="368987" cy="365459"/>
            <a:chOff x="-59889100" y="2671925"/>
            <a:chExt cx="319000" cy="315950"/>
          </a:xfrm>
        </p:grpSpPr>
        <p:sp>
          <p:nvSpPr>
            <p:cNvPr id="10058" name="Google Shape;10058;p102"/>
            <p:cNvSpPr/>
            <p:nvPr/>
          </p:nvSpPr>
          <p:spPr>
            <a:xfrm>
              <a:off x="-59889100" y="2672000"/>
              <a:ext cx="149675" cy="256025"/>
            </a:xfrm>
            <a:custGeom>
              <a:rect b="b" l="l" r="r" t="t"/>
              <a:pathLst>
                <a:path extrusionOk="0" h="10241" w="5987">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9" name="Google Shape;10059;p102"/>
            <p:cNvSpPr/>
            <p:nvPr/>
          </p:nvSpPr>
          <p:spPr>
            <a:xfrm>
              <a:off x="-59830825" y="2892525"/>
              <a:ext cx="201650" cy="95350"/>
            </a:xfrm>
            <a:custGeom>
              <a:rect b="b" l="l" r="r" t="t"/>
              <a:pathLst>
                <a:path extrusionOk="0" h="3814" w="8066">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0" name="Google Shape;10060;p102"/>
            <p:cNvSpPr/>
            <p:nvPr/>
          </p:nvSpPr>
          <p:spPr>
            <a:xfrm>
              <a:off x="-59719775" y="2671925"/>
              <a:ext cx="149675" cy="256425"/>
            </a:xfrm>
            <a:custGeom>
              <a:rect b="b" l="l" r="r" t="t"/>
              <a:pathLst>
                <a:path extrusionOk="0" h="10257" w="5987">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1" name="Google Shape;10061;p102"/>
            <p:cNvSpPr/>
            <p:nvPr/>
          </p:nvSpPr>
          <p:spPr>
            <a:xfrm>
              <a:off x="-59762300" y="2757075"/>
              <a:ext cx="63025" cy="145725"/>
            </a:xfrm>
            <a:custGeom>
              <a:rect b="b" l="l" r="r" t="t"/>
              <a:pathLst>
                <a:path extrusionOk="0" h="5829" w="2521">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62" name="Google Shape;10062;p102"/>
          <p:cNvGrpSpPr/>
          <p:nvPr/>
        </p:nvGrpSpPr>
        <p:grpSpPr>
          <a:xfrm>
            <a:off x="2620204" y="4054176"/>
            <a:ext cx="367165" cy="366269"/>
            <a:chOff x="-59092025" y="2296300"/>
            <a:chExt cx="317425" cy="316650"/>
          </a:xfrm>
        </p:grpSpPr>
        <p:sp>
          <p:nvSpPr>
            <p:cNvPr id="10063" name="Google Shape;10063;p102"/>
            <p:cNvSpPr/>
            <p:nvPr/>
          </p:nvSpPr>
          <p:spPr>
            <a:xfrm>
              <a:off x="-58994350" y="2382950"/>
              <a:ext cx="122875" cy="133925"/>
            </a:xfrm>
            <a:custGeom>
              <a:rect b="b" l="l" r="r" t="t"/>
              <a:pathLst>
                <a:path extrusionOk="0" h="5357" w="4915">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4" name="Google Shape;10064;p102"/>
            <p:cNvSpPr/>
            <p:nvPr/>
          </p:nvSpPr>
          <p:spPr>
            <a:xfrm>
              <a:off x="-59092025" y="2296300"/>
              <a:ext cx="317425" cy="316650"/>
            </a:xfrm>
            <a:custGeom>
              <a:rect b="b" l="l" r="r" t="t"/>
              <a:pathLst>
                <a:path extrusionOk="0" h="12666" w="12697">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65" name="Google Shape;10065;p102"/>
          <p:cNvGrpSpPr/>
          <p:nvPr/>
        </p:nvGrpSpPr>
        <p:grpSpPr>
          <a:xfrm>
            <a:off x="4865611" y="1305095"/>
            <a:ext cx="353174" cy="347599"/>
            <a:chOff x="683125" y="1955275"/>
            <a:chExt cx="299325" cy="294600"/>
          </a:xfrm>
        </p:grpSpPr>
        <p:sp>
          <p:nvSpPr>
            <p:cNvPr id="10066" name="Google Shape;10066;p102"/>
            <p:cNvSpPr/>
            <p:nvPr/>
          </p:nvSpPr>
          <p:spPr>
            <a:xfrm>
              <a:off x="876875" y="1989925"/>
              <a:ext cx="52800" cy="63825"/>
            </a:xfrm>
            <a:custGeom>
              <a:rect b="b" l="l" r="r" t="t"/>
              <a:pathLst>
                <a:path extrusionOk="0" h="2553" w="2112">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7" name="Google Shape;10067;p102"/>
            <p:cNvSpPr/>
            <p:nvPr/>
          </p:nvSpPr>
          <p:spPr>
            <a:xfrm>
              <a:off x="683125" y="2058450"/>
              <a:ext cx="159900" cy="191425"/>
            </a:xfrm>
            <a:custGeom>
              <a:rect b="b" l="l" r="r" t="t"/>
              <a:pathLst>
                <a:path extrusionOk="0" h="7657" w="6396">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8" name="Google Shape;10068;p102"/>
            <p:cNvSpPr/>
            <p:nvPr/>
          </p:nvSpPr>
          <p:spPr>
            <a:xfrm>
              <a:off x="824900" y="1955275"/>
              <a:ext cx="157550" cy="155975"/>
            </a:xfrm>
            <a:custGeom>
              <a:rect b="b" l="l" r="r" t="t"/>
              <a:pathLst>
                <a:path extrusionOk="0" h="6239" w="6302">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9" name="Google Shape;10069;p102"/>
            <p:cNvSpPr/>
            <p:nvPr/>
          </p:nvSpPr>
          <p:spPr>
            <a:xfrm>
              <a:off x="895000" y="2058450"/>
              <a:ext cx="17350" cy="18125"/>
            </a:xfrm>
            <a:custGeom>
              <a:rect b="b" l="l" r="r" t="t"/>
              <a:pathLst>
                <a:path extrusionOk="0" h="725" w="694">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70" name="Google Shape;10070;p102"/>
          <p:cNvGrpSpPr/>
          <p:nvPr/>
        </p:nvGrpSpPr>
        <p:grpSpPr>
          <a:xfrm>
            <a:off x="4866541" y="1755653"/>
            <a:ext cx="351315" cy="349486"/>
            <a:chOff x="685475" y="2318350"/>
            <a:chExt cx="297750" cy="296200"/>
          </a:xfrm>
        </p:grpSpPr>
        <p:sp>
          <p:nvSpPr>
            <p:cNvPr id="10071" name="Google Shape;10071;p102"/>
            <p:cNvSpPr/>
            <p:nvPr/>
          </p:nvSpPr>
          <p:spPr>
            <a:xfrm>
              <a:off x="685475" y="2371925"/>
              <a:ext cx="142600" cy="241975"/>
            </a:xfrm>
            <a:custGeom>
              <a:rect b="b" l="l" r="r" t="t"/>
              <a:pathLst>
                <a:path extrusionOk="0" h="9679" w="5704">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2" name="Google Shape;10072;p102"/>
            <p:cNvSpPr/>
            <p:nvPr/>
          </p:nvSpPr>
          <p:spPr>
            <a:xfrm>
              <a:off x="839850" y="2371925"/>
              <a:ext cx="143375" cy="242625"/>
            </a:xfrm>
            <a:custGeom>
              <a:rect b="b" l="l" r="r" t="t"/>
              <a:pathLst>
                <a:path extrusionOk="0" h="9705" w="5735">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3" name="Google Shape;10073;p102"/>
            <p:cNvSpPr/>
            <p:nvPr/>
          </p:nvSpPr>
          <p:spPr>
            <a:xfrm>
              <a:off x="772900" y="2318350"/>
              <a:ext cx="122125" cy="105075"/>
            </a:xfrm>
            <a:custGeom>
              <a:rect b="b" l="l" r="r" t="t"/>
              <a:pathLst>
                <a:path extrusionOk="0" h="4203" w="4885">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74" name="Google Shape;10074;p102"/>
          <p:cNvGrpSpPr/>
          <p:nvPr/>
        </p:nvGrpSpPr>
        <p:grpSpPr>
          <a:xfrm>
            <a:off x="7094699" y="1304859"/>
            <a:ext cx="309517" cy="348071"/>
            <a:chOff x="2523000" y="1954875"/>
            <a:chExt cx="262325" cy="295000"/>
          </a:xfrm>
        </p:grpSpPr>
        <p:sp>
          <p:nvSpPr>
            <p:cNvPr id="10075" name="Google Shape;10075;p102"/>
            <p:cNvSpPr/>
            <p:nvPr/>
          </p:nvSpPr>
          <p:spPr>
            <a:xfrm>
              <a:off x="2523000" y="1954875"/>
              <a:ext cx="262325" cy="295000"/>
            </a:xfrm>
            <a:custGeom>
              <a:rect b="b" l="l" r="r" t="t"/>
              <a:pathLst>
                <a:path extrusionOk="0" h="11800" w="10493">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6" name="Google Shape;10076;p102"/>
            <p:cNvSpPr/>
            <p:nvPr/>
          </p:nvSpPr>
          <p:spPr>
            <a:xfrm>
              <a:off x="2595475" y="2024575"/>
              <a:ext cx="122100" cy="138650"/>
            </a:xfrm>
            <a:custGeom>
              <a:rect b="b" l="l" r="r" t="t"/>
              <a:pathLst>
                <a:path extrusionOk="0" h="5546" w="4884">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77" name="Google Shape;10077;p102"/>
          <p:cNvGrpSpPr/>
          <p:nvPr/>
        </p:nvGrpSpPr>
        <p:grpSpPr>
          <a:xfrm>
            <a:off x="7073800" y="1756125"/>
            <a:ext cx="351315" cy="348542"/>
            <a:chOff x="2508825" y="2318350"/>
            <a:chExt cx="297750" cy="295400"/>
          </a:xfrm>
        </p:grpSpPr>
        <p:sp>
          <p:nvSpPr>
            <p:cNvPr id="10078" name="Google Shape;10078;p102"/>
            <p:cNvSpPr/>
            <p:nvPr/>
          </p:nvSpPr>
          <p:spPr>
            <a:xfrm>
              <a:off x="2508825" y="2318350"/>
              <a:ext cx="297750" cy="295400"/>
            </a:xfrm>
            <a:custGeom>
              <a:rect b="b" l="l" r="r" t="t"/>
              <a:pathLst>
                <a:path extrusionOk="0" h="11816" w="1191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9" name="Google Shape;10079;p102"/>
            <p:cNvSpPr/>
            <p:nvPr/>
          </p:nvSpPr>
          <p:spPr>
            <a:xfrm>
              <a:off x="2629350" y="2353025"/>
              <a:ext cx="54350" cy="121300"/>
            </a:xfrm>
            <a:custGeom>
              <a:rect b="b" l="l" r="r" t="t"/>
              <a:pathLst>
                <a:path extrusionOk="0" h="4852" w="2174">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080" name="Google Shape;10080;p102"/>
          <p:cNvSpPr/>
          <p:nvPr/>
        </p:nvSpPr>
        <p:spPr>
          <a:xfrm>
            <a:off x="7074663" y="2197454"/>
            <a:ext cx="349457" cy="349427"/>
          </a:xfrm>
          <a:custGeom>
            <a:rect b="b" l="l" r="r" t="t"/>
            <a:pathLst>
              <a:path extrusionOk="0" h="11846" w="11847">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081" name="Google Shape;10081;p102"/>
          <p:cNvGrpSpPr/>
          <p:nvPr/>
        </p:nvGrpSpPr>
        <p:grpSpPr>
          <a:xfrm>
            <a:off x="5747373" y="2670178"/>
            <a:ext cx="347599" cy="348513"/>
            <a:chOff x="4321150" y="1946600"/>
            <a:chExt cx="294600" cy="295375"/>
          </a:xfrm>
        </p:grpSpPr>
        <p:sp>
          <p:nvSpPr>
            <p:cNvPr id="10082" name="Google Shape;10082;p102"/>
            <p:cNvSpPr/>
            <p:nvPr/>
          </p:nvSpPr>
          <p:spPr>
            <a:xfrm>
              <a:off x="4321150" y="1946600"/>
              <a:ext cx="294600" cy="295375"/>
            </a:xfrm>
            <a:custGeom>
              <a:rect b="b" l="l" r="r" t="t"/>
              <a:pathLst>
                <a:path extrusionOk="0" h="11815" w="11784">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3" name="Google Shape;10083;p102"/>
            <p:cNvSpPr/>
            <p:nvPr/>
          </p:nvSpPr>
          <p:spPr>
            <a:xfrm>
              <a:off x="4564525" y="2031675"/>
              <a:ext cx="17350" cy="18125"/>
            </a:xfrm>
            <a:custGeom>
              <a:rect b="b" l="l" r="r" t="t"/>
              <a:pathLst>
                <a:path extrusionOk="0" h="725" w="694">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4" name="Google Shape;10084;p102"/>
            <p:cNvSpPr/>
            <p:nvPr/>
          </p:nvSpPr>
          <p:spPr>
            <a:xfrm>
              <a:off x="4414100" y="2084450"/>
              <a:ext cx="106350" cy="122100"/>
            </a:xfrm>
            <a:custGeom>
              <a:rect b="b" l="l" r="r" t="t"/>
              <a:pathLst>
                <a:path extrusionOk="0" h="4884" w="4254">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085" name="Google Shape;10085;p102"/>
          <p:cNvSpPr/>
          <p:nvPr/>
        </p:nvSpPr>
        <p:spPr>
          <a:xfrm>
            <a:off x="5744000" y="3170260"/>
            <a:ext cx="354117" cy="326242"/>
          </a:xfrm>
          <a:custGeom>
            <a:rect b="b" l="l" r="r" t="t"/>
            <a:pathLst>
              <a:path extrusionOk="0" h="11060" w="12005">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6" name="Google Shape;10086;p102"/>
          <p:cNvSpPr/>
          <p:nvPr/>
        </p:nvSpPr>
        <p:spPr>
          <a:xfrm>
            <a:off x="5744472" y="3608425"/>
            <a:ext cx="353174" cy="348513"/>
          </a:xfrm>
          <a:custGeom>
            <a:rect b="b" l="l" r="r" t="t"/>
            <a:pathLst>
              <a:path extrusionOk="0" h="11815" w="11973">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7" name="Google Shape;10087;p102"/>
          <p:cNvSpPr/>
          <p:nvPr/>
        </p:nvSpPr>
        <p:spPr>
          <a:xfrm>
            <a:off x="8020096" y="2671070"/>
            <a:ext cx="224004" cy="346655"/>
          </a:xfrm>
          <a:custGeom>
            <a:rect b="b" l="l" r="r" t="t"/>
            <a:pathLst>
              <a:path extrusionOk="0" h="11752" w="7594">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8" name="Google Shape;10088;p102"/>
          <p:cNvSpPr/>
          <p:nvPr/>
        </p:nvSpPr>
        <p:spPr>
          <a:xfrm>
            <a:off x="5310365" y="1304129"/>
            <a:ext cx="351286" cy="349457"/>
          </a:xfrm>
          <a:custGeom>
            <a:rect b="b" l="l" r="r" t="t"/>
            <a:pathLst>
              <a:path extrusionOk="0" h="11847" w="11909">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089" name="Google Shape;10089;p102"/>
          <p:cNvGrpSpPr/>
          <p:nvPr/>
        </p:nvGrpSpPr>
        <p:grpSpPr>
          <a:xfrm>
            <a:off x="5309921" y="1756125"/>
            <a:ext cx="352230" cy="348542"/>
            <a:chOff x="1049375" y="2318350"/>
            <a:chExt cx="298525" cy="295400"/>
          </a:xfrm>
        </p:grpSpPr>
        <p:sp>
          <p:nvSpPr>
            <p:cNvPr id="10090" name="Google Shape;10090;p102"/>
            <p:cNvSpPr/>
            <p:nvPr/>
          </p:nvSpPr>
          <p:spPr>
            <a:xfrm>
              <a:off x="1101350" y="2492325"/>
              <a:ext cx="70125" cy="50525"/>
            </a:xfrm>
            <a:custGeom>
              <a:rect b="b" l="l" r="r" t="t"/>
              <a:pathLst>
                <a:path extrusionOk="0" h="2021" w="2805">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1" name="Google Shape;10091;p102"/>
            <p:cNvSpPr/>
            <p:nvPr/>
          </p:nvSpPr>
          <p:spPr>
            <a:xfrm>
              <a:off x="1101350" y="2440525"/>
              <a:ext cx="70125" cy="51150"/>
            </a:xfrm>
            <a:custGeom>
              <a:rect b="b" l="l" r="r" t="t"/>
              <a:pathLst>
                <a:path extrusionOk="0" h="2046" w="2805">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2" name="Google Shape;10092;p102"/>
            <p:cNvSpPr/>
            <p:nvPr/>
          </p:nvSpPr>
          <p:spPr>
            <a:xfrm>
              <a:off x="1101350" y="2388550"/>
              <a:ext cx="70125" cy="51125"/>
            </a:xfrm>
            <a:custGeom>
              <a:rect b="b" l="l" r="r" t="t"/>
              <a:pathLst>
                <a:path extrusionOk="0" h="2045" w="2805">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3" name="Google Shape;10093;p102"/>
            <p:cNvSpPr/>
            <p:nvPr/>
          </p:nvSpPr>
          <p:spPr>
            <a:xfrm>
              <a:off x="1049375" y="2318350"/>
              <a:ext cx="298525" cy="295400"/>
            </a:xfrm>
            <a:custGeom>
              <a:rect b="b" l="l" r="r" t="t"/>
              <a:pathLst>
                <a:path extrusionOk="0" h="11816" w="11941">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94" name="Google Shape;10094;p102"/>
          <p:cNvGrpSpPr/>
          <p:nvPr/>
        </p:nvGrpSpPr>
        <p:grpSpPr>
          <a:xfrm>
            <a:off x="5310393" y="2196576"/>
            <a:ext cx="351286" cy="351286"/>
            <a:chOff x="1049375" y="2680675"/>
            <a:chExt cx="297725" cy="297725"/>
          </a:xfrm>
        </p:grpSpPr>
        <p:sp>
          <p:nvSpPr>
            <p:cNvPr id="10095" name="Google Shape;10095;p102"/>
            <p:cNvSpPr/>
            <p:nvPr/>
          </p:nvSpPr>
          <p:spPr>
            <a:xfrm>
              <a:off x="1113175" y="2752350"/>
              <a:ext cx="161475" cy="155975"/>
            </a:xfrm>
            <a:custGeom>
              <a:rect b="b" l="l" r="r" t="t"/>
              <a:pathLst>
                <a:path extrusionOk="0" h="6239" w="6459">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6" name="Google Shape;10096;p102"/>
            <p:cNvSpPr/>
            <p:nvPr/>
          </p:nvSpPr>
          <p:spPr>
            <a:xfrm>
              <a:off x="1049375" y="2680675"/>
              <a:ext cx="297725" cy="297725"/>
            </a:xfrm>
            <a:custGeom>
              <a:rect b="b" l="l" r="r" t="t"/>
              <a:pathLst>
                <a:path extrusionOk="0" h="11909" w="11909">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97" name="Google Shape;10097;p102"/>
          <p:cNvGrpSpPr/>
          <p:nvPr/>
        </p:nvGrpSpPr>
        <p:grpSpPr>
          <a:xfrm>
            <a:off x="7523845" y="1304623"/>
            <a:ext cx="348513" cy="348542"/>
            <a:chOff x="2872725" y="1954475"/>
            <a:chExt cx="295375" cy="295400"/>
          </a:xfrm>
        </p:grpSpPr>
        <p:sp>
          <p:nvSpPr>
            <p:cNvPr id="10098" name="Google Shape;10098;p102"/>
            <p:cNvSpPr/>
            <p:nvPr/>
          </p:nvSpPr>
          <p:spPr>
            <a:xfrm>
              <a:off x="2959350" y="1954475"/>
              <a:ext cx="122100" cy="139450"/>
            </a:xfrm>
            <a:custGeom>
              <a:rect b="b" l="l" r="r" t="t"/>
              <a:pathLst>
                <a:path extrusionOk="0" h="5578" w="4884">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9" name="Google Shape;10099;p102"/>
            <p:cNvSpPr/>
            <p:nvPr/>
          </p:nvSpPr>
          <p:spPr>
            <a:xfrm>
              <a:off x="2906575" y="2146650"/>
              <a:ext cx="191425" cy="69350"/>
            </a:xfrm>
            <a:custGeom>
              <a:rect b="b" l="l" r="r" t="t"/>
              <a:pathLst>
                <a:path extrusionOk="0" h="2774" w="7657">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0" name="Google Shape;10100;p102"/>
            <p:cNvSpPr/>
            <p:nvPr/>
          </p:nvSpPr>
          <p:spPr>
            <a:xfrm>
              <a:off x="2872725" y="2112000"/>
              <a:ext cx="295375" cy="137875"/>
            </a:xfrm>
            <a:custGeom>
              <a:rect b="b" l="l" r="r" t="t"/>
              <a:pathLst>
                <a:path extrusionOk="0" h="5515" w="11815">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01" name="Google Shape;10101;p102"/>
          <p:cNvGrpSpPr/>
          <p:nvPr/>
        </p:nvGrpSpPr>
        <p:grpSpPr>
          <a:xfrm>
            <a:off x="7545216" y="1755196"/>
            <a:ext cx="305771" cy="350401"/>
            <a:chOff x="2890050" y="2318350"/>
            <a:chExt cx="259150" cy="296975"/>
          </a:xfrm>
        </p:grpSpPr>
        <p:sp>
          <p:nvSpPr>
            <p:cNvPr id="10102" name="Google Shape;10102;p102"/>
            <p:cNvSpPr/>
            <p:nvPr/>
          </p:nvSpPr>
          <p:spPr>
            <a:xfrm>
              <a:off x="2936525" y="2353025"/>
              <a:ext cx="160700" cy="155975"/>
            </a:xfrm>
            <a:custGeom>
              <a:rect b="b" l="l" r="r" t="t"/>
              <a:pathLst>
                <a:path extrusionOk="0" h="6239" w="6428">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3" name="Google Shape;10103;p102"/>
            <p:cNvSpPr/>
            <p:nvPr/>
          </p:nvSpPr>
          <p:spPr>
            <a:xfrm>
              <a:off x="2890050" y="2318350"/>
              <a:ext cx="259150" cy="296975"/>
            </a:xfrm>
            <a:custGeom>
              <a:rect b="b" l="l" r="r" t="t"/>
              <a:pathLst>
                <a:path extrusionOk="0" h="11879" w="10366">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04" name="Google Shape;10104;p102"/>
          <p:cNvSpPr/>
          <p:nvPr/>
        </p:nvSpPr>
        <p:spPr>
          <a:xfrm>
            <a:off x="7585093" y="2196982"/>
            <a:ext cx="225862" cy="350371"/>
          </a:xfrm>
          <a:custGeom>
            <a:rect b="b" l="l" r="r" t="t"/>
            <a:pathLst>
              <a:path extrusionOk="0" h="11878" w="7657">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05" name="Google Shape;10105;p102"/>
          <p:cNvGrpSpPr/>
          <p:nvPr/>
        </p:nvGrpSpPr>
        <p:grpSpPr>
          <a:xfrm>
            <a:off x="6187732" y="2670650"/>
            <a:ext cx="347569" cy="347569"/>
            <a:chOff x="4685050" y="1945825"/>
            <a:chExt cx="294575" cy="294575"/>
          </a:xfrm>
        </p:grpSpPr>
        <p:sp>
          <p:nvSpPr>
            <p:cNvPr id="10106" name="Google Shape;10106;p102"/>
            <p:cNvSpPr/>
            <p:nvPr/>
          </p:nvSpPr>
          <p:spPr>
            <a:xfrm>
              <a:off x="4720475" y="2086025"/>
              <a:ext cx="104775" cy="121300"/>
            </a:xfrm>
            <a:custGeom>
              <a:rect b="b" l="l" r="r" t="t"/>
              <a:pathLst>
                <a:path extrusionOk="0" h="4852" w="4191">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7" name="Google Shape;10107;p102"/>
            <p:cNvSpPr/>
            <p:nvPr/>
          </p:nvSpPr>
          <p:spPr>
            <a:xfrm>
              <a:off x="4685050" y="1945825"/>
              <a:ext cx="294575" cy="294575"/>
            </a:xfrm>
            <a:custGeom>
              <a:rect b="b" l="l" r="r" t="t"/>
              <a:pathLst>
                <a:path extrusionOk="0" h="11783" w="11783">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8" name="Google Shape;10108;p102"/>
            <p:cNvSpPr/>
            <p:nvPr/>
          </p:nvSpPr>
          <p:spPr>
            <a:xfrm>
              <a:off x="4840200" y="2103350"/>
              <a:ext cx="104775" cy="17350"/>
            </a:xfrm>
            <a:custGeom>
              <a:rect b="b" l="l" r="r" t="t"/>
              <a:pathLst>
                <a:path extrusionOk="0" h="694" w="4191">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9" name="Google Shape;10109;p102"/>
            <p:cNvSpPr/>
            <p:nvPr/>
          </p:nvSpPr>
          <p:spPr>
            <a:xfrm>
              <a:off x="4840200" y="2137200"/>
              <a:ext cx="104775" cy="18150"/>
            </a:xfrm>
            <a:custGeom>
              <a:rect b="b" l="l" r="r" t="t"/>
              <a:pathLst>
                <a:path extrusionOk="0" h="726" w="4191">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0" name="Google Shape;10110;p102"/>
            <p:cNvSpPr/>
            <p:nvPr/>
          </p:nvSpPr>
          <p:spPr>
            <a:xfrm>
              <a:off x="4840200" y="2171875"/>
              <a:ext cx="104775" cy="18125"/>
            </a:xfrm>
            <a:custGeom>
              <a:rect b="b" l="l" r="r" t="t"/>
              <a:pathLst>
                <a:path extrusionOk="0" h="725" w="4191">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11" name="Google Shape;10111;p102"/>
          <p:cNvSpPr/>
          <p:nvPr/>
        </p:nvSpPr>
        <p:spPr>
          <a:xfrm>
            <a:off x="6187137" y="3159582"/>
            <a:ext cx="348513" cy="347599"/>
          </a:xfrm>
          <a:custGeom>
            <a:rect b="b" l="l" r="r" t="t"/>
            <a:pathLst>
              <a:path extrusionOk="0" h="11784" w="11815">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2" name="Google Shape;10112;p102"/>
          <p:cNvSpPr/>
          <p:nvPr/>
        </p:nvSpPr>
        <p:spPr>
          <a:xfrm>
            <a:off x="6208050" y="3607496"/>
            <a:ext cx="306686" cy="350371"/>
          </a:xfrm>
          <a:custGeom>
            <a:rect b="b" l="l" r="r" t="t"/>
            <a:pathLst>
              <a:path extrusionOk="0" h="11878" w="10397">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13" name="Google Shape;10113;p102"/>
          <p:cNvGrpSpPr/>
          <p:nvPr/>
        </p:nvGrpSpPr>
        <p:grpSpPr>
          <a:xfrm>
            <a:off x="7958004" y="3159625"/>
            <a:ext cx="348513" cy="347599"/>
            <a:chOff x="6131900" y="2301825"/>
            <a:chExt cx="295375" cy="294600"/>
          </a:xfrm>
        </p:grpSpPr>
        <p:sp>
          <p:nvSpPr>
            <p:cNvPr id="10114" name="Google Shape;10114;p102"/>
            <p:cNvSpPr/>
            <p:nvPr/>
          </p:nvSpPr>
          <p:spPr>
            <a:xfrm>
              <a:off x="6131900" y="2301825"/>
              <a:ext cx="295375" cy="294600"/>
            </a:xfrm>
            <a:custGeom>
              <a:rect b="b" l="l" r="r" t="t"/>
              <a:pathLst>
                <a:path extrusionOk="0" h="11784" w="11815">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5" name="Google Shape;10115;p102"/>
            <p:cNvSpPr/>
            <p:nvPr/>
          </p:nvSpPr>
          <p:spPr>
            <a:xfrm>
              <a:off x="6218550" y="2456200"/>
              <a:ext cx="122100" cy="51225"/>
            </a:xfrm>
            <a:custGeom>
              <a:rect b="b" l="l" r="r" t="t"/>
              <a:pathLst>
                <a:path extrusionOk="0" h="2049" w="4884">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6" name="Google Shape;10116;p102"/>
            <p:cNvSpPr/>
            <p:nvPr/>
          </p:nvSpPr>
          <p:spPr>
            <a:xfrm>
              <a:off x="6340625" y="2353025"/>
              <a:ext cx="35475" cy="18125"/>
            </a:xfrm>
            <a:custGeom>
              <a:rect b="b" l="l" r="r" t="t"/>
              <a:pathLst>
                <a:path extrusionOk="0" h="725" w="1419">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7" name="Google Shape;10117;p102"/>
            <p:cNvSpPr/>
            <p:nvPr/>
          </p:nvSpPr>
          <p:spPr>
            <a:xfrm>
              <a:off x="6183100" y="2369550"/>
              <a:ext cx="35475" cy="18150"/>
            </a:xfrm>
            <a:custGeom>
              <a:rect b="b" l="l" r="r" t="t"/>
              <a:pathLst>
                <a:path extrusionOk="0" h="726" w="1419">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18" name="Google Shape;10118;p102"/>
          <p:cNvGrpSpPr/>
          <p:nvPr/>
        </p:nvGrpSpPr>
        <p:grpSpPr>
          <a:xfrm>
            <a:off x="5753997" y="1304166"/>
            <a:ext cx="351315" cy="349457"/>
            <a:chOff x="1412450" y="1954475"/>
            <a:chExt cx="297750" cy="296175"/>
          </a:xfrm>
        </p:grpSpPr>
        <p:sp>
          <p:nvSpPr>
            <p:cNvPr id="10119" name="Google Shape;10119;p102"/>
            <p:cNvSpPr/>
            <p:nvPr/>
          </p:nvSpPr>
          <p:spPr>
            <a:xfrm>
              <a:off x="1483350" y="2023800"/>
              <a:ext cx="155975" cy="155975"/>
            </a:xfrm>
            <a:custGeom>
              <a:rect b="b" l="l" r="r" t="t"/>
              <a:pathLst>
                <a:path extrusionOk="0" h="6239" w="6239">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0" name="Google Shape;10120;p102"/>
            <p:cNvSpPr/>
            <p:nvPr/>
          </p:nvSpPr>
          <p:spPr>
            <a:xfrm>
              <a:off x="1412450" y="1954475"/>
              <a:ext cx="297750" cy="296175"/>
            </a:xfrm>
            <a:custGeom>
              <a:rect b="b" l="l" r="r" t="t"/>
              <a:pathLst>
                <a:path extrusionOk="0" h="11847" w="1191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21" name="Google Shape;10121;p102"/>
          <p:cNvSpPr/>
          <p:nvPr/>
        </p:nvSpPr>
        <p:spPr>
          <a:xfrm>
            <a:off x="5755346" y="1757482"/>
            <a:ext cx="348542" cy="345740"/>
          </a:xfrm>
          <a:custGeom>
            <a:rect b="b" l="l" r="r" t="t"/>
            <a:pathLst>
              <a:path extrusionOk="0" h="11721" w="11816">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22" name="Google Shape;10122;p102"/>
          <p:cNvGrpSpPr/>
          <p:nvPr/>
        </p:nvGrpSpPr>
        <p:grpSpPr>
          <a:xfrm>
            <a:off x="5753997" y="2196694"/>
            <a:ext cx="351315" cy="351050"/>
            <a:chOff x="1413250" y="2680675"/>
            <a:chExt cx="297750" cy="297525"/>
          </a:xfrm>
        </p:grpSpPr>
        <p:sp>
          <p:nvSpPr>
            <p:cNvPr id="10123" name="Google Shape;10123;p102"/>
            <p:cNvSpPr/>
            <p:nvPr/>
          </p:nvSpPr>
          <p:spPr>
            <a:xfrm>
              <a:off x="1413250" y="2680675"/>
              <a:ext cx="297750" cy="297525"/>
            </a:xfrm>
            <a:custGeom>
              <a:rect b="b" l="l" r="r" t="t"/>
              <a:pathLst>
                <a:path extrusionOk="0" h="11901" w="1191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4" name="Google Shape;10124;p102"/>
            <p:cNvSpPr/>
            <p:nvPr/>
          </p:nvSpPr>
          <p:spPr>
            <a:xfrm>
              <a:off x="1465225" y="2805100"/>
              <a:ext cx="52800" cy="52025"/>
            </a:xfrm>
            <a:custGeom>
              <a:rect b="b" l="l" r="r" t="t"/>
              <a:pathLst>
                <a:path extrusionOk="0" h="2081" w="2112">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5" name="Google Shape;10125;p102"/>
            <p:cNvSpPr/>
            <p:nvPr/>
          </p:nvSpPr>
          <p:spPr>
            <a:xfrm>
              <a:off x="1535325" y="2769675"/>
              <a:ext cx="52800" cy="87450"/>
            </a:xfrm>
            <a:custGeom>
              <a:rect b="b" l="l" r="r" t="t"/>
              <a:pathLst>
                <a:path extrusionOk="0" h="3498" w="2112">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6" name="Google Shape;10126;p102"/>
            <p:cNvSpPr/>
            <p:nvPr/>
          </p:nvSpPr>
          <p:spPr>
            <a:xfrm>
              <a:off x="1604650" y="2733425"/>
              <a:ext cx="52775" cy="122900"/>
            </a:xfrm>
            <a:custGeom>
              <a:rect b="b" l="l" r="r" t="t"/>
              <a:pathLst>
                <a:path extrusionOk="0" h="4916" w="2111">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27" name="Google Shape;10127;p102"/>
          <p:cNvSpPr/>
          <p:nvPr/>
        </p:nvSpPr>
        <p:spPr>
          <a:xfrm>
            <a:off x="8012357" y="1304144"/>
            <a:ext cx="270463" cy="349427"/>
          </a:xfrm>
          <a:custGeom>
            <a:rect b="b" l="l" r="r" t="t"/>
            <a:pathLst>
              <a:path extrusionOk="0" h="11846" w="9169">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8" name="Google Shape;10128;p102"/>
          <p:cNvSpPr/>
          <p:nvPr/>
        </p:nvSpPr>
        <p:spPr>
          <a:xfrm>
            <a:off x="7964498" y="1756331"/>
            <a:ext cx="366182" cy="348041"/>
          </a:xfrm>
          <a:custGeom>
            <a:rect b="b" l="l" r="r" t="t"/>
            <a:pathLst>
              <a:path extrusionOk="0" h="11799" w="12414">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9" name="Google Shape;10129;p102"/>
          <p:cNvSpPr/>
          <p:nvPr/>
        </p:nvSpPr>
        <p:spPr>
          <a:xfrm>
            <a:off x="7971931" y="2197454"/>
            <a:ext cx="351315" cy="349427"/>
          </a:xfrm>
          <a:custGeom>
            <a:rect b="b" l="l" r="r" t="t"/>
            <a:pathLst>
              <a:path extrusionOk="0" h="11846" w="1191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30" name="Google Shape;10130;p102"/>
          <p:cNvGrpSpPr/>
          <p:nvPr/>
        </p:nvGrpSpPr>
        <p:grpSpPr>
          <a:xfrm>
            <a:off x="6630407" y="2670311"/>
            <a:ext cx="350371" cy="348247"/>
            <a:chOff x="5045775" y="1946400"/>
            <a:chExt cx="296950" cy="295150"/>
          </a:xfrm>
        </p:grpSpPr>
        <p:sp>
          <p:nvSpPr>
            <p:cNvPr id="10131" name="Google Shape;10131;p102"/>
            <p:cNvSpPr/>
            <p:nvPr/>
          </p:nvSpPr>
          <p:spPr>
            <a:xfrm>
              <a:off x="5113500" y="1998600"/>
              <a:ext cx="160700" cy="155950"/>
            </a:xfrm>
            <a:custGeom>
              <a:rect b="b" l="l" r="r" t="t"/>
              <a:pathLst>
                <a:path extrusionOk="0" h="6238" w="6428">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2" name="Google Shape;10132;p102"/>
            <p:cNvSpPr/>
            <p:nvPr/>
          </p:nvSpPr>
          <p:spPr>
            <a:xfrm>
              <a:off x="5045775" y="1946400"/>
              <a:ext cx="296950" cy="295150"/>
            </a:xfrm>
            <a:custGeom>
              <a:rect b="b" l="l" r="r" t="t"/>
              <a:pathLst>
                <a:path extrusionOk="0" h="11806" w="11878">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33" name="Google Shape;10133;p102"/>
          <p:cNvGrpSpPr/>
          <p:nvPr/>
        </p:nvGrpSpPr>
        <p:grpSpPr>
          <a:xfrm>
            <a:off x="6629006" y="3179138"/>
            <a:ext cx="353174" cy="308573"/>
            <a:chOff x="5046550" y="2327025"/>
            <a:chExt cx="299325" cy="261525"/>
          </a:xfrm>
        </p:grpSpPr>
        <p:sp>
          <p:nvSpPr>
            <p:cNvPr id="10134" name="Google Shape;10134;p102"/>
            <p:cNvSpPr/>
            <p:nvPr/>
          </p:nvSpPr>
          <p:spPr>
            <a:xfrm>
              <a:off x="5046550" y="2448325"/>
              <a:ext cx="297750" cy="140225"/>
            </a:xfrm>
            <a:custGeom>
              <a:rect b="b" l="l" r="r" t="t"/>
              <a:pathLst>
                <a:path extrusionOk="0" h="5609" w="1191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5" name="Google Shape;10135;p102"/>
            <p:cNvSpPr/>
            <p:nvPr/>
          </p:nvSpPr>
          <p:spPr>
            <a:xfrm>
              <a:off x="5241900" y="2327025"/>
              <a:ext cx="103975" cy="121325"/>
            </a:xfrm>
            <a:custGeom>
              <a:rect b="b" l="l" r="r" t="t"/>
              <a:pathLst>
                <a:path extrusionOk="0" h="4853" w="4159">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6" name="Google Shape;10136;p102"/>
            <p:cNvSpPr/>
            <p:nvPr/>
          </p:nvSpPr>
          <p:spPr>
            <a:xfrm>
              <a:off x="5048925" y="2328600"/>
              <a:ext cx="103975" cy="121325"/>
            </a:xfrm>
            <a:custGeom>
              <a:rect b="b" l="l" r="r" t="t"/>
              <a:pathLst>
                <a:path extrusionOk="0" h="4853" w="4159">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37" name="Google Shape;10137;p102"/>
          <p:cNvSpPr/>
          <p:nvPr/>
        </p:nvSpPr>
        <p:spPr>
          <a:xfrm>
            <a:off x="6707866" y="3607496"/>
            <a:ext cx="195185" cy="350371"/>
          </a:xfrm>
          <a:custGeom>
            <a:rect b="b" l="l" r="r" t="t"/>
            <a:pathLst>
              <a:path extrusionOk="0" h="11878" w="6617">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38" name="Google Shape;10138;p102"/>
          <p:cNvGrpSpPr/>
          <p:nvPr/>
        </p:nvGrpSpPr>
        <p:grpSpPr>
          <a:xfrm>
            <a:off x="7956604" y="3608476"/>
            <a:ext cx="351315" cy="348513"/>
            <a:chOff x="6167350" y="2672800"/>
            <a:chExt cx="297750" cy="295375"/>
          </a:xfrm>
        </p:grpSpPr>
        <p:sp>
          <p:nvSpPr>
            <p:cNvPr id="10139" name="Google Shape;10139;p102"/>
            <p:cNvSpPr/>
            <p:nvPr/>
          </p:nvSpPr>
          <p:spPr>
            <a:xfrm>
              <a:off x="6167350" y="2672800"/>
              <a:ext cx="226850" cy="295375"/>
            </a:xfrm>
            <a:custGeom>
              <a:rect b="b" l="l" r="r" t="t"/>
              <a:pathLst>
                <a:path extrusionOk="0" h="11815" w="9074">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0" name="Google Shape;10140;p102"/>
            <p:cNvSpPr/>
            <p:nvPr/>
          </p:nvSpPr>
          <p:spPr>
            <a:xfrm>
              <a:off x="6201225" y="2762575"/>
              <a:ext cx="52775" cy="49650"/>
            </a:xfrm>
            <a:custGeom>
              <a:rect b="b" l="l" r="r" t="t"/>
              <a:pathLst>
                <a:path extrusionOk="0" h="1986" w="2111">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1" name="Google Shape;10141;p102"/>
            <p:cNvSpPr/>
            <p:nvPr/>
          </p:nvSpPr>
          <p:spPr>
            <a:xfrm>
              <a:off x="6308325" y="2882300"/>
              <a:ext cx="51225" cy="49650"/>
            </a:xfrm>
            <a:custGeom>
              <a:rect b="b" l="l" r="r" t="t"/>
              <a:pathLst>
                <a:path extrusionOk="0" h="1986" w="2049">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2" name="Google Shape;10142;p102"/>
            <p:cNvSpPr/>
            <p:nvPr/>
          </p:nvSpPr>
          <p:spPr>
            <a:xfrm>
              <a:off x="6200425" y="2759425"/>
              <a:ext cx="156775" cy="174875"/>
            </a:xfrm>
            <a:custGeom>
              <a:rect b="b" l="l" r="r" t="t"/>
              <a:pathLst>
                <a:path extrusionOk="0" h="6995" w="6271">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3" name="Google Shape;10143;p102"/>
            <p:cNvSpPr/>
            <p:nvPr/>
          </p:nvSpPr>
          <p:spPr>
            <a:xfrm>
              <a:off x="6412300" y="2742900"/>
              <a:ext cx="52800" cy="208725"/>
            </a:xfrm>
            <a:custGeom>
              <a:rect b="b" l="l" r="r" t="t"/>
              <a:pathLst>
                <a:path extrusionOk="0" h="8349" w="2112">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44" name="Google Shape;10144;p102"/>
          <p:cNvGrpSpPr/>
          <p:nvPr/>
        </p:nvGrpSpPr>
        <p:grpSpPr>
          <a:xfrm>
            <a:off x="6197601" y="1303709"/>
            <a:ext cx="347599" cy="350371"/>
            <a:chOff x="1777925" y="1953700"/>
            <a:chExt cx="294600" cy="296950"/>
          </a:xfrm>
        </p:grpSpPr>
        <p:sp>
          <p:nvSpPr>
            <p:cNvPr id="10145" name="Google Shape;10145;p102"/>
            <p:cNvSpPr/>
            <p:nvPr/>
          </p:nvSpPr>
          <p:spPr>
            <a:xfrm>
              <a:off x="1794450" y="2052125"/>
              <a:ext cx="278075" cy="198525"/>
            </a:xfrm>
            <a:custGeom>
              <a:rect b="b" l="l" r="r" t="t"/>
              <a:pathLst>
                <a:path extrusionOk="0" h="7941" w="11123">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6" name="Google Shape;10146;p102"/>
            <p:cNvSpPr/>
            <p:nvPr/>
          </p:nvSpPr>
          <p:spPr>
            <a:xfrm>
              <a:off x="1777925" y="1953700"/>
              <a:ext cx="278050" cy="198675"/>
            </a:xfrm>
            <a:custGeom>
              <a:rect b="b" l="l" r="r" t="t"/>
              <a:pathLst>
                <a:path extrusionOk="0" h="7947" w="11122">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7" name="Google Shape;10147;p102"/>
            <p:cNvSpPr/>
            <p:nvPr/>
          </p:nvSpPr>
          <p:spPr>
            <a:xfrm>
              <a:off x="1829125" y="2006475"/>
              <a:ext cx="191400" cy="191400"/>
            </a:xfrm>
            <a:custGeom>
              <a:rect b="b" l="l" r="r" t="t"/>
              <a:pathLst>
                <a:path extrusionOk="0" h="7656" w="7656">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8" name="Google Shape;10148;p102"/>
            <p:cNvSpPr/>
            <p:nvPr/>
          </p:nvSpPr>
          <p:spPr>
            <a:xfrm>
              <a:off x="1915750" y="2058450"/>
              <a:ext cx="35475" cy="52800"/>
            </a:xfrm>
            <a:custGeom>
              <a:rect b="b" l="l" r="r" t="t"/>
              <a:pathLst>
                <a:path extrusionOk="0" h="2112" w="1419">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49" name="Google Shape;10149;p102"/>
          <p:cNvGrpSpPr/>
          <p:nvPr/>
        </p:nvGrpSpPr>
        <p:grpSpPr>
          <a:xfrm>
            <a:off x="6213411" y="1756597"/>
            <a:ext cx="315977" cy="347599"/>
            <a:chOff x="1790525" y="2319150"/>
            <a:chExt cx="267800" cy="294600"/>
          </a:xfrm>
        </p:grpSpPr>
        <p:sp>
          <p:nvSpPr>
            <p:cNvPr id="10150" name="Google Shape;10150;p102"/>
            <p:cNvSpPr/>
            <p:nvPr/>
          </p:nvSpPr>
          <p:spPr>
            <a:xfrm>
              <a:off x="1881100" y="2423125"/>
              <a:ext cx="88225" cy="155175"/>
            </a:xfrm>
            <a:custGeom>
              <a:rect b="b" l="l" r="r" t="t"/>
              <a:pathLst>
                <a:path extrusionOk="0" h="6207" w="3529">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1" name="Google Shape;10151;p102"/>
            <p:cNvSpPr/>
            <p:nvPr/>
          </p:nvSpPr>
          <p:spPr>
            <a:xfrm>
              <a:off x="1790525" y="2319150"/>
              <a:ext cx="267800" cy="294600"/>
            </a:xfrm>
            <a:custGeom>
              <a:rect b="b" l="l" r="r" t="t"/>
              <a:pathLst>
                <a:path extrusionOk="0" h="11784" w="10712">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52" name="Google Shape;10152;p102"/>
          <p:cNvSpPr/>
          <p:nvPr/>
        </p:nvSpPr>
        <p:spPr>
          <a:xfrm>
            <a:off x="6196153" y="2196982"/>
            <a:ext cx="350401" cy="350371"/>
          </a:xfrm>
          <a:custGeom>
            <a:rect b="b" l="l" r="r" t="t"/>
            <a:pathLst>
              <a:path extrusionOk="0" h="11878" w="11879">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53" name="Google Shape;10153;p102"/>
          <p:cNvGrpSpPr/>
          <p:nvPr/>
        </p:nvGrpSpPr>
        <p:grpSpPr>
          <a:xfrm>
            <a:off x="4866386" y="2670163"/>
            <a:ext cx="349457" cy="348542"/>
            <a:chOff x="3599700" y="1954475"/>
            <a:chExt cx="296175" cy="295400"/>
          </a:xfrm>
        </p:grpSpPr>
        <p:sp>
          <p:nvSpPr>
            <p:cNvPr id="10154" name="Google Shape;10154;p102"/>
            <p:cNvSpPr/>
            <p:nvPr/>
          </p:nvSpPr>
          <p:spPr>
            <a:xfrm>
              <a:off x="3599700" y="1954475"/>
              <a:ext cx="296175" cy="295400"/>
            </a:xfrm>
            <a:custGeom>
              <a:rect b="b" l="l" r="r" t="t"/>
              <a:pathLst>
                <a:path extrusionOk="0" h="11816" w="11847">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5" name="Google Shape;10155;p102"/>
            <p:cNvSpPr/>
            <p:nvPr/>
          </p:nvSpPr>
          <p:spPr>
            <a:xfrm>
              <a:off x="3825750" y="2075775"/>
              <a:ext cx="35450" cy="17350"/>
            </a:xfrm>
            <a:custGeom>
              <a:rect b="b" l="l" r="r" t="t"/>
              <a:pathLst>
                <a:path extrusionOk="0" h="694" w="1418">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6" name="Google Shape;10156;p102"/>
            <p:cNvSpPr/>
            <p:nvPr/>
          </p:nvSpPr>
          <p:spPr>
            <a:xfrm>
              <a:off x="3633550" y="2075775"/>
              <a:ext cx="35475" cy="17350"/>
            </a:xfrm>
            <a:custGeom>
              <a:rect b="b" l="l" r="r" t="t"/>
              <a:pathLst>
                <a:path extrusionOk="0" h="694" w="1419">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57" name="Google Shape;10157;p102"/>
          <p:cNvGrpSpPr/>
          <p:nvPr/>
        </p:nvGrpSpPr>
        <p:grpSpPr>
          <a:xfrm>
            <a:off x="4867316" y="3159626"/>
            <a:ext cx="347599" cy="347599"/>
            <a:chOff x="3601275" y="2319150"/>
            <a:chExt cx="294600" cy="294600"/>
          </a:xfrm>
        </p:grpSpPr>
        <p:sp>
          <p:nvSpPr>
            <p:cNvPr id="10158" name="Google Shape;10158;p102"/>
            <p:cNvSpPr/>
            <p:nvPr/>
          </p:nvSpPr>
          <p:spPr>
            <a:xfrm>
              <a:off x="3601275" y="2319150"/>
              <a:ext cx="294600" cy="294600"/>
            </a:xfrm>
            <a:custGeom>
              <a:rect b="b" l="l" r="r" t="t"/>
              <a:pathLst>
                <a:path extrusionOk="0" h="11784" w="11784">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9" name="Google Shape;10159;p102"/>
            <p:cNvSpPr/>
            <p:nvPr/>
          </p:nvSpPr>
          <p:spPr>
            <a:xfrm>
              <a:off x="3713900" y="2434350"/>
              <a:ext cx="55950" cy="52200"/>
            </a:xfrm>
            <a:custGeom>
              <a:rect b="b" l="l" r="r" t="t"/>
              <a:pathLst>
                <a:path extrusionOk="0" h="2088" w="2238">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60" name="Google Shape;10160;p102"/>
          <p:cNvSpPr/>
          <p:nvPr/>
        </p:nvSpPr>
        <p:spPr>
          <a:xfrm>
            <a:off x="4866749" y="3608425"/>
            <a:ext cx="348542" cy="348513"/>
          </a:xfrm>
          <a:custGeom>
            <a:rect b="b" l="l" r="r" t="t"/>
            <a:pathLst>
              <a:path extrusionOk="0" h="11815" w="11816">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61" name="Google Shape;10161;p102"/>
          <p:cNvGrpSpPr/>
          <p:nvPr/>
        </p:nvGrpSpPr>
        <p:grpSpPr>
          <a:xfrm>
            <a:off x="7087019" y="2669721"/>
            <a:ext cx="328071" cy="349427"/>
            <a:chOff x="5421475" y="1945825"/>
            <a:chExt cx="278050" cy="296150"/>
          </a:xfrm>
        </p:grpSpPr>
        <p:sp>
          <p:nvSpPr>
            <p:cNvPr id="10162" name="Google Shape;10162;p102"/>
            <p:cNvSpPr/>
            <p:nvPr/>
          </p:nvSpPr>
          <p:spPr>
            <a:xfrm>
              <a:off x="5472650" y="1999375"/>
              <a:ext cx="172525" cy="242600"/>
            </a:xfrm>
            <a:custGeom>
              <a:rect b="b" l="l" r="r" t="t"/>
              <a:pathLst>
                <a:path extrusionOk="0" h="9704" w="6901">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3" name="Google Shape;10163;p102"/>
            <p:cNvSpPr/>
            <p:nvPr/>
          </p:nvSpPr>
          <p:spPr>
            <a:xfrm>
              <a:off x="5559300" y="1945825"/>
              <a:ext cx="18150" cy="44125"/>
            </a:xfrm>
            <a:custGeom>
              <a:rect b="b" l="l" r="r" t="t"/>
              <a:pathLst>
                <a:path extrusionOk="0" h="1765" w="726">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4" name="Google Shape;10164;p102"/>
            <p:cNvSpPr/>
            <p:nvPr/>
          </p:nvSpPr>
          <p:spPr>
            <a:xfrm>
              <a:off x="5611275" y="1963925"/>
              <a:ext cx="35475" cy="34500"/>
            </a:xfrm>
            <a:custGeom>
              <a:rect b="b" l="l" r="r" t="t"/>
              <a:pathLst>
                <a:path extrusionOk="0" h="1380" w="1419">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5" name="Google Shape;10165;p102"/>
            <p:cNvSpPr/>
            <p:nvPr/>
          </p:nvSpPr>
          <p:spPr>
            <a:xfrm>
              <a:off x="5664050" y="2067900"/>
              <a:ext cx="35475" cy="17350"/>
            </a:xfrm>
            <a:custGeom>
              <a:rect b="b" l="l" r="r" t="t"/>
              <a:pathLst>
                <a:path extrusionOk="0" h="694" w="1419">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6" name="Google Shape;10166;p102"/>
            <p:cNvSpPr/>
            <p:nvPr/>
          </p:nvSpPr>
          <p:spPr>
            <a:xfrm>
              <a:off x="5421475" y="2067900"/>
              <a:ext cx="35450" cy="17350"/>
            </a:xfrm>
            <a:custGeom>
              <a:rect b="b" l="l" r="r" t="t"/>
              <a:pathLst>
                <a:path extrusionOk="0" h="694" w="1418">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7" name="Google Shape;10167;p102"/>
            <p:cNvSpPr/>
            <p:nvPr/>
          </p:nvSpPr>
          <p:spPr>
            <a:xfrm>
              <a:off x="5490000" y="1963925"/>
              <a:ext cx="35450" cy="33900"/>
            </a:xfrm>
            <a:custGeom>
              <a:rect b="b" l="l" r="r" t="t"/>
              <a:pathLst>
                <a:path extrusionOk="0" h="1356" w="1418">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8" name="Google Shape;10168;p102"/>
            <p:cNvSpPr/>
            <p:nvPr/>
          </p:nvSpPr>
          <p:spPr>
            <a:xfrm>
              <a:off x="5437225" y="1997650"/>
              <a:ext cx="37825" cy="26325"/>
            </a:xfrm>
            <a:custGeom>
              <a:rect b="b" l="l" r="r" t="t"/>
              <a:pathLst>
                <a:path extrusionOk="0" h="1053" w="1513">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9" name="Google Shape;10169;p102"/>
            <p:cNvSpPr/>
            <p:nvPr/>
          </p:nvSpPr>
          <p:spPr>
            <a:xfrm>
              <a:off x="5645150" y="1998300"/>
              <a:ext cx="37825" cy="26900"/>
            </a:xfrm>
            <a:custGeom>
              <a:rect b="b" l="l" r="r" t="t"/>
              <a:pathLst>
                <a:path extrusionOk="0" h="1076" w="1513">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70" name="Google Shape;10170;p102"/>
          <p:cNvSpPr/>
          <p:nvPr/>
        </p:nvSpPr>
        <p:spPr>
          <a:xfrm>
            <a:off x="7074326" y="3157723"/>
            <a:ext cx="353174" cy="351315"/>
          </a:xfrm>
          <a:custGeom>
            <a:rect b="b" l="l" r="r" t="t"/>
            <a:pathLst>
              <a:path extrusionOk="0" h="11910" w="11973">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71" name="Google Shape;10171;p102"/>
          <p:cNvGrpSpPr/>
          <p:nvPr/>
        </p:nvGrpSpPr>
        <p:grpSpPr>
          <a:xfrm>
            <a:off x="7075869" y="3670273"/>
            <a:ext cx="350371" cy="224918"/>
            <a:chOff x="5411225" y="2726350"/>
            <a:chExt cx="296950" cy="190625"/>
          </a:xfrm>
        </p:grpSpPr>
        <p:sp>
          <p:nvSpPr>
            <p:cNvPr id="10172" name="Google Shape;10172;p102"/>
            <p:cNvSpPr/>
            <p:nvPr/>
          </p:nvSpPr>
          <p:spPr>
            <a:xfrm>
              <a:off x="5534100" y="2794875"/>
              <a:ext cx="52000" cy="51225"/>
            </a:xfrm>
            <a:custGeom>
              <a:rect b="b" l="l" r="r" t="t"/>
              <a:pathLst>
                <a:path extrusionOk="0" h="2049" w="208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3" name="Google Shape;10173;p102"/>
            <p:cNvSpPr/>
            <p:nvPr/>
          </p:nvSpPr>
          <p:spPr>
            <a:xfrm>
              <a:off x="5411225" y="2726350"/>
              <a:ext cx="296950" cy="190625"/>
            </a:xfrm>
            <a:custGeom>
              <a:rect b="b" l="l" r="r" t="t"/>
              <a:pathLst>
                <a:path extrusionOk="0" h="7625" w="11878">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74" name="Google Shape;10174;p102"/>
          <p:cNvGrpSpPr/>
          <p:nvPr/>
        </p:nvGrpSpPr>
        <p:grpSpPr>
          <a:xfrm>
            <a:off x="6185904" y="4059546"/>
            <a:ext cx="351286" cy="326390"/>
            <a:chOff x="6524150" y="1938725"/>
            <a:chExt cx="297725" cy="276625"/>
          </a:xfrm>
        </p:grpSpPr>
        <p:sp>
          <p:nvSpPr>
            <p:cNvPr id="10175" name="Google Shape;10175;p102"/>
            <p:cNvSpPr/>
            <p:nvPr/>
          </p:nvSpPr>
          <p:spPr>
            <a:xfrm>
              <a:off x="6524150" y="2025375"/>
              <a:ext cx="297725" cy="189975"/>
            </a:xfrm>
            <a:custGeom>
              <a:rect b="b" l="l" r="r" t="t"/>
              <a:pathLst>
                <a:path extrusionOk="0" h="7599" w="11909">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6" name="Google Shape;10176;p102"/>
            <p:cNvSpPr/>
            <p:nvPr/>
          </p:nvSpPr>
          <p:spPr>
            <a:xfrm>
              <a:off x="6664325" y="1938725"/>
              <a:ext cx="17375" cy="43350"/>
            </a:xfrm>
            <a:custGeom>
              <a:rect b="b" l="l" r="r" t="t"/>
              <a:pathLst>
                <a:path extrusionOk="0" h="1734" w="695">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7" name="Google Shape;10177;p102"/>
            <p:cNvSpPr/>
            <p:nvPr/>
          </p:nvSpPr>
          <p:spPr>
            <a:xfrm>
              <a:off x="6594250" y="1972800"/>
              <a:ext cx="35450" cy="35275"/>
            </a:xfrm>
            <a:custGeom>
              <a:rect b="b" l="l" r="r" t="t"/>
              <a:pathLst>
                <a:path extrusionOk="0" h="1411" w="1418">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8" name="Google Shape;10178;p102"/>
            <p:cNvSpPr/>
            <p:nvPr/>
          </p:nvSpPr>
          <p:spPr>
            <a:xfrm>
              <a:off x="6715525" y="1972800"/>
              <a:ext cx="35475" cy="35275"/>
            </a:xfrm>
            <a:custGeom>
              <a:rect b="b" l="l" r="r" t="t"/>
              <a:pathLst>
                <a:path extrusionOk="0" h="1411" w="1419">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79" name="Google Shape;10179;p102"/>
          <p:cNvGrpSpPr/>
          <p:nvPr/>
        </p:nvGrpSpPr>
        <p:grpSpPr>
          <a:xfrm>
            <a:off x="6631047" y="1756007"/>
            <a:ext cx="363380" cy="348778"/>
            <a:chOff x="2140225" y="2318650"/>
            <a:chExt cx="307975" cy="295600"/>
          </a:xfrm>
        </p:grpSpPr>
        <p:sp>
          <p:nvSpPr>
            <p:cNvPr id="10180" name="Google Shape;10180;p102"/>
            <p:cNvSpPr/>
            <p:nvPr/>
          </p:nvSpPr>
          <p:spPr>
            <a:xfrm>
              <a:off x="2281200" y="2353025"/>
              <a:ext cx="104000" cy="121300"/>
            </a:xfrm>
            <a:custGeom>
              <a:rect b="b" l="l" r="r" t="t"/>
              <a:pathLst>
                <a:path extrusionOk="0" h="4852" w="416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1" name="Google Shape;10181;p102"/>
            <p:cNvSpPr/>
            <p:nvPr/>
          </p:nvSpPr>
          <p:spPr>
            <a:xfrm>
              <a:off x="2140225" y="2318650"/>
              <a:ext cx="307975" cy="295600"/>
            </a:xfrm>
            <a:custGeom>
              <a:rect b="b" l="l" r="r" t="t"/>
              <a:pathLst>
                <a:path extrusionOk="0" h="11824" w="12319">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82" name="Google Shape;10182;p102"/>
          <p:cNvGrpSpPr/>
          <p:nvPr/>
        </p:nvGrpSpPr>
        <p:grpSpPr>
          <a:xfrm>
            <a:off x="6636607" y="2197505"/>
            <a:ext cx="352259" cy="349427"/>
            <a:chOff x="2139425" y="2682250"/>
            <a:chExt cx="298550" cy="296150"/>
          </a:xfrm>
        </p:grpSpPr>
        <p:sp>
          <p:nvSpPr>
            <p:cNvPr id="10183" name="Google Shape;10183;p102"/>
            <p:cNvSpPr/>
            <p:nvPr/>
          </p:nvSpPr>
          <p:spPr>
            <a:xfrm>
              <a:off x="2139425" y="2787000"/>
              <a:ext cx="159125" cy="191400"/>
            </a:xfrm>
            <a:custGeom>
              <a:rect b="b" l="l" r="r" t="t"/>
              <a:pathLst>
                <a:path extrusionOk="0" h="7656" w="6365">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4" name="Google Shape;10184;p102"/>
            <p:cNvSpPr/>
            <p:nvPr/>
          </p:nvSpPr>
          <p:spPr>
            <a:xfrm>
              <a:off x="2280425" y="2682250"/>
              <a:ext cx="157550" cy="155975"/>
            </a:xfrm>
            <a:custGeom>
              <a:rect b="b" l="l" r="r" t="t"/>
              <a:pathLst>
                <a:path extrusionOk="0" h="6239" w="6302">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5" name="Google Shape;10185;p102"/>
            <p:cNvSpPr/>
            <p:nvPr/>
          </p:nvSpPr>
          <p:spPr>
            <a:xfrm>
              <a:off x="2349725" y="2725550"/>
              <a:ext cx="18150" cy="17375"/>
            </a:xfrm>
            <a:custGeom>
              <a:rect b="b" l="l" r="r" t="t"/>
              <a:pathLst>
                <a:path extrusionOk="0" h="695" w="726">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6" name="Google Shape;10186;p102"/>
            <p:cNvSpPr/>
            <p:nvPr/>
          </p:nvSpPr>
          <p:spPr>
            <a:xfrm>
              <a:off x="2349725" y="2751550"/>
              <a:ext cx="18150" cy="52800"/>
            </a:xfrm>
            <a:custGeom>
              <a:rect b="b" l="l" r="r" t="t"/>
              <a:pathLst>
                <a:path extrusionOk="0" h="2112" w="726">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87" name="Google Shape;10187;p102"/>
          <p:cNvGrpSpPr/>
          <p:nvPr/>
        </p:nvGrpSpPr>
        <p:grpSpPr>
          <a:xfrm>
            <a:off x="5301219" y="2711991"/>
            <a:ext cx="350401" cy="264888"/>
            <a:chOff x="3962775" y="1990700"/>
            <a:chExt cx="296975" cy="224500"/>
          </a:xfrm>
        </p:grpSpPr>
        <p:sp>
          <p:nvSpPr>
            <p:cNvPr id="10188" name="Google Shape;10188;p102"/>
            <p:cNvSpPr/>
            <p:nvPr/>
          </p:nvSpPr>
          <p:spPr>
            <a:xfrm>
              <a:off x="4216400" y="2093100"/>
              <a:ext cx="43350" cy="18150"/>
            </a:xfrm>
            <a:custGeom>
              <a:rect b="b" l="l" r="r" t="t"/>
              <a:pathLst>
                <a:path extrusionOk="0" h="726" w="1734">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9" name="Google Shape;10189;p102"/>
            <p:cNvSpPr/>
            <p:nvPr/>
          </p:nvSpPr>
          <p:spPr>
            <a:xfrm>
              <a:off x="4206950" y="2129325"/>
              <a:ext cx="35475" cy="33900"/>
            </a:xfrm>
            <a:custGeom>
              <a:rect b="b" l="l" r="r" t="t"/>
              <a:pathLst>
                <a:path extrusionOk="0" h="1356" w="1419">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0" name="Google Shape;10190;p102"/>
            <p:cNvSpPr/>
            <p:nvPr/>
          </p:nvSpPr>
          <p:spPr>
            <a:xfrm>
              <a:off x="4207750" y="2041900"/>
              <a:ext cx="35450" cy="34500"/>
            </a:xfrm>
            <a:custGeom>
              <a:rect b="b" l="l" r="r" t="t"/>
              <a:pathLst>
                <a:path extrusionOk="0" h="1380" w="1418">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1" name="Google Shape;10191;p102"/>
            <p:cNvSpPr/>
            <p:nvPr/>
          </p:nvSpPr>
          <p:spPr>
            <a:xfrm>
              <a:off x="3962775" y="1990700"/>
              <a:ext cx="226075" cy="224500"/>
            </a:xfrm>
            <a:custGeom>
              <a:rect b="b" l="l" r="r" t="t"/>
              <a:pathLst>
                <a:path extrusionOk="0" h="8980" w="9043">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92" name="Google Shape;10192;p102"/>
          <p:cNvGrpSpPr/>
          <p:nvPr/>
        </p:nvGrpSpPr>
        <p:grpSpPr>
          <a:xfrm>
            <a:off x="5301691" y="3158697"/>
            <a:ext cx="349457" cy="349457"/>
            <a:chOff x="3963575" y="2317575"/>
            <a:chExt cx="296175" cy="296175"/>
          </a:xfrm>
        </p:grpSpPr>
        <p:sp>
          <p:nvSpPr>
            <p:cNvPr id="10193" name="Google Shape;10193;p102"/>
            <p:cNvSpPr/>
            <p:nvPr/>
          </p:nvSpPr>
          <p:spPr>
            <a:xfrm>
              <a:off x="3963575" y="2317575"/>
              <a:ext cx="296175" cy="296175"/>
            </a:xfrm>
            <a:custGeom>
              <a:rect b="b" l="l" r="r" t="t"/>
              <a:pathLst>
                <a:path extrusionOk="0" h="11847" w="11847">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4" name="Google Shape;10194;p102"/>
            <p:cNvSpPr/>
            <p:nvPr/>
          </p:nvSpPr>
          <p:spPr>
            <a:xfrm>
              <a:off x="4190400" y="2526300"/>
              <a:ext cx="34700" cy="35450"/>
            </a:xfrm>
            <a:custGeom>
              <a:rect b="b" l="l" r="r" t="t"/>
              <a:pathLst>
                <a:path extrusionOk="0" h="1418" w="1388">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5" name="Google Shape;10195;p102"/>
            <p:cNvSpPr/>
            <p:nvPr/>
          </p:nvSpPr>
          <p:spPr>
            <a:xfrm>
              <a:off x="3998225" y="2421550"/>
              <a:ext cx="35475" cy="18125"/>
            </a:xfrm>
            <a:custGeom>
              <a:rect b="b" l="l" r="r" t="t"/>
              <a:pathLst>
                <a:path extrusionOk="0" h="725" w="1419">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6" name="Google Shape;10196;p102"/>
            <p:cNvSpPr/>
            <p:nvPr/>
          </p:nvSpPr>
          <p:spPr>
            <a:xfrm>
              <a:off x="4050225" y="2421550"/>
              <a:ext cx="35450" cy="18125"/>
            </a:xfrm>
            <a:custGeom>
              <a:rect b="b" l="l" r="r" t="t"/>
              <a:pathLst>
                <a:path extrusionOk="0" h="725" w="1418">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7" name="Google Shape;10197;p102"/>
            <p:cNvSpPr/>
            <p:nvPr/>
          </p:nvSpPr>
          <p:spPr>
            <a:xfrm>
              <a:off x="4102200" y="2421550"/>
              <a:ext cx="35475" cy="18125"/>
            </a:xfrm>
            <a:custGeom>
              <a:rect b="b" l="l" r="r" t="t"/>
              <a:pathLst>
                <a:path extrusionOk="0" h="725" w="1419">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8" name="Google Shape;10198;p102"/>
            <p:cNvSpPr/>
            <p:nvPr/>
          </p:nvSpPr>
          <p:spPr>
            <a:xfrm>
              <a:off x="4155750" y="2421550"/>
              <a:ext cx="35475" cy="18125"/>
            </a:xfrm>
            <a:custGeom>
              <a:rect b="b" l="l" r="r" t="t"/>
              <a:pathLst>
                <a:path extrusionOk="0" h="725" w="1419">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9" name="Google Shape;10199;p102"/>
            <p:cNvSpPr/>
            <p:nvPr/>
          </p:nvSpPr>
          <p:spPr>
            <a:xfrm>
              <a:off x="3998225" y="2456975"/>
              <a:ext cx="35475" cy="18150"/>
            </a:xfrm>
            <a:custGeom>
              <a:rect b="b" l="l" r="r" t="t"/>
              <a:pathLst>
                <a:path extrusionOk="0" h="726" w="1419">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0" name="Google Shape;10200;p102"/>
            <p:cNvSpPr/>
            <p:nvPr/>
          </p:nvSpPr>
          <p:spPr>
            <a:xfrm>
              <a:off x="4050225" y="2456975"/>
              <a:ext cx="35450" cy="18150"/>
            </a:xfrm>
            <a:custGeom>
              <a:rect b="b" l="l" r="r" t="t"/>
              <a:pathLst>
                <a:path extrusionOk="0" h="726" w="1418">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1" name="Google Shape;10201;p102"/>
            <p:cNvSpPr/>
            <p:nvPr/>
          </p:nvSpPr>
          <p:spPr>
            <a:xfrm>
              <a:off x="4102200" y="2456975"/>
              <a:ext cx="35475" cy="18150"/>
            </a:xfrm>
            <a:custGeom>
              <a:rect b="b" l="l" r="r" t="t"/>
              <a:pathLst>
                <a:path extrusionOk="0" h="726" w="1419">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2" name="Google Shape;10202;p102"/>
            <p:cNvSpPr/>
            <p:nvPr/>
          </p:nvSpPr>
          <p:spPr>
            <a:xfrm>
              <a:off x="4155750" y="2456975"/>
              <a:ext cx="35475" cy="18150"/>
            </a:xfrm>
            <a:custGeom>
              <a:rect b="b" l="l" r="r" t="t"/>
              <a:pathLst>
                <a:path extrusionOk="0" h="726" w="1419">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3" name="Google Shape;10203;p102"/>
            <p:cNvSpPr/>
            <p:nvPr/>
          </p:nvSpPr>
          <p:spPr>
            <a:xfrm>
              <a:off x="3998225" y="2491650"/>
              <a:ext cx="35475" cy="18125"/>
            </a:xfrm>
            <a:custGeom>
              <a:rect b="b" l="l" r="r" t="t"/>
              <a:pathLst>
                <a:path extrusionOk="0" h="725" w="1419">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4" name="Google Shape;10204;p102"/>
            <p:cNvSpPr/>
            <p:nvPr/>
          </p:nvSpPr>
          <p:spPr>
            <a:xfrm>
              <a:off x="4050225" y="2491650"/>
              <a:ext cx="35450" cy="18125"/>
            </a:xfrm>
            <a:custGeom>
              <a:rect b="b" l="l" r="r" t="t"/>
              <a:pathLst>
                <a:path extrusionOk="0" h="725" w="1418">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5" name="Google Shape;10205;p102"/>
            <p:cNvSpPr/>
            <p:nvPr/>
          </p:nvSpPr>
          <p:spPr>
            <a:xfrm>
              <a:off x="4102200" y="2491650"/>
              <a:ext cx="35475" cy="18125"/>
            </a:xfrm>
            <a:custGeom>
              <a:rect b="b" l="l" r="r" t="t"/>
              <a:pathLst>
                <a:path extrusionOk="0" h="725" w="1419">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6" name="Google Shape;10206;p102"/>
            <p:cNvSpPr/>
            <p:nvPr/>
          </p:nvSpPr>
          <p:spPr>
            <a:xfrm>
              <a:off x="3998225" y="2526300"/>
              <a:ext cx="35475" cy="18125"/>
            </a:xfrm>
            <a:custGeom>
              <a:rect b="b" l="l" r="r" t="t"/>
              <a:pathLst>
                <a:path extrusionOk="0" h="725" w="1419">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7" name="Google Shape;10207;p102"/>
            <p:cNvSpPr/>
            <p:nvPr/>
          </p:nvSpPr>
          <p:spPr>
            <a:xfrm>
              <a:off x="4050225" y="2526300"/>
              <a:ext cx="35450" cy="18125"/>
            </a:xfrm>
            <a:custGeom>
              <a:rect b="b" l="l" r="r" t="t"/>
              <a:pathLst>
                <a:path extrusionOk="0" h="725" w="1418">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8" name="Google Shape;10208;p102"/>
            <p:cNvSpPr/>
            <p:nvPr/>
          </p:nvSpPr>
          <p:spPr>
            <a:xfrm>
              <a:off x="4102200" y="2526300"/>
              <a:ext cx="35475" cy="18125"/>
            </a:xfrm>
            <a:custGeom>
              <a:rect b="b" l="l" r="r" t="t"/>
              <a:pathLst>
                <a:path extrusionOk="0" h="725" w="1419">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09" name="Google Shape;10209;p102"/>
          <p:cNvGrpSpPr/>
          <p:nvPr/>
        </p:nvGrpSpPr>
        <p:grpSpPr>
          <a:xfrm>
            <a:off x="5301691" y="3608476"/>
            <a:ext cx="349457" cy="348513"/>
            <a:chOff x="3962775" y="2683025"/>
            <a:chExt cx="296175" cy="295375"/>
          </a:xfrm>
        </p:grpSpPr>
        <p:sp>
          <p:nvSpPr>
            <p:cNvPr id="10210" name="Google Shape;10210;p102"/>
            <p:cNvSpPr/>
            <p:nvPr/>
          </p:nvSpPr>
          <p:spPr>
            <a:xfrm>
              <a:off x="3962775" y="2838200"/>
              <a:ext cx="296175" cy="140200"/>
            </a:xfrm>
            <a:custGeom>
              <a:rect b="b" l="l" r="r" t="t"/>
              <a:pathLst>
                <a:path extrusionOk="0" h="5608" w="11847">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1" name="Google Shape;10211;p102"/>
            <p:cNvSpPr/>
            <p:nvPr/>
          </p:nvSpPr>
          <p:spPr>
            <a:xfrm>
              <a:off x="4051000" y="2683025"/>
              <a:ext cx="122100" cy="138650"/>
            </a:xfrm>
            <a:custGeom>
              <a:rect b="b" l="l" r="r" t="t"/>
              <a:pathLst>
                <a:path extrusionOk="0" h="5546" w="4884">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2" name="Google Shape;10212;p102"/>
            <p:cNvSpPr/>
            <p:nvPr/>
          </p:nvSpPr>
          <p:spPr>
            <a:xfrm>
              <a:off x="4084875" y="2873200"/>
              <a:ext cx="52800" cy="69775"/>
            </a:xfrm>
            <a:custGeom>
              <a:rect b="b" l="l" r="r" t="t"/>
              <a:pathLst>
                <a:path extrusionOk="0" h="2791" w="2112">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13" name="Google Shape;10213;p102"/>
          <p:cNvSpPr/>
          <p:nvPr/>
        </p:nvSpPr>
        <p:spPr>
          <a:xfrm>
            <a:off x="7513275" y="2670141"/>
            <a:ext cx="354117" cy="348513"/>
          </a:xfrm>
          <a:custGeom>
            <a:rect b="b" l="l" r="r" t="t"/>
            <a:pathLst>
              <a:path extrusionOk="0" h="11815" w="12005">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14" name="Google Shape;10214;p102"/>
          <p:cNvGrpSpPr/>
          <p:nvPr/>
        </p:nvGrpSpPr>
        <p:grpSpPr>
          <a:xfrm>
            <a:off x="7516228" y="3159168"/>
            <a:ext cx="348513" cy="348513"/>
            <a:chOff x="5775900" y="2308125"/>
            <a:chExt cx="295375" cy="295375"/>
          </a:xfrm>
        </p:grpSpPr>
        <p:sp>
          <p:nvSpPr>
            <p:cNvPr id="10215" name="Google Shape;10215;p102"/>
            <p:cNvSpPr/>
            <p:nvPr/>
          </p:nvSpPr>
          <p:spPr>
            <a:xfrm>
              <a:off x="5984625" y="2482975"/>
              <a:ext cx="18125" cy="18150"/>
            </a:xfrm>
            <a:custGeom>
              <a:rect b="b" l="l" r="r" t="t"/>
              <a:pathLst>
                <a:path extrusionOk="0" h="726" w="725">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6" name="Google Shape;10216;p102"/>
            <p:cNvSpPr/>
            <p:nvPr/>
          </p:nvSpPr>
          <p:spPr>
            <a:xfrm>
              <a:off x="5775900" y="2308125"/>
              <a:ext cx="295375" cy="295375"/>
            </a:xfrm>
            <a:custGeom>
              <a:rect b="b" l="l" r="r" t="t"/>
              <a:pathLst>
                <a:path extrusionOk="0" h="11815" w="11815">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7" name="Google Shape;10217;p102"/>
            <p:cNvSpPr/>
            <p:nvPr/>
          </p:nvSpPr>
          <p:spPr>
            <a:xfrm>
              <a:off x="5984625" y="2508975"/>
              <a:ext cx="18125" cy="61450"/>
            </a:xfrm>
            <a:custGeom>
              <a:rect b="b" l="l" r="r" t="t"/>
              <a:pathLst>
                <a:path extrusionOk="0" h="2458" w="725">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8" name="Google Shape;10218;p102"/>
            <p:cNvSpPr/>
            <p:nvPr/>
          </p:nvSpPr>
          <p:spPr>
            <a:xfrm>
              <a:off x="5845200" y="2395550"/>
              <a:ext cx="122900" cy="17350"/>
            </a:xfrm>
            <a:custGeom>
              <a:rect b="b" l="l" r="r" t="t"/>
              <a:pathLst>
                <a:path extrusionOk="0" h="694" w="4916">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9" name="Google Shape;10219;p102"/>
            <p:cNvSpPr/>
            <p:nvPr/>
          </p:nvSpPr>
          <p:spPr>
            <a:xfrm>
              <a:off x="5845200" y="2431000"/>
              <a:ext cx="122900" cy="17350"/>
            </a:xfrm>
            <a:custGeom>
              <a:rect b="b" l="l" r="r" t="t"/>
              <a:pathLst>
                <a:path extrusionOk="0" h="694" w="4916">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20" name="Google Shape;10220;p102"/>
          <p:cNvGrpSpPr/>
          <p:nvPr/>
        </p:nvGrpSpPr>
        <p:grpSpPr>
          <a:xfrm>
            <a:off x="7537142" y="3608004"/>
            <a:ext cx="306686" cy="349457"/>
            <a:chOff x="5794025" y="2673575"/>
            <a:chExt cx="259925" cy="296175"/>
          </a:xfrm>
        </p:grpSpPr>
        <p:sp>
          <p:nvSpPr>
            <p:cNvPr id="10221" name="Google Shape;10221;p102"/>
            <p:cNvSpPr/>
            <p:nvPr/>
          </p:nvSpPr>
          <p:spPr>
            <a:xfrm>
              <a:off x="5794025" y="2673575"/>
              <a:ext cx="259925" cy="296175"/>
            </a:xfrm>
            <a:custGeom>
              <a:rect b="b" l="l" r="r" t="t"/>
              <a:pathLst>
                <a:path extrusionOk="0" h="11847" w="10397">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2" name="Google Shape;10222;p102"/>
            <p:cNvSpPr/>
            <p:nvPr/>
          </p:nvSpPr>
          <p:spPr>
            <a:xfrm>
              <a:off x="5967300" y="2915375"/>
              <a:ext cx="35450" cy="17350"/>
            </a:xfrm>
            <a:custGeom>
              <a:rect b="b" l="l" r="r" t="t"/>
              <a:pathLst>
                <a:path extrusionOk="0" h="694" w="1418">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23" name="Google Shape;10223;p102"/>
          <p:cNvSpPr/>
          <p:nvPr/>
        </p:nvSpPr>
        <p:spPr>
          <a:xfrm>
            <a:off x="6637977" y="4079018"/>
            <a:ext cx="349457" cy="348513"/>
          </a:xfrm>
          <a:custGeom>
            <a:rect b="b" l="l" r="r" t="t"/>
            <a:pathLst>
              <a:path extrusionOk="0" h="11815" w="11847">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4" name="Google Shape;10224;p102"/>
          <p:cNvSpPr/>
          <p:nvPr/>
        </p:nvSpPr>
        <p:spPr>
          <a:xfrm>
            <a:off x="4867924" y="2197454"/>
            <a:ext cx="348513" cy="349427"/>
          </a:xfrm>
          <a:custGeom>
            <a:rect b="b" l="l" r="r" t="t"/>
            <a:pathLst>
              <a:path extrusionOk="0" h="11846" w="11815">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25" name="Google Shape;10225;p102"/>
          <p:cNvGrpSpPr/>
          <p:nvPr/>
        </p:nvGrpSpPr>
        <p:grpSpPr>
          <a:xfrm>
            <a:off x="6637536" y="1304166"/>
            <a:ext cx="350401" cy="349457"/>
            <a:chOff x="2141000" y="1954475"/>
            <a:chExt cx="296975" cy="296175"/>
          </a:xfrm>
        </p:grpSpPr>
        <p:sp>
          <p:nvSpPr>
            <p:cNvPr id="10226" name="Google Shape;10226;p102"/>
            <p:cNvSpPr/>
            <p:nvPr/>
          </p:nvSpPr>
          <p:spPr>
            <a:xfrm>
              <a:off x="2280425" y="1989925"/>
              <a:ext cx="104775" cy="68550"/>
            </a:xfrm>
            <a:custGeom>
              <a:rect b="b" l="l" r="r" t="t"/>
              <a:pathLst>
                <a:path extrusionOk="0" h="2742" w="4191">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7" name="Google Shape;10227;p102"/>
            <p:cNvSpPr/>
            <p:nvPr/>
          </p:nvSpPr>
          <p:spPr>
            <a:xfrm>
              <a:off x="2174875" y="2145875"/>
              <a:ext cx="105575" cy="69325"/>
            </a:xfrm>
            <a:custGeom>
              <a:rect b="b" l="l" r="r" t="t"/>
              <a:pathLst>
                <a:path extrusionOk="0" h="2773" w="4223">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8" name="Google Shape;10228;p102"/>
            <p:cNvSpPr/>
            <p:nvPr/>
          </p:nvSpPr>
          <p:spPr>
            <a:xfrm>
              <a:off x="2141000" y="1954475"/>
              <a:ext cx="139450" cy="174100"/>
            </a:xfrm>
            <a:custGeom>
              <a:rect b="b" l="l" r="r" t="t"/>
              <a:pathLst>
                <a:path extrusionOk="0" h="6964" w="5578">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9" name="Google Shape;10229;p102"/>
            <p:cNvSpPr/>
            <p:nvPr/>
          </p:nvSpPr>
          <p:spPr>
            <a:xfrm>
              <a:off x="2298525" y="2076550"/>
              <a:ext cx="139450" cy="174100"/>
            </a:xfrm>
            <a:custGeom>
              <a:rect b="b" l="l" r="r" t="t"/>
              <a:pathLst>
                <a:path extrusionOk="0" h="6964" w="5578">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0233" name="Shape 10233"/>
        <p:cNvGrpSpPr/>
        <p:nvPr/>
      </p:nvGrpSpPr>
      <p:grpSpPr>
        <a:xfrm>
          <a:off x="0" y="0"/>
          <a:ext cx="0" cy="0"/>
          <a:chOff x="0" y="0"/>
          <a:chExt cx="0" cy="0"/>
        </a:xfrm>
      </p:grpSpPr>
      <p:sp>
        <p:nvSpPr>
          <p:cNvPr id="10234" name="Google Shape;10234;p103"/>
          <p:cNvSpPr txBox="1"/>
          <p:nvPr>
            <p:ph idx="4294967295" type="title"/>
          </p:nvPr>
        </p:nvSpPr>
        <p:spPr>
          <a:xfrm>
            <a:off x="849675" y="511013"/>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Icons</a:t>
            </a:r>
            <a:endParaRPr>
              <a:solidFill>
                <a:schemeClr val="lt1"/>
              </a:solidFill>
              <a:latin typeface="Arial"/>
              <a:ea typeface="Arial"/>
              <a:cs typeface="Arial"/>
              <a:sym typeface="Arial"/>
            </a:endParaRPr>
          </a:p>
        </p:txBody>
      </p:sp>
      <p:sp>
        <p:nvSpPr>
          <p:cNvPr id="10235" name="Google Shape;10235;p103"/>
          <p:cNvSpPr txBox="1"/>
          <p:nvPr>
            <p:ph idx="4294967295" type="title"/>
          </p:nvPr>
        </p:nvSpPr>
        <p:spPr>
          <a:xfrm>
            <a:off x="4858400" y="511013"/>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Avatar Icons</a:t>
            </a:r>
            <a:endParaRPr>
              <a:solidFill>
                <a:schemeClr val="lt1"/>
              </a:solidFill>
              <a:latin typeface="Arial"/>
              <a:ea typeface="Arial"/>
              <a:cs typeface="Arial"/>
              <a:sym typeface="Arial"/>
            </a:endParaRPr>
          </a:p>
        </p:txBody>
      </p:sp>
      <p:grpSp>
        <p:nvGrpSpPr>
          <p:cNvPr id="10236" name="Google Shape;10236;p103"/>
          <p:cNvGrpSpPr/>
          <p:nvPr/>
        </p:nvGrpSpPr>
        <p:grpSpPr>
          <a:xfrm>
            <a:off x="882957" y="1306638"/>
            <a:ext cx="292442" cy="355741"/>
            <a:chOff x="-35830350" y="1912725"/>
            <a:chExt cx="241050" cy="293225"/>
          </a:xfrm>
        </p:grpSpPr>
        <p:sp>
          <p:nvSpPr>
            <p:cNvPr id="10237" name="Google Shape;10237;p103"/>
            <p:cNvSpPr/>
            <p:nvPr/>
          </p:nvSpPr>
          <p:spPr>
            <a:xfrm>
              <a:off x="-35830350" y="1912725"/>
              <a:ext cx="241050" cy="293225"/>
            </a:xfrm>
            <a:custGeom>
              <a:rect b="b" l="l" r="r" t="t"/>
              <a:pathLst>
                <a:path extrusionOk="0" h="11729" w="9642">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8" name="Google Shape;10238;p103"/>
            <p:cNvSpPr/>
            <p:nvPr/>
          </p:nvSpPr>
          <p:spPr>
            <a:xfrm>
              <a:off x="-35742925" y="1965500"/>
              <a:ext cx="120550" cy="119750"/>
            </a:xfrm>
            <a:custGeom>
              <a:rect b="b" l="l" r="r" t="t"/>
              <a:pathLst>
                <a:path extrusionOk="0" h="4790" w="4822">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39" name="Google Shape;10239;p103"/>
          <p:cNvGrpSpPr/>
          <p:nvPr/>
        </p:nvGrpSpPr>
        <p:grpSpPr>
          <a:xfrm>
            <a:off x="851444" y="1766235"/>
            <a:ext cx="355468" cy="353587"/>
            <a:chOff x="-35854750" y="2272675"/>
            <a:chExt cx="293000" cy="291450"/>
          </a:xfrm>
        </p:grpSpPr>
        <p:sp>
          <p:nvSpPr>
            <p:cNvPr id="10240" name="Google Shape;10240;p103"/>
            <p:cNvSpPr/>
            <p:nvPr/>
          </p:nvSpPr>
          <p:spPr>
            <a:xfrm>
              <a:off x="-35854750" y="2272675"/>
              <a:ext cx="293000" cy="291450"/>
            </a:xfrm>
            <a:custGeom>
              <a:rect b="b" l="l" r="r" t="t"/>
              <a:pathLst>
                <a:path extrusionOk="0" h="11658" w="1172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1" name="Google Shape;10241;p103"/>
            <p:cNvSpPr/>
            <p:nvPr/>
          </p:nvSpPr>
          <p:spPr>
            <a:xfrm>
              <a:off x="-35733475" y="2340425"/>
              <a:ext cx="51225" cy="68550"/>
            </a:xfrm>
            <a:custGeom>
              <a:rect b="b" l="l" r="r" t="t"/>
              <a:pathLst>
                <a:path extrusionOk="0" h="2742" w="2049">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2" name="Google Shape;10242;p103"/>
            <p:cNvSpPr/>
            <p:nvPr/>
          </p:nvSpPr>
          <p:spPr>
            <a:xfrm>
              <a:off x="-35716925" y="2418400"/>
              <a:ext cx="17350" cy="17350"/>
            </a:xfrm>
            <a:custGeom>
              <a:rect b="b" l="l" r="r" t="t"/>
              <a:pathLst>
                <a:path extrusionOk="0" h="694" w="694">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43" name="Google Shape;10243;p103"/>
          <p:cNvGrpSpPr/>
          <p:nvPr/>
        </p:nvGrpSpPr>
        <p:grpSpPr>
          <a:xfrm>
            <a:off x="850958" y="2220821"/>
            <a:ext cx="356438" cy="354558"/>
            <a:chOff x="-35853975" y="2631825"/>
            <a:chExt cx="293800" cy="292250"/>
          </a:xfrm>
        </p:grpSpPr>
        <p:sp>
          <p:nvSpPr>
            <p:cNvPr id="10244" name="Google Shape;10244;p103"/>
            <p:cNvSpPr/>
            <p:nvPr/>
          </p:nvSpPr>
          <p:spPr>
            <a:xfrm>
              <a:off x="-35813025" y="2701825"/>
              <a:ext cx="201675" cy="171925"/>
            </a:xfrm>
            <a:custGeom>
              <a:rect b="b" l="l" r="r" t="t"/>
              <a:pathLst>
                <a:path extrusionOk="0" h="6877" w="8067">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5" name="Google Shape;10245;p103"/>
            <p:cNvSpPr/>
            <p:nvPr/>
          </p:nvSpPr>
          <p:spPr>
            <a:xfrm>
              <a:off x="-35853975" y="2631825"/>
              <a:ext cx="293800" cy="292250"/>
            </a:xfrm>
            <a:custGeom>
              <a:rect b="b" l="l" r="r" t="t"/>
              <a:pathLst>
                <a:path extrusionOk="0" h="11690" w="11752">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6" name="Google Shape;10246;p103"/>
            <p:cNvSpPr/>
            <p:nvPr/>
          </p:nvSpPr>
          <p:spPr>
            <a:xfrm>
              <a:off x="-35715350" y="2735025"/>
              <a:ext cx="49650" cy="40675"/>
            </a:xfrm>
            <a:custGeom>
              <a:rect b="b" l="l" r="r" t="t"/>
              <a:pathLst>
                <a:path extrusionOk="0" h="1627" w="1986">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7" name="Google Shape;10247;p103"/>
            <p:cNvSpPr/>
            <p:nvPr/>
          </p:nvSpPr>
          <p:spPr>
            <a:xfrm>
              <a:off x="-35705900" y="2667275"/>
              <a:ext cx="107925" cy="101750"/>
            </a:xfrm>
            <a:custGeom>
              <a:rect b="b" l="l" r="r" t="t"/>
              <a:pathLst>
                <a:path extrusionOk="0" h="4070" w="4317">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8" name="Google Shape;10248;p103"/>
            <p:cNvSpPr/>
            <p:nvPr/>
          </p:nvSpPr>
          <p:spPr>
            <a:xfrm>
              <a:off x="-35709825" y="2700350"/>
              <a:ext cx="77200" cy="68700"/>
            </a:xfrm>
            <a:custGeom>
              <a:rect b="b" l="l" r="r" t="t"/>
              <a:pathLst>
                <a:path extrusionOk="0" h="2748" w="3088">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49" name="Google Shape;10249;p103"/>
          <p:cNvGrpSpPr/>
          <p:nvPr/>
        </p:nvGrpSpPr>
        <p:grpSpPr>
          <a:xfrm>
            <a:off x="3089562" y="1307714"/>
            <a:ext cx="353587" cy="353587"/>
            <a:chOff x="-34032200" y="1916675"/>
            <a:chExt cx="291450" cy="291450"/>
          </a:xfrm>
        </p:grpSpPr>
        <p:sp>
          <p:nvSpPr>
            <p:cNvPr id="10250" name="Google Shape;10250;p103"/>
            <p:cNvSpPr/>
            <p:nvPr/>
          </p:nvSpPr>
          <p:spPr>
            <a:xfrm>
              <a:off x="-34032200" y="1916675"/>
              <a:ext cx="291450" cy="291450"/>
            </a:xfrm>
            <a:custGeom>
              <a:rect b="b" l="l" r="r" t="t"/>
              <a:pathLst>
                <a:path extrusionOk="0" h="11658" w="11658">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1" name="Google Shape;10251;p103"/>
            <p:cNvSpPr/>
            <p:nvPr/>
          </p:nvSpPr>
          <p:spPr>
            <a:xfrm>
              <a:off x="-33999125" y="2019075"/>
              <a:ext cx="69350" cy="18125"/>
            </a:xfrm>
            <a:custGeom>
              <a:rect b="b" l="l" r="r" t="t"/>
              <a:pathLst>
                <a:path extrusionOk="0" h="725" w="2774">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2" name="Google Shape;10252;p103"/>
            <p:cNvSpPr/>
            <p:nvPr/>
          </p:nvSpPr>
          <p:spPr>
            <a:xfrm>
              <a:off x="-33999900" y="2053725"/>
              <a:ext cx="52000" cy="18125"/>
            </a:xfrm>
            <a:custGeom>
              <a:rect b="b" l="l" r="r" t="t"/>
              <a:pathLst>
                <a:path extrusionOk="0" h="725" w="208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3" name="Google Shape;10253;p103"/>
            <p:cNvSpPr/>
            <p:nvPr/>
          </p:nvSpPr>
          <p:spPr>
            <a:xfrm>
              <a:off x="-33999125" y="2088375"/>
              <a:ext cx="34675" cy="17350"/>
            </a:xfrm>
            <a:custGeom>
              <a:rect b="b" l="l" r="r" t="t"/>
              <a:pathLst>
                <a:path extrusionOk="0" h="694" w="1387">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54" name="Google Shape;10254;p103"/>
          <p:cNvSpPr/>
          <p:nvPr/>
        </p:nvSpPr>
        <p:spPr>
          <a:xfrm>
            <a:off x="3086014" y="1764916"/>
            <a:ext cx="354527" cy="356620"/>
          </a:xfrm>
          <a:custGeom>
            <a:rect b="b" l="l" r="r" t="t"/>
            <a:pathLst>
              <a:path extrusionOk="0" h="11758" w="11689">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55" name="Google Shape;10255;p103"/>
          <p:cNvGrpSpPr/>
          <p:nvPr/>
        </p:nvGrpSpPr>
        <p:grpSpPr>
          <a:xfrm>
            <a:off x="3089092" y="2220821"/>
            <a:ext cx="354527" cy="354558"/>
            <a:chOff x="-34032200" y="2634975"/>
            <a:chExt cx="292225" cy="292250"/>
          </a:xfrm>
        </p:grpSpPr>
        <p:sp>
          <p:nvSpPr>
            <p:cNvPr id="10256" name="Google Shape;10256;p103"/>
            <p:cNvSpPr/>
            <p:nvPr/>
          </p:nvSpPr>
          <p:spPr>
            <a:xfrm>
              <a:off x="-34032200" y="2634975"/>
              <a:ext cx="292225" cy="292250"/>
            </a:xfrm>
            <a:custGeom>
              <a:rect b="b" l="l" r="r" t="t"/>
              <a:pathLst>
                <a:path extrusionOk="0" h="11690" w="11689">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7" name="Google Shape;10257;p103"/>
            <p:cNvSpPr/>
            <p:nvPr/>
          </p:nvSpPr>
          <p:spPr>
            <a:xfrm>
              <a:off x="-33947125" y="2735800"/>
              <a:ext cx="51200" cy="86675"/>
            </a:xfrm>
            <a:custGeom>
              <a:rect b="b" l="l" r="r" t="t"/>
              <a:pathLst>
                <a:path extrusionOk="0" h="3467" w="2048">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8" name="Google Shape;10258;p103"/>
            <p:cNvSpPr/>
            <p:nvPr/>
          </p:nvSpPr>
          <p:spPr>
            <a:xfrm>
              <a:off x="-33878600" y="2737375"/>
              <a:ext cx="52000" cy="86675"/>
            </a:xfrm>
            <a:custGeom>
              <a:rect b="b" l="l" r="r" t="t"/>
              <a:pathLst>
                <a:path extrusionOk="0" h="3467" w="208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59" name="Google Shape;10259;p103"/>
          <p:cNvGrpSpPr/>
          <p:nvPr/>
        </p:nvGrpSpPr>
        <p:grpSpPr>
          <a:xfrm>
            <a:off x="1739487" y="2687069"/>
            <a:ext cx="358379" cy="354527"/>
            <a:chOff x="-32245875" y="1938725"/>
            <a:chExt cx="295400" cy="292225"/>
          </a:xfrm>
        </p:grpSpPr>
        <p:sp>
          <p:nvSpPr>
            <p:cNvPr id="10260" name="Google Shape;10260;p103"/>
            <p:cNvSpPr/>
            <p:nvPr/>
          </p:nvSpPr>
          <p:spPr>
            <a:xfrm>
              <a:off x="-32156075" y="2042700"/>
              <a:ext cx="120525" cy="120525"/>
            </a:xfrm>
            <a:custGeom>
              <a:rect b="b" l="l" r="r" t="t"/>
              <a:pathLst>
                <a:path extrusionOk="0" h="4821" w="4821">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1" name="Google Shape;10261;p103"/>
            <p:cNvSpPr/>
            <p:nvPr/>
          </p:nvSpPr>
          <p:spPr>
            <a:xfrm>
              <a:off x="-32105675" y="2076550"/>
              <a:ext cx="35475" cy="33900"/>
            </a:xfrm>
            <a:custGeom>
              <a:rect b="b" l="l" r="r" t="t"/>
              <a:pathLst>
                <a:path extrusionOk="0" h="1356" w="1419">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2" name="Google Shape;10262;p103"/>
            <p:cNvSpPr/>
            <p:nvPr/>
          </p:nvSpPr>
          <p:spPr>
            <a:xfrm>
              <a:off x="-32245875" y="1938725"/>
              <a:ext cx="295400" cy="292225"/>
            </a:xfrm>
            <a:custGeom>
              <a:rect b="b" l="l" r="r" t="t"/>
              <a:pathLst>
                <a:path extrusionOk="0" h="11689" w="11816">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63" name="Google Shape;10263;p103"/>
          <p:cNvGrpSpPr/>
          <p:nvPr/>
        </p:nvGrpSpPr>
        <p:grpSpPr>
          <a:xfrm>
            <a:off x="1736150" y="3156468"/>
            <a:ext cx="365052" cy="352162"/>
            <a:chOff x="-32243500" y="2299850"/>
            <a:chExt cx="300900" cy="290275"/>
          </a:xfrm>
        </p:grpSpPr>
        <p:sp>
          <p:nvSpPr>
            <p:cNvPr id="10264" name="Google Shape;10264;p103"/>
            <p:cNvSpPr/>
            <p:nvPr/>
          </p:nvSpPr>
          <p:spPr>
            <a:xfrm>
              <a:off x="-32243500" y="2299850"/>
              <a:ext cx="300900" cy="290275"/>
            </a:xfrm>
            <a:custGeom>
              <a:rect b="b" l="l" r="r" t="t"/>
              <a:pathLst>
                <a:path extrusionOk="0" h="11611" w="12036">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5" name="Google Shape;10265;p103"/>
            <p:cNvSpPr/>
            <p:nvPr/>
          </p:nvSpPr>
          <p:spPr>
            <a:xfrm>
              <a:off x="-32048175" y="2342775"/>
              <a:ext cx="55950" cy="51025"/>
            </a:xfrm>
            <a:custGeom>
              <a:rect b="b" l="l" r="r" t="t"/>
              <a:pathLst>
                <a:path extrusionOk="0" h="2041" w="2238">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66" name="Google Shape;10266;p103"/>
          <p:cNvSpPr/>
          <p:nvPr/>
        </p:nvSpPr>
        <p:spPr>
          <a:xfrm>
            <a:off x="1737541" y="3616837"/>
            <a:ext cx="356438" cy="352617"/>
          </a:xfrm>
          <a:custGeom>
            <a:rect b="b" l="l" r="r" t="t"/>
            <a:pathLst>
              <a:path extrusionOk="0" h="11626" w="11752">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67" name="Google Shape;10267;p103"/>
          <p:cNvGrpSpPr/>
          <p:nvPr/>
        </p:nvGrpSpPr>
        <p:grpSpPr>
          <a:xfrm>
            <a:off x="1299432" y="1306759"/>
            <a:ext cx="354527" cy="355498"/>
            <a:chOff x="-35495600" y="1912725"/>
            <a:chExt cx="292225" cy="293025"/>
          </a:xfrm>
        </p:grpSpPr>
        <p:sp>
          <p:nvSpPr>
            <p:cNvPr id="10268" name="Google Shape;10268;p103"/>
            <p:cNvSpPr/>
            <p:nvPr/>
          </p:nvSpPr>
          <p:spPr>
            <a:xfrm>
              <a:off x="-35495600" y="1912725"/>
              <a:ext cx="102400" cy="293025"/>
            </a:xfrm>
            <a:custGeom>
              <a:rect b="b" l="l" r="r" t="t"/>
              <a:pathLst>
                <a:path extrusionOk="0" h="11721" w="4096">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9" name="Google Shape;10269;p103"/>
            <p:cNvSpPr/>
            <p:nvPr/>
          </p:nvSpPr>
          <p:spPr>
            <a:xfrm>
              <a:off x="-35305775" y="1912725"/>
              <a:ext cx="102400" cy="292250"/>
            </a:xfrm>
            <a:custGeom>
              <a:rect b="b" l="l" r="r" t="t"/>
              <a:pathLst>
                <a:path extrusionOk="0" h="11690" w="4096">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0" name="Google Shape;10270;p103"/>
            <p:cNvSpPr/>
            <p:nvPr/>
          </p:nvSpPr>
          <p:spPr>
            <a:xfrm>
              <a:off x="-35427875" y="2017025"/>
              <a:ext cx="155200" cy="85800"/>
            </a:xfrm>
            <a:custGeom>
              <a:rect b="b" l="l" r="r" t="t"/>
              <a:pathLst>
                <a:path extrusionOk="0" h="3432" w="6208">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71" name="Google Shape;10271;p103"/>
          <p:cNvSpPr/>
          <p:nvPr/>
        </p:nvSpPr>
        <p:spPr>
          <a:xfrm>
            <a:off x="1295266" y="1765962"/>
            <a:ext cx="356438" cy="354527"/>
          </a:xfrm>
          <a:custGeom>
            <a:rect b="b" l="l" r="r" t="t"/>
            <a:pathLst>
              <a:path extrusionOk="0" h="11689" w="11752">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72" name="Google Shape;10272;p103"/>
          <p:cNvGrpSpPr/>
          <p:nvPr/>
        </p:nvGrpSpPr>
        <p:grpSpPr>
          <a:xfrm>
            <a:off x="1299432" y="2221307"/>
            <a:ext cx="354527" cy="353587"/>
            <a:chOff x="-35495600" y="2631825"/>
            <a:chExt cx="292225" cy="291450"/>
          </a:xfrm>
        </p:grpSpPr>
        <p:sp>
          <p:nvSpPr>
            <p:cNvPr id="10273" name="Google Shape;10273;p103"/>
            <p:cNvSpPr/>
            <p:nvPr/>
          </p:nvSpPr>
          <p:spPr>
            <a:xfrm>
              <a:off x="-35495600" y="2735025"/>
              <a:ext cx="137075" cy="188250"/>
            </a:xfrm>
            <a:custGeom>
              <a:rect b="b" l="l" r="r" t="t"/>
              <a:pathLst>
                <a:path extrusionOk="0" h="7530" w="5483">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4" name="Google Shape;10274;p103"/>
            <p:cNvSpPr/>
            <p:nvPr/>
          </p:nvSpPr>
          <p:spPr>
            <a:xfrm>
              <a:off x="-35339650" y="2631825"/>
              <a:ext cx="136275" cy="188275"/>
            </a:xfrm>
            <a:custGeom>
              <a:rect b="b" l="l" r="r" t="t"/>
              <a:pathLst>
                <a:path extrusionOk="0" h="7531" w="5451">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5" name="Google Shape;10275;p103"/>
            <p:cNvSpPr/>
            <p:nvPr/>
          </p:nvSpPr>
          <p:spPr>
            <a:xfrm>
              <a:off x="-35341225" y="2836625"/>
              <a:ext cx="85075" cy="84500"/>
            </a:xfrm>
            <a:custGeom>
              <a:rect b="b" l="l" r="r" t="t"/>
              <a:pathLst>
                <a:path extrusionOk="0" h="3380" w="3403">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6" name="Google Shape;10276;p103"/>
            <p:cNvSpPr/>
            <p:nvPr/>
          </p:nvSpPr>
          <p:spPr>
            <a:xfrm>
              <a:off x="-35442050" y="2632625"/>
              <a:ext cx="84300" cy="85075"/>
            </a:xfrm>
            <a:custGeom>
              <a:rect b="b" l="l" r="r" t="t"/>
              <a:pathLst>
                <a:path extrusionOk="0" h="3403" w="3372">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77" name="Google Shape;10277;p103"/>
          <p:cNvGrpSpPr/>
          <p:nvPr/>
        </p:nvGrpSpPr>
        <p:grpSpPr>
          <a:xfrm>
            <a:off x="3537081" y="1307714"/>
            <a:ext cx="353587" cy="353587"/>
            <a:chOff x="-33673825" y="1916675"/>
            <a:chExt cx="291450" cy="291450"/>
          </a:xfrm>
        </p:grpSpPr>
        <p:sp>
          <p:nvSpPr>
            <p:cNvPr id="10278" name="Google Shape;10278;p103"/>
            <p:cNvSpPr/>
            <p:nvPr/>
          </p:nvSpPr>
          <p:spPr>
            <a:xfrm>
              <a:off x="-33486375" y="1950550"/>
              <a:ext cx="85875" cy="85075"/>
            </a:xfrm>
            <a:custGeom>
              <a:rect b="b" l="l" r="r" t="t"/>
              <a:pathLst>
                <a:path extrusionOk="0" h="3403" w="3435">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9" name="Google Shape;10279;p103"/>
            <p:cNvSpPr/>
            <p:nvPr/>
          </p:nvSpPr>
          <p:spPr>
            <a:xfrm>
              <a:off x="-33605300" y="2122250"/>
              <a:ext cx="85075" cy="85875"/>
            </a:xfrm>
            <a:custGeom>
              <a:rect b="b" l="l" r="r" t="t"/>
              <a:pathLst>
                <a:path extrusionOk="0" h="3435" w="3403">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0" name="Google Shape;10280;p103"/>
            <p:cNvSpPr/>
            <p:nvPr/>
          </p:nvSpPr>
          <p:spPr>
            <a:xfrm>
              <a:off x="-33673825" y="1916675"/>
              <a:ext cx="189050" cy="189050"/>
            </a:xfrm>
            <a:custGeom>
              <a:rect b="b" l="l" r="r" t="t"/>
              <a:pathLst>
                <a:path extrusionOk="0" h="7562" w="7562">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1" name="Google Shape;10281;p103"/>
            <p:cNvSpPr/>
            <p:nvPr/>
          </p:nvSpPr>
          <p:spPr>
            <a:xfrm>
              <a:off x="-33503700" y="2070250"/>
              <a:ext cx="121325" cy="137075"/>
            </a:xfrm>
            <a:custGeom>
              <a:rect b="b" l="l" r="r" t="t"/>
              <a:pathLst>
                <a:path extrusionOk="0" h="5483" w="4853">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82" name="Google Shape;10282;p103"/>
          <p:cNvGrpSpPr/>
          <p:nvPr/>
        </p:nvGrpSpPr>
        <p:grpSpPr>
          <a:xfrm>
            <a:off x="3534700" y="1765295"/>
            <a:ext cx="358349" cy="355468"/>
            <a:chOff x="-33676975" y="2275050"/>
            <a:chExt cx="295375" cy="293000"/>
          </a:xfrm>
        </p:grpSpPr>
        <p:sp>
          <p:nvSpPr>
            <p:cNvPr id="10283" name="Google Shape;10283;p103"/>
            <p:cNvSpPr/>
            <p:nvPr/>
          </p:nvSpPr>
          <p:spPr>
            <a:xfrm>
              <a:off x="-33502125" y="2309700"/>
              <a:ext cx="52800" cy="67750"/>
            </a:xfrm>
            <a:custGeom>
              <a:rect b="b" l="l" r="r" t="t"/>
              <a:pathLst>
                <a:path extrusionOk="0" h="2710" w="2112">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4" name="Google Shape;10284;p103"/>
            <p:cNvSpPr/>
            <p:nvPr/>
          </p:nvSpPr>
          <p:spPr>
            <a:xfrm>
              <a:off x="-33484800" y="2395550"/>
              <a:ext cx="17350" cy="17350"/>
            </a:xfrm>
            <a:custGeom>
              <a:rect b="b" l="l" r="r" t="t"/>
              <a:pathLst>
                <a:path extrusionOk="0" h="694" w="694">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5" name="Google Shape;10285;p103"/>
            <p:cNvSpPr/>
            <p:nvPr/>
          </p:nvSpPr>
          <p:spPr>
            <a:xfrm>
              <a:off x="-33676975" y="2275050"/>
              <a:ext cx="295375" cy="293000"/>
            </a:xfrm>
            <a:custGeom>
              <a:rect b="b" l="l" r="r" t="t"/>
              <a:pathLst>
                <a:path extrusionOk="0" h="11720" w="11815">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86" name="Google Shape;10286;p103"/>
          <p:cNvGrpSpPr/>
          <p:nvPr/>
        </p:nvGrpSpPr>
        <p:grpSpPr>
          <a:xfrm>
            <a:off x="3537081" y="2220594"/>
            <a:ext cx="353587" cy="355013"/>
            <a:chOff x="-33673825" y="2634975"/>
            <a:chExt cx="291450" cy="292625"/>
          </a:xfrm>
        </p:grpSpPr>
        <p:sp>
          <p:nvSpPr>
            <p:cNvPr id="10287" name="Google Shape;10287;p103"/>
            <p:cNvSpPr/>
            <p:nvPr/>
          </p:nvSpPr>
          <p:spPr>
            <a:xfrm>
              <a:off x="-33673825" y="2634975"/>
              <a:ext cx="291450" cy="292625"/>
            </a:xfrm>
            <a:custGeom>
              <a:rect b="b" l="l" r="r" t="t"/>
              <a:pathLst>
                <a:path extrusionOk="0" h="11705" w="11658">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8" name="Google Shape;10288;p103"/>
            <p:cNvSpPr/>
            <p:nvPr/>
          </p:nvSpPr>
          <p:spPr>
            <a:xfrm>
              <a:off x="-33467475" y="2806675"/>
              <a:ext cx="51225" cy="51225"/>
            </a:xfrm>
            <a:custGeom>
              <a:rect b="b" l="l" r="r" t="t"/>
              <a:pathLst>
                <a:path extrusionOk="0" h="2049" w="2049">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89" name="Google Shape;10289;p103"/>
          <p:cNvGrpSpPr/>
          <p:nvPr/>
        </p:nvGrpSpPr>
        <p:grpSpPr>
          <a:xfrm>
            <a:off x="2205089" y="2687509"/>
            <a:ext cx="329687" cy="353648"/>
            <a:chOff x="-31874100" y="1939525"/>
            <a:chExt cx="271750" cy="291500"/>
          </a:xfrm>
        </p:grpSpPr>
        <p:sp>
          <p:nvSpPr>
            <p:cNvPr id="10290" name="Google Shape;10290;p103"/>
            <p:cNvSpPr/>
            <p:nvPr/>
          </p:nvSpPr>
          <p:spPr>
            <a:xfrm>
              <a:off x="-31874100" y="2132475"/>
              <a:ext cx="271750" cy="98550"/>
            </a:xfrm>
            <a:custGeom>
              <a:rect b="b" l="l" r="r" t="t"/>
              <a:pathLst>
                <a:path extrusionOk="0" h="3942" w="1087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1" name="Google Shape;10291;p103"/>
            <p:cNvSpPr/>
            <p:nvPr/>
          </p:nvSpPr>
          <p:spPr>
            <a:xfrm>
              <a:off x="-31830775" y="1939525"/>
              <a:ext cx="189050" cy="189825"/>
            </a:xfrm>
            <a:custGeom>
              <a:rect b="b" l="l" r="r" t="t"/>
              <a:pathLst>
                <a:path extrusionOk="0" h="7593" w="7562">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92" name="Google Shape;10292;p103"/>
          <p:cNvSpPr/>
          <p:nvPr/>
        </p:nvSpPr>
        <p:spPr>
          <a:xfrm>
            <a:off x="2211275" y="3155955"/>
            <a:ext cx="311550" cy="353587"/>
          </a:xfrm>
          <a:custGeom>
            <a:rect b="b" l="l" r="r" t="t"/>
            <a:pathLst>
              <a:path extrusionOk="0" h="11658" w="10272">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93" name="Google Shape;10293;p103"/>
          <p:cNvGrpSpPr/>
          <p:nvPr/>
        </p:nvGrpSpPr>
        <p:grpSpPr>
          <a:xfrm>
            <a:off x="2186451" y="3616531"/>
            <a:ext cx="366963" cy="352768"/>
            <a:chOff x="-31889075" y="2658950"/>
            <a:chExt cx="302475" cy="290775"/>
          </a:xfrm>
        </p:grpSpPr>
        <p:sp>
          <p:nvSpPr>
            <p:cNvPr id="10294" name="Google Shape;10294;p103"/>
            <p:cNvSpPr/>
            <p:nvPr/>
          </p:nvSpPr>
          <p:spPr>
            <a:xfrm>
              <a:off x="-31889075" y="2658950"/>
              <a:ext cx="302475" cy="290775"/>
            </a:xfrm>
            <a:custGeom>
              <a:rect b="b" l="l" r="r" t="t"/>
              <a:pathLst>
                <a:path extrusionOk="0" h="11631" w="12099">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5" name="Google Shape;10295;p103"/>
            <p:cNvSpPr/>
            <p:nvPr/>
          </p:nvSpPr>
          <p:spPr>
            <a:xfrm>
              <a:off x="-31838650" y="2838200"/>
              <a:ext cx="70100" cy="68550"/>
            </a:xfrm>
            <a:custGeom>
              <a:rect b="b" l="l" r="r" t="t"/>
              <a:pathLst>
                <a:path extrusionOk="0" h="2742" w="2804">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96" name="Google Shape;10296;p103"/>
          <p:cNvSpPr/>
          <p:nvPr/>
        </p:nvSpPr>
        <p:spPr>
          <a:xfrm>
            <a:off x="3974577" y="3155469"/>
            <a:ext cx="356438" cy="354558"/>
          </a:xfrm>
          <a:custGeom>
            <a:rect b="b" l="l" r="r" t="t"/>
            <a:pathLst>
              <a:path extrusionOk="0" h="11690" w="11752">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97" name="Google Shape;10297;p103"/>
          <p:cNvGrpSpPr/>
          <p:nvPr/>
        </p:nvGrpSpPr>
        <p:grpSpPr>
          <a:xfrm>
            <a:off x="1747421" y="1306759"/>
            <a:ext cx="354527" cy="355498"/>
            <a:chOff x="-35136450" y="1912725"/>
            <a:chExt cx="292225" cy="293025"/>
          </a:xfrm>
        </p:grpSpPr>
        <p:sp>
          <p:nvSpPr>
            <p:cNvPr id="10298" name="Google Shape;10298;p103"/>
            <p:cNvSpPr/>
            <p:nvPr/>
          </p:nvSpPr>
          <p:spPr>
            <a:xfrm>
              <a:off x="-35136450" y="2050575"/>
              <a:ext cx="155975" cy="155175"/>
            </a:xfrm>
            <a:custGeom>
              <a:rect b="b" l="l" r="r" t="t"/>
              <a:pathLst>
                <a:path extrusionOk="0" h="6207" w="6239">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9" name="Google Shape;10299;p103"/>
            <p:cNvSpPr/>
            <p:nvPr/>
          </p:nvSpPr>
          <p:spPr>
            <a:xfrm>
              <a:off x="-34964750" y="1947400"/>
              <a:ext cx="68550" cy="103200"/>
            </a:xfrm>
            <a:custGeom>
              <a:rect b="b" l="l" r="r" t="t"/>
              <a:pathLst>
                <a:path extrusionOk="0" h="4128" w="2742">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0" name="Google Shape;10300;p103"/>
            <p:cNvSpPr/>
            <p:nvPr/>
          </p:nvSpPr>
          <p:spPr>
            <a:xfrm>
              <a:off x="-35016725" y="1912725"/>
              <a:ext cx="172500" cy="172025"/>
            </a:xfrm>
            <a:custGeom>
              <a:rect b="b" l="l" r="r" t="t"/>
              <a:pathLst>
                <a:path extrusionOk="0" h="6881" w="690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01" name="Google Shape;10301;p103"/>
          <p:cNvGrpSpPr/>
          <p:nvPr/>
        </p:nvGrpSpPr>
        <p:grpSpPr>
          <a:xfrm>
            <a:off x="1747891" y="1765978"/>
            <a:ext cx="353587" cy="354103"/>
            <a:chOff x="-35134875" y="2272675"/>
            <a:chExt cx="291450" cy="291875"/>
          </a:xfrm>
        </p:grpSpPr>
        <p:sp>
          <p:nvSpPr>
            <p:cNvPr id="10302" name="Google Shape;10302;p103"/>
            <p:cNvSpPr/>
            <p:nvPr/>
          </p:nvSpPr>
          <p:spPr>
            <a:xfrm>
              <a:off x="-35134875" y="2272675"/>
              <a:ext cx="291450" cy="291875"/>
            </a:xfrm>
            <a:custGeom>
              <a:rect b="b" l="l" r="r" t="t"/>
              <a:pathLst>
                <a:path extrusionOk="0" h="11675" w="11658">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3" name="Google Shape;10303;p103"/>
            <p:cNvSpPr/>
            <p:nvPr/>
          </p:nvSpPr>
          <p:spPr>
            <a:xfrm>
              <a:off x="-35093925" y="2419175"/>
              <a:ext cx="18150" cy="17350"/>
            </a:xfrm>
            <a:custGeom>
              <a:rect b="b" l="l" r="r" t="t"/>
              <a:pathLst>
                <a:path extrusionOk="0" h="694" w="726">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4" name="Google Shape;10304;p103"/>
            <p:cNvSpPr/>
            <p:nvPr/>
          </p:nvSpPr>
          <p:spPr>
            <a:xfrm>
              <a:off x="-35042725" y="2419175"/>
              <a:ext cx="18150" cy="17350"/>
            </a:xfrm>
            <a:custGeom>
              <a:rect b="b" l="l" r="r" t="t"/>
              <a:pathLst>
                <a:path extrusionOk="0" h="694" w="726">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5" name="Google Shape;10305;p103"/>
            <p:cNvSpPr/>
            <p:nvPr/>
          </p:nvSpPr>
          <p:spPr>
            <a:xfrm>
              <a:off x="-34991525" y="2419175"/>
              <a:ext cx="18150" cy="17350"/>
            </a:xfrm>
            <a:custGeom>
              <a:rect b="b" l="l" r="r" t="t"/>
              <a:pathLst>
                <a:path extrusionOk="0" h="694" w="726">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06" name="Google Shape;10306;p103"/>
          <p:cNvGrpSpPr/>
          <p:nvPr/>
        </p:nvGrpSpPr>
        <p:grpSpPr>
          <a:xfrm>
            <a:off x="1789458" y="2221307"/>
            <a:ext cx="270453" cy="353587"/>
            <a:chOff x="-35101800" y="2631050"/>
            <a:chExt cx="222925" cy="291450"/>
          </a:xfrm>
        </p:grpSpPr>
        <p:sp>
          <p:nvSpPr>
            <p:cNvPr id="10307" name="Google Shape;10307;p103"/>
            <p:cNvSpPr/>
            <p:nvPr/>
          </p:nvSpPr>
          <p:spPr>
            <a:xfrm>
              <a:off x="-34999400" y="2699575"/>
              <a:ext cx="18150" cy="18125"/>
            </a:xfrm>
            <a:custGeom>
              <a:rect b="b" l="l" r="r" t="t"/>
              <a:pathLst>
                <a:path extrusionOk="0" h="725" w="726">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8" name="Google Shape;10308;p103"/>
            <p:cNvSpPr/>
            <p:nvPr/>
          </p:nvSpPr>
          <p:spPr>
            <a:xfrm>
              <a:off x="-34999400" y="2732650"/>
              <a:ext cx="18150" cy="52800"/>
            </a:xfrm>
            <a:custGeom>
              <a:rect b="b" l="l" r="r" t="t"/>
              <a:pathLst>
                <a:path extrusionOk="0" h="2112" w="726">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9" name="Google Shape;10309;p103"/>
            <p:cNvSpPr/>
            <p:nvPr/>
          </p:nvSpPr>
          <p:spPr>
            <a:xfrm>
              <a:off x="-35067125" y="2665700"/>
              <a:ext cx="153600" cy="154400"/>
            </a:xfrm>
            <a:custGeom>
              <a:rect b="b" l="l" r="r" t="t"/>
              <a:pathLst>
                <a:path extrusionOk="0" h="6176" w="6144">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0" name="Google Shape;10310;p103"/>
            <p:cNvSpPr/>
            <p:nvPr/>
          </p:nvSpPr>
          <p:spPr>
            <a:xfrm>
              <a:off x="-35101800" y="2631050"/>
              <a:ext cx="222925" cy="291450"/>
            </a:xfrm>
            <a:custGeom>
              <a:rect b="b" l="l" r="r" t="t"/>
              <a:pathLst>
                <a:path extrusionOk="0" h="11658" w="8917">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11" name="Google Shape;10311;p103"/>
          <p:cNvSpPr/>
          <p:nvPr/>
        </p:nvSpPr>
        <p:spPr>
          <a:xfrm>
            <a:off x="3982155" y="1307046"/>
            <a:ext cx="338270" cy="355255"/>
          </a:xfrm>
          <a:custGeom>
            <a:rect b="b" l="l" r="r" t="t"/>
            <a:pathLst>
              <a:path extrusionOk="0" h="11713" w="11153">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312" name="Google Shape;10312;p103"/>
          <p:cNvGrpSpPr/>
          <p:nvPr/>
        </p:nvGrpSpPr>
        <p:grpSpPr>
          <a:xfrm>
            <a:off x="3977510" y="1765295"/>
            <a:ext cx="353587" cy="355468"/>
            <a:chOff x="-33314675" y="2275050"/>
            <a:chExt cx="291450" cy="293000"/>
          </a:xfrm>
        </p:grpSpPr>
        <p:sp>
          <p:nvSpPr>
            <p:cNvPr id="10313" name="Google Shape;10313;p103"/>
            <p:cNvSpPr/>
            <p:nvPr/>
          </p:nvSpPr>
          <p:spPr>
            <a:xfrm>
              <a:off x="-33143750" y="2275050"/>
              <a:ext cx="120525" cy="120525"/>
            </a:xfrm>
            <a:custGeom>
              <a:rect b="b" l="l" r="r" t="t"/>
              <a:pathLst>
                <a:path extrusionOk="0" h="4821" w="4821">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4" name="Google Shape;10314;p103"/>
            <p:cNvSpPr/>
            <p:nvPr/>
          </p:nvSpPr>
          <p:spPr>
            <a:xfrm>
              <a:off x="-33093350" y="2309700"/>
              <a:ext cx="35475" cy="34675"/>
            </a:xfrm>
            <a:custGeom>
              <a:rect b="b" l="l" r="r" t="t"/>
              <a:pathLst>
                <a:path extrusionOk="0" h="1387" w="1419">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5" name="Google Shape;10315;p103"/>
            <p:cNvSpPr/>
            <p:nvPr/>
          </p:nvSpPr>
          <p:spPr>
            <a:xfrm>
              <a:off x="-33314675" y="2328600"/>
              <a:ext cx="239475" cy="239450"/>
            </a:xfrm>
            <a:custGeom>
              <a:rect b="b" l="l" r="r" t="t"/>
              <a:pathLst>
                <a:path extrusionOk="0" h="9578" w="9579">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16" name="Google Shape;10316;p103"/>
          <p:cNvSpPr/>
          <p:nvPr/>
        </p:nvSpPr>
        <p:spPr>
          <a:xfrm>
            <a:off x="3973071" y="2220094"/>
            <a:ext cx="356438" cy="356468"/>
          </a:xfrm>
          <a:custGeom>
            <a:rect b="b" l="l" r="r" t="t"/>
            <a:pathLst>
              <a:path extrusionOk="0" h="11753" w="11752">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317" name="Google Shape;10317;p103"/>
          <p:cNvGrpSpPr/>
          <p:nvPr/>
        </p:nvGrpSpPr>
        <p:grpSpPr>
          <a:xfrm>
            <a:off x="2639701" y="2687555"/>
            <a:ext cx="353587" cy="353557"/>
            <a:chOff x="-31523625" y="1939525"/>
            <a:chExt cx="291450" cy="291425"/>
          </a:xfrm>
        </p:grpSpPr>
        <p:sp>
          <p:nvSpPr>
            <p:cNvPr id="10318" name="Google Shape;10318;p103"/>
            <p:cNvSpPr/>
            <p:nvPr/>
          </p:nvSpPr>
          <p:spPr>
            <a:xfrm>
              <a:off x="-31523625" y="1939525"/>
              <a:ext cx="291450" cy="291425"/>
            </a:xfrm>
            <a:custGeom>
              <a:rect b="b" l="l" r="r" t="t"/>
              <a:pathLst>
                <a:path extrusionOk="0" h="11657" w="11658">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9" name="Google Shape;10319;p103"/>
            <p:cNvSpPr/>
            <p:nvPr/>
          </p:nvSpPr>
          <p:spPr>
            <a:xfrm>
              <a:off x="-31404675" y="2007250"/>
              <a:ext cx="138625" cy="52800"/>
            </a:xfrm>
            <a:custGeom>
              <a:rect b="b" l="l" r="r" t="t"/>
              <a:pathLst>
                <a:path extrusionOk="0" h="2112" w="5545">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0" name="Google Shape;10320;p103"/>
            <p:cNvSpPr/>
            <p:nvPr/>
          </p:nvSpPr>
          <p:spPr>
            <a:xfrm>
              <a:off x="-31404675" y="2077350"/>
              <a:ext cx="34675" cy="18150"/>
            </a:xfrm>
            <a:custGeom>
              <a:rect b="b" l="l" r="r" t="t"/>
              <a:pathLst>
                <a:path extrusionOk="0" h="726" w="1387">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1" name="Google Shape;10321;p103"/>
            <p:cNvSpPr/>
            <p:nvPr/>
          </p:nvSpPr>
          <p:spPr>
            <a:xfrm>
              <a:off x="-31353475" y="2077350"/>
              <a:ext cx="35450" cy="18150"/>
            </a:xfrm>
            <a:custGeom>
              <a:rect b="b" l="l" r="r" t="t"/>
              <a:pathLst>
                <a:path extrusionOk="0" h="726" w="1418">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2" name="Google Shape;10322;p103"/>
            <p:cNvSpPr/>
            <p:nvPr/>
          </p:nvSpPr>
          <p:spPr>
            <a:xfrm>
              <a:off x="-31301500" y="2077350"/>
              <a:ext cx="35450" cy="18150"/>
            </a:xfrm>
            <a:custGeom>
              <a:rect b="b" l="l" r="r" t="t"/>
              <a:pathLst>
                <a:path extrusionOk="0" h="726" w="1418">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3" name="Google Shape;10323;p103"/>
            <p:cNvSpPr/>
            <p:nvPr/>
          </p:nvSpPr>
          <p:spPr>
            <a:xfrm>
              <a:off x="-31404675" y="2112000"/>
              <a:ext cx="34675" cy="17350"/>
            </a:xfrm>
            <a:custGeom>
              <a:rect b="b" l="l" r="r" t="t"/>
              <a:pathLst>
                <a:path extrusionOk="0" h="694" w="1387">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4" name="Google Shape;10324;p103"/>
            <p:cNvSpPr/>
            <p:nvPr/>
          </p:nvSpPr>
          <p:spPr>
            <a:xfrm>
              <a:off x="-31353475" y="2112000"/>
              <a:ext cx="35450" cy="17350"/>
            </a:xfrm>
            <a:custGeom>
              <a:rect b="b" l="l" r="r" t="t"/>
              <a:pathLst>
                <a:path extrusionOk="0" h="694" w="1418">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5" name="Google Shape;10325;p103"/>
            <p:cNvSpPr/>
            <p:nvPr/>
          </p:nvSpPr>
          <p:spPr>
            <a:xfrm>
              <a:off x="-31301500" y="2112000"/>
              <a:ext cx="35450" cy="17350"/>
            </a:xfrm>
            <a:custGeom>
              <a:rect b="b" l="l" r="r" t="t"/>
              <a:pathLst>
                <a:path extrusionOk="0" h="694" w="1418">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6" name="Google Shape;10326;p103"/>
            <p:cNvSpPr/>
            <p:nvPr/>
          </p:nvSpPr>
          <p:spPr>
            <a:xfrm>
              <a:off x="-31404675" y="2145075"/>
              <a:ext cx="34675" cy="18150"/>
            </a:xfrm>
            <a:custGeom>
              <a:rect b="b" l="l" r="r" t="t"/>
              <a:pathLst>
                <a:path extrusionOk="0" h="726" w="1387">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7" name="Google Shape;10327;p103"/>
            <p:cNvSpPr/>
            <p:nvPr/>
          </p:nvSpPr>
          <p:spPr>
            <a:xfrm>
              <a:off x="-31353475" y="2145075"/>
              <a:ext cx="35450" cy="18150"/>
            </a:xfrm>
            <a:custGeom>
              <a:rect b="b" l="l" r="r" t="t"/>
              <a:pathLst>
                <a:path extrusionOk="0" h="726" w="1418">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8" name="Google Shape;10328;p103"/>
            <p:cNvSpPr/>
            <p:nvPr/>
          </p:nvSpPr>
          <p:spPr>
            <a:xfrm>
              <a:off x="-31301500" y="2145075"/>
              <a:ext cx="35450" cy="18150"/>
            </a:xfrm>
            <a:custGeom>
              <a:rect b="b" l="l" r="r" t="t"/>
              <a:pathLst>
                <a:path extrusionOk="0" h="726" w="1418">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29" name="Google Shape;10329;p103"/>
          <p:cNvGrpSpPr/>
          <p:nvPr/>
        </p:nvGrpSpPr>
        <p:grpSpPr>
          <a:xfrm>
            <a:off x="2638746" y="3155755"/>
            <a:ext cx="355498" cy="353587"/>
            <a:chOff x="-31523625" y="2298675"/>
            <a:chExt cx="293025" cy="291450"/>
          </a:xfrm>
        </p:grpSpPr>
        <p:sp>
          <p:nvSpPr>
            <p:cNvPr id="10330" name="Google Shape;10330;p103"/>
            <p:cNvSpPr/>
            <p:nvPr/>
          </p:nvSpPr>
          <p:spPr>
            <a:xfrm>
              <a:off x="-31523625" y="2298675"/>
              <a:ext cx="293025" cy="291450"/>
            </a:xfrm>
            <a:custGeom>
              <a:rect b="b" l="l" r="r" t="t"/>
              <a:pathLst>
                <a:path extrusionOk="0" h="11658" w="11721">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1" name="Google Shape;10331;p103"/>
            <p:cNvSpPr/>
            <p:nvPr/>
          </p:nvSpPr>
          <p:spPr>
            <a:xfrm>
              <a:off x="-31334575" y="2452250"/>
              <a:ext cx="67750" cy="51225"/>
            </a:xfrm>
            <a:custGeom>
              <a:rect b="b" l="l" r="r" t="t"/>
              <a:pathLst>
                <a:path extrusionOk="0" h="2049" w="271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2" name="Google Shape;10332;p103"/>
            <p:cNvSpPr/>
            <p:nvPr/>
          </p:nvSpPr>
          <p:spPr>
            <a:xfrm>
              <a:off x="-31334575" y="2419175"/>
              <a:ext cx="68525" cy="17350"/>
            </a:xfrm>
            <a:custGeom>
              <a:rect b="b" l="l" r="r" t="t"/>
              <a:pathLst>
                <a:path extrusionOk="0" h="694" w="2741">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33" name="Google Shape;10333;p103"/>
          <p:cNvSpPr/>
          <p:nvPr/>
        </p:nvSpPr>
        <p:spPr>
          <a:xfrm>
            <a:off x="2633984" y="3614926"/>
            <a:ext cx="359320" cy="356438"/>
          </a:xfrm>
          <a:custGeom>
            <a:rect b="b" l="l" r="r" t="t"/>
            <a:pathLst>
              <a:path extrusionOk="0" h="11752" w="11847">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4" name="Google Shape;10334;p103"/>
          <p:cNvSpPr/>
          <p:nvPr/>
        </p:nvSpPr>
        <p:spPr>
          <a:xfrm>
            <a:off x="3975533" y="3616352"/>
            <a:ext cx="354527" cy="353587"/>
          </a:xfrm>
          <a:custGeom>
            <a:rect b="b" l="l" r="r" t="t"/>
            <a:pathLst>
              <a:path extrusionOk="0" h="11658" w="11689">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335" name="Google Shape;10335;p103"/>
          <p:cNvGrpSpPr/>
          <p:nvPr/>
        </p:nvGrpSpPr>
        <p:grpSpPr>
          <a:xfrm>
            <a:off x="2205934" y="1307729"/>
            <a:ext cx="331598" cy="353557"/>
            <a:chOff x="-34767825" y="1914325"/>
            <a:chExt cx="273325" cy="291425"/>
          </a:xfrm>
        </p:grpSpPr>
        <p:sp>
          <p:nvSpPr>
            <p:cNvPr id="10336" name="Google Shape;10336;p103"/>
            <p:cNvSpPr/>
            <p:nvPr/>
          </p:nvSpPr>
          <p:spPr>
            <a:xfrm>
              <a:off x="-34767825" y="1914325"/>
              <a:ext cx="273325" cy="291425"/>
            </a:xfrm>
            <a:custGeom>
              <a:rect b="b" l="l" r="r" t="t"/>
              <a:pathLst>
                <a:path extrusionOk="0" h="11657" w="10933">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7" name="Google Shape;10337;p103"/>
            <p:cNvSpPr/>
            <p:nvPr/>
          </p:nvSpPr>
          <p:spPr>
            <a:xfrm>
              <a:off x="-34579600" y="1947400"/>
              <a:ext cx="17350" cy="18125"/>
            </a:xfrm>
            <a:custGeom>
              <a:rect b="b" l="l" r="r" t="t"/>
              <a:pathLst>
                <a:path extrusionOk="0" h="725" w="694">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8" name="Google Shape;10338;p103"/>
            <p:cNvSpPr/>
            <p:nvPr/>
          </p:nvSpPr>
          <p:spPr>
            <a:xfrm>
              <a:off x="-34581175" y="1982050"/>
              <a:ext cx="18150" cy="52000"/>
            </a:xfrm>
            <a:custGeom>
              <a:rect b="b" l="l" r="r" t="t"/>
              <a:pathLst>
                <a:path extrusionOk="0" h="2080" w="726">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39" name="Google Shape;10339;p103"/>
          <p:cNvGrpSpPr/>
          <p:nvPr/>
        </p:nvGrpSpPr>
        <p:grpSpPr>
          <a:xfrm>
            <a:off x="2193513" y="1765280"/>
            <a:ext cx="356438" cy="355498"/>
            <a:chOff x="-34778075" y="2272675"/>
            <a:chExt cx="293800" cy="293025"/>
          </a:xfrm>
        </p:grpSpPr>
        <p:sp>
          <p:nvSpPr>
            <p:cNvPr id="10340" name="Google Shape;10340;p103"/>
            <p:cNvSpPr/>
            <p:nvPr/>
          </p:nvSpPr>
          <p:spPr>
            <a:xfrm>
              <a:off x="-34725300" y="2324675"/>
              <a:ext cx="187475" cy="188250"/>
            </a:xfrm>
            <a:custGeom>
              <a:rect b="b" l="l" r="r" t="t"/>
              <a:pathLst>
                <a:path extrusionOk="0" h="7530" w="7499">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1" name="Google Shape;10341;p103"/>
            <p:cNvSpPr/>
            <p:nvPr/>
          </p:nvSpPr>
          <p:spPr>
            <a:xfrm>
              <a:off x="-34673325" y="2375850"/>
              <a:ext cx="85100" cy="84300"/>
            </a:xfrm>
            <a:custGeom>
              <a:rect b="b" l="l" r="r" t="t"/>
              <a:pathLst>
                <a:path extrusionOk="0" h="3372" w="3404">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2" name="Google Shape;10342;p103"/>
            <p:cNvSpPr/>
            <p:nvPr/>
          </p:nvSpPr>
          <p:spPr>
            <a:xfrm>
              <a:off x="-34778075" y="2272675"/>
              <a:ext cx="293800" cy="293025"/>
            </a:xfrm>
            <a:custGeom>
              <a:rect b="b" l="l" r="r" t="t"/>
              <a:pathLst>
                <a:path extrusionOk="0" h="11721" w="11752">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43" name="Google Shape;10343;p103"/>
          <p:cNvGrpSpPr/>
          <p:nvPr/>
        </p:nvGrpSpPr>
        <p:grpSpPr>
          <a:xfrm>
            <a:off x="2194939" y="2221307"/>
            <a:ext cx="353587" cy="353587"/>
            <a:chOff x="-34776500" y="2631825"/>
            <a:chExt cx="291450" cy="291450"/>
          </a:xfrm>
        </p:grpSpPr>
        <p:sp>
          <p:nvSpPr>
            <p:cNvPr id="10344" name="Google Shape;10344;p103"/>
            <p:cNvSpPr/>
            <p:nvPr/>
          </p:nvSpPr>
          <p:spPr>
            <a:xfrm>
              <a:off x="-34691425" y="2666500"/>
              <a:ext cx="120525" cy="154400"/>
            </a:xfrm>
            <a:custGeom>
              <a:rect b="b" l="l" r="r" t="t"/>
              <a:pathLst>
                <a:path extrusionOk="0" h="6176" w="4821">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5" name="Google Shape;10345;p103"/>
            <p:cNvSpPr/>
            <p:nvPr/>
          </p:nvSpPr>
          <p:spPr>
            <a:xfrm>
              <a:off x="-34656775" y="2837400"/>
              <a:ext cx="51200" cy="51225"/>
            </a:xfrm>
            <a:custGeom>
              <a:rect b="b" l="l" r="r" t="t"/>
              <a:pathLst>
                <a:path extrusionOk="0" h="2049" w="2048">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6" name="Google Shape;10346;p103"/>
            <p:cNvSpPr/>
            <p:nvPr/>
          </p:nvSpPr>
          <p:spPr>
            <a:xfrm>
              <a:off x="-34776500" y="2631825"/>
              <a:ext cx="291450" cy="291450"/>
            </a:xfrm>
            <a:custGeom>
              <a:rect b="b" l="l" r="r" t="t"/>
              <a:pathLst>
                <a:path extrusionOk="0" h="11658" w="11658">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47" name="Google Shape;10347;p103"/>
          <p:cNvGrpSpPr/>
          <p:nvPr/>
        </p:nvGrpSpPr>
        <p:grpSpPr>
          <a:xfrm>
            <a:off x="853628" y="2685160"/>
            <a:ext cx="354527" cy="358349"/>
            <a:chOff x="-32956300" y="1915900"/>
            <a:chExt cx="292225" cy="295375"/>
          </a:xfrm>
        </p:grpSpPr>
        <p:sp>
          <p:nvSpPr>
            <p:cNvPr id="10348" name="Google Shape;10348;p103"/>
            <p:cNvSpPr/>
            <p:nvPr/>
          </p:nvSpPr>
          <p:spPr>
            <a:xfrm>
              <a:off x="-32956300" y="1915900"/>
              <a:ext cx="292225" cy="295375"/>
            </a:xfrm>
            <a:custGeom>
              <a:rect b="b" l="l" r="r" t="t"/>
              <a:pathLst>
                <a:path extrusionOk="0" h="11815" w="11689">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9" name="Google Shape;10349;p103"/>
            <p:cNvSpPr/>
            <p:nvPr/>
          </p:nvSpPr>
          <p:spPr>
            <a:xfrm>
              <a:off x="-32836575" y="1967875"/>
              <a:ext cx="85875" cy="188250"/>
            </a:xfrm>
            <a:custGeom>
              <a:rect b="b" l="l" r="r" t="t"/>
              <a:pathLst>
                <a:path extrusionOk="0" h="7530" w="3435">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50" name="Google Shape;10350;p103"/>
          <p:cNvSpPr/>
          <p:nvPr/>
        </p:nvSpPr>
        <p:spPr>
          <a:xfrm>
            <a:off x="850648" y="3155970"/>
            <a:ext cx="354527" cy="353557"/>
          </a:xfrm>
          <a:custGeom>
            <a:rect b="b" l="l" r="r" t="t"/>
            <a:pathLst>
              <a:path extrusionOk="0" h="11657" w="11689">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1" name="Google Shape;10351;p103"/>
          <p:cNvSpPr/>
          <p:nvPr/>
        </p:nvSpPr>
        <p:spPr>
          <a:xfrm>
            <a:off x="850162" y="3615866"/>
            <a:ext cx="355498" cy="354558"/>
          </a:xfrm>
          <a:custGeom>
            <a:rect b="b" l="l" r="r" t="t"/>
            <a:pathLst>
              <a:path extrusionOk="0" h="11690" w="11721">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352" name="Google Shape;10352;p103"/>
          <p:cNvGrpSpPr/>
          <p:nvPr/>
        </p:nvGrpSpPr>
        <p:grpSpPr>
          <a:xfrm>
            <a:off x="3081101" y="2687555"/>
            <a:ext cx="356438" cy="353557"/>
            <a:chOff x="-31166825" y="1939525"/>
            <a:chExt cx="293800" cy="291425"/>
          </a:xfrm>
        </p:grpSpPr>
        <p:sp>
          <p:nvSpPr>
            <p:cNvPr id="10353" name="Google Shape;10353;p103"/>
            <p:cNvSpPr/>
            <p:nvPr/>
          </p:nvSpPr>
          <p:spPr>
            <a:xfrm>
              <a:off x="-31166825" y="1939525"/>
              <a:ext cx="224500" cy="291425"/>
            </a:xfrm>
            <a:custGeom>
              <a:rect b="b" l="l" r="r" t="t"/>
              <a:pathLst>
                <a:path extrusionOk="0" h="11657" w="898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4" name="Google Shape;10354;p103"/>
            <p:cNvSpPr/>
            <p:nvPr/>
          </p:nvSpPr>
          <p:spPr>
            <a:xfrm>
              <a:off x="-31131375" y="2145075"/>
              <a:ext cx="52800" cy="52800"/>
            </a:xfrm>
            <a:custGeom>
              <a:rect b="b" l="l" r="r" t="t"/>
              <a:pathLst>
                <a:path extrusionOk="0" h="2112" w="2112">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5" name="Google Shape;10355;p103"/>
            <p:cNvSpPr/>
            <p:nvPr/>
          </p:nvSpPr>
          <p:spPr>
            <a:xfrm>
              <a:off x="-31131375" y="2076550"/>
              <a:ext cx="52800" cy="52025"/>
            </a:xfrm>
            <a:custGeom>
              <a:rect b="b" l="l" r="r" t="t"/>
              <a:pathLst>
                <a:path extrusionOk="0" h="2081" w="2112">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6" name="Google Shape;10356;p103"/>
            <p:cNvSpPr/>
            <p:nvPr/>
          </p:nvSpPr>
          <p:spPr>
            <a:xfrm>
              <a:off x="-31131375" y="2007250"/>
              <a:ext cx="52800" cy="52800"/>
            </a:xfrm>
            <a:custGeom>
              <a:rect b="b" l="l" r="r" t="t"/>
              <a:pathLst>
                <a:path extrusionOk="0" h="2112" w="2112">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7" name="Google Shape;10357;p103"/>
            <p:cNvSpPr/>
            <p:nvPr/>
          </p:nvSpPr>
          <p:spPr>
            <a:xfrm>
              <a:off x="-31062075" y="2007250"/>
              <a:ext cx="85875" cy="18150"/>
            </a:xfrm>
            <a:custGeom>
              <a:rect b="b" l="l" r="r" t="t"/>
              <a:pathLst>
                <a:path extrusionOk="0" h="726" w="3435">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8" name="Google Shape;10358;p103"/>
            <p:cNvSpPr/>
            <p:nvPr/>
          </p:nvSpPr>
          <p:spPr>
            <a:xfrm>
              <a:off x="-31062075" y="2041900"/>
              <a:ext cx="52025" cy="18150"/>
            </a:xfrm>
            <a:custGeom>
              <a:rect b="b" l="l" r="r" t="t"/>
              <a:pathLst>
                <a:path extrusionOk="0" h="726" w="2081">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9" name="Google Shape;10359;p103"/>
            <p:cNvSpPr/>
            <p:nvPr/>
          </p:nvSpPr>
          <p:spPr>
            <a:xfrm>
              <a:off x="-31062075" y="2076550"/>
              <a:ext cx="85875" cy="17375"/>
            </a:xfrm>
            <a:custGeom>
              <a:rect b="b" l="l" r="r" t="t"/>
              <a:pathLst>
                <a:path extrusionOk="0" h="695" w="3435">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0" name="Google Shape;10360;p103"/>
            <p:cNvSpPr/>
            <p:nvPr/>
          </p:nvSpPr>
          <p:spPr>
            <a:xfrm>
              <a:off x="-31062075" y="2110425"/>
              <a:ext cx="52025" cy="18150"/>
            </a:xfrm>
            <a:custGeom>
              <a:rect b="b" l="l" r="r" t="t"/>
              <a:pathLst>
                <a:path extrusionOk="0" h="726" w="2081">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1" name="Google Shape;10361;p103"/>
            <p:cNvSpPr/>
            <p:nvPr/>
          </p:nvSpPr>
          <p:spPr>
            <a:xfrm>
              <a:off x="-31062075" y="2145075"/>
              <a:ext cx="85875" cy="18150"/>
            </a:xfrm>
            <a:custGeom>
              <a:rect b="b" l="l" r="r" t="t"/>
              <a:pathLst>
                <a:path extrusionOk="0" h="726" w="3435">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2" name="Google Shape;10362;p103"/>
            <p:cNvSpPr/>
            <p:nvPr/>
          </p:nvSpPr>
          <p:spPr>
            <a:xfrm>
              <a:off x="-31062075" y="2179750"/>
              <a:ext cx="52025" cy="18125"/>
            </a:xfrm>
            <a:custGeom>
              <a:rect b="b" l="l" r="r" t="t"/>
              <a:pathLst>
                <a:path extrusionOk="0" h="725" w="2081">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3" name="Google Shape;10363;p103"/>
            <p:cNvSpPr/>
            <p:nvPr/>
          </p:nvSpPr>
          <p:spPr>
            <a:xfrm>
              <a:off x="-30924225" y="1974175"/>
              <a:ext cx="51200" cy="240250"/>
            </a:xfrm>
            <a:custGeom>
              <a:rect b="b" l="l" r="r" t="t"/>
              <a:pathLst>
                <a:path extrusionOk="0" h="9610" w="2048">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64" name="Google Shape;10364;p103"/>
          <p:cNvGrpSpPr/>
          <p:nvPr/>
        </p:nvGrpSpPr>
        <p:grpSpPr>
          <a:xfrm>
            <a:off x="3082057" y="3155482"/>
            <a:ext cx="354527" cy="354133"/>
            <a:chOff x="-31165250" y="2298675"/>
            <a:chExt cx="292225" cy="291900"/>
          </a:xfrm>
        </p:grpSpPr>
        <p:sp>
          <p:nvSpPr>
            <p:cNvPr id="10365" name="Google Shape;10365;p103"/>
            <p:cNvSpPr/>
            <p:nvPr/>
          </p:nvSpPr>
          <p:spPr>
            <a:xfrm>
              <a:off x="-31003000" y="2332550"/>
              <a:ext cx="86675" cy="103400"/>
            </a:xfrm>
            <a:custGeom>
              <a:rect b="b" l="l" r="r" t="t"/>
              <a:pathLst>
                <a:path extrusionOk="0" h="4136" w="3467">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6" name="Google Shape;10366;p103"/>
            <p:cNvSpPr/>
            <p:nvPr/>
          </p:nvSpPr>
          <p:spPr>
            <a:xfrm>
              <a:off x="-31165250" y="2298675"/>
              <a:ext cx="292225" cy="291900"/>
            </a:xfrm>
            <a:custGeom>
              <a:rect b="b" l="l" r="r" t="t"/>
              <a:pathLst>
                <a:path extrusionOk="0" h="11676" w="11689">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7" name="Google Shape;10367;p103"/>
            <p:cNvSpPr/>
            <p:nvPr/>
          </p:nvSpPr>
          <p:spPr>
            <a:xfrm>
              <a:off x="-31115625" y="2452250"/>
              <a:ext cx="70900" cy="104150"/>
            </a:xfrm>
            <a:custGeom>
              <a:rect b="b" l="l" r="r" t="t"/>
              <a:pathLst>
                <a:path extrusionOk="0" h="4166" w="2836">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68" name="Google Shape;10368;p103"/>
          <p:cNvGrpSpPr/>
          <p:nvPr/>
        </p:nvGrpSpPr>
        <p:grpSpPr>
          <a:xfrm>
            <a:off x="3082542" y="3616136"/>
            <a:ext cx="353557" cy="353557"/>
            <a:chOff x="-31164450" y="2657050"/>
            <a:chExt cx="291425" cy="291425"/>
          </a:xfrm>
        </p:grpSpPr>
        <p:sp>
          <p:nvSpPr>
            <p:cNvPr id="10369" name="Google Shape;10369;p103"/>
            <p:cNvSpPr/>
            <p:nvPr/>
          </p:nvSpPr>
          <p:spPr>
            <a:xfrm>
              <a:off x="-31028975" y="2761000"/>
              <a:ext cx="18125" cy="17350"/>
            </a:xfrm>
            <a:custGeom>
              <a:rect b="b" l="l" r="r" t="t"/>
              <a:pathLst>
                <a:path extrusionOk="0" h="694" w="725">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0" name="Google Shape;10370;p103"/>
            <p:cNvSpPr/>
            <p:nvPr/>
          </p:nvSpPr>
          <p:spPr>
            <a:xfrm>
              <a:off x="-31028975" y="2794075"/>
              <a:ext cx="18125" cy="52025"/>
            </a:xfrm>
            <a:custGeom>
              <a:rect b="b" l="l" r="r" t="t"/>
              <a:pathLst>
                <a:path extrusionOk="0" h="2081" w="725">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1" name="Google Shape;10371;p103"/>
            <p:cNvSpPr/>
            <p:nvPr/>
          </p:nvSpPr>
          <p:spPr>
            <a:xfrm>
              <a:off x="-31164450" y="2657050"/>
              <a:ext cx="291425" cy="291425"/>
            </a:xfrm>
            <a:custGeom>
              <a:rect b="b" l="l" r="r" t="t"/>
              <a:pathLst>
                <a:path extrusionOk="0" h="11657" w="11657">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2" name="Google Shape;10372;p103"/>
            <p:cNvSpPr/>
            <p:nvPr/>
          </p:nvSpPr>
          <p:spPr>
            <a:xfrm>
              <a:off x="-31097500" y="2727125"/>
              <a:ext cx="156750" cy="153925"/>
            </a:xfrm>
            <a:custGeom>
              <a:rect b="b" l="l" r="r" t="t"/>
              <a:pathLst>
                <a:path extrusionOk="0" h="6157" w="627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73" name="Google Shape;10373;p103"/>
          <p:cNvSpPr/>
          <p:nvPr/>
        </p:nvSpPr>
        <p:spPr>
          <a:xfrm>
            <a:off x="2188967" y="4036858"/>
            <a:ext cx="355498" cy="352617"/>
          </a:xfrm>
          <a:custGeom>
            <a:rect b="b" l="l" r="r" t="t"/>
            <a:pathLst>
              <a:path extrusionOk="0" h="11626" w="11721">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374" name="Google Shape;10374;p103"/>
          <p:cNvGrpSpPr/>
          <p:nvPr/>
        </p:nvGrpSpPr>
        <p:grpSpPr>
          <a:xfrm>
            <a:off x="2632987" y="1307366"/>
            <a:ext cx="358349" cy="354285"/>
            <a:chOff x="-34421275" y="1912725"/>
            <a:chExt cx="295375" cy="292025"/>
          </a:xfrm>
        </p:grpSpPr>
        <p:sp>
          <p:nvSpPr>
            <p:cNvPr id="10375" name="Google Shape;10375;p103"/>
            <p:cNvSpPr/>
            <p:nvPr/>
          </p:nvSpPr>
          <p:spPr>
            <a:xfrm>
              <a:off x="-34421275" y="1974375"/>
              <a:ext cx="236300" cy="230375"/>
            </a:xfrm>
            <a:custGeom>
              <a:rect b="b" l="l" r="r" t="t"/>
              <a:pathLst>
                <a:path extrusionOk="0" h="9215" w="9452">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6" name="Google Shape;10376;p103"/>
            <p:cNvSpPr/>
            <p:nvPr/>
          </p:nvSpPr>
          <p:spPr>
            <a:xfrm>
              <a:off x="-34288175" y="1912725"/>
              <a:ext cx="162275" cy="163075"/>
            </a:xfrm>
            <a:custGeom>
              <a:rect b="b" l="l" r="r" t="t"/>
              <a:pathLst>
                <a:path extrusionOk="0" h="6523" w="6491">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77" name="Google Shape;10377;p103"/>
          <p:cNvGrpSpPr/>
          <p:nvPr/>
        </p:nvGrpSpPr>
        <p:grpSpPr>
          <a:xfrm>
            <a:off x="2632032" y="1765280"/>
            <a:ext cx="360260" cy="355498"/>
            <a:chOff x="-34418125" y="2271100"/>
            <a:chExt cx="296950" cy="293025"/>
          </a:xfrm>
        </p:grpSpPr>
        <p:sp>
          <p:nvSpPr>
            <p:cNvPr id="10378" name="Google Shape;10378;p103"/>
            <p:cNvSpPr/>
            <p:nvPr/>
          </p:nvSpPr>
          <p:spPr>
            <a:xfrm>
              <a:off x="-34418125" y="2271100"/>
              <a:ext cx="296950" cy="293025"/>
            </a:xfrm>
            <a:custGeom>
              <a:rect b="b" l="l" r="r" t="t"/>
              <a:pathLst>
                <a:path extrusionOk="0" h="11721" w="11878">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9" name="Google Shape;10379;p103"/>
            <p:cNvSpPr/>
            <p:nvPr/>
          </p:nvSpPr>
          <p:spPr>
            <a:xfrm>
              <a:off x="-34331500" y="2305750"/>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0" name="Google Shape;10380;p103"/>
            <p:cNvSpPr/>
            <p:nvPr/>
          </p:nvSpPr>
          <p:spPr>
            <a:xfrm>
              <a:off x="-34331500" y="2341200"/>
              <a:ext cx="17350" cy="69350"/>
            </a:xfrm>
            <a:custGeom>
              <a:rect b="b" l="l" r="r" t="t"/>
              <a:pathLst>
                <a:path extrusionOk="0" h="2774" w="694">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1" name="Google Shape;10381;p103"/>
            <p:cNvSpPr/>
            <p:nvPr/>
          </p:nvSpPr>
          <p:spPr>
            <a:xfrm>
              <a:off x="-34384275" y="2427050"/>
              <a:ext cx="121325" cy="17350"/>
            </a:xfrm>
            <a:custGeom>
              <a:rect b="b" l="l" r="r" t="t"/>
              <a:pathLst>
                <a:path extrusionOk="0" h="694" w="4853">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2" name="Google Shape;10382;p103"/>
            <p:cNvSpPr/>
            <p:nvPr/>
          </p:nvSpPr>
          <p:spPr>
            <a:xfrm>
              <a:off x="-34384275" y="2460125"/>
              <a:ext cx="88250" cy="18150"/>
            </a:xfrm>
            <a:custGeom>
              <a:rect b="b" l="l" r="r" t="t"/>
              <a:pathLst>
                <a:path extrusionOk="0" h="726" w="353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83" name="Google Shape;10383;p103"/>
          <p:cNvGrpSpPr/>
          <p:nvPr/>
        </p:nvGrpSpPr>
        <p:grpSpPr>
          <a:xfrm>
            <a:off x="2632987" y="2221307"/>
            <a:ext cx="358349" cy="353587"/>
            <a:chOff x="-34421275" y="2631050"/>
            <a:chExt cx="295375" cy="291450"/>
          </a:xfrm>
        </p:grpSpPr>
        <p:sp>
          <p:nvSpPr>
            <p:cNvPr id="10384" name="Google Shape;10384;p103"/>
            <p:cNvSpPr/>
            <p:nvPr/>
          </p:nvSpPr>
          <p:spPr>
            <a:xfrm>
              <a:off x="-34421275" y="2639125"/>
              <a:ext cx="288275" cy="283375"/>
            </a:xfrm>
            <a:custGeom>
              <a:rect b="b" l="l" r="r" t="t"/>
              <a:pathLst>
                <a:path extrusionOk="0" h="11335" w="11531">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5" name="Google Shape;10385;p103"/>
            <p:cNvSpPr/>
            <p:nvPr/>
          </p:nvSpPr>
          <p:spPr>
            <a:xfrm>
              <a:off x="-34181850" y="2644625"/>
              <a:ext cx="41775" cy="41575"/>
            </a:xfrm>
            <a:custGeom>
              <a:rect b="b" l="l" r="r" t="t"/>
              <a:pathLst>
                <a:path extrusionOk="0" h="1663" w="1671">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6" name="Google Shape;10386;p103"/>
            <p:cNvSpPr/>
            <p:nvPr/>
          </p:nvSpPr>
          <p:spPr>
            <a:xfrm>
              <a:off x="-34217275" y="2631050"/>
              <a:ext cx="17350" cy="41775"/>
            </a:xfrm>
            <a:custGeom>
              <a:rect b="b" l="l" r="r" t="t"/>
              <a:pathLst>
                <a:path extrusionOk="0" h="1671" w="694">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7" name="Google Shape;10387;p103"/>
            <p:cNvSpPr/>
            <p:nvPr/>
          </p:nvSpPr>
          <p:spPr>
            <a:xfrm>
              <a:off x="-34168450" y="2704300"/>
              <a:ext cx="42550" cy="18125"/>
            </a:xfrm>
            <a:custGeom>
              <a:rect b="b" l="l" r="r" t="t"/>
              <a:pathLst>
                <a:path extrusionOk="0" h="725" w="1702">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88" name="Google Shape;10388;p103"/>
          <p:cNvSpPr/>
          <p:nvPr/>
        </p:nvSpPr>
        <p:spPr>
          <a:xfrm>
            <a:off x="1299154" y="2687237"/>
            <a:ext cx="353587" cy="354527"/>
          </a:xfrm>
          <a:custGeom>
            <a:rect b="b" l="l" r="r" t="t"/>
            <a:pathLst>
              <a:path extrusionOk="0" h="11689" w="11658">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9" name="Google Shape;10389;p103"/>
          <p:cNvSpPr/>
          <p:nvPr/>
        </p:nvSpPr>
        <p:spPr>
          <a:xfrm>
            <a:off x="1299154" y="3155970"/>
            <a:ext cx="353587" cy="353557"/>
          </a:xfrm>
          <a:custGeom>
            <a:rect b="b" l="l" r="r" t="t"/>
            <a:pathLst>
              <a:path extrusionOk="0" h="11657" w="11658">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0" name="Google Shape;10390;p103"/>
          <p:cNvSpPr/>
          <p:nvPr/>
        </p:nvSpPr>
        <p:spPr>
          <a:xfrm>
            <a:off x="1290085" y="3616003"/>
            <a:ext cx="371724" cy="354285"/>
          </a:xfrm>
          <a:custGeom>
            <a:rect b="b" l="l" r="r" t="t"/>
            <a:pathLst>
              <a:path extrusionOk="0" h="11681" w="12256">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391" name="Google Shape;10391;p103"/>
          <p:cNvGrpSpPr/>
          <p:nvPr/>
        </p:nvGrpSpPr>
        <p:grpSpPr>
          <a:xfrm>
            <a:off x="3537620" y="2688025"/>
            <a:ext cx="353587" cy="352617"/>
            <a:chOff x="-30805300" y="1938725"/>
            <a:chExt cx="291450" cy="290650"/>
          </a:xfrm>
        </p:grpSpPr>
        <p:sp>
          <p:nvSpPr>
            <p:cNvPr id="10392" name="Google Shape;10392;p103"/>
            <p:cNvSpPr/>
            <p:nvPr/>
          </p:nvSpPr>
          <p:spPr>
            <a:xfrm>
              <a:off x="-30805300" y="1938725"/>
              <a:ext cx="291450" cy="290650"/>
            </a:xfrm>
            <a:custGeom>
              <a:rect b="b" l="l" r="r" t="t"/>
              <a:pathLst>
                <a:path extrusionOk="0" h="11626" w="11658">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3" name="Google Shape;10393;p103"/>
            <p:cNvSpPr/>
            <p:nvPr/>
          </p:nvSpPr>
          <p:spPr>
            <a:xfrm>
              <a:off x="-30670625" y="2042700"/>
              <a:ext cx="35475" cy="35450"/>
            </a:xfrm>
            <a:custGeom>
              <a:rect b="b" l="l" r="r" t="t"/>
              <a:pathLst>
                <a:path extrusionOk="0" h="1418" w="1419">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94" name="Google Shape;10394;p103"/>
          <p:cNvGrpSpPr/>
          <p:nvPr/>
        </p:nvGrpSpPr>
        <p:grpSpPr>
          <a:xfrm>
            <a:off x="3538105" y="3155952"/>
            <a:ext cx="352617" cy="353193"/>
            <a:chOff x="-30805300" y="2298675"/>
            <a:chExt cx="290650" cy="291125"/>
          </a:xfrm>
        </p:grpSpPr>
        <p:sp>
          <p:nvSpPr>
            <p:cNvPr id="10395" name="Google Shape;10395;p103"/>
            <p:cNvSpPr/>
            <p:nvPr/>
          </p:nvSpPr>
          <p:spPr>
            <a:xfrm>
              <a:off x="-30720225" y="2419175"/>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6" name="Google Shape;10396;p103"/>
            <p:cNvSpPr/>
            <p:nvPr/>
          </p:nvSpPr>
          <p:spPr>
            <a:xfrm>
              <a:off x="-30635175" y="2453250"/>
              <a:ext cx="87450" cy="69125"/>
            </a:xfrm>
            <a:custGeom>
              <a:rect b="b" l="l" r="r" t="t"/>
              <a:pathLst>
                <a:path extrusionOk="0" h="2765" w="3498">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7" name="Google Shape;10397;p103"/>
            <p:cNvSpPr/>
            <p:nvPr/>
          </p:nvSpPr>
          <p:spPr>
            <a:xfrm>
              <a:off x="-30805300" y="2298675"/>
              <a:ext cx="290650" cy="291125"/>
            </a:xfrm>
            <a:custGeom>
              <a:rect b="b" l="l" r="r" t="t"/>
              <a:pathLst>
                <a:path extrusionOk="0" h="11645" w="11626">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8" name="Google Shape;10398;p103"/>
            <p:cNvSpPr/>
            <p:nvPr/>
          </p:nvSpPr>
          <p:spPr>
            <a:xfrm>
              <a:off x="-30737575" y="2332550"/>
              <a:ext cx="53600" cy="69325"/>
            </a:xfrm>
            <a:custGeom>
              <a:rect b="b" l="l" r="r" t="t"/>
              <a:pathLst>
                <a:path extrusionOk="0" h="2773" w="2144">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99" name="Google Shape;10399;p103"/>
          <p:cNvGrpSpPr/>
          <p:nvPr/>
        </p:nvGrpSpPr>
        <p:grpSpPr>
          <a:xfrm>
            <a:off x="3537635" y="3616136"/>
            <a:ext cx="353557" cy="353557"/>
            <a:chOff x="-30806075" y="2657050"/>
            <a:chExt cx="291425" cy="291425"/>
          </a:xfrm>
        </p:grpSpPr>
        <p:sp>
          <p:nvSpPr>
            <p:cNvPr id="10400" name="Google Shape;10400;p103"/>
            <p:cNvSpPr/>
            <p:nvPr/>
          </p:nvSpPr>
          <p:spPr>
            <a:xfrm>
              <a:off x="-30806075" y="2657050"/>
              <a:ext cx="291425" cy="291425"/>
            </a:xfrm>
            <a:custGeom>
              <a:rect b="b" l="l" r="r" t="t"/>
              <a:pathLst>
                <a:path extrusionOk="0" h="11657" w="11657">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1" name="Google Shape;10401;p103"/>
            <p:cNvSpPr/>
            <p:nvPr/>
          </p:nvSpPr>
          <p:spPr>
            <a:xfrm>
              <a:off x="-30771425" y="2692475"/>
              <a:ext cx="222125" cy="222925"/>
            </a:xfrm>
            <a:custGeom>
              <a:rect b="b" l="l" r="r" t="t"/>
              <a:pathLst>
                <a:path extrusionOk="0" h="8917" w="8885">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2" name="Google Shape;10402;p103"/>
            <p:cNvSpPr/>
            <p:nvPr/>
          </p:nvSpPr>
          <p:spPr>
            <a:xfrm>
              <a:off x="-30669050" y="2726350"/>
              <a:ext cx="52025" cy="119150"/>
            </a:xfrm>
            <a:custGeom>
              <a:rect b="b" l="l" r="r" t="t"/>
              <a:pathLst>
                <a:path extrusionOk="0" h="4766" w="2081">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03" name="Google Shape;10403;p103"/>
          <p:cNvGrpSpPr/>
          <p:nvPr/>
        </p:nvGrpSpPr>
        <p:grpSpPr>
          <a:xfrm>
            <a:off x="2639681" y="4073943"/>
            <a:ext cx="353557" cy="353557"/>
            <a:chOff x="-30064925" y="2332550"/>
            <a:chExt cx="291425" cy="291425"/>
          </a:xfrm>
        </p:grpSpPr>
        <p:sp>
          <p:nvSpPr>
            <p:cNvPr id="10404" name="Google Shape;10404;p103"/>
            <p:cNvSpPr/>
            <p:nvPr/>
          </p:nvSpPr>
          <p:spPr>
            <a:xfrm>
              <a:off x="-30064925" y="2332550"/>
              <a:ext cx="291425" cy="291425"/>
            </a:xfrm>
            <a:custGeom>
              <a:rect b="b" l="l" r="r" t="t"/>
              <a:pathLst>
                <a:path extrusionOk="0" h="11657" w="11657">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5" name="Google Shape;10405;p103"/>
            <p:cNvSpPr/>
            <p:nvPr/>
          </p:nvSpPr>
          <p:spPr>
            <a:xfrm>
              <a:off x="-29944425" y="2384525"/>
              <a:ext cx="51225" cy="51225"/>
            </a:xfrm>
            <a:custGeom>
              <a:rect b="b" l="l" r="r" t="t"/>
              <a:pathLst>
                <a:path extrusionOk="0" h="2049" w="2049">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6" name="Google Shape;10406;p103"/>
            <p:cNvSpPr/>
            <p:nvPr/>
          </p:nvSpPr>
          <p:spPr>
            <a:xfrm>
              <a:off x="-29944425" y="2452250"/>
              <a:ext cx="51225" cy="119750"/>
            </a:xfrm>
            <a:custGeom>
              <a:rect b="b" l="l" r="r" t="t"/>
              <a:pathLst>
                <a:path extrusionOk="0" h="4790" w="2049">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07" name="Google Shape;10407;p103"/>
          <p:cNvGrpSpPr/>
          <p:nvPr/>
        </p:nvGrpSpPr>
        <p:grpSpPr>
          <a:xfrm>
            <a:off x="3983068" y="2683443"/>
            <a:ext cx="348855" cy="347879"/>
            <a:chOff x="2821450" y="2957850"/>
            <a:chExt cx="259275" cy="258550"/>
          </a:xfrm>
        </p:grpSpPr>
        <p:sp>
          <p:nvSpPr>
            <p:cNvPr id="10408" name="Google Shape;10408;p103"/>
            <p:cNvSpPr/>
            <p:nvPr/>
          </p:nvSpPr>
          <p:spPr>
            <a:xfrm>
              <a:off x="2821450" y="3080500"/>
              <a:ext cx="259275" cy="135900"/>
            </a:xfrm>
            <a:custGeom>
              <a:rect b="b" l="l" r="r" t="t"/>
              <a:pathLst>
                <a:path extrusionOk="0" h="5436" w="10371">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9" name="Google Shape;10409;p103"/>
            <p:cNvSpPr/>
            <p:nvPr/>
          </p:nvSpPr>
          <p:spPr>
            <a:xfrm>
              <a:off x="2831900" y="2957850"/>
              <a:ext cx="228625" cy="106350"/>
            </a:xfrm>
            <a:custGeom>
              <a:rect b="b" l="l" r="r" t="t"/>
              <a:pathLst>
                <a:path extrusionOk="0" h="4254" w="9145">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0" name="Google Shape;10410;p103"/>
            <p:cNvSpPr/>
            <p:nvPr/>
          </p:nvSpPr>
          <p:spPr>
            <a:xfrm>
              <a:off x="3024600" y="2966925"/>
              <a:ext cx="29875" cy="58497"/>
            </a:xfrm>
            <a:custGeom>
              <a:rect b="b" l="l" r="r" t="t"/>
              <a:pathLst>
                <a:path extrusionOk="0" h="2376" w="1195">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chemeClr val="dk2"/>
            </a:solidFill>
            <a:ln>
              <a:noFill/>
            </a:ln>
          </p:spPr>
        </p:sp>
      </p:grpSp>
      <p:grpSp>
        <p:nvGrpSpPr>
          <p:cNvPr id="10411" name="Google Shape;10411;p103"/>
          <p:cNvGrpSpPr/>
          <p:nvPr/>
        </p:nvGrpSpPr>
        <p:grpSpPr>
          <a:xfrm>
            <a:off x="4858100" y="1304461"/>
            <a:ext cx="361090" cy="361090"/>
            <a:chOff x="-57970450" y="1903275"/>
            <a:chExt cx="318225" cy="318225"/>
          </a:xfrm>
        </p:grpSpPr>
        <p:sp>
          <p:nvSpPr>
            <p:cNvPr id="10412" name="Google Shape;10412;p103"/>
            <p:cNvSpPr/>
            <p:nvPr/>
          </p:nvSpPr>
          <p:spPr>
            <a:xfrm>
              <a:off x="-57847575" y="2135825"/>
              <a:ext cx="73250" cy="28975"/>
            </a:xfrm>
            <a:custGeom>
              <a:rect b="b" l="l" r="r" t="t"/>
              <a:pathLst>
                <a:path extrusionOk="0" h="1159" w="293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3" name="Google Shape;10413;p103"/>
            <p:cNvSpPr/>
            <p:nvPr/>
          </p:nvSpPr>
          <p:spPr>
            <a:xfrm>
              <a:off x="-57857025" y="2053725"/>
              <a:ext cx="18125" cy="18125"/>
            </a:xfrm>
            <a:custGeom>
              <a:rect b="b" l="l" r="r" t="t"/>
              <a:pathLst>
                <a:path extrusionOk="0" h="725" w="725">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4" name="Google Shape;10414;p103"/>
            <p:cNvSpPr/>
            <p:nvPr/>
          </p:nvSpPr>
          <p:spPr>
            <a:xfrm>
              <a:off x="-57782200" y="2053725"/>
              <a:ext cx="18125" cy="18125"/>
            </a:xfrm>
            <a:custGeom>
              <a:rect b="b" l="l" r="r" t="t"/>
              <a:pathLst>
                <a:path extrusionOk="0" h="725" w="725">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5" name="Google Shape;10415;p103"/>
            <p:cNvSpPr/>
            <p:nvPr/>
          </p:nvSpPr>
          <p:spPr>
            <a:xfrm>
              <a:off x="-57970450" y="1903275"/>
              <a:ext cx="318225" cy="318225"/>
            </a:xfrm>
            <a:custGeom>
              <a:rect b="b" l="l" r="r" t="t"/>
              <a:pathLst>
                <a:path extrusionOk="0" h="12729" w="12729">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16" name="Google Shape;10416;p103"/>
          <p:cNvGrpSpPr/>
          <p:nvPr/>
        </p:nvGrpSpPr>
        <p:grpSpPr>
          <a:xfrm>
            <a:off x="4880000" y="1780418"/>
            <a:ext cx="317290" cy="359303"/>
            <a:chOff x="-57950750" y="2296300"/>
            <a:chExt cx="279625" cy="316650"/>
          </a:xfrm>
        </p:grpSpPr>
        <p:sp>
          <p:nvSpPr>
            <p:cNvPr id="10417" name="Google Shape;10417;p103"/>
            <p:cNvSpPr/>
            <p:nvPr/>
          </p:nvSpPr>
          <p:spPr>
            <a:xfrm>
              <a:off x="-57847575" y="2528075"/>
              <a:ext cx="73250" cy="29750"/>
            </a:xfrm>
            <a:custGeom>
              <a:rect b="b" l="l" r="r" t="t"/>
              <a:pathLst>
                <a:path extrusionOk="0" h="1190" w="293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8" name="Google Shape;10418;p103"/>
            <p:cNvSpPr/>
            <p:nvPr/>
          </p:nvSpPr>
          <p:spPr>
            <a:xfrm>
              <a:off x="-57857025" y="2446750"/>
              <a:ext cx="18125" cy="17350"/>
            </a:xfrm>
            <a:custGeom>
              <a:rect b="b" l="l" r="r" t="t"/>
              <a:pathLst>
                <a:path extrusionOk="0" h="694" w="725">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9" name="Google Shape;10419;p103"/>
            <p:cNvSpPr/>
            <p:nvPr/>
          </p:nvSpPr>
          <p:spPr>
            <a:xfrm>
              <a:off x="-57782200" y="2446750"/>
              <a:ext cx="18125" cy="17350"/>
            </a:xfrm>
            <a:custGeom>
              <a:rect b="b" l="l" r="r" t="t"/>
              <a:pathLst>
                <a:path extrusionOk="0" h="694" w="725">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0" name="Google Shape;10420;p103"/>
            <p:cNvSpPr/>
            <p:nvPr/>
          </p:nvSpPr>
          <p:spPr>
            <a:xfrm>
              <a:off x="-57950750" y="2296300"/>
              <a:ext cx="279625" cy="316650"/>
            </a:xfrm>
            <a:custGeom>
              <a:rect b="b" l="l" r="r" t="t"/>
              <a:pathLst>
                <a:path extrusionOk="0" h="12666" w="11185">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21" name="Google Shape;10421;p103"/>
          <p:cNvGrpSpPr/>
          <p:nvPr/>
        </p:nvGrpSpPr>
        <p:grpSpPr>
          <a:xfrm>
            <a:off x="4858214" y="2232094"/>
            <a:ext cx="360863" cy="360211"/>
            <a:chOff x="-57969675" y="2687750"/>
            <a:chExt cx="318025" cy="317450"/>
          </a:xfrm>
        </p:grpSpPr>
        <p:sp>
          <p:nvSpPr>
            <p:cNvPr id="10422" name="Google Shape;10422;p103"/>
            <p:cNvSpPr/>
            <p:nvPr/>
          </p:nvSpPr>
          <p:spPr>
            <a:xfrm>
              <a:off x="-57856250" y="2856300"/>
              <a:ext cx="18150" cy="17350"/>
            </a:xfrm>
            <a:custGeom>
              <a:rect b="b" l="l" r="r" t="t"/>
              <a:pathLst>
                <a:path extrusionOk="0" h="694" w="726">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3" name="Google Shape;10423;p103"/>
            <p:cNvSpPr/>
            <p:nvPr/>
          </p:nvSpPr>
          <p:spPr>
            <a:xfrm>
              <a:off x="-57846000" y="2920300"/>
              <a:ext cx="72475" cy="29750"/>
            </a:xfrm>
            <a:custGeom>
              <a:rect b="b" l="l" r="r" t="t"/>
              <a:pathLst>
                <a:path extrusionOk="0" h="1190" w="2899">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4" name="Google Shape;10424;p103"/>
            <p:cNvSpPr/>
            <p:nvPr/>
          </p:nvSpPr>
          <p:spPr>
            <a:xfrm>
              <a:off x="-57969675" y="2687750"/>
              <a:ext cx="318025" cy="317450"/>
            </a:xfrm>
            <a:custGeom>
              <a:rect b="b" l="l" r="r" t="t"/>
              <a:pathLst>
                <a:path extrusionOk="0" h="12698" w="12721">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5" name="Google Shape;10425;p103"/>
            <p:cNvSpPr/>
            <p:nvPr/>
          </p:nvSpPr>
          <p:spPr>
            <a:xfrm>
              <a:off x="-57838125" y="2724975"/>
              <a:ext cx="56725" cy="55550"/>
            </a:xfrm>
            <a:custGeom>
              <a:rect b="b" l="l" r="r" t="t"/>
              <a:pathLst>
                <a:path extrusionOk="0" h="2222" w="2269">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26" name="Google Shape;10426;p103"/>
          <p:cNvGrpSpPr/>
          <p:nvPr/>
        </p:nvGrpSpPr>
        <p:grpSpPr>
          <a:xfrm>
            <a:off x="7067397" y="1304461"/>
            <a:ext cx="363785" cy="361090"/>
            <a:chOff x="-56012425" y="1903275"/>
            <a:chExt cx="320600" cy="318225"/>
          </a:xfrm>
        </p:grpSpPr>
        <p:sp>
          <p:nvSpPr>
            <p:cNvPr id="10427" name="Google Shape;10427;p103"/>
            <p:cNvSpPr/>
            <p:nvPr/>
          </p:nvSpPr>
          <p:spPr>
            <a:xfrm>
              <a:off x="-55897425" y="2015125"/>
              <a:ext cx="17350" cy="18150"/>
            </a:xfrm>
            <a:custGeom>
              <a:rect b="b" l="l" r="r" t="t"/>
              <a:pathLst>
                <a:path extrusionOk="0" h="726" w="694">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8" name="Google Shape;10428;p103"/>
            <p:cNvSpPr/>
            <p:nvPr/>
          </p:nvSpPr>
          <p:spPr>
            <a:xfrm>
              <a:off x="-56012425" y="1903275"/>
              <a:ext cx="320600" cy="318225"/>
            </a:xfrm>
            <a:custGeom>
              <a:rect b="b" l="l" r="r" t="t"/>
              <a:pathLst>
                <a:path extrusionOk="0" h="12729" w="12824">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29" name="Google Shape;10429;p103"/>
          <p:cNvGrpSpPr/>
          <p:nvPr/>
        </p:nvGrpSpPr>
        <p:grpSpPr>
          <a:xfrm>
            <a:off x="7068290" y="1778631"/>
            <a:ext cx="361998" cy="361998"/>
            <a:chOff x="-56010850" y="2294725"/>
            <a:chExt cx="319025" cy="319025"/>
          </a:xfrm>
        </p:grpSpPr>
        <p:sp>
          <p:nvSpPr>
            <p:cNvPr id="10430" name="Google Shape;10430;p103"/>
            <p:cNvSpPr/>
            <p:nvPr/>
          </p:nvSpPr>
          <p:spPr>
            <a:xfrm>
              <a:off x="-55906875" y="2527275"/>
              <a:ext cx="73275" cy="29750"/>
            </a:xfrm>
            <a:custGeom>
              <a:rect b="b" l="l" r="r" t="t"/>
              <a:pathLst>
                <a:path extrusionOk="0" h="1190" w="2931">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1" name="Google Shape;10431;p103"/>
            <p:cNvSpPr/>
            <p:nvPr/>
          </p:nvSpPr>
          <p:spPr>
            <a:xfrm>
              <a:off x="-55916325" y="2463275"/>
              <a:ext cx="17350" cy="17350"/>
            </a:xfrm>
            <a:custGeom>
              <a:rect b="b" l="l" r="r" t="t"/>
              <a:pathLst>
                <a:path extrusionOk="0" h="694" w="694">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2" name="Google Shape;10432;p103"/>
            <p:cNvSpPr/>
            <p:nvPr/>
          </p:nvSpPr>
          <p:spPr>
            <a:xfrm>
              <a:off x="-55842300" y="2463275"/>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3" name="Google Shape;10433;p103"/>
            <p:cNvSpPr/>
            <p:nvPr/>
          </p:nvSpPr>
          <p:spPr>
            <a:xfrm>
              <a:off x="-56010850" y="2294725"/>
              <a:ext cx="319025" cy="319025"/>
            </a:xfrm>
            <a:custGeom>
              <a:rect b="b" l="l" r="r" t="t"/>
              <a:pathLst>
                <a:path extrusionOk="0" h="12761" w="12761">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34" name="Google Shape;10434;p103"/>
          <p:cNvGrpSpPr/>
          <p:nvPr/>
        </p:nvGrpSpPr>
        <p:grpSpPr>
          <a:xfrm>
            <a:off x="7068305" y="2231215"/>
            <a:ext cx="361969" cy="361090"/>
            <a:chOff x="-56010050" y="2686975"/>
            <a:chExt cx="319000" cy="318225"/>
          </a:xfrm>
        </p:grpSpPr>
        <p:sp>
          <p:nvSpPr>
            <p:cNvPr id="10435" name="Google Shape;10435;p103"/>
            <p:cNvSpPr/>
            <p:nvPr/>
          </p:nvSpPr>
          <p:spPr>
            <a:xfrm>
              <a:off x="-55887975" y="2917925"/>
              <a:ext cx="72475" cy="29775"/>
            </a:xfrm>
            <a:custGeom>
              <a:rect b="b" l="l" r="r" t="t"/>
              <a:pathLst>
                <a:path extrusionOk="0" h="1191" w="2899">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6" name="Google Shape;10436;p103"/>
            <p:cNvSpPr/>
            <p:nvPr/>
          </p:nvSpPr>
          <p:spPr>
            <a:xfrm>
              <a:off x="-55897425" y="2854725"/>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7" name="Google Shape;10437;p103"/>
            <p:cNvSpPr/>
            <p:nvPr/>
          </p:nvSpPr>
          <p:spPr>
            <a:xfrm>
              <a:off x="-55822600" y="2854725"/>
              <a:ext cx="17350" cy="18150"/>
            </a:xfrm>
            <a:custGeom>
              <a:rect b="b" l="l" r="r" t="t"/>
              <a:pathLst>
                <a:path extrusionOk="0" h="726" w="694">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8" name="Google Shape;10438;p103"/>
            <p:cNvSpPr/>
            <p:nvPr/>
          </p:nvSpPr>
          <p:spPr>
            <a:xfrm>
              <a:off x="-56010050" y="2686975"/>
              <a:ext cx="319000" cy="318225"/>
            </a:xfrm>
            <a:custGeom>
              <a:rect b="b" l="l" r="r" t="t"/>
              <a:pathLst>
                <a:path extrusionOk="0" h="12729" w="1276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39" name="Google Shape;10439;p103"/>
          <p:cNvGrpSpPr/>
          <p:nvPr/>
        </p:nvGrpSpPr>
        <p:grpSpPr>
          <a:xfrm>
            <a:off x="5753801" y="2684124"/>
            <a:ext cx="361998" cy="361090"/>
            <a:chOff x="-54081175" y="1903275"/>
            <a:chExt cx="319025" cy="318225"/>
          </a:xfrm>
        </p:grpSpPr>
        <p:sp>
          <p:nvSpPr>
            <p:cNvPr id="10440" name="Google Shape;10440;p103"/>
            <p:cNvSpPr/>
            <p:nvPr/>
          </p:nvSpPr>
          <p:spPr>
            <a:xfrm>
              <a:off x="-53959075" y="2135825"/>
              <a:ext cx="72475" cy="28975"/>
            </a:xfrm>
            <a:custGeom>
              <a:rect b="b" l="l" r="r" t="t"/>
              <a:pathLst>
                <a:path extrusionOk="0" h="1159" w="2899">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1" name="Google Shape;10441;p103"/>
            <p:cNvSpPr/>
            <p:nvPr/>
          </p:nvSpPr>
          <p:spPr>
            <a:xfrm>
              <a:off x="-54081175" y="1903275"/>
              <a:ext cx="319025" cy="318225"/>
            </a:xfrm>
            <a:custGeom>
              <a:rect b="b" l="l" r="r" t="t"/>
              <a:pathLst>
                <a:path extrusionOk="0" h="12729" w="12761">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42" name="Google Shape;10442;p103"/>
          <p:cNvGrpSpPr/>
          <p:nvPr/>
        </p:nvGrpSpPr>
        <p:grpSpPr>
          <a:xfrm>
            <a:off x="5776154" y="3137587"/>
            <a:ext cx="317290" cy="360211"/>
            <a:chOff x="-54063050" y="2296300"/>
            <a:chExt cx="279625" cy="317450"/>
          </a:xfrm>
        </p:grpSpPr>
        <p:sp>
          <p:nvSpPr>
            <p:cNvPr id="10443" name="Google Shape;10443;p103"/>
            <p:cNvSpPr/>
            <p:nvPr/>
          </p:nvSpPr>
          <p:spPr>
            <a:xfrm>
              <a:off x="-53959075" y="2527275"/>
              <a:ext cx="72475" cy="29750"/>
            </a:xfrm>
            <a:custGeom>
              <a:rect b="b" l="l" r="r" t="t"/>
              <a:pathLst>
                <a:path extrusionOk="0" h="1190" w="2899">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4" name="Google Shape;10444;p103"/>
            <p:cNvSpPr/>
            <p:nvPr/>
          </p:nvSpPr>
          <p:spPr>
            <a:xfrm>
              <a:off x="-53969325" y="2482975"/>
              <a:ext cx="18150" cy="17350"/>
            </a:xfrm>
            <a:custGeom>
              <a:rect b="b" l="l" r="r" t="t"/>
              <a:pathLst>
                <a:path extrusionOk="0" h="694" w="726">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5" name="Google Shape;10445;p103"/>
            <p:cNvSpPr/>
            <p:nvPr/>
          </p:nvSpPr>
          <p:spPr>
            <a:xfrm>
              <a:off x="-53894500" y="2482975"/>
              <a:ext cx="18125" cy="17350"/>
            </a:xfrm>
            <a:custGeom>
              <a:rect b="b" l="l" r="r" t="t"/>
              <a:pathLst>
                <a:path extrusionOk="0" h="694" w="725">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6" name="Google Shape;10446;p103"/>
            <p:cNvSpPr/>
            <p:nvPr/>
          </p:nvSpPr>
          <p:spPr>
            <a:xfrm>
              <a:off x="-54063050" y="2296300"/>
              <a:ext cx="279625" cy="317450"/>
            </a:xfrm>
            <a:custGeom>
              <a:rect b="b" l="l" r="r" t="t"/>
              <a:pathLst>
                <a:path extrusionOk="0" h="12698" w="11185">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47" name="Google Shape;10447;p103"/>
          <p:cNvGrpSpPr/>
          <p:nvPr/>
        </p:nvGrpSpPr>
        <p:grpSpPr>
          <a:xfrm>
            <a:off x="5776154" y="3601649"/>
            <a:ext cx="317290" cy="361033"/>
            <a:chOff x="-54061475" y="2685450"/>
            <a:chExt cx="279625" cy="318175"/>
          </a:xfrm>
        </p:grpSpPr>
        <p:sp>
          <p:nvSpPr>
            <p:cNvPr id="10448" name="Google Shape;10448;p103"/>
            <p:cNvSpPr/>
            <p:nvPr/>
          </p:nvSpPr>
          <p:spPr>
            <a:xfrm>
              <a:off x="-53959075" y="2919525"/>
              <a:ext cx="72475" cy="28950"/>
            </a:xfrm>
            <a:custGeom>
              <a:rect b="b" l="l" r="r" t="t"/>
              <a:pathLst>
                <a:path extrusionOk="0" h="1158" w="2899">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9" name="Google Shape;10449;p103"/>
            <p:cNvSpPr/>
            <p:nvPr/>
          </p:nvSpPr>
          <p:spPr>
            <a:xfrm>
              <a:off x="-53969325" y="2854725"/>
              <a:ext cx="18150" cy="18150"/>
            </a:xfrm>
            <a:custGeom>
              <a:rect b="b" l="l" r="r" t="t"/>
              <a:pathLst>
                <a:path extrusionOk="0" h="726" w="726">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0" name="Google Shape;10450;p103"/>
            <p:cNvSpPr/>
            <p:nvPr/>
          </p:nvSpPr>
          <p:spPr>
            <a:xfrm>
              <a:off x="-53894500" y="2854725"/>
              <a:ext cx="18125" cy="18150"/>
            </a:xfrm>
            <a:custGeom>
              <a:rect b="b" l="l" r="r" t="t"/>
              <a:pathLst>
                <a:path extrusionOk="0" h="726" w="725">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1" name="Google Shape;10451;p103"/>
            <p:cNvSpPr/>
            <p:nvPr/>
          </p:nvSpPr>
          <p:spPr>
            <a:xfrm>
              <a:off x="-54061475" y="2685450"/>
              <a:ext cx="279625" cy="318175"/>
            </a:xfrm>
            <a:custGeom>
              <a:rect b="b" l="l" r="r" t="t"/>
              <a:pathLst>
                <a:path extrusionOk="0" h="12727" w="11185">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52" name="Google Shape;10452;p103"/>
          <p:cNvGrpSpPr/>
          <p:nvPr/>
        </p:nvGrpSpPr>
        <p:grpSpPr>
          <a:xfrm>
            <a:off x="8029690" y="2693967"/>
            <a:ext cx="275278" cy="361969"/>
            <a:chOff x="-52074300" y="1911950"/>
            <a:chExt cx="242600" cy="319000"/>
          </a:xfrm>
        </p:grpSpPr>
        <p:sp>
          <p:nvSpPr>
            <p:cNvPr id="10453" name="Google Shape;10453;p103"/>
            <p:cNvSpPr/>
            <p:nvPr/>
          </p:nvSpPr>
          <p:spPr>
            <a:xfrm>
              <a:off x="-51989225" y="2125600"/>
              <a:ext cx="72475" cy="29750"/>
            </a:xfrm>
            <a:custGeom>
              <a:rect b="b" l="l" r="r" t="t"/>
              <a:pathLst>
                <a:path extrusionOk="0" h="1190" w="2899">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4" name="Google Shape;10454;p103"/>
            <p:cNvSpPr/>
            <p:nvPr/>
          </p:nvSpPr>
          <p:spPr>
            <a:xfrm>
              <a:off x="-51998675" y="2062375"/>
              <a:ext cx="17325" cy="18150"/>
            </a:xfrm>
            <a:custGeom>
              <a:rect b="b" l="l" r="r" t="t"/>
              <a:pathLst>
                <a:path extrusionOk="0" h="726" w="693">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5" name="Google Shape;10455;p103"/>
            <p:cNvSpPr/>
            <p:nvPr/>
          </p:nvSpPr>
          <p:spPr>
            <a:xfrm>
              <a:off x="-51925450" y="2062375"/>
              <a:ext cx="18150" cy="18150"/>
            </a:xfrm>
            <a:custGeom>
              <a:rect b="b" l="l" r="r" t="t"/>
              <a:pathLst>
                <a:path extrusionOk="0" h="726" w="726">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6" name="Google Shape;10456;p103"/>
            <p:cNvSpPr/>
            <p:nvPr/>
          </p:nvSpPr>
          <p:spPr>
            <a:xfrm>
              <a:off x="-52074300" y="1911950"/>
              <a:ext cx="242600" cy="319000"/>
            </a:xfrm>
            <a:custGeom>
              <a:rect b="b" l="l" r="r" t="t"/>
              <a:pathLst>
                <a:path extrusionOk="0" h="12760" w="9704">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57" name="Google Shape;10457;p103"/>
          <p:cNvGrpSpPr/>
          <p:nvPr/>
        </p:nvGrpSpPr>
        <p:grpSpPr>
          <a:xfrm>
            <a:off x="5287689" y="1305369"/>
            <a:ext cx="361998" cy="361090"/>
            <a:chOff x="-57578225" y="1904075"/>
            <a:chExt cx="319025" cy="318225"/>
          </a:xfrm>
        </p:grpSpPr>
        <p:sp>
          <p:nvSpPr>
            <p:cNvPr id="10458" name="Google Shape;10458;p103"/>
            <p:cNvSpPr/>
            <p:nvPr/>
          </p:nvSpPr>
          <p:spPr>
            <a:xfrm>
              <a:off x="-57578225" y="1904075"/>
              <a:ext cx="319025" cy="318225"/>
            </a:xfrm>
            <a:custGeom>
              <a:rect b="b" l="l" r="r" t="t"/>
              <a:pathLst>
                <a:path extrusionOk="0" h="12729" w="12761">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9" name="Google Shape;10459;p103"/>
            <p:cNvSpPr/>
            <p:nvPr/>
          </p:nvSpPr>
          <p:spPr>
            <a:xfrm>
              <a:off x="-57446675" y="2073400"/>
              <a:ext cx="18125" cy="18150"/>
            </a:xfrm>
            <a:custGeom>
              <a:rect b="b" l="l" r="r" t="t"/>
              <a:pathLst>
                <a:path extrusionOk="0" h="726" w="725">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0" name="Google Shape;10460;p103"/>
            <p:cNvSpPr/>
            <p:nvPr/>
          </p:nvSpPr>
          <p:spPr>
            <a:xfrm>
              <a:off x="-57371850" y="2073400"/>
              <a:ext cx="18125" cy="18150"/>
            </a:xfrm>
            <a:custGeom>
              <a:rect b="b" l="l" r="r" t="t"/>
              <a:pathLst>
                <a:path extrusionOk="0" h="726" w="725">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1" name="Google Shape;10461;p103"/>
            <p:cNvSpPr/>
            <p:nvPr/>
          </p:nvSpPr>
          <p:spPr>
            <a:xfrm>
              <a:off x="-57436450" y="2136625"/>
              <a:ext cx="72500" cy="29750"/>
            </a:xfrm>
            <a:custGeom>
              <a:rect b="b" l="l" r="r" t="t"/>
              <a:pathLst>
                <a:path extrusionOk="0" h="1190" w="290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62" name="Google Shape;10462;p103"/>
          <p:cNvGrpSpPr/>
          <p:nvPr/>
        </p:nvGrpSpPr>
        <p:grpSpPr>
          <a:xfrm>
            <a:off x="5310042" y="1778631"/>
            <a:ext cx="317290" cy="361090"/>
            <a:chOff x="-57558525" y="2294725"/>
            <a:chExt cx="279625" cy="318225"/>
          </a:xfrm>
        </p:grpSpPr>
        <p:sp>
          <p:nvSpPr>
            <p:cNvPr id="10463" name="Google Shape;10463;p103"/>
            <p:cNvSpPr/>
            <p:nvPr/>
          </p:nvSpPr>
          <p:spPr>
            <a:xfrm>
              <a:off x="-57455350" y="2498925"/>
              <a:ext cx="72475" cy="29750"/>
            </a:xfrm>
            <a:custGeom>
              <a:rect b="b" l="l" r="r" t="t"/>
              <a:pathLst>
                <a:path extrusionOk="0" h="1190" w="2899">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4" name="Google Shape;10464;p103"/>
            <p:cNvSpPr/>
            <p:nvPr/>
          </p:nvSpPr>
          <p:spPr>
            <a:xfrm>
              <a:off x="-57465575" y="2427050"/>
              <a:ext cx="18125" cy="17350"/>
            </a:xfrm>
            <a:custGeom>
              <a:rect b="b" l="l" r="r" t="t"/>
              <a:pathLst>
                <a:path extrusionOk="0" h="694" w="725">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5" name="Google Shape;10465;p103"/>
            <p:cNvSpPr/>
            <p:nvPr/>
          </p:nvSpPr>
          <p:spPr>
            <a:xfrm>
              <a:off x="-57389975" y="2427050"/>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6" name="Google Shape;10466;p103"/>
            <p:cNvSpPr/>
            <p:nvPr/>
          </p:nvSpPr>
          <p:spPr>
            <a:xfrm>
              <a:off x="-57558525" y="2294725"/>
              <a:ext cx="279625" cy="318225"/>
            </a:xfrm>
            <a:custGeom>
              <a:rect b="b" l="l" r="r" t="t"/>
              <a:pathLst>
                <a:path extrusionOk="0" h="12729" w="11185">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7" name="Google Shape;10467;p103"/>
            <p:cNvSpPr/>
            <p:nvPr/>
          </p:nvSpPr>
          <p:spPr>
            <a:xfrm>
              <a:off x="-57521500" y="2332550"/>
              <a:ext cx="204800" cy="241825"/>
            </a:xfrm>
            <a:custGeom>
              <a:rect b="b" l="l" r="r" t="t"/>
              <a:pathLst>
                <a:path extrusionOk="0" h="9673" w="8192">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68" name="Google Shape;10468;p103"/>
          <p:cNvGrpSpPr/>
          <p:nvPr/>
        </p:nvGrpSpPr>
        <p:grpSpPr>
          <a:xfrm>
            <a:off x="5285901" y="2231215"/>
            <a:ext cx="365572" cy="361969"/>
            <a:chOff x="-57579800" y="2686975"/>
            <a:chExt cx="322175" cy="319000"/>
          </a:xfrm>
        </p:grpSpPr>
        <p:sp>
          <p:nvSpPr>
            <p:cNvPr id="10469" name="Google Shape;10469;p103"/>
            <p:cNvSpPr/>
            <p:nvPr/>
          </p:nvSpPr>
          <p:spPr>
            <a:xfrm>
              <a:off x="-57455350" y="2920300"/>
              <a:ext cx="72475" cy="29750"/>
            </a:xfrm>
            <a:custGeom>
              <a:rect b="b" l="l" r="r" t="t"/>
              <a:pathLst>
                <a:path extrusionOk="0" h="1190" w="2899">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0" name="Google Shape;10470;p103"/>
            <p:cNvSpPr/>
            <p:nvPr/>
          </p:nvSpPr>
          <p:spPr>
            <a:xfrm>
              <a:off x="-57579800" y="2686975"/>
              <a:ext cx="322175" cy="319000"/>
            </a:xfrm>
            <a:custGeom>
              <a:rect b="b" l="l" r="r" t="t"/>
              <a:pathLst>
                <a:path extrusionOk="0" h="12760" w="12887">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71" name="Google Shape;10471;p103"/>
          <p:cNvGrpSpPr/>
          <p:nvPr/>
        </p:nvGrpSpPr>
        <p:grpSpPr>
          <a:xfrm>
            <a:off x="7510682" y="1778631"/>
            <a:ext cx="367359" cy="361090"/>
            <a:chOff x="-55620975" y="2294725"/>
            <a:chExt cx="323750" cy="318225"/>
          </a:xfrm>
        </p:grpSpPr>
        <p:sp>
          <p:nvSpPr>
            <p:cNvPr id="10472" name="Google Shape;10472;p103"/>
            <p:cNvSpPr/>
            <p:nvPr/>
          </p:nvSpPr>
          <p:spPr>
            <a:xfrm>
              <a:off x="-55496525" y="2527275"/>
              <a:ext cx="73275" cy="29750"/>
            </a:xfrm>
            <a:custGeom>
              <a:rect b="b" l="l" r="r" t="t"/>
              <a:pathLst>
                <a:path extrusionOk="0" h="1190" w="2931">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3" name="Google Shape;10473;p103"/>
            <p:cNvSpPr/>
            <p:nvPr/>
          </p:nvSpPr>
          <p:spPr>
            <a:xfrm>
              <a:off x="-55505975" y="2444375"/>
              <a:ext cx="17350" cy="18150"/>
            </a:xfrm>
            <a:custGeom>
              <a:rect b="b" l="l" r="r" t="t"/>
              <a:pathLst>
                <a:path extrusionOk="0" h="726" w="694">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4" name="Google Shape;10474;p103"/>
            <p:cNvSpPr/>
            <p:nvPr/>
          </p:nvSpPr>
          <p:spPr>
            <a:xfrm>
              <a:off x="-55431150" y="2444375"/>
              <a:ext cx="17350" cy="18150"/>
            </a:xfrm>
            <a:custGeom>
              <a:rect b="b" l="l" r="r" t="t"/>
              <a:pathLst>
                <a:path extrusionOk="0" h="726" w="694">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5" name="Google Shape;10475;p103"/>
            <p:cNvSpPr/>
            <p:nvPr/>
          </p:nvSpPr>
          <p:spPr>
            <a:xfrm>
              <a:off x="-55620975" y="2294725"/>
              <a:ext cx="323750" cy="318225"/>
            </a:xfrm>
            <a:custGeom>
              <a:rect b="b" l="l" r="r" t="t"/>
              <a:pathLst>
                <a:path extrusionOk="0" h="12729" w="1295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6" name="Google Shape;10476;p103"/>
            <p:cNvSpPr/>
            <p:nvPr/>
          </p:nvSpPr>
          <p:spPr>
            <a:xfrm>
              <a:off x="-55450850" y="2482375"/>
              <a:ext cx="39400" cy="38225"/>
            </a:xfrm>
            <a:custGeom>
              <a:rect b="b" l="l" r="r" t="t"/>
              <a:pathLst>
                <a:path extrusionOk="0" h="1529" w="1576">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7" name="Google Shape;10477;p103"/>
            <p:cNvSpPr/>
            <p:nvPr/>
          </p:nvSpPr>
          <p:spPr>
            <a:xfrm>
              <a:off x="-55506775" y="2482375"/>
              <a:ext cx="39400" cy="38225"/>
            </a:xfrm>
            <a:custGeom>
              <a:rect b="b" l="l" r="r" t="t"/>
              <a:pathLst>
                <a:path extrusionOk="0" h="1529" w="1576">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78" name="Google Shape;10478;p103"/>
          <p:cNvGrpSpPr/>
          <p:nvPr/>
        </p:nvGrpSpPr>
        <p:grpSpPr>
          <a:xfrm>
            <a:off x="7512923" y="2231130"/>
            <a:ext cx="362877" cy="361175"/>
            <a:chOff x="-55620175" y="2686900"/>
            <a:chExt cx="319800" cy="318300"/>
          </a:xfrm>
        </p:grpSpPr>
        <p:sp>
          <p:nvSpPr>
            <p:cNvPr id="10479" name="Google Shape;10479;p103"/>
            <p:cNvSpPr/>
            <p:nvPr/>
          </p:nvSpPr>
          <p:spPr>
            <a:xfrm>
              <a:off x="-55514650" y="2917925"/>
              <a:ext cx="72500" cy="29775"/>
            </a:xfrm>
            <a:custGeom>
              <a:rect b="b" l="l" r="r" t="t"/>
              <a:pathLst>
                <a:path extrusionOk="0" h="1191" w="290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0" name="Google Shape;10480;p103"/>
            <p:cNvSpPr/>
            <p:nvPr/>
          </p:nvSpPr>
          <p:spPr>
            <a:xfrm>
              <a:off x="-55450050" y="2854725"/>
              <a:ext cx="18125" cy="18150"/>
            </a:xfrm>
            <a:custGeom>
              <a:rect b="b" l="l" r="r" t="t"/>
              <a:pathLst>
                <a:path extrusionOk="0" h="726" w="725">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1" name="Google Shape;10481;p103"/>
            <p:cNvSpPr/>
            <p:nvPr/>
          </p:nvSpPr>
          <p:spPr>
            <a:xfrm>
              <a:off x="-55524875" y="2855525"/>
              <a:ext cx="18925" cy="17450"/>
            </a:xfrm>
            <a:custGeom>
              <a:rect b="b" l="l" r="r" t="t"/>
              <a:pathLst>
                <a:path extrusionOk="0" h="698" w="757">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2" name="Google Shape;10482;p103"/>
            <p:cNvSpPr/>
            <p:nvPr/>
          </p:nvSpPr>
          <p:spPr>
            <a:xfrm>
              <a:off x="-55620175" y="2686900"/>
              <a:ext cx="319800" cy="318300"/>
            </a:xfrm>
            <a:custGeom>
              <a:rect b="b" l="l" r="r" t="t"/>
              <a:pathLst>
                <a:path extrusionOk="0" h="12732" w="12792">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83" name="Google Shape;10483;p103"/>
          <p:cNvGrpSpPr/>
          <p:nvPr/>
        </p:nvGrpSpPr>
        <p:grpSpPr>
          <a:xfrm>
            <a:off x="6198887" y="2684124"/>
            <a:ext cx="361969" cy="361090"/>
            <a:chOff x="-53690500" y="1903275"/>
            <a:chExt cx="319000" cy="318225"/>
          </a:xfrm>
        </p:grpSpPr>
        <p:sp>
          <p:nvSpPr>
            <p:cNvPr id="10484" name="Google Shape;10484;p103"/>
            <p:cNvSpPr/>
            <p:nvPr/>
          </p:nvSpPr>
          <p:spPr>
            <a:xfrm>
              <a:off x="-53567625" y="2136625"/>
              <a:ext cx="71675" cy="29750"/>
            </a:xfrm>
            <a:custGeom>
              <a:rect b="b" l="l" r="r" t="t"/>
              <a:pathLst>
                <a:path extrusionOk="0" h="1190" w="2867">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5" name="Google Shape;10485;p103"/>
            <p:cNvSpPr/>
            <p:nvPr/>
          </p:nvSpPr>
          <p:spPr>
            <a:xfrm>
              <a:off x="-53502250" y="2072625"/>
              <a:ext cx="17325" cy="17350"/>
            </a:xfrm>
            <a:custGeom>
              <a:rect b="b" l="l" r="r" t="t"/>
              <a:pathLst>
                <a:path extrusionOk="0" h="694" w="693">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6" name="Google Shape;10486;p103"/>
            <p:cNvSpPr/>
            <p:nvPr/>
          </p:nvSpPr>
          <p:spPr>
            <a:xfrm>
              <a:off x="-53577075" y="2072625"/>
              <a:ext cx="17325" cy="17350"/>
            </a:xfrm>
            <a:custGeom>
              <a:rect b="b" l="l" r="r" t="t"/>
              <a:pathLst>
                <a:path extrusionOk="0" h="694" w="693">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7" name="Google Shape;10487;p103"/>
            <p:cNvSpPr/>
            <p:nvPr/>
          </p:nvSpPr>
          <p:spPr>
            <a:xfrm>
              <a:off x="-53690500" y="1903275"/>
              <a:ext cx="319000" cy="318225"/>
            </a:xfrm>
            <a:custGeom>
              <a:rect b="b" l="l" r="r" t="t"/>
              <a:pathLst>
                <a:path extrusionOk="0" h="12729" w="1276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88" name="Google Shape;10488;p103"/>
          <p:cNvGrpSpPr/>
          <p:nvPr/>
        </p:nvGrpSpPr>
        <p:grpSpPr>
          <a:xfrm>
            <a:off x="6221226" y="3137587"/>
            <a:ext cx="317290" cy="359303"/>
            <a:chOff x="-53670800" y="2296300"/>
            <a:chExt cx="279625" cy="316650"/>
          </a:xfrm>
        </p:grpSpPr>
        <p:sp>
          <p:nvSpPr>
            <p:cNvPr id="10489" name="Google Shape;10489;p103"/>
            <p:cNvSpPr/>
            <p:nvPr/>
          </p:nvSpPr>
          <p:spPr>
            <a:xfrm>
              <a:off x="-53567625" y="2527275"/>
              <a:ext cx="73250" cy="29750"/>
            </a:xfrm>
            <a:custGeom>
              <a:rect b="b" l="l" r="r" t="t"/>
              <a:pathLst>
                <a:path extrusionOk="0" h="1190" w="293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0" name="Google Shape;10490;p103"/>
            <p:cNvSpPr/>
            <p:nvPr/>
          </p:nvSpPr>
          <p:spPr>
            <a:xfrm>
              <a:off x="-53502250" y="2463275"/>
              <a:ext cx="17325" cy="17350"/>
            </a:xfrm>
            <a:custGeom>
              <a:rect b="b" l="l" r="r" t="t"/>
              <a:pathLst>
                <a:path extrusionOk="0" h="694" w="693">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1" name="Google Shape;10491;p103"/>
            <p:cNvSpPr/>
            <p:nvPr/>
          </p:nvSpPr>
          <p:spPr>
            <a:xfrm>
              <a:off x="-53577075" y="2463275"/>
              <a:ext cx="17325" cy="17350"/>
            </a:xfrm>
            <a:custGeom>
              <a:rect b="b" l="l" r="r" t="t"/>
              <a:pathLst>
                <a:path extrusionOk="0" h="694" w="693">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2" name="Google Shape;10492;p103"/>
            <p:cNvSpPr/>
            <p:nvPr/>
          </p:nvSpPr>
          <p:spPr>
            <a:xfrm>
              <a:off x="-53670800" y="2296300"/>
              <a:ext cx="279625" cy="316650"/>
            </a:xfrm>
            <a:custGeom>
              <a:rect b="b" l="l" r="r" t="t"/>
              <a:pathLst>
                <a:path extrusionOk="0" h="12666" w="11185">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93" name="Google Shape;10493;p103"/>
          <p:cNvGrpSpPr/>
          <p:nvPr/>
        </p:nvGrpSpPr>
        <p:grpSpPr>
          <a:xfrm>
            <a:off x="6198887" y="3602925"/>
            <a:ext cx="361969" cy="361544"/>
            <a:chOff x="-53690500" y="2686575"/>
            <a:chExt cx="319000" cy="318625"/>
          </a:xfrm>
        </p:grpSpPr>
        <p:sp>
          <p:nvSpPr>
            <p:cNvPr id="10494" name="Google Shape;10494;p103"/>
            <p:cNvSpPr/>
            <p:nvPr/>
          </p:nvSpPr>
          <p:spPr>
            <a:xfrm>
              <a:off x="-53567625" y="2917925"/>
              <a:ext cx="73250" cy="29775"/>
            </a:xfrm>
            <a:custGeom>
              <a:rect b="b" l="l" r="r" t="t"/>
              <a:pathLst>
                <a:path extrusionOk="0" h="1191" w="293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5" name="Google Shape;10495;p103"/>
            <p:cNvSpPr/>
            <p:nvPr/>
          </p:nvSpPr>
          <p:spPr>
            <a:xfrm>
              <a:off x="-53577075" y="2854725"/>
              <a:ext cx="17325" cy="18150"/>
            </a:xfrm>
            <a:custGeom>
              <a:rect b="b" l="l" r="r" t="t"/>
              <a:pathLst>
                <a:path extrusionOk="0" h="726" w="693">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6" name="Google Shape;10496;p103"/>
            <p:cNvSpPr/>
            <p:nvPr/>
          </p:nvSpPr>
          <p:spPr>
            <a:xfrm>
              <a:off x="-53502250" y="2854725"/>
              <a:ext cx="17325" cy="18150"/>
            </a:xfrm>
            <a:custGeom>
              <a:rect b="b" l="l" r="r" t="t"/>
              <a:pathLst>
                <a:path extrusionOk="0" h="726" w="693">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7" name="Google Shape;10497;p103"/>
            <p:cNvSpPr/>
            <p:nvPr/>
          </p:nvSpPr>
          <p:spPr>
            <a:xfrm>
              <a:off x="-53690500" y="2686575"/>
              <a:ext cx="319000" cy="318625"/>
            </a:xfrm>
            <a:custGeom>
              <a:rect b="b" l="l" r="r" t="t"/>
              <a:pathLst>
                <a:path extrusionOk="0" h="12745" w="1276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98" name="Google Shape;10498;p103"/>
          <p:cNvGrpSpPr/>
          <p:nvPr/>
        </p:nvGrpSpPr>
        <p:grpSpPr>
          <a:xfrm>
            <a:off x="8008669" y="3145785"/>
            <a:ext cx="317319" cy="360948"/>
            <a:chOff x="-52092425" y="2303525"/>
            <a:chExt cx="279650" cy="318100"/>
          </a:xfrm>
        </p:grpSpPr>
        <p:sp>
          <p:nvSpPr>
            <p:cNvPr id="10499" name="Google Shape;10499;p103"/>
            <p:cNvSpPr/>
            <p:nvPr/>
          </p:nvSpPr>
          <p:spPr>
            <a:xfrm>
              <a:off x="-51989225" y="2535950"/>
              <a:ext cx="72475" cy="29750"/>
            </a:xfrm>
            <a:custGeom>
              <a:rect b="b" l="l" r="r" t="t"/>
              <a:pathLst>
                <a:path extrusionOk="0" h="1190" w="2899">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0" name="Google Shape;10500;p103"/>
            <p:cNvSpPr/>
            <p:nvPr/>
          </p:nvSpPr>
          <p:spPr>
            <a:xfrm>
              <a:off x="-52092425" y="2303525"/>
              <a:ext cx="279650" cy="318100"/>
            </a:xfrm>
            <a:custGeom>
              <a:rect b="b" l="l" r="r" t="t"/>
              <a:pathLst>
                <a:path extrusionOk="0" h="12724" w="11186">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1" name="Google Shape;10501;p103"/>
            <p:cNvSpPr/>
            <p:nvPr/>
          </p:nvSpPr>
          <p:spPr>
            <a:xfrm>
              <a:off x="-51998675" y="2454625"/>
              <a:ext cx="17325" cy="17350"/>
            </a:xfrm>
            <a:custGeom>
              <a:rect b="b" l="l" r="r" t="t"/>
              <a:pathLst>
                <a:path extrusionOk="0" h="694" w="693">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2" name="Google Shape;10502;p103"/>
            <p:cNvSpPr/>
            <p:nvPr/>
          </p:nvSpPr>
          <p:spPr>
            <a:xfrm>
              <a:off x="-51925450" y="2454625"/>
              <a:ext cx="18150" cy="17350"/>
            </a:xfrm>
            <a:custGeom>
              <a:rect b="b" l="l" r="r" t="t"/>
              <a:pathLst>
                <a:path extrusionOk="0" h="694" w="726">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3" name="Google Shape;10503;p103"/>
            <p:cNvSpPr/>
            <p:nvPr/>
          </p:nvSpPr>
          <p:spPr>
            <a:xfrm>
              <a:off x="-51981350" y="2472725"/>
              <a:ext cx="55925" cy="55950"/>
            </a:xfrm>
            <a:custGeom>
              <a:rect b="b" l="l" r="r" t="t"/>
              <a:pathLst>
                <a:path extrusionOk="0" h="2238" w="2237">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04" name="Google Shape;10504;p103"/>
          <p:cNvGrpSpPr/>
          <p:nvPr/>
        </p:nvGrpSpPr>
        <p:grpSpPr>
          <a:xfrm>
            <a:off x="5727728" y="1306249"/>
            <a:ext cx="363756" cy="361090"/>
            <a:chOff x="-57189125" y="1904850"/>
            <a:chExt cx="320575" cy="318225"/>
          </a:xfrm>
        </p:grpSpPr>
        <p:sp>
          <p:nvSpPr>
            <p:cNvPr id="10505" name="Google Shape;10505;p103"/>
            <p:cNvSpPr/>
            <p:nvPr/>
          </p:nvSpPr>
          <p:spPr>
            <a:xfrm>
              <a:off x="-57073350" y="2072625"/>
              <a:ext cx="18125" cy="17350"/>
            </a:xfrm>
            <a:custGeom>
              <a:rect b="b" l="l" r="r" t="t"/>
              <a:pathLst>
                <a:path extrusionOk="0" h="694" w="725">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6" name="Google Shape;10506;p103"/>
            <p:cNvSpPr/>
            <p:nvPr/>
          </p:nvSpPr>
          <p:spPr>
            <a:xfrm>
              <a:off x="-56998525" y="2072625"/>
              <a:ext cx="17350" cy="17350"/>
            </a:xfrm>
            <a:custGeom>
              <a:rect b="b" l="l" r="r" t="t"/>
              <a:pathLst>
                <a:path extrusionOk="0" h="694" w="694">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7" name="Google Shape;10507;p103"/>
            <p:cNvSpPr/>
            <p:nvPr/>
          </p:nvSpPr>
          <p:spPr>
            <a:xfrm>
              <a:off x="-57035550" y="2007250"/>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8" name="Google Shape;10508;p103"/>
            <p:cNvSpPr/>
            <p:nvPr/>
          </p:nvSpPr>
          <p:spPr>
            <a:xfrm>
              <a:off x="-57063900" y="2135825"/>
              <a:ext cx="73275" cy="28975"/>
            </a:xfrm>
            <a:custGeom>
              <a:rect b="b" l="l" r="r" t="t"/>
              <a:pathLst>
                <a:path extrusionOk="0" h="1159" w="2931">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9" name="Google Shape;10509;p103"/>
            <p:cNvSpPr/>
            <p:nvPr/>
          </p:nvSpPr>
          <p:spPr>
            <a:xfrm>
              <a:off x="-57189125" y="1904850"/>
              <a:ext cx="320575" cy="318225"/>
            </a:xfrm>
            <a:custGeom>
              <a:rect b="b" l="l" r="r" t="t"/>
              <a:pathLst>
                <a:path extrusionOk="0" h="12729" w="12823">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10" name="Google Shape;10510;p103"/>
          <p:cNvGrpSpPr/>
          <p:nvPr/>
        </p:nvGrpSpPr>
        <p:grpSpPr>
          <a:xfrm>
            <a:off x="5728621" y="1800985"/>
            <a:ext cx="361969" cy="316411"/>
            <a:chOff x="-57187550" y="2314425"/>
            <a:chExt cx="319000" cy="278850"/>
          </a:xfrm>
        </p:grpSpPr>
        <p:sp>
          <p:nvSpPr>
            <p:cNvPr id="10511" name="Google Shape;10511;p103"/>
            <p:cNvSpPr/>
            <p:nvPr/>
          </p:nvSpPr>
          <p:spPr>
            <a:xfrm>
              <a:off x="-57073350" y="2445950"/>
              <a:ext cx="18125" cy="17350"/>
            </a:xfrm>
            <a:custGeom>
              <a:rect b="b" l="l" r="r" t="t"/>
              <a:pathLst>
                <a:path extrusionOk="0" h="694" w="725">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2" name="Google Shape;10512;p103"/>
            <p:cNvSpPr/>
            <p:nvPr/>
          </p:nvSpPr>
          <p:spPr>
            <a:xfrm>
              <a:off x="-56998525" y="2445175"/>
              <a:ext cx="17350" cy="18125"/>
            </a:xfrm>
            <a:custGeom>
              <a:rect b="b" l="l" r="r" t="t"/>
              <a:pathLst>
                <a:path extrusionOk="0" h="725" w="694">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3" name="Google Shape;10513;p103"/>
            <p:cNvSpPr/>
            <p:nvPr/>
          </p:nvSpPr>
          <p:spPr>
            <a:xfrm>
              <a:off x="-57063900" y="2508375"/>
              <a:ext cx="73275" cy="29750"/>
            </a:xfrm>
            <a:custGeom>
              <a:rect b="b" l="l" r="r" t="t"/>
              <a:pathLst>
                <a:path extrusionOk="0" h="1190" w="2931">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4" name="Google Shape;10514;p103"/>
            <p:cNvSpPr/>
            <p:nvPr/>
          </p:nvSpPr>
          <p:spPr>
            <a:xfrm>
              <a:off x="-57187550" y="2314425"/>
              <a:ext cx="319000" cy="278850"/>
            </a:xfrm>
            <a:custGeom>
              <a:rect b="b" l="l" r="r" t="t"/>
              <a:pathLst>
                <a:path extrusionOk="0" h="11154" w="1276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15" name="Google Shape;10515;p103"/>
          <p:cNvGrpSpPr/>
          <p:nvPr/>
        </p:nvGrpSpPr>
        <p:grpSpPr>
          <a:xfrm>
            <a:off x="5745585" y="2230534"/>
            <a:ext cx="328042" cy="361771"/>
            <a:chOff x="-57172600" y="2686375"/>
            <a:chExt cx="289100" cy="318825"/>
          </a:xfrm>
        </p:grpSpPr>
        <p:sp>
          <p:nvSpPr>
            <p:cNvPr id="10516" name="Google Shape;10516;p103"/>
            <p:cNvSpPr/>
            <p:nvPr/>
          </p:nvSpPr>
          <p:spPr>
            <a:xfrm>
              <a:off x="-57063900" y="2937625"/>
              <a:ext cx="73275" cy="29750"/>
            </a:xfrm>
            <a:custGeom>
              <a:rect b="b" l="l" r="r" t="t"/>
              <a:pathLst>
                <a:path extrusionOk="0" h="1190" w="2931">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7" name="Google Shape;10517;p103"/>
            <p:cNvSpPr/>
            <p:nvPr/>
          </p:nvSpPr>
          <p:spPr>
            <a:xfrm>
              <a:off x="-57172600" y="2686375"/>
              <a:ext cx="289100" cy="318825"/>
            </a:xfrm>
            <a:custGeom>
              <a:rect b="b" l="l" r="r" t="t"/>
              <a:pathLst>
                <a:path extrusionOk="0" h="12753" w="11564">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18" name="Google Shape;10518;p103"/>
          <p:cNvGrpSpPr/>
          <p:nvPr/>
        </p:nvGrpSpPr>
        <p:grpSpPr>
          <a:xfrm>
            <a:off x="7958434" y="1304461"/>
            <a:ext cx="361090" cy="359303"/>
            <a:chOff x="-55225575" y="1903275"/>
            <a:chExt cx="318225" cy="316650"/>
          </a:xfrm>
        </p:grpSpPr>
        <p:sp>
          <p:nvSpPr>
            <p:cNvPr id="10519" name="Google Shape;10519;p103"/>
            <p:cNvSpPr/>
            <p:nvPr/>
          </p:nvSpPr>
          <p:spPr>
            <a:xfrm>
              <a:off x="-55104275" y="2116925"/>
              <a:ext cx="72475" cy="29750"/>
            </a:xfrm>
            <a:custGeom>
              <a:rect b="b" l="l" r="r" t="t"/>
              <a:pathLst>
                <a:path extrusionOk="0" h="1190" w="2899">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0" name="Google Shape;10520;p103"/>
            <p:cNvSpPr/>
            <p:nvPr/>
          </p:nvSpPr>
          <p:spPr>
            <a:xfrm>
              <a:off x="-55113750" y="2053725"/>
              <a:ext cx="17350" cy="18125"/>
            </a:xfrm>
            <a:custGeom>
              <a:rect b="b" l="l" r="r" t="t"/>
              <a:pathLst>
                <a:path extrusionOk="0" h="725" w="694">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1" name="Google Shape;10521;p103"/>
            <p:cNvSpPr/>
            <p:nvPr/>
          </p:nvSpPr>
          <p:spPr>
            <a:xfrm>
              <a:off x="-55039700" y="2053725"/>
              <a:ext cx="18125" cy="18125"/>
            </a:xfrm>
            <a:custGeom>
              <a:rect b="b" l="l" r="r" t="t"/>
              <a:pathLst>
                <a:path extrusionOk="0" h="725" w="725">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2" name="Google Shape;10522;p103"/>
            <p:cNvSpPr/>
            <p:nvPr/>
          </p:nvSpPr>
          <p:spPr>
            <a:xfrm>
              <a:off x="-55225575" y="1903275"/>
              <a:ext cx="318225" cy="316650"/>
            </a:xfrm>
            <a:custGeom>
              <a:rect b="b" l="l" r="r" t="t"/>
              <a:pathLst>
                <a:path extrusionOk="0" h="12666" w="12729">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3" name="Google Shape;10523;p103"/>
            <p:cNvSpPr/>
            <p:nvPr/>
          </p:nvSpPr>
          <p:spPr>
            <a:xfrm>
              <a:off x="-55170450" y="1959200"/>
              <a:ext cx="204800" cy="225300"/>
            </a:xfrm>
            <a:custGeom>
              <a:rect b="b" l="l" r="r" t="t"/>
              <a:pathLst>
                <a:path extrusionOk="0" h="9012" w="8192">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24" name="Google Shape;10524;p103"/>
          <p:cNvGrpSpPr/>
          <p:nvPr/>
        </p:nvGrpSpPr>
        <p:grpSpPr>
          <a:xfrm>
            <a:off x="7969611" y="1780418"/>
            <a:ext cx="338736" cy="359303"/>
            <a:chOff x="-55217700" y="2296300"/>
            <a:chExt cx="298525" cy="316650"/>
          </a:xfrm>
        </p:grpSpPr>
        <p:sp>
          <p:nvSpPr>
            <p:cNvPr id="10525" name="Google Shape;10525;p103"/>
            <p:cNvSpPr/>
            <p:nvPr/>
          </p:nvSpPr>
          <p:spPr>
            <a:xfrm>
              <a:off x="-55105075" y="2426275"/>
              <a:ext cx="17350" cy="17350"/>
            </a:xfrm>
            <a:custGeom>
              <a:rect b="b" l="l" r="r" t="t"/>
              <a:pathLst>
                <a:path extrusionOk="0" h="694" w="694">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6" name="Google Shape;10526;p103"/>
            <p:cNvSpPr/>
            <p:nvPr/>
          </p:nvSpPr>
          <p:spPr>
            <a:xfrm>
              <a:off x="-55030250" y="2426275"/>
              <a:ext cx="17350" cy="17350"/>
            </a:xfrm>
            <a:custGeom>
              <a:rect b="b" l="l" r="r" t="t"/>
              <a:pathLst>
                <a:path extrusionOk="0" h="694" w="694">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7" name="Google Shape;10527;p103"/>
            <p:cNvSpPr/>
            <p:nvPr/>
          </p:nvSpPr>
          <p:spPr>
            <a:xfrm>
              <a:off x="-55095625" y="2488675"/>
              <a:ext cx="73275" cy="29775"/>
            </a:xfrm>
            <a:custGeom>
              <a:rect b="b" l="l" r="r" t="t"/>
              <a:pathLst>
                <a:path extrusionOk="0" h="1191" w="2931">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8" name="Google Shape;10528;p103"/>
            <p:cNvSpPr/>
            <p:nvPr/>
          </p:nvSpPr>
          <p:spPr>
            <a:xfrm>
              <a:off x="-55217700" y="2296300"/>
              <a:ext cx="298525" cy="316650"/>
            </a:xfrm>
            <a:custGeom>
              <a:rect b="b" l="l" r="r" t="t"/>
              <a:pathLst>
                <a:path extrusionOk="0" h="12666" w="11941">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29" name="Google Shape;10529;p103"/>
          <p:cNvGrpSpPr/>
          <p:nvPr/>
        </p:nvGrpSpPr>
        <p:grpSpPr>
          <a:xfrm>
            <a:off x="7957541" y="2233002"/>
            <a:ext cx="362877" cy="359303"/>
            <a:chOff x="-55229525" y="2688550"/>
            <a:chExt cx="319800" cy="316650"/>
          </a:xfrm>
        </p:grpSpPr>
        <p:sp>
          <p:nvSpPr>
            <p:cNvPr id="10530" name="Google Shape;10530;p103"/>
            <p:cNvSpPr/>
            <p:nvPr/>
          </p:nvSpPr>
          <p:spPr>
            <a:xfrm>
              <a:off x="-55104275" y="2919525"/>
              <a:ext cx="72475" cy="28950"/>
            </a:xfrm>
            <a:custGeom>
              <a:rect b="b" l="l" r="r" t="t"/>
              <a:pathLst>
                <a:path extrusionOk="0" h="1158" w="2899">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1" name="Google Shape;10531;p103"/>
            <p:cNvSpPr/>
            <p:nvPr/>
          </p:nvSpPr>
          <p:spPr>
            <a:xfrm>
              <a:off x="-55039700" y="2856300"/>
              <a:ext cx="18125" cy="17350"/>
            </a:xfrm>
            <a:custGeom>
              <a:rect b="b" l="l" r="r" t="t"/>
              <a:pathLst>
                <a:path extrusionOk="0" h="694" w="725">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2" name="Google Shape;10532;p103"/>
            <p:cNvSpPr/>
            <p:nvPr/>
          </p:nvSpPr>
          <p:spPr>
            <a:xfrm>
              <a:off x="-55113750" y="2856300"/>
              <a:ext cx="17350" cy="17350"/>
            </a:xfrm>
            <a:custGeom>
              <a:rect b="b" l="l" r="r" t="t"/>
              <a:pathLst>
                <a:path extrusionOk="0" h="694" w="694">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3" name="Google Shape;10533;p103"/>
            <p:cNvSpPr/>
            <p:nvPr/>
          </p:nvSpPr>
          <p:spPr>
            <a:xfrm>
              <a:off x="-55229525" y="2688550"/>
              <a:ext cx="319800" cy="316650"/>
            </a:xfrm>
            <a:custGeom>
              <a:rect b="b" l="l" r="r" t="t"/>
              <a:pathLst>
                <a:path extrusionOk="0" h="12666" w="12792">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34" name="Google Shape;10534;p103"/>
          <p:cNvGrpSpPr/>
          <p:nvPr/>
        </p:nvGrpSpPr>
        <p:grpSpPr>
          <a:xfrm>
            <a:off x="6653760" y="2684124"/>
            <a:ext cx="338765" cy="361090"/>
            <a:chOff x="-53288825" y="1903275"/>
            <a:chExt cx="298550" cy="318225"/>
          </a:xfrm>
        </p:grpSpPr>
        <p:sp>
          <p:nvSpPr>
            <p:cNvPr id="10535" name="Google Shape;10535;p103"/>
            <p:cNvSpPr/>
            <p:nvPr/>
          </p:nvSpPr>
          <p:spPr>
            <a:xfrm>
              <a:off x="-53214000" y="2052925"/>
              <a:ext cx="18150" cy="17350"/>
            </a:xfrm>
            <a:custGeom>
              <a:rect b="b" l="l" r="r" t="t"/>
              <a:pathLst>
                <a:path extrusionOk="0" h="694" w="726">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6" name="Google Shape;10536;p103"/>
            <p:cNvSpPr/>
            <p:nvPr/>
          </p:nvSpPr>
          <p:spPr>
            <a:xfrm>
              <a:off x="-53139175" y="2052925"/>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7" name="Google Shape;10537;p103"/>
            <p:cNvSpPr/>
            <p:nvPr/>
          </p:nvSpPr>
          <p:spPr>
            <a:xfrm>
              <a:off x="-53288825" y="1903275"/>
              <a:ext cx="298550" cy="318225"/>
            </a:xfrm>
            <a:custGeom>
              <a:rect b="b" l="l" r="r" t="t"/>
              <a:pathLst>
                <a:path extrusionOk="0" h="12729" w="11942">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38" name="Google Shape;10538;p103"/>
          <p:cNvGrpSpPr/>
          <p:nvPr/>
        </p:nvGrpSpPr>
        <p:grpSpPr>
          <a:xfrm>
            <a:off x="6642143" y="3135800"/>
            <a:ext cx="361998" cy="361090"/>
            <a:chOff x="-53299850" y="2294725"/>
            <a:chExt cx="319025" cy="318225"/>
          </a:xfrm>
        </p:grpSpPr>
        <p:sp>
          <p:nvSpPr>
            <p:cNvPr id="10539" name="Google Shape;10539;p103"/>
            <p:cNvSpPr/>
            <p:nvPr/>
          </p:nvSpPr>
          <p:spPr>
            <a:xfrm>
              <a:off x="-53175400" y="2526500"/>
              <a:ext cx="72475" cy="29750"/>
            </a:xfrm>
            <a:custGeom>
              <a:rect b="b" l="l" r="r" t="t"/>
              <a:pathLst>
                <a:path extrusionOk="0" h="1190" w="2899">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0" name="Google Shape;10540;p103"/>
            <p:cNvSpPr/>
            <p:nvPr/>
          </p:nvSpPr>
          <p:spPr>
            <a:xfrm>
              <a:off x="-53299850" y="2294725"/>
              <a:ext cx="319025" cy="318225"/>
            </a:xfrm>
            <a:custGeom>
              <a:rect b="b" l="l" r="r" t="t"/>
              <a:pathLst>
                <a:path extrusionOk="0" h="12729" w="12761">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41" name="Google Shape;10541;p103"/>
          <p:cNvGrpSpPr/>
          <p:nvPr/>
        </p:nvGrpSpPr>
        <p:grpSpPr>
          <a:xfrm>
            <a:off x="6664936" y="3604259"/>
            <a:ext cx="316411" cy="360211"/>
            <a:chOff x="-53278575" y="2687750"/>
            <a:chExt cx="278850" cy="317450"/>
          </a:xfrm>
        </p:grpSpPr>
        <p:sp>
          <p:nvSpPr>
            <p:cNvPr id="10542" name="Google Shape;10542;p103"/>
            <p:cNvSpPr/>
            <p:nvPr/>
          </p:nvSpPr>
          <p:spPr>
            <a:xfrm>
              <a:off x="-53175400" y="2919525"/>
              <a:ext cx="71700" cy="28950"/>
            </a:xfrm>
            <a:custGeom>
              <a:rect b="b" l="l" r="r" t="t"/>
              <a:pathLst>
                <a:path extrusionOk="0" h="1158" w="2868">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3" name="Google Shape;10543;p103"/>
            <p:cNvSpPr/>
            <p:nvPr/>
          </p:nvSpPr>
          <p:spPr>
            <a:xfrm>
              <a:off x="-53185625" y="2854725"/>
              <a:ext cx="18125" cy="18150"/>
            </a:xfrm>
            <a:custGeom>
              <a:rect b="b" l="l" r="r" t="t"/>
              <a:pathLst>
                <a:path extrusionOk="0" h="726" w="725">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4" name="Google Shape;10544;p103"/>
            <p:cNvSpPr/>
            <p:nvPr/>
          </p:nvSpPr>
          <p:spPr>
            <a:xfrm>
              <a:off x="-53110800" y="2854725"/>
              <a:ext cx="18125" cy="18150"/>
            </a:xfrm>
            <a:custGeom>
              <a:rect b="b" l="l" r="r" t="t"/>
              <a:pathLst>
                <a:path extrusionOk="0" h="726" w="725">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5" name="Google Shape;10545;p103"/>
            <p:cNvSpPr/>
            <p:nvPr/>
          </p:nvSpPr>
          <p:spPr>
            <a:xfrm>
              <a:off x="-53278575" y="2687750"/>
              <a:ext cx="278850" cy="317450"/>
            </a:xfrm>
            <a:custGeom>
              <a:rect b="b" l="l" r="r" t="t"/>
              <a:pathLst>
                <a:path extrusionOk="0" h="12698" w="11154">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46" name="Google Shape;10546;p103"/>
          <p:cNvGrpSpPr/>
          <p:nvPr/>
        </p:nvGrpSpPr>
        <p:grpSpPr>
          <a:xfrm>
            <a:off x="7986330" y="3603947"/>
            <a:ext cx="361998" cy="362310"/>
            <a:chOff x="-52101875" y="2687475"/>
            <a:chExt cx="319025" cy="319300"/>
          </a:xfrm>
        </p:grpSpPr>
        <p:sp>
          <p:nvSpPr>
            <p:cNvPr id="10547" name="Google Shape;10547;p103"/>
            <p:cNvSpPr/>
            <p:nvPr/>
          </p:nvSpPr>
          <p:spPr>
            <a:xfrm>
              <a:off x="-51978200" y="2920300"/>
              <a:ext cx="72475" cy="29750"/>
            </a:xfrm>
            <a:custGeom>
              <a:rect b="b" l="l" r="r" t="t"/>
              <a:pathLst>
                <a:path extrusionOk="0" h="1190" w="2899">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8" name="Google Shape;10548;p103"/>
            <p:cNvSpPr/>
            <p:nvPr/>
          </p:nvSpPr>
          <p:spPr>
            <a:xfrm>
              <a:off x="-51988450" y="2857100"/>
              <a:ext cx="18150" cy="17350"/>
            </a:xfrm>
            <a:custGeom>
              <a:rect b="b" l="l" r="r" t="t"/>
              <a:pathLst>
                <a:path extrusionOk="0" h="694" w="726">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9" name="Google Shape;10549;p103"/>
            <p:cNvSpPr/>
            <p:nvPr/>
          </p:nvSpPr>
          <p:spPr>
            <a:xfrm>
              <a:off x="-51913625" y="2857100"/>
              <a:ext cx="18150" cy="17350"/>
            </a:xfrm>
            <a:custGeom>
              <a:rect b="b" l="l" r="r" t="t"/>
              <a:pathLst>
                <a:path extrusionOk="0" h="694" w="726">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0" name="Google Shape;10550;p103"/>
            <p:cNvSpPr/>
            <p:nvPr/>
          </p:nvSpPr>
          <p:spPr>
            <a:xfrm>
              <a:off x="-52101875" y="2687475"/>
              <a:ext cx="319025" cy="319300"/>
            </a:xfrm>
            <a:custGeom>
              <a:rect b="b" l="l" r="r" t="t"/>
              <a:pathLst>
                <a:path extrusionOk="0" h="12772" w="12761">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51" name="Google Shape;10551;p103"/>
          <p:cNvGrpSpPr/>
          <p:nvPr/>
        </p:nvGrpSpPr>
        <p:grpSpPr>
          <a:xfrm>
            <a:off x="6201079" y="1305369"/>
            <a:ext cx="317290" cy="361090"/>
            <a:chOff x="-56774050" y="1904075"/>
            <a:chExt cx="279625" cy="318225"/>
          </a:xfrm>
        </p:grpSpPr>
        <p:sp>
          <p:nvSpPr>
            <p:cNvPr id="10552" name="Google Shape;10552;p103"/>
            <p:cNvSpPr/>
            <p:nvPr/>
          </p:nvSpPr>
          <p:spPr>
            <a:xfrm>
              <a:off x="-56671650" y="2135825"/>
              <a:ext cx="72475" cy="28975"/>
            </a:xfrm>
            <a:custGeom>
              <a:rect b="b" l="l" r="r" t="t"/>
              <a:pathLst>
                <a:path extrusionOk="0" h="1159" w="2899">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3" name="Google Shape;10553;p103"/>
            <p:cNvSpPr/>
            <p:nvPr/>
          </p:nvSpPr>
          <p:spPr>
            <a:xfrm>
              <a:off x="-56774050" y="1904075"/>
              <a:ext cx="279625" cy="318225"/>
            </a:xfrm>
            <a:custGeom>
              <a:rect b="b" l="l" r="r" t="t"/>
              <a:pathLst>
                <a:path extrusionOk="0" h="12729" w="11185">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54" name="Google Shape;10554;p103"/>
          <p:cNvGrpSpPr/>
          <p:nvPr/>
        </p:nvGrpSpPr>
        <p:grpSpPr>
          <a:xfrm>
            <a:off x="6201079" y="1778631"/>
            <a:ext cx="317290" cy="361090"/>
            <a:chOff x="-56774850" y="2294725"/>
            <a:chExt cx="279625" cy="318225"/>
          </a:xfrm>
        </p:grpSpPr>
        <p:sp>
          <p:nvSpPr>
            <p:cNvPr id="10555" name="Google Shape;10555;p103"/>
            <p:cNvSpPr/>
            <p:nvPr/>
          </p:nvSpPr>
          <p:spPr>
            <a:xfrm>
              <a:off x="-56681100" y="2464075"/>
              <a:ext cx="17325" cy="18125"/>
            </a:xfrm>
            <a:custGeom>
              <a:rect b="b" l="l" r="r" t="t"/>
              <a:pathLst>
                <a:path extrusionOk="0" h="725" w="693">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6" name="Google Shape;10556;p103"/>
            <p:cNvSpPr/>
            <p:nvPr/>
          </p:nvSpPr>
          <p:spPr>
            <a:xfrm>
              <a:off x="-56606275" y="2464075"/>
              <a:ext cx="17325" cy="18125"/>
            </a:xfrm>
            <a:custGeom>
              <a:rect b="b" l="l" r="r" t="t"/>
              <a:pathLst>
                <a:path extrusionOk="0" h="725" w="693">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7" name="Google Shape;10557;p103"/>
            <p:cNvSpPr/>
            <p:nvPr/>
          </p:nvSpPr>
          <p:spPr>
            <a:xfrm>
              <a:off x="-56774850" y="2294725"/>
              <a:ext cx="279625" cy="318225"/>
            </a:xfrm>
            <a:custGeom>
              <a:rect b="b" l="l" r="r" t="t"/>
              <a:pathLst>
                <a:path extrusionOk="0" h="12729" w="11185">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58" name="Google Shape;10558;p103"/>
          <p:cNvGrpSpPr/>
          <p:nvPr/>
        </p:nvGrpSpPr>
        <p:grpSpPr>
          <a:xfrm>
            <a:off x="6222086" y="2231215"/>
            <a:ext cx="275278" cy="360182"/>
            <a:chOff x="-56756725" y="2686975"/>
            <a:chExt cx="242600" cy="317425"/>
          </a:xfrm>
        </p:grpSpPr>
        <p:sp>
          <p:nvSpPr>
            <p:cNvPr id="10559" name="Google Shape;10559;p103"/>
            <p:cNvSpPr/>
            <p:nvPr/>
          </p:nvSpPr>
          <p:spPr>
            <a:xfrm>
              <a:off x="-56681100" y="2854725"/>
              <a:ext cx="17325" cy="18150"/>
            </a:xfrm>
            <a:custGeom>
              <a:rect b="b" l="l" r="r" t="t"/>
              <a:pathLst>
                <a:path extrusionOk="0" h="726" w="693">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0" name="Google Shape;10560;p103"/>
            <p:cNvSpPr/>
            <p:nvPr/>
          </p:nvSpPr>
          <p:spPr>
            <a:xfrm>
              <a:off x="-56606275" y="2854725"/>
              <a:ext cx="17325" cy="18150"/>
            </a:xfrm>
            <a:custGeom>
              <a:rect b="b" l="l" r="r" t="t"/>
              <a:pathLst>
                <a:path extrusionOk="0" h="726" w="693">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1" name="Google Shape;10561;p103"/>
            <p:cNvSpPr/>
            <p:nvPr/>
          </p:nvSpPr>
          <p:spPr>
            <a:xfrm>
              <a:off x="-56756725" y="2686975"/>
              <a:ext cx="242600" cy="317425"/>
            </a:xfrm>
            <a:custGeom>
              <a:rect b="b" l="l" r="r" t="t"/>
              <a:pathLst>
                <a:path extrusionOk="0" h="12697" w="9704">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62" name="Google Shape;10562;p103"/>
          <p:cNvGrpSpPr/>
          <p:nvPr/>
        </p:nvGrpSpPr>
        <p:grpSpPr>
          <a:xfrm>
            <a:off x="4870518" y="2684124"/>
            <a:ext cx="337346" cy="361998"/>
            <a:chOff x="-54826975" y="1903275"/>
            <a:chExt cx="297300" cy="319025"/>
          </a:xfrm>
        </p:grpSpPr>
        <p:sp>
          <p:nvSpPr>
            <p:cNvPr id="10563" name="Google Shape;10563;p103"/>
            <p:cNvSpPr/>
            <p:nvPr/>
          </p:nvSpPr>
          <p:spPr>
            <a:xfrm>
              <a:off x="-54712850" y="2135825"/>
              <a:ext cx="73275" cy="28975"/>
            </a:xfrm>
            <a:custGeom>
              <a:rect b="b" l="l" r="r" t="t"/>
              <a:pathLst>
                <a:path extrusionOk="0" h="1159" w="2931">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4" name="Google Shape;10564;p103"/>
            <p:cNvSpPr/>
            <p:nvPr/>
          </p:nvSpPr>
          <p:spPr>
            <a:xfrm>
              <a:off x="-54826975" y="1903275"/>
              <a:ext cx="297300" cy="319025"/>
            </a:xfrm>
            <a:custGeom>
              <a:rect b="b" l="l" r="r" t="t"/>
              <a:pathLst>
                <a:path extrusionOk="0" h="12761" w="11892">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5" name="Google Shape;10565;p103"/>
            <p:cNvSpPr/>
            <p:nvPr/>
          </p:nvSpPr>
          <p:spPr>
            <a:xfrm>
              <a:off x="-54722300" y="1997800"/>
              <a:ext cx="92175" cy="17350"/>
            </a:xfrm>
            <a:custGeom>
              <a:rect b="b" l="l" r="r" t="t"/>
              <a:pathLst>
                <a:path extrusionOk="0" h="694" w="3687">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66" name="Google Shape;10566;p103"/>
          <p:cNvGrpSpPr/>
          <p:nvPr/>
        </p:nvGrpSpPr>
        <p:grpSpPr>
          <a:xfrm>
            <a:off x="4858206" y="3137587"/>
            <a:ext cx="361969" cy="359274"/>
            <a:chOff x="-54836500" y="2296300"/>
            <a:chExt cx="319000" cy="316625"/>
          </a:xfrm>
        </p:grpSpPr>
        <p:sp>
          <p:nvSpPr>
            <p:cNvPr id="10567" name="Google Shape;10567;p103"/>
            <p:cNvSpPr/>
            <p:nvPr/>
          </p:nvSpPr>
          <p:spPr>
            <a:xfrm>
              <a:off x="-54722300" y="2445950"/>
              <a:ext cx="17350" cy="17350"/>
            </a:xfrm>
            <a:custGeom>
              <a:rect b="b" l="l" r="r" t="t"/>
              <a:pathLst>
                <a:path extrusionOk="0" h="694" w="694">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8" name="Google Shape;10568;p103"/>
            <p:cNvSpPr/>
            <p:nvPr/>
          </p:nvSpPr>
          <p:spPr>
            <a:xfrm>
              <a:off x="-54647475" y="2445950"/>
              <a:ext cx="18150" cy="17350"/>
            </a:xfrm>
            <a:custGeom>
              <a:rect b="b" l="l" r="r" t="t"/>
              <a:pathLst>
                <a:path extrusionOk="0" h="694" w="726">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9" name="Google Shape;10569;p103"/>
            <p:cNvSpPr/>
            <p:nvPr/>
          </p:nvSpPr>
          <p:spPr>
            <a:xfrm>
              <a:off x="-54712850" y="2508375"/>
              <a:ext cx="73275" cy="29750"/>
            </a:xfrm>
            <a:custGeom>
              <a:rect b="b" l="l" r="r" t="t"/>
              <a:pathLst>
                <a:path extrusionOk="0" h="1190" w="2931">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0" name="Google Shape;10570;p103"/>
            <p:cNvSpPr/>
            <p:nvPr/>
          </p:nvSpPr>
          <p:spPr>
            <a:xfrm>
              <a:off x="-54836500" y="2296300"/>
              <a:ext cx="319000" cy="316625"/>
            </a:xfrm>
            <a:custGeom>
              <a:rect b="b" l="l" r="r" t="t"/>
              <a:pathLst>
                <a:path extrusionOk="0" h="12665" w="1276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71" name="Google Shape;10571;p103"/>
          <p:cNvGrpSpPr/>
          <p:nvPr/>
        </p:nvGrpSpPr>
        <p:grpSpPr>
          <a:xfrm>
            <a:off x="4879652" y="3604259"/>
            <a:ext cx="319078" cy="361090"/>
            <a:chOff x="-54817600" y="2687750"/>
            <a:chExt cx="281200" cy="318225"/>
          </a:xfrm>
        </p:grpSpPr>
        <p:sp>
          <p:nvSpPr>
            <p:cNvPr id="10572" name="Google Shape;10572;p103"/>
            <p:cNvSpPr/>
            <p:nvPr/>
          </p:nvSpPr>
          <p:spPr>
            <a:xfrm>
              <a:off x="-54712850" y="2919525"/>
              <a:ext cx="73275" cy="28950"/>
            </a:xfrm>
            <a:custGeom>
              <a:rect b="b" l="l" r="r" t="t"/>
              <a:pathLst>
                <a:path extrusionOk="0" h="1158" w="2931">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3" name="Google Shape;10573;p103"/>
            <p:cNvSpPr/>
            <p:nvPr/>
          </p:nvSpPr>
          <p:spPr>
            <a:xfrm>
              <a:off x="-54722300" y="2856300"/>
              <a:ext cx="17350" cy="17350"/>
            </a:xfrm>
            <a:custGeom>
              <a:rect b="b" l="l" r="r" t="t"/>
              <a:pathLst>
                <a:path extrusionOk="0" h="694" w="694">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4" name="Google Shape;10574;p103"/>
            <p:cNvSpPr/>
            <p:nvPr/>
          </p:nvSpPr>
          <p:spPr>
            <a:xfrm>
              <a:off x="-54647475" y="2856300"/>
              <a:ext cx="18150" cy="17350"/>
            </a:xfrm>
            <a:custGeom>
              <a:rect b="b" l="l" r="r" t="t"/>
              <a:pathLst>
                <a:path extrusionOk="0" h="694" w="726">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5" name="Google Shape;10575;p103"/>
            <p:cNvSpPr/>
            <p:nvPr/>
          </p:nvSpPr>
          <p:spPr>
            <a:xfrm>
              <a:off x="-54817600" y="2687750"/>
              <a:ext cx="281200" cy="318225"/>
            </a:xfrm>
            <a:custGeom>
              <a:rect b="b" l="l" r="r" t="t"/>
              <a:pathLst>
                <a:path extrusionOk="0" h="12729" w="11248">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76" name="Google Shape;10576;p103"/>
          <p:cNvGrpSpPr/>
          <p:nvPr/>
        </p:nvGrpSpPr>
        <p:grpSpPr>
          <a:xfrm>
            <a:off x="7110476" y="2684124"/>
            <a:ext cx="317290" cy="359303"/>
            <a:chOff x="-52887125" y="1903275"/>
            <a:chExt cx="279625" cy="316650"/>
          </a:xfrm>
        </p:grpSpPr>
        <p:sp>
          <p:nvSpPr>
            <p:cNvPr id="10577" name="Google Shape;10577;p103"/>
            <p:cNvSpPr/>
            <p:nvPr/>
          </p:nvSpPr>
          <p:spPr>
            <a:xfrm>
              <a:off x="-52783950" y="2135825"/>
              <a:ext cx="73275" cy="28975"/>
            </a:xfrm>
            <a:custGeom>
              <a:rect b="b" l="l" r="r" t="t"/>
              <a:pathLst>
                <a:path extrusionOk="0" h="1159" w="2931">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8" name="Google Shape;10578;p103"/>
            <p:cNvSpPr/>
            <p:nvPr/>
          </p:nvSpPr>
          <p:spPr>
            <a:xfrm>
              <a:off x="-52887125" y="1903275"/>
              <a:ext cx="279625" cy="316650"/>
            </a:xfrm>
            <a:custGeom>
              <a:rect b="b" l="l" r="r" t="t"/>
              <a:pathLst>
                <a:path extrusionOk="0" h="12666" w="11185">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79" name="Google Shape;10579;p103"/>
          <p:cNvGrpSpPr/>
          <p:nvPr/>
        </p:nvGrpSpPr>
        <p:grpSpPr>
          <a:xfrm>
            <a:off x="7089030" y="3134920"/>
            <a:ext cx="360182" cy="361969"/>
            <a:chOff x="-52906025" y="2293950"/>
            <a:chExt cx="317425" cy="319000"/>
          </a:xfrm>
        </p:grpSpPr>
        <p:sp>
          <p:nvSpPr>
            <p:cNvPr id="10580" name="Google Shape;10580;p103"/>
            <p:cNvSpPr/>
            <p:nvPr/>
          </p:nvSpPr>
          <p:spPr>
            <a:xfrm>
              <a:off x="-52783950" y="2526500"/>
              <a:ext cx="73275" cy="29750"/>
            </a:xfrm>
            <a:custGeom>
              <a:rect b="b" l="l" r="r" t="t"/>
              <a:pathLst>
                <a:path extrusionOk="0" h="1190" w="2931">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1" name="Google Shape;10581;p103"/>
            <p:cNvSpPr/>
            <p:nvPr/>
          </p:nvSpPr>
          <p:spPr>
            <a:xfrm>
              <a:off x="-52718575" y="2463275"/>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2" name="Google Shape;10582;p103"/>
            <p:cNvSpPr/>
            <p:nvPr/>
          </p:nvSpPr>
          <p:spPr>
            <a:xfrm>
              <a:off x="-52906025" y="2293950"/>
              <a:ext cx="317425" cy="319000"/>
            </a:xfrm>
            <a:custGeom>
              <a:rect b="b" l="l" r="r" t="t"/>
              <a:pathLst>
                <a:path extrusionOk="0" h="12760" w="12697">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83" name="Google Shape;10583;p103"/>
          <p:cNvGrpSpPr/>
          <p:nvPr/>
        </p:nvGrpSpPr>
        <p:grpSpPr>
          <a:xfrm>
            <a:off x="7110476" y="3603379"/>
            <a:ext cx="317290" cy="361090"/>
            <a:chOff x="-52887125" y="2686975"/>
            <a:chExt cx="279625" cy="318225"/>
          </a:xfrm>
        </p:grpSpPr>
        <p:sp>
          <p:nvSpPr>
            <p:cNvPr id="10584" name="Google Shape;10584;p103"/>
            <p:cNvSpPr/>
            <p:nvPr/>
          </p:nvSpPr>
          <p:spPr>
            <a:xfrm>
              <a:off x="-52783950" y="2919525"/>
              <a:ext cx="73275" cy="28950"/>
            </a:xfrm>
            <a:custGeom>
              <a:rect b="b" l="l" r="r" t="t"/>
              <a:pathLst>
                <a:path extrusionOk="0" h="1158" w="2931">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5" name="Google Shape;10585;p103"/>
            <p:cNvSpPr/>
            <p:nvPr/>
          </p:nvSpPr>
          <p:spPr>
            <a:xfrm>
              <a:off x="-52793400" y="2854725"/>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6" name="Google Shape;10586;p103"/>
            <p:cNvSpPr/>
            <p:nvPr/>
          </p:nvSpPr>
          <p:spPr>
            <a:xfrm>
              <a:off x="-52718575" y="2854725"/>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7" name="Google Shape;10587;p103"/>
            <p:cNvSpPr/>
            <p:nvPr/>
          </p:nvSpPr>
          <p:spPr>
            <a:xfrm>
              <a:off x="-52887125" y="2686975"/>
              <a:ext cx="279625" cy="318225"/>
            </a:xfrm>
            <a:custGeom>
              <a:rect b="b" l="l" r="r" t="t"/>
              <a:pathLst>
                <a:path extrusionOk="0" h="12729" w="11185">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88" name="Google Shape;10588;p103"/>
          <p:cNvGrpSpPr/>
          <p:nvPr/>
        </p:nvGrpSpPr>
        <p:grpSpPr>
          <a:xfrm>
            <a:off x="6220848" y="4062998"/>
            <a:ext cx="318170" cy="359303"/>
            <a:chOff x="-51722225" y="1915100"/>
            <a:chExt cx="280400" cy="316650"/>
          </a:xfrm>
        </p:grpSpPr>
        <p:sp>
          <p:nvSpPr>
            <p:cNvPr id="10589" name="Google Shape;10589;p103"/>
            <p:cNvSpPr/>
            <p:nvPr/>
          </p:nvSpPr>
          <p:spPr>
            <a:xfrm>
              <a:off x="-51618275" y="2146075"/>
              <a:ext cx="73275" cy="29750"/>
            </a:xfrm>
            <a:custGeom>
              <a:rect b="b" l="l" r="r" t="t"/>
              <a:pathLst>
                <a:path extrusionOk="0" h="1190" w="2931">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0" name="Google Shape;10590;p103"/>
            <p:cNvSpPr/>
            <p:nvPr/>
          </p:nvSpPr>
          <p:spPr>
            <a:xfrm>
              <a:off x="-51627725" y="2082075"/>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1" name="Google Shape;10591;p103"/>
            <p:cNvSpPr/>
            <p:nvPr/>
          </p:nvSpPr>
          <p:spPr>
            <a:xfrm>
              <a:off x="-51552900" y="2082075"/>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2" name="Google Shape;10592;p103"/>
            <p:cNvSpPr/>
            <p:nvPr/>
          </p:nvSpPr>
          <p:spPr>
            <a:xfrm>
              <a:off x="-51722225" y="1915100"/>
              <a:ext cx="280400" cy="316650"/>
            </a:xfrm>
            <a:custGeom>
              <a:rect b="b" l="l" r="r" t="t"/>
              <a:pathLst>
                <a:path extrusionOk="0" h="12666" w="11216">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93" name="Google Shape;10593;p103"/>
          <p:cNvGrpSpPr/>
          <p:nvPr/>
        </p:nvGrpSpPr>
        <p:grpSpPr>
          <a:xfrm>
            <a:off x="6616678" y="1303695"/>
            <a:ext cx="370905" cy="360976"/>
            <a:chOff x="-56407800" y="1902600"/>
            <a:chExt cx="326875" cy="318125"/>
          </a:xfrm>
        </p:grpSpPr>
        <p:sp>
          <p:nvSpPr>
            <p:cNvPr id="10594" name="Google Shape;10594;p103"/>
            <p:cNvSpPr/>
            <p:nvPr/>
          </p:nvSpPr>
          <p:spPr>
            <a:xfrm>
              <a:off x="-56289650" y="2072625"/>
              <a:ext cx="17325" cy="17350"/>
            </a:xfrm>
            <a:custGeom>
              <a:rect b="b" l="l" r="r" t="t"/>
              <a:pathLst>
                <a:path extrusionOk="0" h="694" w="693">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5" name="Google Shape;10595;p103"/>
            <p:cNvSpPr/>
            <p:nvPr/>
          </p:nvSpPr>
          <p:spPr>
            <a:xfrm>
              <a:off x="-56215625" y="2072625"/>
              <a:ext cx="17350" cy="17350"/>
            </a:xfrm>
            <a:custGeom>
              <a:rect b="b" l="l" r="r" t="t"/>
              <a:pathLst>
                <a:path extrusionOk="0" h="694" w="694">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6" name="Google Shape;10596;p103"/>
            <p:cNvSpPr/>
            <p:nvPr/>
          </p:nvSpPr>
          <p:spPr>
            <a:xfrm>
              <a:off x="-56407800" y="1902600"/>
              <a:ext cx="326875" cy="318125"/>
            </a:xfrm>
            <a:custGeom>
              <a:rect b="b" l="l" r="r" t="t"/>
              <a:pathLst>
                <a:path extrusionOk="0" h="12725" w="13075">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97" name="Google Shape;10597;p103"/>
          <p:cNvGrpSpPr/>
          <p:nvPr/>
        </p:nvGrpSpPr>
        <p:grpSpPr>
          <a:xfrm>
            <a:off x="6622479" y="1790262"/>
            <a:ext cx="359303" cy="338736"/>
            <a:chOff x="-56401500" y="2304975"/>
            <a:chExt cx="316650" cy="298525"/>
          </a:xfrm>
        </p:grpSpPr>
        <p:sp>
          <p:nvSpPr>
            <p:cNvPr id="10598" name="Google Shape;10598;p103"/>
            <p:cNvSpPr/>
            <p:nvPr/>
          </p:nvSpPr>
          <p:spPr>
            <a:xfrm>
              <a:off x="-56289650" y="2436500"/>
              <a:ext cx="17325" cy="18150"/>
            </a:xfrm>
            <a:custGeom>
              <a:rect b="b" l="l" r="r" t="t"/>
              <a:pathLst>
                <a:path extrusionOk="0" h="726" w="693">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9" name="Google Shape;10599;p103"/>
            <p:cNvSpPr/>
            <p:nvPr/>
          </p:nvSpPr>
          <p:spPr>
            <a:xfrm>
              <a:off x="-56215625" y="2436500"/>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0" name="Google Shape;10600;p103"/>
            <p:cNvSpPr/>
            <p:nvPr/>
          </p:nvSpPr>
          <p:spPr>
            <a:xfrm>
              <a:off x="-56280200" y="2499700"/>
              <a:ext cx="73250" cy="29775"/>
            </a:xfrm>
            <a:custGeom>
              <a:rect b="b" l="l" r="r" t="t"/>
              <a:pathLst>
                <a:path extrusionOk="0" h="1191" w="293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1" name="Google Shape;10601;p103"/>
            <p:cNvSpPr/>
            <p:nvPr/>
          </p:nvSpPr>
          <p:spPr>
            <a:xfrm>
              <a:off x="-56401500" y="2304975"/>
              <a:ext cx="316650" cy="298525"/>
            </a:xfrm>
            <a:custGeom>
              <a:rect b="b" l="l" r="r" t="t"/>
              <a:pathLst>
                <a:path extrusionOk="0" h="11941" w="12666">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02" name="Google Shape;10602;p103"/>
          <p:cNvGrpSpPr/>
          <p:nvPr/>
        </p:nvGrpSpPr>
        <p:grpSpPr>
          <a:xfrm>
            <a:off x="5328863" y="2682337"/>
            <a:ext cx="319985" cy="361090"/>
            <a:chOff x="-54426150" y="1901700"/>
            <a:chExt cx="282000" cy="318225"/>
          </a:xfrm>
        </p:grpSpPr>
        <p:sp>
          <p:nvSpPr>
            <p:cNvPr id="10603" name="Google Shape;10603;p103"/>
            <p:cNvSpPr/>
            <p:nvPr/>
          </p:nvSpPr>
          <p:spPr>
            <a:xfrm>
              <a:off x="-54330850" y="2072625"/>
              <a:ext cx="18150" cy="17350"/>
            </a:xfrm>
            <a:custGeom>
              <a:rect b="b" l="l" r="r" t="t"/>
              <a:pathLst>
                <a:path extrusionOk="0" h="694" w="726">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4" name="Google Shape;10604;p103"/>
            <p:cNvSpPr/>
            <p:nvPr/>
          </p:nvSpPr>
          <p:spPr>
            <a:xfrm>
              <a:off x="-54256800" y="2072625"/>
              <a:ext cx="18125" cy="17350"/>
            </a:xfrm>
            <a:custGeom>
              <a:rect b="b" l="l" r="r" t="t"/>
              <a:pathLst>
                <a:path extrusionOk="0" h="694" w="725">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5" name="Google Shape;10605;p103"/>
            <p:cNvSpPr/>
            <p:nvPr/>
          </p:nvSpPr>
          <p:spPr>
            <a:xfrm>
              <a:off x="-54320600" y="2135825"/>
              <a:ext cx="72475" cy="28975"/>
            </a:xfrm>
            <a:custGeom>
              <a:rect b="b" l="l" r="r" t="t"/>
              <a:pathLst>
                <a:path extrusionOk="0" h="1159" w="2899">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6" name="Google Shape;10606;p103"/>
            <p:cNvSpPr/>
            <p:nvPr/>
          </p:nvSpPr>
          <p:spPr>
            <a:xfrm>
              <a:off x="-54426150" y="1901700"/>
              <a:ext cx="282000" cy="318225"/>
            </a:xfrm>
            <a:custGeom>
              <a:rect b="b" l="l" r="r" t="t"/>
              <a:pathLst>
                <a:path extrusionOk="0" h="12729" w="1128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07" name="Google Shape;10607;p103"/>
          <p:cNvGrpSpPr/>
          <p:nvPr/>
        </p:nvGrpSpPr>
        <p:grpSpPr>
          <a:xfrm>
            <a:off x="5328863" y="3135800"/>
            <a:ext cx="319985" cy="361998"/>
            <a:chOff x="-54426150" y="2294725"/>
            <a:chExt cx="282000" cy="319025"/>
          </a:xfrm>
        </p:grpSpPr>
        <p:sp>
          <p:nvSpPr>
            <p:cNvPr id="10608" name="Google Shape;10608;p103"/>
            <p:cNvSpPr/>
            <p:nvPr/>
          </p:nvSpPr>
          <p:spPr>
            <a:xfrm>
              <a:off x="-54320600" y="2527275"/>
              <a:ext cx="72475" cy="29750"/>
            </a:xfrm>
            <a:custGeom>
              <a:rect b="b" l="l" r="r" t="t"/>
              <a:pathLst>
                <a:path extrusionOk="0" h="1190" w="2899">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9" name="Google Shape;10609;p103"/>
            <p:cNvSpPr/>
            <p:nvPr/>
          </p:nvSpPr>
          <p:spPr>
            <a:xfrm>
              <a:off x="-54330850" y="2464075"/>
              <a:ext cx="18150" cy="18125"/>
            </a:xfrm>
            <a:custGeom>
              <a:rect b="b" l="l" r="r" t="t"/>
              <a:pathLst>
                <a:path extrusionOk="0" h="725" w="726">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0" name="Google Shape;10610;p103"/>
            <p:cNvSpPr/>
            <p:nvPr/>
          </p:nvSpPr>
          <p:spPr>
            <a:xfrm>
              <a:off x="-54256800" y="2464075"/>
              <a:ext cx="18125" cy="18125"/>
            </a:xfrm>
            <a:custGeom>
              <a:rect b="b" l="l" r="r" t="t"/>
              <a:pathLst>
                <a:path extrusionOk="0" h="725" w="725">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1" name="Google Shape;10611;p103"/>
            <p:cNvSpPr/>
            <p:nvPr/>
          </p:nvSpPr>
          <p:spPr>
            <a:xfrm>
              <a:off x="-54426150" y="2294725"/>
              <a:ext cx="282000" cy="319025"/>
            </a:xfrm>
            <a:custGeom>
              <a:rect b="b" l="l" r="r" t="t"/>
              <a:pathLst>
                <a:path extrusionOk="0" h="12761" w="1128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2" name="Google Shape;10612;p103"/>
            <p:cNvSpPr/>
            <p:nvPr/>
          </p:nvSpPr>
          <p:spPr>
            <a:xfrm>
              <a:off x="-54312725" y="2334125"/>
              <a:ext cx="54375" cy="53575"/>
            </a:xfrm>
            <a:custGeom>
              <a:rect b="b" l="l" r="r" t="t"/>
              <a:pathLst>
                <a:path extrusionOk="0" h="2143" w="2175">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13" name="Google Shape;10613;p103"/>
          <p:cNvGrpSpPr/>
          <p:nvPr/>
        </p:nvGrpSpPr>
        <p:grpSpPr>
          <a:xfrm>
            <a:off x="5327076" y="3603379"/>
            <a:ext cx="323560" cy="361969"/>
            <a:chOff x="-54427725" y="2686975"/>
            <a:chExt cx="285150" cy="319000"/>
          </a:xfrm>
        </p:grpSpPr>
        <p:sp>
          <p:nvSpPr>
            <p:cNvPr id="10614" name="Google Shape;10614;p103"/>
            <p:cNvSpPr/>
            <p:nvPr/>
          </p:nvSpPr>
          <p:spPr>
            <a:xfrm>
              <a:off x="-54320600" y="2919525"/>
              <a:ext cx="72475" cy="28950"/>
            </a:xfrm>
            <a:custGeom>
              <a:rect b="b" l="l" r="r" t="t"/>
              <a:pathLst>
                <a:path extrusionOk="0" h="1158" w="2899">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5" name="Google Shape;10615;p103"/>
            <p:cNvSpPr/>
            <p:nvPr/>
          </p:nvSpPr>
          <p:spPr>
            <a:xfrm>
              <a:off x="-54256800" y="2856300"/>
              <a:ext cx="18125" cy="17350"/>
            </a:xfrm>
            <a:custGeom>
              <a:rect b="b" l="l" r="r" t="t"/>
              <a:pathLst>
                <a:path extrusionOk="0" h="694" w="725">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6" name="Google Shape;10616;p103"/>
            <p:cNvSpPr/>
            <p:nvPr/>
          </p:nvSpPr>
          <p:spPr>
            <a:xfrm>
              <a:off x="-54330850" y="2856300"/>
              <a:ext cx="18150" cy="17350"/>
            </a:xfrm>
            <a:custGeom>
              <a:rect b="b" l="l" r="r" t="t"/>
              <a:pathLst>
                <a:path extrusionOk="0" h="694" w="726">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7" name="Google Shape;10617;p103"/>
            <p:cNvSpPr/>
            <p:nvPr/>
          </p:nvSpPr>
          <p:spPr>
            <a:xfrm>
              <a:off x="-54427725" y="2686975"/>
              <a:ext cx="285150" cy="319000"/>
            </a:xfrm>
            <a:custGeom>
              <a:rect b="b" l="l" r="r" t="t"/>
              <a:pathLst>
                <a:path extrusionOk="0" h="12760" w="11406">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8" name="Google Shape;10618;p103"/>
            <p:cNvSpPr/>
            <p:nvPr/>
          </p:nvSpPr>
          <p:spPr>
            <a:xfrm>
              <a:off x="-54330850" y="2717875"/>
              <a:ext cx="93750" cy="85425"/>
            </a:xfrm>
            <a:custGeom>
              <a:rect b="b" l="l" r="r" t="t"/>
              <a:pathLst>
                <a:path extrusionOk="0" h="3417" w="375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19" name="Google Shape;10619;p103"/>
          <p:cNvGrpSpPr/>
          <p:nvPr/>
        </p:nvGrpSpPr>
        <p:grpSpPr>
          <a:xfrm>
            <a:off x="7533634" y="2684351"/>
            <a:ext cx="359303" cy="359984"/>
            <a:chOff x="-52513800" y="1903475"/>
            <a:chExt cx="316650" cy="317250"/>
          </a:xfrm>
        </p:grpSpPr>
        <p:sp>
          <p:nvSpPr>
            <p:cNvPr id="10620" name="Google Shape;10620;p103"/>
            <p:cNvSpPr/>
            <p:nvPr/>
          </p:nvSpPr>
          <p:spPr>
            <a:xfrm>
              <a:off x="-52391700" y="2135825"/>
              <a:ext cx="72475" cy="28975"/>
            </a:xfrm>
            <a:custGeom>
              <a:rect b="b" l="l" r="r" t="t"/>
              <a:pathLst>
                <a:path extrusionOk="0" h="1159" w="2899">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1" name="Google Shape;10621;p103"/>
            <p:cNvSpPr/>
            <p:nvPr/>
          </p:nvSpPr>
          <p:spPr>
            <a:xfrm>
              <a:off x="-52513800" y="1903475"/>
              <a:ext cx="316650" cy="317250"/>
            </a:xfrm>
            <a:custGeom>
              <a:rect b="b" l="l" r="r" t="t"/>
              <a:pathLst>
                <a:path extrusionOk="0" h="12690" w="12666">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22" name="Google Shape;10622;p103"/>
          <p:cNvGrpSpPr/>
          <p:nvPr/>
        </p:nvGrpSpPr>
        <p:grpSpPr>
          <a:xfrm>
            <a:off x="7543464" y="3136708"/>
            <a:ext cx="339644" cy="360182"/>
            <a:chOff x="-52505925" y="2295525"/>
            <a:chExt cx="299325" cy="317425"/>
          </a:xfrm>
        </p:grpSpPr>
        <p:sp>
          <p:nvSpPr>
            <p:cNvPr id="10623" name="Google Shape;10623;p103"/>
            <p:cNvSpPr/>
            <p:nvPr/>
          </p:nvSpPr>
          <p:spPr>
            <a:xfrm>
              <a:off x="-52401950" y="2526500"/>
              <a:ext cx="73275" cy="29750"/>
            </a:xfrm>
            <a:custGeom>
              <a:rect b="b" l="l" r="r" t="t"/>
              <a:pathLst>
                <a:path extrusionOk="0" h="1190" w="2931">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4" name="Google Shape;10624;p103"/>
            <p:cNvSpPr/>
            <p:nvPr/>
          </p:nvSpPr>
          <p:spPr>
            <a:xfrm>
              <a:off x="-52411400" y="2463275"/>
              <a:ext cx="17350" cy="17350"/>
            </a:xfrm>
            <a:custGeom>
              <a:rect b="b" l="l" r="r" t="t"/>
              <a:pathLst>
                <a:path extrusionOk="0" h="694" w="694">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5" name="Google Shape;10625;p103"/>
            <p:cNvSpPr/>
            <p:nvPr/>
          </p:nvSpPr>
          <p:spPr>
            <a:xfrm>
              <a:off x="-52336575" y="2463275"/>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6" name="Google Shape;10626;p103"/>
            <p:cNvSpPr/>
            <p:nvPr/>
          </p:nvSpPr>
          <p:spPr>
            <a:xfrm>
              <a:off x="-52505925" y="2295525"/>
              <a:ext cx="299325" cy="317425"/>
            </a:xfrm>
            <a:custGeom>
              <a:rect b="b" l="l" r="r" t="t"/>
              <a:pathLst>
                <a:path extrusionOk="0" h="12697" w="11973">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27" name="Google Shape;10627;p103"/>
          <p:cNvGrpSpPr/>
          <p:nvPr/>
        </p:nvGrpSpPr>
        <p:grpSpPr>
          <a:xfrm>
            <a:off x="7554641" y="3603379"/>
            <a:ext cx="317290" cy="361090"/>
            <a:chOff x="-52494100" y="2686975"/>
            <a:chExt cx="279625" cy="318225"/>
          </a:xfrm>
        </p:grpSpPr>
        <p:sp>
          <p:nvSpPr>
            <p:cNvPr id="10628" name="Google Shape;10628;p103"/>
            <p:cNvSpPr/>
            <p:nvPr/>
          </p:nvSpPr>
          <p:spPr>
            <a:xfrm>
              <a:off x="-52391700" y="2919525"/>
              <a:ext cx="72475" cy="28950"/>
            </a:xfrm>
            <a:custGeom>
              <a:rect b="b" l="l" r="r" t="t"/>
              <a:pathLst>
                <a:path extrusionOk="0" h="1158" w="2899">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9" name="Google Shape;10629;p103"/>
            <p:cNvSpPr/>
            <p:nvPr/>
          </p:nvSpPr>
          <p:spPr>
            <a:xfrm>
              <a:off x="-52401950" y="2856300"/>
              <a:ext cx="18125" cy="17350"/>
            </a:xfrm>
            <a:custGeom>
              <a:rect b="b" l="l" r="r" t="t"/>
              <a:pathLst>
                <a:path extrusionOk="0" h="694" w="725">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0" name="Google Shape;10630;p103"/>
            <p:cNvSpPr/>
            <p:nvPr/>
          </p:nvSpPr>
          <p:spPr>
            <a:xfrm>
              <a:off x="-52327925" y="2855525"/>
              <a:ext cx="18925" cy="17350"/>
            </a:xfrm>
            <a:custGeom>
              <a:rect b="b" l="l" r="r" t="t"/>
              <a:pathLst>
                <a:path extrusionOk="0" h="694" w="757">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1" name="Google Shape;10631;p103"/>
            <p:cNvSpPr/>
            <p:nvPr/>
          </p:nvSpPr>
          <p:spPr>
            <a:xfrm>
              <a:off x="-52494100" y="2686975"/>
              <a:ext cx="279625" cy="318225"/>
            </a:xfrm>
            <a:custGeom>
              <a:rect b="b" l="l" r="r" t="t"/>
              <a:pathLst>
                <a:path extrusionOk="0" h="12729" w="11185">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32" name="Google Shape;10632;p103"/>
          <p:cNvGrpSpPr/>
          <p:nvPr/>
        </p:nvGrpSpPr>
        <p:grpSpPr>
          <a:xfrm>
            <a:off x="6665412" y="4064322"/>
            <a:ext cx="315503" cy="361090"/>
            <a:chOff x="-51708850" y="2305750"/>
            <a:chExt cx="278050" cy="318225"/>
          </a:xfrm>
        </p:grpSpPr>
        <p:sp>
          <p:nvSpPr>
            <p:cNvPr id="10633" name="Google Shape;10633;p103"/>
            <p:cNvSpPr/>
            <p:nvPr/>
          </p:nvSpPr>
          <p:spPr>
            <a:xfrm>
              <a:off x="-51617475" y="2455400"/>
              <a:ext cx="18125" cy="18150"/>
            </a:xfrm>
            <a:custGeom>
              <a:rect b="b" l="l" r="r" t="t"/>
              <a:pathLst>
                <a:path extrusionOk="0" h="726" w="725">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4" name="Google Shape;10634;p103"/>
            <p:cNvSpPr/>
            <p:nvPr/>
          </p:nvSpPr>
          <p:spPr>
            <a:xfrm>
              <a:off x="-51541875" y="2455400"/>
              <a:ext cx="17350" cy="18150"/>
            </a:xfrm>
            <a:custGeom>
              <a:rect b="b" l="l" r="r" t="t"/>
              <a:pathLst>
                <a:path extrusionOk="0" h="726" w="694">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5" name="Google Shape;10635;p103"/>
            <p:cNvSpPr/>
            <p:nvPr/>
          </p:nvSpPr>
          <p:spPr>
            <a:xfrm>
              <a:off x="-51708850" y="2305750"/>
              <a:ext cx="278050" cy="318225"/>
            </a:xfrm>
            <a:custGeom>
              <a:rect b="b" l="l" r="r" t="t"/>
              <a:pathLst>
                <a:path extrusionOk="0" h="12729" w="11122">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36" name="Google Shape;10636;p103"/>
          <p:cNvGrpSpPr/>
          <p:nvPr/>
        </p:nvGrpSpPr>
        <p:grpSpPr>
          <a:xfrm>
            <a:off x="7536807" y="1306109"/>
            <a:ext cx="319089" cy="362073"/>
            <a:chOff x="1044400" y="2917425"/>
            <a:chExt cx="248125" cy="281550"/>
          </a:xfrm>
        </p:grpSpPr>
        <p:sp>
          <p:nvSpPr>
            <p:cNvPr id="10637" name="Google Shape;10637;p103"/>
            <p:cNvSpPr/>
            <p:nvPr/>
          </p:nvSpPr>
          <p:spPr>
            <a:xfrm>
              <a:off x="1136400" y="3123175"/>
              <a:ext cx="64125" cy="26325"/>
            </a:xfrm>
            <a:custGeom>
              <a:rect b="b" l="l" r="r" t="t"/>
              <a:pathLst>
                <a:path extrusionOk="0" h="1053" w="2565">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8" name="Google Shape;10638;p103"/>
            <p:cNvSpPr/>
            <p:nvPr/>
          </p:nvSpPr>
          <p:spPr>
            <a:xfrm>
              <a:off x="1127325" y="3050525"/>
              <a:ext cx="16075" cy="16050"/>
            </a:xfrm>
            <a:custGeom>
              <a:rect b="b" l="l" r="r" t="t"/>
              <a:pathLst>
                <a:path extrusionOk="0" h="642" w="643">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9" name="Google Shape;10639;p103"/>
            <p:cNvSpPr/>
            <p:nvPr/>
          </p:nvSpPr>
          <p:spPr>
            <a:xfrm>
              <a:off x="1192850" y="3050525"/>
              <a:ext cx="15350" cy="16050"/>
            </a:xfrm>
            <a:custGeom>
              <a:rect b="b" l="l" r="r" t="t"/>
              <a:pathLst>
                <a:path extrusionOk="0" h="642" w="614">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0" name="Google Shape;10640;p103"/>
            <p:cNvSpPr/>
            <p:nvPr/>
          </p:nvSpPr>
          <p:spPr>
            <a:xfrm>
              <a:off x="1044400" y="2917425"/>
              <a:ext cx="248125" cy="281550"/>
            </a:xfrm>
            <a:custGeom>
              <a:rect b="b" l="l" r="r" t="t"/>
              <a:pathLst>
                <a:path extrusionOk="0" h="11262" w="9925">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1" name="Google Shape;10641;p103"/>
            <p:cNvSpPr/>
            <p:nvPr/>
          </p:nvSpPr>
          <p:spPr>
            <a:xfrm>
              <a:off x="1086125" y="2932961"/>
              <a:ext cx="11427" cy="58241"/>
            </a:xfrm>
            <a:custGeom>
              <a:rect b="b" l="l" r="r" t="t"/>
              <a:pathLst>
                <a:path extrusionOk="0" h="2548" w="500">
                  <a:moveTo>
                    <a:pt x="500" y="2238"/>
                  </a:moveTo>
                  <a:lnTo>
                    <a:pt x="500" y="0"/>
                  </a:lnTo>
                  <a:lnTo>
                    <a:pt x="72" y="214"/>
                  </a:lnTo>
                  <a:lnTo>
                    <a:pt x="0" y="1547"/>
                  </a:lnTo>
                  <a:lnTo>
                    <a:pt x="0" y="2548"/>
                  </a:lnTo>
                  <a:close/>
                </a:path>
              </a:pathLst>
            </a:custGeom>
            <a:solidFill>
              <a:schemeClr val="dk2"/>
            </a:solidFill>
            <a:ln>
              <a:noFill/>
            </a:ln>
          </p:spPr>
        </p:sp>
        <p:sp>
          <p:nvSpPr>
            <p:cNvPr id="10642" name="Google Shape;10642;p103"/>
            <p:cNvSpPr/>
            <p:nvPr/>
          </p:nvSpPr>
          <p:spPr>
            <a:xfrm>
              <a:off x="1090922" y="2925900"/>
              <a:ext cx="29209" cy="38629"/>
            </a:xfrm>
            <a:custGeom>
              <a:rect b="b" l="l" r="r" t="t"/>
              <a:pathLst>
                <a:path extrusionOk="0" h="1690" w="1278">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chemeClr val="dk2"/>
            </a:solidFill>
            <a:ln>
              <a:noFill/>
            </a:ln>
          </p:spPr>
        </p:sp>
        <p:sp>
          <p:nvSpPr>
            <p:cNvPr id="10643" name="Google Shape;10643;p103"/>
            <p:cNvSpPr/>
            <p:nvPr/>
          </p:nvSpPr>
          <p:spPr>
            <a:xfrm>
              <a:off x="1222775" y="2966925"/>
              <a:ext cx="28574" cy="36325"/>
            </a:xfrm>
            <a:custGeom>
              <a:rect b="b" l="l" r="r" t="t"/>
              <a:pathLst>
                <a:path extrusionOk="0" h="1453" w="1048">
                  <a:moveTo>
                    <a:pt x="0" y="0"/>
                  </a:moveTo>
                  <a:lnTo>
                    <a:pt x="1048" y="1072"/>
                  </a:lnTo>
                  <a:lnTo>
                    <a:pt x="905" y="1453"/>
                  </a:lnTo>
                  <a:lnTo>
                    <a:pt x="0" y="667"/>
                  </a:lnTo>
                  <a:close/>
                </a:path>
              </a:pathLst>
            </a:custGeom>
            <a:solidFill>
              <a:schemeClr val="dk2"/>
            </a:solidFill>
            <a:ln>
              <a:noFill/>
            </a:ln>
          </p:spPr>
        </p:sp>
        <p:sp>
          <p:nvSpPr>
            <p:cNvPr id="10644" name="Google Shape;10644;p103"/>
            <p:cNvSpPr/>
            <p:nvPr/>
          </p:nvSpPr>
          <p:spPr>
            <a:xfrm>
              <a:off x="1205975" y="2965750"/>
              <a:ext cx="21000" cy="162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5" name="Google Shape;10645;p103"/>
            <p:cNvSpPr/>
            <p:nvPr/>
          </p:nvSpPr>
          <p:spPr>
            <a:xfrm>
              <a:off x="1082225" y="2937250"/>
              <a:ext cx="11400" cy="264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646" name="Google Shape;10646;p103"/>
          <p:cNvSpPr/>
          <p:nvPr/>
        </p:nvSpPr>
        <p:spPr>
          <a:xfrm>
            <a:off x="6633660" y="2232052"/>
            <a:ext cx="343218" cy="362154"/>
          </a:xfrm>
          <a:custGeom>
            <a:rect b="b" l="l" r="r" t="t"/>
            <a:pathLst>
              <a:path extrusionOk="0" h="11207" w="10621">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0650" name="Shape 10650"/>
        <p:cNvGrpSpPr/>
        <p:nvPr/>
      </p:nvGrpSpPr>
      <p:grpSpPr>
        <a:xfrm>
          <a:off x="0" y="0"/>
          <a:ext cx="0" cy="0"/>
          <a:chOff x="0" y="0"/>
          <a:chExt cx="0" cy="0"/>
        </a:xfrm>
      </p:grpSpPr>
      <p:sp>
        <p:nvSpPr>
          <p:cNvPr id="10651" name="Google Shape;10651;p104"/>
          <p:cNvSpPr txBox="1"/>
          <p:nvPr>
            <p:ph idx="4294967295" type="title"/>
          </p:nvPr>
        </p:nvSpPr>
        <p:spPr>
          <a:xfrm>
            <a:off x="849675" y="511025"/>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Creative Process Icons</a:t>
            </a:r>
            <a:endParaRPr>
              <a:solidFill>
                <a:schemeClr val="lt1"/>
              </a:solidFill>
              <a:latin typeface="Arial"/>
              <a:ea typeface="Arial"/>
              <a:cs typeface="Arial"/>
              <a:sym typeface="Arial"/>
            </a:endParaRPr>
          </a:p>
        </p:txBody>
      </p:sp>
      <p:sp>
        <p:nvSpPr>
          <p:cNvPr id="10652" name="Google Shape;10652;p104"/>
          <p:cNvSpPr txBox="1"/>
          <p:nvPr>
            <p:ph idx="4294967295" type="title"/>
          </p:nvPr>
        </p:nvSpPr>
        <p:spPr>
          <a:xfrm>
            <a:off x="4858400" y="511025"/>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Performing Arts Icons</a:t>
            </a:r>
            <a:endParaRPr>
              <a:solidFill>
                <a:schemeClr val="lt1"/>
              </a:solidFill>
              <a:latin typeface="Arial"/>
              <a:ea typeface="Arial"/>
              <a:cs typeface="Arial"/>
              <a:sym typeface="Arial"/>
            </a:endParaRPr>
          </a:p>
        </p:txBody>
      </p:sp>
      <p:grpSp>
        <p:nvGrpSpPr>
          <p:cNvPr id="10653" name="Google Shape;10653;p104"/>
          <p:cNvGrpSpPr/>
          <p:nvPr/>
        </p:nvGrpSpPr>
        <p:grpSpPr>
          <a:xfrm>
            <a:off x="889109" y="1303003"/>
            <a:ext cx="278288" cy="357036"/>
            <a:chOff x="-50489600" y="1947400"/>
            <a:chExt cx="233150" cy="299125"/>
          </a:xfrm>
        </p:grpSpPr>
        <p:sp>
          <p:nvSpPr>
            <p:cNvPr id="10654" name="Google Shape;10654;p104"/>
            <p:cNvSpPr/>
            <p:nvPr/>
          </p:nvSpPr>
          <p:spPr>
            <a:xfrm>
              <a:off x="-50382475" y="2018275"/>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5" name="Google Shape;10655;p104"/>
            <p:cNvSpPr/>
            <p:nvPr/>
          </p:nvSpPr>
          <p:spPr>
            <a:xfrm>
              <a:off x="-50489600" y="1947400"/>
              <a:ext cx="233150" cy="299125"/>
            </a:xfrm>
            <a:custGeom>
              <a:rect b="b" l="l" r="r" t="t"/>
              <a:pathLst>
                <a:path extrusionOk="0" h="11965" w="9326">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56" name="Google Shape;10656;p104"/>
          <p:cNvGrpSpPr/>
          <p:nvPr/>
        </p:nvGrpSpPr>
        <p:grpSpPr>
          <a:xfrm>
            <a:off x="849616" y="1757960"/>
            <a:ext cx="357274" cy="358199"/>
            <a:chOff x="-50523475" y="2316000"/>
            <a:chExt cx="299325" cy="300100"/>
          </a:xfrm>
        </p:grpSpPr>
        <p:sp>
          <p:nvSpPr>
            <p:cNvPr id="10657" name="Google Shape;10657;p104"/>
            <p:cNvSpPr/>
            <p:nvPr/>
          </p:nvSpPr>
          <p:spPr>
            <a:xfrm>
              <a:off x="-50453375" y="2387675"/>
              <a:ext cx="158350" cy="228425"/>
            </a:xfrm>
            <a:custGeom>
              <a:rect b="b" l="l" r="r" t="t"/>
              <a:pathLst>
                <a:path extrusionOk="0" h="9137" w="6334">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8" name="Google Shape;10658;p104"/>
            <p:cNvSpPr/>
            <p:nvPr/>
          </p:nvSpPr>
          <p:spPr>
            <a:xfrm>
              <a:off x="-50523475" y="2316000"/>
              <a:ext cx="299325" cy="178025"/>
            </a:xfrm>
            <a:custGeom>
              <a:rect b="b" l="l" r="r" t="t"/>
              <a:pathLst>
                <a:path extrusionOk="0" h="7121" w="11973">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59" name="Google Shape;10659;p104"/>
          <p:cNvGrpSpPr/>
          <p:nvPr/>
        </p:nvGrpSpPr>
        <p:grpSpPr>
          <a:xfrm>
            <a:off x="848213" y="2207269"/>
            <a:ext cx="360079" cy="357304"/>
            <a:chOff x="-50524250" y="2686150"/>
            <a:chExt cx="301675" cy="299350"/>
          </a:xfrm>
        </p:grpSpPr>
        <p:sp>
          <p:nvSpPr>
            <p:cNvPr id="10660" name="Google Shape;10660;p104"/>
            <p:cNvSpPr/>
            <p:nvPr/>
          </p:nvSpPr>
          <p:spPr>
            <a:xfrm>
              <a:off x="-50488025" y="2792500"/>
              <a:ext cx="18150" cy="52800"/>
            </a:xfrm>
            <a:custGeom>
              <a:rect b="b" l="l" r="r" t="t"/>
              <a:pathLst>
                <a:path extrusionOk="0" h="2112" w="726">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1" name="Google Shape;10661;p104"/>
            <p:cNvSpPr/>
            <p:nvPr/>
          </p:nvSpPr>
          <p:spPr>
            <a:xfrm>
              <a:off x="-50488025" y="2897250"/>
              <a:ext cx="18150" cy="53600"/>
            </a:xfrm>
            <a:custGeom>
              <a:rect b="b" l="l" r="r" t="t"/>
              <a:pathLst>
                <a:path extrusionOk="0" h="2144" w="726">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2" name="Google Shape;10662;p104"/>
            <p:cNvSpPr/>
            <p:nvPr/>
          </p:nvSpPr>
          <p:spPr>
            <a:xfrm>
              <a:off x="-50488025" y="2861825"/>
              <a:ext cx="18150" cy="18125"/>
            </a:xfrm>
            <a:custGeom>
              <a:rect b="b" l="l" r="r" t="t"/>
              <a:pathLst>
                <a:path extrusionOk="0" h="725" w="726">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3" name="Google Shape;10663;p104"/>
            <p:cNvSpPr/>
            <p:nvPr/>
          </p:nvSpPr>
          <p:spPr>
            <a:xfrm>
              <a:off x="-50524250" y="2686150"/>
              <a:ext cx="301675" cy="52825"/>
            </a:xfrm>
            <a:custGeom>
              <a:rect b="b" l="l" r="r" t="t"/>
              <a:pathLst>
                <a:path extrusionOk="0" h="2113" w="12067">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4" name="Google Shape;10664;p104"/>
            <p:cNvSpPr/>
            <p:nvPr/>
          </p:nvSpPr>
          <p:spPr>
            <a:xfrm>
              <a:off x="-50523475" y="2757075"/>
              <a:ext cx="300900" cy="228425"/>
            </a:xfrm>
            <a:custGeom>
              <a:rect b="b" l="l" r="r" t="t"/>
              <a:pathLst>
                <a:path extrusionOk="0" h="9137" w="12036">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5" name="Google Shape;10665;p104"/>
            <p:cNvSpPr/>
            <p:nvPr/>
          </p:nvSpPr>
          <p:spPr>
            <a:xfrm>
              <a:off x="-50453375" y="2792500"/>
              <a:ext cx="194575" cy="158350"/>
            </a:xfrm>
            <a:custGeom>
              <a:rect b="b" l="l" r="r" t="t"/>
              <a:pathLst>
                <a:path extrusionOk="0" h="6334" w="7783">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66" name="Google Shape;10666;p104"/>
          <p:cNvGrpSpPr/>
          <p:nvPr/>
        </p:nvGrpSpPr>
        <p:grpSpPr>
          <a:xfrm>
            <a:off x="3070976" y="1333082"/>
            <a:ext cx="358199" cy="359154"/>
            <a:chOff x="-48633950" y="1972600"/>
            <a:chExt cx="300100" cy="300900"/>
          </a:xfrm>
        </p:grpSpPr>
        <p:sp>
          <p:nvSpPr>
            <p:cNvPr id="10667" name="Google Shape;10667;p104"/>
            <p:cNvSpPr/>
            <p:nvPr/>
          </p:nvSpPr>
          <p:spPr>
            <a:xfrm>
              <a:off x="-48633950" y="1972600"/>
              <a:ext cx="300100" cy="300900"/>
            </a:xfrm>
            <a:custGeom>
              <a:rect b="b" l="l" r="r" t="t"/>
              <a:pathLst>
                <a:path extrusionOk="0" h="12036" w="12004">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8" name="Google Shape;10668;p104"/>
            <p:cNvSpPr/>
            <p:nvPr/>
          </p:nvSpPr>
          <p:spPr>
            <a:xfrm>
              <a:off x="-48509525" y="2097050"/>
              <a:ext cx="52800" cy="52775"/>
            </a:xfrm>
            <a:custGeom>
              <a:rect b="b" l="l" r="r" t="t"/>
              <a:pathLst>
                <a:path extrusionOk="0" h="2111" w="2112">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69" name="Google Shape;10669;p104"/>
          <p:cNvGrpSpPr/>
          <p:nvPr/>
        </p:nvGrpSpPr>
        <p:grpSpPr>
          <a:xfrm>
            <a:off x="3071439" y="2237377"/>
            <a:ext cx="357274" cy="357274"/>
            <a:chOff x="-48633175" y="2711375"/>
            <a:chExt cx="299325" cy="299325"/>
          </a:xfrm>
        </p:grpSpPr>
        <p:sp>
          <p:nvSpPr>
            <p:cNvPr id="10670" name="Google Shape;10670;p104"/>
            <p:cNvSpPr/>
            <p:nvPr/>
          </p:nvSpPr>
          <p:spPr>
            <a:xfrm>
              <a:off x="-48633175" y="2711375"/>
              <a:ext cx="299325" cy="299325"/>
            </a:xfrm>
            <a:custGeom>
              <a:rect b="b" l="l" r="r" t="t"/>
              <a:pathLst>
                <a:path extrusionOk="0" h="11973" w="11973">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1" name="Google Shape;10671;p104"/>
            <p:cNvSpPr/>
            <p:nvPr/>
          </p:nvSpPr>
          <p:spPr>
            <a:xfrm>
              <a:off x="-48579600" y="2764950"/>
              <a:ext cx="192975" cy="191400"/>
            </a:xfrm>
            <a:custGeom>
              <a:rect b="b" l="l" r="r" t="t"/>
              <a:pathLst>
                <a:path extrusionOk="0" h="7656" w="7719">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72" name="Google Shape;10672;p104"/>
          <p:cNvGrpSpPr/>
          <p:nvPr/>
        </p:nvGrpSpPr>
        <p:grpSpPr>
          <a:xfrm>
            <a:off x="1757928" y="2689329"/>
            <a:ext cx="314006" cy="358229"/>
            <a:chOff x="-46753100" y="1965500"/>
            <a:chExt cx="263075" cy="300125"/>
          </a:xfrm>
        </p:grpSpPr>
        <p:sp>
          <p:nvSpPr>
            <p:cNvPr id="10673" name="Google Shape;10673;p104"/>
            <p:cNvSpPr/>
            <p:nvPr/>
          </p:nvSpPr>
          <p:spPr>
            <a:xfrm>
              <a:off x="-46647575" y="2034825"/>
              <a:ext cx="53575" cy="53575"/>
            </a:xfrm>
            <a:custGeom>
              <a:rect b="b" l="l" r="r" t="t"/>
              <a:pathLst>
                <a:path extrusionOk="0" h="2143" w="2143">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4" name="Google Shape;10674;p104"/>
            <p:cNvSpPr/>
            <p:nvPr/>
          </p:nvSpPr>
          <p:spPr>
            <a:xfrm>
              <a:off x="-46753100" y="1965500"/>
              <a:ext cx="263075" cy="300125"/>
            </a:xfrm>
            <a:custGeom>
              <a:rect b="b" l="l" r="r" t="t"/>
              <a:pathLst>
                <a:path extrusionOk="0" h="12005" w="10523">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75" name="Google Shape;10675;p104"/>
          <p:cNvGrpSpPr/>
          <p:nvPr/>
        </p:nvGrpSpPr>
        <p:grpSpPr>
          <a:xfrm>
            <a:off x="1735354" y="3156542"/>
            <a:ext cx="359154" cy="315916"/>
            <a:chOff x="-46772025" y="2350650"/>
            <a:chExt cx="300900" cy="264675"/>
          </a:xfrm>
        </p:grpSpPr>
        <p:sp>
          <p:nvSpPr>
            <p:cNvPr id="10676" name="Google Shape;10676;p104"/>
            <p:cNvSpPr/>
            <p:nvPr/>
          </p:nvSpPr>
          <p:spPr>
            <a:xfrm>
              <a:off x="-46772025" y="2350650"/>
              <a:ext cx="300900" cy="264675"/>
            </a:xfrm>
            <a:custGeom>
              <a:rect b="b" l="l" r="r" t="t"/>
              <a:pathLst>
                <a:path extrusionOk="0" h="10587" w="12036">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7" name="Google Shape;10677;p104"/>
            <p:cNvSpPr/>
            <p:nvPr/>
          </p:nvSpPr>
          <p:spPr>
            <a:xfrm>
              <a:off x="-46664900" y="2475100"/>
              <a:ext cx="92175" cy="122900"/>
            </a:xfrm>
            <a:custGeom>
              <a:rect b="b" l="l" r="r" t="t"/>
              <a:pathLst>
                <a:path extrusionOk="0" h="4916" w="3687">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78" name="Google Shape;10678;p104"/>
          <p:cNvGrpSpPr/>
          <p:nvPr/>
        </p:nvGrpSpPr>
        <p:grpSpPr>
          <a:xfrm>
            <a:off x="1735354" y="3590820"/>
            <a:ext cx="359154" cy="359154"/>
            <a:chOff x="-46772025" y="2701925"/>
            <a:chExt cx="300900" cy="300900"/>
          </a:xfrm>
        </p:grpSpPr>
        <p:sp>
          <p:nvSpPr>
            <p:cNvPr id="10679" name="Google Shape;10679;p104"/>
            <p:cNvSpPr/>
            <p:nvPr/>
          </p:nvSpPr>
          <p:spPr>
            <a:xfrm>
              <a:off x="-46647575" y="2826375"/>
              <a:ext cx="53575" cy="53575"/>
            </a:xfrm>
            <a:custGeom>
              <a:rect b="b" l="l" r="r" t="t"/>
              <a:pathLst>
                <a:path extrusionOk="0" h="2143" w="2143">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0" name="Google Shape;10680;p104"/>
            <p:cNvSpPr/>
            <p:nvPr/>
          </p:nvSpPr>
          <p:spPr>
            <a:xfrm>
              <a:off x="-46772025" y="2701925"/>
              <a:ext cx="300900" cy="300900"/>
            </a:xfrm>
            <a:custGeom>
              <a:rect b="b" l="l" r="r" t="t"/>
              <a:pathLst>
                <a:path extrusionOk="0" h="12036" w="12036">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681" name="Google Shape;10681;p104"/>
          <p:cNvSpPr/>
          <p:nvPr/>
        </p:nvSpPr>
        <p:spPr>
          <a:xfrm>
            <a:off x="3964861" y="2731511"/>
            <a:ext cx="358199" cy="359154"/>
          </a:xfrm>
          <a:custGeom>
            <a:rect b="b" l="l" r="r" t="t"/>
            <a:pathLst>
              <a:path extrusionOk="0" h="12036" w="12004">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682" name="Google Shape;10682;p104"/>
          <p:cNvGrpSpPr/>
          <p:nvPr/>
        </p:nvGrpSpPr>
        <p:grpSpPr>
          <a:xfrm>
            <a:off x="1293035" y="1303928"/>
            <a:ext cx="358199" cy="359154"/>
            <a:chOff x="-50154075" y="1948175"/>
            <a:chExt cx="300100" cy="300900"/>
          </a:xfrm>
        </p:grpSpPr>
        <p:sp>
          <p:nvSpPr>
            <p:cNvPr id="10683" name="Google Shape;10683;p104"/>
            <p:cNvSpPr/>
            <p:nvPr/>
          </p:nvSpPr>
          <p:spPr>
            <a:xfrm>
              <a:off x="-50154075" y="1948175"/>
              <a:ext cx="300100" cy="300900"/>
            </a:xfrm>
            <a:custGeom>
              <a:rect b="b" l="l" r="r" t="t"/>
              <a:pathLst>
                <a:path extrusionOk="0" h="12036" w="12004">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4" name="Google Shape;10684;p104"/>
            <p:cNvSpPr/>
            <p:nvPr/>
          </p:nvSpPr>
          <p:spPr>
            <a:xfrm>
              <a:off x="-50119425" y="2194700"/>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85" name="Google Shape;10685;p104"/>
          <p:cNvGrpSpPr/>
          <p:nvPr/>
        </p:nvGrpSpPr>
        <p:grpSpPr>
          <a:xfrm>
            <a:off x="1293035" y="1758885"/>
            <a:ext cx="358199" cy="358229"/>
            <a:chOff x="-50154850" y="2316775"/>
            <a:chExt cx="300100" cy="300125"/>
          </a:xfrm>
        </p:grpSpPr>
        <p:sp>
          <p:nvSpPr>
            <p:cNvPr id="10686" name="Google Shape;10686;p104"/>
            <p:cNvSpPr/>
            <p:nvPr/>
          </p:nvSpPr>
          <p:spPr>
            <a:xfrm>
              <a:off x="-50154850" y="2316775"/>
              <a:ext cx="300100" cy="300125"/>
            </a:xfrm>
            <a:custGeom>
              <a:rect b="b" l="l" r="r" t="t"/>
              <a:pathLst>
                <a:path extrusionOk="0" h="12005" w="12004">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7" name="Google Shape;10687;p104"/>
            <p:cNvSpPr/>
            <p:nvPr/>
          </p:nvSpPr>
          <p:spPr>
            <a:xfrm>
              <a:off x="-50083975" y="2368775"/>
              <a:ext cx="158325" cy="193775"/>
            </a:xfrm>
            <a:custGeom>
              <a:rect b="b" l="l" r="r" t="t"/>
              <a:pathLst>
                <a:path extrusionOk="0" h="7751" w="6333">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88" name="Google Shape;10688;p104"/>
          <p:cNvGrpSpPr/>
          <p:nvPr/>
        </p:nvGrpSpPr>
        <p:grpSpPr>
          <a:xfrm>
            <a:off x="1288813" y="2205896"/>
            <a:ext cx="366644" cy="356558"/>
            <a:chOff x="-50158000" y="2685000"/>
            <a:chExt cx="307175" cy="298725"/>
          </a:xfrm>
        </p:grpSpPr>
        <p:sp>
          <p:nvSpPr>
            <p:cNvPr id="10689" name="Google Shape;10689;p104"/>
            <p:cNvSpPr/>
            <p:nvPr/>
          </p:nvSpPr>
          <p:spPr>
            <a:xfrm>
              <a:off x="-50158000" y="2685000"/>
              <a:ext cx="307175" cy="298725"/>
            </a:xfrm>
            <a:custGeom>
              <a:rect b="b" l="l" r="r" t="t"/>
              <a:pathLst>
                <a:path extrusionOk="0" h="11949" w="12287">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0" name="Google Shape;10690;p104"/>
            <p:cNvSpPr/>
            <p:nvPr/>
          </p:nvSpPr>
          <p:spPr>
            <a:xfrm>
              <a:off x="-50058775" y="2838200"/>
              <a:ext cx="51225" cy="49625"/>
            </a:xfrm>
            <a:custGeom>
              <a:rect b="b" l="l" r="r" t="t"/>
              <a:pathLst>
                <a:path extrusionOk="0" h="1985" w="2049">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91" name="Google Shape;10691;p104"/>
          <p:cNvGrpSpPr/>
          <p:nvPr/>
        </p:nvGrpSpPr>
        <p:grpSpPr>
          <a:xfrm>
            <a:off x="3070499" y="1788993"/>
            <a:ext cx="359154" cy="361004"/>
            <a:chOff x="-48634750" y="2342000"/>
            <a:chExt cx="300900" cy="302450"/>
          </a:xfrm>
        </p:grpSpPr>
        <p:sp>
          <p:nvSpPr>
            <p:cNvPr id="10692" name="Google Shape;10692;p104"/>
            <p:cNvSpPr/>
            <p:nvPr/>
          </p:nvSpPr>
          <p:spPr>
            <a:xfrm>
              <a:off x="-48545750" y="2342000"/>
              <a:ext cx="211900" cy="300875"/>
            </a:xfrm>
            <a:custGeom>
              <a:rect b="b" l="l" r="r" t="t"/>
              <a:pathLst>
                <a:path extrusionOk="0" h="12035" w="8476">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3" name="Google Shape;10693;p104"/>
            <p:cNvSpPr/>
            <p:nvPr/>
          </p:nvSpPr>
          <p:spPr>
            <a:xfrm>
              <a:off x="-48509525" y="2395550"/>
              <a:ext cx="52800" cy="52800"/>
            </a:xfrm>
            <a:custGeom>
              <a:rect b="b" l="l" r="r" t="t"/>
              <a:pathLst>
                <a:path extrusionOk="0" h="2112" w="2112">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4" name="Google Shape;10694;p104"/>
            <p:cNvSpPr/>
            <p:nvPr/>
          </p:nvSpPr>
          <p:spPr>
            <a:xfrm>
              <a:off x="-48509525" y="2466425"/>
              <a:ext cx="52800" cy="52800"/>
            </a:xfrm>
            <a:custGeom>
              <a:rect b="b" l="l" r="r" t="t"/>
              <a:pathLst>
                <a:path extrusionOk="0" h="2112" w="2112">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5" name="Google Shape;10695;p104"/>
            <p:cNvSpPr/>
            <p:nvPr/>
          </p:nvSpPr>
          <p:spPr>
            <a:xfrm>
              <a:off x="-48509525" y="2537325"/>
              <a:ext cx="52800" cy="52800"/>
            </a:xfrm>
            <a:custGeom>
              <a:rect b="b" l="l" r="r" t="t"/>
              <a:pathLst>
                <a:path extrusionOk="0" h="2112" w="2112">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6" name="Google Shape;10696;p104"/>
            <p:cNvSpPr/>
            <p:nvPr/>
          </p:nvSpPr>
          <p:spPr>
            <a:xfrm>
              <a:off x="-48421300" y="2395550"/>
              <a:ext cx="52800" cy="52800"/>
            </a:xfrm>
            <a:custGeom>
              <a:rect b="b" l="l" r="r" t="t"/>
              <a:pathLst>
                <a:path extrusionOk="0" h="2112" w="2112">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7" name="Google Shape;10697;p104"/>
            <p:cNvSpPr/>
            <p:nvPr/>
          </p:nvSpPr>
          <p:spPr>
            <a:xfrm>
              <a:off x="-48421300" y="2466425"/>
              <a:ext cx="52800" cy="52800"/>
            </a:xfrm>
            <a:custGeom>
              <a:rect b="b" l="l" r="r" t="t"/>
              <a:pathLst>
                <a:path extrusionOk="0" h="2112" w="2112">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8" name="Google Shape;10698;p104"/>
            <p:cNvSpPr/>
            <p:nvPr/>
          </p:nvSpPr>
          <p:spPr>
            <a:xfrm>
              <a:off x="-48421300" y="2537325"/>
              <a:ext cx="52800" cy="52800"/>
            </a:xfrm>
            <a:custGeom>
              <a:rect b="b" l="l" r="r" t="t"/>
              <a:pathLst>
                <a:path extrusionOk="0" h="2112" w="2112">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9" name="Google Shape;10699;p104"/>
            <p:cNvSpPr/>
            <p:nvPr/>
          </p:nvSpPr>
          <p:spPr>
            <a:xfrm>
              <a:off x="-48634750" y="2342775"/>
              <a:ext cx="71700" cy="301675"/>
            </a:xfrm>
            <a:custGeom>
              <a:rect b="b" l="l" r="r" t="t"/>
              <a:pathLst>
                <a:path extrusionOk="0" h="12067" w="2868">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00" name="Google Shape;10700;p104"/>
          <p:cNvGrpSpPr/>
          <p:nvPr/>
        </p:nvGrpSpPr>
        <p:grpSpPr>
          <a:xfrm>
            <a:off x="3521599" y="1334007"/>
            <a:ext cx="361004" cy="358229"/>
            <a:chOff x="-48266125" y="1973375"/>
            <a:chExt cx="302450" cy="300125"/>
          </a:xfrm>
        </p:grpSpPr>
        <p:sp>
          <p:nvSpPr>
            <p:cNvPr id="10701" name="Google Shape;10701;p104"/>
            <p:cNvSpPr/>
            <p:nvPr/>
          </p:nvSpPr>
          <p:spPr>
            <a:xfrm>
              <a:off x="-48212575" y="2045050"/>
              <a:ext cx="122900" cy="123700"/>
            </a:xfrm>
            <a:custGeom>
              <a:rect b="b" l="l" r="r" t="t"/>
              <a:pathLst>
                <a:path extrusionOk="0" h="4948" w="4916">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2" name="Google Shape;10702;p104"/>
            <p:cNvSpPr/>
            <p:nvPr/>
          </p:nvSpPr>
          <p:spPr>
            <a:xfrm>
              <a:off x="-48266125" y="1973375"/>
              <a:ext cx="230000" cy="300125"/>
            </a:xfrm>
            <a:custGeom>
              <a:rect b="b" l="l" r="r" t="t"/>
              <a:pathLst>
                <a:path extrusionOk="0" h="12005" w="920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3" name="Google Shape;10703;p104"/>
            <p:cNvSpPr/>
            <p:nvPr/>
          </p:nvSpPr>
          <p:spPr>
            <a:xfrm>
              <a:off x="-48018025" y="1991500"/>
              <a:ext cx="54350" cy="282000"/>
            </a:xfrm>
            <a:custGeom>
              <a:rect b="b" l="l" r="r" t="t"/>
              <a:pathLst>
                <a:path extrusionOk="0" h="11280" w="2174">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4" name="Google Shape;10704;p104"/>
            <p:cNvSpPr/>
            <p:nvPr/>
          </p:nvSpPr>
          <p:spPr>
            <a:xfrm>
              <a:off x="-48211800" y="2221475"/>
              <a:ext cx="122900" cy="17350"/>
            </a:xfrm>
            <a:custGeom>
              <a:rect b="b" l="l" r="r" t="t"/>
              <a:pathLst>
                <a:path extrusionOk="0" h="694" w="4916">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5" name="Google Shape;10705;p104"/>
            <p:cNvSpPr/>
            <p:nvPr/>
          </p:nvSpPr>
          <p:spPr>
            <a:xfrm>
              <a:off x="-48211800" y="2185250"/>
              <a:ext cx="87450" cy="18150"/>
            </a:xfrm>
            <a:custGeom>
              <a:rect b="b" l="l" r="r" t="t"/>
              <a:pathLst>
                <a:path extrusionOk="0" h="726" w="3498">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6" name="Google Shape;10706;p104"/>
            <p:cNvSpPr/>
            <p:nvPr/>
          </p:nvSpPr>
          <p:spPr>
            <a:xfrm>
              <a:off x="-48106250" y="2185250"/>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07" name="Google Shape;10707;p104"/>
          <p:cNvGrpSpPr/>
          <p:nvPr/>
        </p:nvGrpSpPr>
        <p:grpSpPr>
          <a:xfrm>
            <a:off x="3548844" y="1789769"/>
            <a:ext cx="306516" cy="358349"/>
            <a:chOff x="-48237000" y="2342650"/>
            <a:chExt cx="256800" cy="300225"/>
          </a:xfrm>
        </p:grpSpPr>
        <p:sp>
          <p:nvSpPr>
            <p:cNvPr id="10708" name="Google Shape;10708;p104"/>
            <p:cNvSpPr/>
            <p:nvPr/>
          </p:nvSpPr>
          <p:spPr>
            <a:xfrm>
              <a:off x="-48237000" y="2342650"/>
              <a:ext cx="256800" cy="300225"/>
            </a:xfrm>
            <a:custGeom>
              <a:rect b="b" l="l" r="r" t="t"/>
              <a:pathLst>
                <a:path extrusionOk="0" h="12009" w="10272">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9" name="Google Shape;10709;p104"/>
            <p:cNvSpPr/>
            <p:nvPr/>
          </p:nvSpPr>
          <p:spPr>
            <a:xfrm>
              <a:off x="-48195250" y="2377425"/>
              <a:ext cx="144150" cy="140225"/>
            </a:xfrm>
            <a:custGeom>
              <a:rect b="b" l="l" r="r" t="t"/>
              <a:pathLst>
                <a:path extrusionOk="0" h="5609" w="5766">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0" name="Google Shape;10710;p104"/>
            <p:cNvSpPr/>
            <p:nvPr/>
          </p:nvSpPr>
          <p:spPr>
            <a:xfrm>
              <a:off x="-48150350" y="2422325"/>
              <a:ext cx="52775" cy="52800"/>
            </a:xfrm>
            <a:custGeom>
              <a:rect b="b" l="l" r="r" t="t"/>
              <a:pathLst>
                <a:path extrusionOk="0" h="2112" w="2111">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11" name="Google Shape;10711;p104"/>
          <p:cNvGrpSpPr/>
          <p:nvPr/>
        </p:nvGrpSpPr>
        <p:grpSpPr>
          <a:xfrm>
            <a:off x="2180338" y="2690046"/>
            <a:ext cx="361034" cy="355633"/>
            <a:chOff x="-46404975" y="1966100"/>
            <a:chExt cx="302475" cy="297950"/>
          </a:xfrm>
        </p:grpSpPr>
        <p:sp>
          <p:nvSpPr>
            <p:cNvPr id="10712" name="Google Shape;10712;p104"/>
            <p:cNvSpPr/>
            <p:nvPr/>
          </p:nvSpPr>
          <p:spPr>
            <a:xfrm>
              <a:off x="-46349850" y="1966100"/>
              <a:ext cx="38625" cy="86850"/>
            </a:xfrm>
            <a:custGeom>
              <a:rect b="b" l="l" r="r" t="t"/>
              <a:pathLst>
                <a:path extrusionOk="0" h="3474" w="1545">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3" name="Google Shape;10713;p104"/>
            <p:cNvSpPr/>
            <p:nvPr/>
          </p:nvSpPr>
          <p:spPr>
            <a:xfrm>
              <a:off x="-46297875" y="1966100"/>
              <a:ext cx="38625" cy="86850"/>
            </a:xfrm>
            <a:custGeom>
              <a:rect b="b" l="l" r="r" t="t"/>
              <a:pathLst>
                <a:path extrusionOk="0" h="3474" w="1545">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4" name="Google Shape;10714;p104"/>
            <p:cNvSpPr/>
            <p:nvPr/>
          </p:nvSpPr>
          <p:spPr>
            <a:xfrm>
              <a:off x="-46244300" y="1966100"/>
              <a:ext cx="38600" cy="86850"/>
            </a:xfrm>
            <a:custGeom>
              <a:rect b="b" l="l" r="r" t="t"/>
              <a:pathLst>
                <a:path extrusionOk="0" h="3474" w="1544">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5" name="Google Shape;10715;p104"/>
            <p:cNvSpPr/>
            <p:nvPr/>
          </p:nvSpPr>
          <p:spPr>
            <a:xfrm>
              <a:off x="-46404975" y="2070250"/>
              <a:ext cx="302475" cy="193800"/>
            </a:xfrm>
            <a:custGeom>
              <a:rect b="b" l="l" r="r" t="t"/>
              <a:pathLst>
                <a:path extrusionOk="0" h="7752" w="12099">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16" name="Google Shape;10716;p104"/>
          <p:cNvGrpSpPr/>
          <p:nvPr/>
        </p:nvGrpSpPr>
        <p:grpSpPr>
          <a:xfrm>
            <a:off x="2181740" y="3135863"/>
            <a:ext cx="358229" cy="358199"/>
            <a:chOff x="-46401050" y="2333325"/>
            <a:chExt cx="300125" cy="300100"/>
          </a:xfrm>
        </p:grpSpPr>
        <p:sp>
          <p:nvSpPr>
            <p:cNvPr id="10717" name="Google Shape;10717;p104"/>
            <p:cNvSpPr/>
            <p:nvPr/>
          </p:nvSpPr>
          <p:spPr>
            <a:xfrm>
              <a:off x="-46401050" y="2333325"/>
              <a:ext cx="300125" cy="300100"/>
            </a:xfrm>
            <a:custGeom>
              <a:rect b="b" l="l" r="r" t="t"/>
              <a:pathLst>
                <a:path extrusionOk="0" h="12004" w="12005">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8" name="Google Shape;10718;p104"/>
            <p:cNvSpPr/>
            <p:nvPr/>
          </p:nvSpPr>
          <p:spPr>
            <a:xfrm>
              <a:off x="-46366400" y="2580650"/>
              <a:ext cx="35475" cy="17350"/>
            </a:xfrm>
            <a:custGeom>
              <a:rect b="b" l="l" r="r" t="t"/>
              <a:pathLst>
                <a:path extrusionOk="0" h="694" w="1419">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9" name="Google Shape;10719;p104"/>
            <p:cNvSpPr/>
            <p:nvPr/>
          </p:nvSpPr>
          <p:spPr>
            <a:xfrm>
              <a:off x="-46313625" y="2457775"/>
              <a:ext cx="122900" cy="122100"/>
            </a:xfrm>
            <a:custGeom>
              <a:rect b="b" l="l" r="r" t="t"/>
              <a:pathLst>
                <a:path extrusionOk="0" h="4884" w="4916">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0" name="Google Shape;10720;p104"/>
            <p:cNvSpPr/>
            <p:nvPr/>
          </p:nvSpPr>
          <p:spPr>
            <a:xfrm>
              <a:off x="-46278950" y="2493225"/>
              <a:ext cx="53575" cy="52775"/>
            </a:xfrm>
            <a:custGeom>
              <a:rect b="b" l="l" r="r" t="t"/>
              <a:pathLst>
                <a:path extrusionOk="0" h="2111" w="2143">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21" name="Google Shape;10721;p104"/>
          <p:cNvSpPr/>
          <p:nvPr/>
        </p:nvSpPr>
        <p:spPr>
          <a:xfrm>
            <a:off x="2183438" y="3591597"/>
            <a:ext cx="360109" cy="359154"/>
          </a:xfrm>
          <a:custGeom>
            <a:rect b="b" l="l" r="r" t="t"/>
            <a:pathLst>
              <a:path extrusionOk="0" h="12036" w="12068">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22" name="Google Shape;10722;p104"/>
          <p:cNvGrpSpPr/>
          <p:nvPr/>
        </p:nvGrpSpPr>
        <p:grpSpPr>
          <a:xfrm>
            <a:off x="3961830" y="3146218"/>
            <a:ext cx="359154" cy="359124"/>
            <a:chOff x="-44914800" y="2342000"/>
            <a:chExt cx="300900" cy="300875"/>
          </a:xfrm>
        </p:grpSpPr>
        <p:sp>
          <p:nvSpPr>
            <p:cNvPr id="10723" name="Google Shape;10723;p104"/>
            <p:cNvSpPr/>
            <p:nvPr/>
          </p:nvSpPr>
          <p:spPr>
            <a:xfrm>
              <a:off x="-44914800" y="2342000"/>
              <a:ext cx="300900" cy="300875"/>
            </a:xfrm>
            <a:custGeom>
              <a:rect b="b" l="l" r="r" t="t"/>
              <a:pathLst>
                <a:path extrusionOk="0" h="12035" w="12036">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4" name="Google Shape;10724;p104"/>
            <p:cNvSpPr/>
            <p:nvPr/>
          </p:nvSpPr>
          <p:spPr>
            <a:xfrm>
              <a:off x="-44860450" y="2412875"/>
              <a:ext cx="193000" cy="159125"/>
            </a:xfrm>
            <a:custGeom>
              <a:rect b="b" l="l" r="r" t="t"/>
              <a:pathLst>
                <a:path extrusionOk="0" h="6365" w="772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5" name="Google Shape;10725;p104"/>
            <p:cNvSpPr/>
            <p:nvPr/>
          </p:nvSpPr>
          <p:spPr>
            <a:xfrm>
              <a:off x="-44791150" y="2439650"/>
              <a:ext cx="52800" cy="53600"/>
            </a:xfrm>
            <a:custGeom>
              <a:rect b="b" l="l" r="r" t="t"/>
              <a:pathLst>
                <a:path extrusionOk="0" h="2144" w="2112">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26" name="Google Shape;10726;p104"/>
          <p:cNvSpPr/>
          <p:nvPr/>
        </p:nvSpPr>
        <p:spPr>
          <a:xfrm>
            <a:off x="1739586" y="1303114"/>
            <a:ext cx="357274" cy="356797"/>
          </a:xfrm>
          <a:custGeom>
            <a:rect b="b" l="l" r="r" t="t"/>
            <a:pathLst>
              <a:path extrusionOk="0" h="11957" w="11973">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27" name="Google Shape;10727;p104"/>
          <p:cNvGrpSpPr/>
          <p:nvPr/>
        </p:nvGrpSpPr>
        <p:grpSpPr>
          <a:xfrm>
            <a:off x="1735816" y="1758736"/>
            <a:ext cx="359154" cy="357424"/>
            <a:chOff x="-49786250" y="2316650"/>
            <a:chExt cx="300900" cy="299450"/>
          </a:xfrm>
        </p:grpSpPr>
        <p:sp>
          <p:nvSpPr>
            <p:cNvPr id="10728" name="Google Shape;10728;p104"/>
            <p:cNvSpPr/>
            <p:nvPr/>
          </p:nvSpPr>
          <p:spPr>
            <a:xfrm>
              <a:off x="-49746875" y="2316650"/>
              <a:ext cx="217400" cy="299450"/>
            </a:xfrm>
            <a:custGeom>
              <a:rect b="b" l="l" r="r" t="t"/>
              <a:pathLst>
                <a:path extrusionOk="0" h="11978" w="8696">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9" name="Google Shape;10729;p104"/>
            <p:cNvSpPr/>
            <p:nvPr/>
          </p:nvSpPr>
          <p:spPr>
            <a:xfrm>
              <a:off x="-49786250" y="2422325"/>
              <a:ext cx="36250" cy="17350"/>
            </a:xfrm>
            <a:custGeom>
              <a:rect b="b" l="l" r="r" t="t"/>
              <a:pathLst>
                <a:path extrusionOk="0" h="694" w="145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0" name="Google Shape;10730;p104"/>
            <p:cNvSpPr/>
            <p:nvPr/>
          </p:nvSpPr>
          <p:spPr>
            <a:xfrm>
              <a:off x="-49783900" y="2362475"/>
              <a:ext cx="31550" cy="30150"/>
            </a:xfrm>
            <a:custGeom>
              <a:rect b="b" l="l" r="r" t="t"/>
              <a:pathLst>
                <a:path extrusionOk="0" h="1206" w="1262">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1" name="Google Shape;10731;p104"/>
            <p:cNvSpPr/>
            <p:nvPr/>
          </p:nvSpPr>
          <p:spPr>
            <a:xfrm>
              <a:off x="-49783900" y="2468800"/>
              <a:ext cx="31550" cy="30150"/>
            </a:xfrm>
            <a:custGeom>
              <a:rect b="b" l="l" r="r" t="t"/>
              <a:pathLst>
                <a:path extrusionOk="0" h="1206" w="1262">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2" name="Google Shape;10732;p104"/>
            <p:cNvSpPr/>
            <p:nvPr/>
          </p:nvSpPr>
          <p:spPr>
            <a:xfrm>
              <a:off x="-49520825" y="2421550"/>
              <a:ext cx="35475" cy="18125"/>
            </a:xfrm>
            <a:custGeom>
              <a:rect b="b" l="l" r="r" t="t"/>
              <a:pathLst>
                <a:path extrusionOk="0" h="725" w="1419">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3" name="Google Shape;10733;p104"/>
            <p:cNvSpPr/>
            <p:nvPr/>
          </p:nvSpPr>
          <p:spPr>
            <a:xfrm>
              <a:off x="-49519250" y="2362475"/>
              <a:ext cx="31525" cy="31325"/>
            </a:xfrm>
            <a:custGeom>
              <a:rect b="b" l="l" r="r" t="t"/>
              <a:pathLst>
                <a:path extrusionOk="0" h="1253" w="1261">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4" name="Google Shape;10734;p104"/>
            <p:cNvSpPr/>
            <p:nvPr/>
          </p:nvSpPr>
          <p:spPr>
            <a:xfrm>
              <a:off x="-49519250" y="2468800"/>
              <a:ext cx="31525" cy="30150"/>
            </a:xfrm>
            <a:custGeom>
              <a:rect b="b" l="l" r="r" t="t"/>
              <a:pathLst>
                <a:path extrusionOk="0" h="1206" w="1261">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35" name="Google Shape;10735;p104"/>
          <p:cNvSpPr/>
          <p:nvPr/>
        </p:nvSpPr>
        <p:spPr>
          <a:xfrm>
            <a:off x="1731604" y="2205242"/>
            <a:ext cx="373239" cy="359154"/>
          </a:xfrm>
          <a:custGeom>
            <a:rect b="b" l="l" r="r" t="t"/>
            <a:pathLst>
              <a:path extrusionOk="0" h="12036" w="12508">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6" name="Google Shape;10736;p104"/>
          <p:cNvSpPr/>
          <p:nvPr/>
        </p:nvSpPr>
        <p:spPr>
          <a:xfrm>
            <a:off x="3971472" y="1334832"/>
            <a:ext cx="359154" cy="358199"/>
          </a:xfrm>
          <a:custGeom>
            <a:rect b="b" l="l" r="r" t="t"/>
            <a:pathLst>
              <a:path extrusionOk="0" h="12004" w="12036">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37" name="Google Shape;10737;p104"/>
          <p:cNvGrpSpPr/>
          <p:nvPr/>
        </p:nvGrpSpPr>
        <p:grpSpPr>
          <a:xfrm>
            <a:off x="4033144" y="1788993"/>
            <a:ext cx="230365" cy="359124"/>
            <a:chOff x="-47842400" y="2342000"/>
            <a:chExt cx="193000" cy="300875"/>
          </a:xfrm>
        </p:grpSpPr>
        <p:sp>
          <p:nvSpPr>
            <p:cNvPr id="10738" name="Google Shape;10738;p104"/>
            <p:cNvSpPr/>
            <p:nvPr/>
          </p:nvSpPr>
          <p:spPr>
            <a:xfrm>
              <a:off x="-47809325" y="2412875"/>
              <a:ext cx="124475" cy="124475"/>
            </a:xfrm>
            <a:custGeom>
              <a:rect b="b" l="l" r="r" t="t"/>
              <a:pathLst>
                <a:path extrusionOk="0" h="4979" w="4979">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9" name="Google Shape;10739;p104"/>
            <p:cNvSpPr/>
            <p:nvPr/>
          </p:nvSpPr>
          <p:spPr>
            <a:xfrm>
              <a:off x="-47842400" y="2342000"/>
              <a:ext cx="193000" cy="300875"/>
            </a:xfrm>
            <a:custGeom>
              <a:rect b="b" l="l" r="r" t="t"/>
              <a:pathLst>
                <a:path extrusionOk="0" h="12035" w="772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0" name="Google Shape;10740;p104"/>
            <p:cNvSpPr/>
            <p:nvPr/>
          </p:nvSpPr>
          <p:spPr>
            <a:xfrm>
              <a:off x="-47772300" y="2589300"/>
              <a:ext cx="52800" cy="18150"/>
            </a:xfrm>
            <a:custGeom>
              <a:rect b="b" l="l" r="r" t="t"/>
              <a:pathLst>
                <a:path extrusionOk="0" h="726" w="2112">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41" name="Google Shape;10741;p104"/>
          <p:cNvGrpSpPr/>
          <p:nvPr/>
        </p:nvGrpSpPr>
        <p:grpSpPr>
          <a:xfrm>
            <a:off x="3969212" y="2236452"/>
            <a:ext cx="358229" cy="359154"/>
            <a:chOff x="-47896750" y="2710600"/>
            <a:chExt cx="300125" cy="300900"/>
          </a:xfrm>
        </p:grpSpPr>
        <p:sp>
          <p:nvSpPr>
            <p:cNvPr id="10742" name="Google Shape;10742;p104"/>
            <p:cNvSpPr/>
            <p:nvPr/>
          </p:nvSpPr>
          <p:spPr>
            <a:xfrm>
              <a:off x="-47896750" y="2710600"/>
              <a:ext cx="300125" cy="300900"/>
            </a:xfrm>
            <a:custGeom>
              <a:rect b="b" l="l" r="r" t="t"/>
              <a:pathLst>
                <a:path extrusionOk="0" h="12036" w="12005">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3" name="Google Shape;10743;p104"/>
            <p:cNvSpPr/>
            <p:nvPr/>
          </p:nvSpPr>
          <p:spPr>
            <a:xfrm>
              <a:off x="-47834525" y="2904350"/>
              <a:ext cx="17350" cy="44125"/>
            </a:xfrm>
            <a:custGeom>
              <a:rect b="b" l="l" r="r" t="t"/>
              <a:pathLst>
                <a:path extrusionOk="0" h="1765" w="694">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4" name="Google Shape;10744;p104"/>
            <p:cNvSpPr/>
            <p:nvPr/>
          </p:nvSpPr>
          <p:spPr>
            <a:xfrm>
              <a:off x="-47790400" y="2884475"/>
              <a:ext cx="38600" cy="36450"/>
            </a:xfrm>
            <a:custGeom>
              <a:rect b="b" l="l" r="r" t="t"/>
              <a:pathLst>
                <a:path extrusionOk="0" h="1458" w="1544">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5" name="Google Shape;10745;p104"/>
            <p:cNvSpPr/>
            <p:nvPr/>
          </p:nvSpPr>
          <p:spPr>
            <a:xfrm>
              <a:off x="-47896750" y="2885150"/>
              <a:ext cx="37050" cy="37350"/>
            </a:xfrm>
            <a:custGeom>
              <a:rect b="b" l="l" r="r" t="t"/>
              <a:pathLst>
                <a:path extrusionOk="0" h="1494" w="1482">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46" name="Google Shape;10746;p104"/>
          <p:cNvGrpSpPr/>
          <p:nvPr/>
        </p:nvGrpSpPr>
        <p:grpSpPr>
          <a:xfrm>
            <a:off x="2624852" y="2710009"/>
            <a:ext cx="359154" cy="314991"/>
            <a:chOff x="-46033225" y="1982825"/>
            <a:chExt cx="300900" cy="263900"/>
          </a:xfrm>
        </p:grpSpPr>
        <p:sp>
          <p:nvSpPr>
            <p:cNvPr id="10747" name="Google Shape;10747;p104"/>
            <p:cNvSpPr/>
            <p:nvPr/>
          </p:nvSpPr>
          <p:spPr>
            <a:xfrm>
              <a:off x="-45962325" y="2053725"/>
              <a:ext cx="157525" cy="157550"/>
            </a:xfrm>
            <a:custGeom>
              <a:rect b="b" l="l" r="r" t="t"/>
              <a:pathLst>
                <a:path extrusionOk="0" h="6302" w="6301">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8" name="Google Shape;10748;p104"/>
            <p:cNvSpPr/>
            <p:nvPr/>
          </p:nvSpPr>
          <p:spPr>
            <a:xfrm>
              <a:off x="-45927675" y="2088375"/>
              <a:ext cx="89025" cy="88250"/>
            </a:xfrm>
            <a:custGeom>
              <a:rect b="b" l="l" r="r" t="t"/>
              <a:pathLst>
                <a:path extrusionOk="0" h="3530" w="3561">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9" name="Google Shape;10749;p104"/>
            <p:cNvSpPr/>
            <p:nvPr/>
          </p:nvSpPr>
          <p:spPr>
            <a:xfrm>
              <a:off x="-46033225" y="1982825"/>
              <a:ext cx="300900" cy="263900"/>
            </a:xfrm>
            <a:custGeom>
              <a:rect b="b" l="l" r="r" t="t"/>
              <a:pathLst>
                <a:path extrusionOk="0" h="10556" w="12036">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50" name="Google Shape;10750;p104"/>
          <p:cNvGrpSpPr/>
          <p:nvPr/>
        </p:nvGrpSpPr>
        <p:grpSpPr>
          <a:xfrm>
            <a:off x="2621569" y="3137266"/>
            <a:ext cx="365719" cy="326151"/>
            <a:chOff x="-46034000" y="2334500"/>
            <a:chExt cx="306400" cy="273250"/>
          </a:xfrm>
        </p:grpSpPr>
        <p:sp>
          <p:nvSpPr>
            <p:cNvPr id="10751" name="Google Shape;10751;p104"/>
            <p:cNvSpPr/>
            <p:nvPr/>
          </p:nvSpPr>
          <p:spPr>
            <a:xfrm>
              <a:off x="-46034000" y="2334500"/>
              <a:ext cx="306400" cy="273250"/>
            </a:xfrm>
            <a:custGeom>
              <a:rect b="b" l="l" r="r" t="t"/>
              <a:pathLst>
                <a:path extrusionOk="0" h="10930" w="12256">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2" name="Google Shape;10752;p104"/>
            <p:cNvSpPr/>
            <p:nvPr/>
          </p:nvSpPr>
          <p:spPr>
            <a:xfrm>
              <a:off x="-45879625" y="2374275"/>
              <a:ext cx="105550" cy="104000"/>
            </a:xfrm>
            <a:custGeom>
              <a:rect b="b" l="l" r="r" t="t"/>
              <a:pathLst>
                <a:path extrusionOk="0" h="4160" w="4222">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3" name="Google Shape;10753;p104"/>
            <p:cNvSpPr/>
            <p:nvPr/>
          </p:nvSpPr>
          <p:spPr>
            <a:xfrm>
              <a:off x="-45922950" y="2474125"/>
              <a:ext cx="49625" cy="47475"/>
            </a:xfrm>
            <a:custGeom>
              <a:rect b="b" l="l" r="r" t="t"/>
              <a:pathLst>
                <a:path extrusionOk="0" h="1899" w="1985">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54" name="Google Shape;10754;p104"/>
          <p:cNvGrpSpPr/>
          <p:nvPr/>
        </p:nvGrpSpPr>
        <p:grpSpPr>
          <a:xfrm>
            <a:off x="2667627" y="3591655"/>
            <a:ext cx="273603" cy="356439"/>
            <a:chOff x="-45998575" y="2702625"/>
            <a:chExt cx="229225" cy="298625"/>
          </a:xfrm>
        </p:grpSpPr>
        <p:sp>
          <p:nvSpPr>
            <p:cNvPr id="10755" name="Google Shape;10755;p104"/>
            <p:cNvSpPr/>
            <p:nvPr/>
          </p:nvSpPr>
          <p:spPr>
            <a:xfrm>
              <a:off x="-45944225" y="2702625"/>
              <a:ext cx="125250" cy="298625"/>
            </a:xfrm>
            <a:custGeom>
              <a:rect b="b" l="l" r="r" t="t"/>
              <a:pathLst>
                <a:path extrusionOk="0" h="11945" w="501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6" name="Google Shape;10756;p104"/>
            <p:cNvSpPr/>
            <p:nvPr/>
          </p:nvSpPr>
          <p:spPr>
            <a:xfrm>
              <a:off x="-45804025" y="2755500"/>
              <a:ext cx="34675" cy="18125"/>
            </a:xfrm>
            <a:custGeom>
              <a:rect b="b" l="l" r="r" t="t"/>
              <a:pathLst>
                <a:path extrusionOk="0" h="725" w="1387">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7" name="Google Shape;10757;p104"/>
            <p:cNvSpPr/>
            <p:nvPr/>
          </p:nvSpPr>
          <p:spPr>
            <a:xfrm>
              <a:off x="-45998575" y="2755500"/>
              <a:ext cx="35475" cy="18125"/>
            </a:xfrm>
            <a:custGeom>
              <a:rect b="b" l="l" r="r" t="t"/>
              <a:pathLst>
                <a:path extrusionOk="0" h="725" w="1419">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8" name="Google Shape;10758;p104"/>
            <p:cNvSpPr/>
            <p:nvPr/>
          </p:nvSpPr>
          <p:spPr>
            <a:xfrm>
              <a:off x="-45818200" y="2703175"/>
              <a:ext cx="35475" cy="26100"/>
            </a:xfrm>
            <a:custGeom>
              <a:rect b="b" l="l" r="r" t="t"/>
              <a:pathLst>
                <a:path extrusionOk="0" h="1044" w="1419">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9" name="Google Shape;10759;p104"/>
            <p:cNvSpPr/>
            <p:nvPr/>
          </p:nvSpPr>
          <p:spPr>
            <a:xfrm>
              <a:off x="-45984400" y="2799050"/>
              <a:ext cx="35475" cy="26100"/>
            </a:xfrm>
            <a:custGeom>
              <a:rect b="b" l="l" r="r" t="t"/>
              <a:pathLst>
                <a:path extrusionOk="0" h="1044" w="1419">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0" name="Google Shape;10760;p104"/>
            <p:cNvSpPr/>
            <p:nvPr/>
          </p:nvSpPr>
          <p:spPr>
            <a:xfrm>
              <a:off x="-45815850" y="2799050"/>
              <a:ext cx="33900" cy="25750"/>
            </a:xfrm>
            <a:custGeom>
              <a:rect b="b" l="l" r="r" t="t"/>
              <a:pathLst>
                <a:path extrusionOk="0" h="1030" w="1356">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1" name="Google Shape;10761;p104"/>
            <p:cNvSpPr/>
            <p:nvPr/>
          </p:nvSpPr>
          <p:spPr>
            <a:xfrm>
              <a:off x="-45983600" y="2702750"/>
              <a:ext cx="34675" cy="25525"/>
            </a:xfrm>
            <a:custGeom>
              <a:rect b="b" l="l" r="r" t="t"/>
              <a:pathLst>
                <a:path extrusionOk="0" h="1021" w="1387">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62" name="Google Shape;10762;p104"/>
          <p:cNvSpPr/>
          <p:nvPr/>
        </p:nvSpPr>
        <p:spPr>
          <a:xfrm>
            <a:off x="3986479" y="3612752"/>
            <a:ext cx="314961" cy="358199"/>
          </a:xfrm>
          <a:custGeom>
            <a:rect b="b" l="l" r="r" t="t"/>
            <a:pathLst>
              <a:path extrusionOk="0" h="12004" w="10555">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3" name="Google Shape;10763;p104"/>
          <p:cNvSpPr/>
          <p:nvPr/>
        </p:nvSpPr>
        <p:spPr>
          <a:xfrm>
            <a:off x="2183447" y="1313199"/>
            <a:ext cx="360079" cy="336595"/>
          </a:xfrm>
          <a:custGeom>
            <a:rect b="b" l="l" r="r" t="t"/>
            <a:pathLst>
              <a:path extrusionOk="0" h="11280" w="12067">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64" name="Google Shape;10764;p104"/>
          <p:cNvGrpSpPr/>
          <p:nvPr/>
        </p:nvGrpSpPr>
        <p:grpSpPr>
          <a:xfrm>
            <a:off x="2203197" y="2205419"/>
            <a:ext cx="314961" cy="361034"/>
            <a:chOff x="-49398750" y="2684600"/>
            <a:chExt cx="263875" cy="302475"/>
          </a:xfrm>
        </p:grpSpPr>
        <p:sp>
          <p:nvSpPr>
            <p:cNvPr id="10765" name="Google Shape;10765;p104"/>
            <p:cNvSpPr/>
            <p:nvPr/>
          </p:nvSpPr>
          <p:spPr>
            <a:xfrm>
              <a:off x="-49294775" y="2684600"/>
              <a:ext cx="73275" cy="299325"/>
            </a:xfrm>
            <a:custGeom>
              <a:rect b="b" l="l" r="r" t="t"/>
              <a:pathLst>
                <a:path extrusionOk="0" h="11973" w="2931">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6" name="Google Shape;10766;p104"/>
            <p:cNvSpPr/>
            <p:nvPr/>
          </p:nvSpPr>
          <p:spPr>
            <a:xfrm>
              <a:off x="-49398750" y="2684600"/>
              <a:ext cx="87450" cy="300900"/>
            </a:xfrm>
            <a:custGeom>
              <a:rect b="b" l="l" r="r" t="t"/>
              <a:pathLst>
                <a:path extrusionOk="0" h="12036" w="3498">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7" name="Google Shape;10767;p104"/>
            <p:cNvSpPr/>
            <p:nvPr/>
          </p:nvSpPr>
          <p:spPr>
            <a:xfrm>
              <a:off x="-49207350" y="2686175"/>
              <a:ext cx="72475" cy="300900"/>
            </a:xfrm>
            <a:custGeom>
              <a:rect b="b" l="l" r="r" t="t"/>
              <a:pathLst>
                <a:path extrusionOk="0" h="12036" w="2899">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68" name="Google Shape;10768;p104"/>
          <p:cNvGrpSpPr/>
          <p:nvPr/>
        </p:nvGrpSpPr>
        <p:grpSpPr>
          <a:xfrm>
            <a:off x="873121" y="2699684"/>
            <a:ext cx="314006" cy="359154"/>
            <a:chOff x="-47509225" y="1974175"/>
            <a:chExt cx="263075" cy="300900"/>
          </a:xfrm>
        </p:grpSpPr>
        <p:sp>
          <p:nvSpPr>
            <p:cNvPr id="10769" name="Google Shape;10769;p104"/>
            <p:cNvSpPr/>
            <p:nvPr/>
          </p:nvSpPr>
          <p:spPr>
            <a:xfrm>
              <a:off x="-47439925" y="2026950"/>
              <a:ext cx="124475" cy="124450"/>
            </a:xfrm>
            <a:custGeom>
              <a:rect b="b" l="l" r="r" t="t"/>
              <a:pathLst>
                <a:path extrusionOk="0" h="4978" w="4979">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0" name="Google Shape;10770;p104"/>
            <p:cNvSpPr/>
            <p:nvPr/>
          </p:nvSpPr>
          <p:spPr>
            <a:xfrm>
              <a:off x="-47439125" y="2184475"/>
              <a:ext cx="88225" cy="18125"/>
            </a:xfrm>
            <a:custGeom>
              <a:rect b="b" l="l" r="r" t="t"/>
              <a:pathLst>
                <a:path extrusionOk="0" h="725" w="3529">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1" name="Google Shape;10771;p104"/>
            <p:cNvSpPr/>
            <p:nvPr/>
          </p:nvSpPr>
          <p:spPr>
            <a:xfrm>
              <a:off x="-47438350" y="2219900"/>
              <a:ext cx="122900" cy="18150"/>
            </a:xfrm>
            <a:custGeom>
              <a:rect b="b" l="l" r="r" t="t"/>
              <a:pathLst>
                <a:path extrusionOk="0" h="726" w="4916">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2" name="Google Shape;10772;p104"/>
            <p:cNvSpPr/>
            <p:nvPr/>
          </p:nvSpPr>
          <p:spPr>
            <a:xfrm>
              <a:off x="-47333600" y="2186050"/>
              <a:ext cx="18150" cy="17350"/>
            </a:xfrm>
            <a:custGeom>
              <a:rect b="b" l="l" r="r" t="t"/>
              <a:pathLst>
                <a:path extrusionOk="0" h="694" w="726">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3" name="Google Shape;10773;p104"/>
            <p:cNvSpPr/>
            <p:nvPr/>
          </p:nvSpPr>
          <p:spPr>
            <a:xfrm>
              <a:off x="-47509225" y="1974175"/>
              <a:ext cx="263075" cy="300900"/>
            </a:xfrm>
            <a:custGeom>
              <a:rect b="b" l="l" r="r" t="t"/>
              <a:pathLst>
                <a:path extrusionOk="0" h="12036" w="10523">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74" name="Google Shape;10774;p104"/>
          <p:cNvGrpSpPr/>
          <p:nvPr/>
        </p:nvGrpSpPr>
        <p:grpSpPr>
          <a:xfrm>
            <a:off x="849622" y="3146218"/>
            <a:ext cx="361004" cy="357961"/>
            <a:chOff x="-47529700" y="2342000"/>
            <a:chExt cx="302450" cy="299900"/>
          </a:xfrm>
        </p:grpSpPr>
        <p:sp>
          <p:nvSpPr>
            <p:cNvPr id="10775" name="Google Shape;10775;p104"/>
            <p:cNvSpPr/>
            <p:nvPr/>
          </p:nvSpPr>
          <p:spPr>
            <a:xfrm>
              <a:off x="-47529700" y="2342000"/>
              <a:ext cx="302450" cy="299900"/>
            </a:xfrm>
            <a:custGeom>
              <a:rect b="b" l="l" r="r" t="t"/>
              <a:pathLst>
                <a:path extrusionOk="0" h="11996" w="12098">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6" name="Google Shape;10776;p104"/>
            <p:cNvSpPr/>
            <p:nvPr/>
          </p:nvSpPr>
          <p:spPr>
            <a:xfrm>
              <a:off x="-47404475" y="2395550"/>
              <a:ext cx="124475" cy="123675"/>
            </a:xfrm>
            <a:custGeom>
              <a:rect b="b" l="l" r="r" t="t"/>
              <a:pathLst>
                <a:path extrusionOk="0" h="4947" w="4979">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77" name="Google Shape;10777;p104"/>
          <p:cNvGrpSpPr/>
          <p:nvPr/>
        </p:nvGrpSpPr>
        <p:grpSpPr>
          <a:xfrm>
            <a:off x="851025" y="3645367"/>
            <a:ext cx="358199" cy="272648"/>
            <a:chOff x="-47527350" y="2747625"/>
            <a:chExt cx="300100" cy="228425"/>
          </a:xfrm>
        </p:grpSpPr>
        <p:sp>
          <p:nvSpPr>
            <p:cNvPr id="10778" name="Google Shape;10778;p104"/>
            <p:cNvSpPr/>
            <p:nvPr/>
          </p:nvSpPr>
          <p:spPr>
            <a:xfrm>
              <a:off x="-47475350" y="2782275"/>
              <a:ext cx="124450" cy="124475"/>
            </a:xfrm>
            <a:custGeom>
              <a:rect b="b" l="l" r="r" t="t"/>
              <a:pathLst>
                <a:path extrusionOk="0" h="4979" w="4978">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9" name="Google Shape;10779;p104"/>
            <p:cNvSpPr/>
            <p:nvPr/>
          </p:nvSpPr>
          <p:spPr>
            <a:xfrm>
              <a:off x="-47333600" y="2782275"/>
              <a:ext cx="53600" cy="18125"/>
            </a:xfrm>
            <a:custGeom>
              <a:rect b="b" l="l" r="r" t="t"/>
              <a:pathLst>
                <a:path extrusionOk="0" h="725" w="2144">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0" name="Google Shape;10780;p104"/>
            <p:cNvSpPr/>
            <p:nvPr/>
          </p:nvSpPr>
          <p:spPr>
            <a:xfrm>
              <a:off x="-47333600" y="2817725"/>
              <a:ext cx="53600" cy="18125"/>
            </a:xfrm>
            <a:custGeom>
              <a:rect b="b" l="l" r="r" t="t"/>
              <a:pathLst>
                <a:path extrusionOk="0" h="725" w="2144">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1" name="Google Shape;10781;p104"/>
            <p:cNvSpPr/>
            <p:nvPr/>
          </p:nvSpPr>
          <p:spPr>
            <a:xfrm>
              <a:off x="-47333600" y="2852375"/>
              <a:ext cx="53600" cy="17350"/>
            </a:xfrm>
            <a:custGeom>
              <a:rect b="b" l="l" r="r" t="t"/>
              <a:pathLst>
                <a:path extrusionOk="0" h="694" w="2144">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2" name="Google Shape;10782;p104"/>
            <p:cNvSpPr/>
            <p:nvPr/>
          </p:nvSpPr>
          <p:spPr>
            <a:xfrm>
              <a:off x="-47333600" y="2887800"/>
              <a:ext cx="53600" cy="17375"/>
            </a:xfrm>
            <a:custGeom>
              <a:rect b="b" l="l" r="r" t="t"/>
              <a:pathLst>
                <a:path extrusionOk="0" h="695" w="2144">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3" name="Google Shape;10783;p104"/>
            <p:cNvSpPr/>
            <p:nvPr/>
          </p:nvSpPr>
          <p:spPr>
            <a:xfrm>
              <a:off x="-47527350" y="2747625"/>
              <a:ext cx="300100" cy="228425"/>
            </a:xfrm>
            <a:custGeom>
              <a:rect b="b" l="l" r="r" t="t"/>
              <a:pathLst>
                <a:path extrusionOk="0" h="9137" w="12004">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84" name="Google Shape;10784;p104"/>
          <p:cNvSpPr/>
          <p:nvPr/>
        </p:nvSpPr>
        <p:spPr>
          <a:xfrm>
            <a:off x="3077474" y="2687082"/>
            <a:ext cx="356319" cy="360795"/>
          </a:xfrm>
          <a:custGeom>
            <a:rect b="b" l="l" r="r" t="t"/>
            <a:pathLst>
              <a:path extrusionOk="0" h="12091" w="11941">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85" name="Google Shape;10785;p104"/>
          <p:cNvGrpSpPr/>
          <p:nvPr/>
        </p:nvGrpSpPr>
        <p:grpSpPr>
          <a:xfrm>
            <a:off x="3073924" y="3158422"/>
            <a:ext cx="358229" cy="314961"/>
            <a:chOff x="-45664625" y="2352225"/>
            <a:chExt cx="300125" cy="263875"/>
          </a:xfrm>
        </p:grpSpPr>
        <p:sp>
          <p:nvSpPr>
            <p:cNvPr id="10786" name="Google Shape;10786;p104"/>
            <p:cNvSpPr/>
            <p:nvPr/>
          </p:nvSpPr>
          <p:spPr>
            <a:xfrm>
              <a:off x="-45664625" y="2352225"/>
              <a:ext cx="300125" cy="263875"/>
            </a:xfrm>
            <a:custGeom>
              <a:rect b="b" l="l" r="r" t="t"/>
              <a:pathLst>
                <a:path extrusionOk="0" h="10555" w="12005">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7" name="Google Shape;10787;p104"/>
            <p:cNvSpPr/>
            <p:nvPr/>
          </p:nvSpPr>
          <p:spPr>
            <a:xfrm>
              <a:off x="-45612625" y="2475100"/>
              <a:ext cx="55150" cy="88225"/>
            </a:xfrm>
            <a:custGeom>
              <a:rect b="b" l="l" r="r" t="t"/>
              <a:pathLst>
                <a:path extrusionOk="0" h="3529" w="2206">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8" name="Google Shape;10788;p104"/>
            <p:cNvSpPr/>
            <p:nvPr/>
          </p:nvSpPr>
          <p:spPr>
            <a:xfrm>
              <a:off x="-45471650" y="2475100"/>
              <a:ext cx="54375" cy="86850"/>
            </a:xfrm>
            <a:custGeom>
              <a:rect b="b" l="l" r="r" t="t"/>
              <a:pathLst>
                <a:path extrusionOk="0" h="3474" w="2175">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9" name="Google Shape;10789;p104"/>
            <p:cNvSpPr/>
            <p:nvPr/>
          </p:nvSpPr>
          <p:spPr>
            <a:xfrm>
              <a:off x="-45542525" y="2456975"/>
              <a:ext cx="55150" cy="123300"/>
            </a:xfrm>
            <a:custGeom>
              <a:rect b="b" l="l" r="r" t="t"/>
              <a:pathLst>
                <a:path extrusionOk="0" h="4932" w="2206">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0" name="Google Shape;10790;p104"/>
            <p:cNvSpPr/>
            <p:nvPr/>
          </p:nvSpPr>
          <p:spPr>
            <a:xfrm>
              <a:off x="-45541750" y="2386100"/>
              <a:ext cx="35475" cy="18125"/>
            </a:xfrm>
            <a:custGeom>
              <a:rect b="b" l="l" r="r" t="t"/>
              <a:pathLst>
                <a:path extrusionOk="0" h="725" w="1419">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1" name="Google Shape;10791;p104"/>
            <p:cNvSpPr/>
            <p:nvPr/>
          </p:nvSpPr>
          <p:spPr>
            <a:xfrm>
              <a:off x="-45488175" y="2386100"/>
              <a:ext cx="35450" cy="18125"/>
            </a:xfrm>
            <a:custGeom>
              <a:rect b="b" l="l" r="r" t="t"/>
              <a:pathLst>
                <a:path extrusionOk="0" h="725" w="1418">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2" name="Google Shape;10792;p104"/>
            <p:cNvSpPr/>
            <p:nvPr/>
          </p:nvSpPr>
          <p:spPr>
            <a:xfrm>
              <a:off x="-45436200" y="2386100"/>
              <a:ext cx="35450" cy="18125"/>
            </a:xfrm>
            <a:custGeom>
              <a:rect b="b" l="l" r="r" t="t"/>
              <a:pathLst>
                <a:path extrusionOk="0" h="725" w="1418">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93" name="Google Shape;10793;p104"/>
          <p:cNvGrpSpPr/>
          <p:nvPr/>
        </p:nvGrpSpPr>
        <p:grpSpPr>
          <a:xfrm>
            <a:off x="3073103" y="3592401"/>
            <a:ext cx="359870" cy="357573"/>
            <a:chOff x="-45665400" y="2703250"/>
            <a:chExt cx="301500" cy="299575"/>
          </a:xfrm>
        </p:grpSpPr>
        <p:sp>
          <p:nvSpPr>
            <p:cNvPr id="10794" name="Google Shape;10794;p104"/>
            <p:cNvSpPr/>
            <p:nvPr/>
          </p:nvSpPr>
          <p:spPr>
            <a:xfrm>
              <a:off x="-45664625" y="2703250"/>
              <a:ext cx="300725" cy="299575"/>
            </a:xfrm>
            <a:custGeom>
              <a:rect b="b" l="l" r="r" t="t"/>
              <a:pathLst>
                <a:path extrusionOk="0" h="11983" w="12029">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5" name="Google Shape;10795;p104"/>
            <p:cNvSpPr/>
            <p:nvPr/>
          </p:nvSpPr>
          <p:spPr>
            <a:xfrm>
              <a:off x="-45663825" y="2879150"/>
              <a:ext cx="71700" cy="71500"/>
            </a:xfrm>
            <a:custGeom>
              <a:rect b="b" l="l" r="r" t="t"/>
              <a:pathLst>
                <a:path extrusionOk="0" h="2860" w="2868">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6" name="Google Shape;10796;p104"/>
            <p:cNvSpPr/>
            <p:nvPr/>
          </p:nvSpPr>
          <p:spPr>
            <a:xfrm>
              <a:off x="-45613425" y="2929750"/>
              <a:ext cx="71700" cy="71500"/>
            </a:xfrm>
            <a:custGeom>
              <a:rect b="b" l="l" r="r" t="t"/>
              <a:pathLst>
                <a:path extrusionOk="0" h="2860" w="2868">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7" name="Google Shape;10797;p104"/>
            <p:cNvSpPr/>
            <p:nvPr/>
          </p:nvSpPr>
          <p:spPr>
            <a:xfrm>
              <a:off x="-45665400" y="2923050"/>
              <a:ext cx="81150" cy="79000"/>
            </a:xfrm>
            <a:custGeom>
              <a:rect b="b" l="l" r="r" t="t"/>
              <a:pathLst>
                <a:path extrusionOk="0" h="3160" w="3246">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98" name="Google Shape;10798;p104"/>
          <p:cNvGrpSpPr/>
          <p:nvPr/>
        </p:nvGrpSpPr>
        <p:grpSpPr>
          <a:xfrm>
            <a:off x="2174760" y="4033337"/>
            <a:ext cx="359154" cy="360109"/>
            <a:chOff x="-44528075" y="1982825"/>
            <a:chExt cx="300900" cy="301700"/>
          </a:xfrm>
        </p:grpSpPr>
        <p:sp>
          <p:nvSpPr>
            <p:cNvPr id="10799" name="Google Shape;10799;p104"/>
            <p:cNvSpPr/>
            <p:nvPr/>
          </p:nvSpPr>
          <p:spPr>
            <a:xfrm>
              <a:off x="-44528075" y="1982825"/>
              <a:ext cx="300900" cy="301700"/>
            </a:xfrm>
            <a:custGeom>
              <a:rect b="b" l="l" r="r" t="t"/>
              <a:pathLst>
                <a:path extrusionOk="0" h="12068" w="12036">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0" name="Google Shape;10800;p104"/>
            <p:cNvSpPr/>
            <p:nvPr/>
          </p:nvSpPr>
          <p:spPr>
            <a:xfrm>
              <a:off x="-44455600" y="2053725"/>
              <a:ext cx="17350" cy="18125"/>
            </a:xfrm>
            <a:custGeom>
              <a:rect b="b" l="l" r="r" t="t"/>
              <a:pathLst>
                <a:path extrusionOk="0" h="725" w="694">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1" name="Google Shape;10801;p104"/>
            <p:cNvSpPr/>
            <p:nvPr/>
          </p:nvSpPr>
          <p:spPr>
            <a:xfrm>
              <a:off x="-44455600" y="2194700"/>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2" name="Google Shape;10802;p104"/>
            <p:cNvSpPr/>
            <p:nvPr/>
          </p:nvSpPr>
          <p:spPr>
            <a:xfrm>
              <a:off x="-44314625" y="2194700"/>
              <a:ext cx="17350" cy="17350"/>
            </a:xfrm>
            <a:custGeom>
              <a:rect b="b" l="l" r="r" t="t"/>
              <a:pathLst>
                <a:path extrusionOk="0" h="694" w="694">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3" name="Google Shape;10803;p104"/>
            <p:cNvSpPr/>
            <p:nvPr/>
          </p:nvSpPr>
          <p:spPr>
            <a:xfrm>
              <a:off x="-44314625" y="2053725"/>
              <a:ext cx="17350" cy="18125"/>
            </a:xfrm>
            <a:custGeom>
              <a:rect b="b" l="l" r="r" t="t"/>
              <a:pathLst>
                <a:path extrusionOk="0" h="725" w="694">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4" name="Google Shape;10804;p104"/>
            <p:cNvSpPr/>
            <p:nvPr/>
          </p:nvSpPr>
          <p:spPr>
            <a:xfrm>
              <a:off x="-44447725" y="2062375"/>
              <a:ext cx="143350" cy="140225"/>
            </a:xfrm>
            <a:custGeom>
              <a:rect b="b" l="l" r="r" t="t"/>
              <a:pathLst>
                <a:path extrusionOk="0" h="5609" w="5734">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5" name="Google Shape;10805;p104"/>
            <p:cNvSpPr/>
            <p:nvPr/>
          </p:nvSpPr>
          <p:spPr>
            <a:xfrm>
              <a:off x="-44403625" y="2107275"/>
              <a:ext cx="53575" cy="52800"/>
            </a:xfrm>
            <a:custGeom>
              <a:rect b="b" l="l" r="r" t="t"/>
              <a:pathLst>
                <a:path extrusionOk="0" h="2112" w="2143">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06" name="Google Shape;10806;p104"/>
          <p:cNvSpPr/>
          <p:nvPr/>
        </p:nvSpPr>
        <p:spPr>
          <a:xfrm>
            <a:off x="2628711" y="1302875"/>
            <a:ext cx="358199" cy="358199"/>
          </a:xfrm>
          <a:custGeom>
            <a:rect b="b" l="l" r="r" t="t"/>
            <a:pathLst>
              <a:path extrusionOk="0" h="12004" w="12004">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07" name="Google Shape;10807;p104"/>
          <p:cNvGrpSpPr/>
          <p:nvPr/>
        </p:nvGrpSpPr>
        <p:grpSpPr>
          <a:xfrm>
            <a:off x="2625923" y="1758885"/>
            <a:ext cx="358199" cy="358229"/>
            <a:chOff x="-49048250" y="2316775"/>
            <a:chExt cx="300100" cy="300125"/>
          </a:xfrm>
        </p:grpSpPr>
        <p:sp>
          <p:nvSpPr>
            <p:cNvPr id="10808" name="Google Shape;10808;p104"/>
            <p:cNvSpPr/>
            <p:nvPr/>
          </p:nvSpPr>
          <p:spPr>
            <a:xfrm>
              <a:off x="-49048250" y="2316775"/>
              <a:ext cx="300100" cy="300125"/>
            </a:xfrm>
            <a:custGeom>
              <a:rect b="b" l="l" r="r" t="t"/>
              <a:pathLst>
                <a:path extrusionOk="0" h="12005" w="12004">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9" name="Google Shape;10809;p104"/>
            <p:cNvSpPr/>
            <p:nvPr/>
          </p:nvSpPr>
          <p:spPr>
            <a:xfrm>
              <a:off x="-49004150" y="2360100"/>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0" name="Google Shape;10810;p104"/>
            <p:cNvSpPr/>
            <p:nvPr/>
          </p:nvSpPr>
          <p:spPr>
            <a:xfrm>
              <a:off x="-48925375" y="2465650"/>
              <a:ext cx="71700" cy="86650"/>
            </a:xfrm>
            <a:custGeom>
              <a:rect b="b" l="l" r="r" t="t"/>
              <a:pathLst>
                <a:path extrusionOk="0" h="3466" w="2868">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1" name="Google Shape;10811;p104"/>
            <p:cNvSpPr/>
            <p:nvPr/>
          </p:nvSpPr>
          <p:spPr>
            <a:xfrm>
              <a:off x="-48977350" y="2431000"/>
              <a:ext cx="157525" cy="157550"/>
            </a:xfrm>
            <a:custGeom>
              <a:rect b="b" l="l" r="r" t="t"/>
              <a:pathLst>
                <a:path extrusionOk="0" h="6302" w="6301">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12" name="Google Shape;10812;p104"/>
          <p:cNvSpPr/>
          <p:nvPr/>
        </p:nvSpPr>
        <p:spPr>
          <a:xfrm>
            <a:off x="2627309" y="2206525"/>
            <a:ext cx="361004" cy="357871"/>
          </a:xfrm>
          <a:custGeom>
            <a:rect b="b" l="l" r="r" t="t"/>
            <a:pathLst>
              <a:path extrusionOk="0" h="11993" w="12098">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13" name="Google Shape;10813;p104"/>
          <p:cNvGrpSpPr/>
          <p:nvPr/>
        </p:nvGrpSpPr>
        <p:grpSpPr>
          <a:xfrm>
            <a:off x="1290494" y="2699684"/>
            <a:ext cx="360109" cy="358199"/>
            <a:chOff x="-47160325" y="1974175"/>
            <a:chExt cx="301700" cy="300100"/>
          </a:xfrm>
        </p:grpSpPr>
        <p:sp>
          <p:nvSpPr>
            <p:cNvPr id="10814" name="Google Shape;10814;p104"/>
            <p:cNvSpPr/>
            <p:nvPr/>
          </p:nvSpPr>
          <p:spPr>
            <a:xfrm>
              <a:off x="-47160325" y="1974175"/>
              <a:ext cx="301700" cy="300100"/>
            </a:xfrm>
            <a:custGeom>
              <a:rect b="b" l="l" r="r" t="t"/>
              <a:pathLst>
                <a:path extrusionOk="0" h="12004" w="12068">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5" name="Google Shape;10815;p104"/>
            <p:cNvSpPr/>
            <p:nvPr/>
          </p:nvSpPr>
          <p:spPr>
            <a:xfrm>
              <a:off x="-47070525" y="2115150"/>
              <a:ext cx="123675" cy="123675"/>
            </a:xfrm>
            <a:custGeom>
              <a:rect b="b" l="l" r="r" t="t"/>
              <a:pathLst>
                <a:path extrusionOk="0" h="4947" w="4947">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16" name="Google Shape;10816;p104"/>
          <p:cNvGrpSpPr/>
          <p:nvPr/>
        </p:nvGrpSpPr>
        <p:grpSpPr>
          <a:xfrm>
            <a:off x="1290971" y="3146218"/>
            <a:ext cx="359154" cy="359124"/>
            <a:chOff x="-47159525" y="2342000"/>
            <a:chExt cx="300900" cy="300875"/>
          </a:xfrm>
        </p:grpSpPr>
        <p:sp>
          <p:nvSpPr>
            <p:cNvPr id="10817" name="Google Shape;10817;p104"/>
            <p:cNvSpPr/>
            <p:nvPr/>
          </p:nvSpPr>
          <p:spPr>
            <a:xfrm>
              <a:off x="-47122500" y="2376650"/>
              <a:ext cx="123675" cy="125250"/>
            </a:xfrm>
            <a:custGeom>
              <a:rect b="b" l="l" r="r" t="t"/>
              <a:pathLst>
                <a:path extrusionOk="0" h="5010" w="4947">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8" name="Google Shape;10818;p104"/>
            <p:cNvSpPr/>
            <p:nvPr/>
          </p:nvSpPr>
          <p:spPr>
            <a:xfrm>
              <a:off x="-47159525" y="2342000"/>
              <a:ext cx="300900" cy="300875"/>
            </a:xfrm>
            <a:custGeom>
              <a:rect b="b" l="l" r="r" t="t"/>
              <a:pathLst>
                <a:path extrusionOk="0" h="12035" w="12036">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9" name="Google Shape;10819;p104"/>
            <p:cNvSpPr/>
            <p:nvPr/>
          </p:nvSpPr>
          <p:spPr>
            <a:xfrm>
              <a:off x="-46946075" y="2537325"/>
              <a:ext cx="35450" cy="35475"/>
            </a:xfrm>
            <a:custGeom>
              <a:rect b="b" l="l" r="r" t="t"/>
              <a:pathLst>
                <a:path extrusionOk="0" h="1419" w="1418">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0" name="Google Shape;10820;p104"/>
            <p:cNvSpPr/>
            <p:nvPr/>
          </p:nvSpPr>
          <p:spPr>
            <a:xfrm>
              <a:off x="-47122500" y="2537325"/>
              <a:ext cx="87450" cy="17350"/>
            </a:xfrm>
            <a:custGeom>
              <a:rect b="b" l="l" r="r" t="t"/>
              <a:pathLst>
                <a:path extrusionOk="0" h="694" w="3498">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1" name="Google Shape;10821;p104"/>
            <p:cNvSpPr/>
            <p:nvPr/>
          </p:nvSpPr>
          <p:spPr>
            <a:xfrm>
              <a:off x="-47122500" y="2572775"/>
              <a:ext cx="87450" cy="17350"/>
            </a:xfrm>
            <a:custGeom>
              <a:rect b="b" l="l" r="r" t="t"/>
              <a:pathLst>
                <a:path extrusionOk="0" h="694" w="3498">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22" name="Google Shape;10822;p104"/>
          <p:cNvGrpSpPr/>
          <p:nvPr/>
        </p:nvGrpSpPr>
        <p:grpSpPr>
          <a:xfrm>
            <a:off x="1291448" y="3603054"/>
            <a:ext cx="358199" cy="359154"/>
            <a:chOff x="-47157950" y="2712175"/>
            <a:chExt cx="300100" cy="300900"/>
          </a:xfrm>
        </p:grpSpPr>
        <p:sp>
          <p:nvSpPr>
            <p:cNvPr id="10823" name="Google Shape;10823;p104"/>
            <p:cNvSpPr/>
            <p:nvPr/>
          </p:nvSpPr>
          <p:spPr>
            <a:xfrm>
              <a:off x="-47157950" y="2712175"/>
              <a:ext cx="300100" cy="300900"/>
            </a:xfrm>
            <a:custGeom>
              <a:rect b="b" l="l" r="r" t="t"/>
              <a:pathLst>
                <a:path extrusionOk="0" h="12036" w="12004">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4" name="Google Shape;10824;p104"/>
            <p:cNvSpPr/>
            <p:nvPr/>
          </p:nvSpPr>
          <p:spPr>
            <a:xfrm>
              <a:off x="-47087075" y="2852375"/>
              <a:ext cx="17350" cy="17350"/>
            </a:xfrm>
            <a:custGeom>
              <a:rect b="b" l="l" r="r" t="t"/>
              <a:pathLst>
                <a:path extrusionOk="0" h="694" w="694">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5" name="Google Shape;10825;p104"/>
            <p:cNvSpPr/>
            <p:nvPr/>
          </p:nvSpPr>
          <p:spPr>
            <a:xfrm>
              <a:off x="-47052400" y="2852375"/>
              <a:ext cx="17350" cy="17350"/>
            </a:xfrm>
            <a:custGeom>
              <a:rect b="b" l="l" r="r" t="t"/>
              <a:pathLst>
                <a:path extrusionOk="0" h="694" w="694">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6" name="Google Shape;10826;p104"/>
            <p:cNvSpPr/>
            <p:nvPr/>
          </p:nvSpPr>
          <p:spPr>
            <a:xfrm>
              <a:off x="-47051625" y="2957900"/>
              <a:ext cx="87450" cy="17350"/>
            </a:xfrm>
            <a:custGeom>
              <a:rect b="b" l="l" r="r" t="t"/>
              <a:pathLst>
                <a:path extrusionOk="0" h="694" w="3498">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7" name="Google Shape;10827;p104"/>
            <p:cNvSpPr/>
            <p:nvPr/>
          </p:nvSpPr>
          <p:spPr>
            <a:xfrm>
              <a:off x="-47051625" y="2923250"/>
              <a:ext cx="87450" cy="17350"/>
            </a:xfrm>
            <a:custGeom>
              <a:rect b="b" l="l" r="r" t="t"/>
              <a:pathLst>
                <a:path extrusionOk="0" h="694" w="3498">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8" name="Google Shape;10828;p104"/>
            <p:cNvSpPr/>
            <p:nvPr/>
          </p:nvSpPr>
          <p:spPr>
            <a:xfrm>
              <a:off x="-47017750" y="2852375"/>
              <a:ext cx="35450" cy="17350"/>
            </a:xfrm>
            <a:custGeom>
              <a:rect b="b" l="l" r="r" t="t"/>
              <a:pathLst>
                <a:path extrusionOk="0" h="694" w="1418">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9" name="Google Shape;10829;p104"/>
            <p:cNvSpPr/>
            <p:nvPr/>
          </p:nvSpPr>
          <p:spPr>
            <a:xfrm>
              <a:off x="-46964975" y="2852375"/>
              <a:ext cx="35450" cy="17350"/>
            </a:xfrm>
            <a:custGeom>
              <a:rect b="b" l="l" r="r" t="t"/>
              <a:pathLst>
                <a:path extrusionOk="0" h="694" w="1418">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30" name="Google Shape;10830;p104"/>
          <p:cNvSpPr/>
          <p:nvPr/>
        </p:nvSpPr>
        <p:spPr>
          <a:xfrm>
            <a:off x="3538211" y="2689200"/>
            <a:ext cx="314961" cy="357274"/>
          </a:xfrm>
          <a:custGeom>
            <a:rect b="b" l="l" r="r" t="t"/>
            <a:pathLst>
              <a:path extrusionOk="0" h="11973" w="10555">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31" name="Google Shape;10831;p104"/>
          <p:cNvGrpSpPr/>
          <p:nvPr/>
        </p:nvGrpSpPr>
        <p:grpSpPr>
          <a:xfrm>
            <a:off x="3535175" y="3135863"/>
            <a:ext cx="315886" cy="358199"/>
            <a:chOff x="-45278675" y="2333325"/>
            <a:chExt cx="264650" cy="300100"/>
          </a:xfrm>
        </p:grpSpPr>
        <p:sp>
          <p:nvSpPr>
            <p:cNvPr id="10832" name="Google Shape;10832;p104"/>
            <p:cNvSpPr/>
            <p:nvPr/>
          </p:nvSpPr>
          <p:spPr>
            <a:xfrm>
              <a:off x="-45243225" y="2475100"/>
              <a:ext cx="52775" cy="87450"/>
            </a:xfrm>
            <a:custGeom>
              <a:rect b="b" l="l" r="r" t="t"/>
              <a:pathLst>
                <a:path extrusionOk="0" h="3498" w="2111">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3" name="Google Shape;10833;p104"/>
            <p:cNvSpPr/>
            <p:nvPr/>
          </p:nvSpPr>
          <p:spPr>
            <a:xfrm>
              <a:off x="-45172350" y="2475100"/>
              <a:ext cx="52800" cy="89025"/>
            </a:xfrm>
            <a:custGeom>
              <a:rect b="b" l="l" r="r" t="t"/>
              <a:pathLst>
                <a:path extrusionOk="0" h="3561" w="2112">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4" name="Google Shape;10834;p104"/>
            <p:cNvSpPr/>
            <p:nvPr/>
          </p:nvSpPr>
          <p:spPr>
            <a:xfrm>
              <a:off x="-45102250" y="2475100"/>
              <a:ext cx="52800" cy="87450"/>
            </a:xfrm>
            <a:custGeom>
              <a:rect b="b" l="l" r="r" t="t"/>
              <a:pathLst>
                <a:path extrusionOk="0" h="3498" w="2112">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5" name="Google Shape;10835;p104"/>
            <p:cNvSpPr/>
            <p:nvPr/>
          </p:nvSpPr>
          <p:spPr>
            <a:xfrm>
              <a:off x="-45278675" y="2333325"/>
              <a:ext cx="264650" cy="300100"/>
            </a:xfrm>
            <a:custGeom>
              <a:rect b="b" l="l" r="r" t="t"/>
              <a:pathLst>
                <a:path extrusionOk="0" h="12004" w="10586">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36" name="Google Shape;10836;p104"/>
          <p:cNvGrpSpPr/>
          <p:nvPr/>
        </p:nvGrpSpPr>
        <p:grpSpPr>
          <a:xfrm>
            <a:off x="3545500" y="3590820"/>
            <a:ext cx="295237" cy="358229"/>
            <a:chOff x="-45270025" y="2701925"/>
            <a:chExt cx="247350" cy="300125"/>
          </a:xfrm>
        </p:grpSpPr>
        <p:sp>
          <p:nvSpPr>
            <p:cNvPr id="10837" name="Google Shape;10837;p104"/>
            <p:cNvSpPr/>
            <p:nvPr/>
          </p:nvSpPr>
          <p:spPr>
            <a:xfrm>
              <a:off x="-45128250" y="2843700"/>
              <a:ext cx="18150" cy="17350"/>
            </a:xfrm>
            <a:custGeom>
              <a:rect b="b" l="l" r="r" t="t"/>
              <a:pathLst>
                <a:path extrusionOk="0" h="694" w="726">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8" name="Google Shape;10838;p104"/>
            <p:cNvSpPr/>
            <p:nvPr/>
          </p:nvSpPr>
          <p:spPr>
            <a:xfrm>
              <a:off x="-45270025" y="2701925"/>
              <a:ext cx="247350" cy="300125"/>
            </a:xfrm>
            <a:custGeom>
              <a:rect b="b" l="l" r="r" t="t"/>
              <a:pathLst>
                <a:path extrusionOk="0" h="12005" w="9894">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9" name="Google Shape;10839;p104"/>
            <p:cNvSpPr/>
            <p:nvPr/>
          </p:nvSpPr>
          <p:spPr>
            <a:xfrm>
              <a:off x="-45235350" y="2844500"/>
              <a:ext cx="89800" cy="87450"/>
            </a:xfrm>
            <a:custGeom>
              <a:rect b="b" l="l" r="r" t="t"/>
              <a:pathLst>
                <a:path extrusionOk="0" h="3498" w="3592">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0" name="Google Shape;10840;p104"/>
            <p:cNvSpPr/>
            <p:nvPr/>
          </p:nvSpPr>
          <p:spPr>
            <a:xfrm>
              <a:off x="-45128250" y="2879150"/>
              <a:ext cx="18150" cy="52800"/>
            </a:xfrm>
            <a:custGeom>
              <a:rect b="b" l="l" r="r" t="t"/>
              <a:pathLst>
                <a:path extrusionOk="0" h="2112" w="726">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41" name="Google Shape;10841;p104"/>
          <p:cNvSpPr/>
          <p:nvPr/>
        </p:nvSpPr>
        <p:spPr>
          <a:xfrm>
            <a:off x="2628699" y="4061314"/>
            <a:ext cx="358199" cy="358199"/>
          </a:xfrm>
          <a:custGeom>
            <a:rect b="b" l="l" r="r" t="t"/>
            <a:pathLst>
              <a:path extrusionOk="0" h="12004" w="12004">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42" name="Google Shape;10842;p104"/>
          <p:cNvGrpSpPr/>
          <p:nvPr/>
        </p:nvGrpSpPr>
        <p:grpSpPr>
          <a:xfrm>
            <a:off x="2209567" y="1743737"/>
            <a:ext cx="307444" cy="366556"/>
            <a:chOff x="2209567" y="1972337"/>
            <a:chExt cx="307444" cy="366556"/>
          </a:xfrm>
        </p:grpSpPr>
        <p:sp>
          <p:nvSpPr>
            <p:cNvPr id="10843" name="Google Shape;10843;p104"/>
            <p:cNvSpPr/>
            <p:nvPr/>
          </p:nvSpPr>
          <p:spPr>
            <a:xfrm>
              <a:off x="2345143" y="1972337"/>
              <a:ext cx="20709" cy="62097"/>
            </a:xfrm>
            <a:custGeom>
              <a:rect b="b" l="l" r="r" t="t"/>
              <a:pathLst>
                <a:path extrusionOk="0" h="2081" w="694">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4" name="Google Shape;10844;p104"/>
            <p:cNvSpPr/>
            <p:nvPr/>
          </p:nvSpPr>
          <p:spPr>
            <a:xfrm>
              <a:off x="2265235" y="1998803"/>
              <a:ext cx="55502" cy="39389"/>
            </a:xfrm>
            <a:custGeom>
              <a:rect b="b" l="l" r="r" t="t"/>
              <a:pathLst>
                <a:path extrusionOk="0" h="1320" w="186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5" name="Google Shape;10845;p104"/>
            <p:cNvSpPr/>
            <p:nvPr/>
          </p:nvSpPr>
          <p:spPr>
            <a:xfrm>
              <a:off x="2393093" y="2000594"/>
              <a:ext cx="51743" cy="38523"/>
            </a:xfrm>
            <a:custGeom>
              <a:rect b="b" l="l" r="r" t="t"/>
              <a:pathLst>
                <a:path extrusionOk="0" h="1291" w="1734">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46" name="Google Shape;10846;p104"/>
            <p:cNvGrpSpPr/>
            <p:nvPr/>
          </p:nvGrpSpPr>
          <p:grpSpPr>
            <a:xfrm>
              <a:off x="2209567" y="2078266"/>
              <a:ext cx="307444" cy="260626"/>
              <a:chOff x="1636184" y="2959225"/>
              <a:chExt cx="232666" cy="197250"/>
            </a:xfrm>
          </p:grpSpPr>
          <p:sp>
            <p:nvSpPr>
              <p:cNvPr id="10847" name="Google Shape;10847;p104"/>
              <p:cNvSpPr/>
              <p:nvPr/>
            </p:nvSpPr>
            <p:spPr>
              <a:xfrm>
                <a:off x="1649300" y="2959225"/>
                <a:ext cx="219550" cy="197250"/>
              </a:xfrm>
              <a:custGeom>
                <a:rect b="b" l="l" r="r" t="t"/>
                <a:pathLst>
                  <a:path extrusionOk="0" h="7890" w="8782">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8" name="Google Shape;10848;p104"/>
              <p:cNvSpPr/>
              <p:nvPr/>
            </p:nvSpPr>
            <p:spPr>
              <a:xfrm flipH="1">
                <a:off x="1636184" y="2959225"/>
                <a:ext cx="219550" cy="197250"/>
              </a:xfrm>
              <a:custGeom>
                <a:rect b="b" l="l" r="r" t="t"/>
                <a:pathLst>
                  <a:path extrusionOk="0" h="7890" w="8782">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9" name="Google Shape;10849;p104"/>
              <p:cNvSpPr/>
              <p:nvPr/>
            </p:nvSpPr>
            <p:spPr>
              <a:xfrm>
                <a:off x="1734750" y="3136775"/>
                <a:ext cx="36900" cy="19650"/>
              </a:xfrm>
              <a:custGeom>
                <a:rect b="b" l="l" r="r" t="t"/>
                <a:pathLst>
                  <a:path extrusionOk="0" h="786" w="1476">
                    <a:moveTo>
                      <a:pt x="0" y="786"/>
                    </a:moveTo>
                    <a:lnTo>
                      <a:pt x="1476" y="786"/>
                    </a:lnTo>
                    <a:lnTo>
                      <a:pt x="762" y="0"/>
                    </a:lnTo>
                    <a:close/>
                  </a:path>
                </a:pathLst>
              </a:custGeom>
              <a:solidFill>
                <a:schemeClr val="dk2"/>
              </a:solidFill>
              <a:ln>
                <a:noFill/>
              </a:ln>
            </p:spPr>
          </p:sp>
          <p:sp>
            <p:nvSpPr>
              <p:cNvPr id="10850" name="Google Shape;10850;p104"/>
              <p:cNvSpPr/>
              <p:nvPr/>
            </p:nvSpPr>
            <p:spPr>
              <a:xfrm>
                <a:off x="1684150" y="2963550"/>
                <a:ext cx="139900" cy="11300"/>
              </a:xfrm>
              <a:custGeom>
                <a:rect b="b" l="l" r="r" t="t"/>
                <a:pathLst>
                  <a:path extrusionOk="0" h="452" w="5596">
                    <a:moveTo>
                      <a:pt x="0" y="452"/>
                    </a:moveTo>
                    <a:lnTo>
                      <a:pt x="5596" y="452"/>
                    </a:lnTo>
                    <a:lnTo>
                      <a:pt x="5500" y="0"/>
                    </a:lnTo>
                    <a:lnTo>
                      <a:pt x="238" y="47"/>
                    </a:lnTo>
                    <a:close/>
                  </a:path>
                </a:pathLst>
              </a:custGeom>
              <a:solidFill>
                <a:schemeClr val="dk2"/>
              </a:solidFill>
              <a:ln>
                <a:noFill/>
              </a:ln>
            </p:spPr>
          </p:sp>
        </p:grpSp>
      </p:grpSp>
      <p:grpSp>
        <p:nvGrpSpPr>
          <p:cNvPr id="10851" name="Google Shape;10851;p104"/>
          <p:cNvGrpSpPr/>
          <p:nvPr/>
        </p:nvGrpSpPr>
        <p:grpSpPr>
          <a:xfrm>
            <a:off x="3577265" y="2235011"/>
            <a:ext cx="258542" cy="365154"/>
            <a:chOff x="-47300587" y="123275"/>
            <a:chExt cx="190975" cy="269725"/>
          </a:xfrm>
        </p:grpSpPr>
        <p:sp>
          <p:nvSpPr>
            <p:cNvPr id="10852" name="Google Shape;10852;p104"/>
            <p:cNvSpPr/>
            <p:nvPr/>
          </p:nvSpPr>
          <p:spPr>
            <a:xfrm>
              <a:off x="-47300587" y="123275"/>
              <a:ext cx="190975" cy="269725"/>
            </a:xfrm>
            <a:custGeom>
              <a:rect b="b" l="l" r="r" t="t"/>
              <a:pathLst>
                <a:path extrusionOk="0" h="10789" w="7639">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3" name="Google Shape;10853;p104"/>
            <p:cNvSpPr/>
            <p:nvPr/>
          </p:nvSpPr>
          <p:spPr>
            <a:xfrm>
              <a:off x="-47242037" y="188100"/>
              <a:ext cx="15350" cy="31375"/>
            </a:xfrm>
            <a:custGeom>
              <a:rect b="b" l="l" r="r" t="t"/>
              <a:pathLst>
                <a:path extrusionOk="0" h="1255" w="614">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4" name="Google Shape;10854;p104"/>
            <p:cNvSpPr/>
            <p:nvPr/>
          </p:nvSpPr>
          <p:spPr>
            <a:xfrm>
              <a:off x="-47242037" y="234775"/>
              <a:ext cx="15350" cy="31400"/>
            </a:xfrm>
            <a:custGeom>
              <a:rect b="b" l="l" r="r" t="t"/>
              <a:pathLst>
                <a:path extrusionOk="0" h="1256" w="614">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5" name="Google Shape;10855;p104"/>
            <p:cNvSpPr/>
            <p:nvPr/>
          </p:nvSpPr>
          <p:spPr>
            <a:xfrm>
              <a:off x="-47180012" y="172075"/>
              <a:ext cx="15350" cy="31375"/>
            </a:xfrm>
            <a:custGeom>
              <a:rect b="b" l="l" r="r" t="t"/>
              <a:pathLst>
                <a:path extrusionOk="0" h="1255" w="614">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6" name="Google Shape;10856;p104"/>
            <p:cNvSpPr/>
            <p:nvPr/>
          </p:nvSpPr>
          <p:spPr>
            <a:xfrm>
              <a:off x="-47180012" y="218050"/>
              <a:ext cx="15350" cy="32100"/>
            </a:xfrm>
            <a:custGeom>
              <a:rect b="b" l="l" r="r" t="t"/>
              <a:pathLst>
                <a:path extrusionOk="0" h="1284" w="614">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57" name="Google Shape;10857;p104"/>
          <p:cNvGrpSpPr/>
          <p:nvPr/>
        </p:nvGrpSpPr>
        <p:grpSpPr>
          <a:xfrm>
            <a:off x="4870788" y="1304201"/>
            <a:ext cx="342328" cy="339793"/>
            <a:chOff x="-13966675" y="1639700"/>
            <a:chExt cx="354450" cy="351825"/>
          </a:xfrm>
        </p:grpSpPr>
        <p:sp>
          <p:nvSpPr>
            <p:cNvPr id="10858" name="Google Shape;10858;p104"/>
            <p:cNvSpPr/>
            <p:nvPr/>
          </p:nvSpPr>
          <p:spPr>
            <a:xfrm>
              <a:off x="-13776875" y="1888525"/>
              <a:ext cx="104775" cy="37625"/>
            </a:xfrm>
            <a:custGeom>
              <a:rect b="b" l="l" r="r" t="t"/>
              <a:pathLst>
                <a:path extrusionOk="0" h="1505" w="4191">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9" name="Google Shape;10859;p104"/>
            <p:cNvSpPr/>
            <p:nvPr/>
          </p:nvSpPr>
          <p:spPr>
            <a:xfrm>
              <a:off x="-13966675" y="1639700"/>
              <a:ext cx="354450" cy="351825"/>
            </a:xfrm>
            <a:custGeom>
              <a:rect b="b" l="l" r="r" t="t"/>
              <a:pathLst>
                <a:path extrusionOk="0" h="14073" w="14178">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0" name="Google Shape;10860;p104"/>
            <p:cNvSpPr/>
            <p:nvPr/>
          </p:nvSpPr>
          <p:spPr>
            <a:xfrm>
              <a:off x="-13923375" y="1723125"/>
              <a:ext cx="64625" cy="40925"/>
            </a:xfrm>
            <a:custGeom>
              <a:rect b="b" l="l" r="r" t="t"/>
              <a:pathLst>
                <a:path extrusionOk="0" h="1637" w="2585">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1" name="Google Shape;10861;p104"/>
            <p:cNvSpPr/>
            <p:nvPr/>
          </p:nvSpPr>
          <p:spPr>
            <a:xfrm>
              <a:off x="-13798125" y="1805500"/>
              <a:ext cx="66175" cy="41575"/>
            </a:xfrm>
            <a:custGeom>
              <a:rect b="b" l="l" r="r" t="t"/>
              <a:pathLst>
                <a:path extrusionOk="0" h="1663" w="2647">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2" name="Google Shape;10862;p104"/>
            <p:cNvSpPr/>
            <p:nvPr/>
          </p:nvSpPr>
          <p:spPr>
            <a:xfrm>
              <a:off x="-13714650" y="1805825"/>
              <a:ext cx="63825" cy="41250"/>
            </a:xfrm>
            <a:custGeom>
              <a:rect b="b" l="l" r="r" t="t"/>
              <a:pathLst>
                <a:path extrusionOk="0" h="1650" w="2553">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63" name="Google Shape;10863;p104"/>
          <p:cNvSpPr/>
          <p:nvPr/>
        </p:nvSpPr>
        <p:spPr>
          <a:xfrm>
            <a:off x="4871549" y="1711132"/>
            <a:ext cx="340807" cy="341579"/>
          </a:xfrm>
          <a:custGeom>
            <a:rect b="b" l="l" r="r" t="t"/>
            <a:pathLst>
              <a:path extrusionOk="0" h="14147" w="14115">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4" name="Google Shape;10864;p104"/>
          <p:cNvSpPr/>
          <p:nvPr/>
        </p:nvSpPr>
        <p:spPr>
          <a:xfrm>
            <a:off x="4932020" y="2120859"/>
            <a:ext cx="219864" cy="339286"/>
          </a:xfrm>
          <a:custGeom>
            <a:rect b="b" l="l" r="r" t="t"/>
            <a:pathLst>
              <a:path extrusionOk="0" h="14052" w="9106">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65" name="Google Shape;10865;p104"/>
          <p:cNvGrpSpPr/>
          <p:nvPr/>
        </p:nvGrpSpPr>
        <p:grpSpPr>
          <a:xfrm>
            <a:off x="6667277" y="1303887"/>
            <a:ext cx="340034" cy="340420"/>
            <a:chOff x="-12199250" y="1662675"/>
            <a:chExt cx="352075" cy="352475"/>
          </a:xfrm>
        </p:grpSpPr>
        <p:sp>
          <p:nvSpPr>
            <p:cNvPr id="10866" name="Google Shape;10866;p104"/>
            <p:cNvSpPr/>
            <p:nvPr/>
          </p:nvSpPr>
          <p:spPr>
            <a:xfrm>
              <a:off x="-12004725" y="1710325"/>
              <a:ext cx="116600" cy="76425"/>
            </a:xfrm>
            <a:custGeom>
              <a:rect b="b" l="l" r="r" t="t"/>
              <a:pathLst>
                <a:path extrusionOk="0" h="3057" w="4664">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7" name="Google Shape;10867;p104"/>
            <p:cNvSpPr/>
            <p:nvPr/>
          </p:nvSpPr>
          <p:spPr>
            <a:xfrm>
              <a:off x="-12158300" y="1709525"/>
              <a:ext cx="116600" cy="77225"/>
            </a:xfrm>
            <a:custGeom>
              <a:rect b="b" l="l" r="r" t="t"/>
              <a:pathLst>
                <a:path extrusionOk="0" h="3089" w="4664">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8" name="Google Shape;10868;p104"/>
            <p:cNvSpPr/>
            <p:nvPr/>
          </p:nvSpPr>
          <p:spPr>
            <a:xfrm>
              <a:off x="-12199250" y="1662675"/>
              <a:ext cx="352075" cy="352475"/>
            </a:xfrm>
            <a:custGeom>
              <a:rect b="b" l="l" r="r" t="t"/>
              <a:pathLst>
                <a:path extrusionOk="0" h="14099" w="14083">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69" name="Google Shape;10869;p104"/>
          <p:cNvGrpSpPr/>
          <p:nvPr/>
        </p:nvGrpSpPr>
        <p:grpSpPr>
          <a:xfrm>
            <a:off x="6666130" y="1710754"/>
            <a:ext cx="342328" cy="342328"/>
            <a:chOff x="-12199250" y="2096250"/>
            <a:chExt cx="354450" cy="354450"/>
          </a:xfrm>
        </p:grpSpPr>
        <p:sp>
          <p:nvSpPr>
            <p:cNvPr id="10870" name="Google Shape;10870;p104"/>
            <p:cNvSpPr/>
            <p:nvPr/>
          </p:nvSpPr>
          <p:spPr>
            <a:xfrm>
              <a:off x="-12199250" y="2096250"/>
              <a:ext cx="354450" cy="354450"/>
            </a:xfrm>
            <a:custGeom>
              <a:rect b="b" l="l" r="r" t="t"/>
              <a:pathLst>
                <a:path extrusionOk="0" h="14178" w="14178">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1" name="Google Shape;10871;p104"/>
            <p:cNvSpPr/>
            <p:nvPr/>
          </p:nvSpPr>
          <p:spPr>
            <a:xfrm>
              <a:off x="-12096075" y="2200225"/>
              <a:ext cx="144950" cy="144950"/>
            </a:xfrm>
            <a:custGeom>
              <a:rect b="b" l="l" r="r" t="t"/>
              <a:pathLst>
                <a:path extrusionOk="0" h="5798" w="5798">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72" name="Google Shape;10872;p104"/>
          <p:cNvGrpSpPr/>
          <p:nvPr/>
        </p:nvGrpSpPr>
        <p:grpSpPr>
          <a:xfrm>
            <a:off x="6667277" y="2119708"/>
            <a:ext cx="340034" cy="341579"/>
            <a:chOff x="-12199250" y="2530225"/>
            <a:chExt cx="352075" cy="353675"/>
          </a:xfrm>
        </p:grpSpPr>
        <p:sp>
          <p:nvSpPr>
            <p:cNvPr id="10873" name="Google Shape;10873;p104"/>
            <p:cNvSpPr/>
            <p:nvPr/>
          </p:nvSpPr>
          <p:spPr>
            <a:xfrm>
              <a:off x="-12055900" y="2530225"/>
              <a:ext cx="63025" cy="62250"/>
            </a:xfrm>
            <a:custGeom>
              <a:rect b="b" l="l" r="r" t="t"/>
              <a:pathLst>
                <a:path extrusionOk="0" h="2490" w="2521">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4" name="Google Shape;10874;p104"/>
            <p:cNvSpPr/>
            <p:nvPr/>
          </p:nvSpPr>
          <p:spPr>
            <a:xfrm>
              <a:off x="-12116550" y="2592450"/>
              <a:ext cx="185900" cy="291450"/>
            </a:xfrm>
            <a:custGeom>
              <a:rect b="b" l="l" r="r" t="t"/>
              <a:pathLst>
                <a:path extrusionOk="0" h="11658" w="7436">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5" name="Google Shape;10875;p104"/>
            <p:cNvSpPr/>
            <p:nvPr/>
          </p:nvSpPr>
          <p:spPr>
            <a:xfrm>
              <a:off x="-11950375" y="2633400"/>
              <a:ext cx="103200" cy="102425"/>
            </a:xfrm>
            <a:custGeom>
              <a:rect b="b" l="l" r="r" t="t"/>
              <a:pathLst>
                <a:path extrusionOk="0" h="4097" w="4128">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6" name="Google Shape;10876;p104"/>
            <p:cNvSpPr/>
            <p:nvPr/>
          </p:nvSpPr>
          <p:spPr>
            <a:xfrm>
              <a:off x="-12199250" y="2633400"/>
              <a:ext cx="103200" cy="102425"/>
            </a:xfrm>
            <a:custGeom>
              <a:rect b="b" l="l" r="r" t="t"/>
              <a:pathLst>
                <a:path extrusionOk="0" h="4097" w="4128">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77" name="Google Shape;10877;p104"/>
          <p:cNvSpPr/>
          <p:nvPr/>
        </p:nvSpPr>
        <p:spPr>
          <a:xfrm>
            <a:off x="4871163" y="2550438"/>
            <a:ext cx="341579" cy="341772"/>
          </a:xfrm>
          <a:custGeom>
            <a:rect b="b" l="l" r="r" t="t"/>
            <a:pathLst>
              <a:path extrusionOk="0" h="14155" w="14147">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78" name="Google Shape;10878;p104"/>
          <p:cNvGrpSpPr/>
          <p:nvPr/>
        </p:nvGrpSpPr>
        <p:grpSpPr>
          <a:xfrm>
            <a:off x="4870788" y="2959488"/>
            <a:ext cx="342328" cy="339310"/>
            <a:chOff x="-10462550" y="2057650"/>
            <a:chExt cx="354450" cy="351325"/>
          </a:xfrm>
        </p:grpSpPr>
        <p:sp>
          <p:nvSpPr>
            <p:cNvPr id="10879" name="Google Shape;10879;p104"/>
            <p:cNvSpPr/>
            <p:nvPr/>
          </p:nvSpPr>
          <p:spPr>
            <a:xfrm>
              <a:off x="-10462550" y="2057650"/>
              <a:ext cx="354450" cy="351325"/>
            </a:xfrm>
            <a:custGeom>
              <a:rect b="b" l="l" r="r" t="t"/>
              <a:pathLst>
                <a:path extrusionOk="0" h="14053" w="14178">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0" name="Google Shape;10880;p104"/>
            <p:cNvSpPr/>
            <p:nvPr/>
          </p:nvSpPr>
          <p:spPr>
            <a:xfrm>
              <a:off x="-10397950" y="2201800"/>
              <a:ext cx="228425" cy="146525"/>
            </a:xfrm>
            <a:custGeom>
              <a:rect b="b" l="l" r="r" t="t"/>
              <a:pathLst>
                <a:path extrusionOk="0" h="5861" w="9137">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81" name="Google Shape;10881;p104"/>
          <p:cNvSpPr/>
          <p:nvPr/>
        </p:nvSpPr>
        <p:spPr>
          <a:xfrm>
            <a:off x="7591624" y="2576962"/>
            <a:ext cx="313426" cy="341579"/>
          </a:xfrm>
          <a:custGeom>
            <a:rect b="b" l="l" r="r" t="t"/>
            <a:pathLst>
              <a:path extrusionOk="0" h="14147" w="12981">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82" name="Google Shape;10882;p104"/>
          <p:cNvGrpSpPr/>
          <p:nvPr/>
        </p:nvGrpSpPr>
        <p:grpSpPr>
          <a:xfrm>
            <a:off x="6649772" y="2551051"/>
            <a:ext cx="375044" cy="340541"/>
            <a:chOff x="-8692750" y="1622100"/>
            <a:chExt cx="388325" cy="352600"/>
          </a:xfrm>
        </p:grpSpPr>
        <p:sp>
          <p:nvSpPr>
            <p:cNvPr id="10883" name="Google Shape;10883;p104"/>
            <p:cNvSpPr/>
            <p:nvPr/>
          </p:nvSpPr>
          <p:spPr>
            <a:xfrm>
              <a:off x="-8692750" y="1622100"/>
              <a:ext cx="388325" cy="352600"/>
            </a:xfrm>
            <a:custGeom>
              <a:rect b="b" l="l" r="r" t="t"/>
              <a:pathLst>
                <a:path extrusionOk="0" h="14104" w="15533">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4" name="Google Shape;10884;p104"/>
            <p:cNvSpPr/>
            <p:nvPr/>
          </p:nvSpPr>
          <p:spPr>
            <a:xfrm>
              <a:off x="-8532875" y="1767625"/>
              <a:ext cx="67775" cy="61850"/>
            </a:xfrm>
            <a:custGeom>
              <a:rect b="b" l="l" r="r" t="t"/>
              <a:pathLst>
                <a:path extrusionOk="0" h="2474" w="2711">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85" name="Google Shape;10885;p104"/>
          <p:cNvGrpSpPr/>
          <p:nvPr/>
        </p:nvGrpSpPr>
        <p:grpSpPr>
          <a:xfrm>
            <a:off x="5304253" y="1303307"/>
            <a:ext cx="341555" cy="341579"/>
            <a:chOff x="-13529550" y="1639425"/>
            <a:chExt cx="353650" cy="353675"/>
          </a:xfrm>
        </p:grpSpPr>
        <p:sp>
          <p:nvSpPr>
            <p:cNvPr id="10886" name="Google Shape;10886;p104"/>
            <p:cNvSpPr/>
            <p:nvPr/>
          </p:nvSpPr>
          <p:spPr>
            <a:xfrm>
              <a:off x="-13529550" y="1910125"/>
              <a:ext cx="353650" cy="82975"/>
            </a:xfrm>
            <a:custGeom>
              <a:rect b="b" l="l" r="r" t="t"/>
              <a:pathLst>
                <a:path extrusionOk="0" h="3319" w="14146">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7" name="Google Shape;10887;p104"/>
            <p:cNvSpPr/>
            <p:nvPr/>
          </p:nvSpPr>
          <p:spPr>
            <a:xfrm>
              <a:off x="-13383850" y="1681175"/>
              <a:ext cx="40975" cy="41775"/>
            </a:xfrm>
            <a:custGeom>
              <a:rect b="b" l="l" r="r" t="t"/>
              <a:pathLst>
                <a:path extrusionOk="0" h="1671" w="1639">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8" name="Google Shape;10888;p104"/>
            <p:cNvSpPr/>
            <p:nvPr/>
          </p:nvSpPr>
          <p:spPr>
            <a:xfrm>
              <a:off x="-13446075" y="1692200"/>
              <a:ext cx="41775" cy="41775"/>
            </a:xfrm>
            <a:custGeom>
              <a:rect b="b" l="l" r="r" t="t"/>
              <a:pathLst>
                <a:path extrusionOk="0" h="1671" w="1671">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9" name="Google Shape;10889;p104"/>
            <p:cNvSpPr/>
            <p:nvPr/>
          </p:nvSpPr>
          <p:spPr>
            <a:xfrm>
              <a:off x="-13446075" y="1796175"/>
              <a:ext cx="41775" cy="40975"/>
            </a:xfrm>
            <a:custGeom>
              <a:rect b="b" l="l" r="r" t="t"/>
              <a:pathLst>
                <a:path extrusionOk="0" h="1639" w="1671">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0" name="Google Shape;10890;p104"/>
            <p:cNvSpPr/>
            <p:nvPr/>
          </p:nvSpPr>
          <p:spPr>
            <a:xfrm>
              <a:off x="-13487025" y="1743400"/>
              <a:ext cx="40975" cy="41775"/>
            </a:xfrm>
            <a:custGeom>
              <a:rect b="b" l="l" r="r" t="t"/>
              <a:pathLst>
                <a:path extrusionOk="0" h="1671" w="1639">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1" name="Google Shape;10891;p104"/>
            <p:cNvSpPr/>
            <p:nvPr/>
          </p:nvSpPr>
          <p:spPr>
            <a:xfrm>
              <a:off x="-13383850" y="1805625"/>
              <a:ext cx="40975" cy="41775"/>
            </a:xfrm>
            <a:custGeom>
              <a:rect b="b" l="l" r="r" t="t"/>
              <a:pathLst>
                <a:path extrusionOk="0" h="1671" w="1639">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2" name="Google Shape;10892;p104"/>
            <p:cNvSpPr/>
            <p:nvPr/>
          </p:nvSpPr>
          <p:spPr>
            <a:xfrm>
              <a:off x="-13529550" y="1639425"/>
              <a:ext cx="352075" cy="248925"/>
            </a:xfrm>
            <a:custGeom>
              <a:rect b="b" l="l" r="r" t="t"/>
              <a:pathLst>
                <a:path extrusionOk="0" h="9957" w="14083">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3" name="Google Shape;10893;p104"/>
            <p:cNvSpPr/>
            <p:nvPr/>
          </p:nvSpPr>
          <p:spPr>
            <a:xfrm>
              <a:off x="-13323200" y="1722925"/>
              <a:ext cx="104775" cy="82725"/>
            </a:xfrm>
            <a:custGeom>
              <a:rect b="b" l="l" r="r" t="t"/>
              <a:pathLst>
                <a:path extrusionOk="0" h="3309" w="4191">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94" name="Google Shape;10894;p104"/>
          <p:cNvGrpSpPr/>
          <p:nvPr/>
        </p:nvGrpSpPr>
        <p:grpSpPr>
          <a:xfrm>
            <a:off x="5303106" y="1711889"/>
            <a:ext cx="343849" cy="340058"/>
            <a:chOff x="-13531925" y="2075775"/>
            <a:chExt cx="356025" cy="352100"/>
          </a:xfrm>
        </p:grpSpPr>
        <p:sp>
          <p:nvSpPr>
            <p:cNvPr id="10895" name="Google Shape;10895;p104"/>
            <p:cNvSpPr/>
            <p:nvPr/>
          </p:nvSpPr>
          <p:spPr>
            <a:xfrm>
              <a:off x="-13531925" y="2075775"/>
              <a:ext cx="356025" cy="352100"/>
            </a:xfrm>
            <a:custGeom>
              <a:rect b="b" l="l" r="r" t="t"/>
              <a:pathLst>
                <a:path extrusionOk="0" h="14084" w="14241">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6" name="Google Shape;10896;p104"/>
            <p:cNvSpPr/>
            <p:nvPr/>
          </p:nvSpPr>
          <p:spPr>
            <a:xfrm>
              <a:off x="-13384625" y="2282125"/>
              <a:ext cx="63025" cy="60675"/>
            </a:xfrm>
            <a:custGeom>
              <a:rect b="b" l="l" r="r" t="t"/>
              <a:pathLst>
                <a:path extrusionOk="0" h="2427" w="2521">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97" name="Google Shape;10897;p104"/>
          <p:cNvGrpSpPr/>
          <p:nvPr/>
        </p:nvGrpSpPr>
        <p:grpSpPr>
          <a:xfrm>
            <a:off x="5304627" y="2120094"/>
            <a:ext cx="340807" cy="340807"/>
            <a:chOff x="-13528775" y="2507400"/>
            <a:chExt cx="352875" cy="352875"/>
          </a:xfrm>
        </p:grpSpPr>
        <p:sp>
          <p:nvSpPr>
            <p:cNvPr id="10898" name="Google Shape;10898;p104"/>
            <p:cNvSpPr/>
            <p:nvPr/>
          </p:nvSpPr>
          <p:spPr>
            <a:xfrm>
              <a:off x="-13528775" y="2507400"/>
              <a:ext cx="352875" cy="352875"/>
            </a:xfrm>
            <a:custGeom>
              <a:rect b="b" l="l" r="r" t="t"/>
              <a:pathLst>
                <a:path extrusionOk="0" h="14115" w="14115">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9" name="Google Shape;10899;p104"/>
            <p:cNvSpPr/>
            <p:nvPr/>
          </p:nvSpPr>
          <p:spPr>
            <a:xfrm>
              <a:off x="-13403525" y="2673750"/>
              <a:ext cx="123675" cy="145750"/>
            </a:xfrm>
            <a:custGeom>
              <a:rect b="b" l="l" r="r" t="t"/>
              <a:pathLst>
                <a:path extrusionOk="0" h="5830" w="4947">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0" name="Google Shape;10900;p104"/>
            <p:cNvSpPr/>
            <p:nvPr/>
          </p:nvSpPr>
          <p:spPr>
            <a:xfrm>
              <a:off x="-13486225" y="2559375"/>
              <a:ext cx="40975" cy="41775"/>
            </a:xfrm>
            <a:custGeom>
              <a:rect b="b" l="l" r="r" t="t"/>
              <a:pathLst>
                <a:path extrusionOk="0" h="1671" w="1639">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01" name="Google Shape;10901;p104"/>
          <p:cNvSpPr/>
          <p:nvPr/>
        </p:nvSpPr>
        <p:spPr>
          <a:xfrm>
            <a:off x="7123388" y="1334505"/>
            <a:ext cx="341579" cy="279189"/>
          </a:xfrm>
          <a:custGeom>
            <a:rect b="b" l="l" r="r" t="t"/>
            <a:pathLst>
              <a:path extrusionOk="0" h="11563" w="14147">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2" name="Google Shape;10902;p104"/>
          <p:cNvSpPr/>
          <p:nvPr/>
        </p:nvSpPr>
        <p:spPr>
          <a:xfrm>
            <a:off x="7123014" y="1711602"/>
            <a:ext cx="342328" cy="340638"/>
          </a:xfrm>
          <a:custGeom>
            <a:rect b="b" l="l" r="r" t="t"/>
            <a:pathLst>
              <a:path extrusionOk="0" h="14108" w="14178">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03" name="Google Shape;10903;p104"/>
          <p:cNvGrpSpPr/>
          <p:nvPr/>
        </p:nvGrpSpPr>
        <p:grpSpPr>
          <a:xfrm>
            <a:off x="7140133" y="2119708"/>
            <a:ext cx="308090" cy="341579"/>
            <a:chOff x="-11747150" y="2530225"/>
            <a:chExt cx="319000" cy="353675"/>
          </a:xfrm>
        </p:grpSpPr>
        <p:sp>
          <p:nvSpPr>
            <p:cNvPr id="10904" name="Google Shape;10904;p104"/>
            <p:cNvSpPr/>
            <p:nvPr/>
          </p:nvSpPr>
          <p:spPr>
            <a:xfrm>
              <a:off x="-11747150" y="2530225"/>
              <a:ext cx="319000" cy="353675"/>
            </a:xfrm>
            <a:custGeom>
              <a:rect b="b" l="l" r="r" t="t"/>
              <a:pathLst>
                <a:path extrusionOk="0" h="14147" w="1276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5" name="Google Shape;10905;p104"/>
            <p:cNvSpPr/>
            <p:nvPr/>
          </p:nvSpPr>
          <p:spPr>
            <a:xfrm>
              <a:off x="-11640825" y="2592450"/>
              <a:ext cx="104775" cy="42550"/>
            </a:xfrm>
            <a:custGeom>
              <a:rect b="b" l="l" r="r" t="t"/>
              <a:pathLst>
                <a:path extrusionOk="0" h="1702" w="4191">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06" name="Google Shape;10906;p104"/>
          <p:cNvGrpSpPr/>
          <p:nvPr/>
        </p:nvGrpSpPr>
        <p:grpSpPr>
          <a:xfrm>
            <a:off x="5304627" y="2550919"/>
            <a:ext cx="340807" cy="340807"/>
            <a:chOff x="-10027775" y="1622900"/>
            <a:chExt cx="352875" cy="352875"/>
          </a:xfrm>
        </p:grpSpPr>
        <p:sp>
          <p:nvSpPr>
            <p:cNvPr id="10907" name="Google Shape;10907;p104"/>
            <p:cNvSpPr/>
            <p:nvPr/>
          </p:nvSpPr>
          <p:spPr>
            <a:xfrm>
              <a:off x="-10027775" y="1622900"/>
              <a:ext cx="352875" cy="352875"/>
            </a:xfrm>
            <a:custGeom>
              <a:rect b="b" l="l" r="r" t="t"/>
              <a:pathLst>
                <a:path extrusionOk="0" h="14115" w="14115">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8" name="Google Shape;10908;p104"/>
            <p:cNvSpPr/>
            <p:nvPr/>
          </p:nvSpPr>
          <p:spPr>
            <a:xfrm>
              <a:off x="-9923800" y="1705600"/>
              <a:ext cx="145725" cy="20500"/>
            </a:xfrm>
            <a:custGeom>
              <a:rect b="b" l="l" r="r" t="t"/>
              <a:pathLst>
                <a:path extrusionOk="0" h="820" w="5829">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9" name="Google Shape;10909;p104"/>
            <p:cNvSpPr/>
            <p:nvPr/>
          </p:nvSpPr>
          <p:spPr>
            <a:xfrm>
              <a:off x="-9902550" y="1746550"/>
              <a:ext cx="83525" cy="20500"/>
            </a:xfrm>
            <a:custGeom>
              <a:rect b="b" l="l" r="r" t="t"/>
              <a:pathLst>
                <a:path extrusionOk="0" h="820" w="3341">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0" name="Google Shape;10910;p104"/>
            <p:cNvSpPr/>
            <p:nvPr/>
          </p:nvSpPr>
          <p:spPr>
            <a:xfrm>
              <a:off x="-9923800" y="1788300"/>
              <a:ext cx="145725" cy="20500"/>
            </a:xfrm>
            <a:custGeom>
              <a:rect b="b" l="l" r="r" t="t"/>
              <a:pathLst>
                <a:path extrusionOk="0" h="820" w="5829">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1" name="Google Shape;10911;p104"/>
            <p:cNvSpPr/>
            <p:nvPr/>
          </p:nvSpPr>
          <p:spPr>
            <a:xfrm>
              <a:off x="-9901750" y="1828450"/>
              <a:ext cx="83500" cy="21300"/>
            </a:xfrm>
            <a:custGeom>
              <a:rect b="b" l="l" r="r" t="t"/>
              <a:pathLst>
                <a:path extrusionOk="0" h="852" w="334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2" name="Google Shape;10912;p104"/>
            <p:cNvSpPr/>
            <p:nvPr/>
          </p:nvSpPr>
          <p:spPr>
            <a:xfrm>
              <a:off x="-9923025" y="1871000"/>
              <a:ext cx="145725" cy="20500"/>
            </a:xfrm>
            <a:custGeom>
              <a:rect b="b" l="l" r="r" t="t"/>
              <a:pathLst>
                <a:path extrusionOk="0" h="820" w="5829">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13" name="Google Shape;10913;p104"/>
          <p:cNvSpPr/>
          <p:nvPr/>
        </p:nvSpPr>
        <p:spPr>
          <a:xfrm>
            <a:off x="5311472" y="2958272"/>
            <a:ext cx="327116" cy="341748"/>
          </a:xfrm>
          <a:custGeom>
            <a:rect b="b" l="l" r="r" t="t"/>
            <a:pathLst>
              <a:path extrusionOk="0" h="14154" w="13548">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14" name="Google Shape;10914;p104"/>
          <p:cNvGrpSpPr/>
          <p:nvPr/>
        </p:nvGrpSpPr>
        <p:grpSpPr>
          <a:xfrm>
            <a:off x="8031595" y="2576583"/>
            <a:ext cx="322553" cy="342328"/>
            <a:chOff x="-10019125" y="2490075"/>
            <a:chExt cx="333975" cy="354450"/>
          </a:xfrm>
        </p:grpSpPr>
        <p:sp>
          <p:nvSpPr>
            <p:cNvPr id="10915" name="Google Shape;10915;p104"/>
            <p:cNvSpPr/>
            <p:nvPr/>
          </p:nvSpPr>
          <p:spPr>
            <a:xfrm>
              <a:off x="-10019125" y="2490850"/>
              <a:ext cx="333975" cy="353675"/>
            </a:xfrm>
            <a:custGeom>
              <a:rect b="b" l="l" r="r" t="t"/>
              <a:pathLst>
                <a:path extrusionOk="0" h="14147" w="13359">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6" name="Google Shape;10916;p104"/>
            <p:cNvSpPr/>
            <p:nvPr/>
          </p:nvSpPr>
          <p:spPr>
            <a:xfrm>
              <a:off x="-10016750" y="2491050"/>
              <a:ext cx="63825" cy="61850"/>
            </a:xfrm>
            <a:custGeom>
              <a:rect b="b" l="l" r="r" t="t"/>
              <a:pathLst>
                <a:path extrusionOk="0" h="2474" w="2553">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7" name="Google Shape;10917;p104"/>
            <p:cNvSpPr/>
            <p:nvPr/>
          </p:nvSpPr>
          <p:spPr>
            <a:xfrm>
              <a:off x="-9933275" y="2490075"/>
              <a:ext cx="20525" cy="63025"/>
            </a:xfrm>
            <a:custGeom>
              <a:rect b="b" l="l" r="r" t="t"/>
              <a:pathLst>
                <a:path extrusionOk="0" h="2521" w="821">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8" name="Google Shape;10918;p104"/>
            <p:cNvSpPr/>
            <p:nvPr/>
          </p:nvSpPr>
          <p:spPr>
            <a:xfrm>
              <a:off x="-10015975" y="2573550"/>
              <a:ext cx="63050" cy="20500"/>
            </a:xfrm>
            <a:custGeom>
              <a:rect b="b" l="l" r="r" t="t"/>
              <a:pathLst>
                <a:path extrusionOk="0" h="820" w="2522">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19" name="Google Shape;10919;p104"/>
          <p:cNvGrpSpPr/>
          <p:nvPr/>
        </p:nvGrpSpPr>
        <p:grpSpPr>
          <a:xfrm>
            <a:off x="6661180" y="2957593"/>
            <a:ext cx="352227" cy="343100"/>
            <a:chOff x="-8684100" y="2032450"/>
            <a:chExt cx="364700" cy="355250"/>
          </a:xfrm>
        </p:grpSpPr>
        <p:sp>
          <p:nvSpPr>
            <p:cNvPr id="10920" name="Google Shape;10920;p104"/>
            <p:cNvSpPr/>
            <p:nvPr/>
          </p:nvSpPr>
          <p:spPr>
            <a:xfrm>
              <a:off x="-8684100" y="2032450"/>
              <a:ext cx="364700" cy="355250"/>
            </a:xfrm>
            <a:custGeom>
              <a:rect b="b" l="l" r="r" t="t"/>
              <a:pathLst>
                <a:path extrusionOk="0" h="14210" w="14588">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1" name="Google Shape;10921;p104"/>
            <p:cNvSpPr/>
            <p:nvPr/>
          </p:nvSpPr>
          <p:spPr>
            <a:xfrm>
              <a:off x="-8637625" y="2231725"/>
              <a:ext cx="81950" cy="32525"/>
            </a:xfrm>
            <a:custGeom>
              <a:rect b="b" l="l" r="r" t="t"/>
              <a:pathLst>
                <a:path extrusionOk="0" h="1301" w="3278">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2" name="Google Shape;10922;p104"/>
            <p:cNvSpPr/>
            <p:nvPr/>
          </p:nvSpPr>
          <p:spPr>
            <a:xfrm>
              <a:off x="-8558075" y="2267375"/>
              <a:ext cx="38625" cy="79950"/>
            </a:xfrm>
            <a:custGeom>
              <a:rect b="b" l="l" r="r" t="t"/>
              <a:pathLst>
                <a:path extrusionOk="0" h="3198" w="1545">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23" name="Google Shape;10923;p104"/>
          <p:cNvSpPr/>
          <p:nvPr/>
        </p:nvSpPr>
        <p:spPr>
          <a:xfrm>
            <a:off x="5773709" y="1303696"/>
            <a:ext cx="300509" cy="340807"/>
          </a:xfrm>
          <a:custGeom>
            <a:rect b="b" l="l" r="r" t="t"/>
            <a:pathLst>
              <a:path extrusionOk="0" h="14115" w="12446">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24" name="Google Shape;10924;p104"/>
          <p:cNvGrpSpPr/>
          <p:nvPr/>
        </p:nvGrpSpPr>
        <p:grpSpPr>
          <a:xfrm>
            <a:off x="5752039" y="1711056"/>
            <a:ext cx="343849" cy="341724"/>
            <a:chOff x="-13095575" y="2073400"/>
            <a:chExt cx="356025" cy="353825"/>
          </a:xfrm>
        </p:grpSpPr>
        <p:sp>
          <p:nvSpPr>
            <p:cNvPr id="10925" name="Google Shape;10925;p104"/>
            <p:cNvSpPr/>
            <p:nvPr/>
          </p:nvSpPr>
          <p:spPr>
            <a:xfrm>
              <a:off x="-13095575" y="2073400"/>
              <a:ext cx="356025" cy="353825"/>
            </a:xfrm>
            <a:custGeom>
              <a:rect b="b" l="l" r="r" t="t"/>
              <a:pathLst>
                <a:path extrusionOk="0" h="14153" w="14241">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6" name="Google Shape;10926;p104"/>
            <p:cNvSpPr/>
            <p:nvPr/>
          </p:nvSpPr>
          <p:spPr>
            <a:xfrm>
              <a:off x="-13055400" y="2115150"/>
              <a:ext cx="271750" cy="187475"/>
            </a:xfrm>
            <a:custGeom>
              <a:rect b="b" l="l" r="r" t="t"/>
              <a:pathLst>
                <a:path extrusionOk="0" h="7499" w="1087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7" name="Google Shape;10927;p104"/>
            <p:cNvSpPr/>
            <p:nvPr/>
          </p:nvSpPr>
          <p:spPr>
            <a:xfrm>
              <a:off x="-12887650" y="2156100"/>
              <a:ext cx="63050" cy="22100"/>
            </a:xfrm>
            <a:custGeom>
              <a:rect b="b" l="l" r="r" t="t"/>
              <a:pathLst>
                <a:path extrusionOk="0" h="884" w="2522">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8" name="Google Shape;10928;p104"/>
            <p:cNvSpPr/>
            <p:nvPr/>
          </p:nvSpPr>
          <p:spPr>
            <a:xfrm>
              <a:off x="-12888425" y="2198650"/>
              <a:ext cx="63025" cy="21275"/>
            </a:xfrm>
            <a:custGeom>
              <a:rect b="b" l="l" r="r" t="t"/>
              <a:pathLst>
                <a:path extrusionOk="0" h="851" w="2521">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9" name="Google Shape;10929;p104"/>
            <p:cNvSpPr/>
            <p:nvPr/>
          </p:nvSpPr>
          <p:spPr>
            <a:xfrm>
              <a:off x="-12888425" y="2239600"/>
              <a:ext cx="63025" cy="22075"/>
            </a:xfrm>
            <a:custGeom>
              <a:rect b="b" l="l" r="r" t="t"/>
              <a:pathLst>
                <a:path extrusionOk="0" h="883" w="2521">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0" name="Google Shape;10930;p104"/>
            <p:cNvSpPr/>
            <p:nvPr/>
          </p:nvSpPr>
          <p:spPr>
            <a:xfrm>
              <a:off x="-13012875" y="2156100"/>
              <a:ext cx="63025" cy="22100"/>
            </a:xfrm>
            <a:custGeom>
              <a:rect b="b" l="l" r="r" t="t"/>
              <a:pathLst>
                <a:path extrusionOk="0" h="884" w="2521">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1" name="Google Shape;10931;p104"/>
            <p:cNvSpPr/>
            <p:nvPr/>
          </p:nvSpPr>
          <p:spPr>
            <a:xfrm>
              <a:off x="-13012875" y="2198650"/>
              <a:ext cx="63025" cy="21275"/>
            </a:xfrm>
            <a:custGeom>
              <a:rect b="b" l="l" r="r" t="t"/>
              <a:pathLst>
                <a:path extrusionOk="0" h="851" w="2521">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2" name="Google Shape;10932;p104"/>
            <p:cNvSpPr/>
            <p:nvPr/>
          </p:nvSpPr>
          <p:spPr>
            <a:xfrm>
              <a:off x="-13012875" y="2239600"/>
              <a:ext cx="63025" cy="22075"/>
            </a:xfrm>
            <a:custGeom>
              <a:rect b="b" l="l" r="r" t="t"/>
              <a:pathLst>
                <a:path extrusionOk="0" h="883" w="2521">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33" name="Google Shape;10933;p104"/>
          <p:cNvSpPr/>
          <p:nvPr/>
        </p:nvSpPr>
        <p:spPr>
          <a:xfrm>
            <a:off x="5753174" y="2120098"/>
            <a:ext cx="341579" cy="340807"/>
          </a:xfrm>
          <a:custGeom>
            <a:rect b="b" l="l" r="r" t="t"/>
            <a:pathLst>
              <a:path extrusionOk="0" h="14115" w="14147">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34" name="Google Shape;10934;p104"/>
          <p:cNvGrpSpPr/>
          <p:nvPr/>
        </p:nvGrpSpPr>
        <p:grpSpPr>
          <a:xfrm>
            <a:off x="7576787" y="1302885"/>
            <a:ext cx="343100" cy="342424"/>
            <a:chOff x="-11332875" y="1660700"/>
            <a:chExt cx="355250" cy="354550"/>
          </a:xfrm>
        </p:grpSpPr>
        <p:sp>
          <p:nvSpPr>
            <p:cNvPr id="10935" name="Google Shape;10935;p104"/>
            <p:cNvSpPr/>
            <p:nvPr/>
          </p:nvSpPr>
          <p:spPr>
            <a:xfrm>
              <a:off x="-11332875" y="1660700"/>
              <a:ext cx="355250" cy="354550"/>
            </a:xfrm>
            <a:custGeom>
              <a:rect b="b" l="l" r="r" t="t"/>
              <a:pathLst>
                <a:path extrusionOk="0" h="14182" w="1421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6" name="Google Shape;10936;p104"/>
            <p:cNvSpPr/>
            <p:nvPr/>
          </p:nvSpPr>
          <p:spPr>
            <a:xfrm>
              <a:off x="-11072175" y="1734725"/>
              <a:ext cx="41775" cy="41000"/>
            </a:xfrm>
            <a:custGeom>
              <a:rect b="b" l="l" r="r" t="t"/>
              <a:pathLst>
                <a:path extrusionOk="0" h="1640" w="1671">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7" name="Google Shape;10937;p104"/>
            <p:cNvSpPr/>
            <p:nvPr/>
          </p:nvSpPr>
          <p:spPr>
            <a:xfrm>
              <a:off x="-11278525" y="1734725"/>
              <a:ext cx="40975" cy="41000"/>
            </a:xfrm>
            <a:custGeom>
              <a:rect b="b" l="l" r="r" t="t"/>
              <a:pathLst>
                <a:path extrusionOk="0" h="1640" w="1639">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8" name="Google Shape;10938;p104"/>
            <p:cNvSpPr/>
            <p:nvPr/>
          </p:nvSpPr>
          <p:spPr>
            <a:xfrm>
              <a:off x="-11175350" y="1714250"/>
              <a:ext cx="40975" cy="41000"/>
            </a:xfrm>
            <a:custGeom>
              <a:rect b="b" l="l" r="r" t="t"/>
              <a:pathLst>
                <a:path extrusionOk="0" h="1640" w="1639">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39" name="Google Shape;10939;p104"/>
          <p:cNvSpPr/>
          <p:nvPr/>
        </p:nvSpPr>
        <p:spPr>
          <a:xfrm>
            <a:off x="7575652" y="1712279"/>
            <a:ext cx="345370" cy="339286"/>
          </a:xfrm>
          <a:custGeom>
            <a:rect b="b" l="l" r="r" t="t"/>
            <a:pathLst>
              <a:path extrusionOk="0" h="14052" w="14304">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0" name="Google Shape;10940;p104"/>
          <p:cNvSpPr/>
          <p:nvPr/>
        </p:nvSpPr>
        <p:spPr>
          <a:xfrm>
            <a:off x="7576413" y="2141008"/>
            <a:ext cx="343849" cy="298988"/>
          </a:xfrm>
          <a:custGeom>
            <a:rect b="b" l="l" r="r" t="t"/>
            <a:pathLst>
              <a:path extrusionOk="0" h="12383" w="14241">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41" name="Google Shape;10941;p104"/>
          <p:cNvGrpSpPr/>
          <p:nvPr/>
        </p:nvGrpSpPr>
        <p:grpSpPr>
          <a:xfrm>
            <a:off x="5774096" y="2549397"/>
            <a:ext cx="299736" cy="343849"/>
            <a:chOff x="-9570950" y="1622100"/>
            <a:chExt cx="310350" cy="356025"/>
          </a:xfrm>
        </p:grpSpPr>
        <p:sp>
          <p:nvSpPr>
            <p:cNvPr id="10942" name="Google Shape;10942;p104"/>
            <p:cNvSpPr/>
            <p:nvPr/>
          </p:nvSpPr>
          <p:spPr>
            <a:xfrm>
              <a:off x="-9570950" y="1622100"/>
              <a:ext cx="310350" cy="356025"/>
            </a:xfrm>
            <a:custGeom>
              <a:rect b="b" l="l" r="r" t="t"/>
              <a:pathLst>
                <a:path extrusionOk="0" h="14241" w="12414">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3" name="Google Shape;10943;p104"/>
            <p:cNvSpPr/>
            <p:nvPr/>
          </p:nvSpPr>
          <p:spPr>
            <a:xfrm>
              <a:off x="-9426025" y="1695350"/>
              <a:ext cx="63025" cy="62250"/>
            </a:xfrm>
            <a:custGeom>
              <a:rect b="b" l="l" r="r" t="t"/>
              <a:pathLst>
                <a:path extrusionOk="0" h="2490" w="2521">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44" name="Google Shape;10944;p104"/>
          <p:cNvGrpSpPr/>
          <p:nvPr/>
        </p:nvGrpSpPr>
        <p:grpSpPr>
          <a:xfrm>
            <a:off x="5752800" y="2958353"/>
            <a:ext cx="342328" cy="341579"/>
            <a:chOff x="-9594575" y="2056875"/>
            <a:chExt cx="354450" cy="353675"/>
          </a:xfrm>
        </p:grpSpPr>
        <p:sp>
          <p:nvSpPr>
            <p:cNvPr id="10945" name="Google Shape;10945;p104"/>
            <p:cNvSpPr/>
            <p:nvPr/>
          </p:nvSpPr>
          <p:spPr>
            <a:xfrm>
              <a:off x="-9594575" y="2056875"/>
              <a:ext cx="354450" cy="353675"/>
            </a:xfrm>
            <a:custGeom>
              <a:rect b="b" l="l" r="r" t="t"/>
              <a:pathLst>
                <a:path extrusionOk="0" h="14147" w="14178">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6" name="Google Shape;10946;p104"/>
            <p:cNvSpPr/>
            <p:nvPr/>
          </p:nvSpPr>
          <p:spPr>
            <a:xfrm>
              <a:off x="-9342550" y="2305750"/>
              <a:ext cx="62250" cy="62250"/>
            </a:xfrm>
            <a:custGeom>
              <a:rect b="b" l="l" r="r" t="t"/>
              <a:pathLst>
                <a:path extrusionOk="0" h="2490" w="249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7" name="Google Shape;10947;p104"/>
            <p:cNvSpPr/>
            <p:nvPr/>
          </p:nvSpPr>
          <p:spPr>
            <a:xfrm>
              <a:off x="-9552050" y="2305750"/>
              <a:ext cx="63025" cy="62250"/>
            </a:xfrm>
            <a:custGeom>
              <a:rect b="b" l="l" r="r" t="t"/>
              <a:pathLst>
                <a:path extrusionOk="0" h="2490" w="2521">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48" name="Google Shape;10948;p104"/>
          <p:cNvSpPr/>
          <p:nvPr/>
        </p:nvSpPr>
        <p:spPr>
          <a:xfrm>
            <a:off x="7123002" y="2988791"/>
            <a:ext cx="342352" cy="280710"/>
          </a:xfrm>
          <a:custGeom>
            <a:rect b="b" l="l" r="r" t="t"/>
            <a:pathLst>
              <a:path extrusionOk="0" h="11626" w="14179">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49" name="Google Shape;10949;p104"/>
          <p:cNvGrpSpPr/>
          <p:nvPr/>
        </p:nvGrpSpPr>
        <p:grpSpPr>
          <a:xfrm>
            <a:off x="6208482" y="1303693"/>
            <a:ext cx="342328" cy="340807"/>
            <a:chOff x="-12661600" y="1640225"/>
            <a:chExt cx="354450" cy="352875"/>
          </a:xfrm>
        </p:grpSpPr>
        <p:sp>
          <p:nvSpPr>
            <p:cNvPr id="10950" name="Google Shape;10950;p104"/>
            <p:cNvSpPr/>
            <p:nvPr/>
          </p:nvSpPr>
          <p:spPr>
            <a:xfrm>
              <a:off x="-12661600" y="1764675"/>
              <a:ext cx="188275" cy="228425"/>
            </a:xfrm>
            <a:custGeom>
              <a:rect b="b" l="l" r="r" t="t"/>
              <a:pathLst>
                <a:path extrusionOk="0" h="9137" w="7531">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1" name="Google Shape;10951;p104"/>
            <p:cNvSpPr/>
            <p:nvPr/>
          </p:nvSpPr>
          <p:spPr>
            <a:xfrm>
              <a:off x="-12451300" y="1640225"/>
              <a:ext cx="144150" cy="350500"/>
            </a:xfrm>
            <a:custGeom>
              <a:rect b="b" l="l" r="r" t="t"/>
              <a:pathLst>
                <a:path extrusionOk="0" h="14020" w="5766">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2" name="Google Shape;10952;p104"/>
            <p:cNvSpPr/>
            <p:nvPr/>
          </p:nvSpPr>
          <p:spPr>
            <a:xfrm>
              <a:off x="-12619850" y="1887525"/>
              <a:ext cx="104000" cy="63050"/>
            </a:xfrm>
            <a:custGeom>
              <a:rect b="b" l="l" r="r" t="t"/>
              <a:pathLst>
                <a:path extrusionOk="0" h="2522" w="416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53" name="Google Shape;10953;p104"/>
          <p:cNvGrpSpPr/>
          <p:nvPr/>
        </p:nvGrpSpPr>
        <p:grpSpPr>
          <a:xfrm>
            <a:off x="6208857" y="1732231"/>
            <a:ext cx="341579" cy="299374"/>
            <a:chOff x="-12660025" y="2096250"/>
            <a:chExt cx="353675" cy="309975"/>
          </a:xfrm>
        </p:grpSpPr>
        <p:sp>
          <p:nvSpPr>
            <p:cNvPr id="10954" name="Google Shape;10954;p104"/>
            <p:cNvSpPr/>
            <p:nvPr/>
          </p:nvSpPr>
          <p:spPr>
            <a:xfrm>
              <a:off x="-12619850" y="2136425"/>
              <a:ext cx="63025" cy="62250"/>
            </a:xfrm>
            <a:custGeom>
              <a:rect b="b" l="l" r="r" t="t"/>
              <a:pathLst>
                <a:path extrusionOk="0" h="2490" w="2521">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5" name="Google Shape;10955;p104"/>
            <p:cNvSpPr/>
            <p:nvPr/>
          </p:nvSpPr>
          <p:spPr>
            <a:xfrm>
              <a:off x="-12496200" y="2136425"/>
              <a:ext cx="63050" cy="62250"/>
            </a:xfrm>
            <a:custGeom>
              <a:rect b="b" l="l" r="r" t="t"/>
              <a:pathLst>
                <a:path extrusionOk="0" h="2490" w="2522">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6" name="Google Shape;10956;p104"/>
            <p:cNvSpPr/>
            <p:nvPr/>
          </p:nvSpPr>
          <p:spPr>
            <a:xfrm>
              <a:off x="-12453650" y="2261650"/>
              <a:ext cx="19700" cy="19725"/>
            </a:xfrm>
            <a:custGeom>
              <a:rect b="b" l="l" r="r" t="t"/>
              <a:pathLst>
                <a:path extrusionOk="0" h="789" w="788">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7" name="Google Shape;10957;p104"/>
            <p:cNvSpPr/>
            <p:nvPr/>
          </p:nvSpPr>
          <p:spPr>
            <a:xfrm>
              <a:off x="-12494625" y="2261650"/>
              <a:ext cx="19725" cy="19725"/>
            </a:xfrm>
            <a:custGeom>
              <a:rect b="b" l="l" r="r" t="t"/>
              <a:pathLst>
                <a:path extrusionOk="0" h="789" w="789">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8" name="Google Shape;10958;p104"/>
            <p:cNvSpPr/>
            <p:nvPr/>
          </p:nvSpPr>
          <p:spPr>
            <a:xfrm>
              <a:off x="-12619850" y="2301825"/>
              <a:ext cx="103200" cy="60675"/>
            </a:xfrm>
            <a:custGeom>
              <a:rect b="b" l="l" r="r" t="t"/>
              <a:pathLst>
                <a:path extrusionOk="0" h="2427" w="4128">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9" name="Google Shape;10959;p104"/>
            <p:cNvSpPr/>
            <p:nvPr/>
          </p:nvSpPr>
          <p:spPr>
            <a:xfrm>
              <a:off x="-12660025" y="2096250"/>
              <a:ext cx="353675" cy="309975"/>
            </a:xfrm>
            <a:custGeom>
              <a:rect b="b" l="l" r="r" t="t"/>
              <a:pathLst>
                <a:path extrusionOk="0" h="12399" w="14147">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60" name="Google Shape;10960;p104"/>
          <p:cNvGrpSpPr/>
          <p:nvPr/>
        </p:nvGrpSpPr>
        <p:grpSpPr>
          <a:xfrm>
            <a:off x="6207335" y="2119527"/>
            <a:ext cx="344622" cy="341941"/>
            <a:chOff x="-12663175" y="2506800"/>
            <a:chExt cx="356825" cy="354050"/>
          </a:xfrm>
        </p:grpSpPr>
        <p:sp>
          <p:nvSpPr>
            <p:cNvPr id="10961" name="Google Shape;10961;p104"/>
            <p:cNvSpPr/>
            <p:nvPr/>
          </p:nvSpPr>
          <p:spPr>
            <a:xfrm>
              <a:off x="-12663175" y="2506800"/>
              <a:ext cx="356825" cy="354050"/>
            </a:xfrm>
            <a:custGeom>
              <a:rect b="b" l="l" r="r" t="t"/>
              <a:pathLst>
                <a:path extrusionOk="0" h="14162" w="14273">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2" name="Google Shape;10962;p104"/>
            <p:cNvSpPr/>
            <p:nvPr/>
          </p:nvSpPr>
          <p:spPr>
            <a:xfrm>
              <a:off x="-12466275" y="2586350"/>
              <a:ext cx="37850" cy="35850"/>
            </a:xfrm>
            <a:custGeom>
              <a:rect b="b" l="l" r="r" t="t"/>
              <a:pathLst>
                <a:path extrusionOk="0" h="1434" w="1514">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3" name="Google Shape;10963;p104"/>
            <p:cNvSpPr/>
            <p:nvPr/>
          </p:nvSpPr>
          <p:spPr>
            <a:xfrm>
              <a:off x="-12422950" y="2630450"/>
              <a:ext cx="37825" cy="35875"/>
            </a:xfrm>
            <a:custGeom>
              <a:rect b="b" l="l" r="r" t="t"/>
              <a:pathLst>
                <a:path extrusionOk="0" h="1435" w="1513">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4" name="Google Shape;10964;p104"/>
            <p:cNvSpPr/>
            <p:nvPr/>
          </p:nvSpPr>
          <p:spPr>
            <a:xfrm>
              <a:off x="-12591500" y="2644250"/>
              <a:ext cx="192200" cy="142975"/>
            </a:xfrm>
            <a:custGeom>
              <a:rect b="b" l="l" r="r" t="t"/>
              <a:pathLst>
                <a:path extrusionOk="0" h="5719" w="7688">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65" name="Google Shape;10965;p104"/>
          <p:cNvGrpSpPr/>
          <p:nvPr/>
        </p:nvGrpSpPr>
        <p:grpSpPr>
          <a:xfrm>
            <a:off x="8022468" y="1303307"/>
            <a:ext cx="340807" cy="341579"/>
            <a:chOff x="-10896525" y="1663050"/>
            <a:chExt cx="352875" cy="353675"/>
          </a:xfrm>
        </p:grpSpPr>
        <p:sp>
          <p:nvSpPr>
            <p:cNvPr id="10966" name="Google Shape;10966;p104"/>
            <p:cNvSpPr/>
            <p:nvPr/>
          </p:nvSpPr>
          <p:spPr>
            <a:xfrm>
              <a:off x="-10896525" y="1663050"/>
              <a:ext cx="166200" cy="311925"/>
            </a:xfrm>
            <a:custGeom>
              <a:rect b="b" l="l" r="r" t="t"/>
              <a:pathLst>
                <a:path extrusionOk="0" h="12477" w="6648">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7" name="Google Shape;10967;p104"/>
            <p:cNvSpPr/>
            <p:nvPr/>
          </p:nvSpPr>
          <p:spPr>
            <a:xfrm>
              <a:off x="-10709850" y="1704025"/>
              <a:ext cx="166200" cy="312700"/>
            </a:xfrm>
            <a:custGeom>
              <a:rect b="b" l="l" r="r" t="t"/>
              <a:pathLst>
                <a:path extrusionOk="0" h="12508" w="6648">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68" name="Google Shape;10968;p104"/>
          <p:cNvSpPr/>
          <p:nvPr/>
        </p:nvSpPr>
        <p:spPr>
          <a:xfrm>
            <a:off x="8061643" y="1711059"/>
            <a:ext cx="262456" cy="341724"/>
          </a:xfrm>
          <a:custGeom>
            <a:rect b="b" l="l" r="r" t="t"/>
            <a:pathLst>
              <a:path extrusionOk="0" h="14153" w="1087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69" name="Google Shape;10969;p104"/>
          <p:cNvGrpSpPr/>
          <p:nvPr/>
        </p:nvGrpSpPr>
        <p:grpSpPr>
          <a:xfrm>
            <a:off x="8022082" y="2130742"/>
            <a:ext cx="341579" cy="319511"/>
            <a:chOff x="-10898100" y="2542050"/>
            <a:chExt cx="353675" cy="330825"/>
          </a:xfrm>
        </p:grpSpPr>
        <p:sp>
          <p:nvSpPr>
            <p:cNvPr id="10970" name="Google Shape;10970;p104"/>
            <p:cNvSpPr/>
            <p:nvPr/>
          </p:nvSpPr>
          <p:spPr>
            <a:xfrm>
              <a:off x="-10772875" y="2583800"/>
              <a:ext cx="82725" cy="82725"/>
            </a:xfrm>
            <a:custGeom>
              <a:rect b="b" l="l" r="r" t="t"/>
              <a:pathLst>
                <a:path extrusionOk="0" h="3309" w="3309">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1" name="Google Shape;10971;p104"/>
            <p:cNvSpPr/>
            <p:nvPr/>
          </p:nvSpPr>
          <p:spPr>
            <a:xfrm>
              <a:off x="-10772875" y="2749200"/>
              <a:ext cx="82725" cy="81950"/>
            </a:xfrm>
            <a:custGeom>
              <a:rect b="b" l="l" r="r" t="t"/>
              <a:pathLst>
                <a:path extrusionOk="0" h="3278" w="3309">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2" name="Google Shape;10972;p104"/>
            <p:cNvSpPr/>
            <p:nvPr/>
          </p:nvSpPr>
          <p:spPr>
            <a:xfrm>
              <a:off x="-10855575" y="2666500"/>
              <a:ext cx="82725" cy="81925"/>
            </a:xfrm>
            <a:custGeom>
              <a:rect b="b" l="l" r="r" t="t"/>
              <a:pathLst>
                <a:path extrusionOk="0" h="3277" w="3309">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3" name="Google Shape;10973;p104"/>
            <p:cNvSpPr/>
            <p:nvPr/>
          </p:nvSpPr>
          <p:spPr>
            <a:xfrm>
              <a:off x="-10690175" y="2666500"/>
              <a:ext cx="82725" cy="82725"/>
            </a:xfrm>
            <a:custGeom>
              <a:rect b="b" l="l" r="r" t="t"/>
              <a:pathLst>
                <a:path extrusionOk="0" h="3309" w="3309">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4" name="Google Shape;10974;p104"/>
            <p:cNvSpPr/>
            <p:nvPr/>
          </p:nvSpPr>
          <p:spPr>
            <a:xfrm>
              <a:off x="-10752400" y="2686975"/>
              <a:ext cx="41775" cy="40975"/>
            </a:xfrm>
            <a:custGeom>
              <a:rect b="b" l="l" r="r" t="t"/>
              <a:pathLst>
                <a:path extrusionOk="0" h="1639" w="1671">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5" name="Google Shape;10975;p104"/>
            <p:cNvSpPr/>
            <p:nvPr/>
          </p:nvSpPr>
          <p:spPr>
            <a:xfrm>
              <a:off x="-10898100" y="2542050"/>
              <a:ext cx="353675" cy="330825"/>
            </a:xfrm>
            <a:custGeom>
              <a:rect b="b" l="l" r="r" t="t"/>
              <a:pathLst>
                <a:path extrusionOk="0" h="13233" w="14147">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76" name="Google Shape;10976;p104"/>
          <p:cNvGrpSpPr/>
          <p:nvPr/>
        </p:nvGrpSpPr>
        <p:grpSpPr>
          <a:xfrm>
            <a:off x="6209617" y="2551607"/>
            <a:ext cx="340058" cy="339430"/>
            <a:chOff x="-9157450" y="1622750"/>
            <a:chExt cx="352100" cy="351450"/>
          </a:xfrm>
        </p:grpSpPr>
        <p:sp>
          <p:nvSpPr>
            <p:cNvPr id="10977" name="Google Shape;10977;p104"/>
            <p:cNvSpPr/>
            <p:nvPr/>
          </p:nvSpPr>
          <p:spPr>
            <a:xfrm>
              <a:off x="-9034575" y="1706075"/>
              <a:ext cx="229225" cy="268125"/>
            </a:xfrm>
            <a:custGeom>
              <a:rect b="b" l="l" r="r" t="t"/>
              <a:pathLst>
                <a:path extrusionOk="0" h="10725" w="9169">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8" name="Google Shape;10978;p104"/>
            <p:cNvSpPr/>
            <p:nvPr/>
          </p:nvSpPr>
          <p:spPr>
            <a:xfrm>
              <a:off x="-9157450" y="1622750"/>
              <a:ext cx="164625" cy="249850"/>
            </a:xfrm>
            <a:custGeom>
              <a:rect b="b" l="l" r="r" t="t"/>
              <a:pathLst>
                <a:path extrusionOk="0" h="9994" w="6585">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79" name="Google Shape;10979;p104"/>
          <p:cNvGrpSpPr/>
          <p:nvPr/>
        </p:nvGrpSpPr>
        <p:grpSpPr>
          <a:xfrm>
            <a:off x="6247658" y="2959874"/>
            <a:ext cx="263977" cy="338537"/>
            <a:chOff x="-9119650" y="2056875"/>
            <a:chExt cx="273325" cy="350525"/>
          </a:xfrm>
        </p:grpSpPr>
        <p:sp>
          <p:nvSpPr>
            <p:cNvPr id="10980" name="Google Shape;10980;p104"/>
            <p:cNvSpPr/>
            <p:nvPr/>
          </p:nvSpPr>
          <p:spPr>
            <a:xfrm>
              <a:off x="-9023550" y="2056875"/>
              <a:ext cx="82725" cy="82725"/>
            </a:xfrm>
            <a:custGeom>
              <a:rect b="b" l="l" r="r" t="t"/>
              <a:pathLst>
                <a:path extrusionOk="0" h="3309" w="3309">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1" name="Google Shape;10981;p104"/>
            <p:cNvSpPr/>
            <p:nvPr/>
          </p:nvSpPr>
          <p:spPr>
            <a:xfrm>
              <a:off x="-9119650" y="2137200"/>
              <a:ext cx="273325" cy="270200"/>
            </a:xfrm>
            <a:custGeom>
              <a:rect b="b" l="l" r="r" t="t"/>
              <a:pathLst>
                <a:path extrusionOk="0" h="10808" w="10933">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82" name="Google Shape;10982;p104"/>
          <p:cNvSpPr/>
          <p:nvPr/>
        </p:nvSpPr>
        <p:spPr>
          <a:xfrm>
            <a:off x="8022842" y="2988799"/>
            <a:ext cx="340058" cy="341555"/>
          </a:xfrm>
          <a:custGeom>
            <a:rect b="b" l="l" r="r" t="t"/>
            <a:pathLst>
              <a:path extrusionOk="0" h="14146" w="14084">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3" name="Google Shape;10983;p104"/>
          <p:cNvSpPr/>
          <p:nvPr/>
        </p:nvSpPr>
        <p:spPr>
          <a:xfrm>
            <a:off x="7143562" y="2550547"/>
            <a:ext cx="301233" cy="341555"/>
          </a:xfrm>
          <a:custGeom>
            <a:rect b="b" l="l" r="r" t="t"/>
            <a:pathLst>
              <a:path extrusionOk="0" h="14146" w="12476">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84" name="Google Shape;10984;p104"/>
          <p:cNvGrpSpPr/>
          <p:nvPr/>
        </p:nvGrpSpPr>
        <p:grpSpPr>
          <a:xfrm>
            <a:off x="7576790" y="2989279"/>
            <a:ext cx="343094" cy="341569"/>
            <a:chOff x="6001575" y="3119050"/>
            <a:chExt cx="315025" cy="313625"/>
          </a:xfrm>
        </p:grpSpPr>
        <p:sp>
          <p:nvSpPr>
            <p:cNvPr id="10985" name="Google Shape;10985;p104"/>
            <p:cNvSpPr/>
            <p:nvPr/>
          </p:nvSpPr>
          <p:spPr>
            <a:xfrm>
              <a:off x="6001575" y="3119050"/>
              <a:ext cx="315025" cy="313625"/>
            </a:xfrm>
            <a:custGeom>
              <a:rect b="b" l="l" r="r" t="t"/>
              <a:pathLst>
                <a:path extrusionOk="0" h="12545" w="12601">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6" name="Google Shape;10986;p104"/>
            <p:cNvSpPr/>
            <p:nvPr/>
          </p:nvSpPr>
          <p:spPr>
            <a:xfrm flipH="1">
              <a:off x="6001575" y="3119050"/>
              <a:ext cx="315025" cy="313625"/>
            </a:xfrm>
            <a:custGeom>
              <a:rect b="b" l="l" r="r" t="t"/>
              <a:pathLst>
                <a:path extrusionOk="0" h="12545" w="12601">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0990" name="Shape 10990"/>
        <p:cNvGrpSpPr/>
        <p:nvPr/>
      </p:nvGrpSpPr>
      <p:grpSpPr>
        <a:xfrm>
          <a:off x="0" y="0"/>
          <a:ext cx="0" cy="0"/>
          <a:chOff x="0" y="0"/>
          <a:chExt cx="0" cy="0"/>
        </a:xfrm>
      </p:grpSpPr>
      <p:sp>
        <p:nvSpPr>
          <p:cNvPr id="10991" name="Google Shape;10991;p105"/>
          <p:cNvSpPr/>
          <p:nvPr/>
        </p:nvSpPr>
        <p:spPr>
          <a:xfrm>
            <a:off x="885480" y="1688459"/>
            <a:ext cx="361250" cy="473920"/>
          </a:xfrm>
          <a:custGeom>
            <a:rect b="b" l="l" r="r" t="t"/>
            <a:pathLst>
              <a:path extrusionOk="0" h="12194" w="9295">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92" name="Google Shape;10992;p105"/>
          <p:cNvGrpSpPr/>
          <p:nvPr/>
        </p:nvGrpSpPr>
        <p:grpSpPr>
          <a:xfrm>
            <a:off x="829227" y="2273195"/>
            <a:ext cx="476329" cy="476213"/>
            <a:chOff x="-21298675" y="2414425"/>
            <a:chExt cx="306400" cy="306325"/>
          </a:xfrm>
        </p:grpSpPr>
        <p:sp>
          <p:nvSpPr>
            <p:cNvPr id="10993" name="Google Shape;10993;p105"/>
            <p:cNvSpPr/>
            <p:nvPr/>
          </p:nvSpPr>
          <p:spPr>
            <a:xfrm>
              <a:off x="-21083650" y="2444575"/>
              <a:ext cx="20500" cy="18525"/>
            </a:xfrm>
            <a:custGeom>
              <a:rect b="b" l="l" r="r" t="t"/>
              <a:pathLst>
                <a:path extrusionOk="0" h="741" w="82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4" name="Google Shape;10994;p105"/>
            <p:cNvSpPr/>
            <p:nvPr/>
          </p:nvSpPr>
          <p:spPr>
            <a:xfrm>
              <a:off x="-21298675" y="2414425"/>
              <a:ext cx="306400" cy="306325"/>
            </a:xfrm>
            <a:custGeom>
              <a:rect b="b" l="l" r="r" t="t"/>
              <a:pathLst>
                <a:path extrusionOk="0" h="12253" w="12256">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5" name="Google Shape;10995;p105"/>
            <p:cNvSpPr/>
            <p:nvPr/>
          </p:nvSpPr>
          <p:spPr>
            <a:xfrm>
              <a:off x="-21171875" y="2521375"/>
              <a:ext cx="73275" cy="66100"/>
            </a:xfrm>
            <a:custGeom>
              <a:rect b="b" l="l" r="r" t="t"/>
              <a:pathLst>
                <a:path extrusionOk="0" h="2644" w="2931">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96" name="Google Shape;10996;p105"/>
          <p:cNvGrpSpPr/>
          <p:nvPr/>
        </p:nvGrpSpPr>
        <p:grpSpPr>
          <a:xfrm>
            <a:off x="828605" y="2865128"/>
            <a:ext cx="477573" cy="445432"/>
            <a:chOff x="-21299475" y="2798025"/>
            <a:chExt cx="307200" cy="286525"/>
          </a:xfrm>
        </p:grpSpPr>
        <p:sp>
          <p:nvSpPr>
            <p:cNvPr id="10997" name="Google Shape;10997;p105"/>
            <p:cNvSpPr/>
            <p:nvPr/>
          </p:nvSpPr>
          <p:spPr>
            <a:xfrm>
              <a:off x="-21153750" y="2798025"/>
              <a:ext cx="17350" cy="53575"/>
            </a:xfrm>
            <a:custGeom>
              <a:rect b="b" l="l" r="r" t="t"/>
              <a:pathLst>
                <a:path extrusionOk="0" h="2143" w="694">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8" name="Google Shape;10998;p105"/>
            <p:cNvSpPr/>
            <p:nvPr/>
          </p:nvSpPr>
          <p:spPr>
            <a:xfrm>
              <a:off x="-21256925" y="2838400"/>
              <a:ext cx="45700" cy="44525"/>
            </a:xfrm>
            <a:custGeom>
              <a:rect b="b" l="l" r="r" t="t"/>
              <a:pathLst>
                <a:path extrusionOk="0" h="1781" w="1828">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9" name="Google Shape;10999;p105"/>
            <p:cNvSpPr/>
            <p:nvPr/>
          </p:nvSpPr>
          <p:spPr>
            <a:xfrm>
              <a:off x="-21079725" y="2838400"/>
              <a:ext cx="45700" cy="44525"/>
            </a:xfrm>
            <a:custGeom>
              <a:rect b="b" l="l" r="r" t="t"/>
              <a:pathLst>
                <a:path extrusionOk="0" h="1781" w="1828">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0" name="Google Shape;11000;p105"/>
            <p:cNvSpPr/>
            <p:nvPr/>
          </p:nvSpPr>
          <p:spPr>
            <a:xfrm>
              <a:off x="-21113575" y="2825000"/>
              <a:ext cx="26800" cy="35050"/>
            </a:xfrm>
            <a:custGeom>
              <a:rect b="b" l="l" r="r" t="t"/>
              <a:pathLst>
                <a:path extrusionOk="0" h="1402" w="1072">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1" name="Google Shape;11001;p105"/>
            <p:cNvSpPr/>
            <p:nvPr/>
          </p:nvSpPr>
          <p:spPr>
            <a:xfrm>
              <a:off x="-21204175" y="2825000"/>
              <a:ext cx="27600" cy="35050"/>
            </a:xfrm>
            <a:custGeom>
              <a:rect b="b" l="l" r="r" t="t"/>
              <a:pathLst>
                <a:path extrusionOk="0" h="1402" w="1104">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2" name="Google Shape;11002;p105"/>
            <p:cNvSpPr/>
            <p:nvPr/>
          </p:nvSpPr>
          <p:spPr>
            <a:xfrm>
              <a:off x="-21297900" y="2940575"/>
              <a:ext cx="54375" cy="18150"/>
            </a:xfrm>
            <a:custGeom>
              <a:rect b="b" l="l" r="r" t="t"/>
              <a:pathLst>
                <a:path extrusionOk="0" h="726" w="2175">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3" name="Google Shape;11003;p105"/>
            <p:cNvSpPr/>
            <p:nvPr/>
          </p:nvSpPr>
          <p:spPr>
            <a:xfrm>
              <a:off x="-21047425" y="2940575"/>
              <a:ext cx="54375" cy="18150"/>
            </a:xfrm>
            <a:custGeom>
              <a:rect b="b" l="l" r="r" t="t"/>
              <a:pathLst>
                <a:path extrusionOk="0" h="726" w="2175">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4" name="Google Shape;11004;p105"/>
            <p:cNvSpPr/>
            <p:nvPr/>
          </p:nvSpPr>
          <p:spPr>
            <a:xfrm>
              <a:off x="-21056100" y="2892750"/>
              <a:ext cx="37050" cy="25150"/>
            </a:xfrm>
            <a:custGeom>
              <a:rect b="b" l="l" r="r" t="t"/>
              <a:pathLst>
                <a:path extrusionOk="0" h="1006" w="1482">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5" name="Google Shape;11005;p105"/>
            <p:cNvSpPr/>
            <p:nvPr/>
          </p:nvSpPr>
          <p:spPr>
            <a:xfrm>
              <a:off x="-21271100" y="2893975"/>
              <a:ext cx="37825" cy="25150"/>
            </a:xfrm>
            <a:custGeom>
              <a:rect b="b" l="l" r="r" t="t"/>
              <a:pathLst>
                <a:path extrusionOk="0" h="1006" w="1513">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6" name="Google Shape;11006;p105"/>
            <p:cNvSpPr/>
            <p:nvPr/>
          </p:nvSpPr>
          <p:spPr>
            <a:xfrm>
              <a:off x="-21298675" y="3049275"/>
              <a:ext cx="306400" cy="35275"/>
            </a:xfrm>
            <a:custGeom>
              <a:rect b="b" l="l" r="r" t="t"/>
              <a:pathLst>
                <a:path extrusionOk="0" h="1411" w="12256">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7" name="Google Shape;11007;p105"/>
            <p:cNvSpPr/>
            <p:nvPr/>
          </p:nvSpPr>
          <p:spPr>
            <a:xfrm>
              <a:off x="-21298675" y="3013050"/>
              <a:ext cx="306400" cy="34675"/>
            </a:xfrm>
            <a:custGeom>
              <a:rect b="b" l="l" r="r" t="t"/>
              <a:pathLst>
                <a:path extrusionOk="0" h="1387" w="12256">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8" name="Google Shape;11008;p105"/>
            <p:cNvSpPr/>
            <p:nvPr/>
          </p:nvSpPr>
          <p:spPr>
            <a:xfrm>
              <a:off x="-21299475" y="2868125"/>
              <a:ext cx="307200" cy="143375"/>
            </a:xfrm>
            <a:custGeom>
              <a:rect b="b" l="l" r="r" t="t"/>
              <a:pathLst>
                <a:path extrusionOk="0" h="5735" w="12288">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09" name="Google Shape;11009;p105"/>
          <p:cNvSpPr/>
          <p:nvPr/>
        </p:nvSpPr>
        <p:spPr>
          <a:xfrm>
            <a:off x="3750162" y="1689838"/>
            <a:ext cx="472676" cy="471160"/>
          </a:xfrm>
          <a:custGeom>
            <a:rect b="b" l="l" r="r" t="t"/>
            <a:pathLst>
              <a:path extrusionOk="0" h="12123" w="12162">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0" name="Google Shape;11010;p105"/>
          <p:cNvSpPr/>
          <p:nvPr/>
        </p:nvSpPr>
        <p:spPr>
          <a:xfrm>
            <a:off x="3749560" y="2273932"/>
            <a:ext cx="473881" cy="475125"/>
          </a:xfrm>
          <a:custGeom>
            <a:rect b="b" l="l" r="r" t="t"/>
            <a:pathLst>
              <a:path extrusionOk="0" h="12225" w="12193">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1" name="Google Shape;11011;p105"/>
          <p:cNvSpPr/>
          <p:nvPr/>
        </p:nvSpPr>
        <p:spPr>
          <a:xfrm>
            <a:off x="3741592" y="2851126"/>
            <a:ext cx="489816" cy="473881"/>
          </a:xfrm>
          <a:custGeom>
            <a:rect b="b" l="l" r="r" t="t"/>
            <a:pathLst>
              <a:path extrusionOk="0" h="12193" w="12603">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12" name="Google Shape;11012;p105"/>
          <p:cNvGrpSpPr/>
          <p:nvPr/>
        </p:nvGrpSpPr>
        <p:grpSpPr>
          <a:xfrm>
            <a:off x="6697960" y="1688917"/>
            <a:ext cx="413912" cy="472676"/>
            <a:chOff x="-17545650" y="2051350"/>
            <a:chExt cx="266250" cy="304050"/>
          </a:xfrm>
        </p:grpSpPr>
        <p:sp>
          <p:nvSpPr>
            <p:cNvPr id="11013" name="Google Shape;11013;p105"/>
            <p:cNvSpPr/>
            <p:nvPr/>
          </p:nvSpPr>
          <p:spPr>
            <a:xfrm>
              <a:off x="-17475550" y="2230150"/>
              <a:ext cx="17350" cy="17350"/>
            </a:xfrm>
            <a:custGeom>
              <a:rect b="b" l="l" r="r" t="t"/>
              <a:pathLst>
                <a:path extrusionOk="0" h="694" w="694">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4" name="Google Shape;11014;p105"/>
            <p:cNvSpPr/>
            <p:nvPr/>
          </p:nvSpPr>
          <p:spPr>
            <a:xfrm>
              <a:off x="-17458225" y="2212025"/>
              <a:ext cx="18150" cy="18150"/>
            </a:xfrm>
            <a:custGeom>
              <a:rect b="b" l="l" r="r" t="t"/>
              <a:pathLst>
                <a:path extrusionOk="0" h="726" w="726">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5" name="Google Shape;11015;p105"/>
            <p:cNvSpPr/>
            <p:nvPr/>
          </p:nvSpPr>
          <p:spPr>
            <a:xfrm>
              <a:off x="-17493675" y="2212025"/>
              <a:ext cx="18150" cy="18150"/>
            </a:xfrm>
            <a:custGeom>
              <a:rect b="b" l="l" r="r" t="t"/>
              <a:pathLst>
                <a:path extrusionOk="0" h="726" w="726">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6" name="Google Shape;11016;p105"/>
            <p:cNvSpPr/>
            <p:nvPr/>
          </p:nvSpPr>
          <p:spPr>
            <a:xfrm>
              <a:off x="-17545650" y="2051350"/>
              <a:ext cx="266250" cy="304050"/>
            </a:xfrm>
            <a:custGeom>
              <a:rect b="b" l="l" r="r" t="t"/>
              <a:pathLst>
                <a:path extrusionOk="0" h="12162" w="1065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17" name="Google Shape;11017;p105"/>
          <p:cNvSpPr/>
          <p:nvPr/>
        </p:nvSpPr>
        <p:spPr>
          <a:xfrm>
            <a:off x="6666913" y="2273951"/>
            <a:ext cx="473881" cy="475086"/>
          </a:xfrm>
          <a:custGeom>
            <a:rect b="b" l="l" r="r" t="t"/>
            <a:pathLst>
              <a:path extrusionOk="0" h="12224" w="12193">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18" name="Google Shape;11018;p105"/>
          <p:cNvGrpSpPr/>
          <p:nvPr/>
        </p:nvGrpSpPr>
        <p:grpSpPr>
          <a:xfrm>
            <a:off x="6668578" y="2865574"/>
            <a:ext cx="472676" cy="444538"/>
            <a:chOff x="-17565350" y="2809825"/>
            <a:chExt cx="304050" cy="285950"/>
          </a:xfrm>
        </p:grpSpPr>
        <p:sp>
          <p:nvSpPr>
            <p:cNvPr id="11019" name="Google Shape;11019;p105"/>
            <p:cNvSpPr/>
            <p:nvPr/>
          </p:nvSpPr>
          <p:spPr>
            <a:xfrm>
              <a:off x="-17458225" y="2970500"/>
              <a:ext cx="18150" cy="17375"/>
            </a:xfrm>
            <a:custGeom>
              <a:rect b="b" l="l" r="r" t="t"/>
              <a:pathLst>
                <a:path extrusionOk="0" h="695" w="726">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0" name="Google Shape;11020;p105"/>
            <p:cNvSpPr/>
            <p:nvPr/>
          </p:nvSpPr>
          <p:spPr>
            <a:xfrm>
              <a:off x="-17385750" y="2970500"/>
              <a:ext cx="17350" cy="17375"/>
            </a:xfrm>
            <a:custGeom>
              <a:rect b="b" l="l" r="r" t="t"/>
              <a:pathLst>
                <a:path extrusionOk="0" h="695" w="694">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1" name="Google Shape;11021;p105"/>
            <p:cNvSpPr/>
            <p:nvPr/>
          </p:nvSpPr>
          <p:spPr>
            <a:xfrm>
              <a:off x="-17565350" y="2809825"/>
              <a:ext cx="304050" cy="285950"/>
            </a:xfrm>
            <a:custGeom>
              <a:rect b="b" l="l" r="r" t="t"/>
              <a:pathLst>
                <a:path extrusionOk="0" h="11438" w="12162">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2" name="Google Shape;11022;p105"/>
            <p:cNvSpPr/>
            <p:nvPr/>
          </p:nvSpPr>
          <p:spPr>
            <a:xfrm>
              <a:off x="-17368425" y="2846075"/>
              <a:ext cx="54350" cy="53575"/>
            </a:xfrm>
            <a:custGeom>
              <a:rect b="b" l="l" r="r" t="t"/>
              <a:pathLst>
                <a:path extrusionOk="0" h="2143" w="2174">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3" name="Google Shape;11023;p105"/>
            <p:cNvSpPr/>
            <p:nvPr/>
          </p:nvSpPr>
          <p:spPr>
            <a:xfrm>
              <a:off x="-17511775" y="2846075"/>
              <a:ext cx="52775" cy="53575"/>
            </a:xfrm>
            <a:custGeom>
              <a:rect b="b" l="l" r="r" t="t"/>
              <a:pathLst>
                <a:path extrusionOk="0" h="2143" w="2111">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24" name="Google Shape;11024;p105"/>
          <p:cNvSpPr/>
          <p:nvPr/>
        </p:nvSpPr>
        <p:spPr>
          <a:xfrm>
            <a:off x="2664509" y="3446569"/>
            <a:ext cx="360006" cy="471471"/>
          </a:xfrm>
          <a:custGeom>
            <a:rect b="b" l="l" r="r" t="t"/>
            <a:pathLst>
              <a:path extrusionOk="0" h="12131" w="9263">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5" name="Google Shape;11025;p105"/>
          <p:cNvSpPr/>
          <p:nvPr/>
        </p:nvSpPr>
        <p:spPr>
          <a:xfrm>
            <a:off x="1412627" y="1688459"/>
            <a:ext cx="471471" cy="473920"/>
          </a:xfrm>
          <a:custGeom>
            <a:rect b="b" l="l" r="r" t="t"/>
            <a:pathLst>
              <a:path extrusionOk="0" h="12194" w="12131">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6" name="Google Shape;11026;p105"/>
          <p:cNvSpPr/>
          <p:nvPr/>
        </p:nvSpPr>
        <p:spPr>
          <a:xfrm>
            <a:off x="1412627" y="2274689"/>
            <a:ext cx="471471" cy="473609"/>
          </a:xfrm>
          <a:custGeom>
            <a:rect b="b" l="l" r="r" t="t"/>
            <a:pathLst>
              <a:path extrusionOk="0" h="12186" w="12131">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27" name="Google Shape;11027;p105"/>
          <p:cNvGrpSpPr/>
          <p:nvPr/>
        </p:nvGrpSpPr>
        <p:grpSpPr>
          <a:xfrm>
            <a:off x="1441487" y="2850904"/>
            <a:ext cx="416283" cy="473881"/>
            <a:chOff x="-20904875" y="2788575"/>
            <a:chExt cx="267775" cy="304825"/>
          </a:xfrm>
        </p:grpSpPr>
        <p:sp>
          <p:nvSpPr>
            <p:cNvPr id="11028" name="Google Shape;11028;p105"/>
            <p:cNvSpPr/>
            <p:nvPr/>
          </p:nvSpPr>
          <p:spPr>
            <a:xfrm>
              <a:off x="-20904875" y="2788575"/>
              <a:ext cx="267775" cy="304825"/>
            </a:xfrm>
            <a:custGeom>
              <a:rect b="b" l="l" r="r" t="t"/>
              <a:pathLst>
                <a:path extrusionOk="0" h="12193" w="10711">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9" name="Google Shape;11029;p105"/>
            <p:cNvSpPr/>
            <p:nvPr/>
          </p:nvSpPr>
          <p:spPr>
            <a:xfrm>
              <a:off x="-20788300" y="2842125"/>
              <a:ext cx="35475" cy="35475"/>
            </a:xfrm>
            <a:custGeom>
              <a:rect b="b" l="l" r="r" t="t"/>
              <a:pathLst>
                <a:path extrusionOk="0" h="1419" w="1419">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30" name="Google Shape;11030;p105"/>
          <p:cNvGrpSpPr/>
          <p:nvPr/>
        </p:nvGrpSpPr>
        <p:grpSpPr>
          <a:xfrm>
            <a:off x="4381902" y="2275564"/>
            <a:ext cx="360045" cy="471471"/>
            <a:chOff x="-19006700" y="2434925"/>
            <a:chExt cx="231600" cy="303275"/>
          </a:xfrm>
        </p:grpSpPr>
        <p:sp>
          <p:nvSpPr>
            <p:cNvPr id="11031" name="Google Shape;11031;p105"/>
            <p:cNvSpPr/>
            <p:nvPr/>
          </p:nvSpPr>
          <p:spPr>
            <a:xfrm>
              <a:off x="-18906675" y="2552275"/>
              <a:ext cx="36275" cy="44150"/>
            </a:xfrm>
            <a:custGeom>
              <a:rect b="b" l="l" r="r" t="t"/>
              <a:pathLst>
                <a:path extrusionOk="0" h="1766" w="1451">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2" name="Google Shape;11032;p105"/>
            <p:cNvSpPr/>
            <p:nvPr/>
          </p:nvSpPr>
          <p:spPr>
            <a:xfrm>
              <a:off x="-18935800" y="2525500"/>
              <a:ext cx="18125" cy="17350"/>
            </a:xfrm>
            <a:custGeom>
              <a:rect b="b" l="l" r="r" t="t"/>
              <a:pathLst>
                <a:path extrusionOk="0" h="694" w="725">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3" name="Google Shape;11033;p105"/>
            <p:cNvSpPr/>
            <p:nvPr/>
          </p:nvSpPr>
          <p:spPr>
            <a:xfrm>
              <a:off x="-18864125" y="2525500"/>
              <a:ext cx="18125" cy="17350"/>
            </a:xfrm>
            <a:custGeom>
              <a:rect b="b" l="l" r="r" t="t"/>
              <a:pathLst>
                <a:path extrusionOk="0" h="694" w="725">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4" name="Google Shape;11034;p105"/>
            <p:cNvSpPr/>
            <p:nvPr/>
          </p:nvSpPr>
          <p:spPr>
            <a:xfrm>
              <a:off x="-19006700" y="2434925"/>
              <a:ext cx="231600" cy="303275"/>
            </a:xfrm>
            <a:custGeom>
              <a:rect b="b" l="l" r="r" t="t"/>
              <a:pathLst>
                <a:path extrusionOk="0" h="12131" w="9264">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35" name="Google Shape;11035;p105"/>
          <p:cNvSpPr/>
          <p:nvPr/>
        </p:nvSpPr>
        <p:spPr>
          <a:xfrm>
            <a:off x="4324435" y="2851728"/>
            <a:ext cx="472676" cy="472676"/>
          </a:xfrm>
          <a:custGeom>
            <a:rect b="b" l="l" r="r" t="t"/>
            <a:pathLst>
              <a:path extrusionOk="0" h="12162" w="12162">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6" name="Google Shape;11036;p105"/>
          <p:cNvSpPr/>
          <p:nvPr/>
        </p:nvSpPr>
        <p:spPr>
          <a:xfrm>
            <a:off x="7288844" y="1688478"/>
            <a:ext cx="415117" cy="473881"/>
          </a:xfrm>
          <a:custGeom>
            <a:rect b="b" l="l" r="r" t="t"/>
            <a:pathLst>
              <a:path extrusionOk="0" h="12193" w="10681">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37" name="Google Shape;11037;p105"/>
          <p:cNvGrpSpPr/>
          <p:nvPr/>
        </p:nvGrpSpPr>
        <p:grpSpPr>
          <a:xfrm>
            <a:off x="7260501" y="2289051"/>
            <a:ext cx="473881" cy="444499"/>
            <a:chOff x="-17190425" y="2435725"/>
            <a:chExt cx="304825" cy="285925"/>
          </a:xfrm>
        </p:grpSpPr>
        <p:sp>
          <p:nvSpPr>
            <p:cNvPr id="11038" name="Google Shape;11038;p105"/>
            <p:cNvSpPr/>
            <p:nvPr/>
          </p:nvSpPr>
          <p:spPr>
            <a:xfrm>
              <a:off x="-16994325" y="2596400"/>
              <a:ext cx="18150" cy="17350"/>
            </a:xfrm>
            <a:custGeom>
              <a:rect b="b" l="l" r="r" t="t"/>
              <a:pathLst>
                <a:path extrusionOk="0" h="694" w="726">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9" name="Google Shape;11039;p105"/>
            <p:cNvSpPr/>
            <p:nvPr/>
          </p:nvSpPr>
          <p:spPr>
            <a:xfrm>
              <a:off x="-17100650" y="2596400"/>
              <a:ext cx="18150" cy="17350"/>
            </a:xfrm>
            <a:custGeom>
              <a:rect b="b" l="l" r="r" t="t"/>
              <a:pathLst>
                <a:path extrusionOk="0" h="694" w="726">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0" name="Google Shape;11040;p105"/>
            <p:cNvSpPr/>
            <p:nvPr/>
          </p:nvSpPr>
          <p:spPr>
            <a:xfrm>
              <a:off x="-17190425" y="2435725"/>
              <a:ext cx="304825" cy="285925"/>
            </a:xfrm>
            <a:custGeom>
              <a:rect b="b" l="l" r="r" t="t"/>
              <a:pathLst>
                <a:path extrusionOk="0" h="11437" w="12193">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41" name="Google Shape;11041;p105"/>
          <p:cNvSpPr/>
          <p:nvPr/>
        </p:nvSpPr>
        <p:spPr>
          <a:xfrm>
            <a:off x="7261910" y="2853555"/>
            <a:ext cx="468984" cy="469023"/>
          </a:xfrm>
          <a:custGeom>
            <a:rect b="b" l="l" r="r" t="t"/>
            <a:pathLst>
              <a:path extrusionOk="0" h="12068" w="12067">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42" name="Google Shape;11042;p105"/>
          <p:cNvGrpSpPr/>
          <p:nvPr/>
        </p:nvGrpSpPr>
        <p:grpSpPr>
          <a:xfrm>
            <a:off x="4915227" y="3444650"/>
            <a:ext cx="476329" cy="475086"/>
            <a:chOff x="-15719925" y="2416825"/>
            <a:chExt cx="306400" cy="305600"/>
          </a:xfrm>
        </p:grpSpPr>
        <p:sp>
          <p:nvSpPr>
            <p:cNvPr id="11043" name="Google Shape;11043;p105"/>
            <p:cNvSpPr/>
            <p:nvPr/>
          </p:nvSpPr>
          <p:spPr>
            <a:xfrm>
              <a:off x="-15719925" y="2416825"/>
              <a:ext cx="306400" cy="305600"/>
            </a:xfrm>
            <a:custGeom>
              <a:rect b="b" l="l" r="r" t="t"/>
              <a:pathLst>
                <a:path extrusionOk="0" h="12224" w="12256">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4" name="Google Shape;11044;p105"/>
            <p:cNvSpPr/>
            <p:nvPr/>
          </p:nvSpPr>
          <p:spPr>
            <a:xfrm>
              <a:off x="-15467900" y="2686175"/>
              <a:ext cx="53575" cy="17350"/>
            </a:xfrm>
            <a:custGeom>
              <a:rect b="b" l="l" r="r" t="t"/>
              <a:pathLst>
                <a:path extrusionOk="0" h="694" w="2143">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5" name="Google Shape;11045;p105"/>
            <p:cNvSpPr/>
            <p:nvPr/>
          </p:nvSpPr>
          <p:spPr>
            <a:xfrm>
              <a:off x="-15718350" y="2703500"/>
              <a:ext cx="54350" cy="18150"/>
            </a:xfrm>
            <a:custGeom>
              <a:rect b="b" l="l" r="r" t="t"/>
              <a:pathLst>
                <a:path extrusionOk="0" h="726" w="2174">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46" name="Google Shape;11046;p105"/>
          <p:cNvSpPr/>
          <p:nvPr/>
        </p:nvSpPr>
        <p:spPr>
          <a:xfrm>
            <a:off x="2001502" y="1687545"/>
            <a:ext cx="477534" cy="475746"/>
          </a:xfrm>
          <a:custGeom>
            <a:rect b="b" l="l" r="r" t="t"/>
            <a:pathLst>
              <a:path extrusionOk="0" h="12241" w="12287">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7" name="Google Shape;11047;p105"/>
          <p:cNvSpPr/>
          <p:nvPr/>
        </p:nvSpPr>
        <p:spPr>
          <a:xfrm>
            <a:off x="2003329" y="2331824"/>
            <a:ext cx="473881" cy="359346"/>
          </a:xfrm>
          <a:custGeom>
            <a:rect b="b" l="l" r="r" t="t"/>
            <a:pathLst>
              <a:path extrusionOk="0" h="9246" w="12193">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48" name="Google Shape;11048;p105"/>
          <p:cNvGrpSpPr/>
          <p:nvPr/>
        </p:nvGrpSpPr>
        <p:grpSpPr>
          <a:xfrm>
            <a:off x="2001521" y="2851506"/>
            <a:ext cx="479983" cy="472676"/>
            <a:chOff x="-20550425" y="2789350"/>
            <a:chExt cx="308750" cy="304050"/>
          </a:xfrm>
        </p:grpSpPr>
        <p:sp>
          <p:nvSpPr>
            <p:cNvPr id="11049" name="Google Shape;11049;p105"/>
            <p:cNvSpPr/>
            <p:nvPr/>
          </p:nvSpPr>
          <p:spPr>
            <a:xfrm>
              <a:off x="-20550425" y="2824800"/>
              <a:ext cx="308750" cy="268600"/>
            </a:xfrm>
            <a:custGeom>
              <a:rect b="b" l="l" r="r" t="t"/>
              <a:pathLst>
                <a:path extrusionOk="0" h="10744" w="1235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0" name="Google Shape;11050;p105"/>
            <p:cNvSpPr/>
            <p:nvPr/>
          </p:nvSpPr>
          <p:spPr>
            <a:xfrm>
              <a:off x="-20388175" y="2789350"/>
              <a:ext cx="144150" cy="106350"/>
            </a:xfrm>
            <a:custGeom>
              <a:rect b="b" l="l" r="r" t="t"/>
              <a:pathLst>
                <a:path extrusionOk="0" h="4254" w="5766">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51" name="Google Shape;11051;p105"/>
          <p:cNvGrpSpPr/>
          <p:nvPr/>
        </p:nvGrpSpPr>
        <p:grpSpPr>
          <a:xfrm>
            <a:off x="4916888" y="1688158"/>
            <a:ext cx="473920" cy="474192"/>
            <a:chOff x="-18666450" y="2059825"/>
            <a:chExt cx="304850" cy="305025"/>
          </a:xfrm>
        </p:grpSpPr>
        <p:sp>
          <p:nvSpPr>
            <p:cNvPr id="11052" name="Google Shape;11052;p105"/>
            <p:cNvSpPr/>
            <p:nvPr/>
          </p:nvSpPr>
          <p:spPr>
            <a:xfrm>
              <a:off x="-18471100" y="2202575"/>
              <a:ext cx="18125" cy="70925"/>
            </a:xfrm>
            <a:custGeom>
              <a:rect b="b" l="l" r="r" t="t"/>
              <a:pathLst>
                <a:path extrusionOk="0" h="2837" w="725">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3" name="Google Shape;11053;p105"/>
            <p:cNvSpPr/>
            <p:nvPr/>
          </p:nvSpPr>
          <p:spPr>
            <a:xfrm>
              <a:off x="-18666450" y="2059825"/>
              <a:ext cx="304850" cy="305025"/>
            </a:xfrm>
            <a:custGeom>
              <a:rect b="b" l="l" r="r" t="t"/>
              <a:pathLst>
                <a:path extrusionOk="0" h="12201" w="12194">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54" name="Google Shape;11054;p105"/>
          <p:cNvGrpSpPr/>
          <p:nvPr/>
        </p:nvGrpSpPr>
        <p:grpSpPr>
          <a:xfrm>
            <a:off x="4916286" y="2275584"/>
            <a:ext cx="475125" cy="471432"/>
            <a:chOff x="-18668025" y="2435725"/>
            <a:chExt cx="305625" cy="303250"/>
          </a:xfrm>
        </p:grpSpPr>
        <p:sp>
          <p:nvSpPr>
            <p:cNvPr id="11055" name="Google Shape;11055;p105"/>
            <p:cNvSpPr/>
            <p:nvPr/>
          </p:nvSpPr>
          <p:spPr>
            <a:xfrm>
              <a:off x="-18668025" y="2435725"/>
              <a:ext cx="305625" cy="303250"/>
            </a:xfrm>
            <a:custGeom>
              <a:rect b="b" l="l" r="r" t="t"/>
              <a:pathLst>
                <a:path extrusionOk="0" h="12130" w="12225">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6" name="Google Shape;11056;p105"/>
            <p:cNvSpPr/>
            <p:nvPr/>
          </p:nvSpPr>
          <p:spPr>
            <a:xfrm>
              <a:off x="-18596350" y="2524725"/>
              <a:ext cx="160700" cy="178800"/>
            </a:xfrm>
            <a:custGeom>
              <a:rect b="b" l="l" r="r" t="t"/>
              <a:pathLst>
                <a:path extrusionOk="0" h="7152" w="6428">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57" name="Google Shape;11057;p105"/>
          <p:cNvGrpSpPr/>
          <p:nvPr/>
        </p:nvGrpSpPr>
        <p:grpSpPr>
          <a:xfrm>
            <a:off x="4915683" y="2850902"/>
            <a:ext cx="476329" cy="473881"/>
            <a:chOff x="-18668800" y="2807475"/>
            <a:chExt cx="306400" cy="304825"/>
          </a:xfrm>
        </p:grpSpPr>
        <p:sp>
          <p:nvSpPr>
            <p:cNvPr id="11058" name="Google Shape;11058;p105"/>
            <p:cNvSpPr/>
            <p:nvPr/>
          </p:nvSpPr>
          <p:spPr>
            <a:xfrm>
              <a:off x="-18632575" y="2951600"/>
              <a:ext cx="18150" cy="35475"/>
            </a:xfrm>
            <a:custGeom>
              <a:rect b="b" l="l" r="r" t="t"/>
              <a:pathLst>
                <a:path extrusionOk="0" h="1419" w="726">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9" name="Google Shape;11059;p105"/>
            <p:cNvSpPr/>
            <p:nvPr/>
          </p:nvSpPr>
          <p:spPr>
            <a:xfrm>
              <a:off x="-18597125" y="2916175"/>
              <a:ext cx="18125" cy="35450"/>
            </a:xfrm>
            <a:custGeom>
              <a:rect b="b" l="l" r="r" t="t"/>
              <a:pathLst>
                <a:path extrusionOk="0" h="1418" w="725">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0" name="Google Shape;11060;p105"/>
            <p:cNvSpPr/>
            <p:nvPr/>
          </p:nvSpPr>
          <p:spPr>
            <a:xfrm>
              <a:off x="-18668800" y="2807475"/>
              <a:ext cx="306400" cy="304825"/>
            </a:xfrm>
            <a:custGeom>
              <a:rect b="b" l="l" r="r" t="t"/>
              <a:pathLst>
                <a:path extrusionOk="0" h="12193" w="12256">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1" name="Google Shape;11061;p105"/>
            <p:cNvSpPr/>
            <p:nvPr/>
          </p:nvSpPr>
          <p:spPr>
            <a:xfrm>
              <a:off x="-18496300" y="2977800"/>
              <a:ext cx="33100" cy="31925"/>
            </a:xfrm>
            <a:custGeom>
              <a:rect b="b" l="l" r="r" t="t"/>
              <a:pathLst>
                <a:path extrusionOk="0" h="1277" w="1324">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2" name="Google Shape;11062;p105"/>
            <p:cNvSpPr/>
            <p:nvPr/>
          </p:nvSpPr>
          <p:spPr>
            <a:xfrm>
              <a:off x="-18559325" y="3042375"/>
              <a:ext cx="33100" cy="31150"/>
            </a:xfrm>
            <a:custGeom>
              <a:rect b="b" l="l" r="r" t="t"/>
              <a:pathLst>
                <a:path extrusionOk="0" h="1246" w="1324">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3" name="Google Shape;11063;p105"/>
            <p:cNvSpPr/>
            <p:nvPr/>
          </p:nvSpPr>
          <p:spPr>
            <a:xfrm>
              <a:off x="-18559325" y="2991175"/>
              <a:ext cx="33100" cy="31150"/>
            </a:xfrm>
            <a:custGeom>
              <a:rect b="b" l="l" r="r" t="t"/>
              <a:pathLst>
                <a:path extrusionOk="0" h="1246" w="1324">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4" name="Google Shape;11064;p105"/>
            <p:cNvSpPr/>
            <p:nvPr/>
          </p:nvSpPr>
          <p:spPr>
            <a:xfrm>
              <a:off x="-18491575" y="3024275"/>
              <a:ext cx="33100" cy="31925"/>
            </a:xfrm>
            <a:custGeom>
              <a:rect b="b" l="l" r="r" t="t"/>
              <a:pathLst>
                <a:path extrusionOk="0" h="1277" w="1324">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5" name="Google Shape;11065;p105"/>
            <p:cNvSpPr/>
            <p:nvPr/>
          </p:nvSpPr>
          <p:spPr>
            <a:xfrm>
              <a:off x="-18522300" y="2928175"/>
              <a:ext cx="32300" cy="31125"/>
            </a:xfrm>
            <a:custGeom>
              <a:rect b="b" l="l" r="r" t="t"/>
              <a:pathLst>
                <a:path extrusionOk="0" h="1245" w="1292">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6" name="Google Shape;11066;p105"/>
            <p:cNvSpPr/>
            <p:nvPr/>
          </p:nvSpPr>
          <p:spPr>
            <a:xfrm>
              <a:off x="-18446700" y="3004375"/>
              <a:ext cx="33900" cy="31325"/>
            </a:xfrm>
            <a:custGeom>
              <a:rect b="b" l="l" r="r" t="t"/>
              <a:pathLst>
                <a:path extrusionOk="0" h="1253" w="1356">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67" name="Google Shape;11067;p105"/>
          <p:cNvGrpSpPr/>
          <p:nvPr/>
        </p:nvGrpSpPr>
        <p:grpSpPr>
          <a:xfrm>
            <a:off x="7869652" y="1687693"/>
            <a:ext cx="416361" cy="475125"/>
            <a:chOff x="-16798200" y="2050575"/>
            <a:chExt cx="267825" cy="305625"/>
          </a:xfrm>
        </p:grpSpPr>
        <p:sp>
          <p:nvSpPr>
            <p:cNvPr id="11068" name="Google Shape;11068;p105"/>
            <p:cNvSpPr/>
            <p:nvPr/>
          </p:nvSpPr>
          <p:spPr>
            <a:xfrm>
              <a:off x="-16798200" y="2050575"/>
              <a:ext cx="267825" cy="305625"/>
            </a:xfrm>
            <a:custGeom>
              <a:rect b="b" l="l" r="r" t="t"/>
              <a:pathLst>
                <a:path extrusionOk="0" h="12225" w="10713">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9" name="Google Shape;11069;p105"/>
            <p:cNvSpPr/>
            <p:nvPr/>
          </p:nvSpPr>
          <p:spPr>
            <a:xfrm>
              <a:off x="-16743850" y="2123025"/>
              <a:ext cx="52800" cy="52800"/>
            </a:xfrm>
            <a:custGeom>
              <a:rect b="b" l="l" r="r" t="t"/>
              <a:pathLst>
                <a:path extrusionOk="0" h="2112" w="2112">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0" name="Google Shape;11070;p105"/>
            <p:cNvSpPr/>
            <p:nvPr/>
          </p:nvSpPr>
          <p:spPr>
            <a:xfrm>
              <a:off x="-16691075" y="2087600"/>
              <a:ext cx="35475" cy="35450"/>
            </a:xfrm>
            <a:custGeom>
              <a:rect b="b" l="l" r="r" t="t"/>
              <a:pathLst>
                <a:path extrusionOk="0" h="1418" w="1419">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71" name="Google Shape;11071;p105"/>
          <p:cNvGrpSpPr/>
          <p:nvPr/>
        </p:nvGrpSpPr>
        <p:grpSpPr>
          <a:xfrm>
            <a:off x="7840270" y="2852127"/>
            <a:ext cx="475125" cy="471432"/>
            <a:chOff x="-16817100" y="2801175"/>
            <a:chExt cx="305625" cy="303250"/>
          </a:xfrm>
        </p:grpSpPr>
        <p:sp>
          <p:nvSpPr>
            <p:cNvPr id="11072" name="Google Shape;11072;p105"/>
            <p:cNvSpPr/>
            <p:nvPr/>
          </p:nvSpPr>
          <p:spPr>
            <a:xfrm>
              <a:off x="-16817100" y="2801175"/>
              <a:ext cx="305625" cy="232375"/>
            </a:xfrm>
            <a:custGeom>
              <a:rect b="b" l="l" r="r" t="t"/>
              <a:pathLst>
                <a:path extrusionOk="0" h="9295" w="12225">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3" name="Google Shape;11073;p105"/>
            <p:cNvSpPr/>
            <p:nvPr/>
          </p:nvSpPr>
          <p:spPr>
            <a:xfrm>
              <a:off x="-16636725" y="2889375"/>
              <a:ext cx="18125" cy="72500"/>
            </a:xfrm>
            <a:custGeom>
              <a:rect b="b" l="l" r="r" t="t"/>
              <a:pathLst>
                <a:path extrusionOk="0" h="2900" w="725">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4" name="Google Shape;11074;p105"/>
            <p:cNvSpPr/>
            <p:nvPr/>
          </p:nvSpPr>
          <p:spPr>
            <a:xfrm>
              <a:off x="-16708400" y="2889375"/>
              <a:ext cx="17350" cy="72500"/>
            </a:xfrm>
            <a:custGeom>
              <a:rect b="b" l="l" r="r" t="t"/>
              <a:pathLst>
                <a:path extrusionOk="0" h="2900" w="694">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5" name="Google Shape;11075;p105"/>
            <p:cNvSpPr/>
            <p:nvPr/>
          </p:nvSpPr>
          <p:spPr>
            <a:xfrm>
              <a:off x="-16816300" y="3050850"/>
              <a:ext cx="72475" cy="18150"/>
            </a:xfrm>
            <a:custGeom>
              <a:rect b="b" l="l" r="r" t="t"/>
              <a:pathLst>
                <a:path extrusionOk="0" h="726" w="2899">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6" name="Google Shape;11076;p105"/>
            <p:cNvSpPr/>
            <p:nvPr/>
          </p:nvSpPr>
          <p:spPr>
            <a:xfrm>
              <a:off x="-16779300" y="3086300"/>
              <a:ext cx="88250" cy="18125"/>
            </a:xfrm>
            <a:custGeom>
              <a:rect b="b" l="l" r="r" t="t"/>
              <a:pathLst>
                <a:path extrusionOk="0" h="725" w="353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7" name="Google Shape;11077;p105"/>
            <p:cNvSpPr/>
            <p:nvPr/>
          </p:nvSpPr>
          <p:spPr>
            <a:xfrm>
              <a:off x="-16636725" y="3086300"/>
              <a:ext cx="88225" cy="18125"/>
            </a:xfrm>
            <a:custGeom>
              <a:rect b="b" l="l" r="r" t="t"/>
              <a:pathLst>
                <a:path extrusionOk="0" h="725" w="3529">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8" name="Google Shape;11078;p105"/>
            <p:cNvSpPr/>
            <p:nvPr/>
          </p:nvSpPr>
          <p:spPr>
            <a:xfrm>
              <a:off x="-16583950" y="3050850"/>
              <a:ext cx="72475" cy="18150"/>
            </a:xfrm>
            <a:custGeom>
              <a:rect b="b" l="l" r="r" t="t"/>
              <a:pathLst>
                <a:path extrusionOk="0" h="726" w="2899">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9" name="Google Shape;11079;p105"/>
            <p:cNvSpPr/>
            <p:nvPr/>
          </p:nvSpPr>
          <p:spPr>
            <a:xfrm>
              <a:off x="-16726525" y="3050850"/>
              <a:ext cx="125250" cy="18150"/>
            </a:xfrm>
            <a:custGeom>
              <a:rect b="b" l="l" r="r" t="t"/>
              <a:pathLst>
                <a:path extrusionOk="0" h="726" w="501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80" name="Google Shape;11080;p105"/>
          <p:cNvGrpSpPr/>
          <p:nvPr/>
        </p:nvGrpSpPr>
        <p:grpSpPr>
          <a:xfrm>
            <a:off x="7247390" y="3444614"/>
            <a:ext cx="476329" cy="475125"/>
            <a:chOff x="-15717575" y="2786200"/>
            <a:chExt cx="306400" cy="305625"/>
          </a:xfrm>
        </p:grpSpPr>
        <p:sp>
          <p:nvSpPr>
            <p:cNvPr id="11081" name="Google Shape;11081;p105"/>
            <p:cNvSpPr/>
            <p:nvPr/>
          </p:nvSpPr>
          <p:spPr>
            <a:xfrm>
              <a:off x="-15717575" y="2786200"/>
              <a:ext cx="306400" cy="305625"/>
            </a:xfrm>
            <a:custGeom>
              <a:rect b="b" l="l" r="r" t="t"/>
              <a:pathLst>
                <a:path extrusionOk="0" h="12225" w="12256">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2" name="Google Shape;11082;p105"/>
            <p:cNvSpPr/>
            <p:nvPr/>
          </p:nvSpPr>
          <p:spPr>
            <a:xfrm>
              <a:off x="-15593125" y="2859450"/>
              <a:ext cx="18125" cy="35475"/>
            </a:xfrm>
            <a:custGeom>
              <a:rect b="b" l="l" r="r" t="t"/>
              <a:pathLst>
                <a:path extrusionOk="0" h="1419" w="725">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3" name="Google Shape;11083;p105"/>
            <p:cNvSpPr/>
            <p:nvPr/>
          </p:nvSpPr>
          <p:spPr>
            <a:xfrm>
              <a:off x="-15593125" y="2966575"/>
              <a:ext cx="17350" cy="35475"/>
            </a:xfrm>
            <a:custGeom>
              <a:rect b="b" l="l" r="r" t="t"/>
              <a:pathLst>
                <a:path extrusionOk="0" h="1419" w="694">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4" name="Google Shape;11084;p105"/>
            <p:cNvSpPr/>
            <p:nvPr/>
          </p:nvSpPr>
          <p:spPr>
            <a:xfrm>
              <a:off x="-15557675" y="2859450"/>
              <a:ext cx="17350" cy="35475"/>
            </a:xfrm>
            <a:custGeom>
              <a:rect b="b" l="l" r="r" t="t"/>
              <a:pathLst>
                <a:path extrusionOk="0" h="1419" w="694">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5" name="Google Shape;11085;p105"/>
            <p:cNvSpPr/>
            <p:nvPr/>
          </p:nvSpPr>
          <p:spPr>
            <a:xfrm>
              <a:off x="-15557675" y="2966575"/>
              <a:ext cx="17350" cy="35475"/>
            </a:xfrm>
            <a:custGeom>
              <a:rect b="b" l="l" r="r" t="t"/>
              <a:pathLst>
                <a:path extrusionOk="0" h="1419" w="694">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6" name="Google Shape;11086;p105"/>
            <p:cNvSpPr/>
            <p:nvPr/>
          </p:nvSpPr>
          <p:spPr>
            <a:xfrm>
              <a:off x="-15575800" y="2913025"/>
              <a:ext cx="18125" cy="35450"/>
            </a:xfrm>
            <a:custGeom>
              <a:rect b="b" l="l" r="r" t="t"/>
              <a:pathLst>
                <a:path extrusionOk="0" h="1418" w="725">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7" name="Google Shape;11087;p105"/>
            <p:cNvSpPr/>
            <p:nvPr/>
          </p:nvSpPr>
          <p:spPr>
            <a:xfrm>
              <a:off x="-15575800" y="3019350"/>
              <a:ext cx="18125" cy="35450"/>
            </a:xfrm>
            <a:custGeom>
              <a:rect b="b" l="l" r="r" t="t"/>
              <a:pathLst>
                <a:path extrusionOk="0" h="1418" w="725">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88" name="Google Shape;11088;p105"/>
          <p:cNvGrpSpPr/>
          <p:nvPr/>
        </p:nvGrpSpPr>
        <p:grpSpPr>
          <a:xfrm>
            <a:off x="2584963" y="1688296"/>
            <a:ext cx="475125" cy="473920"/>
            <a:chOff x="-20173175" y="2038750"/>
            <a:chExt cx="305625" cy="304850"/>
          </a:xfrm>
        </p:grpSpPr>
        <p:sp>
          <p:nvSpPr>
            <p:cNvPr id="11089" name="Google Shape;11089;p105"/>
            <p:cNvSpPr/>
            <p:nvPr/>
          </p:nvSpPr>
          <p:spPr>
            <a:xfrm>
              <a:off x="-20173175" y="2038750"/>
              <a:ext cx="197725" cy="303275"/>
            </a:xfrm>
            <a:custGeom>
              <a:rect b="b" l="l" r="r" t="t"/>
              <a:pathLst>
                <a:path extrusionOk="0" h="12131" w="7909">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0" name="Google Shape;11090;p105"/>
            <p:cNvSpPr/>
            <p:nvPr/>
          </p:nvSpPr>
          <p:spPr>
            <a:xfrm>
              <a:off x="-19962875" y="2110425"/>
              <a:ext cx="95325" cy="233175"/>
            </a:xfrm>
            <a:custGeom>
              <a:rect b="b" l="l" r="r" t="t"/>
              <a:pathLst>
                <a:path extrusionOk="0" h="9327" w="3813">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91" name="Google Shape;11091;p105"/>
          <p:cNvSpPr/>
          <p:nvPr/>
        </p:nvSpPr>
        <p:spPr>
          <a:xfrm>
            <a:off x="2584966" y="2275467"/>
            <a:ext cx="472676" cy="472054"/>
          </a:xfrm>
          <a:custGeom>
            <a:rect b="b" l="l" r="r" t="t"/>
            <a:pathLst>
              <a:path extrusionOk="0" h="12146" w="12162">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92" name="Google Shape;11092;p105"/>
          <p:cNvGrpSpPr/>
          <p:nvPr/>
        </p:nvGrpSpPr>
        <p:grpSpPr>
          <a:xfrm>
            <a:off x="2586187" y="2850282"/>
            <a:ext cx="472676" cy="475125"/>
            <a:chOff x="-20173175" y="2787775"/>
            <a:chExt cx="304050" cy="305625"/>
          </a:xfrm>
        </p:grpSpPr>
        <p:sp>
          <p:nvSpPr>
            <p:cNvPr id="11093" name="Google Shape;11093;p105"/>
            <p:cNvSpPr/>
            <p:nvPr/>
          </p:nvSpPr>
          <p:spPr>
            <a:xfrm>
              <a:off x="-19959725" y="2896475"/>
              <a:ext cx="18150" cy="18150"/>
            </a:xfrm>
            <a:custGeom>
              <a:rect b="b" l="l" r="r" t="t"/>
              <a:pathLst>
                <a:path extrusionOk="0" h="726" w="726">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4" name="Google Shape;11094;p105"/>
            <p:cNvSpPr/>
            <p:nvPr/>
          </p:nvSpPr>
          <p:spPr>
            <a:xfrm>
              <a:off x="-19941600" y="286025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5" name="Google Shape;11095;p105"/>
            <p:cNvSpPr/>
            <p:nvPr/>
          </p:nvSpPr>
          <p:spPr>
            <a:xfrm>
              <a:off x="-20102275" y="2895675"/>
              <a:ext cx="18125" cy="17375"/>
            </a:xfrm>
            <a:custGeom>
              <a:rect b="b" l="l" r="r" t="t"/>
              <a:pathLst>
                <a:path extrusionOk="0" h="695" w="725">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6" name="Google Shape;11096;p105"/>
            <p:cNvSpPr/>
            <p:nvPr/>
          </p:nvSpPr>
          <p:spPr>
            <a:xfrm>
              <a:off x="-20120400" y="2860250"/>
              <a:ext cx="18150" cy="17350"/>
            </a:xfrm>
            <a:custGeom>
              <a:rect b="b" l="l" r="r" t="t"/>
              <a:pathLst>
                <a:path extrusionOk="0" h="694" w="726">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7" name="Google Shape;11097;p105"/>
            <p:cNvSpPr/>
            <p:nvPr/>
          </p:nvSpPr>
          <p:spPr>
            <a:xfrm>
              <a:off x="-20173175" y="2787775"/>
              <a:ext cx="304050" cy="305625"/>
            </a:xfrm>
            <a:custGeom>
              <a:rect b="b" l="l" r="r" t="t"/>
              <a:pathLst>
                <a:path extrusionOk="0" h="12225" w="12162">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8" name="Google Shape;11098;p105"/>
            <p:cNvSpPr/>
            <p:nvPr/>
          </p:nvSpPr>
          <p:spPr>
            <a:xfrm>
              <a:off x="-19977050" y="2967350"/>
              <a:ext cx="52800" cy="53600"/>
            </a:xfrm>
            <a:custGeom>
              <a:rect b="b" l="l" r="r" t="t"/>
              <a:pathLst>
                <a:path extrusionOk="0" h="2144" w="2112">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9" name="Google Shape;11099;p105"/>
            <p:cNvSpPr/>
            <p:nvPr/>
          </p:nvSpPr>
          <p:spPr>
            <a:xfrm>
              <a:off x="-20119600" y="2967350"/>
              <a:ext cx="52800" cy="52800"/>
            </a:xfrm>
            <a:custGeom>
              <a:rect b="b" l="l" r="r" t="t"/>
              <a:pathLst>
                <a:path extrusionOk="0" h="2112" w="2112">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00" name="Google Shape;11100;p105"/>
          <p:cNvGrpSpPr/>
          <p:nvPr/>
        </p:nvGrpSpPr>
        <p:grpSpPr>
          <a:xfrm>
            <a:off x="5511171" y="2275564"/>
            <a:ext cx="473881" cy="471471"/>
            <a:chOff x="-18294675" y="2434925"/>
            <a:chExt cx="304825" cy="303275"/>
          </a:xfrm>
        </p:grpSpPr>
        <p:sp>
          <p:nvSpPr>
            <p:cNvPr id="11101" name="Google Shape;11101;p105"/>
            <p:cNvSpPr/>
            <p:nvPr/>
          </p:nvSpPr>
          <p:spPr>
            <a:xfrm>
              <a:off x="-18294675" y="2434925"/>
              <a:ext cx="304825" cy="303275"/>
            </a:xfrm>
            <a:custGeom>
              <a:rect b="b" l="l" r="r" t="t"/>
              <a:pathLst>
                <a:path extrusionOk="0" h="12131" w="12193">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2" name="Google Shape;11102;p105"/>
            <p:cNvSpPr/>
            <p:nvPr/>
          </p:nvSpPr>
          <p:spPr>
            <a:xfrm>
              <a:off x="-18223800" y="2559575"/>
              <a:ext cx="37050" cy="36850"/>
            </a:xfrm>
            <a:custGeom>
              <a:rect b="b" l="l" r="r" t="t"/>
              <a:pathLst>
                <a:path extrusionOk="0" h="1474" w="1482">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3" name="Google Shape;11103;p105"/>
            <p:cNvSpPr/>
            <p:nvPr/>
          </p:nvSpPr>
          <p:spPr>
            <a:xfrm>
              <a:off x="-18098550" y="2559575"/>
              <a:ext cx="37825" cy="36850"/>
            </a:xfrm>
            <a:custGeom>
              <a:rect b="b" l="l" r="r" t="t"/>
              <a:pathLst>
                <a:path extrusionOk="0" h="1474" w="1513">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04" name="Google Shape;11104;p105"/>
          <p:cNvGrpSpPr/>
          <p:nvPr/>
        </p:nvGrpSpPr>
        <p:grpSpPr>
          <a:xfrm>
            <a:off x="5567487" y="2852107"/>
            <a:ext cx="361250" cy="471471"/>
            <a:chOff x="-18258450" y="2809825"/>
            <a:chExt cx="232375" cy="303275"/>
          </a:xfrm>
        </p:grpSpPr>
        <p:sp>
          <p:nvSpPr>
            <p:cNvPr id="11105" name="Google Shape;11105;p105"/>
            <p:cNvSpPr/>
            <p:nvPr/>
          </p:nvSpPr>
          <p:spPr>
            <a:xfrm>
              <a:off x="-18177325" y="2908300"/>
              <a:ext cx="17350" cy="18125"/>
            </a:xfrm>
            <a:custGeom>
              <a:rect b="b" l="l" r="r" t="t"/>
              <a:pathLst>
                <a:path extrusionOk="0" h="725" w="694">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6" name="Google Shape;11106;p105"/>
            <p:cNvSpPr/>
            <p:nvPr/>
          </p:nvSpPr>
          <p:spPr>
            <a:xfrm>
              <a:off x="-18123775" y="2908300"/>
              <a:ext cx="18150" cy="18125"/>
            </a:xfrm>
            <a:custGeom>
              <a:rect b="b" l="l" r="r" t="t"/>
              <a:pathLst>
                <a:path extrusionOk="0" h="725" w="726">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7" name="Google Shape;11107;p105"/>
            <p:cNvSpPr/>
            <p:nvPr/>
          </p:nvSpPr>
          <p:spPr>
            <a:xfrm>
              <a:off x="-18258450" y="2809825"/>
              <a:ext cx="232375" cy="303275"/>
            </a:xfrm>
            <a:custGeom>
              <a:rect b="b" l="l" r="r" t="t"/>
              <a:pathLst>
                <a:path extrusionOk="0" h="12131" w="9295">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08" name="Google Shape;11108;p105"/>
          <p:cNvSpPr/>
          <p:nvPr/>
        </p:nvSpPr>
        <p:spPr>
          <a:xfrm>
            <a:off x="1440583" y="3444743"/>
            <a:ext cx="471471" cy="475125"/>
          </a:xfrm>
          <a:custGeom>
            <a:rect b="b" l="l" r="r" t="t"/>
            <a:pathLst>
              <a:path extrusionOk="0" h="12225" w="12131">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09" name="Google Shape;11109;p105"/>
          <p:cNvGrpSpPr/>
          <p:nvPr/>
        </p:nvGrpSpPr>
        <p:grpSpPr>
          <a:xfrm>
            <a:off x="3777686" y="3445233"/>
            <a:ext cx="415117" cy="473920"/>
            <a:chOff x="-16422500" y="2425450"/>
            <a:chExt cx="267025" cy="304850"/>
          </a:xfrm>
        </p:grpSpPr>
        <p:sp>
          <p:nvSpPr>
            <p:cNvPr id="11110" name="Google Shape;11110;p105"/>
            <p:cNvSpPr/>
            <p:nvPr/>
          </p:nvSpPr>
          <p:spPr>
            <a:xfrm>
              <a:off x="-16350825" y="2515275"/>
              <a:ext cx="17350" cy="18125"/>
            </a:xfrm>
            <a:custGeom>
              <a:rect b="b" l="l" r="r" t="t"/>
              <a:pathLst>
                <a:path extrusionOk="0" h="725" w="694">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1" name="Google Shape;11111;p105"/>
            <p:cNvSpPr/>
            <p:nvPr/>
          </p:nvSpPr>
          <p:spPr>
            <a:xfrm>
              <a:off x="-16245275" y="2515275"/>
              <a:ext cx="18125" cy="18125"/>
            </a:xfrm>
            <a:custGeom>
              <a:rect b="b" l="l" r="r" t="t"/>
              <a:pathLst>
                <a:path extrusionOk="0" h="725" w="725">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2" name="Google Shape;11112;p105"/>
            <p:cNvSpPr/>
            <p:nvPr/>
          </p:nvSpPr>
          <p:spPr>
            <a:xfrm>
              <a:off x="-16422500" y="2425450"/>
              <a:ext cx="267025" cy="304850"/>
            </a:xfrm>
            <a:custGeom>
              <a:rect b="b" l="l" r="r" t="t"/>
              <a:pathLst>
                <a:path extrusionOk="0" h="12194" w="10681">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13" name="Google Shape;11113;p105"/>
          <p:cNvGrpSpPr/>
          <p:nvPr/>
        </p:nvGrpSpPr>
        <p:grpSpPr>
          <a:xfrm>
            <a:off x="6080447" y="3445838"/>
            <a:ext cx="473920" cy="472676"/>
            <a:chOff x="-16442200" y="2801175"/>
            <a:chExt cx="304850" cy="304050"/>
          </a:xfrm>
        </p:grpSpPr>
        <p:sp>
          <p:nvSpPr>
            <p:cNvPr id="11114" name="Google Shape;11114;p105"/>
            <p:cNvSpPr/>
            <p:nvPr/>
          </p:nvSpPr>
          <p:spPr>
            <a:xfrm>
              <a:off x="-16369725" y="294295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5" name="Google Shape;11115;p105"/>
            <p:cNvSpPr/>
            <p:nvPr/>
          </p:nvSpPr>
          <p:spPr>
            <a:xfrm>
              <a:off x="-16442200" y="2801175"/>
              <a:ext cx="304850" cy="304050"/>
            </a:xfrm>
            <a:custGeom>
              <a:rect b="b" l="l" r="r" t="t"/>
              <a:pathLst>
                <a:path extrusionOk="0" h="12162" w="12194">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6" name="Google Shape;11116;p105"/>
            <p:cNvSpPr/>
            <p:nvPr/>
          </p:nvSpPr>
          <p:spPr>
            <a:xfrm>
              <a:off x="-16423275" y="2907500"/>
              <a:ext cx="35450" cy="35475"/>
            </a:xfrm>
            <a:custGeom>
              <a:rect b="b" l="l" r="r" t="t"/>
              <a:pathLst>
                <a:path extrusionOk="0" h="1419" w="1418">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17" name="Google Shape;11117;p105"/>
          <p:cNvSpPr/>
          <p:nvPr/>
        </p:nvSpPr>
        <p:spPr>
          <a:xfrm>
            <a:off x="3191655" y="3447191"/>
            <a:ext cx="471432" cy="470228"/>
          </a:xfrm>
          <a:custGeom>
            <a:rect b="b" l="l" r="r" t="t"/>
            <a:pathLst>
              <a:path extrusionOk="0" h="12099" w="1213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8" name="Google Shape;11118;p105"/>
          <p:cNvSpPr/>
          <p:nvPr/>
        </p:nvSpPr>
        <p:spPr>
          <a:xfrm>
            <a:off x="3158033" y="1706376"/>
            <a:ext cx="475125" cy="438086"/>
          </a:xfrm>
          <a:custGeom>
            <a:rect b="b" l="l" r="r" t="t"/>
            <a:pathLst>
              <a:path extrusionOk="0" h="11272" w="12225">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19" name="Google Shape;11119;p105"/>
          <p:cNvGrpSpPr/>
          <p:nvPr/>
        </p:nvGrpSpPr>
        <p:grpSpPr>
          <a:xfrm>
            <a:off x="3156161" y="2276343"/>
            <a:ext cx="481265" cy="469917"/>
            <a:chOff x="-19802200" y="2416025"/>
            <a:chExt cx="309575" cy="302275"/>
          </a:xfrm>
        </p:grpSpPr>
        <p:sp>
          <p:nvSpPr>
            <p:cNvPr id="11120" name="Google Shape;11120;p105"/>
            <p:cNvSpPr/>
            <p:nvPr/>
          </p:nvSpPr>
          <p:spPr>
            <a:xfrm>
              <a:off x="-19602925" y="2575125"/>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1" name="Google Shape;11121;p105"/>
            <p:cNvSpPr/>
            <p:nvPr/>
          </p:nvSpPr>
          <p:spPr>
            <a:xfrm>
              <a:off x="-19710825" y="2575925"/>
              <a:ext cx="18925" cy="17350"/>
            </a:xfrm>
            <a:custGeom>
              <a:rect b="b" l="l" r="r" t="t"/>
              <a:pathLst>
                <a:path extrusionOk="0" h="694" w="757">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2" name="Google Shape;11122;p105"/>
            <p:cNvSpPr/>
            <p:nvPr/>
          </p:nvSpPr>
          <p:spPr>
            <a:xfrm>
              <a:off x="-19602925" y="2611350"/>
              <a:ext cx="35475" cy="35475"/>
            </a:xfrm>
            <a:custGeom>
              <a:rect b="b" l="l" r="r" t="t"/>
              <a:pathLst>
                <a:path extrusionOk="0" h="1419" w="1419">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3" name="Google Shape;11123;p105"/>
            <p:cNvSpPr/>
            <p:nvPr/>
          </p:nvSpPr>
          <p:spPr>
            <a:xfrm>
              <a:off x="-19728150" y="2611350"/>
              <a:ext cx="35450" cy="35475"/>
            </a:xfrm>
            <a:custGeom>
              <a:rect b="b" l="l" r="r" t="t"/>
              <a:pathLst>
                <a:path extrusionOk="0" h="1419" w="1418">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4" name="Google Shape;11124;p105"/>
            <p:cNvSpPr/>
            <p:nvPr/>
          </p:nvSpPr>
          <p:spPr>
            <a:xfrm>
              <a:off x="-19802200" y="2416025"/>
              <a:ext cx="309575" cy="302275"/>
            </a:xfrm>
            <a:custGeom>
              <a:rect b="b" l="l" r="r" t="t"/>
              <a:pathLst>
                <a:path extrusionOk="0" h="12091" w="12383">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25" name="Google Shape;11125;p105"/>
          <p:cNvGrpSpPr/>
          <p:nvPr/>
        </p:nvGrpSpPr>
        <p:grpSpPr>
          <a:xfrm>
            <a:off x="3159232" y="2851506"/>
            <a:ext cx="475125" cy="472676"/>
            <a:chOff x="-19801400" y="2788575"/>
            <a:chExt cx="305625" cy="304050"/>
          </a:xfrm>
        </p:grpSpPr>
        <p:sp>
          <p:nvSpPr>
            <p:cNvPr id="11126" name="Google Shape;11126;p105"/>
            <p:cNvSpPr/>
            <p:nvPr/>
          </p:nvSpPr>
          <p:spPr>
            <a:xfrm>
              <a:off x="-19744700" y="2931925"/>
              <a:ext cx="52800" cy="18125"/>
            </a:xfrm>
            <a:custGeom>
              <a:rect b="b" l="l" r="r" t="t"/>
              <a:pathLst>
                <a:path extrusionOk="0" h="725" w="2112">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7" name="Google Shape;11127;p105"/>
            <p:cNvSpPr/>
            <p:nvPr/>
          </p:nvSpPr>
          <p:spPr>
            <a:xfrm>
              <a:off x="-19709250" y="2967350"/>
              <a:ext cx="52800" cy="18150"/>
            </a:xfrm>
            <a:custGeom>
              <a:rect b="b" l="l" r="r" t="t"/>
              <a:pathLst>
                <a:path extrusionOk="0" h="726" w="2112">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8" name="Google Shape;11128;p105"/>
            <p:cNvSpPr/>
            <p:nvPr/>
          </p:nvSpPr>
          <p:spPr>
            <a:xfrm>
              <a:off x="-19638375" y="2968150"/>
              <a:ext cx="52800" cy="18150"/>
            </a:xfrm>
            <a:custGeom>
              <a:rect b="b" l="l" r="r" t="t"/>
              <a:pathLst>
                <a:path extrusionOk="0" h="726" w="2112">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9" name="Google Shape;11129;p105"/>
            <p:cNvSpPr/>
            <p:nvPr/>
          </p:nvSpPr>
          <p:spPr>
            <a:xfrm>
              <a:off x="-19673800" y="2931925"/>
              <a:ext cx="52775" cy="18125"/>
            </a:xfrm>
            <a:custGeom>
              <a:rect b="b" l="l" r="r" t="t"/>
              <a:pathLst>
                <a:path extrusionOk="0" h="725" w="2111">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0" name="Google Shape;11130;p105"/>
            <p:cNvSpPr/>
            <p:nvPr/>
          </p:nvSpPr>
          <p:spPr>
            <a:xfrm>
              <a:off x="-19602925" y="2931925"/>
              <a:ext cx="52800" cy="18125"/>
            </a:xfrm>
            <a:custGeom>
              <a:rect b="b" l="l" r="r" t="t"/>
              <a:pathLst>
                <a:path extrusionOk="0" h="725" w="2112">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1" name="Google Shape;11131;p105"/>
            <p:cNvSpPr/>
            <p:nvPr/>
          </p:nvSpPr>
          <p:spPr>
            <a:xfrm>
              <a:off x="-19801400" y="2788575"/>
              <a:ext cx="305625" cy="304050"/>
            </a:xfrm>
            <a:custGeom>
              <a:rect b="b" l="l" r="r" t="t"/>
              <a:pathLst>
                <a:path extrusionOk="0" h="12162" w="12225">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32" name="Google Shape;11132;p105"/>
          <p:cNvGrpSpPr/>
          <p:nvPr/>
        </p:nvGrpSpPr>
        <p:grpSpPr>
          <a:xfrm>
            <a:off x="6114308" y="1688916"/>
            <a:ext cx="422463" cy="472676"/>
            <a:chOff x="-17903225" y="2060800"/>
            <a:chExt cx="271750" cy="304050"/>
          </a:xfrm>
        </p:grpSpPr>
        <p:sp>
          <p:nvSpPr>
            <p:cNvPr id="11133" name="Google Shape;11133;p105"/>
            <p:cNvSpPr/>
            <p:nvPr/>
          </p:nvSpPr>
          <p:spPr>
            <a:xfrm>
              <a:off x="-17722875" y="2204150"/>
              <a:ext cx="18150" cy="18150"/>
            </a:xfrm>
            <a:custGeom>
              <a:rect b="b" l="l" r="r" t="t"/>
              <a:pathLst>
                <a:path extrusionOk="0" h="726" w="726">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4" name="Google Shape;11134;p105"/>
            <p:cNvSpPr/>
            <p:nvPr/>
          </p:nvSpPr>
          <p:spPr>
            <a:xfrm>
              <a:off x="-17829200" y="2204150"/>
              <a:ext cx="18150" cy="18150"/>
            </a:xfrm>
            <a:custGeom>
              <a:rect b="b" l="l" r="r" t="t"/>
              <a:pathLst>
                <a:path extrusionOk="0" h="726" w="726">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5" name="Google Shape;11135;p105"/>
            <p:cNvSpPr/>
            <p:nvPr/>
          </p:nvSpPr>
          <p:spPr>
            <a:xfrm>
              <a:off x="-17903225" y="2060800"/>
              <a:ext cx="271750" cy="304050"/>
            </a:xfrm>
            <a:custGeom>
              <a:rect b="b" l="l" r="r" t="t"/>
              <a:pathLst>
                <a:path extrusionOk="0" h="12162" w="1087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36" name="Google Shape;11136;p105"/>
          <p:cNvGrpSpPr/>
          <p:nvPr/>
        </p:nvGrpSpPr>
        <p:grpSpPr>
          <a:xfrm>
            <a:off x="6088599" y="2274962"/>
            <a:ext cx="473881" cy="472676"/>
            <a:chOff x="-17918975" y="2435725"/>
            <a:chExt cx="304825" cy="304050"/>
          </a:xfrm>
        </p:grpSpPr>
        <p:sp>
          <p:nvSpPr>
            <p:cNvPr id="11137" name="Google Shape;11137;p105"/>
            <p:cNvSpPr/>
            <p:nvPr/>
          </p:nvSpPr>
          <p:spPr>
            <a:xfrm>
              <a:off x="-17918975" y="2435725"/>
              <a:ext cx="304825" cy="304050"/>
            </a:xfrm>
            <a:custGeom>
              <a:rect b="b" l="l" r="r" t="t"/>
              <a:pathLst>
                <a:path extrusionOk="0" h="12162" w="12193">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8" name="Google Shape;11138;p105"/>
            <p:cNvSpPr/>
            <p:nvPr/>
          </p:nvSpPr>
          <p:spPr>
            <a:xfrm>
              <a:off x="-17865425" y="2560150"/>
              <a:ext cx="17350" cy="17375"/>
            </a:xfrm>
            <a:custGeom>
              <a:rect b="b" l="l" r="r" t="t"/>
              <a:pathLst>
                <a:path extrusionOk="0" h="695" w="694">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39" name="Google Shape;11139;p105"/>
          <p:cNvGrpSpPr/>
          <p:nvPr/>
        </p:nvGrpSpPr>
        <p:grpSpPr>
          <a:xfrm>
            <a:off x="6117359" y="2852729"/>
            <a:ext cx="416361" cy="470228"/>
            <a:chOff x="-17899300" y="2810625"/>
            <a:chExt cx="267825" cy="302475"/>
          </a:xfrm>
        </p:grpSpPr>
        <p:sp>
          <p:nvSpPr>
            <p:cNvPr id="11140" name="Google Shape;11140;p105"/>
            <p:cNvSpPr/>
            <p:nvPr/>
          </p:nvSpPr>
          <p:spPr>
            <a:xfrm>
              <a:off x="-17899300" y="2810625"/>
              <a:ext cx="267825" cy="302475"/>
            </a:xfrm>
            <a:custGeom>
              <a:rect b="b" l="l" r="r" t="t"/>
              <a:pathLst>
                <a:path extrusionOk="0" h="12099" w="10713">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1" name="Google Shape;11141;p105"/>
            <p:cNvSpPr/>
            <p:nvPr/>
          </p:nvSpPr>
          <p:spPr>
            <a:xfrm>
              <a:off x="-17740200" y="2952400"/>
              <a:ext cx="17350" cy="18125"/>
            </a:xfrm>
            <a:custGeom>
              <a:rect b="b" l="l" r="r" t="t"/>
              <a:pathLst>
                <a:path extrusionOk="0" h="725" w="694">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2" name="Google Shape;11142;p105"/>
            <p:cNvSpPr/>
            <p:nvPr/>
          </p:nvSpPr>
          <p:spPr>
            <a:xfrm>
              <a:off x="-17811075" y="2952400"/>
              <a:ext cx="17350" cy="18125"/>
            </a:xfrm>
            <a:custGeom>
              <a:rect b="b" l="l" r="r" t="t"/>
              <a:pathLst>
                <a:path extrusionOk="0" h="725" w="694">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43" name="Google Shape;11143;p105"/>
          <p:cNvGrpSpPr/>
          <p:nvPr/>
        </p:nvGrpSpPr>
        <p:grpSpPr>
          <a:xfrm>
            <a:off x="2023212" y="3461166"/>
            <a:ext cx="472676" cy="442089"/>
            <a:chOff x="-16066500" y="2060800"/>
            <a:chExt cx="304050" cy="284375"/>
          </a:xfrm>
        </p:grpSpPr>
        <p:sp>
          <p:nvSpPr>
            <p:cNvPr id="11144" name="Google Shape;11144;p105"/>
            <p:cNvSpPr/>
            <p:nvPr/>
          </p:nvSpPr>
          <p:spPr>
            <a:xfrm>
              <a:off x="-15978275" y="2203375"/>
              <a:ext cx="18125" cy="18125"/>
            </a:xfrm>
            <a:custGeom>
              <a:rect b="b" l="l" r="r" t="t"/>
              <a:pathLst>
                <a:path extrusionOk="0" h="725" w="725">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5" name="Google Shape;11145;p105"/>
            <p:cNvSpPr/>
            <p:nvPr/>
          </p:nvSpPr>
          <p:spPr>
            <a:xfrm>
              <a:off x="-15869575" y="2203375"/>
              <a:ext cx="17350" cy="18125"/>
            </a:xfrm>
            <a:custGeom>
              <a:rect b="b" l="l" r="r" t="t"/>
              <a:pathLst>
                <a:path extrusionOk="0" h="725" w="694">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6" name="Google Shape;11146;p105"/>
            <p:cNvSpPr/>
            <p:nvPr/>
          </p:nvSpPr>
          <p:spPr>
            <a:xfrm>
              <a:off x="-15954650" y="2186825"/>
              <a:ext cx="78775" cy="88250"/>
            </a:xfrm>
            <a:custGeom>
              <a:rect b="b" l="l" r="r" t="t"/>
              <a:pathLst>
                <a:path extrusionOk="0" h="3530" w="3151">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7" name="Google Shape;11147;p105"/>
            <p:cNvSpPr/>
            <p:nvPr/>
          </p:nvSpPr>
          <p:spPr>
            <a:xfrm>
              <a:off x="-16066500" y="2060800"/>
              <a:ext cx="304050" cy="284375"/>
            </a:xfrm>
            <a:custGeom>
              <a:rect b="b" l="l" r="r" t="t"/>
              <a:pathLst>
                <a:path extrusionOk="0" h="11375" w="12162">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8" name="Google Shape;11148;p105"/>
            <p:cNvSpPr/>
            <p:nvPr/>
          </p:nvSpPr>
          <p:spPr>
            <a:xfrm>
              <a:off x="-15960175" y="2287225"/>
              <a:ext cx="91400" cy="24075"/>
            </a:xfrm>
            <a:custGeom>
              <a:rect b="b" l="l" r="r" t="t"/>
              <a:pathLst>
                <a:path extrusionOk="0" h="963" w="3656">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49" name="Google Shape;11149;p105"/>
          <p:cNvSpPr/>
          <p:nvPr/>
        </p:nvSpPr>
        <p:spPr>
          <a:xfrm>
            <a:off x="4328946" y="3444762"/>
            <a:ext cx="475125" cy="475086"/>
          </a:xfrm>
          <a:custGeom>
            <a:rect b="b" l="l" r="r" t="t"/>
            <a:pathLst>
              <a:path extrusionOk="0" h="12224" w="12225">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0" name="Google Shape;11150;p105"/>
          <p:cNvSpPr/>
          <p:nvPr/>
        </p:nvSpPr>
        <p:spPr>
          <a:xfrm>
            <a:off x="6702735" y="3444898"/>
            <a:ext cx="391876" cy="474814"/>
          </a:xfrm>
          <a:custGeom>
            <a:rect b="b" l="l" r="r" t="t"/>
            <a:pathLst>
              <a:path extrusionOk="0" h="12217" w="10083">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1" name="Google Shape;11151;p105"/>
          <p:cNvSpPr/>
          <p:nvPr/>
        </p:nvSpPr>
        <p:spPr>
          <a:xfrm>
            <a:off x="5497759" y="3446880"/>
            <a:ext cx="475086" cy="470849"/>
          </a:xfrm>
          <a:custGeom>
            <a:rect b="b" l="l" r="r" t="t"/>
            <a:pathLst>
              <a:path extrusionOk="0" h="12115" w="12224">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52" name="Google Shape;11152;p105"/>
          <p:cNvGrpSpPr/>
          <p:nvPr/>
        </p:nvGrpSpPr>
        <p:grpSpPr>
          <a:xfrm>
            <a:off x="7907919" y="2297751"/>
            <a:ext cx="368362" cy="419314"/>
            <a:chOff x="4995050" y="3245650"/>
            <a:chExt cx="236950" cy="269725"/>
          </a:xfrm>
        </p:grpSpPr>
        <p:sp>
          <p:nvSpPr>
            <p:cNvPr id="11153" name="Google Shape;11153;p105"/>
            <p:cNvSpPr/>
            <p:nvPr/>
          </p:nvSpPr>
          <p:spPr>
            <a:xfrm>
              <a:off x="5074475" y="3356450"/>
              <a:ext cx="16050" cy="16050"/>
            </a:xfrm>
            <a:custGeom>
              <a:rect b="b" l="l" r="r" t="t"/>
              <a:pathLst>
                <a:path extrusionOk="0" h="642" w="642">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4" name="Google Shape;11154;p105"/>
            <p:cNvSpPr/>
            <p:nvPr/>
          </p:nvSpPr>
          <p:spPr>
            <a:xfrm>
              <a:off x="5137200" y="3356450"/>
              <a:ext cx="16050" cy="16050"/>
            </a:xfrm>
            <a:custGeom>
              <a:rect b="b" l="l" r="r" t="t"/>
              <a:pathLst>
                <a:path extrusionOk="0" h="642" w="642">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5" name="Google Shape;11155;p105"/>
            <p:cNvSpPr/>
            <p:nvPr/>
          </p:nvSpPr>
          <p:spPr>
            <a:xfrm>
              <a:off x="5089125" y="3371950"/>
              <a:ext cx="48100" cy="63100"/>
            </a:xfrm>
            <a:custGeom>
              <a:rect b="b" l="l" r="r" t="t"/>
              <a:pathLst>
                <a:path extrusionOk="0" h="2524" w="1924">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56" name="Google Shape;11156;p105"/>
            <p:cNvGrpSpPr/>
            <p:nvPr/>
          </p:nvGrpSpPr>
          <p:grpSpPr>
            <a:xfrm>
              <a:off x="4995050" y="3245650"/>
              <a:ext cx="236950" cy="269725"/>
              <a:chOff x="4995050" y="3245650"/>
              <a:chExt cx="236950" cy="269725"/>
            </a:xfrm>
          </p:grpSpPr>
          <p:sp>
            <p:nvSpPr>
              <p:cNvPr id="11157" name="Google Shape;11157;p105"/>
              <p:cNvSpPr/>
              <p:nvPr/>
            </p:nvSpPr>
            <p:spPr>
              <a:xfrm>
                <a:off x="4995050" y="3245650"/>
                <a:ext cx="236950" cy="269725"/>
              </a:xfrm>
              <a:custGeom>
                <a:rect b="b" l="l" r="r" t="t"/>
                <a:pathLst>
                  <a:path extrusionOk="0" h="10789" w="9478">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8" name="Google Shape;11158;p105"/>
              <p:cNvSpPr/>
              <p:nvPr/>
            </p:nvSpPr>
            <p:spPr>
              <a:xfrm flipH="1">
                <a:off x="4995050" y="3245650"/>
                <a:ext cx="236950" cy="269725"/>
              </a:xfrm>
              <a:custGeom>
                <a:rect b="b" l="l" r="r" t="t"/>
                <a:pathLst>
                  <a:path extrusionOk="0" h="10789" w="9478">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1159" name="Google Shape;11159;p105"/>
          <p:cNvGrpSpPr/>
          <p:nvPr/>
        </p:nvGrpSpPr>
        <p:grpSpPr>
          <a:xfrm>
            <a:off x="5507712" y="1689744"/>
            <a:ext cx="483749" cy="481292"/>
            <a:chOff x="4724650" y="2885700"/>
            <a:chExt cx="270750" cy="269375"/>
          </a:xfrm>
        </p:grpSpPr>
        <p:sp>
          <p:nvSpPr>
            <p:cNvPr id="11160" name="Google Shape;11160;p105"/>
            <p:cNvSpPr/>
            <p:nvPr/>
          </p:nvSpPr>
          <p:spPr>
            <a:xfrm flipH="1">
              <a:off x="4725000" y="2885700"/>
              <a:ext cx="270400" cy="269375"/>
            </a:xfrm>
            <a:custGeom>
              <a:rect b="b" l="l" r="r" t="t"/>
              <a:pathLst>
                <a:path extrusionOk="0" h="10775" w="10816">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1" name="Google Shape;11161;p105"/>
            <p:cNvSpPr/>
            <p:nvPr/>
          </p:nvSpPr>
          <p:spPr>
            <a:xfrm>
              <a:off x="4724650" y="2885700"/>
              <a:ext cx="270400" cy="269375"/>
            </a:xfrm>
            <a:custGeom>
              <a:rect b="b" l="l" r="r" t="t"/>
              <a:pathLst>
                <a:path extrusionOk="0" h="10775" w="10816">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2" name="Google Shape;11162;p105"/>
            <p:cNvSpPr/>
            <p:nvPr/>
          </p:nvSpPr>
          <p:spPr>
            <a:xfrm>
              <a:off x="4900250" y="3027525"/>
              <a:ext cx="16075" cy="15350"/>
            </a:xfrm>
            <a:custGeom>
              <a:rect b="b" l="l" r="r" t="t"/>
              <a:pathLst>
                <a:path extrusionOk="0" h="614" w="643">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3" name="Google Shape;11163;p105"/>
            <p:cNvSpPr/>
            <p:nvPr/>
          </p:nvSpPr>
          <p:spPr>
            <a:xfrm>
              <a:off x="4805475" y="3027525"/>
              <a:ext cx="15375" cy="15350"/>
            </a:xfrm>
            <a:custGeom>
              <a:rect b="b" l="l" r="r" t="t"/>
              <a:pathLst>
                <a:path extrusionOk="0" h="614" w="615">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4" name="Google Shape;11164;p105"/>
            <p:cNvSpPr/>
            <p:nvPr/>
          </p:nvSpPr>
          <p:spPr>
            <a:xfrm>
              <a:off x="4820825" y="2932750"/>
              <a:ext cx="16050" cy="32075"/>
            </a:xfrm>
            <a:custGeom>
              <a:rect b="b" l="l" r="r" t="t"/>
              <a:pathLst>
                <a:path extrusionOk="0" h="1283" w="642">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5" name="Google Shape;11165;p105"/>
            <p:cNvSpPr/>
            <p:nvPr/>
          </p:nvSpPr>
          <p:spPr>
            <a:xfrm>
              <a:off x="4884925" y="2932750"/>
              <a:ext cx="15350" cy="32075"/>
            </a:xfrm>
            <a:custGeom>
              <a:rect b="b" l="l" r="r" t="t"/>
              <a:pathLst>
                <a:path extrusionOk="0" h="1283" w="614">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6" name="Google Shape;11166;p105"/>
            <p:cNvSpPr/>
            <p:nvPr/>
          </p:nvSpPr>
          <p:spPr>
            <a:xfrm>
              <a:off x="4852175" y="2948775"/>
              <a:ext cx="16050" cy="31400"/>
            </a:xfrm>
            <a:custGeom>
              <a:rect b="b" l="l" r="r" t="t"/>
              <a:pathLst>
                <a:path extrusionOk="0" h="1256" w="642">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67" name="Google Shape;11167;p105"/>
          <p:cNvGrpSpPr/>
          <p:nvPr/>
        </p:nvGrpSpPr>
        <p:grpSpPr>
          <a:xfrm>
            <a:off x="4374817" y="1683870"/>
            <a:ext cx="389425" cy="467822"/>
            <a:chOff x="4459350" y="2882125"/>
            <a:chExt cx="228375" cy="274350"/>
          </a:xfrm>
        </p:grpSpPr>
        <p:sp>
          <p:nvSpPr>
            <p:cNvPr id="11168" name="Google Shape;11168;p105"/>
            <p:cNvSpPr/>
            <p:nvPr/>
          </p:nvSpPr>
          <p:spPr>
            <a:xfrm>
              <a:off x="4537175" y="3045650"/>
              <a:ext cx="15375" cy="15350"/>
            </a:xfrm>
            <a:custGeom>
              <a:rect b="b" l="l" r="r" t="t"/>
              <a:pathLst>
                <a:path extrusionOk="0" h="614" w="615">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9" name="Google Shape;11169;p105"/>
            <p:cNvSpPr/>
            <p:nvPr/>
          </p:nvSpPr>
          <p:spPr>
            <a:xfrm>
              <a:off x="4599900" y="3045650"/>
              <a:ext cx="15350" cy="15350"/>
            </a:xfrm>
            <a:custGeom>
              <a:rect b="b" l="l" r="r" t="t"/>
              <a:pathLst>
                <a:path extrusionOk="0" h="614" w="614">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0" name="Google Shape;11170;p105"/>
            <p:cNvSpPr/>
            <p:nvPr/>
          </p:nvSpPr>
          <p:spPr>
            <a:xfrm>
              <a:off x="4464700" y="2886250"/>
              <a:ext cx="223025" cy="270225"/>
            </a:xfrm>
            <a:custGeom>
              <a:rect b="b" l="l" r="r" t="t"/>
              <a:pathLst>
                <a:path extrusionOk="0" h="10809" w="8921">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1" name="Google Shape;11171;p105"/>
            <p:cNvSpPr/>
            <p:nvPr/>
          </p:nvSpPr>
          <p:spPr>
            <a:xfrm flipH="1">
              <a:off x="4459350" y="2886250"/>
              <a:ext cx="223025" cy="270225"/>
            </a:xfrm>
            <a:custGeom>
              <a:rect b="b" l="l" r="r" t="t"/>
              <a:pathLst>
                <a:path extrusionOk="0" h="10809" w="8921">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2" name="Google Shape;11172;p105"/>
            <p:cNvSpPr/>
            <p:nvPr/>
          </p:nvSpPr>
          <p:spPr>
            <a:xfrm rot="-537108">
              <a:off x="4468759" y="2883937"/>
              <a:ext cx="24732" cy="18476"/>
            </a:xfrm>
            <a:custGeom>
              <a:rect b="b" l="l" r="r" t="t"/>
              <a:pathLst>
                <a:path extrusionOk="0" h="721" w="1081">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chemeClr val="dk2"/>
            </a:solidFill>
            <a:ln>
              <a:noFill/>
            </a:ln>
          </p:spPr>
        </p:sp>
        <p:sp>
          <p:nvSpPr>
            <p:cNvPr id="11173" name="Google Shape;11173;p105"/>
            <p:cNvSpPr/>
            <p:nvPr/>
          </p:nvSpPr>
          <p:spPr>
            <a:xfrm flipH="1" rot="537108">
              <a:off x="4653897" y="2883937"/>
              <a:ext cx="24732" cy="18476"/>
            </a:xfrm>
            <a:custGeom>
              <a:rect b="b" l="l" r="r" t="t"/>
              <a:pathLst>
                <a:path extrusionOk="0" h="721" w="1081">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chemeClr val="dk2"/>
            </a:solidFill>
            <a:ln>
              <a:noFill/>
            </a:ln>
          </p:spPr>
        </p:sp>
      </p:grpSp>
      <p:sp>
        <p:nvSpPr>
          <p:cNvPr id="11174" name="Google Shape;11174;p105"/>
          <p:cNvSpPr txBox="1"/>
          <p:nvPr>
            <p:ph type="title"/>
          </p:nvPr>
        </p:nvSpPr>
        <p:spPr>
          <a:xfrm>
            <a:off x="716700" y="511025"/>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Nature Icons</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1178" name="Shape 11178"/>
        <p:cNvGrpSpPr/>
        <p:nvPr/>
      </p:nvGrpSpPr>
      <p:grpSpPr>
        <a:xfrm>
          <a:off x="0" y="0"/>
          <a:ext cx="0" cy="0"/>
          <a:chOff x="0" y="0"/>
          <a:chExt cx="0" cy="0"/>
        </a:xfrm>
      </p:grpSpPr>
      <p:sp>
        <p:nvSpPr>
          <p:cNvPr id="11179" name="Google Shape;11179;p106"/>
          <p:cNvSpPr txBox="1"/>
          <p:nvPr>
            <p:ph type="title"/>
          </p:nvPr>
        </p:nvSpPr>
        <p:spPr>
          <a:xfrm>
            <a:off x="716700" y="511025"/>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11180" name="Google Shape;11180;p106"/>
          <p:cNvSpPr/>
          <p:nvPr/>
        </p:nvSpPr>
        <p:spPr>
          <a:xfrm>
            <a:off x="832597" y="1630139"/>
            <a:ext cx="433284" cy="422781"/>
          </a:xfrm>
          <a:custGeom>
            <a:rect b="b" l="l" r="r" t="t"/>
            <a:pathLst>
              <a:path extrusionOk="0" h="11713" w="12004">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81" name="Google Shape;11181;p106"/>
          <p:cNvGrpSpPr/>
          <p:nvPr/>
        </p:nvGrpSpPr>
        <p:grpSpPr>
          <a:xfrm>
            <a:off x="835580" y="2140412"/>
            <a:ext cx="426462" cy="420796"/>
            <a:chOff x="-6713450" y="2397900"/>
            <a:chExt cx="295375" cy="291450"/>
          </a:xfrm>
        </p:grpSpPr>
        <p:sp>
          <p:nvSpPr>
            <p:cNvPr id="11182" name="Google Shape;11182;p106"/>
            <p:cNvSpPr/>
            <p:nvPr/>
          </p:nvSpPr>
          <p:spPr>
            <a:xfrm>
              <a:off x="-6628400" y="2465650"/>
              <a:ext cx="69350" cy="17350"/>
            </a:xfrm>
            <a:custGeom>
              <a:rect b="b" l="l" r="r" t="t"/>
              <a:pathLst>
                <a:path extrusionOk="0" h="694" w="2774">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3" name="Google Shape;11183;p106"/>
            <p:cNvSpPr/>
            <p:nvPr/>
          </p:nvSpPr>
          <p:spPr>
            <a:xfrm>
              <a:off x="-6713450" y="2397900"/>
              <a:ext cx="295375" cy="291450"/>
            </a:xfrm>
            <a:custGeom>
              <a:rect b="b" l="l" r="r" t="t"/>
              <a:pathLst>
                <a:path extrusionOk="0" h="11658" w="11815">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84" name="Google Shape;11184;p106"/>
          <p:cNvSpPr/>
          <p:nvPr/>
        </p:nvSpPr>
        <p:spPr>
          <a:xfrm>
            <a:off x="847921" y="2660229"/>
            <a:ext cx="426499" cy="421914"/>
          </a:xfrm>
          <a:custGeom>
            <a:rect b="b" l="l" r="r" t="t"/>
            <a:pathLst>
              <a:path extrusionOk="0" h="11689" w="11816">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85" name="Google Shape;11185;p106"/>
          <p:cNvGrpSpPr/>
          <p:nvPr/>
        </p:nvGrpSpPr>
        <p:grpSpPr>
          <a:xfrm>
            <a:off x="3540341" y="1631401"/>
            <a:ext cx="423069" cy="420507"/>
            <a:chOff x="-4932650" y="2046625"/>
            <a:chExt cx="293025" cy="291250"/>
          </a:xfrm>
        </p:grpSpPr>
        <p:sp>
          <p:nvSpPr>
            <p:cNvPr id="11186" name="Google Shape;11186;p106"/>
            <p:cNvSpPr/>
            <p:nvPr/>
          </p:nvSpPr>
          <p:spPr>
            <a:xfrm>
              <a:off x="-4932650" y="2046625"/>
              <a:ext cx="293025" cy="291250"/>
            </a:xfrm>
            <a:custGeom>
              <a:rect b="b" l="l" r="r" t="t"/>
              <a:pathLst>
                <a:path extrusionOk="0" h="11650" w="11721">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7" name="Google Shape;11187;p106"/>
            <p:cNvSpPr/>
            <p:nvPr/>
          </p:nvSpPr>
          <p:spPr>
            <a:xfrm>
              <a:off x="-4802675" y="2115050"/>
              <a:ext cx="122100" cy="86075"/>
            </a:xfrm>
            <a:custGeom>
              <a:rect b="b" l="l" r="r" t="t"/>
              <a:pathLst>
                <a:path extrusionOk="0" h="3443" w="4884">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88" name="Google Shape;11188;p106"/>
          <p:cNvSpPr/>
          <p:nvPr/>
        </p:nvSpPr>
        <p:spPr>
          <a:xfrm>
            <a:off x="3541793" y="2140826"/>
            <a:ext cx="420796" cy="419677"/>
          </a:xfrm>
          <a:custGeom>
            <a:rect b="b" l="l" r="r" t="t"/>
            <a:pathLst>
              <a:path extrusionOk="0" h="11627" w="11658">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89" name="Google Shape;11189;p106"/>
          <p:cNvGrpSpPr/>
          <p:nvPr/>
        </p:nvGrpSpPr>
        <p:grpSpPr>
          <a:xfrm>
            <a:off x="3552272" y="2660957"/>
            <a:ext cx="423069" cy="420796"/>
            <a:chOff x="-4931075" y="2765725"/>
            <a:chExt cx="293025" cy="291450"/>
          </a:xfrm>
        </p:grpSpPr>
        <p:sp>
          <p:nvSpPr>
            <p:cNvPr id="11190" name="Google Shape;11190;p106"/>
            <p:cNvSpPr/>
            <p:nvPr/>
          </p:nvSpPr>
          <p:spPr>
            <a:xfrm>
              <a:off x="-4810550" y="2884650"/>
              <a:ext cx="51225" cy="51225"/>
            </a:xfrm>
            <a:custGeom>
              <a:rect b="b" l="l" r="r" t="t"/>
              <a:pathLst>
                <a:path extrusionOk="0" h="2049" w="2049">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1" name="Google Shape;11191;p106"/>
            <p:cNvSpPr/>
            <p:nvPr/>
          </p:nvSpPr>
          <p:spPr>
            <a:xfrm>
              <a:off x="-4931075" y="2765725"/>
              <a:ext cx="293025" cy="291450"/>
            </a:xfrm>
            <a:custGeom>
              <a:rect b="b" l="l" r="r" t="t"/>
              <a:pathLst>
                <a:path extrusionOk="0" h="11658" w="11721">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92" name="Google Shape;11192;p106"/>
          <p:cNvGrpSpPr/>
          <p:nvPr/>
        </p:nvGrpSpPr>
        <p:grpSpPr>
          <a:xfrm>
            <a:off x="6257840" y="1656289"/>
            <a:ext cx="420796" cy="370732"/>
            <a:chOff x="-3137650" y="2067900"/>
            <a:chExt cx="291450" cy="256775"/>
          </a:xfrm>
        </p:grpSpPr>
        <p:sp>
          <p:nvSpPr>
            <p:cNvPr id="11193" name="Google Shape;11193;p106"/>
            <p:cNvSpPr/>
            <p:nvPr/>
          </p:nvSpPr>
          <p:spPr>
            <a:xfrm>
              <a:off x="-3137650" y="2067900"/>
              <a:ext cx="291450" cy="187475"/>
            </a:xfrm>
            <a:custGeom>
              <a:rect b="b" l="l" r="r" t="t"/>
              <a:pathLst>
                <a:path extrusionOk="0" h="7499" w="11658">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4" name="Google Shape;11194;p106"/>
            <p:cNvSpPr/>
            <p:nvPr/>
          </p:nvSpPr>
          <p:spPr>
            <a:xfrm>
              <a:off x="-3137650" y="2273475"/>
              <a:ext cx="291450" cy="51200"/>
            </a:xfrm>
            <a:custGeom>
              <a:rect b="b" l="l" r="r" t="t"/>
              <a:pathLst>
                <a:path extrusionOk="0" h="2048" w="11658">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5" name="Google Shape;11195;p106"/>
            <p:cNvSpPr/>
            <p:nvPr/>
          </p:nvSpPr>
          <p:spPr>
            <a:xfrm>
              <a:off x="-3035250" y="2103000"/>
              <a:ext cx="104000" cy="118500"/>
            </a:xfrm>
            <a:custGeom>
              <a:rect b="b" l="l" r="r" t="t"/>
              <a:pathLst>
                <a:path extrusionOk="0" h="4740" w="416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96" name="Google Shape;11196;p106"/>
          <p:cNvGrpSpPr/>
          <p:nvPr/>
        </p:nvGrpSpPr>
        <p:grpSpPr>
          <a:xfrm>
            <a:off x="6257840" y="2139926"/>
            <a:ext cx="420796" cy="421770"/>
            <a:chOff x="-3137650" y="2408950"/>
            <a:chExt cx="291450" cy="292125"/>
          </a:xfrm>
        </p:grpSpPr>
        <p:sp>
          <p:nvSpPr>
            <p:cNvPr id="11197" name="Google Shape;11197;p106"/>
            <p:cNvSpPr/>
            <p:nvPr/>
          </p:nvSpPr>
          <p:spPr>
            <a:xfrm>
              <a:off x="-3137650" y="2408950"/>
              <a:ext cx="291450" cy="292125"/>
            </a:xfrm>
            <a:custGeom>
              <a:rect b="b" l="l" r="r" t="t"/>
              <a:pathLst>
                <a:path extrusionOk="0" h="11685" w="11658">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8" name="Google Shape;11198;p106"/>
            <p:cNvSpPr/>
            <p:nvPr/>
          </p:nvSpPr>
          <p:spPr>
            <a:xfrm>
              <a:off x="-3104575" y="2442800"/>
              <a:ext cx="18150" cy="17350"/>
            </a:xfrm>
            <a:custGeom>
              <a:rect b="b" l="l" r="r" t="t"/>
              <a:pathLst>
                <a:path extrusionOk="0" h="694" w="726">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9" name="Google Shape;11199;p106"/>
            <p:cNvSpPr/>
            <p:nvPr/>
          </p:nvSpPr>
          <p:spPr>
            <a:xfrm>
              <a:off x="-3069900" y="2442800"/>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0" name="Google Shape;11200;p106"/>
            <p:cNvSpPr/>
            <p:nvPr/>
          </p:nvSpPr>
          <p:spPr>
            <a:xfrm>
              <a:off x="-3035250" y="2442800"/>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1" name="Google Shape;11201;p106"/>
            <p:cNvSpPr/>
            <p:nvPr/>
          </p:nvSpPr>
          <p:spPr>
            <a:xfrm>
              <a:off x="-3002175" y="2442800"/>
              <a:ext cx="120525" cy="17350"/>
            </a:xfrm>
            <a:custGeom>
              <a:rect b="b" l="l" r="r" t="t"/>
              <a:pathLst>
                <a:path extrusionOk="0" h="694" w="4821">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02" name="Google Shape;11202;p106"/>
          <p:cNvGrpSpPr/>
          <p:nvPr/>
        </p:nvGrpSpPr>
        <p:grpSpPr>
          <a:xfrm>
            <a:off x="6269771" y="2685412"/>
            <a:ext cx="420796" cy="371887"/>
            <a:chOff x="-3137650" y="2787000"/>
            <a:chExt cx="291450" cy="257575"/>
          </a:xfrm>
        </p:grpSpPr>
        <p:sp>
          <p:nvSpPr>
            <p:cNvPr id="11203" name="Google Shape;11203;p106"/>
            <p:cNvSpPr/>
            <p:nvPr/>
          </p:nvSpPr>
          <p:spPr>
            <a:xfrm>
              <a:off x="-3137650" y="2787000"/>
              <a:ext cx="291450" cy="257575"/>
            </a:xfrm>
            <a:custGeom>
              <a:rect b="b" l="l" r="r" t="t"/>
              <a:pathLst>
                <a:path extrusionOk="0" h="10303" w="11658">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4" name="Google Shape;11204;p106"/>
            <p:cNvSpPr/>
            <p:nvPr/>
          </p:nvSpPr>
          <p:spPr>
            <a:xfrm>
              <a:off x="-3104575" y="2820875"/>
              <a:ext cx="18150" cy="17350"/>
            </a:xfrm>
            <a:custGeom>
              <a:rect b="b" l="l" r="r" t="t"/>
              <a:pathLst>
                <a:path extrusionOk="0" h="694" w="726">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5" name="Google Shape;11205;p106"/>
            <p:cNvSpPr/>
            <p:nvPr/>
          </p:nvSpPr>
          <p:spPr>
            <a:xfrm>
              <a:off x="-3069900" y="2820875"/>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6" name="Google Shape;11206;p106"/>
            <p:cNvSpPr/>
            <p:nvPr/>
          </p:nvSpPr>
          <p:spPr>
            <a:xfrm>
              <a:off x="-3035250" y="2820875"/>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7" name="Google Shape;11207;p106"/>
            <p:cNvSpPr/>
            <p:nvPr/>
          </p:nvSpPr>
          <p:spPr>
            <a:xfrm>
              <a:off x="-3002175" y="2820875"/>
              <a:ext cx="121325" cy="17350"/>
            </a:xfrm>
            <a:custGeom>
              <a:rect b="b" l="l" r="r" t="t"/>
              <a:pathLst>
                <a:path extrusionOk="0" h="694" w="4853">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8" name="Google Shape;11208;p106"/>
            <p:cNvSpPr/>
            <p:nvPr/>
          </p:nvSpPr>
          <p:spPr>
            <a:xfrm>
              <a:off x="-2948625" y="2907300"/>
              <a:ext cx="52025" cy="85300"/>
            </a:xfrm>
            <a:custGeom>
              <a:rect b="b" l="l" r="r" t="t"/>
              <a:pathLst>
                <a:path extrusionOk="0" h="3412" w="2081">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9" name="Google Shape;11209;p106"/>
            <p:cNvSpPr/>
            <p:nvPr/>
          </p:nvSpPr>
          <p:spPr>
            <a:xfrm>
              <a:off x="-3088025" y="2907300"/>
              <a:ext cx="53575" cy="85300"/>
            </a:xfrm>
            <a:custGeom>
              <a:rect b="b" l="l" r="r" t="t"/>
              <a:pathLst>
                <a:path extrusionOk="0" h="3412" w="2143">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0" name="Google Shape;11210;p106"/>
            <p:cNvSpPr/>
            <p:nvPr/>
          </p:nvSpPr>
          <p:spPr>
            <a:xfrm>
              <a:off x="-3019500" y="2888975"/>
              <a:ext cx="54375" cy="119400"/>
            </a:xfrm>
            <a:custGeom>
              <a:rect b="b" l="l" r="r" t="t"/>
              <a:pathLst>
                <a:path extrusionOk="0" h="4776" w="2175">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11" name="Google Shape;11211;p106"/>
          <p:cNvSpPr/>
          <p:nvPr/>
        </p:nvSpPr>
        <p:spPr>
          <a:xfrm>
            <a:off x="1347632" y="3294616"/>
            <a:ext cx="420796" cy="295690"/>
          </a:xfrm>
          <a:custGeom>
            <a:rect b="b" l="l" r="r" t="t"/>
            <a:pathLst>
              <a:path extrusionOk="0" h="8192" w="11658">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2" name="Google Shape;11212;p106"/>
          <p:cNvSpPr/>
          <p:nvPr/>
        </p:nvSpPr>
        <p:spPr>
          <a:xfrm>
            <a:off x="1376423" y="1630482"/>
            <a:ext cx="421914" cy="422095"/>
          </a:xfrm>
          <a:custGeom>
            <a:rect b="b" l="l" r="r" t="t"/>
            <a:pathLst>
              <a:path extrusionOk="0" h="11694" w="11689">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3" name="Google Shape;11213;p106"/>
          <p:cNvSpPr/>
          <p:nvPr/>
        </p:nvSpPr>
        <p:spPr>
          <a:xfrm>
            <a:off x="1374708" y="2139274"/>
            <a:ext cx="425343" cy="422781"/>
          </a:xfrm>
          <a:custGeom>
            <a:rect b="b" l="l" r="r" t="t"/>
            <a:pathLst>
              <a:path extrusionOk="0" h="11713" w="11784">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214" name="Google Shape;11214;p106"/>
          <p:cNvGrpSpPr/>
          <p:nvPr/>
        </p:nvGrpSpPr>
        <p:grpSpPr>
          <a:xfrm>
            <a:off x="1387948" y="2660397"/>
            <a:ext cx="421914" cy="421914"/>
            <a:chOff x="-6354300" y="2757075"/>
            <a:chExt cx="292225" cy="292225"/>
          </a:xfrm>
        </p:grpSpPr>
        <p:sp>
          <p:nvSpPr>
            <p:cNvPr id="11215" name="Google Shape;11215;p106"/>
            <p:cNvSpPr/>
            <p:nvPr/>
          </p:nvSpPr>
          <p:spPr>
            <a:xfrm>
              <a:off x="-6354300" y="2757075"/>
              <a:ext cx="292225" cy="292225"/>
            </a:xfrm>
            <a:custGeom>
              <a:rect b="b" l="l" r="r" t="t"/>
              <a:pathLst>
                <a:path extrusionOk="0" h="11689" w="11689">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6" name="Google Shape;11216;p106"/>
            <p:cNvSpPr/>
            <p:nvPr/>
          </p:nvSpPr>
          <p:spPr>
            <a:xfrm>
              <a:off x="-6268450" y="2790150"/>
              <a:ext cx="119750" cy="18125"/>
            </a:xfrm>
            <a:custGeom>
              <a:rect b="b" l="l" r="r" t="t"/>
              <a:pathLst>
                <a:path extrusionOk="0" h="725" w="479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7" name="Google Shape;11217;p106"/>
            <p:cNvSpPr/>
            <p:nvPr/>
          </p:nvSpPr>
          <p:spPr>
            <a:xfrm>
              <a:off x="-6268450" y="2825600"/>
              <a:ext cx="119750" cy="18125"/>
            </a:xfrm>
            <a:custGeom>
              <a:rect b="b" l="l" r="r" t="t"/>
              <a:pathLst>
                <a:path extrusionOk="0" h="725" w="479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8" name="Google Shape;11218;p106"/>
            <p:cNvSpPr/>
            <p:nvPr/>
          </p:nvSpPr>
          <p:spPr>
            <a:xfrm>
              <a:off x="-6268450" y="2860250"/>
              <a:ext cx="119750" cy="17350"/>
            </a:xfrm>
            <a:custGeom>
              <a:rect b="b" l="l" r="r" t="t"/>
              <a:pathLst>
                <a:path extrusionOk="0" h="694" w="479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19" name="Google Shape;11219;p106"/>
          <p:cNvGrpSpPr/>
          <p:nvPr/>
        </p:nvGrpSpPr>
        <p:grpSpPr>
          <a:xfrm>
            <a:off x="4081951" y="1629560"/>
            <a:ext cx="424188" cy="424188"/>
            <a:chOff x="-4573475" y="2045850"/>
            <a:chExt cx="293800" cy="293800"/>
          </a:xfrm>
        </p:grpSpPr>
        <p:sp>
          <p:nvSpPr>
            <p:cNvPr id="11220" name="Google Shape;11220;p106"/>
            <p:cNvSpPr/>
            <p:nvPr/>
          </p:nvSpPr>
          <p:spPr>
            <a:xfrm>
              <a:off x="-4573475" y="2045850"/>
              <a:ext cx="293800" cy="293800"/>
            </a:xfrm>
            <a:custGeom>
              <a:rect b="b" l="l" r="r" t="t"/>
              <a:pathLst>
                <a:path extrusionOk="0" h="11752" w="11752">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1" name="Google Shape;11221;p106"/>
            <p:cNvSpPr/>
            <p:nvPr/>
          </p:nvSpPr>
          <p:spPr>
            <a:xfrm>
              <a:off x="-4521500" y="2099400"/>
              <a:ext cx="189050" cy="188275"/>
            </a:xfrm>
            <a:custGeom>
              <a:rect b="b" l="l" r="r" t="t"/>
              <a:pathLst>
                <a:path extrusionOk="0" h="7531" w="7562">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22" name="Google Shape;11222;p106"/>
          <p:cNvGrpSpPr/>
          <p:nvPr/>
        </p:nvGrpSpPr>
        <p:grpSpPr>
          <a:xfrm>
            <a:off x="4081374" y="2138699"/>
            <a:ext cx="425343" cy="424225"/>
            <a:chOff x="-4570325" y="2405775"/>
            <a:chExt cx="294600" cy="293825"/>
          </a:xfrm>
        </p:grpSpPr>
        <p:sp>
          <p:nvSpPr>
            <p:cNvPr id="11223" name="Google Shape;11223;p106"/>
            <p:cNvSpPr/>
            <p:nvPr/>
          </p:nvSpPr>
          <p:spPr>
            <a:xfrm>
              <a:off x="-4570325" y="2405775"/>
              <a:ext cx="294600" cy="293825"/>
            </a:xfrm>
            <a:custGeom>
              <a:rect b="b" l="l" r="r" t="t"/>
              <a:pathLst>
                <a:path extrusionOk="0" h="11753" w="11784">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4" name="Google Shape;11224;p106"/>
            <p:cNvSpPr/>
            <p:nvPr/>
          </p:nvSpPr>
          <p:spPr>
            <a:xfrm>
              <a:off x="-4478175" y="2439650"/>
              <a:ext cx="103975" cy="120525"/>
            </a:xfrm>
            <a:custGeom>
              <a:rect b="b" l="l" r="r" t="t"/>
              <a:pathLst>
                <a:path extrusionOk="0" h="4821" w="4159">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25" name="Google Shape;11225;p106"/>
          <p:cNvGrpSpPr/>
          <p:nvPr/>
        </p:nvGrpSpPr>
        <p:grpSpPr>
          <a:xfrm>
            <a:off x="4094442" y="2659838"/>
            <a:ext cx="423069" cy="423033"/>
            <a:chOff x="-4572700" y="2764950"/>
            <a:chExt cx="293025" cy="293000"/>
          </a:xfrm>
        </p:grpSpPr>
        <p:sp>
          <p:nvSpPr>
            <p:cNvPr id="11226" name="Google Shape;11226;p106"/>
            <p:cNvSpPr/>
            <p:nvPr/>
          </p:nvSpPr>
          <p:spPr>
            <a:xfrm>
              <a:off x="-4572700" y="2764950"/>
              <a:ext cx="293025" cy="293000"/>
            </a:xfrm>
            <a:custGeom>
              <a:rect b="b" l="l" r="r" t="t"/>
              <a:pathLst>
                <a:path extrusionOk="0" h="11720" w="11721">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7" name="Google Shape;11227;p106"/>
            <p:cNvSpPr/>
            <p:nvPr/>
          </p:nvSpPr>
          <p:spPr>
            <a:xfrm>
              <a:off x="-4538825" y="2833475"/>
              <a:ext cx="86650" cy="104775"/>
            </a:xfrm>
            <a:custGeom>
              <a:rect b="b" l="l" r="r" t="t"/>
              <a:pathLst>
                <a:path extrusionOk="0" h="4191" w="3466">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8" name="Google Shape;11228;p106"/>
            <p:cNvSpPr/>
            <p:nvPr/>
          </p:nvSpPr>
          <p:spPr>
            <a:xfrm>
              <a:off x="-4435650" y="2902775"/>
              <a:ext cx="121325" cy="17350"/>
            </a:xfrm>
            <a:custGeom>
              <a:rect b="b" l="l" r="r" t="t"/>
              <a:pathLst>
                <a:path extrusionOk="0" h="694" w="4853">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9" name="Google Shape;11229;p106"/>
            <p:cNvSpPr/>
            <p:nvPr/>
          </p:nvSpPr>
          <p:spPr>
            <a:xfrm>
              <a:off x="-4435650" y="2867325"/>
              <a:ext cx="121325" cy="17350"/>
            </a:xfrm>
            <a:custGeom>
              <a:rect b="b" l="l" r="r" t="t"/>
              <a:pathLst>
                <a:path extrusionOk="0" h="694" w="4853">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0" name="Google Shape;11230;p106"/>
            <p:cNvSpPr/>
            <p:nvPr/>
          </p:nvSpPr>
          <p:spPr>
            <a:xfrm>
              <a:off x="-4435650" y="2833475"/>
              <a:ext cx="121325" cy="18125"/>
            </a:xfrm>
            <a:custGeom>
              <a:rect b="b" l="l" r="r" t="t"/>
              <a:pathLst>
                <a:path extrusionOk="0" h="725" w="4853">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31" name="Google Shape;11231;p106"/>
          <p:cNvGrpSpPr/>
          <p:nvPr/>
        </p:nvGrpSpPr>
        <p:grpSpPr>
          <a:xfrm>
            <a:off x="6813205" y="1631239"/>
            <a:ext cx="414840" cy="420832"/>
            <a:chOff x="-2777700" y="2049775"/>
            <a:chExt cx="287325" cy="291475"/>
          </a:xfrm>
        </p:grpSpPr>
        <p:sp>
          <p:nvSpPr>
            <p:cNvPr id="11232" name="Google Shape;11232;p106"/>
            <p:cNvSpPr/>
            <p:nvPr/>
          </p:nvSpPr>
          <p:spPr>
            <a:xfrm>
              <a:off x="-2777700" y="2049775"/>
              <a:ext cx="287325" cy="291475"/>
            </a:xfrm>
            <a:custGeom>
              <a:rect b="b" l="l" r="r" t="t"/>
              <a:pathLst>
                <a:path extrusionOk="0" h="11659" w="11493">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3" name="Google Shape;11233;p106"/>
            <p:cNvSpPr/>
            <p:nvPr/>
          </p:nvSpPr>
          <p:spPr>
            <a:xfrm>
              <a:off x="-2694200" y="2221475"/>
              <a:ext cx="69325" cy="68550"/>
            </a:xfrm>
            <a:custGeom>
              <a:rect b="b" l="l" r="r" t="t"/>
              <a:pathLst>
                <a:path extrusionOk="0" h="2742" w="2773">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4" name="Google Shape;11234;p106"/>
            <p:cNvSpPr/>
            <p:nvPr/>
          </p:nvSpPr>
          <p:spPr>
            <a:xfrm>
              <a:off x="-2608350" y="2255350"/>
              <a:ext cx="51200" cy="51225"/>
            </a:xfrm>
            <a:custGeom>
              <a:rect b="b" l="l" r="r" t="t"/>
              <a:pathLst>
                <a:path extrusionOk="0" h="2049" w="2048">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35" name="Google Shape;11235;p106"/>
          <p:cNvGrpSpPr/>
          <p:nvPr/>
        </p:nvGrpSpPr>
        <p:grpSpPr>
          <a:xfrm>
            <a:off x="6809667" y="2140431"/>
            <a:ext cx="421914" cy="420759"/>
            <a:chOff x="-2571737" y="2403625"/>
            <a:chExt cx="292225" cy="291425"/>
          </a:xfrm>
        </p:grpSpPr>
        <p:sp>
          <p:nvSpPr>
            <p:cNvPr id="11236" name="Google Shape;11236;p106"/>
            <p:cNvSpPr/>
            <p:nvPr/>
          </p:nvSpPr>
          <p:spPr>
            <a:xfrm>
              <a:off x="-2571737" y="2403625"/>
              <a:ext cx="292225" cy="291425"/>
            </a:xfrm>
            <a:custGeom>
              <a:rect b="b" l="l" r="r" t="t"/>
              <a:pathLst>
                <a:path extrusionOk="0" h="11657" w="11689">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7" name="Google Shape;11237;p106"/>
            <p:cNvSpPr/>
            <p:nvPr/>
          </p:nvSpPr>
          <p:spPr>
            <a:xfrm>
              <a:off x="-2485967" y="2649150"/>
              <a:ext cx="173300" cy="18150"/>
            </a:xfrm>
            <a:custGeom>
              <a:rect b="b" l="l" r="r" t="t"/>
              <a:pathLst>
                <a:path extrusionOk="0" h="726" w="6932">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8" name="Google Shape;11238;p106"/>
            <p:cNvSpPr/>
            <p:nvPr/>
          </p:nvSpPr>
          <p:spPr>
            <a:xfrm>
              <a:off x="-2485967" y="2511325"/>
              <a:ext cx="173300" cy="18150"/>
            </a:xfrm>
            <a:custGeom>
              <a:rect b="b" l="l" r="r" t="t"/>
              <a:pathLst>
                <a:path extrusionOk="0" h="726" w="6932">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9" name="Google Shape;11239;p106"/>
            <p:cNvSpPr/>
            <p:nvPr/>
          </p:nvSpPr>
          <p:spPr>
            <a:xfrm>
              <a:off x="-2540185" y="2511325"/>
              <a:ext cx="18125" cy="18925"/>
            </a:xfrm>
            <a:custGeom>
              <a:rect b="b" l="l" r="r" t="t"/>
              <a:pathLst>
                <a:path extrusionOk="0" h="757" w="725">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0" name="Google Shape;11240;p106"/>
            <p:cNvSpPr/>
            <p:nvPr/>
          </p:nvSpPr>
          <p:spPr>
            <a:xfrm>
              <a:off x="-2485579" y="2580625"/>
              <a:ext cx="172525" cy="17350"/>
            </a:xfrm>
            <a:custGeom>
              <a:rect b="b" l="l" r="r" t="t"/>
              <a:pathLst>
                <a:path extrusionOk="0" h="694" w="6901">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1" name="Google Shape;11241;p106"/>
            <p:cNvSpPr/>
            <p:nvPr/>
          </p:nvSpPr>
          <p:spPr>
            <a:xfrm>
              <a:off x="-2540185" y="2580625"/>
              <a:ext cx="18125" cy="17350"/>
            </a:xfrm>
            <a:custGeom>
              <a:rect b="b" l="l" r="r" t="t"/>
              <a:pathLst>
                <a:path extrusionOk="0" h="694" w="725">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2" name="Google Shape;11242;p106"/>
            <p:cNvSpPr/>
            <p:nvPr/>
          </p:nvSpPr>
          <p:spPr>
            <a:xfrm>
              <a:off x="-2540185" y="2649150"/>
              <a:ext cx="18125" cy="18150"/>
            </a:xfrm>
            <a:custGeom>
              <a:rect b="b" l="l" r="r" t="t"/>
              <a:pathLst>
                <a:path extrusionOk="0" h="726" w="725">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43" name="Google Shape;11243;p106"/>
          <p:cNvGrpSpPr/>
          <p:nvPr/>
        </p:nvGrpSpPr>
        <p:grpSpPr>
          <a:xfrm>
            <a:off x="6809667" y="2661534"/>
            <a:ext cx="421914" cy="419640"/>
            <a:chOff x="-2571737" y="2764550"/>
            <a:chExt cx="292225" cy="290650"/>
          </a:xfrm>
        </p:grpSpPr>
        <p:sp>
          <p:nvSpPr>
            <p:cNvPr id="11244" name="Google Shape;11244;p106"/>
            <p:cNvSpPr/>
            <p:nvPr/>
          </p:nvSpPr>
          <p:spPr>
            <a:xfrm>
              <a:off x="-2496085" y="3009100"/>
              <a:ext cx="17350" cy="17350"/>
            </a:xfrm>
            <a:custGeom>
              <a:rect b="b" l="l" r="r" t="t"/>
              <a:pathLst>
                <a:path extrusionOk="0" h="694" w="694">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5" name="Google Shape;11245;p106"/>
            <p:cNvSpPr/>
            <p:nvPr/>
          </p:nvSpPr>
          <p:spPr>
            <a:xfrm>
              <a:off x="-2398548" y="2800375"/>
              <a:ext cx="52000" cy="120525"/>
            </a:xfrm>
            <a:custGeom>
              <a:rect b="b" l="l" r="r" t="t"/>
              <a:pathLst>
                <a:path extrusionOk="0" h="4821" w="208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6" name="Google Shape;11246;p106"/>
            <p:cNvSpPr/>
            <p:nvPr/>
          </p:nvSpPr>
          <p:spPr>
            <a:xfrm>
              <a:off x="-2571737" y="2764550"/>
              <a:ext cx="292225" cy="290650"/>
            </a:xfrm>
            <a:custGeom>
              <a:rect b="b" l="l" r="r" t="t"/>
              <a:pathLst>
                <a:path extrusionOk="0" h="11626" w="11689">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47" name="Google Shape;11247;p106"/>
          <p:cNvGrpSpPr/>
          <p:nvPr/>
        </p:nvGrpSpPr>
        <p:grpSpPr>
          <a:xfrm>
            <a:off x="3009168" y="3230538"/>
            <a:ext cx="421914" cy="423864"/>
            <a:chOff x="-1333975" y="2365850"/>
            <a:chExt cx="292225" cy="293575"/>
          </a:xfrm>
        </p:grpSpPr>
        <p:sp>
          <p:nvSpPr>
            <p:cNvPr id="11248" name="Google Shape;11248;p106"/>
            <p:cNvSpPr/>
            <p:nvPr/>
          </p:nvSpPr>
          <p:spPr>
            <a:xfrm>
              <a:off x="-1285150" y="2365850"/>
              <a:ext cx="191225" cy="293575"/>
            </a:xfrm>
            <a:custGeom>
              <a:rect b="b" l="l" r="r" t="t"/>
              <a:pathLst>
                <a:path extrusionOk="0" h="11743" w="7649">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9" name="Google Shape;11249;p106"/>
            <p:cNvSpPr/>
            <p:nvPr/>
          </p:nvSpPr>
          <p:spPr>
            <a:xfrm>
              <a:off x="-1076425" y="2452250"/>
              <a:ext cx="34675" cy="18150"/>
            </a:xfrm>
            <a:custGeom>
              <a:rect b="b" l="l" r="r" t="t"/>
              <a:pathLst>
                <a:path extrusionOk="0" h="726" w="1387">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0" name="Google Shape;11250;p106"/>
            <p:cNvSpPr/>
            <p:nvPr/>
          </p:nvSpPr>
          <p:spPr>
            <a:xfrm>
              <a:off x="-1333975" y="2452250"/>
              <a:ext cx="34675" cy="18150"/>
            </a:xfrm>
            <a:custGeom>
              <a:rect b="b" l="l" r="r" t="t"/>
              <a:pathLst>
                <a:path extrusionOk="0" h="726" w="1387">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1" name="Google Shape;11251;p106"/>
            <p:cNvSpPr/>
            <p:nvPr/>
          </p:nvSpPr>
          <p:spPr>
            <a:xfrm>
              <a:off x="-1093750" y="2383050"/>
              <a:ext cx="35450" cy="26575"/>
            </a:xfrm>
            <a:custGeom>
              <a:rect b="b" l="l" r="r" t="t"/>
              <a:pathLst>
                <a:path extrusionOk="0" h="1063" w="1418">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2" name="Google Shape;11252;p106"/>
            <p:cNvSpPr/>
            <p:nvPr/>
          </p:nvSpPr>
          <p:spPr>
            <a:xfrm>
              <a:off x="-1317450" y="2512575"/>
              <a:ext cx="35475" cy="26225"/>
            </a:xfrm>
            <a:custGeom>
              <a:rect b="b" l="l" r="r" t="t"/>
              <a:pathLst>
                <a:path extrusionOk="0" h="1049" w="1419">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3" name="Google Shape;11253;p106"/>
            <p:cNvSpPr/>
            <p:nvPr/>
          </p:nvSpPr>
          <p:spPr>
            <a:xfrm>
              <a:off x="-1092975" y="2512575"/>
              <a:ext cx="34675" cy="25525"/>
            </a:xfrm>
            <a:custGeom>
              <a:rect b="b" l="l" r="r" t="t"/>
              <a:pathLst>
                <a:path extrusionOk="0" h="1021" w="1387">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4" name="Google Shape;11254;p106"/>
            <p:cNvSpPr/>
            <p:nvPr/>
          </p:nvSpPr>
          <p:spPr>
            <a:xfrm>
              <a:off x="-1316650" y="2383750"/>
              <a:ext cx="34675" cy="25525"/>
            </a:xfrm>
            <a:custGeom>
              <a:rect b="b" l="l" r="r" t="t"/>
              <a:pathLst>
                <a:path extrusionOk="0" h="1021" w="1387">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5" name="Google Shape;11255;p106"/>
            <p:cNvSpPr/>
            <p:nvPr/>
          </p:nvSpPr>
          <p:spPr>
            <a:xfrm>
              <a:off x="-1239475" y="2401575"/>
              <a:ext cx="102425" cy="153100"/>
            </a:xfrm>
            <a:custGeom>
              <a:rect b="b" l="l" r="r" t="t"/>
              <a:pathLst>
                <a:path extrusionOk="0" h="6124" w="4097">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56" name="Google Shape;11256;p106"/>
          <p:cNvGrpSpPr/>
          <p:nvPr/>
        </p:nvGrpSpPr>
        <p:grpSpPr>
          <a:xfrm>
            <a:off x="1942643" y="2660397"/>
            <a:ext cx="398020" cy="421914"/>
            <a:chOff x="-5995925" y="2757850"/>
            <a:chExt cx="275675" cy="292225"/>
          </a:xfrm>
        </p:grpSpPr>
        <p:sp>
          <p:nvSpPr>
            <p:cNvPr id="11257" name="Google Shape;11257;p106"/>
            <p:cNvSpPr/>
            <p:nvPr/>
          </p:nvSpPr>
          <p:spPr>
            <a:xfrm>
              <a:off x="-5995925" y="2757850"/>
              <a:ext cx="275675" cy="292225"/>
            </a:xfrm>
            <a:custGeom>
              <a:rect b="b" l="l" r="r" t="t"/>
              <a:pathLst>
                <a:path extrusionOk="0" h="11689" w="11027">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8" name="Google Shape;11258;p106"/>
            <p:cNvSpPr/>
            <p:nvPr/>
          </p:nvSpPr>
          <p:spPr>
            <a:xfrm>
              <a:off x="-5892750" y="2808250"/>
              <a:ext cx="137850" cy="69350"/>
            </a:xfrm>
            <a:custGeom>
              <a:rect b="b" l="l" r="r" t="t"/>
              <a:pathLst>
                <a:path extrusionOk="0" h="2774" w="5514">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9" name="Google Shape;11259;p106"/>
            <p:cNvSpPr/>
            <p:nvPr/>
          </p:nvSpPr>
          <p:spPr>
            <a:xfrm>
              <a:off x="-5891975" y="2895675"/>
              <a:ext cx="34700" cy="17375"/>
            </a:xfrm>
            <a:custGeom>
              <a:rect b="b" l="l" r="r" t="t"/>
              <a:pathLst>
                <a:path extrusionOk="0" h="695" w="1388">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0" name="Google Shape;11260;p106"/>
            <p:cNvSpPr/>
            <p:nvPr/>
          </p:nvSpPr>
          <p:spPr>
            <a:xfrm>
              <a:off x="-5891975" y="2928775"/>
              <a:ext cx="34700" cy="18125"/>
            </a:xfrm>
            <a:custGeom>
              <a:rect b="b" l="l" r="r" t="t"/>
              <a:pathLst>
                <a:path extrusionOk="0" h="725" w="1388">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1" name="Google Shape;11261;p106"/>
            <p:cNvSpPr/>
            <p:nvPr/>
          </p:nvSpPr>
          <p:spPr>
            <a:xfrm>
              <a:off x="-5840775" y="2928775"/>
              <a:ext cx="34675" cy="18125"/>
            </a:xfrm>
            <a:custGeom>
              <a:rect b="b" l="l" r="r" t="t"/>
              <a:pathLst>
                <a:path extrusionOk="0" h="725" w="1387">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2" name="Google Shape;11262;p106"/>
            <p:cNvSpPr/>
            <p:nvPr/>
          </p:nvSpPr>
          <p:spPr>
            <a:xfrm>
              <a:off x="-5840775" y="2895675"/>
              <a:ext cx="34675" cy="17375"/>
            </a:xfrm>
            <a:custGeom>
              <a:rect b="b" l="l" r="r" t="t"/>
              <a:pathLst>
                <a:path extrusionOk="0" h="695" w="1387">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3" name="Google Shape;11263;p106"/>
            <p:cNvSpPr/>
            <p:nvPr/>
          </p:nvSpPr>
          <p:spPr>
            <a:xfrm>
              <a:off x="-5789575" y="2895675"/>
              <a:ext cx="34675" cy="17375"/>
            </a:xfrm>
            <a:custGeom>
              <a:rect b="b" l="l" r="r" t="t"/>
              <a:pathLst>
                <a:path extrusionOk="0" h="695" w="1387">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4" name="Google Shape;11264;p106"/>
            <p:cNvSpPr/>
            <p:nvPr/>
          </p:nvSpPr>
          <p:spPr>
            <a:xfrm>
              <a:off x="-5789575" y="2928775"/>
              <a:ext cx="34675" cy="18125"/>
            </a:xfrm>
            <a:custGeom>
              <a:rect b="b" l="l" r="r" t="t"/>
              <a:pathLst>
                <a:path extrusionOk="0" h="725" w="1387">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5" name="Google Shape;11265;p106"/>
            <p:cNvSpPr/>
            <p:nvPr/>
          </p:nvSpPr>
          <p:spPr>
            <a:xfrm>
              <a:off x="-5858100" y="2998075"/>
              <a:ext cx="68550" cy="17350"/>
            </a:xfrm>
            <a:custGeom>
              <a:rect b="b" l="l" r="r" t="t"/>
              <a:pathLst>
                <a:path extrusionOk="0" h="694" w="2742">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66" name="Google Shape;11266;p106"/>
          <p:cNvGrpSpPr/>
          <p:nvPr/>
        </p:nvGrpSpPr>
        <p:grpSpPr>
          <a:xfrm>
            <a:off x="4622930" y="1631816"/>
            <a:ext cx="421951" cy="419677"/>
            <a:chOff x="-4211975" y="2046625"/>
            <a:chExt cx="292250" cy="290675"/>
          </a:xfrm>
        </p:grpSpPr>
        <p:sp>
          <p:nvSpPr>
            <p:cNvPr id="11267" name="Google Shape;11267;p106"/>
            <p:cNvSpPr/>
            <p:nvPr/>
          </p:nvSpPr>
          <p:spPr>
            <a:xfrm>
              <a:off x="-4211975" y="2081300"/>
              <a:ext cx="256025" cy="256000"/>
            </a:xfrm>
            <a:custGeom>
              <a:rect b="b" l="l" r="r" t="t"/>
              <a:pathLst>
                <a:path extrusionOk="0" h="10240" w="10241">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8" name="Google Shape;11268;p106"/>
            <p:cNvSpPr/>
            <p:nvPr/>
          </p:nvSpPr>
          <p:spPr>
            <a:xfrm>
              <a:off x="-4057600" y="2046625"/>
              <a:ext cx="137875" cy="137875"/>
            </a:xfrm>
            <a:custGeom>
              <a:rect b="b" l="l" r="r" t="t"/>
              <a:pathLst>
                <a:path extrusionOk="0" h="5515" w="5515">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69" name="Google Shape;11269;p106"/>
          <p:cNvGrpSpPr/>
          <p:nvPr/>
        </p:nvGrpSpPr>
        <p:grpSpPr>
          <a:xfrm>
            <a:off x="4672976" y="2138699"/>
            <a:ext cx="321859" cy="424225"/>
            <a:chOff x="-4178875" y="2405775"/>
            <a:chExt cx="222925" cy="293825"/>
          </a:xfrm>
        </p:grpSpPr>
        <p:sp>
          <p:nvSpPr>
            <p:cNvPr id="11270" name="Google Shape;11270;p106"/>
            <p:cNvSpPr/>
            <p:nvPr/>
          </p:nvSpPr>
          <p:spPr>
            <a:xfrm>
              <a:off x="-4178875" y="2405775"/>
              <a:ext cx="222925" cy="293825"/>
            </a:xfrm>
            <a:custGeom>
              <a:rect b="b" l="l" r="r" t="t"/>
              <a:pathLst>
                <a:path extrusionOk="0" h="11753" w="8917">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1" name="Google Shape;11271;p106"/>
            <p:cNvSpPr/>
            <p:nvPr/>
          </p:nvSpPr>
          <p:spPr>
            <a:xfrm>
              <a:off x="-4093025" y="2491650"/>
              <a:ext cx="51225" cy="51200"/>
            </a:xfrm>
            <a:custGeom>
              <a:rect b="b" l="l" r="r" t="t"/>
              <a:pathLst>
                <a:path extrusionOk="0" h="2048" w="2049">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2" name="Google Shape;11272;p106"/>
            <p:cNvSpPr/>
            <p:nvPr/>
          </p:nvSpPr>
          <p:spPr>
            <a:xfrm>
              <a:off x="-4145800" y="2439650"/>
              <a:ext cx="155975" cy="155200"/>
            </a:xfrm>
            <a:custGeom>
              <a:rect b="b" l="l" r="r" t="t"/>
              <a:pathLst>
                <a:path extrusionOk="0" h="6208" w="6239">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73" name="Google Shape;11273;p106"/>
          <p:cNvGrpSpPr/>
          <p:nvPr/>
        </p:nvGrpSpPr>
        <p:grpSpPr>
          <a:xfrm>
            <a:off x="4635439" y="2673483"/>
            <a:ext cx="420796" cy="395746"/>
            <a:chOff x="-4211975" y="2783850"/>
            <a:chExt cx="291450" cy="274100"/>
          </a:xfrm>
        </p:grpSpPr>
        <p:sp>
          <p:nvSpPr>
            <p:cNvPr id="11274" name="Google Shape;11274;p106"/>
            <p:cNvSpPr/>
            <p:nvPr/>
          </p:nvSpPr>
          <p:spPr>
            <a:xfrm>
              <a:off x="-4211975" y="2937125"/>
              <a:ext cx="291450" cy="120825"/>
            </a:xfrm>
            <a:custGeom>
              <a:rect b="b" l="l" r="r" t="t"/>
              <a:pathLst>
                <a:path extrusionOk="0" h="4833" w="11658">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5" name="Google Shape;11275;p106"/>
            <p:cNvSpPr/>
            <p:nvPr/>
          </p:nvSpPr>
          <p:spPr>
            <a:xfrm>
              <a:off x="-4109575" y="2783850"/>
              <a:ext cx="153625" cy="154400"/>
            </a:xfrm>
            <a:custGeom>
              <a:rect b="b" l="l" r="r" t="t"/>
              <a:pathLst>
                <a:path extrusionOk="0" h="6176" w="6145">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6" name="Google Shape;11276;p106"/>
            <p:cNvSpPr/>
            <p:nvPr/>
          </p:nvSpPr>
          <p:spPr>
            <a:xfrm>
              <a:off x="-4074925" y="2818500"/>
              <a:ext cx="84300" cy="85100"/>
            </a:xfrm>
            <a:custGeom>
              <a:rect b="b" l="l" r="r" t="t"/>
              <a:pathLst>
                <a:path extrusionOk="0" h="3404" w="3372">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77" name="Google Shape;11277;p106"/>
          <p:cNvSpPr/>
          <p:nvPr/>
        </p:nvSpPr>
        <p:spPr>
          <a:xfrm>
            <a:off x="7351333" y="1629995"/>
            <a:ext cx="399175" cy="423069"/>
          </a:xfrm>
          <a:custGeom>
            <a:rect b="b" l="l" r="r" t="t"/>
            <a:pathLst>
              <a:path extrusionOk="0" h="11721" w="11059">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278" name="Google Shape;11278;p106"/>
          <p:cNvGrpSpPr/>
          <p:nvPr/>
        </p:nvGrpSpPr>
        <p:grpSpPr>
          <a:xfrm>
            <a:off x="7340368" y="2140413"/>
            <a:ext cx="420796" cy="420796"/>
            <a:chOff x="-2419325" y="2408150"/>
            <a:chExt cx="291450" cy="291450"/>
          </a:xfrm>
        </p:grpSpPr>
        <p:sp>
          <p:nvSpPr>
            <p:cNvPr id="11279" name="Google Shape;11279;p106"/>
            <p:cNvSpPr/>
            <p:nvPr/>
          </p:nvSpPr>
          <p:spPr>
            <a:xfrm>
              <a:off x="-2419325" y="2408150"/>
              <a:ext cx="291450" cy="291450"/>
            </a:xfrm>
            <a:custGeom>
              <a:rect b="b" l="l" r="r" t="t"/>
              <a:pathLst>
                <a:path extrusionOk="0" h="11658" w="11658">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0" name="Google Shape;11280;p106"/>
            <p:cNvSpPr/>
            <p:nvPr/>
          </p:nvSpPr>
          <p:spPr>
            <a:xfrm>
              <a:off x="-2385475" y="2444375"/>
              <a:ext cx="173325" cy="86675"/>
            </a:xfrm>
            <a:custGeom>
              <a:rect b="b" l="l" r="r" t="t"/>
              <a:pathLst>
                <a:path extrusionOk="0" h="3467" w="6933">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1" name="Google Shape;11281;p106"/>
            <p:cNvSpPr/>
            <p:nvPr/>
          </p:nvSpPr>
          <p:spPr>
            <a:xfrm>
              <a:off x="-2385475" y="2545975"/>
              <a:ext cx="86675" cy="86675"/>
            </a:xfrm>
            <a:custGeom>
              <a:rect b="b" l="l" r="r" t="t"/>
              <a:pathLst>
                <a:path extrusionOk="0" h="3467" w="3467">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2" name="Google Shape;11282;p106"/>
            <p:cNvSpPr/>
            <p:nvPr/>
          </p:nvSpPr>
          <p:spPr>
            <a:xfrm>
              <a:off x="-2281500" y="2546775"/>
              <a:ext cx="69350" cy="18125"/>
            </a:xfrm>
            <a:custGeom>
              <a:rect b="b" l="l" r="r" t="t"/>
              <a:pathLst>
                <a:path extrusionOk="0" h="725" w="2774">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3" name="Google Shape;11283;p106"/>
            <p:cNvSpPr/>
            <p:nvPr/>
          </p:nvSpPr>
          <p:spPr>
            <a:xfrm>
              <a:off x="-2281500" y="2581425"/>
              <a:ext cx="69350" cy="18150"/>
            </a:xfrm>
            <a:custGeom>
              <a:rect b="b" l="l" r="r" t="t"/>
              <a:pathLst>
                <a:path extrusionOk="0" h="726" w="2774">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4" name="Google Shape;11284;p106"/>
            <p:cNvSpPr/>
            <p:nvPr/>
          </p:nvSpPr>
          <p:spPr>
            <a:xfrm>
              <a:off x="-2281500" y="2616075"/>
              <a:ext cx="69350" cy="17350"/>
            </a:xfrm>
            <a:custGeom>
              <a:rect b="b" l="l" r="r" t="t"/>
              <a:pathLst>
                <a:path extrusionOk="0" h="694" w="2774">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5" name="Google Shape;11285;p106"/>
            <p:cNvSpPr/>
            <p:nvPr/>
          </p:nvSpPr>
          <p:spPr>
            <a:xfrm>
              <a:off x="-2385475" y="2649150"/>
              <a:ext cx="173325" cy="18150"/>
            </a:xfrm>
            <a:custGeom>
              <a:rect b="b" l="l" r="r" t="t"/>
              <a:pathLst>
                <a:path extrusionOk="0" h="726" w="6933">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86" name="Google Shape;11286;p106"/>
          <p:cNvSpPr/>
          <p:nvPr/>
        </p:nvSpPr>
        <p:spPr>
          <a:xfrm>
            <a:off x="7350758" y="2659651"/>
            <a:ext cx="424188" cy="423069"/>
          </a:xfrm>
          <a:custGeom>
            <a:rect b="b" l="l" r="r" t="t"/>
            <a:pathLst>
              <a:path extrusionOk="0" h="11721" w="11752">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287" name="Google Shape;11287;p106"/>
          <p:cNvGrpSpPr/>
          <p:nvPr/>
        </p:nvGrpSpPr>
        <p:grpSpPr>
          <a:xfrm>
            <a:off x="4661893" y="3231514"/>
            <a:ext cx="420796" cy="421914"/>
            <a:chOff x="-1333200" y="2770450"/>
            <a:chExt cx="291450" cy="292225"/>
          </a:xfrm>
        </p:grpSpPr>
        <p:sp>
          <p:nvSpPr>
            <p:cNvPr id="11288" name="Google Shape;11288;p106"/>
            <p:cNvSpPr/>
            <p:nvPr/>
          </p:nvSpPr>
          <p:spPr>
            <a:xfrm>
              <a:off x="-1299325" y="2808250"/>
              <a:ext cx="222925" cy="134725"/>
            </a:xfrm>
            <a:custGeom>
              <a:rect b="b" l="l" r="r" t="t"/>
              <a:pathLst>
                <a:path extrusionOk="0" h="5389" w="8917">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9" name="Google Shape;11289;p106"/>
            <p:cNvSpPr/>
            <p:nvPr/>
          </p:nvSpPr>
          <p:spPr>
            <a:xfrm>
              <a:off x="-1333200" y="2770450"/>
              <a:ext cx="291450" cy="292225"/>
            </a:xfrm>
            <a:custGeom>
              <a:rect b="b" l="l" r="r" t="t"/>
              <a:pathLst>
                <a:path extrusionOk="0" h="11689" w="11658">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90" name="Google Shape;11290;p106"/>
          <p:cNvGrpSpPr/>
          <p:nvPr/>
        </p:nvGrpSpPr>
        <p:grpSpPr>
          <a:xfrm>
            <a:off x="2458506" y="1631256"/>
            <a:ext cx="423069" cy="420796"/>
            <a:chOff x="-5635200" y="2037975"/>
            <a:chExt cx="293025" cy="291450"/>
          </a:xfrm>
        </p:grpSpPr>
        <p:sp>
          <p:nvSpPr>
            <p:cNvPr id="11291" name="Google Shape;11291;p106"/>
            <p:cNvSpPr/>
            <p:nvPr/>
          </p:nvSpPr>
          <p:spPr>
            <a:xfrm>
              <a:off x="-5635200" y="2037975"/>
              <a:ext cx="293025" cy="291450"/>
            </a:xfrm>
            <a:custGeom>
              <a:rect b="b" l="l" r="r" t="t"/>
              <a:pathLst>
                <a:path extrusionOk="0" h="11658" w="11721">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2" name="Google Shape;11292;p106"/>
            <p:cNvSpPr/>
            <p:nvPr/>
          </p:nvSpPr>
          <p:spPr>
            <a:xfrm>
              <a:off x="-5496575" y="2072625"/>
              <a:ext cx="102425" cy="102425"/>
            </a:xfrm>
            <a:custGeom>
              <a:rect b="b" l="l" r="r" t="t"/>
              <a:pathLst>
                <a:path extrusionOk="0" h="4097" w="4097">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93" name="Google Shape;11293;p106"/>
          <p:cNvGrpSpPr/>
          <p:nvPr/>
        </p:nvGrpSpPr>
        <p:grpSpPr>
          <a:xfrm>
            <a:off x="2456792" y="2140412"/>
            <a:ext cx="426499" cy="420796"/>
            <a:chOff x="-5637575" y="2397900"/>
            <a:chExt cx="295400" cy="291450"/>
          </a:xfrm>
        </p:grpSpPr>
        <p:sp>
          <p:nvSpPr>
            <p:cNvPr id="11294" name="Google Shape;11294;p106"/>
            <p:cNvSpPr/>
            <p:nvPr/>
          </p:nvSpPr>
          <p:spPr>
            <a:xfrm>
              <a:off x="-5575350" y="2547550"/>
              <a:ext cx="79575" cy="88250"/>
            </a:xfrm>
            <a:custGeom>
              <a:rect b="b" l="l" r="r" t="t"/>
              <a:pathLst>
                <a:path extrusionOk="0" h="3530" w="3183">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5" name="Google Shape;11295;p106"/>
            <p:cNvSpPr/>
            <p:nvPr/>
          </p:nvSpPr>
          <p:spPr>
            <a:xfrm>
              <a:off x="-5526500" y="2499525"/>
              <a:ext cx="85075" cy="81725"/>
            </a:xfrm>
            <a:custGeom>
              <a:rect b="b" l="l" r="r" t="t"/>
              <a:pathLst>
                <a:path extrusionOk="0" h="3269" w="3403">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6" name="Google Shape;11296;p106"/>
            <p:cNvSpPr/>
            <p:nvPr/>
          </p:nvSpPr>
          <p:spPr>
            <a:xfrm>
              <a:off x="-5480050" y="2456975"/>
              <a:ext cx="80375" cy="75650"/>
            </a:xfrm>
            <a:custGeom>
              <a:rect b="b" l="l" r="r" t="t"/>
              <a:pathLst>
                <a:path extrusionOk="0" h="3026" w="3215">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7" name="Google Shape;11297;p106"/>
            <p:cNvSpPr/>
            <p:nvPr/>
          </p:nvSpPr>
          <p:spPr>
            <a:xfrm>
              <a:off x="-5637575" y="2397900"/>
              <a:ext cx="295400" cy="291450"/>
            </a:xfrm>
            <a:custGeom>
              <a:rect b="b" l="l" r="r" t="t"/>
              <a:pathLst>
                <a:path extrusionOk="0" h="11658" w="11816">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98" name="Google Shape;11298;p106"/>
          <p:cNvGrpSpPr/>
          <p:nvPr/>
        </p:nvGrpSpPr>
        <p:grpSpPr>
          <a:xfrm>
            <a:off x="2470455" y="2660397"/>
            <a:ext cx="423033" cy="421914"/>
            <a:chOff x="-5635975" y="2757075"/>
            <a:chExt cx="293000" cy="292225"/>
          </a:xfrm>
        </p:grpSpPr>
        <p:sp>
          <p:nvSpPr>
            <p:cNvPr id="11299" name="Google Shape;11299;p106"/>
            <p:cNvSpPr/>
            <p:nvPr/>
          </p:nvSpPr>
          <p:spPr>
            <a:xfrm>
              <a:off x="-5635975" y="2757075"/>
              <a:ext cx="293000" cy="292225"/>
            </a:xfrm>
            <a:custGeom>
              <a:rect b="b" l="l" r="r" t="t"/>
              <a:pathLst>
                <a:path extrusionOk="0" h="11689" w="1172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0" name="Google Shape;11300;p106"/>
            <p:cNvSpPr/>
            <p:nvPr/>
          </p:nvSpPr>
          <p:spPr>
            <a:xfrm>
              <a:off x="-5584800" y="2790150"/>
              <a:ext cx="189850" cy="138050"/>
            </a:xfrm>
            <a:custGeom>
              <a:rect b="b" l="l" r="r" t="t"/>
              <a:pathLst>
                <a:path extrusionOk="0" h="5522" w="7594">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01" name="Google Shape;11301;p106"/>
          <p:cNvGrpSpPr/>
          <p:nvPr/>
        </p:nvGrpSpPr>
        <p:grpSpPr>
          <a:xfrm>
            <a:off x="5154391" y="1631256"/>
            <a:ext cx="423069" cy="420796"/>
            <a:chOff x="-3854375" y="2046625"/>
            <a:chExt cx="293025" cy="291450"/>
          </a:xfrm>
        </p:grpSpPr>
        <p:sp>
          <p:nvSpPr>
            <p:cNvPr id="11302" name="Google Shape;11302;p106"/>
            <p:cNvSpPr/>
            <p:nvPr/>
          </p:nvSpPr>
          <p:spPr>
            <a:xfrm>
              <a:off x="-3854375" y="2046625"/>
              <a:ext cx="293025" cy="291450"/>
            </a:xfrm>
            <a:custGeom>
              <a:rect b="b" l="l" r="r" t="t"/>
              <a:pathLst>
                <a:path extrusionOk="0" h="11658" w="11721">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3" name="Google Shape;11303;p106"/>
            <p:cNvSpPr/>
            <p:nvPr/>
          </p:nvSpPr>
          <p:spPr>
            <a:xfrm>
              <a:off x="-3714975" y="2080500"/>
              <a:ext cx="103200" cy="119750"/>
            </a:xfrm>
            <a:custGeom>
              <a:rect b="b" l="l" r="r" t="t"/>
              <a:pathLst>
                <a:path extrusionOk="0" h="4790" w="4128">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04" name="Google Shape;11304;p106"/>
          <p:cNvGrpSpPr/>
          <p:nvPr/>
        </p:nvGrpSpPr>
        <p:grpSpPr>
          <a:xfrm>
            <a:off x="5153254" y="2138717"/>
            <a:ext cx="425343" cy="424188"/>
            <a:chOff x="-3854375" y="2405000"/>
            <a:chExt cx="294600" cy="293800"/>
          </a:xfrm>
        </p:grpSpPr>
        <p:sp>
          <p:nvSpPr>
            <p:cNvPr id="11305" name="Google Shape;11305;p106"/>
            <p:cNvSpPr/>
            <p:nvPr/>
          </p:nvSpPr>
          <p:spPr>
            <a:xfrm>
              <a:off x="-3854375" y="2405000"/>
              <a:ext cx="294600" cy="293800"/>
            </a:xfrm>
            <a:custGeom>
              <a:rect b="b" l="l" r="r" t="t"/>
              <a:pathLst>
                <a:path extrusionOk="0" h="11752" w="11784">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6" name="Google Shape;11306;p106"/>
            <p:cNvSpPr/>
            <p:nvPr/>
          </p:nvSpPr>
          <p:spPr>
            <a:xfrm>
              <a:off x="-3731500" y="2458550"/>
              <a:ext cx="84300" cy="84300"/>
            </a:xfrm>
            <a:custGeom>
              <a:rect b="b" l="l" r="r" t="t"/>
              <a:pathLst>
                <a:path extrusionOk="0" h="3372" w="3372">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07" name="Google Shape;11307;p106"/>
          <p:cNvGrpSpPr/>
          <p:nvPr/>
        </p:nvGrpSpPr>
        <p:grpSpPr>
          <a:xfrm>
            <a:off x="5167459" y="2659838"/>
            <a:ext cx="420796" cy="423033"/>
            <a:chOff x="-3852025" y="2764950"/>
            <a:chExt cx="291450" cy="293000"/>
          </a:xfrm>
        </p:grpSpPr>
        <p:sp>
          <p:nvSpPr>
            <p:cNvPr id="11308" name="Google Shape;11308;p106"/>
            <p:cNvSpPr/>
            <p:nvPr/>
          </p:nvSpPr>
          <p:spPr>
            <a:xfrm>
              <a:off x="-3852025" y="2764950"/>
              <a:ext cx="291450" cy="293000"/>
            </a:xfrm>
            <a:custGeom>
              <a:rect b="b" l="l" r="r" t="t"/>
              <a:pathLst>
                <a:path extrusionOk="0" h="11720" w="11658">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9" name="Google Shape;11309;p106"/>
            <p:cNvSpPr/>
            <p:nvPr/>
          </p:nvSpPr>
          <p:spPr>
            <a:xfrm>
              <a:off x="-3707100" y="2937425"/>
              <a:ext cx="103200" cy="67775"/>
            </a:xfrm>
            <a:custGeom>
              <a:rect b="b" l="l" r="r" t="t"/>
              <a:pathLst>
                <a:path extrusionOk="0" h="2711" w="4128">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310" name="Google Shape;11310;p106"/>
          <p:cNvSpPr/>
          <p:nvPr/>
        </p:nvSpPr>
        <p:spPr>
          <a:xfrm>
            <a:off x="7889488" y="1681753"/>
            <a:ext cx="421914" cy="319549"/>
          </a:xfrm>
          <a:custGeom>
            <a:rect b="b" l="l" r="r" t="t"/>
            <a:pathLst>
              <a:path extrusionOk="0" h="8853" w="11689">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1" name="Google Shape;11311;p106"/>
          <p:cNvSpPr/>
          <p:nvPr/>
        </p:nvSpPr>
        <p:spPr>
          <a:xfrm>
            <a:off x="7889488" y="2140284"/>
            <a:ext cx="421914" cy="420759"/>
          </a:xfrm>
          <a:custGeom>
            <a:rect b="b" l="l" r="r" t="t"/>
            <a:pathLst>
              <a:path extrusionOk="0" h="11657" w="11689">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312" name="Google Shape;11312;p106"/>
          <p:cNvGrpSpPr/>
          <p:nvPr/>
        </p:nvGrpSpPr>
        <p:grpSpPr>
          <a:xfrm>
            <a:off x="7890048" y="2660398"/>
            <a:ext cx="420796" cy="421914"/>
            <a:chOff x="-2060175" y="2768875"/>
            <a:chExt cx="291450" cy="292225"/>
          </a:xfrm>
        </p:grpSpPr>
        <p:sp>
          <p:nvSpPr>
            <p:cNvPr id="11313" name="Google Shape;11313;p106"/>
            <p:cNvSpPr/>
            <p:nvPr/>
          </p:nvSpPr>
          <p:spPr>
            <a:xfrm>
              <a:off x="-2060175" y="2768875"/>
              <a:ext cx="291450" cy="292225"/>
            </a:xfrm>
            <a:custGeom>
              <a:rect b="b" l="l" r="r" t="t"/>
              <a:pathLst>
                <a:path extrusionOk="0" h="11689" w="11658">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4" name="Google Shape;11314;p106"/>
            <p:cNvSpPr/>
            <p:nvPr/>
          </p:nvSpPr>
          <p:spPr>
            <a:xfrm>
              <a:off x="-2008975" y="2855525"/>
              <a:ext cx="189050" cy="84500"/>
            </a:xfrm>
            <a:custGeom>
              <a:rect b="b" l="l" r="r" t="t"/>
              <a:pathLst>
                <a:path extrusionOk="0" h="3380" w="7562">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15" name="Google Shape;11315;p106"/>
          <p:cNvGrpSpPr/>
          <p:nvPr/>
        </p:nvGrpSpPr>
        <p:grpSpPr>
          <a:xfrm>
            <a:off x="1903657" y="3232071"/>
            <a:ext cx="421914" cy="420796"/>
            <a:chOff x="-937025" y="2064750"/>
            <a:chExt cx="292225" cy="291450"/>
          </a:xfrm>
        </p:grpSpPr>
        <p:sp>
          <p:nvSpPr>
            <p:cNvPr id="11316" name="Google Shape;11316;p106"/>
            <p:cNvSpPr/>
            <p:nvPr/>
          </p:nvSpPr>
          <p:spPr>
            <a:xfrm>
              <a:off x="-834625" y="2134850"/>
              <a:ext cx="86650" cy="85075"/>
            </a:xfrm>
            <a:custGeom>
              <a:rect b="b" l="l" r="r" t="t"/>
              <a:pathLst>
                <a:path extrusionOk="0" h="3403" w="3466">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7" name="Google Shape;11317;p106"/>
            <p:cNvSpPr/>
            <p:nvPr/>
          </p:nvSpPr>
          <p:spPr>
            <a:xfrm>
              <a:off x="-936225" y="2304975"/>
              <a:ext cx="289850" cy="51225"/>
            </a:xfrm>
            <a:custGeom>
              <a:rect b="b" l="l" r="r" t="t"/>
              <a:pathLst>
                <a:path extrusionOk="0" h="2049" w="11594">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8" name="Google Shape;11318;p106"/>
            <p:cNvSpPr/>
            <p:nvPr/>
          </p:nvSpPr>
          <p:spPr>
            <a:xfrm>
              <a:off x="-937025" y="2064750"/>
              <a:ext cx="292225" cy="223125"/>
            </a:xfrm>
            <a:custGeom>
              <a:rect b="b" l="l" r="r" t="t"/>
              <a:pathLst>
                <a:path extrusionOk="0" h="8925" w="11689">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19" name="Google Shape;11319;p106"/>
          <p:cNvGrpSpPr/>
          <p:nvPr/>
        </p:nvGrpSpPr>
        <p:grpSpPr>
          <a:xfrm>
            <a:off x="3006820" y="1630697"/>
            <a:ext cx="421951" cy="421914"/>
            <a:chOff x="-5276050" y="2037975"/>
            <a:chExt cx="292250" cy="292225"/>
          </a:xfrm>
        </p:grpSpPr>
        <p:sp>
          <p:nvSpPr>
            <p:cNvPr id="11320" name="Google Shape;11320;p106"/>
            <p:cNvSpPr/>
            <p:nvPr/>
          </p:nvSpPr>
          <p:spPr>
            <a:xfrm>
              <a:off x="-5102775" y="2211250"/>
              <a:ext cx="51225" cy="49650"/>
            </a:xfrm>
            <a:custGeom>
              <a:rect b="b" l="l" r="r" t="t"/>
              <a:pathLst>
                <a:path extrusionOk="0" h="1986" w="2049">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1" name="Google Shape;11321;p106"/>
            <p:cNvSpPr/>
            <p:nvPr/>
          </p:nvSpPr>
          <p:spPr>
            <a:xfrm>
              <a:off x="-5224050" y="2107875"/>
              <a:ext cx="51200" cy="49825"/>
            </a:xfrm>
            <a:custGeom>
              <a:rect b="b" l="l" r="r" t="t"/>
              <a:pathLst>
                <a:path extrusionOk="0" h="1993" w="2048">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2" name="Google Shape;11322;p106"/>
            <p:cNvSpPr/>
            <p:nvPr/>
          </p:nvSpPr>
          <p:spPr>
            <a:xfrm>
              <a:off x="-5276050" y="2037975"/>
              <a:ext cx="292250" cy="292225"/>
            </a:xfrm>
            <a:custGeom>
              <a:rect b="b" l="l" r="r" t="t"/>
              <a:pathLst>
                <a:path extrusionOk="0" h="11689" w="1169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323" name="Google Shape;11323;p106"/>
          <p:cNvSpPr/>
          <p:nvPr/>
        </p:nvSpPr>
        <p:spPr>
          <a:xfrm>
            <a:off x="3003187" y="2152917"/>
            <a:ext cx="429891" cy="395493"/>
          </a:xfrm>
          <a:custGeom>
            <a:rect b="b" l="l" r="r" t="t"/>
            <a:pathLst>
              <a:path extrusionOk="0" h="10957" w="1191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4" name="Google Shape;11324;p106"/>
          <p:cNvSpPr/>
          <p:nvPr/>
        </p:nvSpPr>
        <p:spPr>
          <a:xfrm>
            <a:off x="3019106" y="2660806"/>
            <a:ext cx="421914" cy="420759"/>
          </a:xfrm>
          <a:custGeom>
            <a:rect b="b" l="l" r="r" t="t"/>
            <a:pathLst>
              <a:path extrusionOk="0" h="11657" w="11689">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325" name="Google Shape;11325;p106"/>
          <p:cNvGrpSpPr/>
          <p:nvPr/>
        </p:nvGrpSpPr>
        <p:grpSpPr>
          <a:xfrm>
            <a:off x="5765634" y="1631256"/>
            <a:ext cx="324133" cy="420796"/>
            <a:chOff x="-3462150" y="2046625"/>
            <a:chExt cx="224500" cy="291450"/>
          </a:xfrm>
        </p:grpSpPr>
        <p:sp>
          <p:nvSpPr>
            <p:cNvPr id="11326" name="Google Shape;11326;p106"/>
            <p:cNvSpPr/>
            <p:nvPr/>
          </p:nvSpPr>
          <p:spPr>
            <a:xfrm>
              <a:off x="-3425125" y="2253000"/>
              <a:ext cx="51225" cy="50425"/>
            </a:xfrm>
            <a:custGeom>
              <a:rect b="b" l="l" r="r" t="t"/>
              <a:pathLst>
                <a:path extrusionOk="0" h="2017" w="2049">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7" name="Google Shape;11327;p106"/>
            <p:cNvSpPr/>
            <p:nvPr/>
          </p:nvSpPr>
          <p:spPr>
            <a:xfrm>
              <a:off x="-3425125" y="2116725"/>
              <a:ext cx="51225" cy="49650"/>
            </a:xfrm>
            <a:custGeom>
              <a:rect b="b" l="l" r="r" t="t"/>
              <a:pathLst>
                <a:path extrusionOk="0" h="1986" w="2049">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8" name="Google Shape;11328;p106"/>
            <p:cNvSpPr/>
            <p:nvPr/>
          </p:nvSpPr>
          <p:spPr>
            <a:xfrm>
              <a:off x="-3425125" y="2185250"/>
              <a:ext cx="51225" cy="49650"/>
            </a:xfrm>
            <a:custGeom>
              <a:rect b="b" l="l" r="r" t="t"/>
              <a:pathLst>
                <a:path extrusionOk="0" h="1986" w="2049">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9" name="Google Shape;11329;p106"/>
            <p:cNvSpPr/>
            <p:nvPr/>
          </p:nvSpPr>
          <p:spPr>
            <a:xfrm>
              <a:off x="-3462150" y="2046625"/>
              <a:ext cx="224500" cy="291450"/>
            </a:xfrm>
            <a:custGeom>
              <a:rect b="b" l="l" r="r" t="t"/>
              <a:pathLst>
                <a:path extrusionOk="0" h="11658" w="898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0" name="Google Shape;11330;p106"/>
            <p:cNvSpPr/>
            <p:nvPr/>
          </p:nvSpPr>
          <p:spPr>
            <a:xfrm>
              <a:off x="-3358175" y="2133275"/>
              <a:ext cx="86650" cy="18125"/>
            </a:xfrm>
            <a:custGeom>
              <a:rect b="b" l="l" r="r" t="t"/>
              <a:pathLst>
                <a:path extrusionOk="0" h="725" w="3466">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1" name="Google Shape;11331;p106"/>
            <p:cNvSpPr/>
            <p:nvPr/>
          </p:nvSpPr>
          <p:spPr>
            <a:xfrm>
              <a:off x="-3358175" y="2201800"/>
              <a:ext cx="86650" cy="17350"/>
            </a:xfrm>
            <a:custGeom>
              <a:rect b="b" l="l" r="r" t="t"/>
              <a:pathLst>
                <a:path extrusionOk="0" h="694" w="3466">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2" name="Google Shape;11332;p106"/>
            <p:cNvSpPr/>
            <p:nvPr/>
          </p:nvSpPr>
          <p:spPr>
            <a:xfrm>
              <a:off x="-3358175" y="2270325"/>
              <a:ext cx="86650" cy="18125"/>
            </a:xfrm>
            <a:custGeom>
              <a:rect b="b" l="l" r="r" t="t"/>
              <a:pathLst>
                <a:path extrusionOk="0" h="725" w="3466">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33" name="Google Shape;11333;p106"/>
          <p:cNvGrpSpPr/>
          <p:nvPr/>
        </p:nvGrpSpPr>
        <p:grpSpPr>
          <a:xfrm>
            <a:off x="5741197" y="2139276"/>
            <a:ext cx="373006" cy="423069"/>
            <a:chOff x="-3478675" y="2405775"/>
            <a:chExt cx="258350" cy="293025"/>
          </a:xfrm>
        </p:grpSpPr>
        <p:sp>
          <p:nvSpPr>
            <p:cNvPr id="11334" name="Google Shape;11334;p106"/>
            <p:cNvSpPr/>
            <p:nvPr/>
          </p:nvSpPr>
          <p:spPr>
            <a:xfrm>
              <a:off x="-3478675" y="2405775"/>
              <a:ext cx="258350" cy="293025"/>
            </a:xfrm>
            <a:custGeom>
              <a:rect b="b" l="l" r="r" t="t"/>
              <a:pathLst>
                <a:path extrusionOk="0" h="11721" w="10334">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5" name="Google Shape;11335;p106"/>
            <p:cNvSpPr/>
            <p:nvPr/>
          </p:nvSpPr>
          <p:spPr>
            <a:xfrm>
              <a:off x="-3408575" y="2509750"/>
              <a:ext cx="17350" cy="154400"/>
            </a:xfrm>
            <a:custGeom>
              <a:rect b="b" l="l" r="r" t="t"/>
              <a:pathLst>
                <a:path extrusionOk="0" h="6176" w="694">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6" name="Google Shape;11336;p106"/>
            <p:cNvSpPr/>
            <p:nvPr/>
          </p:nvSpPr>
          <p:spPr>
            <a:xfrm>
              <a:off x="-3357400" y="2509750"/>
              <a:ext cx="17350" cy="154400"/>
            </a:xfrm>
            <a:custGeom>
              <a:rect b="b" l="l" r="r" t="t"/>
              <a:pathLst>
                <a:path extrusionOk="0" h="6176" w="694">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7" name="Google Shape;11337;p106"/>
            <p:cNvSpPr/>
            <p:nvPr/>
          </p:nvSpPr>
          <p:spPr>
            <a:xfrm>
              <a:off x="-3306200" y="2509750"/>
              <a:ext cx="17350" cy="154400"/>
            </a:xfrm>
            <a:custGeom>
              <a:rect b="b" l="l" r="r" t="t"/>
              <a:pathLst>
                <a:path extrusionOk="0" h="6176" w="694">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38" name="Google Shape;11338;p106"/>
          <p:cNvGrpSpPr/>
          <p:nvPr/>
        </p:nvGrpSpPr>
        <p:grpSpPr>
          <a:xfrm>
            <a:off x="5803715" y="2660398"/>
            <a:ext cx="271831" cy="421914"/>
            <a:chOff x="-3443250" y="2765725"/>
            <a:chExt cx="188275" cy="292225"/>
          </a:xfrm>
        </p:grpSpPr>
        <p:sp>
          <p:nvSpPr>
            <p:cNvPr id="11339" name="Google Shape;11339;p106"/>
            <p:cNvSpPr/>
            <p:nvPr/>
          </p:nvSpPr>
          <p:spPr>
            <a:xfrm>
              <a:off x="-3443250" y="2765725"/>
              <a:ext cx="188275" cy="292225"/>
            </a:xfrm>
            <a:custGeom>
              <a:rect b="b" l="l" r="r" t="t"/>
              <a:pathLst>
                <a:path extrusionOk="0" h="11689" w="7531">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0" name="Google Shape;11340;p106"/>
            <p:cNvSpPr/>
            <p:nvPr/>
          </p:nvSpPr>
          <p:spPr>
            <a:xfrm>
              <a:off x="-3411725" y="2799375"/>
              <a:ext cx="124450" cy="86100"/>
            </a:xfrm>
            <a:custGeom>
              <a:rect b="b" l="l" r="r" t="t"/>
              <a:pathLst>
                <a:path extrusionOk="0" h="3444" w="4978">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1" name="Google Shape;11341;p106"/>
            <p:cNvSpPr/>
            <p:nvPr/>
          </p:nvSpPr>
          <p:spPr>
            <a:xfrm>
              <a:off x="-3392825" y="2903575"/>
              <a:ext cx="86650" cy="17350"/>
            </a:xfrm>
            <a:custGeom>
              <a:rect b="b" l="l" r="r" t="t"/>
              <a:pathLst>
                <a:path extrusionOk="0" h="694" w="3466">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2" name="Google Shape;11342;p106"/>
            <p:cNvSpPr/>
            <p:nvPr/>
          </p:nvSpPr>
          <p:spPr>
            <a:xfrm>
              <a:off x="-3392825" y="2938225"/>
              <a:ext cx="86650" cy="17350"/>
            </a:xfrm>
            <a:custGeom>
              <a:rect b="b" l="l" r="r" t="t"/>
              <a:pathLst>
                <a:path extrusionOk="0" h="694" w="3466">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43" name="Google Shape;11343;p106"/>
          <p:cNvGrpSpPr/>
          <p:nvPr/>
        </p:nvGrpSpPr>
        <p:grpSpPr>
          <a:xfrm>
            <a:off x="832612" y="3230934"/>
            <a:ext cx="371887" cy="423069"/>
            <a:chOff x="-1684475" y="2049000"/>
            <a:chExt cx="257575" cy="293025"/>
          </a:xfrm>
        </p:grpSpPr>
        <p:sp>
          <p:nvSpPr>
            <p:cNvPr id="11344" name="Google Shape;11344;p106"/>
            <p:cNvSpPr/>
            <p:nvPr/>
          </p:nvSpPr>
          <p:spPr>
            <a:xfrm>
              <a:off x="-1684475" y="2049000"/>
              <a:ext cx="257575" cy="293025"/>
            </a:xfrm>
            <a:custGeom>
              <a:rect b="b" l="l" r="r" t="t"/>
              <a:pathLst>
                <a:path extrusionOk="0" h="11721" w="10303">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5" name="Google Shape;11345;p106"/>
            <p:cNvSpPr/>
            <p:nvPr/>
          </p:nvSpPr>
          <p:spPr>
            <a:xfrm>
              <a:off x="-1615950" y="2238800"/>
              <a:ext cx="120525" cy="18150"/>
            </a:xfrm>
            <a:custGeom>
              <a:rect b="b" l="l" r="r" t="t"/>
              <a:pathLst>
                <a:path extrusionOk="0" h="726" w="4821">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6" name="Google Shape;11346;p106"/>
            <p:cNvSpPr/>
            <p:nvPr/>
          </p:nvSpPr>
          <p:spPr>
            <a:xfrm>
              <a:off x="-1615950" y="2273475"/>
              <a:ext cx="120525" cy="17350"/>
            </a:xfrm>
            <a:custGeom>
              <a:rect b="b" l="l" r="r" t="t"/>
              <a:pathLst>
                <a:path extrusionOk="0" h="694" w="4821">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7" name="Google Shape;11347;p106"/>
            <p:cNvSpPr/>
            <p:nvPr/>
          </p:nvSpPr>
          <p:spPr>
            <a:xfrm>
              <a:off x="-1630925" y="2100975"/>
              <a:ext cx="153625" cy="116600"/>
            </a:xfrm>
            <a:custGeom>
              <a:rect b="b" l="l" r="r" t="t"/>
              <a:pathLst>
                <a:path extrusionOk="0" h="4664" w="6145">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348" name="Google Shape;11348;p106"/>
          <p:cNvSpPr/>
          <p:nvPr/>
        </p:nvSpPr>
        <p:spPr>
          <a:xfrm>
            <a:off x="2460792" y="3231775"/>
            <a:ext cx="440106" cy="421373"/>
          </a:xfrm>
          <a:custGeom>
            <a:rect b="b" l="l" r="r" t="t"/>
            <a:pathLst>
              <a:path extrusionOk="0" h="11674" w="12193">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349" name="Google Shape;11349;p106"/>
          <p:cNvGrpSpPr/>
          <p:nvPr/>
        </p:nvGrpSpPr>
        <p:grpSpPr>
          <a:xfrm>
            <a:off x="4122504" y="3231514"/>
            <a:ext cx="420796" cy="421914"/>
            <a:chOff x="-1700225" y="2768875"/>
            <a:chExt cx="291450" cy="292225"/>
          </a:xfrm>
        </p:grpSpPr>
        <p:sp>
          <p:nvSpPr>
            <p:cNvPr id="11350" name="Google Shape;11350;p106"/>
            <p:cNvSpPr/>
            <p:nvPr/>
          </p:nvSpPr>
          <p:spPr>
            <a:xfrm>
              <a:off x="-1700225" y="2768875"/>
              <a:ext cx="291450" cy="292225"/>
            </a:xfrm>
            <a:custGeom>
              <a:rect b="b" l="l" r="r" t="t"/>
              <a:pathLst>
                <a:path extrusionOk="0" h="11689" w="11658">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1" name="Google Shape;11351;p106"/>
            <p:cNvSpPr/>
            <p:nvPr/>
          </p:nvSpPr>
          <p:spPr>
            <a:xfrm>
              <a:off x="-1667150" y="2801950"/>
              <a:ext cx="18150" cy="18150"/>
            </a:xfrm>
            <a:custGeom>
              <a:rect b="b" l="l" r="r" t="t"/>
              <a:pathLst>
                <a:path extrusionOk="0" h="726" w="726">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2" name="Google Shape;11352;p106"/>
            <p:cNvSpPr/>
            <p:nvPr/>
          </p:nvSpPr>
          <p:spPr>
            <a:xfrm>
              <a:off x="-1632500" y="2801950"/>
              <a:ext cx="17350" cy="18150"/>
            </a:xfrm>
            <a:custGeom>
              <a:rect b="b" l="l" r="r" t="t"/>
              <a:pathLst>
                <a:path extrusionOk="0" h="726" w="694">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3" name="Google Shape;11353;p106"/>
            <p:cNvSpPr/>
            <p:nvPr/>
          </p:nvSpPr>
          <p:spPr>
            <a:xfrm>
              <a:off x="-1597850" y="2801950"/>
              <a:ext cx="17375" cy="18150"/>
            </a:xfrm>
            <a:custGeom>
              <a:rect b="b" l="l" r="r" t="t"/>
              <a:pathLst>
                <a:path extrusionOk="0" h="726" w="695">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4" name="Google Shape;11354;p106"/>
            <p:cNvSpPr/>
            <p:nvPr/>
          </p:nvSpPr>
          <p:spPr>
            <a:xfrm>
              <a:off x="-1564750" y="2801950"/>
              <a:ext cx="120525" cy="18150"/>
            </a:xfrm>
            <a:custGeom>
              <a:rect b="b" l="l" r="r" t="t"/>
              <a:pathLst>
                <a:path extrusionOk="0" h="726" w="4821">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5" name="Google Shape;11355;p106"/>
            <p:cNvSpPr/>
            <p:nvPr/>
          </p:nvSpPr>
          <p:spPr>
            <a:xfrm>
              <a:off x="-1597850" y="2924050"/>
              <a:ext cx="85100" cy="85075"/>
            </a:xfrm>
            <a:custGeom>
              <a:rect b="b" l="l" r="r" t="t"/>
              <a:pathLst>
                <a:path extrusionOk="0" h="3403" w="3404">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56" name="Google Shape;11356;p106"/>
          <p:cNvGrpSpPr/>
          <p:nvPr/>
        </p:nvGrpSpPr>
        <p:grpSpPr>
          <a:xfrm>
            <a:off x="3590852" y="3230935"/>
            <a:ext cx="371887" cy="423069"/>
            <a:chOff x="-919700" y="2420750"/>
            <a:chExt cx="257575" cy="293025"/>
          </a:xfrm>
        </p:grpSpPr>
        <p:sp>
          <p:nvSpPr>
            <p:cNvPr id="11357" name="Google Shape;11357;p106"/>
            <p:cNvSpPr/>
            <p:nvPr/>
          </p:nvSpPr>
          <p:spPr>
            <a:xfrm>
              <a:off x="-884250" y="2490850"/>
              <a:ext cx="84300" cy="51225"/>
            </a:xfrm>
            <a:custGeom>
              <a:rect b="b" l="l" r="r" t="t"/>
              <a:pathLst>
                <a:path extrusionOk="0" h="2049" w="3372">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8" name="Google Shape;11358;p106"/>
            <p:cNvSpPr/>
            <p:nvPr/>
          </p:nvSpPr>
          <p:spPr>
            <a:xfrm>
              <a:off x="-919700" y="2420750"/>
              <a:ext cx="257575" cy="293025"/>
            </a:xfrm>
            <a:custGeom>
              <a:rect b="b" l="l" r="r" t="t"/>
              <a:pathLst>
                <a:path extrusionOk="0" h="11721" w="10303">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9" name="Google Shape;11359;p106"/>
            <p:cNvSpPr/>
            <p:nvPr/>
          </p:nvSpPr>
          <p:spPr>
            <a:xfrm>
              <a:off x="-766100" y="2660975"/>
              <a:ext cx="18125" cy="18150"/>
            </a:xfrm>
            <a:custGeom>
              <a:rect b="b" l="l" r="r" t="t"/>
              <a:pathLst>
                <a:path extrusionOk="0" h="726" w="725">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60" name="Google Shape;11360;p106"/>
          <p:cNvGrpSpPr/>
          <p:nvPr/>
        </p:nvGrpSpPr>
        <p:grpSpPr>
          <a:xfrm>
            <a:off x="1926044" y="1645950"/>
            <a:ext cx="409531" cy="410617"/>
            <a:chOff x="6679825" y="2693700"/>
            <a:chExt cx="257875" cy="258575"/>
          </a:xfrm>
        </p:grpSpPr>
        <p:sp>
          <p:nvSpPr>
            <p:cNvPr id="11361" name="Google Shape;11361;p106"/>
            <p:cNvSpPr/>
            <p:nvPr/>
          </p:nvSpPr>
          <p:spPr>
            <a:xfrm>
              <a:off x="6679825" y="2693700"/>
              <a:ext cx="257875" cy="258575"/>
            </a:xfrm>
            <a:custGeom>
              <a:rect b="b" l="l" r="r" t="t"/>
              <a:pathLst>
                <a:path extrusionOk="0" h="10343" w="10315">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2" name="Google Shape;11362;p106"/>
            <p:cNvSpPr/>
            <p:nvPr/>
          </p:nvSpPr>
          <p:spPr>
            <a:xfrm flipH="1">
              <a:off x="6679825" y="2693700"/>
              <a:ext cx="257875" cy="258575"/>
            </a:xfrm>
            <a:custGeom>
              <a:rect b="b" l="l" r="r" t="t"/>
              <a:pathLst>
                <a:path extrusionOk="0" h="10343" w="10315">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63" name="Google Shape;11363;p106"/>
          <p:cNvGrpSpPr/>
          <p:nvPr/>
        </p:nvGrpSpPr>
        <p:grpSpPr>
          <a:xfrm>
            <a:off x="1915618" y="2142110"/>
            <a:ext cx="420531" cy="417262"/>
            <a:chOff x="6790450" y="3119050"/>
            <a:chExt cx="262750" cy="260675"/>
          </a:xfrm>
        </p:grpSpPr>
        <p:sp>
          <p:nvSpPr>
            <p:cNvPr id="11364" name="Google Shape;11364;p106"/>
            <p:cNvSpPr/>
            <p:nvPr/>
          </p:nvSpPr>
          <p:spPr>
            <a:xfrm>
              <a:off x="6790450" y="3119050"/>
              <a:ext cx="262750" cy="260675"/>
            </a:xfrm>
            <a:custGeom>
              <a:rect b="b" l="l" r="r" t="t"/>
              <a:pathLst>
                <a:path extrusionOk="0" h="10427" w="1051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5" name="Google Shape;11365;p106"/>
            <p:cNvSpPr/>
            <p:nvPr/>
          </p:nvSpPr>
          <p:spPr>
            <a:xfrm flipH="1">
              <a:off x="6790450" y="3119050"/>
              <a:ext cx="262750" cy="260675"/>
            </a:xfrm>
            <a:custGeom>
              <a:rect b="b" l="l" r="r" t="t"/>
              <a:pathLst>
                <a:path extrusionOk="0" h="10427" w="1051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66" name="Google Shape;11366;p106"/>
          <p:cNvGrpSpPr/>
          <p:nvPr/>
        </p:nvGrpSpPr>
        <p:grpSpPr>
          <a:xfrm>
            <a:off x="6542730" y="3755436"/>
            <a:ext cx="358093" cy="407391"/>
            <a:chOff x="7660859" y="2571753"/>
            <a:chExt cx="366561" cy="417024"/>
          </a:xfrm>
        </p:grpSpPr>
        <p:sp>
          <p:nvSpPr>
            <p:cNvPr id="11367" name="Google Shape;11367;p106"/>
            <p:cNvSpPr/>
            <p:nvPr/>
          </p:nvSpPr>
          <p:spPr>
            <a:xfrm>
              <a:off x="7770506" y="2633631"/>
              <a:ext cx="147259" cy="146633"/>
            </a:xfrm>
            <a:custGeom>
              <a:rect b="b" l="l" r="r" t="t"/>
              <a:pathLst>
                <a:path extrusionOk="0" h="7026" w="7056">
                  <a:moveTo>
                    <a:pt x="4114" y="2928"/>
                  </a:moveTo>
                  <a:lnTo>
                    <a:pt x="4114" y="4099"/>
                  </a:lnTo>
                  <a:lnTo>
                    <a:pt x="2943" y="4099"/>
                  </a:lnTo>
                  <a:lnTo>
                    <a:pt x="2943" y="2928"/>
                  </a:lnTo>
                  <a:close/>
                  <a:moveTo>
                    <a:pt x="2354" y="1"/>
                  </a:moveTo>
                  <a:cubicBezTo>
                    <a:pt x="2032" y="1"/>
                    <a:pt x="1771" y="263"/>
                    <a:pt x="1771" y="586"/>
                  </a:cubicBezTo>
                  <a:lnTo>
                    <a:pt x="1771" y="1757"/>
                  </a:lnTo>
                  <a:lnTo>
                    <a:pt x="618" y="1757"/>
                  </a:lnTo>
                  <a:cubicBezTo>
                    <a:pt x="301" y="1757"/>
                    <a:pt x="31" y="1999"/>
                    <a:pt x="17" y="2314"/>
                  </a:cubicBezTo>
                  <a:cubicBezTo>
                    <a:pt x="1" y="2650"/>
                    <a:pt x="268" y="2928"/>
                    <a:pt x="600" y="2928"/>
                  </a:cubicBezTo>
                  <a:lnTo>
                    <a:pt x="1771" y="2928"/>
                  </a:lnTo>
                  <a:lnTo>
                    <a:pt x="1771" y="4099"/>
                  </a:lnTo>
                  <a:lnTo>
                    <a:pt x="618" y="4099"/>
                  </a:lnTo>
                  <a:cubicBezTo>
                    <a:pt x="301" y="4099"/>
                    <a:pt x="31" y="4341"/>
                    <a:pt x="17" y="4656"/>
                  </a:cubicBezTo>
                  <a:cubicBezTo>
                    <a:pt x="1" y="4992"/>
                    <a:pt x="268" y="5270"/>
                    <a:pt x="600" y="5270"/>
                  </a:cubicBezTo>
                  <a:lnTo>
                    <a:pt x="1771" y="5270"/>
                  </a:lnTo>
                  <a:lnTo>
                    <a:pt x="1771" y="6423"/>
                  </a:lnTo>
                  <a:cubicBezTo>
                    <a:pt x="1771" y="6738"/>
                    <a:pt x="2014" y="7011"/>
                    <a:pt x="2329" y="7025"/>
                  </a:cubicBezTo>
                  <a:cubicBezTo>
                    <a:pt x="2338" y="7025"/>
                    <a:pt x="2348" y="7025"/>
                    <a:pt x="2357" y="7025"/>
                  </a:cubicBezTo>
                  <a:cubicBezTo>
                    <a:pt x="2680" y="7025"/>
                    <a:pt x="2943" y="6764"/>
                    <a:pt x="2943" y="6441"/>
                  </a:cubicBezTo>
                  <a:lnTo>
                    <a:pt x="2943" y="5270"/>
                  </a:lnTo>
                  <a:lnTo>
                    <a:pt x="4114" y="5270"/>
                  </a:lnTo>
                  <a:lnTo>
                    <a:pt x="4114" y="6423"/>
                  </a:lnTo>
                  <a:cubicBezTo>
                    <a:pt x="4114" y="6738"/>
                    <a:pt x="4356" y="7011"/>
                    <a:pt x="4671" y="7025"/>
                  </a:cubicBezTo>
                  <a:cubicBezTo>
                    <a:pt x="4680" y="7025"/>
                    <a:pt x="4690" y="7025"/>
                    <a:pt x="4699" y="7025"/>
                  </a:cubicBezTo>
                  <a:cubicBezTo>
                    <a:pt x="5023" y="7025"/>
                    <a:pt x="5285" y="6764"/>
                    <a:pt x="5285" y="6441"/>
                  </a:cubicBezTo>
                  <a:lnTo>
                    <a:pt x="5285" y="5270"/>
                  </a:lnTo>
                  <a:lnTo>
                    <a:pt x="6456" y="5270"/>
                  </a:lnTo>
                  <a:cubicBezTo>
                    <a:pt x="6788" y="5270"/>
                    <a:pt x="7056" y="4992"/>
                    <a:pt x="7040" y="4656"/>
                  </a:cubicBezTo>
                  <a:cubicBezTo>
                    <a:pt x="7025" y="4341"/>
                    <a:pt x="6753" y="4099"/>
                    <a:pt x="6438" y="4099"/>
                  </a:cubicBezTo>
                  <a:lnTo>
                    <a:pt x="5285" y="4099"/>
                  </a:lnTo>
                  <a:lnTo>
                    <a:pt x="5285" y="2928"/>
                  </a:lnTo>
                  <a:lnTo>
                    <a:pt x="6438" y="2928"/>
                  </a:lnTo>
                  <a:cubicBezTo>
                    <a:pt x="6753" y="2928"/>
                    <a:pt x="7025" y="2685"/>
                    <a:pt x="7040" y="2370"/>
                  </a:cubicBezTo>
                  <a:cubicBezTo>
                    <a:pt x="7056" y="2034"/>
                    <a:pt x="6788" y="1757"/>
                    <a:pt x="6456" y="1757"/>
                  </a:cubicBezTo>
                  <a:lnTo>
                    <a:pt x="5285" y="1757"/>
                  </a:lnTo>
                  <a:lnTo>
                    <a:pt x="5285" y="603"/>
                  </a:lnTo>
                  <a:cubicBezTo>
                    <a:pt x="5285" y="287"/>
                    <a:pt x="5042" y="16"/>
                    <a:pt x="4727" y="2"/>
                  </a:cubicBezTo>
                  <a:cubicBezTo>
                    <a:pt x="4717" y="1"/>
                    <a:pt x="4707" y="1"/>
                    <a:pt x="4696" y="1"/>
                  </a:cubicBezTo>
                  <a:cubicBezTo>
                    <a:pt x="4374" y="1"/>
                    <a:pt x="4114" y="263"/>
                    <a:pt x="4114" y="586"/>
                  </a:cubicBezTo>
                  <a:lnTo>
                    <a:pt x="4114" y="1757"/>
                  </a:lnTo>
                  <a:lnTo>
                    <a:pt x="2943" y="1757"/>
                  </a:lnTo>
                  <a:lnTo>
                    <a:pt x="2943" y="603"/>
                  </a:lnTo>
                  <a:cubicBezTo>
                    <a:pt x="2943" y="287"/>
                    <a:pt x="2700" y="16"/>
                    <a:pt x="2385" y="2"/>
                  </a:cubicBezTo>
                  <a:cubicBezTo>
                    <a:pt x="2375" y="1"/>
                    <a:pt x="2364" y="1"/>
                    <a:pt x="235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8" name="Google Shape;11368;p106"/>
            <p:cNvSpPr/>
            <p:nvPr/>
          </p:nvSpPr>
          <p:spPr>
            <a:xfrm>
              <a:off x="7730834" y="2792447"/>
              <a:ext cx="226648" cy="76781"/>
            </a:xfrm>
            <a:custGeom>
              <a:rect b="b" l="l" r="r" t="t"/>
              <a:pathLst>
                <a:path extrusionOk="0" h="3679" w="10860">
                  <a:moveTo>
                    <a:pt x="747" y="0"/>
                  </a:moveTo>
                  <a:cubicBezTo>
                    <a:pt x="280" y="0"/>
                    <a:pt x="0" y="520"/>
                    <a:pt x="258" y="910"/>
                  </a:cubicBezTo>
                  <a:cubicBezTo>
                    <a:pt x="1470" y="2730"/>
                    <a:pt x="3430" y="3678"/>
                    <a:pt x="5429" y="3678"/>
                  </a:cubicBezTo>
                  <a:cubicBezTo>
                    <a:pt x="7423" y="3678"/>
                    <a:pt x="9385" y="2733"/>
                    <a:pt x="10600" y="911"/>
                  </a:cubicBezTo>
                  <a:cubicBezTo>
                    <a:pt x="10860" y="523"/>
                    <a:pt x="10578" y="2"/>
                    <a:pt x="10116" y="2"/>
                  </a:cubicBezTo>
                  <a:cubicBezTo>
                    <a:pt x="10115" y="2"/>
                    <a:pt x="10114" y="2"/>
                    <a:pt x="10113" y="2"/>
                  </a:cubicBezTo>
                  <a:cubicBezTo>
                    <a:pt x="9924" y="2"/>
                    <a:pt x="9738" y="92"/>
                    <a:pt x="9625" y="262"/>
                  </a:cubicBezTo>
                  <a:cubicBezTo>
                    <a:pt x="8688" y="1668"/>
                    <a:pt x="7119" y="2507"/>
                    <a:pt x="5429" y="2507"/>
                  </a:cubicBezTo>
                  <a:cubicBezTo>
                    <a:pt x="3740" y="2507"/>
                    <a:pt x="2172" y="1668"/>
                    <a:pt x="1235" y="264"/>
                  </a:cubicBezTo>
                  <a:cubicBezTo>
                    <a:pt x="1125" y="101"/>
                    <a:pt x="943" y="0"/>
                    <a:pt x="74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9" name="Google Shape;11369;p106"/>
            <p:cNvSpPr/>
            <p:nvPr/>
          </p:nvSpPr>
          <p:spPr>
            <a:xfrm>
              <a:off x="7660859" y="2571753"/>
              <a:ext cx="366561" cy="417024"/>
            </a:xfrm>
            <a:custGeom>
              <a:rect b="b" l="l" r="r" t="t"/>
              <a:pathLst>
                <a:path extrusionOk="0" h="19982" w="17564">
                  <a:moveTo>
                    <a:pt x="14636" y="1169"/>
                  </a:moveTo>
                  <a:cubicBezTo>
                    <a:pt x="15587" y="1169"/>
                    <a:pt x="16392" y="1992"/>
                    <a:pt x="16392" y="2965"/>
                  </a:cubicBezTo>
                  <a:lnTo>
                    <a:pt x="16392" y="14674"/>
                  </a:lnTo>
                  <a:cubicBezTo>
                    <a:pt x="16392" y="15643"/>
                    <a:pt x="15607" y="16431"/>
                    <a:pt x="14636" y="16431"/>
                  </a:cubicBezTo>
                  <a:lnTo>
                    <a:pt x="11124" y="16431"/>
                  </a:lnTo>
                  <a:cubicBezTo>
                    <a:pt x="10967" y="16431"/>
                    <a:pt x="10816" y="16493"/>
                    <a:pt x="10707" y="16604"/>
                  </a:cubicBezTo>
                  <a:lnTo>
                    <a:pt x="8782" y="18561"/>
                  </a:lnTo>
                  <a:lnTo>
                    <a:pt x="6857" y="16604"/>
                  </a:lnTo>
                  <a:cubicBezTo>
                    <a:pt x="6748" y="16493"/>
                    <a:pt x="6597" y="16431"/>
                    <a:pt x="6440" y="16431"/>
                  </a:cubicBezTo>
                  <a:lnTo>
                    <a:pt x="2928" y="16431"/>
                  </a:lnTo>
                  <a:cubicBezTo>
                    <a:pt x="1959" y="16431"/>
                    <a:pt x="1172" y="15643"/>
                    <a:pt x="1172" y="14674"/>
                  </a:cubicBezTo>
                  <a:lnTo>
                    <a:pt x="1172" y="2965"/>
                  </a:lnTo>
                  <a:cubicBezTo>
                    <a:pt x="1172" y="1992"/>
                    <a:pt x="1977" y="1169"/>
                    <a:pt x="2928" y="1169"/>
                  </a:cubicBezTo>
                  <a:close/>
                  <a:moveTo>
                    <a:pt x="2928" y="0"/>
                  </a:moveTo>
                  <a:cubicBezTo>
                    <a:pt x="1310" y="0"/>
                    <a:pt x="1" y="1346"/>
                    <a:pt x="1" y="2965"/>
                  </a:cubicBezTo>
                  <a:lnTo>
                    <a:pt x="1" y="14674"/>
                  </a:lnTo>
                  <a:cubicBezTo>
                    <a:pt x="1" y="16291"/>
                    <a:pt x="1312" y="17600"/>
                    <a:pt x="2928" y="17600"/>
                  </a:cubicBezTo>
                  <a:lnTo>
                    <a:pt x="6196" y="17600"/>
                  </a:lnTo>
                  <a:lnTo>
                    <a:pt x="8365" y="19806"/>
                  </a:lnTo>
                  <a:cubicBezTo>
                    <a:pt x="8474" y="19919"/>
                    <a:pt x="8625" y="19981"/>
                    <a:pt x="8782" y="19981"/>
                  </a:cubicBezTo>
                  <a:cubicBezTo>
                    <a:pt x="8940" y="19981"/>
                    <a:pt x="9090" y="19919"/>
                    <a:pt x="9200" y="19806"/>
                  </a:cubicBezTo>
                  <a:lnTo>
                    <a:pt x="11370" y="17600"/>
                  </a:lnTo>
                  <a:lnTo>
                    <a:pt x="14636" y="17600"/>
                  </a:lnTo>
                  <a:cubicBezTo>
                    <a:pt x="16251" y="17600"/>
                    <a:pt x="17563" y="16287"/>
                    <a:pt x="17563" y="14674"/>
                  </a:cubicBezTo>
                  <a:lnTo>
                    <a:pt x="17563" y="2965"/>
                  </a:lnTo>
                  <a:cubicBezTo>
                    <a:pt x="17563" y="1348"/>
                    <a:pt x="16254" y="0"/>
                    <a:pt x="1463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70" name="Google Shape;11370;p106"/>
          <p:cNvGrpSpPr/>
          <p:nvPr/>
        </p:nvGrpSpPr>
        <p:grpSpPr>
          <a:xfrm>
            <a:off x="4077412" y="3755436"/>
            <a:ext cx="407391" cy="407391"/>
            <a:chOff x="5566722" y="2571753"/>
            <a:chExt cx="417024" cy="417024"/>
          </a:xfrm>
        </p:grpSpPr>
        <p:sp>
          <p:nvSpPr>
            <p:cNvPr id="11371" name="Google Shape;11371;p106"/>
            <p:cNvSpPr/>
            <p:nvPr/>
          </p:nvSpPr>
          <p:spPr>
            <a:xfrm>
              <a:off x="5566722" y="2571753"/>
              <a:ext cx="417024" cy="417024"/>
            </a:xfrm>
            <a:custGeom>
              <a:rect b="b" l="l" r="r" t="t"/>
              <a:pathLst>
                <a:path extrusionOk="0" h="19982" w="19982">
                  <a:moveTo>
                    <a:pt x="9990" y="1171"/>
                  </a:moveTo>
                  <a:cubicBezTo>
                    <a:pt x="14855" y="1171"/>
                    <a:pt x="18810" y="5127"/>
                    <a:pt x="18810" y="9991"/>
                  </a:cubicBezTo>
                  <a:cubicBezTo>
                    <a:pt x="18810" y="14854"/>
                    <a:pt x="14855" y="18810"/>
                    <a:pt x="9990" y="18810"/>
                  </a:cubicBezTo>
                  <a:cubicBezTo>
                    <a:pt x="5127" y="18810"/>
                    <a:pt x="1170" y="14854"/>
                    <a:pt x="1170" y="9991"/>
                  </a:cubicBezTo>
                  <a:cubicBezTo>
                    <a:pt x="1170" y="5127"/>
                    <a:pt x="5127" y="1171"/>
                    <a:pt x="9990" y="1171"/>
                  </a:cubicBezTo>
                  <a:close/>
                  <a:moveTo>
                    <a:pt x="9990" y="0"/>
                  </a:moveTo>
                  <a:cubicBezTo>
                    <a:pt x="4488" y="0"/>
                    <a:pt x="0" y="4490"/>
                    <a:pt x="0" y="9990"/>
                  </a:cubicBezTo>
                  <a:cubicBezTo>
                    <a:pt x="0" y="15493"/>
                    <a:pt x="4490" y="19981"/>
                    <a:pt x="9990" y="19981"/>
                  </a:cubicBezTo>
                  <a:cubicBezTo>
                    <a:pt x="15492" y="19981"/>
                    <a:pt x="19981" y="15491"/>
                    <a:pt x="19981" y="9990"/>
                  </a:cubicBezTo>
                  <a:cubicBezTo>
                    <a:pt x="19981" y="4488"/>
                    <a:pt x="15492" y="0"/>
                    <a:pt x="999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2" name="Google Shape;11372;p106"/>
            <p:cNvSpPr/>
            <p:nvPr/>
          </p:nvSpPr>
          <p:spPr>
            <a:xfrm>
              <a:off x="5653037" y="2658069"/>
              <a:ext cx="207719" cy="243052"/>
            </a:xfrm>
            <a:custGeom>
              <a:rect b="b" l="l" r="r" t="t"/>
              <a:pathLst>
                <a:path extrusionOk="0" h="11646" w="9953">
                  <a:moveTo>
                    <a:pt x="8782" y="1300"/>
                  </a:moveTo>
                  <a:lnTo>
                    <a:pt x="8782" y="2448"/>
                  </a:lnTo>
                  <a:lnTo>
                    <a:pt x="4099" y="3384"/>
                  </a:lnTo>
                  <a:lnTo>
                    <a:pt x="4099" y="2236"/>
                  </a:lnTo>
                  <a:lnTo>
                    <a:pt x="8782" y="1300"/>
                  </a:lnTo>
                  <a:close/>
                  <a:moveTo>
                    <a:pt x="8782" y="7304"/>
                  </a:moveTo>
                  <a:lnTo>
                    <a:pt x="8782" y="8447"/>
                  </a:lnTo>
                  <a:cubicBezTo>
                    <a:pt x="8782" y="8766"/>
                    <a:pt x="8591" y="9047"/>
                    <a:pt x="8295" y="9165"/>
                  </a:cubicBezTo>
                  <a:cubicBezTo>
                    <a:pt x="8163" y="9218"/>
                    <a:pt x="7987" y="9306"/>
                    <a:pt x="7782" y="9306"/>
                  </a:cubicBezTo>
                  <a:cubicBezTo>
                    <a:pt x="7653" y="9306"/>
                    <a:pt x="7513" y="9271"/>
                    <a:pt x="7365" y="9171"/>
                  </a:cubicBezTo>
                  <a:cubicBezTo>
                    <a:pt x="6850" y="8824"/>
                    <a:pt x="6937" y="8042"/>
                    <a:pt x="7512" y="7812"/>
                  </a:cubicBezTo>
                  <a:lnTo>
                    <a:pt x="8782" y="7304"/>
                  </a:lnTo>
                  <a:close/>
                  <a:moveTo>
                    <a:pt x="2928" y="8475"/>
                  </a:moveTo>
                  <a:lnTo>
                    <a:pt x="2928" y="9618"/>
                  </a:lnTo>
                  <a:cubicBezTo>
                    <a:pt x="2928" y="9937"/>
                    <a:pt x="2737" y="10218"/>
                    <a:pt x="2442" y="10336"/>
                  </a:cubicBezTo>
                  <a:cubicBezTo>
                    <a:pt x="2308" y="10389"/>
                    <a:pt x="2132" y="10476"/>
                    <a:pt x="1928" y="10476"/>
                  </a:cubicBezTo>
                  <a:cubicBezTo>
                    <a:pt x="1799" y="10476"/>
                    <a:pt x="1659" y="10442"/>
                    <a:pt x="1511" y="10342"/>
                  </a:cubicBezTo>
                  <a:cubicBezTo>
                    <a:pt x="996" y="9993"/>
                    <a:pt x="1083" y="9213"/>
                    <a:pt x="1658" y="8983"/>
                  </a:cubicBezTo>
                  <a:lnTo>
                    <a:pt x="2928" y="8475"/>
                  </a:lnTo>
                  <a:close/>
                  <a:moveTo>
                    <a:pt x="9369" y="1"/>
                  </a:moveTo>
                  <a:cubicBezTo>
                    <a:pt x="9330" y="1"/>
                    <a:pt x="9291" y="4"/>
                    <a:pt x="9252" y="12"/>
                  </a:cubicBezTo>
                  <a:lnTo>
                    <a:pt x="3399" y="1182"/>
                  </a:lnTo>
                  <a:cubicBezTo>
                    <a:pt x="3124" y="1237"/>
                    <a:pt x="2928" y="1477"/>
                    <a:pt x="2928" y="1757"/>
                  </a:cubicBezTo>
                  <a:lnTo>
                    <a:pt x="2928" y="7214"/>
                  </a:lnTo>
                  <a:lnTo>
                    <a:pt x="1223" y="7897"/>
                  </a:lnTo>
                  <a:cubicBezTo>
                    <a:pt x="480" y="8192"/>
                    <a:pt x="0" y="8902"/>
                    <a:pt x="0" y="9701"/>
                  </a:cubicBezTo>
                  <a:cubicBezTo>
                    <a:pt x="0" y="10782"/>
                    <a:pt x="880" y="11645"/>
                    <a:pt x="1944" y="11645"/>
                  </a:cubicBezTo>
                  <a:cubicBezTo>
                    <a:pt x="2362" y="11645"/>
                    <a:pt x="2624" y="11523"/>
                    <a:pt x="2877" y="11423"/>
                  </a:cubicBezTo>
                  <a:cubicBezTo>
                    <a:pt x="3618" y="11125"/>
                    <a:pt x="4099" y="10418"/>
                    <a:pt x="4099" y="9618"/>
                  </a:cubicBezTo>
                  <a:lnTo>
                    <a:pt x="4099" y="4578"/>
                  </a:lnTo>
                  <a:lnTo>
                    <a:pt x="8782" y="3641"/>
                  </a:lnTo>
                  <a:lnTo>
                    <a:pt x="8782" y="6043"/>
                  </a:lnTo>
                  <a:lnTo>
                    <a:pt x="7076" y="6726"/>
                  </a:lnTo>
                  <a:cubicBezTo>
                    <a:pt x="6335" y="7023"/>
                    <a:pt x="5854" y="7731"/>
                    <a:pt x="5854" y="8530"/>
                  </a:cubicBezTo>
                  <a:cubicBezTo>
                    <a:pt x="5854" y="9611"/>
                    <a:pt x="6733" y="10476"/>
                    <a:pt x="7798" y="10476"/>
                  </a:cubicBezTo>
                  <a:cubicBezTo>
                    <a:pt x="8216" y="10476"/>
                    <a:pt x="8477" y="10354"/>
                    <a:pt x="8730" y="10251"/>
                  </a:cubicBezTo>
                  <a:cubicBezTo>
                    <a:pt x="9473" y="9956"/>
                    <a:pt x="9953" y="9247"/>
                    <a:pt x="9953" y="8447"/>
                  </a:cubicBezTo>
                  <a:lnTo>
                    <a:pt x="9953" y="586"/>
                  </a:lnTo>
                  <a:cubicBezTo>
                    <a:pt x="9953" y="410"/>
                    <a:pt x="9873" y="244"/>
                    <a:pt x="9739" y="133"/>
                  </a:cubicBezTo>
                  <a:cubicBezTo>
                    <a:pt x="9633" y="47"/>
                    <a:pt x="9503" y="1"/>
                    <a:pt x="93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73" name="Google Shape;11373;p106"/>
          <p:cNvGrpSpPr/>
          <p:nvPr/>
        </p:nvGrpSpPr>
        <p:grpSpPr>
          <a:xfrm>
            <a:off x="4693744" y="3857692"/>
            <a:ext cx="407381" cy="202880"/>
            <a:chOff x="6090251" y="2676413"/>
            <a:chExt cx="417014" cy="207677"/>
          </a:xfrm>
        </p:grpSpPr>
        <p:sp>
          <p:nvSpPr>
            <p:cNvPr id="11374" name="Google Shape;11374;p106"/>
            <p:cNvSpPr/>
            <p:nvPr/>
          </p:nvSpPr>
          <p:spPr>
            <a:xfrm>
              <a:off x="6237672" y="2725248"/>
              <a:ext cx="61086" cy="158842"/>
            </a:xfrm>
            <a:custGeom>
              <a:rect b="b" l="l" r="r" t="t"/>
              <a:pathLst>
                <a:path extrusionOk="0" h="7611" w="2927">
                  <a:moveTo>
                    <a:pt x="1463" y="1172"/>
                  </a:moveTo>
                  <a:cubicBezTo>
                    <a:pt x="1624" y="1172"/>
                    <a:pt x="1757" y="1303"/>
                    <a:pt x="1757" y="1465"/>
                  </a:cubicBezTo>
                  <a:lnTo>
                    <a:pt x="1757" y="6148"/>
                  </a:lnTo>
                  <a:cubicBezTo>
                    <a:pt x="1757" y="6309"/>
                    <a:pt x="1624" y="6440"/>
                    <a:pt x="1463" y="6440"/>
                  </a:cubicBezTo>
                  <a:cubicBezTo>
                    <a:pt x="1302" y="6440"/>
                    <a:pt x="1171" y="6309"/>
                    <a:pt x="1171" y="6148"/>
                  </a:cubicBezTo>
                  <a:lnTo>
                    <a:pt x="1171" y="1465"/>
                  </a:lnTo>
                  <a:cubicBezTo>
                    <a:pt x="1171" y="1303"/>
                    <a:pt x="1302" y="1172"/>
                    <a:pt x="1463" y="1172"/>
                  </a:cubicBezTo>
                  <a:close/>
                  <a:moveTo>
                    <a:pt x="1463" y="1"/>
                  </a:moveTo>
                  <a:cubicBezTo>
                    <a:pt x="657" y="1"/>
                    <a:pt x="0" y="657"/>
                    <a:pt x="0" y="1465"/>
                  </a:cubicBezTo>
                  <a:lnTo>
                    <a:pt x="0" y="6148"/>
                  </a:lnTo>
                  <a:cubicBezTo>
                    <a:pt x="0" y="6955"/>
                    <a:pt x="657" y="7611"/>
                    <a:pt x="1463" y="7611"/>
                  </a:cubicBezTo>
                  <a:cubicBezTo>
                    <a:pt x="2270" y="7611"/>
                    <a:pt x="2926" y="6955"/>
                    <a:pt x="2926" y="6148"/>
                  </a:cubicBezTo>
                  <a:lnTo>
                    <a:pt x="2926" y="1465"/>
                  </a:lnTo>
                  <a:cubicBezTo>
                    <a:pt x="2926" y="657"/>
                    <a:pt x="2270" y="1"/>
                    <a:pt x="146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5" name="Google Shape;11375;p106"/>
            <p:cNvSpPr/>
            <p:nvPr/>
          </p:nvSpPr>
          <p:spPr>
            <a:xfrm>
              <a:off x="6446178" y="2761915"/>
              <a:ext cx="61086" cy="61086"/>
            </a:xfrm>
            <a:custGeom>
              <a:rect b="b" l="l" r="r" t="t"/>
              <a:pathLst>
                <a:path extrusionOk="0" h="2927" w="2927">
                  <a:moveTo>
                    <a:pt x="1464" y="1171"/>
                  </a:moveTo>
                  <a:cubicBezTo>
                    <a:pt x="1625" y="1171"/>
                    <a:pt x="1756" y="1302"/>
                    <a:pt x="1756" y="1463"/>
                  </a:cubicBezTo>
                  <a:cubicBezTo>
                    <a:pt x="1756" y="1626"/>
                    <a:pt x="1625" y="1757"/>
                    <a:pt x="1464" y="1757"/>
                  </a:cubicBezTo>
                  <a:cubicBezTo>
                    <a:pt x="1303" y="1757"/>
                    <a:pt x="1170" y="1626"/>
                    <a:pt x="1170" y="1463"/>
                  </a:cubicBezTo>
                  <a:cubicBezTo>
                    <a:pt x="1170" y="1302"/>
                    <a:pt x="1303" y="1171"/>
                    <a:pt x="1464" y="1171"/>
                  </a:cubicBezTo>
                  <a:close/>
                  <a:moveTo>
                    <a:pt x="1464" y="0"/>
                  </a:moveTo>
                  <a:cubicBezTo>
                    <a:pt x="657" y="0"/>
                    <a:pt x="1" y="657"/>
                    <a:pt x="1" y="1463"/>
                  </a:cubicBezTo>
                  <a:cubicBezTo>
                    <a:pt x="1" y="2270"/>
                    <a:pt x="657" y="2926"/>
                    <a:pt x="1464" y="2926"/>
                  </a:cubicBezTo>
                  <a:cubicBezTo>
                    <a:pt x="2270" y="2926"/>
                    <a:pt x="2927" y="2270"/>
                    <a:pt x="2927" y="1463"/>
                  </a:cubicBezTo>
                  <a:cubicBezTo>
                    <a:pt x="2927" y="657"/>
                    <a:pt x="2270" y="0"/>
                    <a:pt x="14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6" name="Google Shape;11376;p106"/>
            <p:cNvSpPr/>
            <p:nvPr/>
          </p:nvSpPr>
          <p:spPr>
            <a:xfrm>
              <a:off x="6311758" y="2676413"/>
              <a:ext cx="135446" cy="207677"/>
            </a:xfrm>
            <a:custGeom>
              <a:rect b="b" l="l" r="r" t="t"/>
              <a:pathLst>
                <a:path extrusionOk="0" h="9951" w="6490">
                  <a:moveTo>
                    <a:pt x="1466" y="1171"/>
                  </a:moveTo>
                  <a:cubicBezTo>
                    <a:pt x="1627" y="1171"/>
                    <a:pt x="1757" y="1302"/>
                    <a:pt x="1757" y="1463"/>
                  </a:cubicBezTo>
                  <a:lnTo>
                    <a:pt x="1757" y="6026"/>
                  </a:lnTo>
                  <a:lnTo>
                    <a:pt x="4186" y="3598"/>
                  </a:lnTo>
                  <a:cubicBezTo>
                    <a:pt x="4243" y="3541"/>
                    <a:pt x="4318" y="3512"/>
                    <a:pt x="4392" y="3512"/>
                  </a:cubicBezTo>
                  <a:cubicBezTo>
                    <a:pt x="4467" y="3512"/>
                    <a:pt x="4542" y="3541"/>
                    <a:pt x="4598" y="3598"/>
                  </a:cubicBezTo>
                  <a:cubicBezTo>
                    <a:pt x="4713" y="3712"/>
                    <a:pt x="4713" y="3897"/>
                    <a:pt x="4598" y="4012"/>
                  </a:cubicBezTo>
                  <a:lnTo>
                    <a:pt x="3247" y="5364"/>
                  </a:lnTo>
                  <a:lnTo>
                    <a:pt x="5221" y="8325"/>
                  </a:lnTo>
                  <a:cubicBezTo>
                    <a:pt x="5280" y="8414"/>
                    <a:pt x="5274" y="8500"/>
                    <a:pt x="5265" y="8546"/>
                  </a:cubicBezTo>
                  <a:cubicBezTo>
                    <a:pt x="5257" y="8591"/>
                    <a:pt x="5228" y="8674"/>
                    <a:pt x="5140" y="8732"/>
                  </a:cubicBezTo>
                  <a:cubicBezTo>
                    <a:pt x="5090" y="8764"/>
                    <a:pt x="5037" y="8780"/>
                    <a:pt x="4979" y="8780"/>
                  </a:cubicBezTo>
                  <a:cubicBezTo>
                    <a:pt x="4880" y="8780"/>
                    <a:pt x="4788" y="8732"/>
                    <a:pt x="4735" y="8651"/>
                  </a:cubicBezTo>
                  <a:lnTo>
                    <a:pt x="2824" y="5787"/>
                  </a:lnTo>
                  <a:lnTo>
                    <a:pt x="1757" y="6853"/>
                  </a:lnTo>
                  <a:lnTo>
                    <a:pt x="1757" y="8488"/>
                  </a:lnTo>
                  <a:cubicBezTo>
                    <a:pt x="1757" y="8649"/>
                    <a:pt x="1627" y="8782"/>
                    <a:pt x="1466" y="8782"/>
                  </a:cubicBezTo>
                  <a:cubicBezTo>
                    <a:pt x="1305" y="8782"/>
                    <a:pt x="1172" y="8649"/>
                    <a:pt x="1172" y="8488"/>
                  </a:cubicBezTo>
                  <a:lnTo>
                    <a:pt x="1172" y="1463"/>
                  </a:lnTo>
                  <a:cubicBezTo>
                    <a:pt x="1172" y="1302"/>
                    <a:pt x="1305" y="1171"/>
                    <a:pt x="1466" y="1171"/>
                  </a:cubicBezTo>
                  <a:close/>
                  <a:moveTo>
                    <a:pt x="1466" y="0"/>
                  </a:moveTo>
                  <a:cubicBezTo>
                    <a:pt x="659" y="0"/>
                    <a:pt x="1" y="657"/>
                    <a:pt x="1" y="1463"/>
                  </a:cubicBezTo>
                  <a:lnTo>
                    <a:pt x="1" y="8488"/>
                  </a:lnTo>
                  <a:cubicBezTo>
                    <a:pt x="1" y="9295"/>
                    <a:pt x="659" y="9951"/>
                    <a:pt x="1466" y="9951"/>
                  </a:cubicBezTo>
                  <a:cubicBezTo>
                    <a:pt x="2272" y="9951"/>
                    <a:pt x="2929" y="9295"/>
                    <a:pt x="2929" y="8488"/>
                  </a:cubicBezTo>
                  <a:lnTo>
                    <a:pt x="2929" y="8053"/>
                  </a:lnTo>
                  <a:lnTo>
                    <a:pt x="3760" y="9300"/>
                  </a:lnTo>
                  <a:cubicBezTo>
                    <a:pt x="4032" y="9709"/>
                    <a:pt x="4487" y="9951"/>
                    <a:pt x="4979" y="9951"/>
                  </a:cubicBezTo>
                  <a:cubicBezTo>
                    <a:pt x="5269" y="9951"/>
                    <a:pt x="5548" y="9866"/>
                    <a:pt x="5789" y="9705"/>
                  </a:cubicBezTo>
                  <a:cubicBezTo>
                    <a:pt x="6114" y="9489"/>
                    <a:pt x="6336" y="9158"/>
                    <a:pt x="6413" y="8775"/>
                  </a:cubicBezTo>
                  <a:cubicBezTo>
                    <a:pt x="6490" y="8391"/>
                    <a:pt x="6412" y="8001"/>
                    <a:pt x="6196" y="7676"/>
                  </a:cubicBezTo>
                  <a:lnTo>
                    <a:pt x="4754" y="5512"/>
                  </a:lnTo>
                  <a:lnTo>
                    <a:pt x="5426" y="4840"/>
                  </a:lnTo>
                  <a:cubicBezTo>
                    <a:pt x="5998" y="4269"/>
                    <a:pt x="5998" y="3340"/>
                    <a:pt x="5426" y="2771"/>
                  </a:cubicBezTo>
                  <a:cubicBezTo>
                    <a:pt x="5142" y="2485"/>
                    <a:pt x="4767" y="2342"/>
                    <a:pt x="4392" y="2342"/>
                  </a:cubicBezTo>
                  <a:cubicBezTo>
                    <a:pt x="4017" y="2342"/>
                    <a:pt x="3642" y="2485"/>
                    <a:pt x="3357" y="2771"/>
                  </a:cubicBezTo>
                  <a:lnTo>
                    <a:pt x="2929" y="3199"/>
                  </a:lnTo>
                  <a:lnTo>
                    <a:pt x="2929" y="1463"/>
                  </a:lnTo>
                  <a:cubicBezTo>
                    <a:pt x="2929" y="657"/>
                    <a:pt x="2272" y="0"/>
                    <a:pt x="14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7" name="Google Shape;11377;p106"/>
            <p:cNvSpPr/>
            <p:nvPr/>
          </p:nvSpPr>
          <p:spPr>
            <a:xfrm>
              <a:off x="6090251" y="2676413"/>
              <a:ext cx="135405" cy="207677"/>
            </a:xfrm>
            <a:custGeom>
              <a:rect b="b" l="l" r="r" t="t"/>
              <a:pathLst>
                <a:path extrusionOk="0" h="9951" w="6488">
                  <a:moveTo>
                    <a:pt x="1464" y="1171"/>
                  </a:moveTo>
                  <a:cubicBezTo>
                    <a:pt x="1625" y="1171"/>
                    <a:pt x="1757" y="1302"/>
                    <a:pt x="1757" y="1463"/>
                  </a:cubicBezTo>
                  <a:lnTo>
                    <a:pt x="1757" y="6026"/>
                  </a:lnTo>
                  <a:lnTo>
                    <a:pt x="4184" y="3598"/>
                  </a:lnTo>
                  <a:cubicBezTo>
                    <a:pt x="4241" y="3541"/>
                    <a:pt x="4316" y="3512"/>
                    <a:pt x="4391" y="3512"/>
                  </a:cubicBezTo>
                  <a:cubicBezTo>
                    <a:pt x="4466" y="3512"/>
                    <a:pt x="4541" y="3541"/>
                    <a:pt x="4598" y="3598"/>
                  </a:cubicBezTo>
                  <a:cubicBezTo>
                    <a:pt x="4712" y="3712"/>
                    <a:pt x="4712" y="3897"/>
                    <a:pt x="4598" y="4012"/>
                  </a:cubicBezTo>
                  <a:lnTo>
                    <a:pt x="3245" y="5364"/>
                  </a:lnTo>
                  <a:lnTo>
                    <a:pt x="5219" y="8325"/>
                  </a:lnTo>
                  <a:cubicBezTo>
                    <a:pt x="5278" y="8414"/>
                    <a:pt x="5272" y="8500"/>
                    <a:pt x="5264" y="8546"/>
                  </a:cubicBezTo>
                  <a:cubicBezTo>
                    <a:pt x="5255" y="8591"/>
                    <a:pt x="5226" y="8674"/>
                    <a:pt x="5138" y="8732"/>
                  </a:cubicBezTo>
                  <a:cubicBezTo>
                    <a:pt x="5090" y="8764"/>
                    <a:pt x="5035" y="8780"/>
                    <a:pt x="4977" y="8780"/>
                  </a:cubicBezTo>
                  <a:cubicBezTo>
                    <a:pt x="4878" y="8780"/>
                    <a:pt x="4788" y="8732"/>
                    <a:pt x="4733" y="8651"/>
                  </a:cubicBezTo>
                  <a:lnTo>
                    <a:pt x="2824" y="5787"/>
                  </a:lnTo>
                  <a:lnTo>
                    <a:pt x="1757" y="6853"/>
                  </a:lnTo>
                  <a:lnTo>
                    <a:pt x="1757" y="8488"/>
                  </a:lnTo>
                  <a:cubicBezTo>
                    <a:pt x="1757" y="8649"/>
                    <a:pt x="1625" y="8782"/>
                    <a:pt x="1464" y="8782"/>
                  </a:cubicBezTo>
                  <a:cubicBezTo>
                    <a:pt x="1303" y="8782"/>
                    <a:pt x="1172" y="8649"/>
                    <a:pt x="1172" y="8488"/>
                  </a:cubicBezTo>
                  <a:lnTo>
                    <a:pt x="1172" y="1463"/>
                  </a:lnTo>
                  <a:cubicBezTo>
                    <a:pt x="1172" y="1302"/>
                    <a:pt x="1303" y="1171"/>
                    <a:pt x="1464" y="1171"/>
                  </a:cubicBezTo>
                  <a:close/>
                  <a:moveTo>
                    <a:pt x="1464" y="0"/>
                  </a:moveTo>
                  <a:cubicBezTo>
                    <a:pt x="657" y="0"/>
                    <a:pt x="1" y="657"/>
                    <a:pt x="1" y="1463"/>
                  </a:cubicBezTo>
                  <a:lnTo>
                    <a:pt x="1" y="8488"/>
                  </a:lnTo>
                  <a:cubicBezTo>
                    <a:pt x="1" y="9295"/>
                    <a:pt x="657" y="9951"/>
                    <a:pt x="1464" y="9951"/>
                  </a:cubicBezTo>
                  <a:cubicBezTo>
                    <a:pt x="2270" y="9951"/>
                    <a:pt x="2927" y="9295"/>
                    <a:pt x="2927" y="8488"/>
                  </a:cubicBezTo>
                  <a:lnTo>
                    <a:pt x="2927" y="8053"/>
                  </a:lnTo>
                  <a:lnTo>
                    <a:pt x="3758" y="9300"/>
                  </a:lnTo>
                  <a:cubicBezTo>
                    <a:pt x="4031" y="9709"/>
                    <a:pt x="4485" y="9951"/>
                    <a:pt x="4977" y="9951"/>
                  </a:cubicBezTo>
                  <a:cubicBezTo>
                    <a:pt x="5267" y="9951"/>
                    <a:pt x="5548" y="9866"/>
                    <a:pt x="5787" y="9705"/>
                  </a:cubicBezTo>
                  <a:cubicBezTo>
                    <a:pt x="6113" y="9489"/>
                    <a:pt x="6336" y="9158"/>
                    <a:pt x="6412" y="8775"/>
                  </a:cubicBezTo>
                  <a:cubicBezTo>
                    <a:pt x="6488" y="8391"/>
                    <a:pt x="6410" y="8001"/>
                    <a:pt x="6194" y="7676"/>
                  </a:cubicBezTo>
                  <a:lnTo>
                    <a:pt x="4752" y="5512"/>
                  </a:lnTo>
                  <a:lnTo>
                    <a:pt x="5426" y="4840"/>
                  </a:lnTo>
                  <a:cubicBezTo>
                    <a:pt x="5996" y="4269"/>
                    <a:pt x="5996" y="3340"/>
                    <a:pt x="5426" y="2771"/>
                  </a:cubicBezTo>
                  <a:cubicBezTo>
                    <a:pt x="5141" y="2485"/>
                    <a:pt x="4766" y="2342"/>
                    <a:pt x="4391" y="2342"/>
                  </a:cubicBezTo>
                  <a:cubicBezTo>
                    <a:pt x="4016" y="2342"/>
                    <a:pt x="3641" y="2485"/>
                    <a:pt x="3357" y="2771"/>
                  </a:cubicBezTo>
                  <a:lnTo>
                    <a:pt x="2927" y="3199"/>
                  </a:lnTo>
                  <a:lnTo>
                    <a:pt x="2927" y="1463"/>
                  </a:lnTo>
                  <a:cubicBezTo>
                    <a:pt x="2927" y="657"/>
                    <a:pt x="2270" y="0"/>
                    <a:pt x="14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78" name="Google Shape;11378;p106"/>
          <p:cNvGrpSpPr/>
          <p:nvPr/>
        </p:nvGrpSpPr>
        <p:grpSpPr>
          <a:xfrm>
            <a:off x="5926398" y="3755436"/>
            <a:ext cx="407391" cy="407391"/>
            <a:chOff x="7137330" y="2571753"/>
            <a:chExt cx="417024" cy="417024"/>
          </a:xfrm>
        </p:grpSpPr>
        <p:sp>
          <p:nvSpPr>
            <p:cNvPr id="11379" name="Google Shape;11379;p106"/>
            <p:cNvSpPr/>
            <p:nvPr/>
          </p:nvSpPr>
          <p:spPr>
            <a:xfrm>
              <a:off x="7235854" y="2645840"/>
              <a:ext cx="219949" cy="268826"/>
            </a:xfrm>
            <a:custGeom>
              <a:rect b="b" l="l" r="r" t="t"/>
              <a:pathLst>
                <a:path extrusionOk="0" h="12881" w="10539">
                  <a:moveTo>
                    <a:pt x="5271" y="1172"/>
                  </a:moveTo>
                  <a:cubicBezTo>
                    <a:pt x="7530" y="1172"/>
                    <a:pt x="9368" y="3010"/>
                    <a:pt x="9368" y="5270"/>
                  </a:cubicBezTo>
                  <a:cubicBezTo>
                    <a:pt x="9368" y="6273"/>
                    <a:pt x="8717" y="7797"/>
                    <a:pt x="7624" y="9343"/>
                  </a:cubicBezTo>
                  <a:cubicBezTo>
                    <a:pt x="6513" y="10917"/>
                    <a:pt x="5536" y="11665"/>
                    <a:pt x="5271" y="11708"/>
                  </a:cubicBezTo>
                  <a:cubicBezTo>
                    <a:pt x="5004" y="11665"/>
                    <a:pt x="4029" y="10917"/>
                    <a:pt x="2916" y="9343"/>
                  </a:cubicBezTo>
                  <a:cubicBezTo>
                    <a:pt x="1825" y="7797"/>
                    <a:pt x="1172" y="6273"/>
                    <a:pt x="1172" y="5270"/>
                  </a:cubicBezTo>
                  <a:cubicBezTo>
                    <a:pt x="1172" y="3010"/>
                    <a:pt x="3010" y="1172"/>
                    <a:pt x="5271" y="1172"/>
                  </a:cubicBezTo>
                  <a:close/>
                  <a:moveTo>
                    <a:pt x="5271" y="1"/>
                  </a:moveTo>
                  <a:cubicBezTo>
                    <a:pt x="2366" y="1"/>
                    <a:pt x="1" y="2364"/>
                    <a:pt x="1" y="5270"/>
                  </a:cubicBezTo>
                  <a:cubicBezTo>
                    <a:pt x="1" y="7084"/>
                    <a:pt x="1409" y="9247"/>
                    <a:pt x="2014" y="10093"/>
                  </a:cubicBezTo>
                  <a:cubicBezTo>
                    <a:pt x="2481" y="10747"/>
                    <a:pt x="4098" y="12881"/>
                    <a:pt x="5271" y="12881"/>
                  </a:cubicBezTo>
                  <a:cubicBezTo>
                    <a:pt x="6444" y="12881"/>
                    <a:pt x="8059" y="10747"/>
                    <a:pt x="8528" y="10093"/>
                  </a:cubicBezTo>
                  <a:cubicBezTo>
                    <a:pt x="9133" y="9247"/>
                    <a:pt x="10539" y="7084"/>
                    <a:pt x="10539" y="5270"/>
                  </a:cubicBezTo>
                  <a:cubicBezTo>
                    <a:pt x="10539" y="2364"/>
                    <a:pt x="8175" y="1"/>
                    <a:pt x="52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0" name="Google Shape;11380;p106"/>
            <p:cNvSpPr/>
            <p:nvPr/>
          </p:nvSpPr>
          <p:spPr>
            <a:xfrm>
              <a:off x="7137330" y="2571753"/>
              <a:ext cx="417024" cy="417024"/>
            </a:xfrm>
            <a:custGeom>
              <a:rect b="b" l="l" r="r" t="t"/>
              <a:pathLst>
                <a:path extrusionOk="0" h="19982" w="19982">
                  <a:moveTo>
                    <a:pt x="9992" y="1171"/>
                  </a:moveTo>
                  <a:cubicBezTo>
                    <a:pt x="14855" y="1171"/>
                    <a:pt x="18812" y="5127"/>
                    <a:pt x="18812" y="9991"/>
                  </a:cubicBezTo>
                  <a:cubicBezTo>
                    <a:pt x="18812" y="14854"/>
                    <a:pt x="14855" y="18810"/>
                    <a:pt x="9992" y="18810"/>
                  </a:cubicBezTo>
                  <a:cubicBezTo>
                    <a:pt x="5127" y="18810"/>
                    <a:pt x="1171" y="14854"/>
                    <a:pt x="1171" y="9991"/>
                  </a:cubicBezTo>
                  <a:cubicBezTo>
                    <a:pt x="1171" y="5127"/>
                    <a:pt x="5127" y="1171"/>
                    <a:pt x="9992" y="1171"/>
                  </a:cubicBezTo>
                  <a:close/>
                  <a:moveTo>
                    <a:pt x="9992" y="0"/>
                  </a:moveTo>
                  <a:cubicBezTo>
                    <a:pt x="4490" y="0"/>
                    <a:pt x="0" y="4490"/>
                    <a:pt x="0" y="9990"/>
                  </a:cubicBezTo>
                  <a:cubicBezTo>
                    <a:pt x="0" y="15491"/>
                    <a:pt x="4490" y="19981"/>
                    <a:pt x="9992" y="19981"/>
                  </a:cubicBezTo>
                  <a:cubicBezTo>
                    <a:pt x="15493" y="19981"/>
                    <a:pt x="19981" y="15491"/>
                    <a:pt x="19981" y="9990"/>
                  </a:cubicBezTo>
                  <a:cubicBezTo>
                    <a:pt x="19981" y="4488"/>
                    <a:pt x="15492" y="0"/>
                    <a:pt x="999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1" name="Google Shape;11381;p106"/>
            <p:cNvSpPr/>
            <p:nvPr/>
          </p:nvSpPr>
          <p:spPr>
            <a:xfrm>
              <a:off x="7284751" y="2694716"/>
              <a:ext cx="122173" cy="122194"/>
            </a:xfrm>
            <a:custGeom>
              <a:rect b="b" l="l" r="r" t="t"/>
              <a:pathLst>
                <a:path extrusionOk="0" h="5855" w="5854">
                  <a:moveTo>
                    <a:pt x="2928" y="1172"/>
                  </a:moveTo>
                  <a:cubicBezTo>
                    <a:pt x="3895" y="1172"/>
                    <a:pt x="4684" y="1959"/>
                    <a:pt x="4684" y="2928"/>
                  </a:cubicBezTo>
                  <a:cubicBezTo>
                    <a:pt x="4684" y="3896"/>
                    <a:pt x="3895" y="4683"/>
                    <a:pt x="2928" y="4683"/>
                  </a:cubicBezTo>
                  <a:cubicBezTo>
                    <a:pt x="1958" y="4683"/>
                    <a:pt x="1171" y="3896"/>
                    <a:pt x="1171" y="2928"/>
                  </a:cubicBezTo>
                  <a:cubicBezTo>
                    <a:pt x="2139" y="2928"/>
                    <a:pt x="2928" y="2139"/>
                    <a:pt x="2928" y="1172"/>
                  </a:cubicBezTo>
                  <a:close/>
                  <a:moveTo>
                    <a:pt x="2928" y="1"/>
                  </a:moveTo>
                  <a:cubicBezTo>
                    <a:pt x="2655" y="1"/>
                    <a:pt x="2374" y="47"/>
                    <a:pt x="2066" y="142"/>
                  </a:cubicBezTo>
                  <a:cubicBezTo>
                    <a:pt x="1732" y="245"/>
                    <a:pt x="1562" y="616"/>
                    <a:pt x="1704" y="936"/>
                  </a:cubicBezTo>
                  <a:cubicBezTo>
                    <a:pt x="1885" y="1345"/>
                    <a:pt x="1569" y="1756"/>
                    <a:pt x="1177" y="1756"/>
                  </a:cubicBezTo>
                  <a:cubicBezTo>
                    <a:pt x="1099" y="1756"/>
                    <a:pt x="1018" y="1740"/>
                    <a:pt x="938" y="1704"/>
                  </a:cubicBezTo>
                  <a:cubicBezTo>
                    <a:pt x="860" y="1670"/>
                    <a:pt x="780" y="1654"/>
                    <a:pt x="701" y="1654"/>
                  </a:cubicBezTo>
                  <a:cubicBezTo>
                    <a:pt x="453" y="1654"/>
                    <a:pt x="219" y="1813"/>
                    <a:pt x="142" y="2067"/>
                  </a:cubicBezTo>
                  <a:cubicBezTo>
                    <a:pt x="46" y="2373"/>
                    <a:pt x="0" y="2656"/>
                    <a:pt x="0" y="2928"/>
                  </a:cubicBezTo>
                  <a:cubicBezTo>
                    <a:pt x="0" y="4542"/>
                    <a:pt x="1313" y="5854"/>
                    <a:pt x="2928" y="5854"/>
                  </a:cubicBezTo>
                  <a:cubicBezTo>
                    <a:pt x="4541" y="5854"/>
                    <a:pt x="5854" y="4542"/>
                    <a:pt x="5854" y="2928"/>
                  </a:cubicBezTo>
                  <a:cubicBezTo>
                    <a:pt x="5854" y="1313"/>
                    <a:pt x="4541" y="1"/>
                    <a:pt x="29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82" name="Google Shape;11382;p106"/>
          <p:cNvGrpSpPr/>
          <p:nvPr/>
        </p:nvGrpSpPr>
        <p:grpSpPr>
          <a:xfrm>
            <a:off x="5310066" y="3755436"/>
            <a:ext cx="407391" cy="407391"/>
            <a:chOff x="6613801" y="2571753"/>
            <a:chExt cx="417024" cy="417024"/>
          </a:xfrm>
        </p:grpSpPr>
        <p:sp>
          <p:nvSpPr>
            <p:cNvPr id="11383" name="Google Shape;11383;p106"/>
            <p:cNvSpPr/>
            <p:nvPr/>
          </p:nvSpPr>
          <p:spPr>
            <a:xfrm>
              <a:off x="6613801" y="2571753"/>
              <a:ext cx="417024" cy="417024"/>
            </a:xfrm>
            <a:custGeom>
              <a:rect b="b" l="l" r="r" t="t"/>
              <a:pathLst>
                <a:path extrusionOk="0" h="19982" w="19982">
                  <a:moveTo>
                    <a:pt x="9991" y="1171"/>
                  </a:moveTo>
                  <a:cubicBezTo>
                    <a:pt x="14854" y="1171"/>
                    <a:pt x="18812" y="5127"/>
                    <a:pt x="18812" y="9991"/>
                  </a:cubicBezTo>
                  <a:cubicBezTo>
                    <a:pt x="18812" y="14854"/>
                    <a:pt x="14854" y="18810"/>
                    <a:pt x="9991" y="18810"/>
                  </a:cubicBezTo>
                  <a:cubicBezTo>
                    <a:pt x="5127" y="18810"/>
                    <a:pt x="1171" y="14854"/>
                    <a:pt x="1171" y="9991"/>
                  </a:cubicBezTo>
                  <a:cubicBezTo>
                    <a:pt x="1171" y="5127"/>
                    <a:pt x="5127" y="1171"/>
                    <a:pt x="9991" y="1171"/>
                  </a:cubicBezTo>
                  <a:close/>
                  <a:moveTo>
                    <a:pt x="9991" y="0"/>
                  </a:moveTo>
                  <a:cubicBezTo>
                    <a:pt x="4490" y="0"/>
                    <a:pt x="0" y="4490"/>
                    <a:pt x="0" y="9990"/>
                  </a:cubicBezTo>
                  <a:cubicBezTo>
                    <a:pt x="0" y="15493"/>
                    <a:pt x="4490" y="19981"/>
                    <a:pt x="9991" y="19981"/>
                  </a:cubicBezTo>
                  <a:cubicBezTo>
                    <a:pt x="15493" y="19981"/>
                    <a:pt x="19981" y="15491"/>
                    <a:pt x="19981" y="9990"/>
                  </a:cubicBezTo>
                  <a:cubicBezTo>
                    <a:pt x="19981" y="4488"/>
                    <a:pt x="15491" y="0"/>
                    <a:pt x="999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4" name="Google Shape;11384;p106"/>
            <p:cNvSpPr/>
            <p:nvPr/>
          </p:nvSpPr>
          <p:spPr>
            <a:xfrm>
              <a:off x="6663449" y="2645840"/>
              <a:ext cx="317704" cy="268826"/>
            </a:xfrm>
            <a:custGeom>
              <a:rect b="b" l="l" r="r" t="t"/>
              <a:pathLst>
                <a:path extrusionOk="0" h="12881" w="15223">
                  <a:moveTo>
                    <a:pt x="12295" y="1172"/>
                  </a:moveTo>
                  <a:cubicBezTo>
                    <a:pt x="12619" y="1172"/>
                    <a:pt x="12881" y="1435"/>
                    <a:pt x="12881" y="1757"/>
                  </a:cubicBezTo>
                  <a:cubicBezTo>
                    <a:pt x="12881" y="2079"/>
                    <a:pt x="12617" y="2343"/>
                    <a:pt x="12295" y="2343"/>
                  </a:cubicBezTo>
                  <a:cubicBezTo>
                    <a:pt x="11973" y="2343"/>
                    <a:pt x="11709" y="2079"/>
                    <a:pt x="11709" y="1757"/>
                  </a:cubicBezTo>
                  <a:cubicBezTo>
                    <a:pt x="11709" y="1435"/>
                    <a:pt x="11973" y="1172"/>
                    <a:pt x="12295" y="1172"/>
                  </a:cubicBezTo>
                  <a:close/>
                  <a:moveTo>
                    <a:pt x="2343" y="4685"/>
                  </a:moveTo>
                  <a:cubicBezTo>
                    <a:pt x="2592" y="4685"/>
                    <a:pt x="2827" y="4763"/>
                    <a:pt x="3022" y="4902"/>
                  </a:cubicBezTo>
                  <a:cubicBezTo>
                    <a:pt x="2330" y="5410"/>
                    <a:pt x="1821" y="6015"/>
                    <a:pt x="1513" y="6677"/>
                  </a:cubicBezTo>
                  <a:cubicBezTo>
                    <a:pt x="1301" y="6461"/>
                    <a:pt x="1173" y="6167"/>
                    <a:pt x="1173" y="5856"/>
                  </a:cubicBezTo>
                  <a:cubicBezTo>
                    <a:pt x="1173" y="5210"/>
                    <a:pt x="1697" y="4685"/>
                    <a:pt x="2343" y="4685"/>
                  </a:cubicBezTo>
                  <a:close/>
                  <a:moveTo>
                    <a:pt x="12881" y="4685"/>
                  </a:moveTo>
                  <a:cubicBezTo>
                    <a:pt x="13526" y="4685"/>
                    <a:pt x="14052" y="5208"/>
                    <a:pt x="14052" y="5854"/>
                  </a:cubicBezTo>
                  <a:cubicBezTo>
                    <a:pt x="14052" y="6167"/>
                    <a:pt x="13923" y="6461"/>
                    <a:pt x="13712" y="6677"/>
                  </a:cubicBezTo>
                  <a:cubicBezTo>
                    <a:pt x="13404" y="6015"/>
                    <a:pt x="12893" y="5410"/>
                    <a:pt x="12201" y="4902"/>
                  </a:cubicBezTo>
                  <a:cubicBezTo>
                    <a:pt x="12396" y="4763"/>
                    <a:pt x="12633" y="4685"/>
                    <a:pt x="12881" y="4685"/>
                  </a:cubicBezTo>
                  <a:close/>
                  <a:moveTo>
                    <a:pt x="7616" y="4685"/>
                  </a:moveTo>
                  <a:cubicBezTo>
                    <a:pt x="9058" y="4685"/>
                    <a:pt x="10407" y="5074"/>
                    <a:pt x="11416" y="5778"/>
                  </a:cubicBezTo>
                  <a:cubicBezTo>
                    <a:pt x="12360" y="6440"/>
                    <a:pt x="12881" y="7299"/>
                    <a:pt x="12881" y="8196"/>
                  </a:cubicBezTo>
                  <a:cubicBezTo>
                    <a:pt x="12881" y="9095"/>
                    <a:pt x="12360" y="9953"/>
                    <a:pt x="11416" y="10615"/>
                  </a:cubicBezTo>
                  <a:cubicBezTo>
                    <a:pt x="10407" y="11320"/>
                    <a:pt x="9056" y="11710"/>
                    <a:pt x="7612" y="11710"/>
                  </a:cubicBezTo>
                  <a:cubicBezTo>
                    <a:pt x="6167" y="11710"/>
                    <a:pt x="4816" y="11320"/>
                    <a:pt x="3807" y="10615"/>
                  </a:cubicBezTo>
                  <a:cubicBezTo>
                    <a:pt x="2863" y="9953"/>
                    <a:pt x="2343" y="9095"/>
                    <a:pt x="2343" y="8196"/>
                  </a:cubicBezTo>
                  <a:cubicBezTo>
                    <a:pt x="2343" y="7299"/>
                    <a:pt x="2863" y="6440"/>
                    <a:pt x="3807" y="5778"/>
                  </a:cubicBezTo>
                  <a:cubicBezTo>
                    <a:pt x="4816" y="5074"/>
                    <a:pt x="6165" y="4685"/>
                    <a:pt x="7609" y="4685"/>
                  </a:cubicBezTo>
                  <a:close/>
                  <a:moveTo>
                    <a:pt x="8782" y="0"/>
                  </a:moveTo>
                  <a:cubicBezTo>
                    <a:pt x="8538" y="0"/>
                    <a:pt x="8309" y="156"/>
                    <a:pt x="8228" y="402"/>
                  </a:cubicBezTo>
                  <a:lnTo>
                    <a:pt x="7186" y="3524"/>
                  </a:lnTo>
                  <a:cubicBezTo>
                    <a:pt x="6065" y="3576"/>
                    <a:pt x="4998" y="3836"/>
                    <a:pt x="4073" y="4276"/>
                  </a:cubicBezTo>
                  <a:cubicBezTo>
                    <a:pt x="3634" y="3797"/>
                    <a:pt x="3011" y="3514"/>
                    <a:pt x="2343" y="3514"/>
                  </a:cubicBezTo>
                  <a:cubicBezTo>
                    <a:pt x="1051" y="3514"/>
                    <a:pt x="0" y="4565"/>
                    <a:pt x="0" y="5856"/>
                  </a:cubicBezTo>
                  <a:cubicBezTo>
                    <a:pt x="0" y="6702"/>
                    <a:pt x="469" y="7478"/>
                    <a:pt x="1186" y="7889"/>
                  </a:cubicBezTo>
                  <a:cubicBezTo>
                    <a:pt x="1177" y="7991"/>
                    <a:pt x="1171" y="8094"/>
                    <a:pt x="1171" y="8196"/>
                  </a:cubicBezTo>
                  <a:cubicBezTo>
                    <a:pt x="1171" y="9488"/>
                    <a:pt x="1870" y="10687"/>
                    <a:pt x="3137" y="11573"/>
                  </a:cubicBezTo>
                  <a:cubicBezTo>
                    <a:pt x="4340" y="12415"/>
                    <a:pt x="5928" y="12881"/>
                    <a:pt x="7611" y="12881"/>
                  </a:cubicBezTo>
                  <a:cubicBezTo>
                    <a:pt x="9293" y="12881"/>
                    <a:pt x="10883" y="12415"/>
                    <a:pt x="12086" y="11573"/>
                  </a:cubicBezTo>
                  <a:cubicBezTo>
                    <a:pt x="13353" y="10687"/>
                    <a:pt x="14050" y="9488"/>
                    <a:pt x="14050" y="8196"/>
                  </a:cubicBezTo>
                  <a:cubicBezTo>
                    <a:pt x="14050" y="8094"/>
                    <a:pt x="14046" y="7991"/>
                    <a:pt x="14037" y="7889"/>
                  </a:cubicBezTo>
                  <a:cubicBezTo>
                    <a:pt x="14754" y="7478"/>
                    <a:pt x="15223" y="6702"/>
                    <a:pt x="15223" y="5856"/>
                  </a:cubicBezTo>
                  <a:cubicBezTo>
                    <a:pt x="15223" y="4565"/>
                    <a:pt x="14172" y="3514"/>
                    <a:pt x="12881" y="3514"/>
                  </a:cubicBezTo>
                  <a:cubicBezTo>
                    <a:pt x="12212" y="3514"/>
                    <a:pt x="11589" y="3797"/>
                    <a:pt x="11152" y="4276"/>
                  </a:cubicBezTo>
                  <a:cubicBezTo>
                    <a:pt x="10330" y="3885"/>
                    <a:pt x="9396" y="3636"/>
                    <a:pt x="8412" y="3549"/>
                  </a:cubicBezTo>
                  <a:lnTo>
                    <a:pt x="9153" y="1327"/>
                  </a:lnTo>
                  <a:lnTo>
                    <a:pt x="10540" y="1789"/>
                  </a:lnTo>
                  <a:cubicBezTo>
                    <a:pt x="10556" y="2742"/>
                    <a:pt x="11338" y="3514"/>
                    <a:pt x="12295" y="3514"/>
                  </a:cubicBezTo>
                  <a:cubicBezTo>
                    <a:pt x="13263" y="3514"/>
                    <a:pt x="14052" y="2725"/>
                    <a:pt x="14052" y="1757"/>
                  </a:cubicBezTo>
                  <a:cubicBezTo>
                    <a:pt x="14052" y="790"/>
                    <a:pt x="13263" y="1"/>
                    <a:pt x="12295" y="1"/>
                  </a:cubicBezTo>
                  <a:cubicBezTo>
                    <a:pt x="11732" y="1"/>
                    <a:pt x="11232" y="268"/>
                    <a:pt x="10910" y="678"/>
                  </a:cubicBezTo>
                  <a:lnTo>
                    <a:pt x="8968" y="31"/>
                  </a:lnTo>
                  <a:cubicBezTo>
                    <a:pt x="8906" y="10"/>
                    <a:pt x="8844" y="0"/>
                    <a:pt x="87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5" name="Google Shape;11385;p106"/>
            <p:cNvSpPr/>
            <p:nvPr/>
          </p:nvSpPr>
          <p:spPr>
            <a:xfrm>
              <a:off x="6748992" y="2768030"/>
              <a:ext cx="48898" cy="48878"/>
            </a:xfrm>
            <a:custGeom>
              <a:rect b="b" l="l" r="r" t="t"/>
              <a:pathLst>
                <a:path extrusionOk="0" h="2342" w="2343">
                  <a:moveTo>
                    <a:pt x="1171" y="1"/>
                  </a:moveTo>
                  <a:cubicBezTo>
                    <a:pt x="526" y="1"/>
                    <a:pt x="0" y="525"/>
                    <a:pt x="0" y="1170"/>
                  </a:cubicBezTo>
                  <a:cubicBezTo>
                    <a:pt x="0" y="1816"/>
                    <a:pt x="526" y="2341"/>
                    <a:pt x="1171" y="2341"/>
                  </a:cubicBezTo>
                  <a:cubicBezTo>
                    <a:pt x="1817" y="2341"/>
                    <a:pt x="2342" y="1816"/>
                    <a:pt x="2342" y="1170"/>
                  </a:cubicBezTo>
                  <a:cubicBezTo>
                    <a:pt x="2342" y="525"/>
                    <a:pt x="1817" y="1"/>
                    <a:pt x="117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6" name="Google Shape;11386;p106"/>
            <p:cNvSpPr/>
            <p:nvPr/>
          </p:nvSpPr>
          <p:spPr>
            <a:xfrm>
              <a:off x="6846703" y="2768030"/>
              <a:ext cx="48898" cy="48878"/>
            </a:xfrm>
            <a:custGeom>
              <a:rect b="b" l="l" r="r" t="t"/>
              <a:pathLst>
                <a:path extrusionOk="0" h="2342" w="2343">
                  <a:moveTo>
                    <a:pt x="1172" y="1"/>
                  </a:moveTo>
                  <a:cubicBezTo>
                    <a:pt x="526" y="1"/>
                    <a:pt x="1" y="525"/>
                    <a:pt x="1" y="1170"/>
                  </a:cubicBezTo>
                  <a:cubicBezTo>
                    <a:pt x="1" y="1816"/>
                    <a:pt x="526" y="2341"/>
                    <a:pt x="1172" y="2341"/>
                  </a:cubicBezTo>
                  <a:cubicBezTo>
                    <a:pt x="1818" y="2341"/>
                    <a:pt x="2343" y="1816"/>
                    <a:pt x="2343" y="1170"/>
                  </a:cubicBezTo>
                  <a:cubicBezTo>
                    <a:pt x="2343" y="525"/>
                    <a:pt x="1818" y="1"/>
                    <a:pt x="117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7" name="Google Shape;11387;p106"/>
            <p:cNvSpPr/>
            <p:nvPr/>
          </p:nvSpPr>
          <p:spPr>
            <a:xfrm>
              <a:off x="6759469" y="2841323"/>
              <a:ext cx="125658" cy="35938"/>
            </a:xfrm>
            <a:custGeom>
              <a:rect b="b" l="l" r="r" t="t"/>
              <a:pathLst>
                <a:path extrusionOk="0" h="1722" w="6021">
                  <a:moveTo>
                    <a:pt x="670" y="0"/>
                  </a:moveTo>
                  <a:cubicBezTo>
                    <a:pt x="455" y="0"/>
                    <a:pt x="249" y="119"/>
                    <a:pt x="146" y="324"/>
                  </a:cubicBezTo>
                  <a:cubicBezTo>
                    <a:pt x="1" y="614"/>
                    <a:pt x="117" y="965"/>
                    <a:pt x="407" y="1110"/>
                  </a:cubicBezTo>
                  <a:cubicBezTo>
                    <a:pt x="1223" y="1516"/>
                    <a:pt x="2116" y="1722"/>
                    <a:pt x="3011" y="1722"/>
                  </a:cubicBezTo>
                  <a:cubicBezTo>
                    <a:pt x="3905" y="1722"/>
                    <a:pt x="4800" y="1518"/>
                    <a:pt x="5614" y="1110"/>
                  </a:cubicBezTo>
                  <a:cubicBezTo>
                    <a:pt x="5904" y="965"/>
                    <a:pt x="6021" y="614"/>
                    <a:pt x="5875" y="324"/>
                  </a:cubicBezTo>
                  <a:cubicBezTo>
                    <a:pt x="5774" y="119"/>
                    <a:pt x="5567" y="0"/>
                    <a:pt x="5352" y="0"/>
                  </a:cubicBezTo>
                  <a:cubicBezTo>
                    <a:pt x="5264" y="0"/>
                    <a:pt x="5174" y="20"/>
                    <a:pt x="5090" y="62"/>
                  </a:cubicBezTo>
                  <a:cubicBezTo>
                    <a:pt x="4439" y="388"/>
                    <a:pt x="3725" y="551"/>
                    <a:pt x="3011" y="551"/>
                  </a:cubicBezTo>
                  <a:cubicBezTo>
                    <a:pt x="2296" y="551"/>
                    <a:pt x="1582" y="388"/>
                    <a:pt x="931" y="62"/>
                  </a:cubicBezTo>
                  <a:cubicBezTo>
                    <a:pt x="847" y="20"/>
                    <a:pt x="758" y="0"/>
                    <a:pt x="67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88" name="Google Shape;11388;p106"/>
          <p:cNvGrpSpPr/>
          <p:nvPr/>
        </p:nvGrpSpPr>
        <p:grpSpPr>
          <a:xfrm>
            <a:off x="7896740" y="3238780"/>
            <a:ext cx="407411" cy="407411"/>
            <a:chOff x="2964567" y="2571753"/>
            <a:chExt cx="417045" cy="417045"/>
          </a:xfrm>
        </p:grpSpPr>
        <p:sp>
          <p:nvSpPr>
            <p:cNvPr id="11389" name="Google Shape;11389;p106"/>
            <p:cNvSpPr/>
            <p:nvPr/>
          </p:nvSpPr>
          <p:spPr>
            <a:xfrm>
              <a:off x="2964567" y="2571753"/>
              <a:ext cx="417045" cy="417045"/>
            </a:xfrm>
            <a:custGeom>
              <a:rect b="b" l="l" r="r" t="t"/>
              <a:pathLst>
                <a:path extrusionOk="0" h="19983" w="19983">
                  <a:moveTo>
                    <a:pt x="9992" y="1170"/>
                  </a:moveTo>
                  <a:cubicBezTo>
                    <a:pt x="14855" y="1170"/>
                    <a:pt x="18812" y="4866"/>
                    <a:pt x="18812" y="9405"/>
                  </a:cubicBezTo>
                  <a:cubicBezTo>
                    <a:pt x="18812" y="13925"/>
                    <a:pt x="14855" y="17601"/>
                    <a:pt x="9992" y="17601"/>
                  </a:cubicBezTo>
                  <a:cubicBezTo>
                    <a:pt x="9111" y="17601"/>
                    <a:pt x="8240" y="17481"/>
                    <a:pt x="7407" y="17242"/>
                  </a:cubicBezTo>
                  <a:cubicBezTo>
                    <a:pt x="7354" y="17226"/>
                    <a:pt x="7299" y="17218"/>
                    <a:pt x="7245" y="17218"/>
                  </a:cubicBezTo>
                  <a:cubicBezTo>
                    <a:pt x="7153" y="17218"/>
                    <a:pt x="7062" y="17240"/>
                    <a:pt x="6979" y="17282"/>
                  </a:cubicBezTo>
                  <a:lnTo>
                    <a:pt x="4723" y="18439"/>
                  </a:lnTo>
                  <a:lnTo>
                    <a:pt x="4723" y="16262"/>
                  </a:lnTo>
                  <a:cubicBezTo>
                    <a:pt x="4723" y="16078"/>
                    <a:pt x="4637" y="15904"/>
                    <a:pt x="4490" y="15793"/>
                  </a:cubicBezTo>
                  <a:cubicBezTo>
                    <a:pt x="2381" y="14208"/>
                    <a:pt x="1171" y="11880"/>
                    <a:pt x="1171" y="9405"/>
                  </a:cubicBezTo>
                  <a:cubicBezTo>
                    <a:pt x="1171" y="4866"/>
                    <a:pt x="5129" y="1170"/>
                    <a:pt x="9992" y="1170"/>
                  </a:cubicBezTo>
                  <a:close/>
                  <a:moveTo>
                    <a:pt x="9992" y="1"/>
                  </a:moveTo>
                  <a:cubicBezTo>
                    <a:pt x="4575" y="1"/>
                    <a:pt x="0" y="4153"/>
                    <a:pt x="0" y="9407"/>
                  </a:cubicBezTo>
                  <a:cubicBezTo>
                    <a:pt x="0" y="12221"/>
                    <a:pt x="1359" y="14795"/>
                    <a:pt x="3552" y="16548"/>
                  </a:cubicBezTo>
                  <a:lnTo>
                    <a:pt x="3552" y="19396"/>
                  </a:lnTo>
                  <a:cubicBezTo>
                    <a:pt x="3552" y="19602"/>
                    <a:pt x="3659" y="19791"/>
                    <a:pt x="3832" y="19897"/>
                  </a:cubicBezTo>
                  <a:cubicBezTo>
                    <a:pt x="3925" y="19953"/>
                    <a:pt x="4031" y="19982"/>
                    <a:pt x="4138" y="19982"/>
                  </a:cubicBezTo>
                  <a:cubicBezTo>
                    <a:pt x="4229" y="19982"/>
                    <a:pt x="4320" y="19961"/>
                    <a:pt x="4405" y="19918"/>
                  </a:cubicBezTo>
                  <a:lnTo>
                    <a:pt x="7310" y="18429"/>
                  </a:lnTo>
                  <a:cubicBezTo>
                    <a:pt x="8180" y="18657"/>
                    <a:pt x="9081" y="18772"/>
                    <a:pt x="9992" y="18772"/>
                  </a:cubicBezTo>
                  <a:cubicBezTo>
                    <a:pt x="15500" y="18772"/>
                    <a:pt x="19983" y="14570"/>
                    <a:pt x="19983" y="9407"/>
                  </a:cubicBezTo>
                  <a:cubicBezTo>
                    <a:pt x="19983" y="4151"/>
                    <a:pt x="15405" y="1"/>
                    <a:pt x="99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0" name="Google Shape;11390;p106"/>
            <p:cNvSpPr/>
            <p:nvPr/>
          </p:nvSpPr>
          <p:spPr>
            <a:xfrm>
              <a:off x="3037777" y="2694715"/>
              <a:ext cx="270642" cy="146633"/>
            </a:xfrm>
            <a:custGeom>
              <a:rect b="b" l="l" r="r" t="t"/>
              <a:pathLst>
                <a:path extrusionOk="0" h="7026" w="12968">
                  <a:moveTo>
                    <a:pt x="5362" y="1463"/>
                  </a:moveTo>
                  <a:lnTo>
                    <a:pt x="7241" y="3341"/>
                  </a:lnTo>
                  <a:cubicBezTo>
                    <a:pt x="7353" y="3454"/>
                    <a:pt x="7503" y="3513"/>
                    <a:pt x="7655" y="3513"/>
                  </a:cubicBezTo>
                  <a:cubicBezTo>
                    <a:pt x="7744" y="3513"/>
                    <a:pt x="7833" y="3493"/>
                    <a:pt x="7917" y="3451"/>
                  </a:cubicBezTo>
                  <a:lnTo>
                    <a:pt x="10216" y="2303"/>
                  </a:lnTo>
                  <a:lnTo>
                    <a:pt x="7605" y="5565"/>
                  </a:lnTo>
                  <a:lnTo>
                    <a:pt x="5726" y="3685"/>
                  </a:lnTo>
                  <a:cubicBezTo>
                    <a:pt x="5614" y="3573"/>
                    <a:pt x="5463" y="3514"/>
                    <a:pt x="5311" y="3514"/>
                  </a:cubicBezTo>
                  <a:cubicBezTo>
                    <a:pt x="5223" y="3514"/>
                    <a:pt x="5133" y="3534"/>
                    <a:pt x="5051" y="3575"/>
                  </a:cubicBezTo>
                  <a:lnTo>
                    <a:pt x="2751" y="4725"/>
                  </a:lnTo>
                  <a:lnTo>
                    <a:pt x="2751" y="4725"/>
                  </a:lnTo>
                  <a:lnTo>
                    <a:pt x="5362" y="1463"/>
                  </a:lnTo>
                  <a:close/>
                  <a:moveTo>
                    <a:pt x="5312" y="1"/>
                  </a:moveTo>
                  <a:cubicBezTo>
                    <a:pt x="5302" y="1"/>
                    <a:pt x="5291" y="1"/>
                    <a:pt x="5281" y="2"/>
                  </a:cubicBezTo>
                  <a:cubicBezTo>
                    <a:pt x="5114" y="12"/>
                    <a:pt x="4959" y="92"/>
                    <a:pt x="4856" y="221"/>
                  </a:cubicBezTo>
                  <a:lnTo>
                    <a:pt x="172" y="6075"/>
                  </a:lnTo>
                  <a:cubicBezTo>
                    <a:pt x="0" y="6290"/>
                    <a:pt x="2" y="6595"/>
                    <a:pt x="174" y="6809"/>
                  </a:cubicBezTo>
                  <a:cubicBezTo>
                    <a:pt x="288" y="6950"/>
                    <a:pt x="457" y="7026"/>
                    <a:pt x="630" y="7026"/>
                  </a:cubicBezTo>
                  <a:cubicBezTo>
                    <a:pt x="719" y="7026"/>
                    <a:pt x="808" y="7006"/>
                    <a:pt x="892" y="6964"/>
                  </a:cubicBezTo>
                  <a:lnTo>
                    <a:pt x="5198" y="4811"/>
                  </a:lnTo>
                  <a:lnTo>
                    <a:pt x="7241" y="6855"/>
                  </a:lnTo>
                  <a:cubicBezTo>
                    <a:pt x="7349" y="6964"/>
                    <a:pt x="7496" y="7026"/>
                    <a:pt x="7650" y="7026"/>
                  </a:cubicBezTo>
                  <a:cubicBezTo>
                    <a:pt x="7662" y="7026"/>
                    <a:pt x="7674" y="7025"/>
                    <a:pt x="7687" y="7024"/>
                  </a:cubicBezTo>
                  <a:cubicBezTo>
                    <a:pt x="7853" y="7016"/>
                    <a:pt x="8007" y="6936"/>
                    <a:pt x="8111" y="6807"/>
                  </a:cubicBezTo>
                  <a:lnTo>
                    <a:pt x="12795" y="951"/>
                  </a:lnTo>
                  <a:cubicBezTo>
                    <a:pt x="12967" y="737"/>
                    <a:pt x="12965" y="431"/>
                    <a:pt x="12792" y="219"/>
                  </a:cubicBezTo>
                  <a:cubicBezTo>
                    <a:pt x="12679" y="78"/>
                    <a:pt x="12510" y="1"/>
                    <a:pt x="12337" y="1"/>
                  </a:cubicBezTo>
                  <a:cubicBezTo>
                    <a:pt x="12249" y="1"/>
                    <a:pt x="12159" y="21"/>
                    <a:pt x="12075" y="63"/>
                  </a:cubicBezTo>
                  <a:lnTo>
                    <a:pt x="7770" y="2216"/>
                  </a:lnTo>
                  <a:lnTo>
                    <a:pt x="5726" y="173"/>
                  </a:lnTo>
                  <a:cubicBezTo>
                    <a:pt x="5617" y="62"/>
                    <a:pt x="5467" y="1"/>
                    <a:pt x="531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91" name="Google Shape;11391;p106"/>
          <p:cNvGrpSpPr/>
          <p:nvPr/>
        </p:nvGrpSpPr>
        <p:grpSpPr>
          <a:xfrm>
            <a:off x="1612062" y="3815897"/>
            <a:ext cx="407391" cy="286470"/>
            <a:chOff x="3476576" y="2633631"/>
            <a:chExt cx="417024" cy="293244"/>
          </a:xfrm>
        </p:grpSpPr>
        <p:sp>
          <p:nvSpPr>
            <p:cNvPr id="11392" name="Google Shape;11392;p106"/>
            <p:cNvSpPr/>
            <p:nvPr/>
          </p:nvSpPr>
          <p:spPr>
            <a:xfrm>
              <a:off x="3476576" y="2633631"/>
              <a:ext cx="417024" cy="293244"/>
            </a:xfrm>
            <a:custGeom>
              <a:rect b="b" l="l" r="r" t="t"/>
              <a:pathLst>
                <a:path extrusionOk="0" h="14051" w="19982">
                  <a:moveTo>
                    <a:pt x="17056" y="1172"/>
                  </a:moveTo>
                  <a:cubicBezTo>
                    <a:pt x="18023" y="1172"/>
                    <a:pt x="18811" y="1961"/>
                    <a:pt x="18811" y="2929"/>
                  </a:cubicBezTo>
                  <a:lnTo>
                    <a:pt x="18811" y="11124"/>
                  </a:lnTo>
                  <a:cubicBezTo>
                    <a:pt x="18811" y="12092"/>
                    <a:pt x="18023" y="12881"/>
                    <a:pt x="17056" y="12881"/>
                  </a:cubicBezTo>
                  <a:lnTo>
                    <a:pt x="2927" y="12881"/>
                  </a:lnTo>
                  <a:cubicBezTo>
                    <a:pt x="1959" y="12881"/>
                    <a:pt x="1172" y="12092"/>
                    <a:pt x="1172" y="11124"/>
                  </a:cubicBezTo>
                  <a:lnTo>
                    <a:pt x="1172" y="2929"/>
                  </a:lnTo>
                  <a:cubicBezTo>
                    <a:pt x="1172" y="1961"/>
                    <a:pt x="1959" y="1172"/>
                    <a:pt x="2927" y="1172"/>
                  </a:cubicBezTo>
                  <a:close/>
                  <a:moveTo>
                    <a:pt x="2927" y="1"/>
                  </a:moveTo>
                  <a:cubicBezTo>
                    <a:pt x="1313" y="1"/>
                    <a:pt x="1" y="1315"/>
                    <a:pt x="1" y="2929"/>
                  </a:cubicBezTo>
                  <a:lnTo>
                    <a:pt x="1" y="11124"/>
                  </a:lnTo>
                  <a:cubicBezTo>
                    <a:pt x="1" y="12738"/>
                    <a:pt x="1313" y="14050"/>
                    <a:pt x="2927" y="14050"/>
                  </a:cubicBezTo>
                  <a:lnTo>
                    <a:pt x="17056" y="14050"/>
                  </a:lnTo>
                  <a:cubicBezTo>
                    <a:pt x="18669" y="14050"/>
                    <a:pt x="19982" y="12738"/>
                    <a:pt x="19982" y="11124"/>
                  </a:cubicBezTo>
                  <a:lnTo>
                    <a:pt x="19982" y="2929"/>
                  </a:lnTo>
                  <a:cubicBezTo>
                    <a:pt x="19982" y="1315"/>
                    <a:pt x="18669" y="1"/>
                    <a:pt x="1705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3" name="Google Shape;11393;p106"/>
            <p:cNvSpPr/>
            <p:nvPr/>
          </p:nvSpPr>
          <p:spPr>
            <a:xfrm>
              <a:off x="3636206" y="2706945"/>
              <a:ext cx="122194" cy="146633"/>
            </a:xfrm>
            <a:custGeom>
              <a:rect b="b" l="l" r="r" t="t"/>
              <a:pathLst>
                <a:path extrusionOk="0" h="7026" w="5855">
                  <a:moveTo>
                    <a:pt x="1172" y="1643"/>
                  </a:moveTo>
                  <a:lnTo>
                    <a:pt x="4165" y="3514"/>
                  </a:lnTo>
                  <a:lnTo>
                    <a:pt x="1172" y="5384"/>
                  </a:lnTo>
                  <a:lnTo>
                    <a:pt x="1172" y="1643"/>
                  </a:lnTo>
                  <a:close/>
                  <a:moveTo>
                    <a:pt x="586" y="0"/>
                  </a:moveTo>
                  <a:cubicBezTo>
                    <a:pt x="489" y="0"/>
                    <a:pt x="391" y="25"/>
                    <a:pt x="302" y="74"/>
                  </a:cubicBezTo>
                  <a:cubicBezTo>
                    <a:pt x="116" y="178"/>
                    <a:pt x="1" y="373"/>
                    <a:pt x="1" y="587"/>
                  </a:cubicBezTo>
                  <a:lnTo>
                    <a:pt x="1" y="6440"/>
                  </a:lnTo>
                  <a:cubicBezTo>
                    <a:pt x="1" y="6653"/>
                    <a:pt x="116" y="6849"/>
                    <a:pt x="302" y="6953"/>
                  </a:cubicBezTo>
                  <a:cubicBezTo>
                    <a:pt x="389" y="7001"/>
                    <a:pt x="487" y="7026"/>
                    <a:pt x="585" y="7026"/>
                  </a:cubicBezTo>
                  <a:cubicBezTo>
                    <a:pt x="693" y="7026"/>
                    <a:pt x="801" y="6997"/>
                    <a:pt x="896" y="6937"/>
                  </a:cubicBezTo>
                  <a:lnTo>
                    <a:pt x="5580" y="4010"/>
                  </a:lnTo>
                  <a:cubicBezTo>
                    <a:pt x="5750" y="3903"/>
                    <a:pt x="5854" y="3714"/>
                    <a:pt x="5854" y="3513"/>
                  </a:cubicBezTo>
                  <a:cubicBezTo>
                    <a:pt x="5854" y="3311"/>
                    <a:pt x="5750" y="3123"/>
                    <a:pt x="5580" y="3017"/>
                  </a:cubicBezTo>
                  <a:lnTo>
                    <a:pt x="896" y="90"/>
                  </a:lnTo>
                  <a:cubicBezTo>
                    <a:pt x="801" y="30"/>
                    <a:pt x="694" y="0"/>
                    <a:pt x="5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94" name="Google Shape;11394;p106"/>
          <p:cNvGrpSpPr/>
          <p:nvPr/>
        </p:nvGrpSpPr>
        <p:grpSpPr>
          <a:xfrm>
            <a:off x="2228394" y="3755508"/>
            <a:ext cx="407411" cy="407248"/>
            <a:chOff x="3988564" y="2571836"/>
            <a:chExt cx="417045" cy="416878"/>
          </a:xfrm>
        </p:grpSpPr>
        <p:sp>
          <p:nvSpPr>
            <p:cNvPr id="11395" name="Google Shape;11395;p106"/>
            <p:cNvSpPr/>
            <p:nvPr/>
          </p:nvSpPr>
          <p:spPr>
            <a:xfrm>
              <a:off x="4090678" y="2650431"/>
              <a:ext cx="213124" cy="259268"/>
            </a:xfrm>
            <a:custGeom>
              <a:rect b="b" l="l" r="r" t="t"/>
              <a:pathLst>
                <a:path extrusionOk="0" h="12423" w="10212">
                  <a:moveTo>
                    <a:pt x="4938" y="1172"/>
                  </a:moveTo>
                  <a:cubicBezTo>
                    <a:pt x="7267" y="1172"/>
                    <a:pt x="8610" y="2621"/>
                    <a:pt x="8610" y="3081"/>
                  </a:cubicBezTo>
                  <a:cubicBezTo>
                    <a:pt x="8610" y="3348"/>
                    <a:pt x="8308" y="3471"/>
                    <a:pt x="8102" y="3471"/>
                  </a:cubicBezTo>
                  <a:cubicBezTo>
                    <a:pt x="7867" y="3471"/>
                    <a:pt x="7733" y="3357"/>
                    <a:pt x="7407" y="3026"/>
                  </a:cubicBezTo>
                  <a:cubicBezTo>
                    <a:pt x="6933" y="2541"/>
                    <a:pt x="6282" y="1879"/>
                    <a:pt x="4821" y="1879"/>
                  </a:cubicBezTo>
                  <a:cubicBezTo>
                    <a:pt x="4177" y="1879"/>
                    <a:pt x="3602" y="2046"/>
                    <a:pt x="3162" y="2362"/>
                  </a:cubicBezTo>
                  <a:cubicBezTo>
                    <a:pt x="2687" y="2700"/>
                    <a:pt x="2417" y="3188"/>
                    <a:pt x="2417" y="3701"/>
                  </a:cubicBezTo>
                  <a:cubicBezTo>
                    <a:pt x="2417" y="4145"/>
                    <a:pt x="2603" y="4758"/>
                    <a:pt x="3491" y="5152"/>
                  </a:cubicBezTo>
                  <a:cubicBezTo>
                    <a:pt x="3997" y="5378"/>
                    <a:pt x="4646" y="5506"/>
                    <a:pt x="5334" y="5642"/>
                  </a:cubicBezTo>
                  <a:cubicBezTo>
                    <a:pt x="7566" y="6081"/>
                    <a:pt x="9029" y="6514"/>
                    <a:pt x="9029" y="8449"/>
                  </a:cubicBezTo>
                  <a:cubicBezTo>
                    <a:pt x="9029" y="8455"/>
                    <a:pt x="9029" y="8464"/>
                    <a:pt x="9029" y="8478"/>
                  </a:cubicBezTo>
                  <a:cubicBezTo>
                    <a:pt x="9035" y="8646"/>
                    <a:pt x="9028" y="9518"/>
                    <a:pt x="8347" y="10222"/>
                  </a:cubicBezTo>
                  <a:cubicBezTo>
                    <a:pt x="7688" y="10903"/>
                    <a:pt x="6597" y="11248"/>
                    <a:pt x="5102" y="11252"/>
                  </a:cubicBezTo>
                  <a:cubicBezTo>
                    <a:pt x="2240" y="11250"/>
                    <a:pt x="1171" y="9891"/>
                    <a:pt x="1171" y="9033"/>
                  </a:cubicBezTo>
                  <a:cubicBezTo>
                    <a:pt x="1171" y="8780"/>
                    <a:pt x="1518" y="8672"/>
                    <a:pt x="1656" y="8672"/>
                  </a:cubicBezTo>
                  <a:cubicBezTo>
                    <a:pt x="1844" y="8672"/>
                    <a:pt x="2005" y="8837"/>
                    <a:pt x="2327" y="9212"/>
                  </a:cubicBezTo>
                  <a:cubicBezTo>
                    <a:pt x="2843" y="9813"/>
                    <a:pt x="3551" y="10636"/>
                    <a:pt x="5095" y="10636"/>
                  </a:cubicBezTo>
                  <a:cubicBezTo>
                    <a:pt x="6363" y="10636"/>
                    <a:pt x="7727" y="9881"/>
                    <a:pt x="7727" y="8612"/>
                  </a:cubicBezTo>
                  <a:cubicBezTo>
                    <a:pt x="7727" y="7951"/>
                    <a:pt x="7363" y="7445"/>
                    <a:pt x="6647" y="7109"/>
                  </a:cubicBezTo>
                  <a:cubicBezTo>
                    <a:pt x="6130" y="6866"/>
                    <a:pt x="5472" y="6726"/>
                    <a:pt x="4773" y="6578"/>
                  </a:cubicBezTo>
                  <a:cubicBezTo>
                    <a:pt x="2620" y="6120"/>
                    <a:pt x="1209" y="5683"/>
                    <a:pt x="1209" y="3859"/>
                  </a:cubicBezTo>
                  <a:cubicBezTo>
                    <a:pt x="1209" y="2893"/>
                    <a:pt x="1667" y="2191"/>
                    <a:pt x="2606" y="1711"/>
                  </a:cubicBezTo>
                  <a:cubicBezTo>
                    <a:pt x="3388" y="1313"/>
                    <a:pt x="4350" y="1172"/>
                    <a:pt x="4938" y="1172"/>
                  </a:cubicBezTo>
                  <a:close/>
                  <a:moveTo>
                    <a:pt x="4938" y="1"/>
                  </a:moveTo>
                  <a:cubicBezTo>
                    <a:pt x="2944" y="1"/>
                    <a:pt x="39" y="991"/>
                    <a:pt x="39" y="3861"/>
                  </a:cubicBezTo>
                  <a:cubicBezTo>
                    <a:pt x="39" y="5149"/>
                    <a:pt x="579" y="6129"/>
                    <a:pt x="1644" y="6772"/>
                  </a:cubicBezTo>
                  <a:cubicBezTo>
                    <a:pt x="2505" y="7293"/>
                    <a:pt x="3581" y="7523"/>
                    <a:pt x="4529" y="7724"/>
                  </a:cubicBezTo>
                  <a:cubicBezTo>
                    <a:pt x="5159" y="7857"/>
                    <a:pt x="5755" y="7984"/>
                    <a:pt x="6149" y="8170"/>
                  </a:cubicBezTo>
                  <a:cubicBezTo>
                    <a:pt x="6556" y="8359"/>
                    <a:pt x="6556" y="8518"/>
                    <a:pt x="6556" y="8612"/>
                  </a:cubicBezTo>
                  <a:cubicBezTo>
                    <a:pt x="6556" y="9100"/>
                    <a:pt x="5785" y="9465"/>
                    <a:pt x="5095" y="9465"/>
                  </a:cubicBezTo>
                  <a:cubicBezTo>
                    <a:pt x="4089" y="9465"/>
                    <a:pt x="3664" y="8971"/>
                    <a:pt x="3215" y="8449"/>
                  </a:cubicBezTo>
                  <a:cubicBezTo>
                    <a:pt x="2833" y="8005"/>
                    <a:pt x="2401" y="7501"/>
                    <a:pt x="1656" y="7501"/>
                  </a:cubicBezTo>
                  <a:cubicBezTo>
                    <a:pt x="860" y="7501"/>
                    <a:pt x="0" y="8087"/>
                    <a:pt x="0" y="9035"/>
                  </a:cubicBezTo>
                  <a:cubicBezTo>
                    <a:pt x="0" y="10459"/>
                    <a:pt x="1462" y="12423"/>
                    <a:pt x="5104" y="12423"/>
                  </a:cubicBezTo>
                  <a:cubicBezTo>
                    <a:pt x="6926" y="12419"/>
                    <a:pt x="8301" y="11954"/>
                    <a:pt x="9187" y="11036"/>
                  </a:cubicBezTo>
                  <a:cubicBezTo>
                    <a:pt x="10167" y="10024"/>
                    <a:pt x="10211" y="8803"/>
                    <a:pt x="10200" y="8442"/>
                  </a:cubicBezTo>
                  <a:cubicBezTo>
                    <a:pt x="10199" y="7101"/>
                    <a:pt x="9638" y="6090"/>
                    <a:pt x="8536" y="5435"/>
                  </a:cubicBezTo>
                  <a:cubicBezTo>
                    <a:pt x="7642" y="4904"/>
                    <a:pt x="6537" y="4685"/>
                    <a:pt x="5560" y="4492"/>
                  </a:cubicBezTo>
                  <a:cubicBezTo>
                    <a:pt x="4939" y="4370"/>
                    <a:pt x="4354" y="4255"/>
                    <a:pt x="3966" y="4084"/>
                  </a:cubicBezTo>
                  <a:cubicBezTo>
                    <a:pt x="3588" y="3916"/>
                    <a:pt x="3588" y="3781"/>
                    <a:pt x="3588" y="3703"/>
                  </a:cubicBezTo>
                  <a:cubicBezTo>
                    <a:pt x="3588" y="3429"/>
                    <a:pt x="4016" y="3050"/>
                    <a:pt x="4821" y="3050"/>
                  </a:cubicBezTo>
                  <a:cubicBezTo>
                    <a:pt x="5790" y="3050"/>
                    <a:pt x="6153" y="3418"/>
                    <a:pt x="6570" y="3847"/>
                  </a:cubicBezTo>
                  <a:cubicBezTo>
                    <a:pt x="6921" y="4202"/>
                    <a:pt x="7354" y="4644"/>
                    <a:pt x="8102" y="4644"/>
                  </a:cubicBezTo>
                  <a:cubicBezTo>
                    <a:pt x="8966" y="4644"/>
                    <a:pt x="9781" y="4016"/>
                    <a:pt x="9781" y="3082"/>
                  </a:cubicBezTo>
                  <a:cubicBezTo>
                    <a:pt x="9781" y="1768"/>
                    <a:pt x="7722" y="1"/>
                    <a:pt x="493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6" name="Google Shape;11396;p106"/>
            <p:cNvSpPr/>
            <p:nvPr/>
          </p:nvSpPr>
          <p:spPr>
            <a:xfrm>
              <a:off x="3988564" y="2571836"/>
              <a:ext cx="417045" cy="416878"/>
            </a:xfrm>
            <a:custGeom>
              <a:rect b="b" l="l" r="r" t="t"/>
              <a:pathLst>
                <a:path extrusionOk="0" h="19975" w="19983">
                  <a:moveTo>
                    <a:pt x="5465" y="1172"/>
                  </a:moveTo>
                  <a:cubicBezTo>
                    <a:pt x="6229" y="1172"/>
                    <a:pt x="6714" y="1356"/>
                    <a:pt x="7184" y="1548"/>
                  </a:cubicBezTo>
                  <a:cubicBezTo>
                    <a:pt x="7842" y="1820"/>
                    <a:pt x="8120" y="1882"/>
                    <a:pt x="8506" y="1882"/>
                  </a:cubicBezTo>
                  <a:cubicBezTo>
                    <a:pt x="8831" y="1882"/>
                    <a:pt x="9232" y="1838"/>
                    <a:pt x="10000" y="1838"/>
                  </a:cubicBezTo>
                  <a:cubicBezTo>
                    <a:pt x="13275" y="1838"/>
                    <a:pt x="15226" y="3478"/>
                    <a:pt x="16286" y="4855"/>
                  </a:cubicBezTo>
                  <a:cubicBezTo>
                    <a:pt x="17660" y="6641"/>
                    <a:pt x="18149" y="8709"/>
                    <a:pt x="18149" y="9937"/>
                  </a:cubicBezTo>
                  <a:cubicBezTo>
                    <a:pt x="18149" y="11304"/>
                    <a:pt x="17841" y="11405"/>
                    <a:pt x="18414" y="12744"/>
                  </a:cubicBezTo>
                  <a:cubicBezTo>
                    <a:pt x="18610" y="13203"/>
                    <a:pt x="18812" y="13675"/>
                    <a:pt x="18812" y="14565"/>
                  </a:cubicBezTo>
                  <a:cubicBezTo>
                    <a:pt x="18812" y="15702"/>
                    <a:pt x="18373" y="16765"/>
                    <a:pt x="17575" y="17561"/>
                  </a:cubicBezTo>
                  <a:cubicBezTo>
                    <a:pt x="16776" y="18358"/>
                    <a:pt x="15671" y="18803"/>
                    <a:pt x="14546" y="18803"/>
                  </a:cubicBezTo>
                  <a:cubicBezTo>
                    <a:pt x="14544" y="18803"/>
                    <a:pt x="14542" y="18803"/>
                    <a:pt x="14540" y="18803"/>
                  </a:cubicBezTo>
                  <a:lnTo>
                    <a:pt x="14519" y="18803"/>
                  </a:lnTo>
                  <a:cubicBezTo>
                    <a:pt x="13754" y="18803"/>
                    <a:pt x="13270" y="18612"/>
                    <a:pt x="12799" y="18418"/>
                  </a:cubicBezTo>
                  <a:cubicBezTo>
                    <a:pt x="12161" y="18154"/>
                    <a:pt x="11842" y="18085"/>
                    <a:pt x="11520" y="18085"/>
                  </a:cubicBezTo>
                  <a:cubicBezTo>
                    <a:pt x="11167" y="18085"/>
                    <a:pt x="10809" y="18168"/>
                    <a:pt x="10022" y="18168"/>
                  </a:cubicBezTo>
                  <a:cubicBezTo>
                    <a:pt x="6746" y="18168"/>
                    <a:pt x="4785" y="16516"/>
                    <a:pt x="3717" y="15131"/>
                  </a:cubicBezTo>
                  <a:cubicBezTo>
                    <a:pt x="2328" y="13328"/>
                    <a:pt x="1835" y="11257"/>
                    <a:pt x="1835" y="10031"/>
                  </a:cubicBezTo>
                  <a:cubicBezTo>
                    <a:pt x="1835" y="8674"/>
                    <a:pt x="2146" y="8571"/>
                    <a:pt x="1569" y="7222"/>
                  </a:cubicBezTo>
                  <a:cubicBezTo>
                    <a:pt x="1375" y="6765"/>
                    <a:pt x="1173" y="6293"/>
                    <a:pt x="1171" y="5408"/>
                  </a:cubicBezTo>
                  <a:cubicBezTo>
                    <a:pt x="1175" y="3063"/>
                    <a:pt x="3100" y="1172"/>
                    <a:pt x="5465" y="1172"/>
                  </a:cubicBezTo>
                  <a:close/>
                  <a:moveTo>
                    <a:pt x="5465" y="0"/>
                  </a:moveTo>
                  <a:cubicBezTo>
                    <a:pt x="3993" y="0"/>
                    <a:pt x="2617" y="552"/>
                    <a:pt x="1587" y="1582"/>
                  </a:cubicBezTo>
                  <a:cubicBezTo>
                    <a:pt x="566" y="2603"/>
                    <a:pt x="4" y="3960"/>
                    <a:pt x="0" y="5403"/>
                  </a:cubicBezTo>
                  <a:lnTo>
                    <a:pt x="0" y="5414"/>
                  </a:lnTo>
                  <a:cubicBezTo>
                    <a:pt x="2" y="6535"/>
                    <a:pt x="274" y="7170"/>
                    <a:pt x="492" y="7682"/>
                  </a:cubicBezTo>
                  <a:cubicBezTo>
                    <a:pt x="938" y="8725"/>
                    <a:pt x="664" y="8547"/>
                    <a:pt x="664" y="10031"/>
                  </a:cubicBezTo>
                  <a:cubicBezTo>
                    <a:pt x="664" y="11738"/>
                    <a:pt x="1385" y="14023"/>
                    <a:pt x="2790" y="15845"/>
                  </a:cubicBezTo>
                  <a:cubicBezTo>
                    <a:pt x="4019" y="17439"/>
                    <a:pt x="6270" y="19339"/>
                    <a:pt x="10022" y="19339"/>
                  </a:cubicBezTo>
                  <a:cubicBezTo>
                    <a:pt x="10942" y="19339"/>
                    <a:pt x="11234" y="19255"/>
                    <a:pt x="11494" y="19255"/>
                  </a:cubicBezTo>
                  <a:cubicBezTo>
                    <a:pt x="11700" y="19255"/>
                    <a:pt x="11887" y="19308"/>
                    <a:pt x="12353" y="19500"/>
                  </a:cubicBezTo>
                  <a:cubicBezTo>
                    <a:pt x="12875" y="19716"/>
                    <a:pt x="13523" y="19974"/>
                    <a:pt x="14519" y="19974"/>
                  </a:cubicBezTo>
                  <a:lnTo>
                    <a:pt x="14554" y="19974"/>
                  </a:lnTo>
                  <a:cubicBezTo>
                    <a:pt x="15985" y="19974"/>
                    <a:pt x="17386" y="19403"/>
                    <a:pt x="18402" y="18391"/>
                  </a:cubicBezTo>
                  <a:cubicBezTo>
                    <a:pt x="19422" y="17374"/>
                    <a:pt x="19983" y="16015"/>
                    <a:pt x="19983" y="14565"/>
                  </a:cubicBezTo>
                  <a:cubicBezTo>
                    <a:pt x="19983" y="13436"/>
                    <a:pt x="19711" y="12797"/>
                    <a:pt x="19491" y="12284"/>
                  </a:cubicBezTo>
                  <a:cubicBezTo>
                    <a:pt x="19045" y="11243"/>
                    <a:pt x="19320" y="11421"/>
                    <a:pt x="19320" y="9937"/>
                  </a:cubicBezTo>
                  <a:cubicBezTo>
                    <a:pt x="19320" y="8218"/>
                    <a:pt x="18603" y="5946"/>
                    <a:pt x="17213" y="4140"/>
                  </a:cubicBezTo>
                  <a:cubicBezTo>
                    <a:pt x="15994" y="2557"/>
                    <a:pt x="13753" y="667"/>
                    <a:pt x="10000" y="667"/>
                  </a:cubicBezTo>
                  <a:cubicBezTo>
                    <a:pt x="9146" y="667"/>
                    <a:pt x="8785" y="712"/>
                    <a:pt x="8528" y="712"/>
                  </a:cubicBezTo>
                  <a:cubicBezTo>
                    <a:pt x="8261" y="712"/>
                    <a:pt x="8109" y="664"/>
                    <a:pt x="7630" y="466"/>
                  </a:cubicBezTo>
                  <a:cubicBezTo>
                    <a:pt x="7110" y="252"/>
                    <a:pt x="6461" y="0"/>
                    <a:pt x="54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97" name="Google Shape;11397;p106"/>
          <p:cNvGrpSpPr/>
          <p:nvPr/>
        </p:nvGrpSpPr>
        <p:grpSpPr>
          <a:xfrm>
            <a:off x="2844747" y="3755436"/>
            <a:ext cx="407391" cy="407391"/>
            <a:chOff x="4500573" y="2571753"/>
            <a:chExt cx="417024" cy="417024"/>
          </a:xfrm>
        </p:grpSpPr>
        <p:sp>
          <p:nvSpPr>
            <p:cNvPr id="11398" name="Google Shape;11398;p106"/>
            <p:cNvSpPr/>
            <p:nvPr/>
          </p:nvSpPr>
          <p:spPr>
            <a:xfrm>
              <a:off x="4550263" y="2632817"/>
              <a:ext cx="317683" cy="293244"/>
            </a:xfrm>
            <a:custGeom>
              <a:rect b="b" l="l" r="r" t="t"/>
              <a:pathLst>
                <a:path extrusionOk="0" h="14051" w="15222">
                  <a:moveTo>
                    <a:pt x="7616" y="1172"/>
                  </a:moveTo>
                  <a:cubicBezTo>
                    <a:pt x="8529" y="1202"/>
                    <a:pt x="10613" y="1570"/>
                    <a:pt x="10613" y="4280"/>
                  </a:cubicBezTo>
                  <a:cubicBezTo>
                    <a:pt x="10613" y="4791"/>
                    <a:pt x="10565" y="5662"/>
                    <a:pt x="10565" y="5683"/>
                  </a:cubicBezTo>
                  <a:cubicBezTo>
                    <a:pt x="10565" y="6490"/>
                    <a:pt x="11186" y="6530"/>
                    <a:pt x="11312" y="6530"/>
                  </a:cubicBezTo>
                  <a:cubicBezTo>
                    <a:pt x="11563" y="6530"/>
                    <a:pt x="11867" y="6461"/>
                    <a:pt x="12149" y="6399"/>
                  </a:cubicBezTo>
                  <a:lnTo>
                    <a:pt x="12149" y="6399"/>
                  </a:lnTo>
                  <a:cubicBezTo>
                    <a:pt x="11697" y="6589"/>
                    <a:pt x="10875" y="6838"/>
                    <a:pt x="10875" y="7608"/>
                  </a:cubicBezTo>
                  <a:cubicBezTo>
                    <a:pt x="10875" y="9260"/>
                    <a:pt x="12294" y="9897"/>
                    <a:pt x="13233" y="10316"/>
                  </a:cubicBezTo>
                  <a:cubicBezTo>
                    <a:pt x="13419" y="10399"/>
                    <a:pt x="13661" y="10509"/>
                    <a:pt x="13838" y="10608"/>
                  </a:cubicBezTo>
                  <a:cubicBezTo>
                    <a:pt x="13590" y="10652"/>
                    <a:pt x="13247" y="10703"/>
                    <a:pt x="12826" y="10802"/>
                  </a:cubicBezTo>
                  <a:cubicBezTo>
                    <a:pt x="12446" y="10894"/>
                    <a:pt x="12149" y="11195"/>
                    <a:pt x="12067" y="11574"/>
                  </a:cubicBezTo>
                  <a:cubicBezTo>
                    <a:pt x="12058" y="11614"/>
                    <a:pt x="12049" y="11652"/>
                    <a:pt x="12041" y="11683"/>
                  </a:cubicBezTo>
                  <a:cubicBezTo>
                    <a:pt x="11837" y="11646"/>
                    <a:pt x="11549" y="11584"/>
                    <a:pt x="11156" y="11584"/>
                  </a:cubicBezTo>
                  <a:cubicBezTo>
                    <a:pt x="10220" y="11584"/>
                    <a:pt x="9658" y="11968"/>
                    <a:pt x="9161" y="12306"/>
                  </a:cubicBezTo>
                  <a:cubicBezTo>
                    <a:pt x="8711" y="12614"/>
                    <a:pt x="8322" y="12879"/>
                    <a:pt x="7611" y="12881"/>
                  </a:cubicBezTo>
                  <a:cubicBezTo>
                    <a:pt x="6900" y="12879"/>
                    <a:pt x="6511" y="12614"/>
                    <a:pt x="6060" y="12306"/>
                  </a:cubicBezTo>
                  <a:cubicBezTo>
                    <a:pt x="5563" y="11968"/>
                    <a:pt x="5000" y="11584"/>
                    <a:pt x="4064" y="11584"/>
                  </a:cubicBezTo>
                  <a:cubicBezTo>
                    <a:pt x="3671" y="11584"/>
                    <a:pt x="3381" y="11646"/>
                    <a:pt x="3180" y="11683"/>
                  </a:cubicBezTo>
                  <a:cubicBezTo>
                    <a:pt x="3171" y="11652"/>
                    <a:pt x="3164" y="11614"/>
                    <a:pt x="3155" y="11574"/>
                  </a:cubicBezTo>
                  <a:cubicBezTo>
                    <a:pt x="3072" y="11195"/>
                    <a:pt x="2775" y="10894"/>
                    <a:pt x="2394" y="10802"/>
                  </a:cubicBezTo>
                  <a:cubicBezTo>
                    <a:pt x="1973" y="10703"/>
                    <a:pt x="1630" y="10652"/>
                    <a:pt x="1384" y="10608"/>
                  </a:cubicBezTo>
                  <a:cubicBezTo>
                    <a:pt x="1559" y="10509"/>
                    <a:pt x="1803" y="10399"/>
                    <a:pt x="1987" y="10316"/>
                  </a:cubicBezTo>
                  <a:cubicBezTo>
                    <a:pt x="2927" y="9897"/>
                    <a:pt x="4347" y="9260"/>
                    <a:pt x="4347" y="7608"/>
                  </a:cubicBezTo>
                  <a:cubicBezTo>
                    <a:pt x="4347" y="6838"/>
                    <a:pt x="3525" y="6589"/>
                    <a:pt x="3072" y="6399"/>
                  </a:cubicBezTo>
                  <a:lnTo>
                    <a:pt x="3072" y="6399"/>
                  </a:lnTo>
                  <a:cubicBezTo>
                    <a:pt x="3355" y="6461"/>
                    <a:pt x="3657" y="6530"/>
                    <a:pt x="3910" y="6530"/>
                  </a:cubicBezTo>
                  <a:cubicBezTo>
                    <a:pt x="4034" y="6530"/>
                    <a:pt x="4655" y="6490"/>
                    <a:pt x="4655" y="5683"/>
                  </a:cubicBezTo>
                  <a:cubicBezTo>
                    <a:pt x="4655" y="5662"/>
                    <a:pt x="4609" y="4793"/>
                    <a:pt x="4609" y="4280"/>
                  </a:cubicBezTo>
                  <a:cubicBezTo>
                    <a:pt x="4609" y="1558"/>
                    <a:pt x="6698" y="1199"/>
                    <a:pt x="7616" y="1172"/>
                  </a:cubicBezTo>
                  <a:close/>
                  <a:moveTo>
                    <a:pt x="7602" y="1"/>
                  </a:moveTo>
                  <a:cubicBezTo>
                    <a:pt x="7201" y="11"/>
                    <a:pt x="6164" y="98"/>
                    <a:pt x="5219" y="691"/>
                  </a:cubicBezTo>
                  <a:cubicBezTo>
                    <a:pt x="4407" y="1200"/>
                    <a:pt x="3438" y="2237"/>
                    <a:pt x="3438" y="4280"/>
                  </a:cubicBezTo>
                  <a:cubicBezTo>
                    <a:pt x="3438" y="4714"/>
                    <a:pt x="3454" y="5041"/>
                    <a:pt x="3466" y="5288"/>
                  </a:cubicBezTo>
                  <a:cubicBezTo>
                    <a:pt x="3176" y="5225"/>
                    <a:pt x="2914" y="5159"/>
                    <a:pt x="2711" y="5159"/>
                  </a:cubicBezTo>
                  <a:cubicBezTo>
                    <a:pt x="2005" y="5159"/>
                    <a:pt x="1492" y="5593"/>
                    <a:pt x="1492" y="6187"/>
                  </a:cubicBezTo>
                  <a:cubicBezTo>
                    <a:pt x="1492" y="7031"/>
                    <a:pt x="2302" y="7355"/>
                    <a:pt x="2785" y="7547"/>
                  </a:cubicBezTo>
                  <a:cubicBezTo>
                    <a:pt x="2907" y="7595"/>
                    <a:pt x="3077" y="7664"/>
                    <a:pt x="3173" y="7717"/>
                  </a:cubicBezTo>
                  <a:cubicBezTo>
                    <a:pt x="3084" y="8885"/>
                    <a:pt x="1453" y="9124"/>
                    <a:pt x="595" y="9723"/>
                  </a:cubicBezTo>
                  <a:cubicBezTo>
                    <a:pt x="201" y="9999"/>
                    <a:pt x="1" y="10337"/>
                    <a:pt x="1" y="10730"/>
                  </a:cubicBezTo>
                  <a:cubicBezTo>
                    <a:pt x="1" y="11119"/>
                    <a:pt x="194" y="11425"/>
                    <a:pt x="547" y="11590"/>
                  </a:cubicBezTo>
                  <a:cubicBezTo>
                    <a:pt x="892" y="11752"/>
                    <a:pt x="1340" y="11765"/>
                    <a:pt x="2032" y="11920"/>
                  </a:cubicBezTo>
                  <a:cubicBezTo>
                    <a:pt x="2081" y="12138"/>
                    <a:pt x="2134" y="12318"/>
                    <a:pt x="2231" y="12474"/>
                  </a:cubicBezTo>
                  <a:cubicBezTo>
                    <a:pt x="2428" y="12789"/>
                    <a:pt x="2691" y="12874"/>
                    <a:pt x="2981" y="12874"/>
                  </a:cubicBezTo>
                  <a:cubicBezTo>
                    <a:pt x="3325" y="12874"/>
                    <a:pt x="3708" y="12754"/>
                    <a:pt x="4064" y="12754"/>
                  </a:cubicBezTo>
                  <a:cubicBezTo>
                    <a:pt x="4639" y="12754"/>
                    <a:pt x="4975" y="12984"/>
                    <a:pt x="5400" y="13274"/>
                  </a:cubicBezTo>
                  <a:cubicBezTo>
                    <a:pt x="5907" y="13619"/>
                    <a:pt x="6537" y="14050"/>
                    <a:pt x="7609" y="14050"/>
                  </a:cubicBezTo>
                  <a:lnTo>
                    <a:pt x="7611" y="14050"/>
                  </a:lnTo>
                  <a:cubicBezTo>
                    <a:pt x="8683" y="14050"/>
                    <a:pt x="9315" y="13620"/>
                    <a:pt x="9821" y="13274"/>
                  </a:cubicBezTo>
                  <a:cubicBezTo>
                    <a:pt x="10247" y="12984"/>
                    <a:pt x="10581" y="12754"/>
                    <a:pt x="11156" y="12754"/>
                  </a:cubicBezTo>
                  <a:cubicBezTo>
                    <a:pt x="11621" y="12754"/>
                    <a:pt x="11881" y="12881"/>
                    <a:pt x="12228" y="12881"/>
                  </a:cubicBezTo>
                  <a:cubicBezTo>
                    <a:pt x="12647" y="12881"/>
                    <a:pt x="12874" y="12660"/>
                    <a:pt x="12991" y="12474"/>
                  </a:cubicBezTo>
                  <a:cubicBezTo>
                    <a:pt x="13088" y="12318"/>
                    <a:pt x="13139" y="12136"/>
                    <a:pt x="13189" y="11920"/>
                  </a:cubicBezTo>
                  <a:cubicBezTo>
                    <a:pt x="13880" y="11765"/>
                    <a:pt x="14328" y="11752"/>
                    <a:pt x="14673" y="11590"/>
                  </a:cubicBezTo>
                  <a:cubicBezTo>
                    <a:pt x="15027" y="11425"/>
                    <a:pt x="15221" y="11119"/>
                    <a:pt x="15221" y="10730"/>
                  </a:cubicBezTo>
                  <a:cubicBezTo>
                    <a:pt x="15221" y="10337"/>
                    <a:pt x="15020" y="9999"/>
                    <a:pt x="14625" y="9723"/>
                  </a:cubicBezTo>
                  <a:cubicBezTo>
                    <a:pt x="13769" y="9124"/>
                    <a:pt x="12136" y="8885"/>
                    <a:pt x="12048" y="7717"/>
                  </a:cubicBezTo>
                  <a:cubicBezTo>
                    <a:pt x="12143" y="7664"/>
                    <a:pt x="12313" y="7595"/>
                    <a:pt x="12435" y="7547"/>
                  </a:cubicBezTo>
                  <a:cubicBezTo>
                    <a:pt x="12918" y="7355"/>
                    <a:pt x="13728" y="7031"/>
                    <a:pt x="13728" y="6187"/>
                  </a:cubicBezTo>
                  <a:cubicBezTo>
                    <a:pt x="13728" y="5593"/>
                    <a:pt x="13215" y="5159"/>
                    <a:pt x="12509" y="5159"/>
                  </a:cubicBezTo>
                  <a:cubicBezTo>
                    <a:pt x="12306" y="5159"/>
                    <a:pt x="12044" y="5225"/>
                    <a:pt x="11754" y="5288"/>
                  </a:cubicBezTo>
                  <a:cubicBezTo>
                    <a:pt x="11768" y="5041"/>
                    <a:pt x="11782" y="4714"/>
                    <a:pt x="11782" y="4280"/>
                  </a:cubicBezTo>
                  <a:cubicBezTo>
                    <a:pt x="11782" y="2246"/>
                    <a:pt x="10822" y="1211"/>
                    <a:pt x="10017" y="700"/>
                  </a:cubicBezTo>
                  <a:cubicBezTo>
                    <a:pt x="9076" y="105"/>
                    <a:pt x="8037" y="13"/>
                    <a:pt x="763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9" name="Google Shape;11399;p106"/>
            <p:cNvSpPr/>
            <p:nvPr/>
          </p:nvSpPr>
          <p:spPr>
            <a:xfrm>
              <a:off x="4500573" y="2571753"/>
              <a:ext cx="417024" cy="417024"/>
            </a:xfrm>
            <a:custGeom>
              <a:rect b="b" l="l" r="r" t="t"/>
              <a:pathLst>
                <a:path extrusionOk="0" h="19982" w="19982">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00" name="Google Shape;11400;p106"/>
          <p:cNvGrpSpPr/>
          <p:nvPr/>
        </p:nvGrpSpPr>
        <p:grpSpPr>
          <a:xfrm>
            <a:off x="3461079" y="3755436"/>
            <a:ext cx="407391" cy="407391"/>
            <a:chOff x="5012603" y="2571753"/>
            <a:chExt cx="417024" cy="417024"/>
          </a:xfrm>
        </p:grpSpPr>
        <p:sp>
          <p:nvSpPr>
            <p:cNvPr id="11401" name="Google Shape;11401;p106"/>
            <p:cNvSpPr/>
            <p:nvPr/>
          </p:nvSpPr>
          <p:spPr>
            <a:xfrm>
              <a:off x="5133124" y="2631210"/>
              <a:ext cx="180818" cy="300048"/>
            </a:xfrm>
            <a:custGeom>
              <a:rect b="b" l="l" r="r" t="t"/>
              <a:pathLst>
                <a:path extrusionOk="0" h="14377" w="8664">
                  <a:moveTo>
                    <a:pt x="4683" y="1171"/>
                  </a:moveTo>
                  <a:lnTo>
                    <a:pt x="4683" y="3395"/>
                  </a:lnTo>
                  <a:cubicBezTo>
                    <a:pt x="4683" y="3719"/>
                    <a:pt x="4945" y="3980"/>
                    <a:pt x="5269" y="3980"/>
                  </a:cubicBezTo>
                  <a:lnTo>
                    <a:pt x="7493" y="3980"/>
                  </a:lnTo>
                  <a:lnTo>
                    <a:pt x="7493" y="5620"/>
                  </a:lnTo>
                  <a:lnTo>
                    <a:pt x="5269" y="5620"/>
                  </a:lnTo>
                  <a:cubicBezTo>
                    <a:pt x="4945" y="5620"/>
                    <a:pt x="4683" y="5882"/>
                    <a:pt x="4683" y="6206"/>
                  </a:cubicBezTo>
                  <a:lnTo>
                    <a:pt x="4683" y="9859"/>
                  </a:lnTo>
                  <a:cubicBezTo>
                    <a:pt x="4683" y="10227"/>
                    <a:pt x="4706" y="10648"/>
                    <a:pt x="4975" y="10986"/>
                  </a:cubicBezTo>
                  <a:cubicBezTo>
                    <a:pt x="5327" y="11423"/>
                    <a:pt x="5899" y="11474"/>
                    <a:pt x="6299" y="11474"/>
                  </a:cubicBezTo>
                  <a:lnTo>
                    <a:pt x="7494" y="11474"/>
                  </a:lnTo>
                  <a:lnTo>
                    <a:pt x="7494" y="13158"/>
                  </a:lnTo>
                  <a:cubicBezTo>
                    <a:pt x="7137" y="13183"/>
                    <a:pt x="6635" y="13207"/>
                    <a:pt x="6113" y="13207"/>
                  </a:cubicBezTo>
                  <a:cubicBezTo>
                    <a:pt x="3848" y="13207"/>
                    <a:pt x="3044" y="11806"/>
                    <a:pt x="3044" y="10607"/>
                  </a:cubicBezTo>
                  <a:lnTo>
                    <a:pt x="3044" y="6206"/>
                  </a:lnTo>
                  <a:cubicBezTo>
                    <a:pt x="3044" y="5882"/>
                    <a:pt x="2782" y="5620"/>
                    <a:pt x="2460" y="5620"/>
                  </a:cubicBezTo>
                  <a:lnTo>
                    <a:pt x="1172" y="5620"/>
                  </a:lnTo>
                  <a:lnTo>
                    <a:pt x="1172" y="4090"/>
                  </a:lnTo>
                  <a:cubicBezTo>
                    <a:pt x="2035" y="3913"/>
                    <a:pt x="2690" y="3487"/>
                    <a:pt x="3120" y="2820"/>
                  </a:cubicBezTo>
                  <a:cubicBezTo>
                    <a:pt x="3463" y="2289"/>
                    <a:pt x="3608" y="1697"/>
                    <a:pt x="3703" y="1171"/>
                  </a:cubicBezTo>
                  <a:close/>
                  <a:moveTo>
                    <a:pt x="3208" y="0"/>
                  </a:moveTo>
                  <a:cubicBezTo>
                    <a:pt x="2922" y="0"/>
                    <a:pt x="2677" y="207"/>
                    <a:pt x="2631" y="490"/>
                  </a:cubicBezTo>
                  <a:cubicBezTo>
                    <a:pt x="2409" y="1822"/>
                    <a:pt x="2209" y="2861"/>
                    <a:pt x="537" y="3000"/>
                  </a:cubicBezTo>
                  <a:cubicBezTo>
                    <a:pt x="234" y="3025"/>
                    <a:pt x="1" y="3278"/>
                    <a:pt x="1" y="3582"/>
                  </a:cubicBezTo>
                  <a:lnTo>
                    <a:pt x="1" y="6206"/>
                  </a:lnTo>
                  <a:cubicBezTo>
                    <a:pt x="1" y="6529"/>
                    <a:pt x="263" y="6791"/>
                    <a:pt x="586" y="6791"/>
                  </a:cubicBezTo>
                  <a:lnTo>
                    <a:pt x="1874" y="6791"/>
                  </a:lnTo>
                  <a:lnTo>
                    <a:pt x="1874" y="10607"/>
                  </a:lnTo>
                  <a:cubicBezTo>
                    <a:pt x="1874" y="12618"/>
                    <a:pt x="3355" y="14377"/>
                    <a:pt x="6111" y="14377"/>
                  </a:cubicBezTo>
                  <a:cubicBezTo>
                    <a:pt x="7158" y="14377"/>
                    <a:pt x="8098" y="14285"/>
                    <a:pt x="8137" y="14281"/>
                  </a:cubicBezTo>
                  <a:cubicBezTo>
                    <a:pt x="8436" y="14251"/>
                    <a:pt x="8664" y="14000"/>
                    <a:pt x="8664" y="13699"/>
                  </a:cubicBezTo>
                  <a:lnTo>
                    <a:pt x="8664" y="10888"/>
                  </a:lnTo>
                  <a:cubicBezTo>
                    <a:pt x="8664" y="10565"/>
                    <a:pt x="8402" y="10303"/>
                    <a:pt x="8078" y="10303"/>
                  </a:cubicBezTo>
                  <a:lnTo>
                    <a:pt x="6299" y="10303"/>
                  </a:lnTo>
                  <a:cubicBezTo>
                    <a:pt x="5828" y="10303"/>
                    <a:pt x="5855" y="10292"/>
                    <a:pt x="5855" y="9859"/>
                  </a:cubicBezTo>
                  <a:lnTo>
                    <a:pt x="5855" y="6791"/>
                  </a:lnTo>
                  <a:lnTo>
                    <a:pt x="8078" y="6791"/>
                  </a:lnTo>
                  <a:cubicBezTo>
                    <a:pt x="8402" y="6791"/>
                    <a:pt x="8664" y="6529"/>
                    <a:pt x="8664" y="6206"/>
                  </a:cubicBezTo>
                  <a:lnTo>
                    <a:pt x="8664" y="3397"/>
                  </a:lnTo>
                  <a:cubicBezTo>
                    <a:pt x="8664" y="3073"/>
                    <a:pt x="8402" y="2811"/>
                    <a:pt x="8078" y="2811"/>
                  </a:cubicBezTo>
                  <a:lnTo>
                    <a:pt x="5855" y="2811"/>
                  </a:lnTo>
                  <a:lnTo>
                    <a:pt x="5855" y="586"/>
                  </a:lnTo>
                  <a:cubicBezTo>
                    <a:pt x="5855" y="262"/>
                    <a:pt x="5593" y="0"/>
                    <a:pt x="526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2" name="Google Shape;11402;p106"/>
            <p:cNvSpPr/>
            <p:nvPr/>
          </p:nvSpPr>
          <p:spPr>
            <a:xfrm>
              <a:off x="5012603" y="2571753"/>
              <a:ext cx="417024" cy="417024"/>
            </a:xfrm>
            <a:custGeom>
              <a:rect b="b" l="l" r="r" t="t"/>
              <a:pathLst>
                <a:path extrusionOk="0" h="19982" w="19982">
                  <a:moveTo>
                    <a:pt x="17053" y="1172"/>
                  </a:moveTo>
                  <a:cubicBezTo>
                    <a:pt x="18007" y="1172"/>
                    <a:pt x="18810" y="1993"/>
                    <a:pt x="18810" y="2966"/>
                  </a:cubicBezTo>
                  <a:lnTo>
                    <a:pt x="18810" y="17017"/>
                  </a:lnTo>
                  <a:cubicBezTo>
                    <a:pt x="18810" y="17990"/>
                    <a:pt x="18007" y="18811"/>
                    <a:pt x="17053" y="18811"/>
                  </a:cubicBezTo>
                  <a:lnTo>
                    <a:pt x="2965" y="18811"/>
                  </a:lnTo>
                  <a:cubicBezTo>
                    <a:pt x="1992" y="18811"/>
                    <a:pt x="1169" y="17990"/>
                    <a:pt x="1169" y="17017"/>
                  </a:cubicBezTo>
                  <a:lnTo>
                    <a:pt x="1169" y="2966"/>
                  </a:lnTo>
                  <a:cubicBezTo>
                    <a:pt x="1169" y="1993"/>
                    <a:pt x="1992" y="1172"/>
                    <a:pt x="2965" y="1172"/>
                  </a:cubicBezTo>
                  <a:close/>
                  <a:moveTo>
                    <a:pt x="2965" y="1"/>
                  </a:moveTo>
                  <a:cubicBezTo>
                    <a:pt x="1346" y="1"/>
                    <a:pt x="0" y="1349"/>
                    <a:pt x="0" y="2966"/>
                  </a:cubicBezTo>
                  <a:lnTo>
                    <a:pt x="0" y="17015"/>
                  </a:lnTo>
                  <a:cubicBezTo>
                    <a:pt x="0" y="18636"/>
                    <a:pt x="1348" y="19982"/>
                    <a:pt x="2965" y="19982"/>
                  </a:cubicBezTo>
                  <a:lnTo>
                    <a:pt x="17053" y="19982"/>
                  </a:lnTo>
                  <a:cubicBezTo>
                    <a:pt x="18672" y="19982"/>
                    <a:pt x="19981" y="18634"/>
                    <a:pt x="19981" y="17015"/>
                  </a:cubicBezTo>
                  <a:lnTo>
                    <a:pt x="19981" y="2966"/>
                  </a:lnTo>
                  <a:cubicBezTo>
                    <a:pt x="19981" y="1349"/>
                    <a:pt x="18672" y="1"/>
                    <a:pt x="1705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403" name="Google Shape;11403;p106"/>
          <p:cNvSpPr/>
          <p:nvPr/>
        </p:nvSpPr>
        <p:spPr>
          <a:xfrm>
            <a:off x="5201286" y="3238852"/>
            <a:ext cx="407383" cy="407383"/>
          </a:xfrm>
          <a:custGeom>
            <a:rect b="b" l="l" r="r" t="t"/>
            <a:pathLst>
              <a:path extrusionOk="0" h="19982" w="19982">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404" name="Google Shape;11404;p106"/>
          <p:cNvGrpSpPr/>
          <p:nvPr/>
        </p:nvGrpSpPr>
        <p:grpSpPr>
          <a:xfrm>
            <a:off x="5721826" y="3238790"/>
            <a:ext cx="407432" cy="407391"/>
            <a:chOff x="812101" y="2571761"/>
            <a:chExt cx="417066" cy="417024"/>
          </a:xfrm>
        </p:grpSpPr>
        <p:sp>
          <p:nvSpPr>
            <p:cNvPr id="11405" name="Google Shape;11405;p106"/>
            <p:cNvSpPr/>
            <p:nvPr/>
          </p:nvSpPr>
          <p:spPr>
            <a:xfrm>
              <a:off x="935084" y="2694744"/>
              <a:ext cx="171071" cy="171071"/>
            </a:xfrm>
            <a:custGeom>
              <a:rect b="b" l="l" r="r" t="t"/>
              <a:pathLst>
                <a:path extrusionOk="0" h="8197" w="8197">
                  <a:moveTo>
                    <a:pt x="4099" y="1171"/>
                  </a:moveTo>
                  <a:cubicBezTo>
                    <a:pt x="5712" y="1171"/>
                    <a:pt x="7027" y="2484"/>
                    <a:pt x="7027" y="4097"/>
                  </a:cubicBezTo>
                  <a:cubicBezTo>
                    <a:pt x="7027" y="5712"/>
                    <a:pt x="5712" y="7025"/>
                    <a:pt x="4099" y="7025"/>
                  </a:cubicBezTo>
                  <a:cubicBezTo>
                    <a:pt x="2486" y="7025"/>
                    <a:pt x="1171" y="5712"/>
                    <a:pt x="1171" y="4097"/>
                  </a:cubicBezTo>
                  <a:cubicBezTo>
                    <a:pt x="1171" y="2484"/>
                    <a:pt x="2486" y="1171"/>
                    <a:pt x="4099" y="1171"/>
                  </a:cubicBezTo>
                  <a:close/>
                  <a:moveTo>
                    <a:pt x="4099" y="0"/>
                  </a:moveTo>
                  <a:cubicBezTo>
                    <a:pt x="1840" y="0"/>
                    <a:pt x="0" y="1838"/>
                    <a:pt x="0" y="4097"/>
                  </a:cubicBezTo>
                  <a:cubicBezTo>
                    <a:pt x="0" y="6358"/>
                    <a:pt x="1840" y="8196"/>
                    <a:pt x="4099" y="8196"/>
                  </a:cubicBezTo>
                  <a:cubicBezTo>
                    <a:pt x="6358" y="8196"/>
                    <a:pt x="8196" y="6358"/>
                    <a:pt x="8196" y="4097"/>
                  </a:cubicBezTo>
                  <a:cubicBezTo>
                    <a:pt x="8196" y="1838"/>
                    <a:pt x="6358" y="0"/>
                    <a:pt x="409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6" name="Google Shape;11406;p106"/>
            <p:cNvSpPr/>
            <p:nvPr/>
          </p:nvSpPr>
          <p:spPr>
            <a:xfrm>
              <a:off x="860977" y="2620616"/>
              <a:ext cx="319311" cy="319290"/>
            </a:xfrm>
            <a:custGeom>
              <a:rect b="b" l="l" r="r" t="t"/>
              <a:pathLst>
                <a:path extrusionOk="0" h="15299" w="15300">
                  <a:moveTo>
                    <a:pt x="12333" y="1171"/>
                  </a:moveTo>
                  <a:cubicBezTo>
                    <a:pt x="13306" y="1171"/>
                    <a:pt x="14128" y="1994"/>
                    <a:pt x="14128" y="2967"/>
                  </a:cubicBezTo>
                  <a:lnTo>
                    <a:pt x="14128" y="12334"/>
                  </a:lnTo>
                  <a:cubicBezTo>
                    <a:pt x="14128" y="13307"/>
                    <a:pt x="13306" y="14129"/>
                    <a:pt x="12333" y="14129"/>
                  </a:cubicBezTo>
                  <a:lnTo>
                    <a:pt x="2968" y="14129"/>
                  </a:lnTo>
                  <a:cubicBezTo>
                    <a:pt x="1993" y="14129"/>
                    <a:pt x="1172" y="13307"/>
                    <a:pt x="1172" y="12334"/>
                  </a:cubicBezTo>
                  <a:lnTo>
                    <a:pt x="1172" y="2967"/>
                  </a:lnTo>
                  <a:cubicBezTo>
                    <a:pt x="1172" y="1994"/>
                    <a:pt x="1993" y="1171"/>
                    <a:pt x="2968" y="1171"/>
                  </a:cubicBezTo>
                  <a:close/>
                  <a:moveTo>
                    <a:pt x="2968" y="0"/>
                  </a:moveTo>
                  <a:cubicBezTo>
                    <a:pt x="1351" y="0"/>
                    <a:pt x="1" y="1346"/>
                    <a:pt x="1" y="2967"/>
                  </a:cubicBezTo>
                  <a:lnTo>
                    <a:pt x="1" y="12334"/>
                  </a:lnTo>
                  <a:cubicBezTo>
                    <a:pt x="1" y="13952"/>
                    <a:pt x="1349" y="15299"/>
                    <a:pt x="2968" y="15299"/>
                  </a:cubicBezTo>
                  <a:lnTo>
                    <a:pt x="12333" y="15299"/>
                  </a:lnTo>
                  <a:cubicBezTo>
                    <a:pt x="13953" y="15299"/>
                    <a:pt x="15299" y="13951"/>
                    <a:pt x="15299" y="12334"/>
                  </a:cubicBezTo>
                  <a:lnTo>
                    <a:pt x="15299" y="2967"/>
                  </a:lnTo>
                  <a:cubicBezTo>
                    <a:pt x="15299" y="1345"/>
                    <a:pt x="13948" y="0"/>
                    <a:pt x="123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7" name="Google Shape;11407;p106"/>
            <p:cNvSpPr/>
            <p:nvPr/>
          </p:nvSpPr>
          <p:spPr>
            <a:xfrm>
              <a:off x="812101" y="2571761"/>
              <a:ext cx="417066" cy="417024"/>
            </a:xfrm>
            <a:custGeom>
              <a:rect b="b" l="l" r="r" t="t"/>
              <a:pathLst>
                <a:path extrusionOk="0" h="19982" w="19984">
                  <a:moveTo>
                    <a:pt x="17056" y="1172"/>
                  </a:moveTo>
                  <a:cubicBezTo>
                    <a:pt x="18025" y="1172"/>
                    <a:pt x="18812" y="1959"/>
                    <a:pt x="18812" y="2927"/>
                  </a:cubicBezTo>
                  <a:lnTo>
                    <a:pt x="18812" y="17056"/>
                  </a:lnTo>
                  <a:cubicBezTo>
                    <a:pt x="18812" y="18023"/>
                    <a:pt x="18025" y="18811"/>
                    <a:pt x="17056" y="18811"/>
                  </a:cubicBezTo>
                  <a:lnTo>
                    <a:pt x="2928" y="18811"/>
                  </a:lnTo>
                  <a:cubicBezTo>
                    <a:pt x="1961" y="18811"/>
                    <a:pt x="1172" y="18023"/>
                    <a:pt x="1172" y="17056"/>
                  </a:cubicBezTo>
                  <a:lnTo>
                    <a:pt x="1172" y="2927"/>
                  </a:lnTo>
                  <a:cubicBezTo>
                    <a:pt x="1172" y="1959"/>
                    <a:pt x="1961" y="1172"/>
                    <a:pt x="2928" y="1172"/>
                  </a:cubicBezTo>
                  <a:close/>
                  <a:moveTo>
                    <a:pt x="2928" y="1"/>
                  </a:moveTo>
                  <a:cubicBezTo>
                    <a:pt x="1313" y="1"/>
                    <a:pt x="1" y="1313"/>
                    <a:pt x="1" y="2927"/>
                  </a:cubicBezTo>
                  <a:lnTo>
                    <a:pt x="1" y="17056"/>
                  </a:lnTo>
                  <a:cubicBezTo>
                    <a:pt x="1" y="18669"/>
                    <a:pt x="1313" y="19982"/>
                    <a:pt x="2928" y="19982"/>
                  </a:cubicBezTo>
                  <a:lnTo>
                    <a:pt x="17056" y="19982"/>
                  </a:lnTo>
                  <a:cubicBezTo>
                    <a:pt x="18669" y="19982"/>
                    <a:pt x="19984" y="18669"/>
                    <a:pt x="19984" y="17056"/>
                  </a:cubicBezTo>
                  <a:lnTo>
                    <a:pt x="19984" y="2927"/>
                  </a:lnTo>
                  <a:cubicBezTo>
                    <a:pt x="19984" y="1313"/>
                    <a:pt x="18669" y="1"/>
                    <a:pt x="1705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8" name="Google Shape;11408;p106"/>
            <p:cNvSpPr/>
            <p:nvPr/>
          </p:nvSpPr>
          <p:spPr>
            <a:xfrm>
              <a:off x="1081712" y="2670306"/>
              <a:ext cx="48878" cy="48898"/>
            </a:xfrm>
            <a:custGeom>
              <a:rect b="b" l="l" r="r" t="t"/>
              <a:pathLst>
                <a:path extrusionOk="0" h="2343" w="2342">
                  <a:moveTo>
                    <a:pt x="1170" y="0"/>
                  </a:moveTo>
                  <a:cubicBezTo>
                    <a:pt x="524" y="0"/>
                    <a:pt x="1" y="526"/>
                    <a:pt x="1" y="1171"/>
                  </a:cubicBezTo>
                  <a:cubicBezTo>
                    <a:pt x="1" y="1817"/>
                    <a:pt x="524" y="2342"/>
                    <a:pt x="1170" y="2342"/>
                  </a:cubicBezTo>
                  <a:cubicBezTo>
                    <a:pt x="1816" y="2342"/>
                    <a:pt x="2341" y="1817"/>
                    <a:pt x="2341" y="1171"/>
                  </a:cubicBezTo>
                  <a:cubicBezTo>
                    <a:pt x="2341" y="526"/>
                    <a:pt x="1816" y="0"/>
                    <a:pt x="117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09" name="Google Shape;11409;p106"/>
          <p:cNvGrpSpPr/>
          <p:nvPr/>
        </p:nvGrpSpPr>
        <p:grpSpPr>
          <a:xfrm>
            <a:off x="6242420" y="3238790"/>
            <a:ext cx="407391" cy="407391"/>
            <a:chOff x="1323129" y="2571761"/>
            <a:chExt cx="417024" cy="417024"/>
          </a:xfrm>
        </p:grpSpPr>
        <p:sp>
          <p:nvSpPr>
            <p:cNvPr id="11410" name="Google Shape;11410;p106"/>
            <p:cNvSpPr/>
            <p:nvPr/>
          </p:nvSpPr>
          <p:spPr>
            <a:xfrm>
              <a:off x="1385007" y="2719183"/>
              <a:ext cx="73337" cy="219907"/>
            </a:xfrm>
            <a:custGeom>
              <a:rect b="b" l="l" r="r" t="t"/>
              <a:pathLst>
                <a:path extrusionOk="0" h="10537" w="3514">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1" name="Google Shape;11411;p106"/>
            <p:cNvSpPr/>
            <p:nvPr/>
          </p:nvSpPr>
          <p:spPr>
            <a:xfrm>
              <a:off x="1385007" y="2621430"/>
              <a:ext cx="73337" cy="73337"/>
            </a:xfrm>
            <a:custGeom>
              <a:rect b="b" l="l" r="r" t="t"/>
              <a:pathLst>
                <a:path extrusionOk="0" h="3514" w="3514">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2" name="Google Shape;11412;p106"/>
            <p:cNvSpPr/>
            <p:nvPr/>
          </p:nvSpPr>
          <p:spPr>
            <a:xfrm>
              <a:off x="1482759" y="2718786"/>
              <a:ext cx="195510" cy="220304"/>
            </a:xfrm>
            <a:custGeom>
              <a:rect b="b" l="l" r="r" t="t"/>
              <a:pathLst>
                <a:path extrusionOk="0" h="10556" w="9368">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3" name="Google Shape;11413;p106"/>
            <p:cNvSpPr/>
            <p:nvPr/>
          </p:nvSpPr>
          <p:spPr>
            <a:xfrm>
              <a:off x="1323129" y="2571761"/>
              <a:ext cx="417024" cy="417024"/>
            </a:xfrm>
            <a:custGeom>
              <a:rect b="b" l="l" r="r" t="t"/>
              <a:pathLst>
                <a:path extrusionOk="0" h="19982" w="19982">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414" name="Google Shape;11414;p106"/>
          <p:cNvSpPr/>
          <p:nvPr/>
        </p:nvSpPr>
        <p:spPr>
          <a:xfrm>
            <a:off x="6815924" y="3275603"/>
            <a:ext cx="409401" cy="333886"/>
          </a:xfrm>
          <a:custGeom>
            <a:rect b="b" l="l" r="r" t="t"/>
            <a:pathLst>
              <a:path extrusionOk="0" h="16377" w="20081">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415" name="Google Shape;11415;p106"/>
          <p:cNvGrpSpPr/>
          <p:nvPr/>
        </p:nvGrpSpPr>
        <p:grpSpPr>
          <a:xfrm>
            <a:off x="7378895" y="3238843"/>
            <a:ext cx="408023" cy="407411"/>
            <a:chOff x="2344476" y="2571761"/>
            <a:chExt cx="417671" cy="417045"/>
          </a:xfrm>
        </p:grpSpPr>
        <p:sp>
          <p:nvSpPr>
            <p:cNvPr id="11416" name="Google Shape;11416;p106"/>
            <p:cNvSpPr/>
            <p:nvPr/>
          </p:nvSpPr>
          <p:spPr>
            <a:xfrm>
              <a:off x="2344476" y="2571761"/>
              <a:ext cx="417671" cy="417045"/>
            </a:xfrm>
            <a:custGeom>
              <a:rect b="b" l="l" r="r" t="t"/>
              <a:pathLst>
                <a:path extrusionOk="0" h="19983" w="20013">
                  <a:moveTo>
                    <a:pt x="10022" y="1170"/>
                  </a:moveTo>
                  <a:cubicBezTo>
                    <a:pt x="14886" y="1170"/>
                    <a:pt x="18842" y="5127"/>
                    <a:pt x="18842" y="9990"/>
                  </a:cubicBezTo>
                  <a:cubicBezTo>
                    <a:pt x="18842" y="14855"/>
                    <a:pt x="14886" y="18811"/>
                    <a:pt x="10023" y="18811"/>
                  </a:cubicBezTo>
                  <a:cubicBezTo>
                    <a:pt x="8516" y="18811"/>
                    <a:pt x="7030" y="18423"/>
                    <a:pt x="5726" y="17691"/>
                  </a:cubicBezTo>
                  <a:cubicBezTo>
                    <a:pt x="5638" y="17641"/>
                    <a:pt x="5539" y="17615"/>
                    <a:pt x="5440" y="17615"/>
                  </a:cubicBezTo>
                  <a:cubicBezTo>
                    <a:pt x="5393" y="17615"/>
                    <a:pt x="5345" y="17621"/>
                    <a:pt x="5298" y="17632"/>
                  </a:cubicBezTo>
                  <a:lnTo>
                    <a:pt x="1419" y="18595"/>
                  </a:lnTo>
                  <a:lnTo>
                    <a:pt x="2381" y="14715"/>
                  </a:lnTo>
                  <a:cubicBezTo>
                    <a:pt x="2417" y="14570"/>
                    <a:pt x="2395" y="14416"/>
                    <a:pt x="2323" y="14287"/>
                  </a:cubicBezTo>
                  <a:cubicBezTo>
                    <a:pt x="1590" y="12982"/>
                    <a:pt x="1203" y="11498"/>
                    <a:pt x="1203" y="9990"/>
                  </a:cubicBezTo>
                  <a:cubicBezTo>
                    <a:pt x="1203" y="5127"/>
                    <a:pt x="5159" y="1170"/>
                    <a:pt x="10022" y="1170"/>
                  </a:cubicBezTo>
                  <a:close/>
                  <a:moveTo>
                    <a:pt x="10023" y="1"/>
                  </a:moveTo>
                  <a:cubicBezTo>
                    <a:pt x="4522" y="1"/>
                    <a:pt x="32" y="4491"/>
                    <a:pt x="32" y="9990"/>
                  </a:cubicBezTo>
                  <a:cubicBezTo>
                    <a:pt x="32" y="11620"/>
                    <a:pt x="432" y="13226"/>
                    <a:pt x="1191" y="14655"/>
                  </a:cubicBezTo>
                  <a:lnTo>
                    <a:pt x="50" y="19256"/>
                  </a:lnTo>
                  <a:cubicBezTo>
                    <a:pt x="0" y="19455"/>
                    <a:pt x="58" y="19665"/>
                    <a:pt x="204" y="19810"/>
                  </a:cubicBezTo>
                  <a:cubicBezTo>
                    <a:pt x="313" y="19921"/>
                    <a:pt x="461" y="19982"/>
                    <a:pt x="614" y="19982"/>
                  </a:cubicBezTo>
                  <a:cubicBezTo>
                    <a:pt x="662" y="19982"/>
                    <a:pt x="710" y="19976"/>
                    <a:pt x="757" y="19964"/>
                  </a:cubicBezTo>
                  <a:lnTo>
                    <a:pt x="5358" y="18823"/>
                  </a:lnTo>
                  <a:cubicBezTo>
                    <a:pt x="6788" y="19582"/>
                    <a:pt x="8394" y="19982"/>
                    <a:pt x="10022" y="19982"/>
                  </a:cubicBezTo>
                  <a:cubicBezTo>
                    <a:pt x="12680" y="19982"/>
                    <a:pt x="15187" y="18940"/>
                    <a:pt x="17078" y="17047"/>
                  </a:cubicBezTo>
                  <a:cubicBezTo>
                    <a:pt x="18971" y="15156"/>
                    <a:pt x="20013" y="12649"/>
                    <a:pt x="20013" y="9990"/>
                  </a:cubicBezTo>
                  <a:cubicBezTo>
                    <a:pt x="20013" y="7333"/>
                    <a:pt x="18971" y="4827"/>
                    <a:pt x="17080" y="2934"/>
                  </a:cubicBezTo>
                  <a:cubicBezTo>
                    <a:pt x="15187" y="1043"/>
                    <a:pt x="12680" y="1"/>
                    <a:pt x="1002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7" name="Google Shape;11417;p106"/>
            <p:cNvSpPr/>
            <p:nvPr/>
          </p:nvSpPr>
          <p:spPr>
            <a:xfrm>
              <a:off x="2421672" y="2657388"/>
              <a:ext cx="260625" cy="243636"/>
            </a:xfrm>
            <a:custGeom>
              <a:rect b="b" l="l" r="r" t="t"/>
              <a:pathLst>
                <a:path extrusionOk="0" h="11674" w="12488">
                  <a:moveTo>
                    <a:pt x="3164" y="1171"/>
                  </a:moveTo>
                  <a:cubicBezTo>
                    <a:pt x="3352" y="1171"/>
                    <a:pt x="3536" y="1247"/>
                    <a:pt x="3710" y="1424"/>
                  </a:cubicBezTo>
                  <a:lnTo>
                    <a:pt x="3719" y="1433"/>
                  </a:lnTo>
                  <a:cubicBezTo>
                    <a:pt x="4757" y="2473"/>
                    <a:pt x="4683" y="2832"/>
                    <a:pt x="4449" y="3068"/>
                  </a:cubicBezTo>
                  <a:cubicBezTo>
                    <a:pt x="4240" y="3275"/>
                    <a:pt x="3625" y="3692"/>
                    <a:pt x="3427" y="3892"/>
                  </a:cubicBezTo>
                  <a:cubicBezTo>
                    <a:pt x="2960" y="4359"/>
                    <a:pt x="3046" y="5081"/>
                    <a:pt x="3685" y="6039"/>
                  </a:cubicBezTo>
                  <a:cubicBezTo>
                    <a:pt x="4065" y="6611"/>
                    <a:pt x="4568" y="7166"/>
                    <a:pt x="4805" y="7405"/>
                  </a:cubicBezTo>
                  <a:lnTo>
                    <a:pt x="4806" y="7405"/>
                  </a:lnTo>
                  <a:cubicBezTo>
                    <a:pt x="5045" y="7642"/>
                    <a:pt x="5599" y="8146"/>
                    <a:pt x="6172" y="8527"/>
                  </a:cubicBezTo>
                  <a:cubicBezTo>
                    <a:pt x="6727" y="8895"/>
                    <a:pt x="7202" y="9079"/>
                    <a:pt x="7594" y="9079"/>
                  </a:cubicBezTo>
                  <a:cubicBezTo>
                    <a:pt x="7880" y="9079"/>
                    <a:pt x="8123" y="8981"/>
                    <a:pt x="8320" y="8785"/>
                  </a:cubicBezTo>
                  <a:cubicBezTo>
                    <a:pt x="8518" y="8585"/>
                    <a:pt x="8935" y="7971"/>
                    <a:pt x="9144" y="7762"/>
                  </a:cubicBezTo>
                  <a:cubicBezTo>
                    <a:pt x="9238" y="7668"/>
                    <a:pt x="9331" y="7609"/>
                    <a:pt x="9460" y="7609"/>
                  </a:cubicBezTo>
                  <a:cubicBezTo>
                    <a:pt x="9549" y="7609"/>
                    <a:pt x="9655" y="7637"/>
                    <a:pt x="9790" y="7702"/>
                  </a:cubicBezTo>
                  <a:cubicBezTo>
                    <a:pt x="10172" y="7886"/>
                    <a:pt x="10582" y="8297"/>
                    <a:pt x="10779" y="8493"/>
                  </a:cubicBezTo>
                  <a:lnTo>
                    <a:pt x="10788" y="8502"/>
                  </a:lnTo>
                  <a:cubicBezTo>
                    <a:pt x="11239" y="8944"/>
                    <a:pt x="11037" y="9452"/>
                    <a:pt x="10593" y="9898"/>
                  </a:cubicBezTo>
                  <a:cubicBezTo>
                    <a:pt x="10190" y="10300"/>
                    <a:pt x="9680" y="10502"/>
                    <a:pt x="9068" y="10502"/>
                  </a:cubicBezTo>
                  <a:cubicBezTo>
                    <a:pt x="8521" y="10502"/>
                    <a:pt x="7892" y="10341"/>
                    <a:pt x="7184" y="10020"/>
                  </a:cubicBezTo>
                  <a:cubicBezTo>
                    <a:pt x="5868" y="9420"/>
                    <a:pt x="4676" y="8428"/>
                    <a:pt x="4228" y="7984"/>
                  </a:cubicBezTo>
                  <a:cubicBezTo>
                    <a:pt x="3784" y="7536"/>
                    <a:pt x="2792" y="6344"/>
                    <a:pt x="2192" y="5028"/>
                  </a:cubicBezTo>
                  <a:cubicBezTo>
                    <a:pt x="1511" y="3527"/>
                    <a:pt x="1552" y="2381"/>
                    <a:pt x="2314" y="1619"/>
                  </a:cubicBezTo>
                  <a:cubicBezTo>
                    <a:pt x="2583" y="1350"/>
                    <a:pt x="2877" y="1171"/>
                    <a:pt x="3164" y="1171"/>
                  </a:cubicBezTo>
                  <a:close/>
                  <a:moveTo>
                    <a:pt x="3169" y="1"/>
                  </a:moveTo>
                  <a:cubicBezTo>
                    <a:pt x="2619" y="1"/>
                    <a:pt x="2030" y="247"/>
                    <a:pt x="1486" y="791"/>
                  </a:cubicBezTo>
                  <a:cubicBezTo>
                    <a:pt x="701" y="1576"/>
                    <a:pt x="0" y="3034"/>
                    <a:pt x="1127" y="5512"/>
                  </a:cubicBezTo>
                  <a:cubicBezTo>
                    <a:pt x="1794" y="6979"/>
                    <a:pt x="2868" y="8274"/>
                    <a:pt x="3398" y="8810"/>
                  </a:cubicBezTo>
                  <a:lnTo>
                    <a:pt x="3402" y="8813"/>
                  </a:lnTo>
                  <a:cubicBezTo>
                    <a:pt x="3938" y="9344"/>
                    <a:pt x="5235" y="10418"/>
                    <a:pt x="6699" y="11085"/>
                  </a:cubicBezTo>
                  <a:cubicBezTo>
                    <a:pt x="7490" y="11445"/>
                    <a:pt x="8308" y="11674"/>
                    <a:pt x="9088" y="11674"/>
                  </a:cubicBezTo>
                  <a:cubicBezTo>
                    <a:pt x="9940" y="11674"/>
                    <a:pt x="10746" y="11400"/>
                    <a:pt x="11421" y="10726"/>
                  </a:cubicBezTo>
                  <a:cubicBezTo>
                    <a:pt x="12488" y="9657"/>
                    <a:pt x="12399" y="8442"/>
                    <a:pt x="11607" y="7665"/>
                  </a:cubicBezTo>
                  <a:cubicBezTo>
                    <a:pt x="11219" y="7278"/>
                    <a:pt x="10791" y="6885"/>
                    <a:pt x="10297" y="6648"/>
                  </a:cubicBezTo>
                  <a:cubicBezTo>
                    <a:pt x="10009" y="6509"/>
                    <a:pt x="9725" y="6440"/>
                    <a:pt x="9455" y="6440"/>
                  </a:cubicBezTo>
                  <a:cubicBezTo>
                    <a:pt x="9034" y="6440"/>
                    <a:pt x="8646" y="6606"/>
                    <a:pt x="8316" y="6935"/>
                  </a:cubicBezTo>
                  <a:cubicBezTo>
                    <a:pt x="8070" y="7180"/>
                    <a:pt x="7732" y="7665"/>
                    <a:pt x="7538" y="7904"/>
                  </a:cubicBezTo>
                  <a:cubicBezTo>
                    <a:pt x="7035" y="7819"/>
                    <a:pt x="6032" y="6974"/>
                    <a:pt x="5634" y="6577"/>
                  </a:cubicBezTo>
                  <a:cubicBezTo>
                    <a:pt x="5236" y="6179"/>
                    <a:pt x="4393" y="5174"/>
                    <a:pt x="4308" y="4674"/>
                  </a:cubicBezTo>
                  <a:cubicBezTo>
                    <a:pt x="4545" y="4481"/>
                    <a:pt x="5031" y="4141"/>
                    <a:pt x="5277" y="3895"/>
                  </a:cubicBezTo>
                  <a:cubicBezTo>
                    <a:pt x="5817" y="3354"/>
                    <a:pt x="5919" y="2652"/>
                    <a:pt x="5564" y="1914"/>
                  </a:cubicBezTo>
                  <a:cubicBezTo>
                    <a:pt x="5327" y="1421"/>
                    <a:pt x="4934" y="993"/>
                    <a:pt x="4546" y="605"/>
                  </a:cubicBezTo>
                  <a:cubicBezTo>
                    <a:pt x="4165" y="216"/>
                    <a:pt x="3684" y="1"/>
                    <a:pt x="31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18" name="Google Shape;11418;p106"/>
          <p:cNvGrpSpPr/>
          <p:nvPr/>
        </p:nvGrpSpPr>
        <p:grpSpPr>
          <a:xfrm>
            <a:off x="7109755" y="3759535"/>
            <a:ext cx="399178" cy="399178"/>
            <a:chOff x="2038375" y="3798025"/>
            <a:chExt cx="841792" cy="841792"/>
          </a:xfrm>
        </p:grpSpPr>
        <p:sp>
          <p:nvSpPr>
            <p:cNvPr id="11419" name="Google Shape;11419;p106"/>
            <p:cNvSpPr/>
            <p:nvPr/>
          </p:nvSpPr>
          <p:spPr>
            <a:xfrm>
              <a:off x="2186646" y="3907135"/>
              <a:ext cx="545341" cy="623694"/>
            </a:xfrm>
            <a:custGeom>
              <a:rect b="b" l="l" r="r" t="t"/>
              <a:pathLst>
                <a:path extrusionOk="0" h="208768" w="182541">
                  <a:moveTo>
                    <a:pt x="124804" y="12232"/>
                  </a:moveTo>
                  <a:cubicBezTo>
                    <a:pt x="127609" y="36012"/>
                    <a:pt x="146529" y="54932"/>
                    <a:pt x="170308" y="57737"/>
                  </a:cubicBezTo>
                  <a:lnTo>
                    <a:pt x="170308" y="78353"/>
                  </a:lnTo>
                  <a:cubicBezTo>
                    <a:pt x="157261" y="77276"/>
                    <a:pt x="144865" y="72710"/>
                    <a:pt x="134166" y="65011"/>
                  </a:cubicBezTo>
                  <a:cubicBezTo>
                    <a:pt x="133084" y="64247"/>
                    <a:pt x="131821" y="63855"/>
                    <a:pt x="130560" y="63855"/>
                  </a:cubicBezTo>
                  <a:cubicBezTo>
                    <a:pt x="129615" y="63855"/>
                    <a:pt x="128671" y="64075"/>
                    <a:pt x="127805" y="64522"/>
                  </a:cubicBezTo>
                  <a:cubicBezTo>
                    <a:pt x="125750" y="65566"/>
                    <a:pt x="124478" y="67686"/>
                    <a:pt x="124478" y="69970"/>
                  </a:cubicBezTo>
                  <a:lnTo>
                    <a:pt x="124478" y="140429"/>
                  </a:lnTo>
                  <a:cubicBezTo>
                    <a:pt x="124478" y="171352"/>
                    <a:pt x="99295" y="196535"/>
                    <a:pt x="68339" y="196535"/>
                  </a:cubicBezTo>
                  <a:cubicBezTo>
                    <a:pt x="37383" y="196535"/>
                    <a:pt x="12233" y="171352"/>
                    <a:pt x="12233" y="140429"/>
                  </a:cubicBezTo>
                  <a:cubicBezTo>
                    <a:pt x="12233" y="111527"/>
                    <a:pt x="34153" y="87682"/>
                    <a:pt x="62239" y="84616"/>
                  </a:cubicBezTo>
                  <a:lnTo>
                    <a:pt x="62239" y="105330"/>
                  </a:lnTo>
                  <a:cubicBezTo>
                    <a:pt x="45505" y="108265"/>
                    <a:pt x="32751" y="122879"/>
                    <a:pt x="32751" y="140429"/>
                  </a:cubicBezTo>
                  <a:cubicBezTo>
                    <a:pt x="32751" y="160033"/>
                    <a:pt x="48702" y="176017"/>
                    <a:pt x="68339" y="176017"/>
                  </a:cubicBezTo>
                  <a:cubicBezTo>
                    <a:pt x="87976" y="176017"/>
                    <a:pt x="103927" y="160033"/>
                    <a:pt x="103927" y="140429"/>
                  </a:cubicBezTo>
                  <a:lnTo>
                    <a:pt x="103927" y="12232"/>
                  </a:lnTo>
                  <a:close/>
                  <a:moveTo>
                    <a:pt x="97827" y="0"/>
                  </a:moveTo>
                  <a:cubicBezTo>
                    <a:pt x="94435" y="0"/>
                    <a:pt x="91695" y="2740"/>
                    <a:pt x="91695" y="6133"/>
                  </a:cubicBezTo>
                  <a:lnTo>
                    <a:pt x="91695" y="140429"/>
                  </a:lnTo>
                  <a:cubicBezTo>
                    <a:pt x="91695" y="153313"/>
                    <a:pt x="81224" y="163784"/>
                    <a:pt x="68339" y="163784"/>
                  </a:cubicBezTo>
                  <a:cubicBezTo>
                    <a:pt x="55454" y="163784"/>
                    <a:pt x="44983" y="153313"/>
                    <a:pt x="44983" y="140429"/>
                  </a:cubicBezTo>
                  <a:cubicBezTo>
                    <a:pt x="44983" y="127544"/>
                    <a:pt x="55454" y="117040"/>
                    <a:pt x="68339" y="117040"/>
                  </a:cubicBezTo>
                  <a:cubicBezTo>
                    <a:pt x="71731" y="117040"/>
                    <a:pt x="74471" y="114300"/>
                    <a:pt x="74471" y="110940"/>
                  </a:cubicBezTo>
                  <a:lnTo>
                    <a:pt x="74471" y="78190"/>
                  </a:lnTo>
                  <a:cubicBezTo>
                    <a:pt x="74471" y="74797"/>
                    <a:pt x="71731" y="72057"/>
                    <a:pt x="68339" y="72057"/>
                  </a:cubicBezTo>
                  <a:cubicBezTo>
                    <a:pt x="30663" y="72057"/>
                    <a:pt x="0" y="102720"/>
                    <a:pt x="0" y="140429"/>
                  </a:cubicBezTo>
                  <a:cubicBezTo>
                    <a:pt x="0" y="178104"/>
                    <a:pt x="30663" y="208767"/>
                    <a:pt x="68339" y="208767"/>
                  </a:cubicBezTo>
                  <a:cubicBezTo>
                    <a:pt x="106047" y="208767"/>
                    <a:pt x="136710" y="178104"/>
                    <a:pt x="136710" y="140429"/>
                  </a:cubicBezTo>
                  <a:lnTo>
                    <a:pt x="136710" y="80963"/>
                  </a:lnTo>
                  <a:cubicBezTo>
                    <a:pt x="148877" y="87454"/>
                    <a:pt x="162414" y="90846"/>
                    <a:pt x="176441" y="90846"/>
                  </a:cubicBezTo>
                  <a:cubicBezTo>
                    <a:pt x="179801" y="90846"/>
                    <a:pt x="182541" y="88106"/>
                    <a:pt x="182541" y="84746"/>
                  </a:cubicBezTo>
                  <a:lnTo>
                    <a:pt x="182541" y="51963"/>
                  </a:lnTo>
                  <a:cubicBezTo>
                    <a:pt x="182541" y="48604"/>
                    <a:pt x="179801" y="45864"/>
                    <a:pt x="176441" y="45864"/>
                  </a:cubicBezTo>
                  <a:cubicBezTo>
                    <a:pt x="154520" y="45864"/>
                    <a:pt x="136710" y="28020"/>
                    <a:pt x="136710" y="6133"/>
                  </a:cubicBezTo>
                  <a:cubicBezTo>
                    <a:pt x="136710" y="2740"/>
                    <a:pt x="133970" y="0"/>
                    <a:pt x="130578" y="0"/>
                  </a:cubicBezTo>
                  <a:close/>
                </a:path>
              </a:pathLst>
            </a:custGeom>
            <a:solidFill>
              <a:schemeClr val="dk2"/>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0" name="Google Shape;11420;p106"/>
            <p:cNvSpPr/>
            <p:nvPr/>
          </p:nvSpPr>
          <p:spPr>
            <a:xfrm>
              <a:off x="2038375" y="3798025"/>
              <a:ext cx="841792" cy="841792"/>
            </a:xfrm>
            <a:custGeom>
              <a:rect b="b" l="l" r="r" t="t"/>
              <a:pathLst>
                <a:path extrusionOk="0" h="19982" w="19982">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1424" name="Shape 11424"/>
        <p:cNvGrpSpPr/>
        <p:nvPr/>
      </p:nvGrpSpPr>
      <p:grpSpPr>
        <a:xfrm>
          <a:off x="0" y="0"/>
          <a:ext cx="0" cy="0"/>
          <a:chOff x="0" y="0"/>
          <a:chExt cx="0" cy="0"/>
        </a:xfrm>
      </p:grpSpPr>
      <p:pic>
        <p:nvPicPr>
          <p:cNvPr id="11425" name="Google Shape;11425;p107">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he Importance of Rest and Sleep by Slidesgo">
  <a:themeElements>
    <a:clrScheme name="Simple Light">
      <a:dk1>
        <a:srgbClr val="FCECCB"/>
      </a:dk1>
      <a:lt1>
        <a:srgbClr val="FFFFFF"/>
      </a:lt1>
      <a:dk2>
        <a:srgbClr val="00132F"/>
      </a:dk2>
      <a:lt2>
        <a:srgbClr val="3A75FB"/>
      </a:lt2>
      <a:accent1>
        <a:srgbClr val="7CA6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